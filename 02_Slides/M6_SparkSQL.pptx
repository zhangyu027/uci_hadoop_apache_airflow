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352" r:id="rId2"/>
    <p:sldId id="312" r:id="rId3"/>
    <p:sldId id="313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53" r:id="rId12"/>
    <p:sldId id="321" r:id="rId13"/>
    <p:sldId id="322" r:id="rId14"/>
    <p:sldId id="323" r:id="rId15"/>
    <p:sldId id="354" r:id="rId16"/>
    <p:sldId id="358" r:id="rId17"/>
    <p:sldId id="360" r:id="rId18"/>
    <p:sldId id="362" r:id="rId19"/>
    <p:sldId id="363" r:id="rId20"/>
    <p:sldId id="325" r:id="rId21"/>
    <p:sldId id="326" r:id="rId22"/>
    <p:sldId id="327" r:id="rId23"/>
    <p:sldId id="328" r:id="rId24"/>
    <p:sldId id="329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8" r:id="rId34"/>
    <p:sldId id="339" r:id="rId35"/>
    <p:sldId id="341" r:id="rId36"/>
    <p:sldId id="342" r:id="rId37"/>
    <p:sldId id="344" r:id="rId38"/>
    <p:sldId id="345" r:id="rId39"/>
    <p:sldId id="346" r:id="rId40"/>
    <p:sldId id="356" r:id="rId41"/>
    <p:sldId id="347" r:id="rId42"/>
    <p:sldId id="348" r:id="rId43"/>
    <p:sldId id="351" r:id="rId44"/>
    <p:sldId id="364" r:id="rId45"/>
    <p:sldId id="365" r:id="rId46"/>
    <p:sldId id="366" r:id="rId47"/>
    <p:sldId id="367" r:id="rId48"/>
    <p:sldId id="368" r:id="rId49"/>
    <p:sldId id="369" r:id="rId50"/>
    <p:sldId id="370" r:id="rId51"/>
    <p:sldId id="371" r:id="rId52"/>
    <p:sldId id="372" r:id="rId53"/>
    <p:sldId id="373" r:id="rId54"/>
  </p:sldIdLst>
  <p:sldSz cx="9766300" cy="5492750"/>
  <p:notesSz cx="9766300" cy="5492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655"/>
    <p:restoredTop sz="94692"/>
  </p:normalViewPr>
  <p:slideViewPr>
    <p:cSldViewPr>
      <p:cViewPr varScale="1">
        <p:scale>
          <a:sx n="43" d="100"/>
          <a:sy n="43" d="100"/>
        </p:scale>
        <p:origin x="224" y="148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ata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image" Target="../media/image38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svg"/><Relationship Id="rId1" Type="http://schemas.openxmlformats.org/officeDocument/2006/relationships/image" Target="../media/image41.svg"/><Relationship Id="rId4" Type="http://schemas.openxmlformats.org/officeDocument/2006/relationships/image" Target="../media/image44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image" Target="../media/image46.svg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diagrams/_rels/data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svg"/><Relationship Id="rId1" Type="http://schemas.openxmlformats.org/officeDocument/2006/relationships/image" Target="../media/image51.svg"/><Relationship Id="rId4" Type="http://schemas.openxmlformats.org/officeDocument/2006/relationships/image" Target="../media/image54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6.svg"/><Relationship Id="rId1" Type="http://schemas.openxmlformats.org/officeDocument/2006/relationships/image" Target="../media/image51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svg"/><Relationship Id="rId1" Type="http://schemas.openxmlformats.org/officeDocument/2006/relationships/image" Target="../media/image17.svg"/></Relationships>
</file>

<file path=ppt/diagrams/_rels/drawing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image" Target="../media/image38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svg"/><Relationship Id="rId1" Type="http://schemas.openxmlformats.org/officeDocument/2006/relationships/image" Target="../media/image41.svg"/><Relationship Id="rId4" Type="http://schemas.openxmlformats.org/officeDocument/2006/relationships/image" Target="../media/image44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image" Target="../media/image46.svg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diagrams/_rels/drawing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svg"/><Relationship Id="rId2" Type="http://schemas.openxmlformats.org/officeDocument/2006/relationships/image" Target="../media/image52.svg"/><Relationship Id="rId1" Type="http://schemas.openxmlformats.org/officeDocument/2006/relationships/image" Target="../media/image51.svg"/><Relationship Id="rId4" Type="http://schemas.openxmlformats.org/officeDocument/2006/relationships/image" Target="../media/image54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svg"/><Relationship Id="rId2" Type="http://schemas.openxmlformats.org/officeDocument/2006/relationships/image" Target="../media/image56.svg"/><Relationship Id="rId1" Type="http://schemas.openxmlformats.org/officeDocument/2006/relationships/image" Target="../media/image51.svg"/><Relationship Id="rId5" Type="http://schemas.openxmlformats.org/officeDocument/2006/relationships/image" Target="../media/image59.svg"/><Relationship Id="rId4" Type="http://schemas.openxmlformats.org/officeDocument/2006/relationships/image" Target="../media/image5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8337016-1C17-4DF9-B711-5876160760C7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ABD46F4-C7A7-449D-9981-9F60322EF868}">
      <dgm:prSet custT="1"/>
      <dgm:spPr/>
      <dgm:t>
        <a:bodyPr/>
        <a:lstStyle/>
        <a:p>
          <a:r>
            <a:rPr lang="en-US" sz="2400">
              <a:latin typeface="Arial" panose="020B0604020202020204" pitchFamily="34" charset="0"/>
              <a:cs typeface="Arial" panose="020B0604020202020204" pitchFamily="34" charset="0"/>
            </a:rPr>
            <a:t>A Spark module for structured data processing</a:t>
          </a:r>
        </a:p>
      </dgm:t>
    </dgm:pt>
    <dgm:pt modelId="{611EB93C-930B-4F1E-B05D-BEAAB8501A37}" type="parTrans" cxnId="{8407E743-1159-416B-9058-9C13D0D93E7F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30A481E-50E6-49D8-B39A-A7F35C93C3D8}" type="sibTrans" cxnId="{8407E743-1159-416B-9058-9C13D0D93E7F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14E7D1-45F3-476B-B6A9-1E86045A8F8D}">
      <dgm:prSet custT="1"/>
      <dgm:spPr/>
      <dgm:t>
        <a:bodyPr/>
        <a:lstStyle/>
        <a:p>
          <a:r>
            <a:rPr lang="en-US" sz="2400">
              <a:latin typeface="Arial" panose="020B0604020202020204" pitchFamily="34" charset="0"/>
              <a:cs typeface="Arial" panose="020B0604020202020204" pitchFamily="34" charset="0"/>
            </a:rPr>
            <a:t>Provides programming abstraction called DataFrames</a:t>
          </a:r>
        </a:p>
      </dgm:t>
    </dgm:pt>
    <dgm:pt modelId="{C8AA3272-5DEE-4641-B3E7-D46ADFE0E74C}" type="parTrans" cxnId="{45C4DA0A-5D8D-407E-9D2F-97A5A450CC57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BD803CE-7013-4E6D-9AF1-895F5CD64000}" type="sibTrans" cxnId="{45C4DA0A-5D8D-407E-9D2F-97A5A450CC57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197F0A5-0EA5-4D02-A272-EFC0E6165EDE}">
      <dgm:prSet custT="1"/>
      <dgm:spPr/>
      <dgm:t>
        <a:bodyPr/>
        <a:lstStyle/>
        <a:p>
          <a:r>
            <a:rPr lang="en-US" sz="2400">
              <a:latin typeface="Arial" panose="020B0604020202020204" pitchFamily="34" charset="0"/>
              <a:cs typeface="Arial" panose="020B0604020202020204" pitchFamily="34" charset="0"/>
            </a:rPr>
            <a:t>Act as distributed SQL query engine</a:t>
          </a:r>
        </a:p>
      </dgm:t>
    </dgm:pt>
    <dgm:pt modelId="{41B84B04-9038-473E-BF84-9D8E4908CFAD}" type="parTrans" cxnId="{7133B75F-1874-462D-971D-52799680A4FB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10C7B15E-8875-4869-A945-10FC71F42606}" type="sibTrans" cxnId="{7133B75F-1874-462D-971D-52799680A4FB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779ACA6-2324-4E5E-A4DC-3DCA202E6A68}">
      <dgm:prSet custT="1"/>
      <dgm:spPr/>
      <dgm:t>
        <a:bodyPr/>
        <a:lstStyle/>
        <a:p>
          <a:r>
            <a:rPr lang="en-US" sz="2400">
              <a:latin typeface="Arial" panose="020B0604020202020204" pitchFamily="34" charset="0"/>
              <a:cs typeface="Arial" panose="020B0604020202020204" pitchFamily="34" charset="0"/>
            </a:rPr>
            <a:t>Enables unmodified Hadoop HIVE queries to run up to 100x faster</a:t>
          </a:r>
        </a:p>
      </dgm:t>
    </dgm:pt>
    <dgm:pt modelId="{39D153CF-A19E-4486-98C0-5BD83F32F985}" type="parTrans" cxnId="{67AF96F8-7F80-47E4-B504-6F60B6286C85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732F802-7E59-4F0C-BD38-CDA957F59F51}" type="sibTrans" cxnId="{67AF96F8-7F80-47E4-B504-6F60B6286C85}">
      <dgm:prSet/>
      <dgm:spPr/>
      <dgm:t>
        <a:bodyPr/>
        <a:lstStyle/>
        <a:p>
          <a:endParaRPr lang="en-US" sz="24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FBF5C8E-774C-0747-8EAB-B64F0662DC03}" type="pres">
      <dgm:prSet presAssocID="{58337016-1C17-4DF9-B711-5876160760C7}" presName="linear" presStyleCnt="0">
        <dgm:presLayoutVars>
          <dgm:animLvl val="lvl"/>
          <dgm:resizeHandles val="exact"/>
        </dgm:presLayoutVars>
      </dgm:prSet>
      <dgm:spPr/>
    </dgm:pt>
    <dgm:pt modelId="{56085085-8AFD-0147-A53E-4A4EAEFEB2BC}" type="pres">
      <dgm:prSet presAssocID="{7ABD46F4-C7A7-449D-9981-9F60322EF868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AA232E6-2844-0E40-A6D4-ACD39124EE37}" type="pres">
      <dgm:prSet presAssocID="{330A481E-50E6-49D8-B39A-A7F35C93C3D8}" presName="spacer" presStyleCnt="0"/>
      <dgm:spPr/>
    </dgm:pt>
    <dgm:pt modelId="{58D94072-004A-DB41-80AE-78403217CCE0}" type="pres">
      <dgm:prSet presAssocID="{8B14E7D1-45F3-476B-B6A9-1E86045A8F8D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FD49710-7EEC-A440-BA93-FE84A431AA7A}" type="pres">
      <dgm:prSet presAssocID="{FBD803CE-7013-4E6D-9AF1-895F5CD64000}" presName="spacer" presStyleCnt="0"/>
      <dgm:spPr/>
    </dgm:pt>
    <dgm:pt modelId="{52D87542-6DA8-6641-829F-A7FCA17724A3}" type="pres">
      <dgm:prSet presAssocID="{C197F0A5-0EA5-4D02-A272-EFC0E6165EDE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6BC70713-47AE-3344-9EA8-B7EF8C067C35}" type="pres">
      <dgm:prSet presAssocID="{10C7B15E-8875-4869-A945-10FC71F42606}" presName="spacer" presStyleCnt="0"/>
      <dgm:spPr/>
    </dgm:pt>
    <dgm:pt modelId="{37398E03-CA54-2C4E-95F9-17C5DA876F22}" type="pres">
      <dgm:prSet presAssocID="{9779ACA6-2324-4E5E-A4DC-3DCA202E6A68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5C4DA0A-5D8D-407E-9D2F-97A5A450CC57}" srcId="{58337016-1C17-4DF9-B711-5876160760C7}" destId="{8B14E7D1-45F3-476B-B6A9-1E86045A8F8D}" srcOrd="1" destOrd="0" parTransId="{C8AA3272-5DEE-4641-B3E7-D46ADFE0E74C}" sibTransId="{FBD803CE-7013-4E6D-9AF1-895F5CD64000}"/>
    <dgm:cxn modelId="{6FEDA81D-1968-D94B-9351-3089A6254F37}" type="presOf" srcId="{8B14E7D1-45F3-476B-B6A9-1E86045A8F8D}" destId="{58D94072-004A-DB41-80AE-78403217CCE0}" srcOrd="0" destOrd="0" presId="urn:microsoft.com/office/officeart/2005/8/layout/vList2"/>
    <dgm:cxn modelId="{8407E743-1159-416B-9058-9C13D0D93E7F}" srcId="{58337016-1C17-4DF9-B711-5876160760C7}" destId="{7ABD46F4-C7A7-449D-9981-9F60322EF868}" srcOrd="0" destOrd="0" parTransId="{611EB93C-930B-4F1E-B05D-BEAAB8501A37}" sibTransId="{330A481E-50E6-49D8-B39A-A7F35C93C3D8}"/>
    <dgm:cxn modelId="{073A4753-5585-D046-96D2-26CD9A97E0B7}" type="presOf" srcId="{58337016-1C17-4DF9-B711-5876160760C7}" destId="{CFBF5C8E-774C-0747-8EAB-B64F0662DC03}" srcOrd="0" destOrd="0" presId="urn:microsoft.com/office/officeart/2005/8/layout/vList2"/>
    <dgm:cxn modelId="{7133B75F-1874-462D-971D-52799680A4FB}" srcId="{58337016-1C17-4DF9-B711-5876160760C7}" destId="{C197F0A5-0EA5-4D02-A272-EFC0E6165EDE}" srcOrd="2" destOrd="0" parTransId="{41B84B04-9038-473E-BF84-9D8E4908CFAD}" sibTransId="{10C7B15E-8875-4869-A945-10FC71F42606}"/>
    <dgm:cxn modelId="{6311C1A1-D7A7-7549-9099-89155295F4EE}" type="presOf" srcId="{C197F0A5-0EA5-4D02-A272-EFC0E6165EDE}" destId="{52D87542-6DA8-6641-829F-A7FCA17724A3}" srcOrd="0" destOrd="0" presId="urn:microsoft.com/office/officeart/2005/8/layout/vList2"/>
    <dgm:cxn modelId="{B607D1A6-87E8-C449-83D8-5BACC75838C4}" type="presOf" srcId="{9779ACA6-2324-4E5E-A4DC-3DCA202E6A68}" destId="{37398E03-CA54-2C4E-95F9-17C5DA876F22}" srcOrd="0" destOrd="0" presId="urn:microsoft.com/office/officeart/2005/8/layout/vList2"/>
    <dgm:cxn modelId="{67AF96F8-7F80-47E4-B504-6F60B6286C85}" srcId="{58337016-1C17-4DF9-B711-5876160760C7}" destId="{9779ACA6-2324-4E5E-A4DC-3DCA202E6A68}" srcOrd="3" destOrd="0" parTransId="{39D153CF-A19E-4486-98C0-5BD83F32F985}" sibTransId="{C732F802-7E59-4F0C-BD38-CDA957F59F51}"/>
    <dgm:cxn modelId="{50BDE6FB-B2FD-FA45-BC82-8E55550B7EF1}" type="presOf" srcId="{7ABD46F4-C7A7-449D-9981-9F60322EF868}" destId="{56085085-8AFD-0147-A53E-4A4EAEFEB2BC}" srcOrd="0" destOrd="0" presId="urn:microsoft.com/office/officeart/2005/8/layout/vList2"/>
    <dgm:cxn modelId="{C721F076-4B8F-814B-BF25-54883CF7920A}" type="presParOf" srcId="{CFBF5C8E-774C-0747-8EAB-B64F0662DC03}" destId="{56085085-8AFD-0147-A53E-4A4EAEFEB2BC}" srcOrd="0" destOrd="0" presId="urn:microsoft.com/office/officeart/2005/8/layout/vList2"/>
    <dgm:cxn modelId="{C96693ED-AEB4-1C4C-B927-2B409B9B0721}" type="presParOf" srcId="{CFBF5C8E-774C-0747-8EAB-B64F0662DC03}" destId="{5AA232E6-2844-0E40-A6D4-ACD39124EE37}" srcOrd="1" destOrd="0" presId="urn:microsoft.com/office/officeart/2005/8/layout/vList2"/>
    <dgm:cxn modelId="{59E533EB-0482-F44A-B4F3-BFC8F4BAA8BB}" type="presParOf" srcId="{CFBF5C8E-774C-0747-8EAB-B64F0662DC03}" destId="{58D94072-004A-DB41-80AE-78403217CCE0}" srcOrd="2" destOrd="0" presId="urn:microsoft.com/office/officeart/2005/8/layout/vList2"/>
    <dgm:cxn modelId="{E040E7C9-E856-BC4C-B0DF-DC785A90FC78}" type="presParOf" srcId="{CFBF5C8E-774C-0747-8EAB-B64F0662DC03}" destId="{EFD49710-7EEC-A440-BA93-FE84A431AA7A}" srcOrd="3" destOrd="0" presId="urn:microsoft.com/office/officeart/2005/8/layout/vList2"/>
    <dgm:cxn modelId="{B460F7AF-68D4-384C-B5DE-EB89D1A43C5D}" type="presParOf" srcId="{CFBF5C8E-774C-0747-8EAB-B64F0662DC03}" destId="{52D87542-6DA8-6641-829F-A7FCA17724A3}" srcOrd="4" destOrd="0" presId="urn:microsoft.com/office/officeart/2005/8/layout/vList2"/>
    <dgm:cxn modelId="{45C0C279-3212-0141-A7F6-F5A3AE049B17}" type="presParOf" srcId="{CFBF5C8E-774C-0747-8EAB-B64F0662DC03}" destId="{6BC70713-47AE-3344-9EA8-B7EF8C067C35}" srcOrd="5" destOrd="0" presId="urn:microsoft.com/office/officeart/2005/8/layout/vList2"/>
    <dgm:cxn modelId="{C9E5C7F9-BE0C-4949-B341-FCF999F7E8D4}" type="presParOf" srcId="{CFBF5C8E-774C-0747-8EAB-B64F0662DC03}" destId="{37398E03-CA54-2C4E-95F9-17C5DA876F22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EAB77A-0D0D-4692-A33F-C7D01AB91C5D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584736-42BD-4285-BE91-CEEC2976695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 dirty="0">
              <a:latin typeface="Arial" panose="020B0604020202020204" pitchFamily="34" charset="0"/>
              <a:cs typeface="Arial" panose="020B0604020202020204" pitchFamily="34" charset="0"/>
            </a:rPr>
            <a:t>Unifies Spark components and permits abstraction to </a:t>
          </a:r>
          <a:r>
            <a:rPr lang="en-US" sz="1800" dirty="0" err="1">
              <a:latin typeface="Arial" panose="020B0604020202020204" pitchFamily="34" charset="0"/>
              <a:cs typeface="Arial" panose="020B0604020202020204" pitchFamily="34" charset="0"/>
            </a:rPr>
            <a:t>DataFrames</a:t>
          </a:r>
          <a:r>
            <a:rPr lang="en-US" sz="1800" dirty="0">
              <a:latin typeface="Arial" panose="020B0604020202020204" pitchFamily="34" charset="0"/>
              <a:cs typeface="Arial" panose="020B0604020202020204" pitchFamily="34" charset="0"/>
            </a:rPr>
            <a:t> in Java, Scala, Python, and R</a:t>
          </a:r>
        </a:p>
      </dgm:t>
    </dgm:pt>
    <dgm:pt modelId="{C3719684-8AD3-4BA5-A2F2-059DAD45E8DC}" type="parTrans" cxnId="{066135C8-908A-4AD2-B907-421494D91B3A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D586741-A09E-4512-9134-F2FACD05BEB0}" type="sibTrans" cxnId="{066135C8-908A-4AD2-B907-421494D91B3A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0063DC-4D98-409C-9E2E-6668A7FCDEB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Connects to the Apache Hive metastore and tables</a:t>
          </a:r>
        </a:p>
      </dgm:t>
    </dgm:pt>
    <dgm:pt modelId="{E76DA124-8CCC-47F3-A054-F3C1FDD86E33}" type="parTrans" cxnId="{907258A9-AEAE-4AD8-8C2C-B1282CF0DF93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B7113C3-F9F3-495F-926E-FBCCD119CE92}" type="sibTrans" cxnId="{907258A9-AEAE-4AD8-8C2C-B1282CF0DF93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542B12-9D59-47B1-98EE-EC66B2AF5D0B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Reads and writes structured data with a specific schema from structured file formats and converts data into temporary tables</a:t>
          </a:r>
        </a:p>
      </dgm:t>
    </dgm:pt>
    <dgm:pt modelId="{BA1DD43A-F7FD-4230-B7CC-9C61AA8C8AE6}" type="parTrans" cxnId="{CEA5B7C1-42AE-4D4C-B3AB-BA528C46812C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5AD4C32-137D-40B9-A783-8A58F9B923FE}" type="sibTrans" cxnId="{CEA5B7C1-42AE-4D4C-B3AB-BA528C46812C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7B6932-B96E-42E1-861A-41A627BA07E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Offers an interactive Spark SQL shell for quick data exploration</a:t>
          </a:r>
        </a:p>
      </dgm:t>
    </dgm:pt>
    <dgm:pt modelId="{5244E08F-DA62-47F0-B4A9-C46C6CC9660E}" type="parTrans" cxnId="{2BDCDA1D-2F6D-40E4-9859-10D794816868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160C8BC-CA4F-4633-BC85-9EB88C9F38B0}" type="sibTrans" cxnId="{2BDCDA1D-2F6D-40E4-9859-10D794816868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F9C543A-7D79-4F70-A5E0-14ADA9D532F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Provides a bridge to (and from) external tools via standard database JDBC/ODBC connectors</a:t>
          </a:r>
        </a:p>
      </dgm:t>
    </dgm:pt>
    <dgm:pt modelId="{BA5EEADB-E88B-40B5-BE3B-AAA4BF6621BF}" type="parTrans" cxnId="{F83715F7-7F16-4580-B064-5C5A5C745EE2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D83DE1C-026B-4DC3-AEBE-B54CDE9334DE}" type="sibTrans" cxnId="{F83715F7-7F16-4580-B064-5C5A5C745EE2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BD86017-DD18-49B8-9254-EFC00C39840C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1800">
              <a:latin typeface="Arial" panose="020B0604020202020204" pitchFamily="34" charset="0"/>
              <a:cs typeface="Arial" panose="020B0604020202020204" pitchFamily="34" charset="0"/>
            </a:rPr>
            <a:t>Generates optimized query plans and compact code for the JVM, for final execution</a:t>
          </a:r>
        </a:p>
      </dgm:t>
    </dgm:pt>
    <dgm:pt modelId="{B78FE70B-D5FC-4B5E-9C0E-810CA6AA716C}" type="parTrans" cxnId="{063E9A25-4D81-49C5-A1E8-1775753FF7CB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9E0147B-29F1-4F6B-A151-A8625B307A66}" type="sibTrans" cxnId="{063E9A25-4D81-49C5-A1E8-1775753FF7CB}">
      <dgm:prSet/>
      <dgm:spPr/>
      <dgm:t>
        <a:bodyPr/>
        <a:lstStyle/>
        <a:p>
          <a:pPr>
            <a:lnSpc>
              <a:spcPct val="100000"/>
            </a:lnSpc>
          </a:pPr>
          <a:endParaRPr lang="en-US" sz="18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3514846-190A-2D46-8F1E-9A75148BC941}" type="pres">
      <dgm:prSet presAssocID="{5AEAB77A-0D0D-4692-A33F-C7D01AB91C5D}" presName="linear" presStyleCnt="0">
        <dgm:presLayoutVars>
          <dgm:animLvl val="lvl"/>
          <dgm:resizeHandles val="exact"/>
        </dgm:presLayoutVars>
      </dgm:prSet>
      <dgm:spPr/>
    </dgm:pt>
    <dgm:pt modelId="{FD251E55-E617-CB41-AD74-507DBC8384D8}" type="pres">
      <dgm:prSet presAssocID="{5D584736-42BD-4285-BE91-CEEC2976695C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20F57BE9-2B11-D245-8785-D1EC27676540}" type="pres">
      <dgm:prSet presAssocID="{7D586741-A09E-4512-9134-F2FACD05BEB0}" presName="spacer" presStyleCnt="0"/>
      <dgm:spPr/>
    </dgm:pt>
    <dgm:pt modelId="{D3BB4DD1-843D-A04A-986C-47A879488B39}" type="pres">
      <dgm:prSet presAssocID="{E70063DC-4D98-409C-9E2E-6668A7FCDEBC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E51DF47D-9509-8047-B1AF-A96F3B2E4806}" type="pres">
      <dgm:prSet presAssocID="{EB7113C3-F9F3-495F-926E-FBCCD119CE92}" presName="spacer" presStyleCnt="0"/>
      <dgm:spPr/>
    </dgm:pt>
    <dgm:pt modelId="{6304363C-3B72-2C45-9107-227B78588A37}" type="pres">
      <dgm:prSet presAssocID="{D0542B12-9D59-47B1-98EE-EC66B2AF5D0B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A298F598-60A9-7843-BDBE-3A7A2644E9B2}" type="pres">
      <dgm:prSet presAssocID="{95AD4C32-137D-40B9-A783-8A58F9B923FE}" presName="spacer" presStyleCnt="0"/>
      <dgm:spPr/>
    </dgm:pt>
    <dgm:pt modelId="{D49834DE-32F8-344A-A972-841AA89C8E30}" type="pres">
      <dgm:prSet presAssocID="{727B6932-B96E-42E1-861A-41A627BA07EC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1BD452FB-4587-B04C-A383-EB90D668188D}" type="pres">
      <dgm:prSet presAssocID="{6160C8BC-CA4F-4633-BC85-9EB88C9F38B0}" presName="spacer" presStyleCnt="0"/>
      <dgm:spPr/>
    </dgm:pt>
    <dgm:pt modelId="{5BFE89E9-8DA3-C248-BD52-76A0FEFEEF8D}" type="pres">
      <dgm:prSet presAssocID="{7F9C543A-7D79-4F70-A5E0-14ADA9D532F2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9D00309C-6F08-4E45-8079-48A4FC93FA4C}" type="pres">
      <dgm:prSet presAssocID="{ED83DE1C-026B-4DC3-AEBE-B54CDE9334DE}" presName="spacer" presStyleCnt="0"/>
      <dgm:spPr/>
    </dgm:pt>
    <dgm:pt modelId="{4F81CC79-5CCA-7641-8481-CA93B490AC15}" type="pres">
      <dgm:prSet presAssocID="{CBD86017-DD18-49B8-9254-EFC00C39840C}" presName="parentText" presStyleLbl="node1" presStyleIdx="5" presStyleCnt="6">
        <dgm:presLayoutVars>
          <dgm:chMax val="0"/>
          <dgm:bulletEnabled val="1"/>
        </dgm:presLayoutVars>
      </dgm:prSet>
      <dgm:spPr/>
    </dgm:pt>
  </dgm:ptLst>
  <dgm:cxnLst>
    <dgm:cxn modelId="{BA2E940E-DFCF-8C44-852E-F4615EF986DC}" type="presOf" srcId="{CBD86017-DD18-49B8-9254-EFC00C39840C}" destId="{4F81CC79-5CCA-7641-8481-CA93B490AC15}" srcOrd="0" destOrd="0" presId="urn:microsoft.com/office/officeart/2005/8/layout/vList2"/>
    <dgm:cxn modelId="{585E5D12-1DBA-7A41-A01A-49FF2EDC219A}" type="presOf" srcId="{D0542B12-9D59-47B1-98EE-EC66B2AF5D0B}" destId="{6304363C-3B72-2C45-9107-227B78588A37}" srcOrd="0" destOrd="0" presId="urn:microsoft.com/office/officeart/2005/8/layout/vList2"/>
    <dgm:cxn modelId="{2BDCDA1D-2F6D-40E4-9859-10D794816868}" srcId="{5AEAB77A-0D0D-4692-A33F-C7D01AB91C5D}" destId="{727B6932-B96E-42E1-861A-41A627BA07EC}" srcOrd="3" destOrd="0" parTransId="{5244E08F-DA62-47F0-B4A9-C46C6CC9660E}" sibTransId="{6160C8BC-CA4F-4633-BC85-9EB88C9F38B0}"/>
    <dgm:cxn modelId="{063E9A25-4D81-49C5-A1E8-1775753FF7CB}" srcId="{5AEAB77A-0D0D-4692-A33F-C7D01AB91C5D}" destId="{CBD86017-DD18-49B8-9254-EFC00C39840C}" srcOrd="5" destOrd="0" parTransId="{B78FE70B-D5FC-4B5E-9C0E-810CA6AA716C}" sibTransId="{99E0147B-29F1-4F6B-A151-A8625B307A66}"/>
    <dgm:cxn modelId="{67C3AF30-F903-D345-A7A4-4A003194071D}" type="presOf" srcId="{5D584736-42BD-4285-BE91-CEEC2976695C}" destId="{FD251E55-E617-CB41-AD74-507DBC8384D8}" srcOrd="0" destOrd="0" presId="urn:microsoft.com/office/officeart/2005/8/layout/vList2"/>
    <dgm:cxn modelId="{FBE95F48-81A1-5040-8105-0C7875FA4F20}" type="presOf" srcId="{7F9C543A-7D79-4F70-A5E0-14ADA9D532F2}" destId="{5BFE89E9-8DA3-C248-BD52-76A0FEFEEF8D}" srcOrd="0" destOrd="0" presId="urn:microsoft.com/office/officeart/2005/8/layout/vList2"/>
    <dgm:cxn modelId="{61C3FC85-9EEF-7740-9332-DF56A4C5C700}" type="presOf" srcId="{E70063DC-4D98-409C-9E2E-6668A7FCDEBC}" destId="{D3BB4DD1-843D-A04A-986C-47A879488B39}" srcOrd="0" destOrd="0" presId="urn:microsoft.com/office/officeart/2005/8/layout/vList2"/>
    <dgm:cxn modelId="{50D64291-AF21-AF45-A8CC-E92DE23F9749}" type="presOf" srcId="{727B6932-B96E-42E1-861A-41A627BA07EC}" destId="{D49834DE-32F8-344A-A972-841AA89C8E30}" srcOrd="0" destOrd="0" presId="urn:microsoft.com/office/officeart/2005/8/layout/vList2"/>
    <dgm:cxn modelId="{907258A9-AEAE-4AD8-8C2C-B1282CF0DF93}" srcId="{5AEAB77A-0D0D-4692-A33F-C7D01AB91C5D}" destId="{E70063DC-4D98-409C-9E2E-6668A7FCDEBC}" srcOrd="1" destOrd="0" parTransId="{E76DA124-8CCC-47F3-A054-F3C1FDD86E33}" sibTransId="{EB7113C3-F9F3-495F-926E-FBCCD119CE92}"/>
    <dgm:cxn modelId="{CEA5B7C1-42AE-4D4C-B3AB-BA528C46812C}" srcId="{5AEAB77A-0D0D-4692-A33F-C7D01AB91C5D}" destId="{D0542B12-9D59-47B1-98EE-EC66B2AF5D0B}" srcOrd="2" destOrd="0" parTransId="{BA1DD43A-F7FD-4230-B7CC-9C61AA8C8AE6}" sibTransId="{95AD4C32-137D-40B9-A783-8A58F9B923FE}"/>
    <dgm:cxn modelId="{066135C8-908A-4AD2-B907-421494D91B3A}" srcId="{5AEAB77A-0D0D-4692-A33F-C7D01AB91C5D}" destId="{5D584736-42BD-4285-BE91-CEEC2976695C}" srcOrd="0" destOrd="0" parTransId="{C3719684-8AD3-4BA5-A2F2-059DAD45E8DC}" sibTransId="{7D586741-A09E-4512-9134-F2FACD05BEB0}"/>
    <dgm:cxn modelId="{4E0C43DA-E974-F24E-9646-F32A3D5D524E}" type="presOf" srcId="{5AEAB77A-0D0D-4692-A33F-C7D01AB91C5D}" destId="{F3514846-190A-2D46-8F1E-9A75148BC941}" srcOrd="0" destOrd="0" presId="urn:microsoft.com/office/officeart/2005/8/layout/vList2"/>
    <dgm:cxn modelId="{F83715F7-7F16-4580-B064-5C5A5C745EE2}" srcId="{5AEAB77A-0D0D-4692-A33F-C7D01AB91C5D}" destId="{7F9C543A-7D79-4F70-A5E0-14ADA9D532F2}" srcOrd="4" destOrd="0" parTransId="{BA5EEADB-E88B-40B5-BE3B-AAA4BF6621BF}" sibTransId="{ED83DE1C-026B-4DC3-AEBE-B54CDE9334DE}"/>
    <dgm:cxn modelId="{BE735A8A-23BC-3045-A5D7-1D154141E2A7}" type="presParOf" srcId="{F3514846-190A-2D46-8F1E-9A75148BC941}" destId="{FD251E55-E617-CB41-AD74-507DBC8384D8}" srcOrd="0" destOrd="0" presId="urn:microsoft.com/office/officeart/2005/8/layout/vList2"/>
    <dgm:cxn modelId="{B0EBE823-E516-8A45-A306-13F7AB15F36B}" type="presParOf" srcId="{F3514846-190A-2D46-8F1E-9A75148BC941}" destId="{20F57BE9-2B11-D245-8785-D1EC27676540}" srcOrd="1" destOrd="0" presId="urn:microsoft.com/office/officeart/2005/8/layout/vList2"/>
    <dgm:cxn modelId="{870BD716-B3DA-C942-A435-1EA8D15E8BBC}" type="presParOf" srcId="{F3514846-190A-2D46-8F1E-9A75148BC941}" destId="{D3BB4DD1-843D-A04A-986C-47A879488B39}" srcOrd="2" destOrd="0" presId="urn:microsoft.com/office/officeart/2005/8/layout/vList2"/>
    <dgm:cxn modelId="{06264D9C-5371-2947-810E-7124FAC30FAB}" type="presParOf" srcId="{F3514846-190A-2D46-8F1E-9A75148BC941}" destId="{E51DF47D-9509-8047-B1AF-A96F3B2E4806}" srcOrd="3" destOrd="0" presId="urn:microsoft.com/office/officeart/2005/8/layout/vList2"/>
    <dgm:cxn modelId="{F4BD79AC-BFEB-3D4D-B692-BF839EC679D0}" type="presParOf" srcId="{F3514846-190A-2D46-8F1E-9A75148BC941}" destId="{6304363C-3B72-2C45-9107-227B78588A37}" srcOrd="4" destOrd="0" presId="urn:microsoft.com/office/officeart/2005/8/layout/vList2"/>
    <dgm:cxn modelId="{562F1F3E-629A-5647-8CD6-DC8D11D5AB44}" type="presParOf" srcId="{F3514846-190A-2D46-8F1E-9A75148BC941}" destId="{A298F598-60A9-7843-BDBE-3A7A2644E9B2}" srcOrd="5" destOrd="0" presId="urn:microsoft.com/office/officeart/2005/8/layout/vList2"/>
    <dgm:cxn modelId="{0ADDCD2C-F108-5144-AD07-F79320F71402}" type="presParOf" srcId="{F3514846-190A-2D46-8F1E-9A75148BC941}" destId="{D49834DE-32F8-344A-A972-841AA89C8E30}" srcOrd="6" destOrd="0" presId="urn:microsoft.com/office/officeart/2005/8/layout/vList2"/>
    <dgm:cxn modelId="{2A40D537-AEC4-0643-B15A-1C00147E2004}" type="presParOf" srcId="{F3514846-190A-2D46-8F1E-9A75148BC941}" destId="{1BD452FB-4587-B04C-A383-EB90D668188D}" srcOrd="7" destOrd="0" presId="urn:microsoft.com/office/officeart/2005/8/layout/vList2"/>
    <dgm:cxn modelId="{0A9E66CA-FC71-184A-B242-9234EB0F80EF}" type="presParOf" srcId="{F3514846-190A-2D46-8F1E-9A75148BC941}" destId="{5BFE89E9-8DA3-C248-BD52-76A0FEFEEF8D}" srcOrd="8" destOrd="0" presId="urn:microsoft.com/office/officeart/2005/8/layout/vList2"/>
    <dgm:cxn modelId="{F830D551-649C-514A-838A-98F3AA995A21}" type="presParOf" srcId="{F3514846-190A-2D46-8F1E-9A75148BC941}" destId="{9D00309C-6F08-4E45-8079-48A4FC93FA4C}" srcOrd="9" destOrd="0" presId="urn:microsoft.com/office/officeart/2005/8/layout/vList2"/>
    <dgm:cxn modelId="{778D2160-4E98-4841-967D-C7D196CC1A19}" type="presParOf" srcId="{F3514846-190A-2D46-8F1E-9A75148BC941}" destId="{4F81CC79-5CCA-7641-8481-CA93B490AC15}" srcOrd="1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C729D6F-6863-4790-A338-915F1756C9FD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E79ADA54-6FBB-4262-A9C4-69F8AF79CD21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 dirty="0">
              <a:latin typeface="Arial" panose="020B0604020202020204" pitchFamily="34" charset="0"/>
              <a:cs typeface="Arial" panose="020B0604020202020204" pitchFamily="34" charset="0"/>
            </a:rPr>
            <a:t>Generate an optimal physical plan for the selected logical plan</a:t>
          </a:r>
        </a:p>
      </dgm:t>
    </dgm:pt>
    <dgm:pt modelId="{A2536143-E334-4622-AB0C-C4BDC2EA9F46}" type="parTrans" cxnId="{2C770716-A5F3-40E8-8BC0-DB2E7BDFAF8A}">
      <dgm:prSet/>
      <dgm:spPr/>
      <dgm:t>
        <a:bodyPr/>
        <a:lstStyle/>
        <a:p>
          <a:pPr>
            <a:lnSpc>
              <a:spcPct val="100000"/>
            </a:lnSpc>
          </a:pP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EA159CD-5951-4C26-B71E-BEDBCE46C7EC}" type="sibTrans" cxnId="{2C770716-A5F3-40E8-8BC0-DB2E7BDFAF8A}">
      <dgm:prSet/>
      <dgm:spPr/>
      <dgm:t>
        <a:bodyPr/>
        <a:lstStyle/>
        <a:p>
          <a:pPr>
            <a:lnSpc>
              <a:spcPct val="100000"/>
            </a:lnSpc>
          </a:pP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97A23B0-B293-4713-A4A1-A486F8DE202D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Use physical operators that match available in Spark execution</a:t>
          </a:r>
        </a:p>
      </dgm:t>
    </dgm:pt>
    <dgm:pt modelId="{8FC375C6-9ABF-40C4-A97D-48E265512D02}" type="parTrans" cxnId="{E15947B0-7D39-4FED-A3FF-BA2CF357C8A6}">
      <dgm:prSet/>
      <dgm:spPr/>
      <dgm:t>
        <a:bodyPr/>
        <a:lstStyle/>
        <a:p>
          <a:pPr>
            <a:lnSpc>
              <a:spcPct val="100000"/>
            </a:lnSpc>
          </a:pP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D78836F-7AF9-41A8-94A4-A62E7DBAF262}" type="sibTrans" cxnId="{E15947B0-7D39-4FED-A3FF-BA2CF357C8A6}">
      <dgm:prSet/>
      <dgm:spPr/>
      <dgm:t>
        <a:bodyPr/>
        <a:lstStyle/>
        <a:p>
          <a:pPr>
            <a:lnSpc>
              <a:spcPct val="100000"/>
            </a:lnSpc>
          </a:pP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5A38489-F1D6-B440-B5EA-7755A2345441}" type="pres">
      <dgm:prSet presAssocID="{9C729D6F-6863-4790-A338-915F1756C9FD}" presName="linear" presStyleCnt="0">
        <dgm:presLayoutVars>
          <dgm:animLvl val="lvl"/>
          <dgm:resizeHandles val="exact"/>
        </dgm:presLayoutVars>
      </dgm:prSet>
      <dgm:spPr/>
    </dgm:pt>
    <dgm:pt modelId="{AB9347B8-383D-CA45-8147-67EDE129BEA1}" type="pres">
      <dgm:prSet presAssocID="{E79ADA54-6FBB-4262-A9C4-69F8AF79CD21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F26053D1-17DE-5F42-A96B-7F7CD3BCD1E4}" type="pres">
      <dgm:prSet presAssocID="{2EA159CD-5951-4C26-B71E-BEDBCE46C7EC}" presName="spacer" presStyleCnt="0"/>
      <dgm:spPr/>
    </dgm:pt>
    <dgm:pt modelId="{9EC3A5E8-875F-F346-B93F-CC342DDF617E}" type="pres">
      <dgm:prSet presAssocID="{597A23B0-B293-4713-A4A1-A486F8DE202D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C7CBDF07-A967-4B40-95A3-03584E48A63B}" type="presOf" srcId="{9C729D6F-6863-4790-A338-915F1756C9FD}" destId="{25A38489-F1D6-B440-B5EA-7755A2345441}" srcOrd="0" destOrd="0" presId="urn:microsoft.com/office/officeart/2005/8/layout/vList2"/>
    <dgm:cxn modelId="{2C770716-A5F3-40E8-8BC0-DB2E7BDFAF8A}" srcId="{9C729D6F-6863-4790-A338-915F1756C9FD}" destId="{E79ADA54-6FBB-4262-A9C4-69F8AF79CD21}" srcOrd="0" destOrd="0" parTransId="{A2536143-E334-4622-AB0C-C4BDC2EA9F46}" sibTransId="{2EA159CD-5951-4C26-B71E-BEDBCE46C7EC}"/>
    <dgm:cxn modelId="{395D7464-C9EC-7A49-ACCF-8F0DF75A9D07}" type="presOf" srcId="{597A23B0-B293-4713-A4A1-A486F8DE202D}" destId="{9EC3A5E8-875F-F346-B93F-CC342DDF617E}" srcOrd="0" destOrd="0" presId="urn:microsoft.com/office/officeart/2005/8/layout/vList2"/>
    <dgm:cxn modelId="{E15947B0-7D39-4FED-A3FF-BA2CF357C8A6}" srcId="{9C729D6F-6863-4790-A338-915F1756C9FD}" destId="{597A23B0-B293-4713-A4A1-A486F8DE202D}" srcOrd="1" destOrd="0" parTransId="{8FC375C6-9ABF-40C4-A97D-48E265512D02}" sibTransId="{0D78836F-7AF9-41A8-94A4-A62E7DBAF262}"/>
    <dgm:cxn modelId="{AA6F78F9-7FFC-D944-9E06-D6E2959DEE8B}" type="presOf" srcId="{E79ADA54-6FBB-4262-A9C4-69F8AF79CD21}" destId="{AB9347B8-383D-CA45-8147-67EDE129BEA1}" srcOrd="0" destOrd="0" presId="urn:microsoft.com/office/officeart/2005/8/layout/vList2"/>
    <dgm:cxn modelId="{BFB44ECC-EF9E-0E4E-A041-45ACAD783210}" type="presParOf" srcId="{25A38489-F1D6-B440-B5EA-7755A2345441}" destId="{AB9347B8-383D-CA45-8147-67EDE129BEA1}" srcOrd="0" destOrd="0" presId="urn:microsoft.com/office/officeart/2005/8/layout/vList2"/>
    <dgm:cxn modelId="{7A0C3FC0-C1FE-7D48-82E3-038E810DA1F5}" type="presParOf" srcId="{25A38489-F1D6-B440-B5EA-7755A2345441}" destId="{F26053D1-17DE-5F42-A96B-7F7CD3BCD1E4}" srcOrd="1" destOrd="0" presId="urn:microsoft.com/office/officeart/2005/8/layout/vList2"/>
    <dgm:cxn modelId="{BD8AE0EA-1C8F-EF4F-95FA-1E42B2E94D2A}" type="presParOf" srcId="{25A38489-F1D6-B440-B5EA-7755A2345441}" destId="{9EC3A5E8-875F-F346-B93F-CC342DDF617E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6C0FCF1-8487-4ED7-BABD-6A983613BA1D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FF16121D-BAF4-4699-9F8A-D5BF229D0902}">
      <dgm:prSet/>
      <dgm:spPr/>
      <dgm:t>
        <a:bodyPr/>
        <a:lstStyle/>
        <a:p>
          <a:pPr>
            <a:defRPr b="1"/>
          </a:pPr>
          <a:r>
            <a:rPr lang="en-US" b="1"/>
            <a:t>Spark Table</a:t>
          </a:r>
          <a:endParaRPr lang="en-US"/>
        </a:p>
      </dgm:t>
    </dgm:pt>
    <dgm:pt modelId="{0C8EA881-7AFE-4381-856E-55ED2CBB3D56}" type="parTrans" cxnId="{514FDDA8-3354-4100-BDE2-B63C17DF6549}">
      <dgm:prSet/>
      <dgm:spPr/>
      <dgm:t>
        <a:bodyPr/>
        <a:lstStyle/>
        <a:p>
          <a:endParaRPr lang="en-US"/>
        </a:p>
      </dgm:t>
    </dgm:pt>
    <dgm:pt modelId="{8279BE7B-1AD1-425E-8719-7760F221CADB}" type="sibTrans" cxnId="{514FDDA8-3354-4100-BDE2-B63C17DF6549}">
      <dgm:prSet/>
      <dgm:spPr/>
      <dgm:t>
        <a:bodyPr/>
        <a:lstStyle/>
        <a:p>
          <a:endParaRPr lang="en-US"/>
        </a:p>
      </dgm:t>
    </dgm:pt>
    <dgm:pt modelId="{ADAC658C-0F8D-4E86-BD36-830E4BD4685B}">
      <dgm:prSet/>
      <dgm:spPr/>
      <dgm:t>
        <a:bodyPr/>
        <a:lstStyle/>
        <a:p>
          <a:r>
            <a:rPr lang="en-US"/>
            <a:t>Data:</a:t>
          </a:r>
        </a:p>
      </dgm:t>
    </dgm:pt>
    <dgm:pt modelId="{6960538D-5665-4764-952D-7CA7EA0DFD10}" type="parTrans" cxnId="{51AED4FC-AB30-48AF-B99A-8AA22B9F5350}">
      <dgm:prSet/>
      <dgm:spPr/>
      <dgm:t>
        <a:bodyPr/>
        <a:lstStyle/>
        <a:p>
          <a:endParaRPr lang="en-US"/>
        </a:p>
      </dgm:t>
    </dgm:pt>
    <dgm:pt modelId="{33704116-C30A-45E2-9067-42B342BCA7BB}" type="sibTrans" cxnId="{51AED4FC-AB30-48AF-B99A-8AA22B9F5350}">
      <dgm:prSet/>
      <dgm:spPr/>
      <dgm:t>
        <a:bodyPr/>
        <a:lstStyle/>
        <a:p>
          <a:endParaRPr lang="en-US"/>
        </a:p>
      </dgm:t>
    </dgm:pt>
    <dgm:pt modelId="{A7815C1F-0BCB-4613-8137-999F79DC9E48}">
      <dgm:prSet/>
      <dgm:spPr/>
      <dgm:t>
        <a:bodyPr/>
        <a:lstStyle/>
        <a:p>
          <a:r>
            <a:rPr lang="en-US"/>
            <a:t>Metadata: schema, description, table name, database name, column names, partitions, physical location</a:t>
          </a:r>
        </a:p>
      </dgm:t>
    </dgm:pt>
    <dgm:pt modelId="{788AD251-D1EB-45CA-A7D7-C2C33C67CC4F}" type="parTrans" cxnId="{9286BAE8-B9EA-4070-8960-7CD4DA6B8CA6}">
      <dgm:prSet/>
      <dgm:spPr/>
      <dgm:t>
        <a:bodyPr/>
        <a:lstStyle/>
        <a:p>
          <a:endParaRPr lang="en-US"/>
        </a:p>
      </dgm:t>
    </dgm:pt>
    <dgm:pt modelId="{B6DD57B1-80AD-433E-8B09-00BB7633B01F}" type="sibTrans" cxnId="{9286BAE8-B9EA-4070-8960-7CD4DA6B8CA6}">
      <dgm:prSet/>
      <dgm:spPr/>
      <dgm:t>
        <a:bodyPr/>
        <a:lstStyle/>
        <a:p>
          <a:endParaRPr lang="en-US"/>
        </a:p>
      </dgm:t>
    </dgm:pt>
    <dgm:pt modelId="{F3FC7327-DFE7-437B-948F-4770E46FB53C}">
      <dgm:prSet/>
      <dgm:spPr/>
      <dgm:t>
        <a:bodyPr/>
        <a:lstStyle/>
        <a:p>
          <a:r>
            <a:rPr lang="en-US"/>
            <a:t>Apache Hive Metastore</a:t>
          </a:r>
        </a:p>
      </dgm:t>
    </dgm:pt>
    <dgm:pt modelId="{86FFC18F-1128-427E-A351-8DF2F4F0E496}" type="parTrans" cxnId="{10F39538-F236-4A04-BE61-7A7DCD752642}">
      <dgm:prSet/>
      <dgm:spPr/>
      <dgm:t>
        <a:bodyPr/>
        <a:lstStyle/>
        <a:p>
          <a:endParaRPr lang="en-US"/>
        </a:p>
      </dgm:t>
    </dgm:pt>
    <dgm:pt modelId="{387AD335-2545-413D-93BE-5C0E4AECBF7E}" type="sibTrans" cxnId="{10F39538-F236-4A04-BE61-7A7DCD752642}">
      <dgm:prSet/>
      <dgm:spPr/>
      <dgm:t>
        <a:bodyPr/>
        <a:lstStyle/>
        <a:p>
          <a:endParaRPr lang="en-US"/>
        </a:p>
      </dgm:t>
    </dgm:pt>
    <dgm:pt modelId="{1F59912D-D9DB-4C3F-A86A-8E7C9AED35CC}">
      <dgm:prSet/>
      <dgm:spPr/>
      <dgm:t>
        <a:bodyPr/>
        <a:lstStyle/>
        <a:p>
          <a:pPr>
            <a:defRPr b="1"/>
          </a:pPr>
          <a:r>
            <a:rPr lang="en-US" b="1"/>
            <a:t>Managed Tables</a:t>
          </a:r>
          <a:endParaRPr lang="en-US"/>
        </a:p>
      </dgm:t>
    </dgm:pt>
    <dgm:pt modelId="{7E44192B-2BF1-42E5-A3D8-15C072541F84}" type="parTrans" cxnId="{DEF80157-8ABA-4E60-AD84-0D6CCD5AF3E0}">
      <dgm:prSet/>
      <dgm:spPr/>
      <dgm:t>
        <a:bodyPr/>
        <a:lstStyle/>
        <a:p>
          <a:endParaRPr lang="en-US"/>
        </a:p>
      </dgm:t>
    </dgm:pt>
    <dgm:pt modelId="{46B2BBE0-574B-44A3-9117-218BE4EEF102}" type="sibTrans" cxnId="{DEF80157-8ABA-4E60-AD84-0D6CCD5AF3E0}">
      <dgm:prSet/>
      <dgm:spPr/>
      <dgm:t>
        <a:bodyPr/>
        <a:lstStyle/>
        <a:p>
          <a:endParaRPr lang="en-US"/>
        </a:p>
      </dgm:t>
    </dgm:pt>
    <dgm:pt modelId="{011F5812-C5FF-4E1A-B2F7-7A6A6022B1BE}">
      <dgm:prSet/>
      <dgm:spPr/>
      <dgm:t>
        <a:bodyPr/>
        <a:lstStyle/>
        <a:p>
          <a:r>
            <a:rPr lang="en-US"/>
            <a:t>Spark manages both metadata and data in the file store</a:t>
          </a:r>
        </a:p>
      </dgm:t>
    </dgm:pt>
    <dgm:pt modelId="{E52FFE8C-DDFD-429D-AC3B-F83DC964C018}" type="parTrans" cxnId="{1F41DE1A-9811-48A8-8061-CD119CA1C775}">
      <dgm:prSet/>
      <dgm:spPr/>
      <dgm:t>
        <a:bodyPr/>
        <a:lstStyle/>
        <a:p>
          <a:endParaRPr lang="en-US"/>
        </a:p>
      </dgm:t>
    </dgm:pt>
    <dgm:pt modelId="{298ED120-BE2B-43CC-BE87-029A80C39E74}" type="sibTrans" cxnId="{1F41DE1A-9811-48A8-8061-CD119CA1C775}">
      <dgm:prSet/>
      <dgm:spPr/>
      <dgm:t>
        <a:bodyPr/>
        <a:lstStyle/>
        <a:p>
          <a:endParaRPr lang="en-US"/>
        </a:p>
      </dgm:t>
    </dgm:pt>
    <dgm:pt modelId="{89CDDF4C-BAD4-4B11-B478-36C9465DECFB}">
      <dgm:prSet/>
      <dgm:spPr/>
      <dgm:t>
        <a:bodyPr/>
        <a:lstStyle/>
        <a:p>
          <a:r>
            <a:rPr lang="en-US"/>
            <a:t>Local filesystem, HDFS, Amazon S3 or Azure, etc.</a:t>
          </a:r>
        </a:p>
      </dgm:t>
    </dgm:pt>
    <dgm:pt modelId="{725AC930-0130-40AA-A72F-0320B235D403}" type="parTrans" cxnId="{2FC9F021-B765-44B3-9E2D-D499BDCABE7A}">
      <dgm:prSet/>
      <dgm:spPr/>
      <dgm:t>
        <a:bodyPr/>
        <a:lstStyle/>
        <a:p>
          <a:endParaRPr lang="en-US"/>
        </a:p>
      </dgm:t>
    </dgm:pt>
    <dgm:pt modelId="{E531F209-C8BD-4D64-B70D-3DB21BCD6CB5}" type="sibTrans" cxnId="{2FC9F021-B765-44B3-9E2D-D499BDCABE7A}">
      <dgm:prSet/>
      <dgm:spPr/>
      <dgm:t>
        <a:bodyPr/>
        <a:lstStyle/>
        <a:p>
          <a:endParaRPr lang="en-US"/>
        </a:p>
      </dgm:t>
    </dgm:pt>
    <dgm:pt modelId="{4AF86D90-103E-48F2-B6C2-8BA9A693AEF6}">
      <dgm:prSet/>
      <dgm:spPr/>
      <dgm:t>
        <a:bodyPr/>
        <a:lstStyle/>
        <a:p>
          <a:pPr>
            <a:defRPr b="1"/>
          </a:pPr>
          <a:r>
            <a:rPr lang="en-US" b="1"/>
            <a:t>Unmanaged Tables</a:t>
          </a:r>
          <a:endParaRPr lang="en-US"/>
        </a:p>
      </dgm:t>
    </dgm:pt>
    <dgm:pt modelId="{540C66C5-5F7C-46AB-8B51-7973CDA837C9}" type="parTrans" cxnId="{165DF421-5182-4786-AC88-CE6D5CD18D63}">
      <dgm:prSet/>
      <dgm:spPr/>
      <dgm:t>
        <a:bodyPr/>
        <a:lstStyle/>
        <a:p>
          <a:endParaRPr lang="en-US"/>
        </a:p>
      </dgm:t>
    </dgm:pt>
    <dgm:pt modelId="{90ED5D1D-02E2-42E0-A0A0-684A6D2A1E0F}" type="sibTrans" cxnId="{165DF421-5182-4786-AC88-CE6D5CD18D63}">
      <dgm:prSet/>
      <dgm:spPr/>
      <dgm:t>
        <a:bodyPr/>
        <a:lstStyle/>
        <a:p>
          <a:endParaRPr lang="en-US"/>
        </a:p>
      </dgm:t>
    </dgm:pt>
    <dgm:pt modelId="{243F96B8-8098-4DCD-9B67-52864DA4CF94}">
      <dgm:prSet/>
      <dgm:spPr/>
      <dgm:t>
        <a:bodyPr/>
        <a:lstStyle/>
        <a:p>
          <a:r>
            <a:rPr lang="en-US"/>
            <a:t>Spark manages metadata</a:t>
          </a:r>
        </a:p>
      </dgm:t>
    </dgm:pt>
    <dgm:pt modelId="{FCC254A5-0C75-4213-BDA7-14CD196E3E30}" type="parTrans" cxnId="{DB93933B-B82D-409A-936A-EEB64B16EBD5}">
      <dgm:prSet/>
      <dgm:spPr/>
      <dgm:t>
        <a:bodyPr/>
        <a:lstStyle/>
        <a:p>
          <a:endParaRPr lang="en-US"/>
        </a:p>
      </dgm:t>
    </dgm:pt>
    <dgm:pt modelId="{D2D95BEA-007A-4723-8B59-2465A7612DE3}" type="sibTrans" cxnId="{DB93933B-B82D-409A-936A-EEB64B16EBD5}">
      <dgm:prSet/>
      <dgm:spPr/>
      <dgm:t>
        <a:bodyPr/>
        <a:lstStyle/>
        <a:p>
          <a:endParaRPr lang="en-US"/>
        </a:p>
      </dgm:t>
    </dgm:pt>
    <dgm:pt modelId="{4FD2345D-F320-435F-844D-C2944E39D2F8}">
      <dgm:prSet/>
      <dgm:spPr/>
      <dgm:t>
        <a:bodyPr/>
        <a:lstStyle/>
        <a:p>
          <a:r>
            <a:rPr lang="en-US"/>
            <a:t>You manages data in external data source, for example, Cassandra</a:t>
          </a:r>
        </a:p>
      </dgm:t>
    </dgm:pt>
    <dgm:pt modelId="{3ED03427-3993-45C2-860A-AD16456461F5}" type="parTrans" cxnId="{ECA2BA83-929F-4BD0-A78F-836214598888}">
      <dgm:prSet/>
      <dgm:spPr/>
      <dgm:t>
        <a:bodyPr/>
        <a:lstStyle/>
        <a:p>
          <a:endParaRPr lang="en-US"/>
        </a:p>
      </dgm:t>
    </dgm:pt>
    <dgm:pt modelId="{3D0D8C72-CC11-49D3-AF62-C836E94D8E96}" type="sibTrans" cxnId="{ECA2BA83-929F-4BD0-A78F-836214598888}">
      <dgm:prSet/>
      <dgm:spPr/>
      <dgm:t>
        <a:bodyPr/>
        <a:lstStyle/>
        <a:p>
          <a:endParaRPr lang="en-US"/>
        </a:p>
      </dgm:t>
    </dgm:pt>
    <dgm:pt modelId="{3CFF264C-A052-4716-AAA1-471FA4EFB9E4}" type="pres">
      <dgm:prSet presAssocID="{26C0FCF1-8487-4ED7-BABD-6A983613BA1D}" presName="root" presStyleCnt="0">
        <dgm:presLayoutVars>
          <dgm:dir/>
          <dgm:resizeHandles val="exact"/>
        </dgm:presLayoutVars>
      </dgm:prSet>
      <dgm:spPr/>
    </dgm:pt>
    <dgm:pt modelId="{9789E4A8-7AE1-4F90-A19A-AB0CD90EF1FA}" type="pres">
      <dgm:prSet presAssocID="{FF16121D-BAF4-4699-9F8A-D5BF229D0902}" presName="compNode" presStyleCnt="0"/>
      <dgm:spPr/>
    </dgm:pt>
    <dgm:pt modelId="{7832BBF3-97E8-454C-ACB2-43C4261DF6A5}" type="pres">
      <dgm:prSet presAssocID="{FF16121D-BAF4-4699-9F8A-D5BF229D0902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D85E543-AF93-4523-92F0-A108451979F5}" type="pres">
      <dgm:prSet presAssocID="{FF16121D-BAF4-4699-9F8A-D5BF229D0902}" presName="iconSpace" presStyleCnt="0"/>
      <dgm:spPr/>
    </dgm:pt>
    <dgm:pt modelId="{F323E45B-DED5-48CF-AB8B-DC56E1A3F8B0}" type="pres">
      <dgm:prSet presAssocID="{FF16121D-BAF4-4699-9F8A-D5BF229D0902}" presName="parTx" presStyleLbl="revTx" presStyleIdx="0" presStyleCnt="6">
        <dgm:presLayoutVars>
          <dgm:chMax val="0"/>
          <dgm:chPref val="0"/>
        </dgm:presLayoutVars>
      </dgm:prSet>
      <dgm:spPr/>
    </dgm:pt>
    <dgm:pt modelId="{E7CBA9B6-0655-45CB-9587-E4BB53670DFF}" type="pres">
      <dgm:prSet presAssocID="{FF16121D-BAF4-4699-9F8A-D5BF229D0902}" presName="txSpace" presStyleCnt="0"/>
      <dgm:spPr/>
    </dgm:pt>
    <dgm:pt modelId="{828B06B0-FC95-4749-919C-57CF55C9BB1C}" type="pres">
      <dgm:prSet presAssocID="{FF16121D-BAF4-4699-9F8A-D5BF229D0902}" presName="desTx" presStyleLbl="revTx" presStyleIdx="1" presStyleCnt="6">
        <dgm:presLayoutVars/>
      </dgm:prSet>
      <dgm:spPr/>
    </dgm:pt>
    <dgm:pt modelId="{0F6AB483-D154-44A7-9EB7-E489387D9C30}" type="pres">
      <dgm:prSet presAssocID="{8279BE7B-1AD1-425E-8719-7760F221CADB}" presName="sibTrans" presStyleCnt="0"/>
      <dgm:spPr/>
    </dgm:pt>
    <dgm:pt modelId="{A656B1BF-0A1C-4F6C-9498-EFFD1E01EFDE}" type="pres">
      <dgm:prSet presAssocID="{1F59912D-D9DB-4C3F-A86A-8E7C9AED35CC}" presName="compNode" presStyleCnt="0"/>
      <dgm:spPr/>
    </dgm:pt>
    <dgm:pt modelId="{5E2FFB55-068C-4BC0-9DC8-151C01DBAE08}" type="pres">
      <dgm:prSet presAssocID="{1F59912D-D9DB-4C3F-A86A-8E7C9AED35CC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8908A121-86CD-4A0E-A9EC-232B3DDBFBC4}" type="pres">
      <dgm:prSet presAssocID="{1F59912D-D9DB-4C3F-A86A-8E7C9AED35CC}" presName="iconSpace" presStyleCnt="0"/>
      <dgm:spPr/>
    </dgm:pt>
    <dgm:pt modelId="{F1417A40-2032-4726-AF6A-027659E1B452}" type="pres">
      <dgm:prSet presAssocID="{1F59912D-D9DB-4C3F-A86A-8E7C9AED35CC}" presName="parTx" presStyleLbl="revTx" presStyleIdx="2" presStyleCnt="6">
        <dgm:presLayoutVars>
          <dgm:chMax val="0"/>
          <dgm:chPref val="0"/>
        </dgm:presLayoutVars>
      </dgm:prSet>
      <dgm:spPr/>
    </dgm:pt>
    <dgm:pt modelId="{602EFC80-8149-4A05-9737-91AA083B5304}" type="pres">
      <dgm:prSet presAssocID="{1F59912D-D9DB-4C3F-A86A-8E7C9AED35CC}" presName="txSpace" presStyleCnt="0"/>
      <dgm:spPr/>
    </dgm:pt>
    <dgm:pt modelId="{14B579C5-FE05-42B9-8240-2D220C74BF55}" type="pres">
      <dgm:prSet presAssocID="{1F59912D-D9DB-4C3F-A86A-8E7C9AED35CC}" presName="desTx" presStyleLbl="revTx" presStyleIdx="3" presStyleCnt="6">
        <dgm:presLayoutVars/>
      </dgm:prSet>
      <dgm:spPr/>
    </dgm:pt>
    <dgm:pt modelId="{95D5DA6F-84AA-4DB8-8FAD-9BEAAF70466F}" type="pres">
      <dgm:prSet presAssocID="{46B2BBE0-574B-44A3-9117-218BE4EEF102}" presName="sibTrans" presStyleCnt="0"/>
      <dgm:spPr/>
    </dgm:pt>
    <dgm:pt modelId="{A4C6630C-2F81-472B-8A84-B3E545683911}" type="pres">
      <dgm:prSet presAssocID="{4AF86D90-103E-48F2-B6C2-8BA9A693AEF6}" presName="compNode" presStyleCnt="0"/>
      <dgm:spPr/>
    </dgm:pt>
    <dgm:pt modelId="{BB40D797-734A-43E9-AA6A-1BB52FFAE274}" type="pres">
      <dgm:prSet presAssocID="{4AF86D90-103E-48F2-B6C2-8BA9A693AEF6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FB85D59B-B8BC-451C-8261-8A84EE90AFFB}" type="pres">
      <dgm:prSet presAssocID="{4AF86D90-103E-48F2-B6C2-8BA9A693AEF6}" presName="iconSpace" presStyleCnt="0"/>
      <dgm:spPr/>
    </dgm:pt>
    <dgm:pt modelId="{E9B6355E-07A4-412E-93F7-2D93C02FC3E3}" type="pres">
      <dgm:prSet presAssocID="{4AF86D90-103E-48F2-B6C2-8BA9A693AEF6}" presName="parTx" presStyleLbl="revTx" presStyleIdx="4" presStyleCnt="6">
        <dgm:presLayoutVars>
          <dgm:chMax val="0"/>
          <dgm:chPref val="0"/>
        </dgm:presLayoutVars>
      </dgm:prSet>
      <dgm:spPr/>
    </dgm:pt>
    <dgm:pt modelId="{0417E574-354B-4A2F-BA65-D0957209C8EA}" type="pres">
      <dgm:prSet presAssocID="{4AF86D90-103E-48F2-B6C2-8BA9A693AEF6}" presName="txSpace" presStyleCnt="0"/>
      <dgm:spPr/>
    </dgm:pt>
    <dgm:pt modelId="{7104F3FF-FD16-4A67-A531-344652A8BAF6}" type="pres">
      <dgm:prSet presAssocID="{4AF86D90-103E-48F2-B6C2-8BA9A693AEF6}" presName="desTx" presStyleLbl="revTx" presStyleIdx="5" presStyleCnt="6">
        <dgm:presLayoutVars/>
      </dgm:prSet>
      <dgm:spPr/>
    </dgm:pt>
  </dgm:ptLst>
  <dgm:cxnLst>
    <dgm:cxn modelId="{2646910D-50C0-4700-B25C-DCFFE00CDF9C}" type="presOf" srcId="{4AF86D90-103E-48F2-B6C2-8BA9A693AEF6}" destId="{E9B6355E-07A4-412E-93F7-2D93C02FC3E3}" srcOrd="0" destOrd="0" presId="urn:microsoft.com/office/officeart/2018/2/layout/IconLabelDescriptionList"/>
    <dgm:cxn modelId="{1F41DE1A-9811-48A8-8061-CD119CA1C775}" srcId="{1F59912D-D9DB-4C3F-A86A-8E7C9AED35CC}" destId="{011F5812-C5FF-4E1A-B2F7-7A6A6022B1BE}" srcOrd="0" destOrd="0" parTransId="{E52FFE8C-DDFD-429D-AC3B-F83DC964C018}" sibTransId="{298ED120-BE2B-43CC-BE87-029A80C39E74}"/>
    <dgm:cxn modelId="{2FC9F021-B765-44B3-9E2D-D499BDCABE7A}" srcId="{1F59912D-D9DB-4C3F-A86A-8E7C9AED35CC}" destId="{89CDDF4C-BAD4-4B11-B478-36C9465DECFB}" srcOrd="1" destOrd="0" parTransId="{725AC930-0130-40AA-A72F-0320B235D403}" sibTransId="{E531F209-C8BD-4D64-B70D-3DB21BCD6CB5}"/>
    <dgm:cxn modelId="{165DF421-5182-4786-AC88-CE6D5CD18D63}" srcId="{26C0FCF1-8487-4ED7-BABD-6A983613BA1D}" destId="{4AF86D90-103E-48F2-B6C2-8BA9A693AEF6}" srcOrd="2" destOrd="0" parTransId="{540C66C5-5F7C-46AB-8B51-7973CDA837C9}" sibTransId="{90ED5D1D-02E2-42E0-A0A0-684A6D2A1E0F}"/>
    <dgm:cxn modelId="{95F23D2A-ADA0-4DEE-A33E-445A6512C002}" type="presOf" srcId="{FF16121D-BAF4-4699-9F8A-D5BF229D0902}" destId="{F323E45B-DED5-48CF-AB8B-DC56E1A3F8B0}" srcOrd="0" destOrd="0" presId="urn:microsoft.com/office/officeart/2018/2/layout/IconLabelDescriptionList"/>
    <dgm:cxn modelId="{0699F12E-D2B9-485F-95E7-340449ED8474}" type="presOf" srcId="{A7815C1F-0BCB-4613-8137-999F79DC9E48}" destId="{828B06B0-FC95-4749-919C-57CF55C9BB1C}" srcOrd="0" destOrd="1" presId="urn:microsoft.com/office/officeart/2018/2/layout/IconLabelDescriptionList"/>
    <dgm:cxn modelId="{10F39538-F236-4A04-BE61-7A7DCD752642}" srcId="{FF16121D-BAF4-4699-9F8A-D5BF229D0902}" destId="{F3FC7327-DFE7-437B-948F-4770E46FB53C}" srcOrd="2" destOrd="0" parTransId="{86FFC18F-1128-427E-A351-8DF2F4F0E496}" sibTransId="{387AD335-2545-413D-93BE-5C0E4AECBF7E}"/>
    <dgm:cxn modelId="{DB93933B-B82D-409A-936A-EEB64B16EBD5}" srcId="{4AF86D90-103E-48F2-B6C2-8BA9A693AEF6}" destId="{243F96B8-8098-4DCD-9B67-52864DA4CF94}" srcOrd="0" destOrd="0" parTransId="{FCC254A5-0C75-4213-BDA7-14CD196E3E30}" sibTransId="{D2D95BEA-007A-4723-8B59-2465A7612DE3}"/>
    <dgm:cxn modelId="{E2019B40-E3F7-4C4C-B7C8-9E313B113A57}" type="presOf" srcId="{F3FC7327-DFE7-437B-948F-4770E46FB53C}" destId="{828B06B0-FC95-4749-919C-57CF55C9BB1C}" srcOrd="0" destOrd="2" presId="urn:microsoft.com/office/officeart/2018/2/layout/IconLabelDescriptionList"/>
    <dgm:cxn modelId="{DEF80157-8ABA-4E60-AD84-0D6CCD5AF3E0}" srcId="{26C0FCF1-8487-4ED7-BABD-6A983613BA1D}" destId="{1F59912D-D9DB-4C3F-A86A-8E7C9AED35CC}" srcOrd="1" destOrd="0" parTransId="{7E44192B-2BF1-42E5-A3D8-15C072541F84}" sibTransId="{46B2BBE0-574B-44A3-9117-218BE4EEF102}"/>
    <dgm:cxn modelId="{3DD44359-682E-4B6F-BC53-F075E82A3E77}" type="presOf" srcId="{4FD2345D-F320-435F-844D-C2944E39D2F8}" destId="{7104F3FF-FD16-4A67-A531-344652A8BAF6}" srcOrd="0" destOrd="1" presId="urn:microsoft.com/office/officeart/2018/2/layout/IconLabelDescriptionList"/>
    <dgm:cxn modelId="{ECA2BA83-929F-4BD0-A78F-836214598888}" srcId="{4AF86D90-103E-48F2-B6C2-8BA9A693AEF6}" destId="{4FD2345D-F320-435F-844D-C2944E39D2F8}" srcOrd="1" destOrd="0" parTransId="{3ED03427-3993-45C2-860A-AD16456461F5}" sibTransId="{3D0D8C72-CC11-49D3-AF62-C836E94D8E96}"/>
    <dgm:cxn modelId="{AC002986-CE5D-4ABD-B87A-8FE379E0EB20}" type="presOf" srcId="{89CDDF4C-BAD4-4B11-B478-36C9465DECFB}" destId="{14B579C5-FE05-42B9-8240-2D220C74BF55}" srcOrd="0" destOrd="1" presId="urn:microsoft.com/office/officeart/2018/2/layout/IconLabelDescriptionList"/>
    <dgm:cxn modelId="{37D16E93-12BC-4571-97CB-92EED1B39CDD}" type="presOf" srcId="{26C0FCF1-8487-4ED7-BABD-6A983613BA1D}" destId="{3CFF264C-A052-4716-AAA1-471FA4EFB9E4}" srcOrd="0" destOrd="0" presId="urn:microsoft.com/office/officeart/2018/2/layout/IconLabelDescriptionList"/>
    <dgm:cxn modelId="{514FDDA8-3354-4100-BDE2-B63C17DF6549}" srcId="{26C0FCF1-8487-4ED7-BABD-6A983613BA1D}" destId="{FF16121D-BAF4-4699-9F8A-D5BF229D0902}" srcOrd="0" destOrd="0" parTransId="{0C8EA881-7AFE-4381-856E-55ED2CBB3D56}" sibTransId="{8279BE7B-1AD1-425E-8719-7760F221CADB}"/>
    <dgm:cxn modelId="{EBC477CF-CC08-41E5-854F-4562EA9B547C}" type="presOf" srcId="{1F59912D-D9DB-4C3F-A86A-8E7C9AED35CC}" destId="{F1417A40-2032-4726-AF6A-027659E1B452}" srcOrd="0" destOrd="0" presId="urn:microsoft.com/office/officeart/2018/2/layout/IconLabelDescriptionList"/>
    <dgm:cxn modelId="{98388BE8-164B-4D93-91BA-28F66D1C0053}" type="presOf" srcId="{ADAC658C-0F8D-4E86-BD36-830E4BD4685B}" destId="{828B06B0-FC95-4749-919C-57CF55C9BB1C}" srcOrd="0" destOrd="0" presId="urn:microsoft.com/office/officeart/2018/2/layout/IconLabelDescriptionList"/>
    <dgm:cxn modelId="{9286BAE8-B9EA-4070-8960-7CD4DA6B8CA6}" srcId="{FF16121D-BAF4-4699-9F8A-D5BF229D0902}" destId="{A7815C1F-0BCB-4613-8137-999F79DC9E48}" srcOrd="1" destOrd="0" parTransId="{788AD251-D1EB-45CA-A7D7-C2C33C67CC4F}" sibTransId="{B6DD57B1-80AD-433E-8B09-00BB7633B01F}"/>
    <dgm:cxn modelId="{2FB8CEEA-E28E-4B0C-80A3-907AFD8289D7}" type="presOf" srcId="{011F5812-C5FF-4E1A-B2F7-7A6A6022B1BE}" destId="{14B579C5-FE05-42B9-8240-2D220C74BF55}" srcOrd="0" destOrd="0" presId="urn:microsoft.com/office/officeart/2018/2/layout/IconLabelDescriptionList"/>
    <dgm:cxn modelId="{C91A55F1-9661-48E8-B995-20B305262AF9}" type="presOf" srcId="{243F96B8-8098-4DCD-9B67-52864DA4CF94}" destId="{7104F3FF-FD16-4A67-A531-344652A8BAF6}" srcOrd="0" destOrd="0" presId="urn:microsoft.com/office/officeart/2018/2/layout/IconLabelDescriptionList"/>
    <dgm:cxn modelId="{51AED4FC-AB30-48AF-B99A-8AA22B9F5350}" srcId="{FF16121D-BAF4-4699-9F8A-D5BF229D0902}" destId="{ADAC658C-0F8D-4E86-BD36-830E4BD4685B}" srcOrd="0" destOrd="0" parTransId="{6960538D-5665-4764-952D-7CA7EA0DFD10}" sibTransId="{33704116-C30A-45E2-9067-42B342BCA7BB}"/>
    <dgm:cxn modelId="{0778FF21-E4FE-4D40-A351-67F4B877C6F6}" type="presParOf" srcId="{3CFF264C-A052-4716-AAA1-471FA4EFB9E4}" destId="{9789E4A8-7AE1-4F90-A19A-AB0CD90EF1FA}" srcOrd="0" destOrd="0" presId="urn:microsoft.com/office/officeart/2018/2/layout/IconLabelDescriptionList"/>
    <dgm:cxn modelId="{33019C21-AE73-4DAD-AEBB-497EBEA3C27E}" type="presParOf" srcId="{9789E4A8-7AE1-4F90-A19A-AB0CD90EF1FA}" destId="{7832BBF3-97E8-454C-ACB2-43C4261DF6A5}" srcOrd="0" destOrd="0" presId="urn:microsoft.com/office/officeart/2018/2/layout/IconLabelDescriptionList"/>
    <dgm:cxn modelId="{806EE82B-15E0-425D-BA09-E80534DD3D8E}" type="presParOf" srcId="{9789E4A8-7AE1-4F90-A19A-AB0CD90EF1FA}" destId="{AD85E543-AF93-4523-92F0-A108451979F5}" srcOrd="1" destOrd="0" presId="urn:microsoft.com/office/officeart/2018/2/layout/IconLabelDescriptionList"/>
    <dgm:cxn modelId="{50019D90-B9EF-4AB4-BE4F-83F70078FF94}" type="presParOf" srcId="{9789E4A8-7AE1-4F90-A19A-AB0CD90EF1FA}" destId="{F323E45B-DED5-48CF-AB8B-DC56E1A3F8B0}" srcOrd="2" destOrd="0" presId="urn:microsoft.com/office/officeart/2018/2/layout/IconLabelDescriptionList"/>
    <dgm:cxn modelId="{FC1B04C6-FA72-4DE6-9EC3-C4E08E43A35B}" type="presParOf" srcId="{9789E4A8-7AE1-4F90-A19A-AB0CD90EF1FA}" destId="{E7CBA9B6-0655-45CB-9587-E4BB53670DFF}" srcOrd="3" destOrd="0" presId="urn:microsoft.com/office/officeart/2018/2/layout/IconLabelDescriptionList"/>
    <dgm:cxn modelId="{1911741C-C080-44C7-85C2-8BCFC51ADE5C}" type="presParOf" srcId="{9789E4A8-7AE1-4F90-A19A-AB0CD90EF1FA}" destId="{828B06B0-FC95-4749-919C-57CF55C9BB1C}" srcOrd="4" destOrd="0" presId="urn:microsoft.com/office/officeart/2018/2/layout/IconLabelDescriptionList"/>
    <dgm:cxn modelId="{D4E0A85F-1488-4A7E-8312-D2639D4D71F7}" type="presParOf" srcId="{3CFF264C-A052-4716-AAA1-471FA4EFB9E4}" destId="{0F6AB483-D154-44A7-9EB7-E489387D9C30}" srcOrd="1" destOrd="0" presId="urn:microsoft.com/office/officeart/2018/2/layout/IconLabelDescriptionList"/>
    <dgm:cxn modelId="{81FE7221-3ECF-46D6-8F9F-78DD6F92881A}" type="presParOf" srcId="{3CFF264C-A052-4716-AAA1-471FA4EFB9E4}" destId="{A656B1BF-0A1C-4F6C-9498-EFFD1E01EFDE}" srcOrd="2" destOrd="0" presId="urn:microsoft.com/office/officeart/2018/2/layout/IconLabelDescriptionList"/>
    <dgm:cxn modelId="{40D41289-7742-4BD6-8423-3BD20DDD0B1A}" type="presParOf" srcId="{A656B1BF-0A1C-4F6C-9498-EFFD1E01EFDE}" destId="{5E2FFB55-068C-4BC0-9DC8-151C01DBAE08}" srcOrd="0" destOrd="0" presId="urn:microsoft.com/office/officeart/2018/2/layout/IconLabelDescriptionList"/>
    <dgm:cxn modelId="{B2B2FB21-8F3D-495C-A8BE-D8082FA3FCFF}" type="presParOf" srcId="{A656B1BF-0A1C-4F6C-9498-EFFD1E01EFDE}" destId="{8908A121-86CD-4A0E-A9EC-232B3DDBFBC4}" srcOrd="1" destOrd="0" presId="urn:microsoft.com/office/officeart/2018/2/layout/IconLabelDescriptionList"/>
    <dgm:cxn modelId="{B43B5141-96F7-4068-86B3-73FE47212986}" type="presParOf" srcId="{A656B1BF-0A1C-4F6C-9498-EFFD1E01EFDE}" destId="{F1417A40-2032-4726-AF6A-027659E1B452}" srcOrd="2" destOrd="0" presId="urn:microsoft.com/office/officeart/2018/2/layout/IconLabelDescriptionList"/>
    <dgm:cxn modelId="{59F1826D-FB6F-42C8-84CA-8BAEC50F2386}" type="presParOf" srcId="{A656B1BF-0A1C-4F6C-9498-EFFD1E01EFDE}" destId="{602EFC80-8149-4A05-9737-91AA083B5304}" srcOrd="3" destOrd="0" presId="urn:microsoft.com/office/officeart/2018/2/layout/IconLabelDescriptionList"/>
    <dgm:cxn modelId="{F33A4C15-3AFA-4565-B655-E264FB430629}" type="presParOf" srcId="{A656B1BF-0A1C-4F6C-9498-EFFD1E01EFDE}" destId="{14B579C5-FE05-42B9-8240-2D220C74BF55}" srcOrd="4" destOrd="0" presId="urn:microsoft.com/office/officeart/2018/2/layout/IconLabelDescriptionList"/>
    <dgm:cxn modelId="{B9B1EABE-ECEF-4087-A08B-446E27A5EC2E}" type="presParOf" srcId="{3CFF264C-A052-4716-AAA1-471FA4EFB9E4}" destId="{95D5DA6F-84AA-4DB8-8FAD-9BEAAF70466F}" srcOrd="3" destOrd="0" presId="urn:microsoft.com/office/officeart/2018/2/layout/IconLabelDescriptionList"/>
    <dgm:cxn modelId="{8F515323-B469-4E2A-AD3D-7364A21714F5}" type="presParOf" srcId="{3CFF264C-A052-4716-AAA1-471FA4EFB9E4}" destId="{A4C6630C-2F81-472B-8A84-B3E545683911}" srcOrd="4" destOrd="0" presId="urn:microsoft.com/office/officeart/2018/2/layout/IconLabelDescriptionList"/>
    <dgm:cxn modelId="{0ECE1086-9092-4856-8B1F-114EEEC59389}" type="presParOf" srcId="{A4C6630C-2F81-472B-8A84-B3E545683911}" destId="{BB40D797-734A-43E9-AA6A-1BB52FFAE274}" srcOrd="0" destOrd="0" presId="urn:microsoft.com/office/officeart/2018/2/layout/IconLabelDescriptionList"/>
    <dgm:cxn modelId="{C651DDC5-FC1C-469F-8E5B-329A28A82716}" type="presParOf" srcId="{A4C6630C-2F81-472B-8A84-B3E545683911}" destId="{FB85D59B-B8BC-451C-8261-8A84EE90AFFB}" srcOrd="1" destOrd="0" presId="urn:microsoft.com/office/officeart/2018/2/layout/IconLabelDescriptionList"/>
    <dgm:cxn modelId="{2DCB0095-16CA-4911-8776-002704C08453}" type="presParOf" srcId="{A4C6630C-2F81-472B-8A84-B3E545683911}" destId="{E9B6355E-07A4-412E-93F7-2D93C02FC3E3}" srcOrd="2" destOrd="0" presId="urn:microsoft.com/office/officeart/2018/2/layout/IconLabelDescriptionList"/>
    <dgm:cxn modelId="{1C35318F-F687-4043-9F97-414D92108844}" type="presParOf" srcId="{A4C6630C-2F81-472B-8A84-B3E545683911}" destId="{0417E574-354B-4A2F-BA65-D0957209C8EA}" srcOrd="3" destOrd="0" presId="urn:microsoft.com/office/officeart/2018/2/layout/IconLabelDescriptionList"/>
    <dgm:cxn modelId="{30D261AD-1D0C-4F6A-A4A3-81CAEA16767D}" type="presParOf" srcId="{A4C6630C-2F81-472B-8A84-B3E545683911}" destId="{7104F3FF-FD16-4A67-A531-344652A8BAF6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24A29A0-3D84-4278-B689-ACB0F44DF523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0B8909A-6613-4ECF-9602-3C71BC67C109}">
      <dgm:prSet custT="1"/>
      <dgm:spPr/>
      <dgm:t>
        <a:bodyPr/>
        <a:lstStyle/>
        <a:p>
          <a:r>
            <a:rPr lang="en-US" sz="2000" b="1">
              <a:latin typeface="Arial" panose="020B0604020202020204" pitchFamily="34" charset="0"/>
              <a:cs typeface="Arial" panose="020B0604020202020204" pitchFamily="34" charset="0"/>
            </a:rPr>
            <a:t>Global</a:t>
          </a: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099CF36-139A-407E-ABFB-A4136C6BD1EB}" type="parTrans" cxnId="{8D3F2BEB-28E2-4670-8FE9-7F6E2A91AC6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BB33963-13A8-4DEC-B30D-F0FFB99A1393}" type="sibTrans" cxnId="{8D3F2BEB-28E2-4670-8FE9-7F6E2A91AC65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95FB701-2AA8-4FBA-B509-64646E395F44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Visible across all SparkSessions on a given cluster</a:t>
          </a:r>
        </a:p>
      </dgm:t>
    </dgm:pt>
    <dgm:pt modelId="{4C56761A-8D53-4F8F-8DC3-5560131EDDA8}" type="parTrans" cxnId="{88FAE213-3C7F-4B0F-A6F5-631A67D83FE8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F5E6EC9-AB0F-42E3-8F0D-85EDEF99F743}" type="sibTrans" cxnId="{88FAE213-3C7F-4B0F-A6F5-631A67D83FE8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BAD4A4B-E375-4593-84BA-0401B7170099}">
      <dgm:prSet custT="1"/>
      <dgm:spPr/>
      <dgm:t>
        <a:bodyPr/>
        <a:lstStyle/>
        <a:p>
          <a:r>
            <a:rPr lang="en-US" sz="2000" b="1">
              <a:latin typeface="Arial" panose="020B0604020202020204" pitchFamily="34" charset="0"/>
              <a:cs typeface="Arial" panose="020B0604020202020204" pitchFamily="34" charset="0"/>
            </a:rPr>
            <a:t>Session Scope</a:t>
          </a: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B598781-8220-4363-B599-7300240283E1}" type="parTrans" cxnId="{04B6E20A-FDB5-4B46-8D03-A97C63FAA0CC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00611707-988C-43E4-96B9-52BBA318929F}" type="sibTrans" cxnId="{04B6E20A-FDB5-4B46-8D03-A97C63FAA0CC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7EFA0C1-66B8-4AD4-B14C-50E8049E112C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Visible only to a single SparkSession</a:t>
          </a:r>
        </a:p>
      </dgm:t>
    </dgm:pt>
    <dgm:pt modelId="{11126A05-BE84-4A7A-BCCC-EB32C2A3C91A}" type="parTrans" cxnId="{38718182-3833-4317-8DFC-5DC909631892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19EDAEB-F697-4C09-BEE8-2BA6A9565CAE}" type="sibTrans" cxnId="{38718182-3833-4317-8DFC-5DC909631892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7065293-33FF-45C4-A0F5-EC6257CCF85A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Disappear after Spark application terminates</a:t>
          </a:r>
        </a:p>
      </dgm:t>
    </dgm:pt>
    <dgm:pt modelId="{C71DD82A-9092-42A2-A4BC-B4C3C7BA4568}" type="parTrans" cxnId="{32F956E9-50FE-4A4C-9DDB-FAD713E21DCB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BAE14796-B3A6-4305-AEE8-14E98A44A35B}" type="sibTrans" cxnId="{32F956E9-50FE-4A4C-9DDB-FAD713E21DCB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630DD710-21D9-486D-9D2B-773B9ADF5569}">
      <dgm:prSet custT="1"/>
      <dgm:spPr/>
      <dgm:t>
        <a:bodyPr/>
        <a:lstStyle/>
        <a:p>
          <a:r>
            <a:rPr lang="en-US" sz="2000" b="1">
              <a:latin typeface="Arial" panose="020B0604020202020204" pitchFamily="34" charset="0"/>
              <a:cs typeface="Arial" panose="020B0604020202020204" pitchFamily="34" charset="0"/>
            </a:rPr>
            <a:t>SQL</a:t>
          </a: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6A120E9-382B-429A-89AB-0C59861CD3C1}" type="parTrans" cxnId="{D12B6DBE-89DB-4168-975F-43BE4C6AF91F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833073F-5E12-44EC-8758-167A663313DE}" type="sibTrans" cxnId="{D12B6DBE-89DB-4168-975F-43BE4C6AF91F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51742C3-7CC8-49AE-94B3-B1BE3C265933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CREATE OR REPLACE GLOBAL TEMP VIEW us_origin_airport_SFO_global_tmp_view AS SELECT date, delay, origin, destination from us_delay_flights_tbl WHERE</a:t>
          </a:r>
        </a:p>
      </dgm:t>
    </dgm:pt>
    <dgm:pt modelId="{76B9B1D1-28EF-4B68-AAD0-0AD6EFB1FCE8}" type="parTrans" cxnId="{C33B8908-F46B-4F23-BC39-9ED5B35937DA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DA30160-BE94-4CD3-BC51-75FD3D010991}" type="sibTrans" cxnId="{C33B8908-F46B-4F23-BC39-9ED5B35937DA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02AD346-0B7D-47DB-9D0E-FFC4AA4FFA0D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origin = 'SFO';</a:t>
          </a:r>
        </a:p>
      </dgm:t>
    </dgm:pt>
    <dgm:pt modelId="{AF125DEF-D3B0-40D4-8C1A-0D367ADE9FA8}" type="parTrans" cxnId="{EDD1254A-3862-4B7F-B6E2-4EB416DB4477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DAC6CEF-6FAD-41C1-AF55-1DBDA213FB58}" type="sibTrans" cxnId="{EDD1254A-3862-4B7F-B6E2-4EB416DB4477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E3C6E987-AA88-F74B-ADF2-445023149E28}" type="pres">
      <dgm:prSet presAssocID="{024A29A0-3D84-4278-B689-ACB0F44DF523}" presName="Name0" presStyleCnt="0">
        <dgm:presLayoutVars>
          <dgm:dir/>
          <dgm:animLvl val="lvl"/>
          <dgm:resizeHandles val="exact"/>
        </dgm:presLayoutVars>
      </dgm:prSet>
      <dgm:spPr/>
    </dgm:pt>
    <dgm:pt modelId="{2C1EDC87-CD0B-1643-AC02-03D2F28DF6B3}" type="pres">
      <dgm:prSet presAssocID="{A0B8909A-6613-4ECF-9602-3C71BC67C109}" presName="composite" presStyleCnt="0"/>
      <dgm:spPr/>
    </dgm:pt>
    <dgm:pt modelId="{0616A80F-DF31-F24B-B007-EF241C644CCA}" type="pres">
      <dgm:prSet presAssocID="{A0B8909A-6613-4ECF-9602-3C71BC67C109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3228AE1F-C31C-D94D-90E8-F52B10E35340}" type="pres">
      <dgm:prSet presAssocID="{A0B8909A-6613-4ECF-9602-3C71BC67C109}" presName="desTx" presStyleLbl="alignAccFollowNode1" presStyleIdx="0" presStyleCnt="3">
        <dgm:presLayoutVars>
          <dgm:bulletEnabled val="1"/>
        </dgm:presLayoutVars>
      </dgm:prSet>
      <dgm:spPr/>
    </dgm:pt>
    <dgm:pt modelId="{565B719E-5879-9844-B568-FF8BFEFC7037}" type="pres">
      <dgm:prSet presAssocID="{8BB33963-13A8-4DEC-B30D-F0FFB99A1393}" presName="space" presStyleCnt="0"/>
      <dgm:spPr/>
    </dgm:pt>
    <dgm:pt modelId="{9561DABB-626A-A342-9E50-8566C12B68EA}" type="pres">
      <dgm:prSet presAssocID="{6BAD4A4B-E375-4593-84BA-0401B7170099}" presName="composite" presStyleCnt="0"/>
      <dgm:spPr/>
    </dgm:pt>
    <dgm:pt modelId="{59254FC1-3E51-A548-9C73-B412758F25A9}" type="pres">
      <dgm:prSet presAssocID="{6BAD4A4B-E375-4593-84BA-0401B7170099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94EF7929-2768-4340-86D4-0B2730E86CB8}" type="pres">
      <dgm:prSet presAssocID="{6BAD4A4B-E375-4593-84BA-0401B7170099}" presName="desTx" presStyleLbl="alignAccFollowNode1" presStyleIdx="1" presStyleCnt="3">
        <dgm:presLayoutVars>
          <dgm:bulletEnabled val="1"/>
        </dgm:presLayoutVars>
      </dgm:prSet>
      <dgm:spPr/>
    </dgm:pt>
    <dgm:pt modelId="{7244E472-F4D4-AE46-BD8A-0B69D2547EC6}" type="pres">
      <dgm:prSet presAssocID="{00611707-988C-43E4-96B9-52BBA318929F}" presName="space" presStyleCnt="0"/>
      <dgm:spPr/>
    </dgm:pt>
    <dgm:pt modelId="{DE0CA33A-0FA3-1042-A61B-BF691130EF22}" type="pres">
      <dgm:prSet presAssocID="{630DD710-21D9-486D-9D2B-773B9ADF5569}" presName="composite" presStyleCnt="0"/>
      <dgm:spPr/>
    </dgm:pt>
    <dgm:pt modelId="{20A244D6-E6DE-C24E-B99C-5F8E0FE9E32D}" type="pres">
      <dgm:prSet presAssocID="{630DD710-21D9-486D-9D2B-773B9ADF5569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DDC31DE9-2905-FB42-9AE5-74DDF2929882}" type="pres">
      <dgm:prSet presAssocID="{630DD710-21D9-486D-9D2B-773B9ADF5569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C33B8908-F46B-4F23-BC39-9ED5B35937DA}" srcId="{630DD710-21D9-486D-9D2B-773B9ADF5569}" destId="{C51742C3-7CC8-49AE-94B3-B1BE3C265933}" srcOrd="0" destOrd="0" parTransId="{76B9B1D1-28EF-4B68-AAD0-0AD6EFB1FCE8}" sibTransId="{9DA30160-BE94-4CD3-BC51-75FD3D010991}"/>
    <dgm:cxn modelId="{04B6E20A-FDB5-4B46-8D03-A97C63FAA0CC}" srcId="{024A29A0-3D84-4278-B689-ACB0F44DF523}" destId="{6BAD4A4B-E375-4593-84BA-0401B7170099}" srcOrd="1" destOrd="0" parTransId="{0B598781-8220-4363-B599-7300240283E1}" sibTransId="{00611707-988C-43E4-96B9-52BBA318929F}"/>
    <dgm:cxn modelId="{88FAE213-3C7F-4B0F-A6F5-631A67D83FE8}" srcId="{A0B8909A-6613-4ECF-9602-3C71BC67C109}" destId="{C95FB701-2AA8-4FBA-B509-64646E395F44}" srcOrd="0" destOrd="0" parTransId="{4C56761A-8D53-4F8F-8DC3-5560131EDDA8}" sibTransId="{5F5E6EC9-AB0F-42E3-8F0D-85EDEF99F743}"/>
    <dgm:cxn modelId="{1C0B4C22-74B1-E44F-AC8B-C1391F73A404}" type="presOf" srcId="{A0B8909A-6613-4ECF-9602-3C71BC67C109}" destId="{0616A80F-DF31-F24B-B007-EF241C644CCA}" srcOrd="0" destOrd="0" presId="urn:microsoft.com/office/officeart/2005/8/layout/hList1"/>
    <dgm:cxn modelId="{5CE93329-E38E-A245-9409-7C33531A7EE6}" type="presOf" srcId="{024A29A0-3D84-4278-B689-ACB0F44DF523}" destId="{E3C6E987-AA88-F74B-ADF2-445023149E28}" srcOrd="0" destOrd="0" presId="urn:microsoft.com/office/officeart/2005/8/layout/hList1"/>
    <dgm:cxn modelId="{78EC4438-7A92-5C49-AA5E-F79C105630E9}" type="presOf" srcId="{C51742C3-7CC8-49AE-94B3-B1BE3C265933}" destId="{DDC31DE9-2905-FB42-9AE5-74DDF2929882}" srcOrd="0" destOrd="0" presId="urn:microsoft.com/office/officeart/2005/8/layout/hList1"/>
    <dgm:cxn modelId="{EDD1254A-3862-4B7F-B6E2-4EB416DB4477}" srcId="{630DD710-21D9-486D-9D2B-773B9ADF5569}" destId="{302AD346-0B7D-47DB-9D0E-FFC4AA4FFA0D}" srcOrd="1" destOrd="0" parTransId="{AF125DEF-D3B0-40D4-8C1A-0D367ADE9FA8}" sibTransId="{ADAC6CEF-6FAD-41C1-AF55-1DBDA213FB58}"/>
    <dgm:cxn modelId="{38718182-3833-4317-8DFC-5DC909631892}" srcId="{6BAD4A4B-E375-4593-84BA-0401B7170099}" destId="{E7EFA0C1-66B8-4AD4-B14C-50E8049E112C}" srcOrd="0" destOrd="0" parTransId="{11126A05-BE84-4A7A-BCCC-EB32C2A3C91A}" sibTransId="{219EDAEB-F697-4C09-BEE8-2BA6A9565CAE}"/>
    <dgm:cxn modelId="{DE822083-A6EF-114C-BA5A-FBD5D43D834B}" type="presOf" srcId="{E7EFA0C1-66B8-4AD4-B14C-50E8049E112C}" destId="{94EF7929-2768-4340-86D4-0B2730E86CB8}" srcOrd="0" destOrd="0" presId="urn:microsoft.com/office/officeart/2005/8/layout/hList1"/>
    <dgm:cxn modelId="{7C4808AB-0A1A-4B41-A787-89DA6E40935E}" type="presOf" srcId="{C95FB701-2AA8-4FBA-B509-64646E395F44}" destId="{3228AE1F-C31C-D94D-90E8-F52B10E35340}" srcOrd="0" destOrd="0" presId="urn:microsoft.com/office/officeart/2005/8/layout/hList1"/>
    <dgm:cxn modelId="{50E660B7-BB32-9D40-B377-313942FBC7AC}" type="presOf" srcId="{57065293-33FF-45C4-A0F5-EC6257CCF85A}" destId="{94EF7929-2768-4340-86D4-0B2730E86CB8}" srcOrd="0" destOrd="1" presId="urn:microsoft.com/office/officeart/2005/8/layout/hList1"/>
    <dgm:cxn modelId="{391CFAB8-17FF-344B-BC5A-C26FF075F6FB}" type="presOf" srcId="{302AD346-0B7D-47DB-9D0E-FFC4AA4FFA0D}" destId="{DDC31DE9-2905-FB42-9AE5-74DDF2929882}" srcOrd="0" destOrd="1" presId="urn:microsoft.com/office/officeart/2005/8/layout/hList1"/>
    <dgm:cxn modelId="{D12B6DBE-89DB-4168-975F-43BE4C6AF91F}" srcId="{024A29A0-3D84-4278-B689-ACB0F44DF523}" destId="{630DD710-21D9-486D-9D2B-773B9ADF5569}" srcOrd="2" destOrd="0" parTransId="{76A120E9-382B-429A-89AB-0C59861CD3C1}" sibTransId="{A833073F-5E12-44EC-8758-167A663313DE}"/>
    <dgm:cxn modelId="{2CBE6EC0-E7D3-FC44-9859-AC0FFB68D0FB}" type="presOf" srcId="{630DD710-21D9-486D-9D2B-773B9ADF5569}" destId="{20A244D6-E6DE-C24E-B99C-5F8E0FE9E32D}" srcOrd="0" destOrd="0" presId="urn:microsoft.com/office/officeart/2005/8/layout/hList1"/>
    <dgm:cxn modelId="{D69DE3C9-6215-CC49-AFF9-4835DD9D754F}" type="presOf" srcId="{6BAD4A4B-E375-4593-84BA-0401B7170099}" destId="{59254FC1-3E51-A548-9C73-B412758F25A9}" srcOrd="0" destOrd="0" presId="urn:microsoft.com/office/officeart/2005/8/layout/hList1"/>
    <dgm:cxn modelId="{32F956E9-50FE-4A4C-9DDB-FAD713E21DCB}" srcId="{6BAD4A4B-E375-4593-84BA-0401B7170099}" destId="{57065293-33FF-45C4-A0F5-EC6257CCF85A}" srcOrd="1" destOrd="0" parTransId="{C71DD82A-9092-42A2-A4BC-B4C3C7BA4568}" sibTransId="{BAE14796-B3A6-4305-AEE8-14E98A44A35B}"/>
    <dgm:cxn modelId="{8D3F2BEB-28E2-4670-8FE9-7F6E2A91AC65}" srcId="{024A29A0-3D84-4278-B689-ACB0F44DF523}" destId="{A0B8909A-6613-4ECF-9602-3C71BC67C109}" srcOrd="0" destOrd="0" parTransId="{E099CF36-139A-407E-ABFB-A4136C6BD1EB}" sibTransId="{8BB33963-13A8-4DEC-B30D-F0FFB99A1393}"/>
    <dgm:cxn modelId="{6A85A335-8682-224E-B9BB-E7457A968962}" type="presParOf" srcId="{E3C6E987-AA88-F74B-ADF2-445023149E28}" destId="{2C1EDC87-CD0B-1643-AC02-03D2F28DF6B3}" srcOrd="0" destOrd="0" presId="urn:microsoft.com/office/officeart/2005/8/layout/hList1"/>
    <dgm:cxn modelId="{4C10AC45-87EE-D844-9426-BBD48C82BE17}" type="presParOf" srcId="{2C1EDC87-CD0B-1643-AC02-03D2F28DF6B3}" destId="{0616A80F-DF31-F24B-B007-EF241C644CCA}" srcOrd="0" destOrd="0" presId="urn:microsoft.com/office/officeart/2005/8/layout/hList1"/>
    <dgm:cxn modelId="{E94B5F29-9377-8544-936F-EF68EA6667F4}" type="presParOf" srcId="{2C1EDC87-CD0B-1643-AC02-03D2F28DF6B3}" destId="{3228AE1F-C31C-D94D-90E8-F52B10E35340}" srcOrd="1" destOrd="0" presId="urn:microsoft.com/office/officeart/2005/8/layout/hList1"/>
    <dgm:cxn modelId="{7B2DD93B-9330-194A-B3C0-8B23EFC40340}" type="presParOf" srcId="{E3C6E987-AA88-F74B-ADF2-445023149E28}" destId="{565B719E-5879-9844-B568-FF8BFEFC7037}" srcOrd="1" destOrd="0" presId="urn:microsoft.com/office/officeart/2005/8/layout/hList1"/>
    <dgm:cxn modelId="{5D66F4C8-3BF1-2442-B9A9-2A7F61FD7028}" type="presParOf" srcId="{E3C6E987-AA88-F74B-ADF2-445023149E28}" destId="{9561DABB-626A-A342-9E50-8566C12B68EA}" srcOrd="2" destOrd="0" presId="urn:microsoft.com/office/officeart/2005/8/layout/hList1"/>
    <dgm:cxn modelId="{680651BF-D29F-7141-A025-9BCF5C86F3CB}" type="presParOf" srcId="{9561DABB-626A-A342-9E50-8566C12B68EA}" destId="{59254FC1-3E51-A548-9C73-B412758F25A9}" srcOrd="0" destOrd="0" presId="urn:microsoft.com/office/officeart/2005/8/layout/hList1"/>
    <dgm:cxn modelId="{24975A75-09BE-3447-BBF9-B5B0F6A71636}" type="presParOf" srcId="{9561DABB-626A-A342-9E50-8566C12B68EA}" destId="{94EF7929-2768-4340-86D4-0B2730E86CB8}" srcOrd="1" destOrd="0" presId="urn:microsoft.com/office/officeart/2005/8/layout/hList1"/>
    <dgm:cxn modelId="{C10F9D21-B27D-ED41-9AF1-E68AB27652A2}" type="presParOf" srcId="{E3C6E987-AA88-F74B-ADF2-445023149E28}" destId="{7244E472-F4D4-AE46-BD8A-0B69D2547EC6}" srcOrd="3" destOrd="0" presId="urn:microsoft.com/office/officeart/2005/8/layout/hList1"/>
    <dgm:cxn modelId="{9BC1C2A7-9069-1A49-9D46-BFAF1A95AB08}" type="presParOf" srcId="{E3C6E987-AA88-F74B-ADF2-445023149E28}" destId="{DE0CA33A-0FA3-1042-A61B-BF691130EF22}" srcOrd="4" destOrd="0" presId="urn:microsoft.com/office/officeart/2005/8/layout/hList1"/>
    <dgm:cxn modelId="{64BC34F3-34C5-CD41-8D57-BF7FA850228A}" type="presParOf" srcId="{DE0CA33A-0FA3-1042-A61B-BF691130EF22}" destId="{20A244D6-E6DE-C24E-B99C-5F8E0FE9E32D}" srcOrd="0" destOrd="0" presId="urn:microsoft.com/office/officeart/2005/8/layout/hList1"/>
    <dgm:cxn modelId="{47773AA9-2DBD-C54C-9FA7-69DC9D6FC6C3}" type="presParOf" srcId="{DE0CA33A-0FA3-1042-A61B-BF691130EF22}" destId="{DDC31DE9-2905-FB42-9AE5-74DDF29298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969F5A7-0ED8-4D9B-8360-E7F8C3D57FEA}" type="doc">
      <dgm:prSet loTypeId="urn:microsoft.com/office/officeart/2005/8/layout/vList2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81C47EDB-902D-4A40-A4D5-B50491916972}">
      <dgm:prSet custT="1"/>
      <dgm:spPr/>
      <dgm:t>
        <a:bodyPr/>
        <a:lstStyle/>
        <a:p>
          <a:r>
            <a:rPr lang="en-US" sz="2000" b="1">
              <a:latin typeface="Arial" panose="020B0604020202020204" pitchFamily="34" charset="0"/>
              <a:cs typeface="Arial" panose="020B0604020202020204" pitchFamily="34" charset="0"/>
            </a:rPr>
            <a:t>SparkSQL</a:t>
          </a:r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29CBD09-26EC-4805-8EB7-052239596783}" type="parTrans" cxnId="{11E2AB3F-9276-43C5-87BA-2C1F5D6BA599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41A6B18-A2EF-4DCF-A3C2-6AC87EE1F088}" type="sibTrans" cxnId="{11E2AB3F-9276-43C5-87BA-2C1F5D6BA599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B906523-0C97-4872-9CB6-BF19CF25C2A5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df_sfo = spark.sql("SELECT date, delay, origin, destination FROM us_delay_flights_tbl WHERE origin</a:t>
          </a:r>
        </a:p>
      </dgm:t>
    </dgm:pt>
    <dgm:pt modelId="{7D3E3CCB-F645-48F6-8D09-050EEF0A9344}" type="parTrans" cxnId="{5FC4D141-39F8-4692-AE9E-010D05514340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8A2440F-77C7-432E-AC66-79846BAD2FFB}" type="sibTrans" cxnId="{5FC4D141-39F8-4692-AE9E-010D05514340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619C1D0-9D4F-4D43-A66A-739FEEBBBD67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= 'SFO'")</a:t>
          </a:r>
        </a:p>
      </dgm:t>
    </dgm:pt>
    <dgm:pt modelId="{4CEA6425-A56A-46D1-B103-01E147082E7D}" type="parTrans" cxnId="{1D9E5A99-934B-4A48-B80C-23029E5388A6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7713F0C-91EB-4D8C-8FFC-8C4D94D1ED72}" type="sibTrans" cxnId="{1D9E5A99-934B-4A48-B80C-23029E5388A6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FF62387-8007-4262-AFF6-99118ACCFA7E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df_sfo.createOrReplaceGlobalTempView("us_origin_airport_SFO_global_tmp_view")</a:t>
          </a:r>
        </a:p>
      </dgm:t>
    </dgm:pt>
    <dgm:pt modelId="{271F7EE1-687E-438F-843D-81F907AEA84D}" type="parTrans" cxnId="{F7BEB7A2-3950-437A-B1ED-8EC802250F5D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A400AD3-9FA8-477A-A6BC-6F75BAFB7EB7}" type="sibTrans" cxnId="{F7BEB7A2-3950-437A-B1ED-8EC802250F5D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E72A121-1EE0-4698-8B8A-272030122047}">
      <dgm:prSet custT="1"/>
      <dgm:spPr/>
      <dgm:t>
        <a:bodyPr/>
        <a:lstStyle/>
        <a:p>
          <a:r>
            <a:rPr lang="en-US" sz="2000">
              <a:latin typeface="Arial" panose="020B0604020202020204" pitchFamily="34" charset="0"/>
              <a:cs typeface="Arial" panose="020B0604020202020204" pitchFamily="34" charset="0"/>
            </a:rPr>
            <a:t>Demo 23</a:t>
          </a:r>
        </a:p>
      </dgm:t>
    </dgm:pt>
    <dgm:pt modelId="{6BA137B6-5D3F-45C8-B492-380DCE9D6245}" type="parTrans" cxnId="{52350E10-B4F1-4CB6-83B8-894C268A7B6D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5293C599-733C-4CFC-8464-947C4D3C6A8E}" type="sibTrans" cxnId="{52350E10-B4F1-4CB6-83B8-894C268A7B6D}">
      <dgm:prSet/>
      <dgm:spPr/>
      <dgm:t>
        <a:bodyPr/>
        <a:lstStyle/>
        <a:p>
          <a:endParaRPr lang="en-US" sz="200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885EFAA-B72E-C04F-96C2-B06649884287}" type="pres">
      <dgm:prSet presAssocID="{D969F5A7-0ED8-4D9B-8360-E7F8C3D57FEA}" presName="linear" presStyleCnt="0">
        <dgm:presLayoutVars>
          <dgm:animLvl val="lvl"/>
          <dgm:resizeHandles val="exact"/>
        </dgm:presLayoutVars>
      </dgm:prSet>
      <dgm:spPr/>
    </dgm:pt>
    <dgm:pt modelId="{14DB9B31-79CF-0542-B15C-9790DAECEE87}" type="pres">
      <dgm:prSet presAssocID="{81C47EDB-902D-4A40-A4D5-B5049191697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4780F71-2283-9F4E-B912-A90C6D529977}" type="pres">
      <dgm:prSet presAssocID="{81C47EDB-902D-4A40-A4D5-B50491916972}" presName="childText" presStyleLbl="revTx" presStyleIdx="0" presStyleCnt="1">
        <dgm:presLayoutVars>
          <dgm:bulletEnabled val="1"/>
        </dgm:presLayoutVars>
      </dgm:prSet>
      <dgm:spPr/>
    </dgm:pt>
    <dgm:pt modelId="{A5EB73CD-03C4-A645-B187-9D6E449BAAB4}" type="pres">
      <dgm:prSet presAssocID="{AE72A121-1EE0-4698-8B8A-272030122047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52350E10-B4F1-4CB6-83B8-894C268A7B6D}" srcId="{D969F5A7-0ED8-4D9B-8360-E7F8C3D57FEA}" destId="{AE72A121-1EE0-4698-8B8A-272030122047}" srcOrd="1" destOrd="0" parTransId="{6BA137B6-5D3F-45C8-B492-380DCE9D6245}" sibTransId="{5293C599-733C-4CFC-8464-947C4D3C6A8E}"/>
    <dgm:cxn modelId="{CDACB623-A274-564F-ACA4-6FDEB4A0B9C1}" type="presOf" srcId="{3FF62387-8007-4262-AFF6-99118ACCFA7E}" destId="{E4780F71-2283-9F4E-B912-A90C6D529977}" srcOrd="0" destOrd="2" presId="urn:microsoft.com/office/officeart/2005/8/layout/vList2"/>
    <dgm:cxn modelId="{11E2AB3F-9276-43C5-87BA-2C1F5D6BA599}" srcId="{D969F5A7-0ED8-4D9B-8360-E7F8C3D57FEA}" destId="{81C47EDB-902D-4A40-A4D5-B50491916972}" srcOrd="0" destOrd="0" parTransId="{729CBD09-26EC-4805-8EB7-052239596783}" sibTransId="{C41A6B18-A2EF-4DCF-A3C2-6AC87EE1F088}"/>
    <dgm:cxn modelId="{5FC4D141-39F8-4692-AE9E-010D05514340}" srcId="{81C47EDB-902D-4A40-A4D5-B50491916972}" destId="{FB906523-0C97-4872-9CB6-BF19CF25C2A5}" srcOrd="0" destOrd="0" parTransId="{7D3E3CCB-F645-48F6-8D09-050EEF0A9344}" sibTransId="{58A2440F-77C7-432E-AC66-79846BAD2FFB}"/>
    <dgm:cxn modelId="{1D9E5A99-934B-4A48-B80C-23029E5388A6}" srcId="{81C47EDB-902D-4A40-A4D5-B50491916972}" destId="{F619C1D0-9D4F-4D43-A66A-739FEEBBBD67}" srcOrd="1" destOrd="0" parTransId="{4CEA6425-A56A-46D1-B103-01E147082E7D}" sibTransId="{87713F0C-91EB-4D8C-8FFC-8C4D94D1ED72}"/>
    <dgm:cxn modelId="{F7BEB7A2-3950-437A-B1ED-8EC802250F5D}" srcId="{81C47EDB-902D-4A40-A4D5-B50491916972}" destId="{3FF62387-8007-4262-AFF6-99118ACCFA7E}" srcOrd="2" destOrd="0" parTransId="{271F7EE1-687E-438F-843D-81F907AEA84D}" sibTransId="{5A400AD3-9FA8-477A-A6BC-6F75BAFB7EB7}"/>
    <dgm:cxn modelId="{8D5685A7-3171-0945-A1D4-EBA9952A979A}" type="presOf" srcId="{D969F5A7-0ED8-4D9B-8360-E7F8C3D57FEA}" destId="{8885EFAA-B72E-C04F-96C2-B06649884287}" srcOrd="0" destOrd="0" presId="urn:microsoft.com/office/officeart/2005/8/layout/vList2"/>
    <dgm:cxn modelId="{7D2AB7A7-B86B-DA43-9E0B-1246E2735B1D}" type="presOf" srcId="{81C47EDB-902D-4A40-A4D5-B50491916972}" destId="{14DB9B31-79CF-0542-B15C-9790DAECEE87}" srcOrd="0" destOrd="0" presId="urn:microsoft.com/office/officeart/2005/8/layout/vList2"/>
    <dgm:cxn modelId="{80B3FACC-7519-2245-B4B6-361477F796A8}" type="presOf" srcId="{FB906523-0C97-4872-9CB6-BF19CF25C2A5}" destId="{E4780F71-2283-9F4E-B912-A90C6D529977}" srcOrd="0" destOrd="0" presId="urn:microsoft.com/office/officeart/2005/8/layout/vList2"/>
    <dgm:cxn modelId="{B3B252F8-D10A-DA43-89D5-11CD54454FF2}" type="presOf" srcId="{F619C1D0-9D4F-4D43-A66A-739FEEBBBD67}" destId="{E4780F71-2283-9F4E-B912-A90C6D529977}" srcOrd="0" destOrd="1" presId="urn:microsoft.com/office/officeart/2005/8/layout/vList2"/>
    <dgm:cxn modelId="{CAAED9FB-0199-4442-8282-CE793CE57371}" type="presOf" srcId="{AE72A121-1EE0-4698-8B8A-272030122047}" destId="{A5EB73CD-03C4-A645-B187-9D6E449BAAB4}" srcOrd="0" destOrd="0" presId="urn:microsoft.com/office/officeart/2005/8/layout/vList2"/>
    <dgm:cxn modelId="{83BAB789-9D94-A742-833B-3776CB66CD84}" type="presParOf" srcId="{8885EFAA-B72E-C04F-96C2-B06649884287}" destId="{14DB9B31-79CF-0542-B15C-9790DAECEE87}" srcOrd="0" destOrd="0" presId="urn:microsoft.com/office/officeart/2005/8/layout/vList2"/>
    <dgm:cxn modelId="{CEC96891-2F9C-204E-8E14-28E253E9F11B}" type="presParOf" srcId="{8885EFAA-B72E-C04F-96C2-B06649884287}" destId="{E4780F71-2283-9F4E-B912-A90C6D529977}" srcOrd="1" destOrd="0" presId="urn:microsoft.com/office/officeart/2005/8/layout/vList2"/>
    <dgm:cxn modelId="{236F4968-7443-104D-8052-A026F0A27BF3}" type="presParOf" srcId="{8885EFAA-B72E-C04F-96C2-B06649884287}" destId="{A5EB73CD-03C4-A645-B187-9D6E449BAAB4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F40B4A02-7257-442A-AD54-A136285D244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CBCEB07-5588-492D-8F8C-CD76232D8F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 Dstream represents a continuous sequence of RDDs created from a continuous stream of data, with each underlying RDD representing a time window within the stream</a:t>
          </a:r>
        </a:p>
      </dgm:t>
    </dgm:pt>
    <dgm:pt modelId="{C3E2CF92-246E-487F-8B74-ABC32508873D}" type="parTrans" cxnId="{C0CE0752-1273-431B-BB79-6CCA8ACC068B}">
      <dgm:prSet/>
      <dgm:spPr/>
      <dgm:t>
        <a:bodyPr/>
        <a:lstStyle/>
        <a:p>
          <a:endParaRPr lang="en-US"/>
        </a:p>
      </dgm:t>
    </dgm:pt>
    <dgm:pt modelId="{480F4DC5-52BC-4935-88A1-F6922EC781E0}" type="sibTrans" cxnId="{C0CE0752-1273-431B-BB79-6CCA8ACC068B}">
      <dgm:prSet/>
      <dgm:spPr/>
      <dgm:t>
        <a:bodyPr/>
        <a:lstStyle/>
        <a:p>
          <a:endParaRPr lang="en-US"/>
        </a:p>
      </dgm:t>
    </dgm:pt>
    <dgm:pt modelId="{3E5F1CDD-52DD-4BC5-AFA4-3BF6064B909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Created from streaming data sources such as TCP sockets, messaging systems, 	streaming APIs (such as the Twitter streaming API), and more</a:t>
          </a:r>
        </a:p>
      </dgm:t>
    </dgm:pt>
    <dgm:pt modelId="{3F420995-4B16-4CB7-9D62-3A0ACEAA48BF}" type="parTrans" cxnId="{13DD4474-015B-4966-B5B7-2306FC0EFBE6}">
      <dgm:prSet/>
      <dgm:spPr/>
      <dgm:t>
        <a:bodyPr/>
        <a:lstStyle/>
        <a:p>
          <a:endParaRPr lang="en-US"/>
        </a:p>
      </dgm:t>
    </dgm:pt>
    <dgm:pt modelId="{44BA5883-D913-4B40-89B9-28AFC9037907}" type="sibTrans" cxnId="{13DD4474-015B-4966-B5B7-2306FC0EFBE6}">
      <dgm:prSet/>
      <dgm:spPr/>
      <dgm:t>
        <a:bodyPr/>
        <a:lstStyle/>
        <a:p>
          <a:endParaRPr lang="en-US"/>
        </a:p>
      </dgm:t>
    </dgm:pt>
    <dgm:pt modelId="{970348E2-035E-4F4C-8402-83950B4775D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Also created from transformations performed on existing DStreams, such as 	map(), flatMap(), and other operations</a:t>
          </a:r>
        </a:p>
      </dgm:t>
    </dgm:pt>
    <dgm:pt modelId="{68B5AD47-4713-4EDF-B25A-D4EFACBEB0D0}" type="parTrans" cxnId="{86C4ED6A-7BEF-4E20-94B0-0BA8D7B755E9}">
      <dgm:prSet/>
      <dgm:spPr/>
      <dgm:t>
        <a:bodyPr/>
        <a:lstStyle/>
        <a:p>
          <a:endParaRPr lang="en-US"/>
        </a:p>
      </dgm:t>
    </dgm:pt>
    <dgm:pt modelId="{CF244D5C-C81F-4104-BE8D-297907078CB0}" type="sibTrans" cxnId="{86C4ED6A-7BEF-4E20-94B0-0BA8D7B755E9}">
      <dgm:prSet/>
      <dgm:spPr/>
      <dgm:t>
        <a:bodyPr/>
        <a:lstStyle/>
        <a:p>
          <a:endParaRPr lang="en-US"/>
        </a:p>
      </dgm:t>
    </dgm:pt>
    <dgm:pt modelId="{89091210-6C3D-493F-BD5C-B889DF5E166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DStreams support two types of operations:</a:t>
          </a:r>
        </a:p>
      </dgm:t>
    </dgm:pt>
    <dgm:pt modelId="{A94184C0-3776-4FA0-BBDB-E629B2FDE98B}" type="parTrans" cxnId="{2FF5016B-52E0-4BB9-91B9-6FA976FAB211}">
      <dgm:prSet/>
      <dgm:spPr/>
      <dgm:t>
        <a:bodyPr/>
        <a:lstStyle/>
        <a:p>
          <a:endParaRPr lang="en-US"/>
        </a:p>
      </dgm:t>
    </dgm:pt>
    <dgm:pt modelId="{064B383D-5F61-4B01-84BF-6940044EA568}" type="sibTrans" cxnId="{2FF5016B-52E0-4BB9-91B9-6FA976FAB211}">
      <dgm:prSet/>
      <dgm:spPr/>
      <dgm:t>
        <a:bodyPr/>
        <a:lstStyle/>
        <a:p>
          <a:endParaRPr lang="en-US"/>
        </a:p>
      </dgm:t>
    </dgm:pt>
    <dgm:pt modelId="{E37ECF3E-2EB9-4150-A348-DA2A0DF6C5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Transformations</a:t>
          </a:r>
        </a:p>
      </dgm:t>
    </dgm:pt>
    <dgm:pt modelId="{AC166424-D750-43AF-91CC-A9B04E4F8AE7}" type="parTrans" cxnId="{CB9E63E5-51DC-47B4-BBFB-4E9747F15B8F}">
      <dgm:prSet/>
      <dgm:spPr/>
      <dgm:t>
        <a:bodyPr/>
        <a:lstStyle/>
        <a:p>
          <a:endParaRPr lang="en-US"/>
        </a:p>
      </dgm:t>
    </dgm:pt>
    <dgm:pt modelId="{7FA1CA9A-3618-4D1D-B9B9-000A25F64FCA}" type="sibTrans" cxnId="{CB9E63E5-51DC-47B4-BBFB-4E9747F15B8F}">
      <dgm:prSet/>
      <dgm:spPr/>
      <dgm:t>
        <a:bodyPr/>
        <a:lstStyle/>
        <a:p>
          <a:endParaRPr lang="en-US"/>
        </a:p>
      </dgm:t>
    </dgm:pt>
    <dgm:pt modelId="{74B40766-2B07-4CAE-88A5-A59C72B0B0F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Output operations: analogous to RDD actions</a:t>
          </a:r>
        </a:p>
      </dgm:t>
    </dgm:pt>
    <dgm:pt modelId="{CE6DAFD8-0105-4DFD-A0A8-D1F1FDCA912F}" type="parTrans" cxnId="{1282360C-4D1D-4ADE-816F-3840DECD3A25}">
      <dgm:prSet/>
      <dgm:spPr/>
      <dgm:t>
        <a:bodyPr/>
        <a:lstStyle/>
        <a:p>
          <a:endParaRPr lang="en-US"/>
        </a:p>
      </dgm:t>
    </dgm:pt>
    <dgm:pt modelId="{8BFC5A96-F9A8-42C2-A88D-813D84E6FEB4}" type="sibTrans" cxnId="{1282360C-4D1D-4ADE-816F-3840DECD3A25}">
      <dgm:prSet/>
      <dgm:spPr/>
      <dgm:t>
        <a:bodyPr/>
        <a:lstStyle/>
        <a:p>
          <a:endParaRPr lang="en-US"/>
        </a:p>
      </dgm:t>
    </dgm:pt>
    <dgm:pt modelId="{0FFB5368-17EF-4F3E-A866-6AD66A4F6604}" type="pres">
      <dgm:prSet presAssocID="{F40B4A02-7257-442A-AD54-A136285D244F}" presName="root" presStyleCnt="0">
        <dgm:presLayoutVars>
          <dgm:dir/>
          <dgm:resizeHandles val="exact"/>
        </dgm:presLayoutVars>
      </dgm:prSet>
      <dgm:spPr/>
    </dgm:pt>
    <dgm:pt modelId="{C9423C93-0DB9-4889-A26C-8DFC7C6D191E}" type="pres">
      <dgm:prSet presAssocID="{BCBCEB07-5588-492D-8F8C-CD76232D8F66}" presName="compNode" presStyleCnt="0"/>
      <dgm:spPr/>
    </dgm:pt>
    <dgm:pt modelId="{33F163D9-5012-494F-9035-ED3800D0DAA4}" type="pres">
      <dgm:prSet presAssocID="{BCBCEB07-5588-492D-8F8C-CD76232D8F66}" presName="bgRect" presStyleLbl="bgShp" presStyleIdx="0" presStyleCnt="2"/>
      <dgm:spPr/>
    </dgm:pt>
    <dgm:pt modelId="{BEE3C9FB-7A6E-4ABF-AC49-CFCEE3E9AF47}" type="pres">
      <dgm:prSet presAssocID="{BCBCEB07-5588-492D-8F8C-CD76232D8F66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B8F09319-A0AD-4C7A-B219-EF0C9B8A693A}" type="pres">
      <dgm:prSet presAssocID="{BCBCEB07-5588-492D-8F8C-CD76232D8F66}" presName="spaceRect" presStyleCnt="0"/>
      <dgm:spPr/>
    </dgm:pt>
    <dgm:pt modelId="{E435A35F-AB6C-4C98-B5B2-289BA6F83AE7}" type="pres">
      <dgm:prSet presAssocID="{BCBCEB07-5588-492D-8F8C-CD76232D8F66}" presName="parTx" presStyleLbl="revTx" presStyleIdx="0" presStyleCnt="4">
        <dgm:presLayoutVars>
          <dgm:chMax val="0"/>
          <dgm:chPref val="0"/>
        </dgm:presLayoutVars>
      </dgm:prSet>
      <dgm:spPr/>
    </dgm:pt>
    <dgm:pt modelId="{C9ECE244-5700-44A0-8054-7B47F3071005}" type="pres">
      <dgm:prSet presAssocID="{BCBCEB07-5588-492D-8F8C-CD76232D8F66}" presName="desTx" presStyleLbl="revTx" presStyleIdx="1" presStyleCnt="4">
        <dgm:presLayoutVars/>
      </dgm:prSet>
      <dgm:spPr/>
    </dgm:pt>
    <dgm:pt modelId="{E62D13F9-2732-4D1F-9ED6-45923C4414BF}" type="pres">
      <dgm:prSet presAssocID="{480F4DC5-52BC-4935-88A1-F6922EC781E0}" presName="sibTrans" presStyleCnt="0"/>
      <dgm:spPr/>
    </dgm:pt>
    <dgm:pt modelId="{40A8ECB2-471F-4654-B3B3-FAC99BF2E7FD}" type="pres">
      <dgm:prSet presAssocID="{89091210-6C3D-493F-BD5C-B889DF5E166E}" presName="compNode" presStyleCnt="0"/>
      <dgm:spPr/>
    </dgm:pt>
    <dgm:pt modelId="{3791F534-2BC4-411E-98E5-E81719E2860E}" type="pres">
      <dgm:prSet presAssocID="{89091210-6C3D-493F-BD5C-B889DF5E166E}" presName="bgRect" presStyleLbl="bgShp" presStyleIdx="1" presStyleCnt="2"/>
      <dgm:spPr/>
    </dgm:pt>
    <dgm:pt modelId="{CD334B02-1150-446F-A97E-92E8DFE7CB51}" type="pres">
      <dgm:prSet presAssocID="{89091210-6C3D-493F-BD5C-B889DF5E166E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CD0BC2D4-83D0-4ACE-81E2-FE7ECC6224A5}" type="pres">
      <dgm:prSet presAssocID="{89091210-6C3D-493F-BD5C-B889DF5E166E}" presName="spaceRect" presStyleCnt="0"/>
      <dgm:spPr/>
    </dgm:pt>
    <dgm:pt modelId="{2DCDC17B-79CC-4AB7-A037-2E7C8EB1B820}" type="pres">
      <dgm:prSet presAssocID="{89091210-6C3D-493F-BD5C-B889DF5E166E}" presName="parTx" presStyleLbl="revTx" presStyleIdx="2" presStyleCnt="4">
        <dgm:presLayoutVars>
          <dgm:chMax val="0"/>
          <dgm:chPref val="0"/>
        </dgm:presLayoutVars>
      </dgm:prSet>
      <dgm:spPr/>
    </dgm:pt>
    <dgm:pt modelId="{2F045FE6-4321-40CE-91E8-305CDB025C53}" type="pres">
      <dgm:prSet presAssocID="{89091210-6C3D-493F-BD5C-B889DF5E166E}" presName="desTx" presStyleLbl="revTx" presStyleIdx="3" presStyleCnt="4">
        <dgm:presLayoutVars/>
      </dgm:prSet>
      <dgm:spPr/>
    </dgm:pt>
  </dgm:ptLst>
  <dgm:cxnLst>
    <dgm:cxn modelId="{1282360C-4D1D-4ADE-816F-3840DECD3A25}" srcId="{89091210-6C3D-493F-BD5C-B889DF5E166E}" destId="{74B40766-2B07-4CAE-88A5-A59C72B0B0F2}" srcOrd="1" destOrd="0" parTransId="{CE6DAFD8-0105-4DFD-A0A8-D1F1FDCA912F}" sibTransId="{8BFC5A96-F9A8-42C2-A88D-813D84E6FEB4}"/>
    <dgm:cxn modelId="{C0CE0752-1273-431B-BB79-6CCA8ACC068B}" srcId="{F40B4A02-7257-442A-AD54-A136285D244F}" destId="{BCBCEB07-5588-492D-8F8C-CD76232D8F66}" srcOrd="0" destOrd="0" parTransId="{C3E2CF92-246E-487F-8B74-ABC32508873D}" sibTransId="{480F4DC5-52BC-4935-88A1-F6922EC781E0}"/>
    <dgm:cxn modelId="{29CD795F-98B4-4BA0-A1D2-AFBABDC55ED0}" type="presOf" srcId="{F40B4A02-7257-442A-AD54-A136285D244F}" destId="{0FFB5368-17EF-4F3E-A866-6AD66A4F6604}" srcOrd="0" destOrd="0" presId="urn:microsoft.com/office/officeart/2018/2/layout/IconVerticalSolidList"/>
    <dgm:cxn modelId="{86C4ED6A-7BEF-4E20-94B0-0BA8D7B755E9}" srcId="{BCBCEB07-5588-492D-8F8C-CD76232D8F66}" destId="{970348E2-035E-4F4C-8402-83950B4775DE}" srcOrd="1" destOrd="0" parTransId="{68B5AD47-4713-4EDF-B25A-D4EFACBEB0D0}" sibTransId="{CF244D5C-C81F-4104-BE8D-297907078CB0}"/>
    <dgm:cxn modelId="{2FF5016B-52E0-4BB9-91B9-6FA976FAB211}" srcId="{F40B4A02-7257-442A-AD54-A136285D244F}" destId="{89091210-6C3D-493F-BD5C-B889DF5E166E}" srcOrd="1" destOrd="0" parTransId="{A94184C0-3776-4FA0-BBDB-E629B2FDE98B}" sibTransId="{064B383D-5F61-4B01-84BF-6940044EA568}"/>
    <dgm:cxn modelId="{13DD4474-015B-4966-B5B7-2306FC0EFBE6}" srcId="{BCBCEB07-5588-492D-8F8C-CD76232D8F66}" destId="{3E5F1CDD-52DD-4BC5-AFA4-3BF6064B9091}" srcOrd="0" destOrd="0" parTransId="{3F420995-4B16-4CB7-9D62-3A0ACEAA48BF}" sibTransId="{44BA5883-D913-4B40-89B9-28AFC9037907}"/>
    <dgm:cxn modelId="{ACE59B78-835C-429F-8BC1-CC7ABD92CB0A}" type="presOf" srcId="{74B40766-2B07-4CAE-88A5-A59C72B0B0F2}" destId="{2F045FE6-4321-40CE-91E8-305CDB025C53}" srcOrd="0" destOrd="1" presId="urn:microsoft.com/office/officeart/2018/2/layout/IconVerticalSolidList"/>
    <dgm:cxn modelId="{A5088880-1239-4280-996E-ADF67342DF4F}" type="presOf" srcId="{E37ECF3E-2EB9-4150-A348-DA2A0DF6C516}" destId="{2F045FE6-4321-40CE-91E8-305CDB025C53}" srcOrd="0" destOrd="0" presId="urn:microsoft.com/office/officeart/2018/2/layout/IconVerticalSolidList"/>
    <dgm:cxn modelId="{7FB54DA9-B24C-4B70-BC71-DA6B02022A48}" type="presOf" srcId="{BCBCEB07-5588-492D-8F8C-CD76232D8F66}" destId="{E435A35F-AB6C-4C98-B5B2-289BA6F83AE7}" srcOrd="0" destOrd="0" presId="urn:microsoft.com/office/officeart/2018/2/layout/IconVerticalSolidList"/>
    <dgm:cxn modelId="{BE8362B8-0996-431C-9D9E-D4934A395EC9}" type="presOf" srcId="{3E5F1CDD-52DD-4BC5-AFA4-3BF6064B9091}" destId="{C9ECE244-5700-44A0-8054-7B47F3071005}" srcOrd="0" destOrd="0" presId="urn:microsoft.com/office/officeart/2018/2/layout/IconVerticalSolidList"/>
    <dgm:cxn modelId="{05BD3ECF-F321-4E00-A32F-C50CDC05CB87}" type="presOf" srcId="{89091210-6C3D-493F-BD5C-B889DF5E166E}" destId="{2DCDC17B-79CC-4AB7-A037-2E7C8EB1B820}" srcOrd="0" destOrd="0" presId="urn:microsoft.com/office/officeart/2018/2/layout/IconVerticalSolidList"/>
    <dgm:cxn modelId="{E58816DE-5286-4785-AEEB-1844CC4D932D}" type="presOf" srcId="{970348E2-035E-4F4C-8402-83950B4775DE}" destId="{C9ECE244-5700-44A0-8054-7B47F3071005}" srcOrd="0" destOrd="1" presId="urn:microsoft.com/office/officeart/2018/2/layout/IconVerticalSolidList"/>
    <dgm:cxn modelId="{CB9E63E5-51DC-47B4-BBFB-4E9747F15B8F}" srcId="{89091210-6C3D-493F-BD5C-B889DF5E166E}" destId="{E37ECF3E-2EB9-4150-A348-DA2A0DF6C516}" srcOrd="0" destOrd="0" parTransId="{AC166424-D750-43AF-91CC-A9B04E4F8AE7}" sibTransId="{7FA1CA9A-3618-4D1D-B9B9-000A25F64FCA}"/>
    <dgm:cxn modelId="{42954D0F-8918-40C4-87E3-AD847080D792}" type="presParOf" srcId="{0FFB5368-17EF-4F3E-A866-6AD66A4F6604}" destId="{C9423C93-0DB9-4889-A26C-8DFC7C6D191E}" srcOrd="0" destOrd="0" presId="urn:microsoft.com/office/officeart/2018/2/layout/IconVerticalSolidList"/>
    <dgm:cxn modelId="{A819C300-DCD7-4DF5-9273-25DE18E031B0}" type="presParOf" srcId="{C9423C93-0DB9-4889-A26C-8DFC7C6D191E}" destId="{33F163D9-5012-494F-9035-ED3800D0DAA4}" srcOrd="0" destOrd="0" presId="urn:microsoft.com/office/officeart/2018/2/layout/IconVerticalSolidList"/>
    <dgm:cxn modelId="{289B31AC-E177-41FC-9D28-CAF91C28A6AE}" type="presParOf" srcId="{C9423C93-0DB9-4889-A26C-8DFC7C6D191E}" destId="{BEE3C9FB-7A6E-4ABF-AC49-CFCEE3E9AF47}" srcOrd="1" destOrd="0" presId="urn:microsoft.com/office/officeart/2018/2/layout/IconVerticalSolidList"/>
    <dgm:cxn modelId="{F2AB7C6B-C256-41B1-9A04-9AA3638C16B3}" type="presParOf" srcId="{C9423C93-0DB9-4889-A26C-8DFC7C6D191E}" destId="{B8F09319-A0AD-4C7A-B219-EF0C9B8A693A}" srcOrd="2" destOrd="0" presId="urn:microsoft.com/office/officeart/2018/2/layout/IconVerticalSolidList"/>
    <dgm:cxn modelId="{1601C6B4-BD89-4B01-90EF-14F857ED9165}" type="presParOf" srcId="{C9423C93-0DB9-4889-A26C-8DFC7C6D191E}" destId="{E435A35F-AB6C-4C98-B5B2-289BA6F83AE7}" srcOrd="3" destOrd="0" presId="urn:microsoft.com/office/officeart/2018/2/layout/IconVerticalSolidList"/>
    <dgm:cxn modelId="{D6259951-0387-4535-A2AF-DDD4B4D13C94}" type="presParOf" srcId="{C9423C93-0DB9-4889-A26C-8DFC7C6D191E}" destId="{C9ECE244-5700-44A0-8054-7B47F3071005}" srcOrd="4" destOrd="0" presId="urn:microsoft.com/office/officeart/2018/2/layout/IconVerticalSolidList"/>
    <dgm:cxn modelId="{24AA236B-46B0-4A61-9205-55BA39FD65E7}" type="presParOf" srcId="{0FFB5368-17EF-4F3E-A866-6AD66A4F6604}" destId="{E62D13F9-2732-4D1F-9ED6-45923C4414BF}" srcOrd="1" destOrd="0" presId="urn:microsoft.com/office/officeart/2018/2/layout/IconVerticalSolidList"/>
    <dgm:cxn modelId="{AB0E20B7-079B-434D-835C-548CF7253BDE}" type="presParOf" srcId="{0FFB5368-17EF-4F3E-A866-6AD66A4F6604}" destId="{40A8ECB2-471F-4654-B3B3-FAC99BF2E7FD}" srcOrd="2" destOrd="0" presId="urn:microsoft.com/office/officeart/2018/2/layout/IconVerticalSolidList"/>
    <dgm:cxn modelId="{2E858A1A-0A15-49F0-B3E1-B26FD5F660FD}" type="presParOf" srcId="{40A8ECB2-471F-4654-B3B3-FAC99BF2E7FD}" destId="{3791F534-2BC4-411E-98E5-E81719E2860E}" srcOrd="0" destOrd="0" presId="urn:microsoft.com/office/officeart/2018/2/layout/IconVerticalSolidList"/>
    <dgm:cxn modelId="{096D97C4-0F0F-4F2E-8B83-E4271E7087B7}" type="presParOf" srcId="{40A8ECB2-471F-4654-B3B3-FAC99BF2E7FD}" destId="{CD334B02-1150-446F-A97E-92E8DFE7CB51}" srcOrd="1" destOrd="0" presId="urn:microsoft.com/office/officeart/2018/2/layout/IconVerticalSolidList"/>
    <dgm:cxn modelId="{DB2F779F-B7B3-4C40-9663-4D234A8D0880}" type="presParOf" srcId="{40A8ECB2-471F-4654-B3B3-FAC99BF2E7FD}" destId="{CD0BC2D4-83D0-4ACE-81E2-FE7ECC6224A5}" srcOrd="2" destOrd="0" presId="urn:microsoft.com/office/officeart/2018/2/layout/IconVerticalSolidList"/>
    <dgm:cxn modelId="{C6E6AE0C-077E-495D-8698-91C774432DED}" type="presParOf" srcId="{40A8ECB2-471F-4654-B3B3-FAC99BF2E7FD}" destId="{2DCDC17B-79CC-4AB7-A037-2E7C8EB1B820}" srcOrd="3" destOrd="0" presId="urn:microsoft.com/office/officeart/2018/2/layout/IconVerticalSolidList"/>
    <dgm:cxn modelId="{D373027A-B8B7-4314-90F8-BBE9A42268F3}" type="presParOf" srcId="{40A8ECB2-471F-4654-B3B3-FAC99BF2E7FD}" destId="{2F045FE6-4321-40CE-91E8-305CDB025C53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CA7764F-447C-48F5-A49F-F3CB5DEE3D3F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4A3568D9-E7EF-496D-ADE5-7E5651FE17AF}">
      <dgm:prSet/>
      <dgm:spPr/>
      <dgm:t>
        <a:bodyPr/>
        <a:lstStyle/>
        <a:p>
          <a:pPr>
            <a:defRPr b="1"/>
          </a:pPr>
          <a:r>
            <a:rPr lang="en-US"/>
            <a:t>socketTextStream()</a:t>
          </a:r>
        </a:p>
      </dgm:t>
    </dgm:pt>
    <dgm:pt modelId="{55E11E4D-143E-4871-99DD-6814C4BB5D36}" type="parTrans" cxnId="{6967E65F-6BBC-4059-8FF0-26737CD7FE15}">
      <dgm:prSet/>
      <dgm:spPr/>
      <dgm:t>
        <a:bodyPr/>
        <a:lstStyle/>
        <a:p>
          <a:endParaRPr lang="en-US"/>
        </a:p>
      </dgm:t>
    </dgm:pt>
    <dgm:pt modelId="{012FA8E6-94AA-4220-B4F0-9F8830A8F510}" type="sibTrans" cxnId="{6967E65F-6BBC-4059-8FF0-26737CD7FE15}">
      <dgm:prSet/>
      <dgm:spPr/>
      <dgm:t>
        <a:bodyPr/>
        <a:lstStyle/>
        <a:p>
          <a:endParaRPr lang="en-US"/>
        </a:p>
      </dgm:t>
    </dgm:pt>
    <dgm:pt modelId="{2959127B-7B5D-4596-BC34-FD9FDABEC13F}">
      <dgm:prSet/>
      <dgm:spPr/>
      <dgm:t>
        <a:bodyPr/>
        <a:lstStyle/>
        <a:p>
          <a:r>
            <a:rPr lang="en-US"/>
            <a:t>From an input TCP source defined by the hostname and port arguments</a:t>
          </a:r>
        </a:p>
      </dgm:t>
    </dgm:pt>
    <dgm:pt modelId="{B2298F8F-0D04-4C99-9755-5D172867DF9B}" type="parTrans" cxnId="{D7796D06-4F41-4336-8493-3FE16FD1B6E4}">
      <dgm:prSet/>
      <dgm:spPr/>
      <dgm:t>
        <a:bodyPr/>
        <a:lstStyle/>
        <a:p>
          <a:endParaRPr lang="en-US"/>
        </a:p>
      </dgm:t>
    </dgm:pt>
    <dgm:pt modelId="{0DF178FE-CA37-406E-8065-877117A06DF5}" type="sibTrans" cxnId="{D7796D06-4F41-4336-8493-3FE16FD1B6E4}">
      <dgm:prSet/>
      <dgm:spPr/>
      <dgm:t>
        <a:bodyPr/>
        <a:lstStyle/>
        <a:p>
          <a:endParaRPr lang="en-US"/>
        </a:p>
      </dgm:t>
    </dgm:pt>
    <dgm:pt modelId="{CC0AC448-7086-4F67-A5EA-F6C7AB6EFCCC}">
      <dgm:prSet/>
      <dgm:spPr/>
      <dgm:t>
        <a:bodyPr/>
        <a:lstStyle/>
        <a:p>
          <a:pPr>
            <a:defRPr b="1"/>
          </a:pPr>
          <a:r>
            <a:rPr lang="en-US"/>
            <a:t>textFileStream()</a:t>
          </a:r>
        </a:p>
      </dgm:t>
    </dgm:pt>
    <dgm:pt modelId="{E99EA595-9C6C-4B42-A9E0-0C990CA98E5E}" type="parTrans" cxnId="{A615D675-E6CD-4D30-8EB0-311D9474B1A9}">
      <dgm:prSet/>
      <dgm:spPr/>
      <dgm:t>
        <a:bodyPr/>
        <a:lstStyle/>
        <a:p>
          <a:endParaRPr lang="en-US"/>
        </a:p>
      </dgm:t>
    </dgm:pt>
    <dgm:pt modelId="{392204F4-909C-42FE-9626-661172E84CA4}" type="sibTrans" cxnId="{A615D675-E6CD-4D30-8EB0-311D9474B1A9}">
      <dgm:prSet/>
      <dgm:spPr/>
      <dgm:t>
        <a:bodyPr/>
        <a:lstStyle/>
        <a:p>
          <a:endParaRPr lang="en-US"/>
        </a:p>
      </dgm:t>
    </dgm:pt>
    <dgm:pt modelId="{4B90C68F-5824-42D1-A362-D285C2A416BD}">
      <dgm:prSet/>
      <dgm:spPr/>
      <dgm:t>
        <a:bodyPr/>
        <a:lstStyle/>
        <a:p>
          <a:r>
            <a:rPr lang="en-US"/>
            <a:t>By monitoring a directory from an instance of HDFS</a:t>
          </a:r>
        </a:p>
      </dgm:t>
    </dgm:pt>
    <dgm:pt modelId="{E643C7DE-9AE1-4A16-9E64-7C567D322D95}" type="parTrans" cxnId="{033591D7-4DD1-4541-8436-1AE079F85110}">
      <dgm:prSet/>
      <dgm:spPr/>
      <dgm:t>
        <a:bodyPr/>
        <a:lstStyle/>
        <a:p>
          <a:endParaRPr lang="en-US"/>
        </a:p>
      </dgm:t>
    </dgm:pt>
    <dgm:pt modelId="{4E9AA4E5-236C-4D7A-84E2-C4B09855D313}" type="sibTrans" cxnId="{033591D7-4DD1-4541-8436-1AE079F85110}">
      <dgm:prSet/>
      <dgm:spPr/>
      <dgm:t>
        <a:bodyPr/>
        <a:lstStyle/>
        <a:p>
          <a:endParaRPr lang="en-US"/>
        </a:p>
      </dgm:t>
    </dgm:pt>
    <dgm:pt modelId="{33206CC0-11C3-41CA-8332-1B0221107C8B}">
      <dgm:prSet/>
      <dgm:spPr/>
      <dgm:t>
        <a:bodyPr/>
        <a:lstStyle/>
        <a:p>
          <a:pPr>
            <a:defRPr b="1"/>
          </a:pPr>
          <a:r>
            <a:rPr lang="en-US"/>
            <a:t>Demo 25</a:t>
          </a:r>
        </a:p>
      </dgm:t>
    </dgm:pt>
    <dgm:pt modelId="{72BF7B08-ABD1-4898-A52D-69FDFF2D1366}" type="parTrans" cxnId="{DEE4B6BB-1A63-450C-8456-1547612C1A4A}">
      <dgm:prSet/>
      <dgm:spPr/>
      <dgm:t>
        <a:bodyPr/>
        <a:lstStyle/>
        <a:p>
          <a:endParaRPr lang="en-US"/>
        </a:p>
      </dgm:t>
    </dgm:pt>
    <dgm:pt modelId="{61294931-A037-49D0-8087-65BC058F219F}" type="sibTrans" cxnId="{DEE4B6BB-1A63-450C-8456-1547612C1A4A}">
      <dgm:prSet/>
      <dgm:spPr/>
      <dgm:t>
        <a:bodyPr/>
        <a:lstStyle/>
        <a:p>
          <a:endParaRPr lang="en-US"/>
        </a:p>
      </dgm:t>
    </dgm:pt>
    <dgm:pt modelId="{445947B3-272F-4F33-8270-2DBCB45E8372}">
      <dgm:prSet/>
      <dgm:spPr/>
      <dgm:t>
        <a:bodyPr/>
        <a:lstStyle/>
        <a:p>
          <a:pPr>
            <a:defRPr b="1"/>
          </a:pPr>
          <a:r>
            <a:rPr lang="en-US"/>
            <a:t>Demo 26</a:t>
          </a:r>
        </a:p>
      </dgm:t>
    </dgm:pt>
    <dgm:pt modelId="{8DA44A5A-A6CD-42B3-90C4-1B51969B7E7E}" type="parTrans" cxnId="{FFAE6B09-2A47-41A6-9EAD-B97CB83EC029}">
      <dgm:prSet/>
      <dgm:spPr/>
      <dgm:t>
        <a:bodyPr/>
        <a:lstStyle/>
        <a:p>
          <a:endParaRPr lang="en-US"/>
        </a:p>
      </dgm:t>
    </dgm:pt>
    <dgm:pt modelId="{0C8C1137-4D37-4B98-998F-74683E7F7BDF}" type="sibTrans" cxnId="{FFAE6B09-2A47-41A6-9EAD-B97CB83EC029}">
      <dgm:prSet/>
      <dgm:spPr/>
      <dgm:t>
        <a:bodyPr/>
        <a:lstStyle/>
        <a:p>
          <a:endParaRPr lang="en-US"/>
        </a:p>
      </dgm:t>
    </dgm:pt>
    <dgm:pt modelId="{66923114-7AC1-486B-8167-35A3C0EB8A7B}" type="pres">
      <dgm:prSet presAssocID="{8CA7764F-447C-48F5-A49F-F3CB5DEE3D3F}" presName="root" presStyleCnt="0">
        <dgm:presLayoutVars>
          <dgm:dir/>
          <dgm:resizeHandles val="exact"/>
        </dgm:presLayoutVars>
      </dgm:prSet>
      <dgm:spPr/>
    </dgm:pt>
    <dgm:pt modelId="{B00256A6-CDDC-41AB-A314-AE44F85EDC81}" type="pres">
      <dgm:prSet presAssocID="{4A3568D9-E7EF-496D-ADE5-7E5651FE17AF}" presName="compNode" presStyleCnt="0"/>
      <dgm:spPr/>
    </dgm:pt>
    <dgm:pt modelId="{FE7672EE-0A9E-4CED-8BDB-C6D9961FE4D9}" type="pres">
      <dgm:prSet presAssocID="{4A3568D9-E7EF-496D-ADE5-7E5651FE17A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CC161B67-70F8-4AB9-B3DD-DF2BC71A96C6}" type="pres">
      <dgm:prSet presAssocID="{4A3568D9-E7EF-496D-ADE5-7E5651FE17AF}" presName="iconSpace" presStyleCnt="0"/>
      <dgm:spPr/>
    </dgm:pt>
    <dgm:pt modelId="{68B6A1F8-CD9B-401B-8470-71A18961AD83}" type="pres">
      <dgm:prSet presAssocID="{4A3568D9-E7EF-496D-ADE5-7E5651FE17AF}" presName="parTx" presStyleLbl="revTx" presStyleIdx="0" presStyleCnt="8">
        <dgm:presLayoutVars>
          <dgm:chMax val="0"/>
          <dgm:chPref val="0"/>
        </dgm:presLayoutVars>
      </dgm:prSet>
      <dgm:spPr/>
    </dgm:pt>
    <dgm:pt modelId="{EBEB01A6-0F47-42B6-B879-30D8F03760C0}" type="pres">
      <dgm:prSet presAssocID="{4A3568D9-E7EF-496D-ADE5-7E5651FE17AF}" presName="txSpace" presStyleCnt="0"/>
      <dgm:spPr/>
    </dgm:pt>
    <dgm:pt modelId="{067A07DF-4AAE-4D3D-AE44-45E433B1CBB6}" type="pres">
      <dgm:prSet presAssocID="{4A3568D9-E7EF-496D-ADE5-7E5651FE17AF}" presName="desTx" presStyleLbl="revTx" presStyleIdx="1" presStyleCnt="8">
        <dgm:presLayoutVars/>
      </dgm:prSet>
      <dgm:spPr/>
    </dgm:pt>
    <dgm:pt modelId="{A8E02B8E-BCBE-4E5E-8FE8-6F022F310137}" type="pres">
      <dgm:prSet presAssocID="{012FA8E6-94AA-4220-B4F0-9F8830A8F510}" presName="sibTrans" presStyleCnt="0"/>
      <dgm:spPr/>
    </dgm:pt>
    <dgm:pt modelId="{5F694BFA-4532-41E7-9A4F-7F5A7162998B}" type="pres">
      <dgm:prSet presAssocID="{CC0AC448-7086-4F67-A5EA-F6C7AB6EFCCC}" presName="compNode" presStyleCnt="0"/>
      <dgm:spPr/>
    </dgm:pt>
    <dgm:pt modelId="{D05DAEFB-042E-486A-B0B7-E5481D60C6BB}" type="pres">
      <dgm:prSet presAssocID="{CC0AC448-7086-4F67-A5EA-F6C7AB6EFCCC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A33302D3-137E-4797-8CA9-20A0BAC715FE}" type="pres">
      <dgm:prSet presAssocID="{CC0AC448-7086-4F67-A5EA-F6C7AB6EFCCC}" presName="iconSpace" presStyleCnt="0"/>
      <dgm:spPr/>
    </dgm:pt>
    <dgm:pt modelId="{030F37A4-D049-49AF-89E2-B40CA46E4234}" type="pres">
      <dgm:prSet presAssocID="{CC0AC448-7086-4F67-A5EA-F6C7AB6EFCCC}" presName="parTx" presStyleLbl="revTx" presStyleIdx="2" presStyleCnt="8">
        <dgm:presLayoutVars>
          <dgm:chMax val="0"/>
          <dgm:chPref val="0"/>
        </dgm:presLayoutVars>
      </dgm:prSet>
      <dgm:spPr/>
    </dgm:pt>
    <dgm:pt modelId="{D7FA9082-419C-42D2-B304-575575DF9FA9}" type="pres">
      <dgm:prSet presAssocID="{CC0AC448-7086-4F67-A5EA-F6C7AB6EFCCC}" presName="txSpace" presStyleCnt="0"/>
      <dgm:spPr/>
    </dgm:pt>
    <dgm:pt modelId="{61132EDB-6D29-4A52-8024-101FDAD3E3BD}" type="pres">
      <dgm:prSet presAssocID="{CC0AC448-7086-4F67-A5EA-F6C7AB6EFCCC}" presName="desTx" presStyleLbl="revTx" presStyleIdx="3" presStyleCnt="8">
        <dgm:presLayoutVars/>
      </dgm:prSet>
      <dgm:spPr/>
    </dgm:pt>
    <dgm:pt modelId="{E99FA4CF-1DC7-487D-9244-0108FE740180}" type="pres">
      <dgm:prSet presAssocID="{392204F4-909C-42FE-9626-661172E84CA4}" presName="sibTrans" presStyleCnt="0"/>
      <dgm:spPr/>
    </dgm:pt>
    <dgm:pt modelId="{A3619FF9-8889-4745-85C3-BE2991B0DA8B}" type="pres">
      <dgm:prSet presAssocID="{33206CC0-11C3-41CA-8332-1B0221107C8B}" presName="compNode" presStyleCnt="0"/>
      <dgm:spPr/>
    </dgm:pt>
    <dgm:pt modelId="{5D9FDD72-A1A7-47AA-9FAC-5B7AF69B374A}" type="pres">
      <dgm:prSet presAssocID="{33206CC0-11C3-41CA-8332-1B0221107C8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0E734D92-3C32-463E-A28A-11D1212247D6}" type="pres">
      <dgm:prSet presAssocID="{33206CC0-11C3-41CA-8332-1B0221107C8B}" presName="iconSpace" presStyleCnt="0"/>
      <dgm:spPr/>
    </dgm:pt>
    <dgm:pt modelId="{CD407C16-5AD4-4306-906F-48D53097F4D3}" type="pres">
      <dgm:prSet presAssocID="{33206CC0-11C3-41CA-8332-1B0221107C8B}" presName="parTx" presStyleLbl="revTx" presStyleIdx="4" presStyleCnt="8">
        <dgm:presLayoutVars>
          <dgm:chMax val="0"/>
          <dgm:chPref val="0"/>
        </dgm:presLayoutVars>
      </dgm:prSet>
      <dgm:spPr/>
    </dgm:pt>
    <dgm:pt modelId="{78AE6B46-2B5C-4EED-9730-0B36FA039B62}" type="pres">
      <dgm:prSet presAssocID="{33206CC0-11C3-41CA-8332-1B0221107C8B}" presName="txSpace" presStyleCnt="0"/>
      <dgm:spPr/>
    </dgm:pt>
    <dgm:pt modelId="{8E1958DC-6B9D-4C8F-85F6-CE34086C7E4D}" type="pres">
      <dgm:prSet presAssocID="{33206CC0-11C3-41CA-8332-1B0221107C8B}" presName="desTx" presStyleLbl="revTx" presStyleIdx="5" presStyleCnt="8">
        <dgm:presLayoutVars/>
      </dgm:prSet>
      <dgm:spPr/>
    </dgm:pt>
    <dgm:pt modelId="{1DCF16C0-CE0E-4BAC-AC93-4987828F3E3C}" type="pres">
      <dgm:prSet presAssocID="{61294931-A037-49D0-8087-65BC058F219F}" presName="sibTrans" presStyleCnt="0"/>
      <dgm:spPr/>
    </dgm:pt>
    <dgm:pt modelId="{22918AB3-5181-463F-92E9-9269B3B49DFE}" type="pres">
      <dgm:prSet presAssocID="{445947B3-272F-4F33-8270-2DBCB45E8372}" presName="compNode" presStyleCnt="0"/>
      <dgm:spPr/>
    </dgm:pt>
    <dgm:pt modelId="{F273C2AC-BFEE-46CE-8DAC-538A45BB0C39}" type="pres">
      <dgm:prSet presAssocID="{445947B3-272F-4F33-8270-2DBCB45E837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5A8E2F4F-79FA-49E6-803D-92FEA23C26ED}" type="pres">
      <dgm:prSet presAssocID="{445947B3-272F-4F33-8270-2DBCB45E8372}" presName="iconSpace" presStyleCnt="0"/>
      <dgm:spPr/>
    </dgm:pt>
    <dgm:pt modelId="{40A9B18E-21F7-4915-9768-B00999433A60}" type="pres">
      <dgm:prSet presAssocID="{445947B3-272F-4F33-8270-2DBCB45E8372}" presName="parTx" presStyleLbl="revTx" presStyleIdx="6" presStyleCnt="8">
        <dgm:presLayoutVars>
          <dgm:chMax val="0"/>
          <dgm:chPref val="0"/>
        </dgm:presLayoutVars>
      </dgm:prSet>
      <dgm:spPr/>
    </dgm:pt>
    <dgm:pt modelId="{DBD83B8C-B65D-4869-B65B-01B00BFF0294}" type="pres">
      <dgm:prSet presAssocID="{445947B3-272F-4F33-8270-2DBCB45E8372}" presName="txSpace" presStyleCnt="0"/>
      <dgm:spPr/>
    </dgm:pt>
    <dgm:pt modelId="{35F58B13-84D9-40F8-A429-E9A7028A8071}" type="pres">
      <dgm:prSet presAssocID="{445947B3-272F-4F33-8270-2DBCB45E8372}" presName="desTx" presStyleLbl="revTx" presStyleIdx="7" presStyleCnt="8">
        <dgm:presLayoutVars/>
      </dgm:prSet>
      <dgm:spPr/>
    </dgm:pt>
  </dgm:ptLst>
  <dgm:cxnLst>
    <dgm:cxn modelId="{D7796D06-4F41-4336-8493-3FE16FD1B6E4}" srcId="{4A3568D9-E7EF-496D-ADE5-7E5651FE17AF}" destId="{2959127B-7B5D-4596-BC34-FD9FDABEC13F}" srcOrd="0" destOrd="0" parTransId="{B2298F8F-0D04-4C99-9755-5D172867DF9B}" sibTransId="{0DF178FE-CA37-406E-8065-877117A06DF5}"/>
    <dgm:cxn modelId="{80921A08-76FF-4F12-830A-CE2148128D1C}" type="presOf" srcId="{445947B3-272F-4F33-8270-2DBCB45E8372}" destId="{40A9B18E-21F7-4915-9768-B00999433A60}" srcOrd="0" destOrd="0" presId="urn:microsoft.com/office/officeart/2018/5/layout/CenteredIconLabelDescriptionList"/>
    <dgm:cxn modelId="{FFAE6B09-2A47-41A6-9EAD-B97CB83EC029}" srcId="{8CA7764F-447C-48F5-A49F-F3CB5DEE3D3F}" destId="{445947B3-272F-4F33-8270-2DBCB45E8372}" srcOrd="3" destOrd="0" parTransId="{8DA44A5A-A6CD-42B3-90C4-1B51969B7E7E}" sibTransId="{0C8C1137-4D37-4B98-998F-74683E7F7BDF}"/>
    <dgm:cxn modelId="{D50BCB36-D6F1-4666-8323-275A21D6B7BA}" type="presOf" srcId="{4B90C68F-5824-42D1-A362-D285C2A416BD}" destId="{61132EDB-6D29-4A52-8024-101FDAD3E3BD}" srcOrd="0" destOrd="0" presId="urn:microsoft.com/office/officeart/2018/5/layout/CenteredIconLabelDescriptionList"/>
    <dgm:cxn modelId="{A2712E45-736F-4558-A083-4FCD41AABB5D}" type="presOf" srcId="{33206CC0-11C3-41CA-8332-1B0221107C8B}" destId="{CD407C16-5AD4-4306-906F-48D53097F4D3}" srcOrd="0" destOrd="0" presId="urn:microsoft.com/office/officeart/2018/5/layout/CenteredIconLabelDescriptionList"/>
    <dgm:cxn modelId="{D9891854-A43B-4BF9-A3B8-B5614C6D2A04}" type="presOf" srcId="{2959127B-7B5D-4596-BC34-FD9FDABEC13F}" destId="{067A07DF-4AAE-4D3D-AE44-45E433B1CBB6}" srcOrd="0" destOrd="0" presId="urn:microsoft.com/office/officeart/2018/5/layout/CenteredIconLabelDescriptionList"/>
    <dgm:cxn modelId="{6967E65F-6BBC-4059-8FF0-26737CD7FE15}" srcId="{8CA7764F-447C-48F5-A49F-F3CB5DEE3D3F}" destId="{4A3568D9-E7EF-496D-ADE5-7E5651FE17AF}" srcOrd="0" destOrd="0" parTransId="{55E11E4D-143E-4871-99DD-6814C4BB5D36}" sibTransId="{012FA8E6-94AA-4220-B4F0-9F8830A8F510}"/>
    <dgm:cxn modelId="{A852B968-AE3F-4901-8F96-D553EAC814A1}" type="presOf" srcId="{4A3568D9-E7EF-496D-ADE5-7E5651FE17AF}" destId="{68B6A1F8-CD9B-401B-8470-71A18961AD83}" srcOrd="0" destOrd="0" presId="urn:microsoft.com/office/officeart/2018/5/layout/CenteredIconLabelDescriptionList"/>
    <dgm:cxn modelId="{A615D675-E6CD-4D30-8EB0-311D9474B1A9}" srcId="{8CA7764F-447C-48F5-A49F-F3CB5DEE3D3F}" destId="{CC0AC448-7086-4F67-A5EA-F6C7AB6EFCCC}" srcOrd="1" destOrd="0" parTransId="{E99EA595-9C6C-4B42-A9E0-0C990CA98E5E}" sibTransId="{392204F4-909C-42FE-9626-661172E84CA4}"/>
    <dgm:cxn modelId="{B8D3B58D-7EB4-47DF-AA2F-6144ACFF4DCC}" type="presOf" srcId="{CC0AC448-7086-4F67-A5EA-F6C7AB6EFCCC}" destId="{030F37A4-D049-49AF-89E2-B40CA46E4234}" srcOrd="0" destOrd="0" presId="urn:microsoft.com/office/officeart/2018/5/layout/CenteredIconLabelDescriptionList"/>
    <dgm:cxn modelId="{DEE4B6BB-1A63-450C-8456-1547612C1A4A}" srcId="{8CA7764F-447C-48F5-A49F-F3CB5DEE3D3F}" destId="{33206CC0-11C3-41CA-8332-1B0221107C8B}" srcOrd="2" destOrd="0" parTransId="{72BF7B08-ABD1-4898-A52D-69FDFF2D1366}" sibTransId="{61294931-A037-49D0-8087-65BC058F219F}"/>
    <dgm:cxn modelId="{033591D7-4DD1-4541-8436-1AE079F85110}" srcId="{CC0AC448-7086-4F67-A5EA-F6C7AB6EFCCC}" destId="{4B90C68F-5824-42D1-A362-D285C2A416BD}" srcOrd="0" destOrd="0" parTransId="{E643C7DE-9AE1-4A16-9E64-7C567D322D95}" sibTransId="{4E9AA4E5-236C-4D7A-84E2-C4B09855D313}"/>
    <dgm:cxn modelId="{BB3299FB-F31D-42F8-806E-3A32A1AE07D9}" type="presOf" srcId="{8CA7764F-447C-48F5-A49F-F3CB5DEE3D3F}" destId="{66923114-7AC1-486B-8167-35A3C0EB8A7B}" srcOrd="0" destOrd="0" presId="urn:microsoft.com/office/officeart/2018/5/layout/CenteredIconLabelDescriptionList"/>
    <dgm:cxn modelId="{B9BE110F-8B0A-4DF3-9088-E63ADCF5F9C9}" type="presParOf" srcId="{66923114-7AC1-486B-8167-35A3C0EB8A7B}" destId="{B00256A6-CDDC-41AB-A314-AE44F85EDC81}" srcOrd="0" destOrd="0" presId="urn:microsoft.com/office/officeart/2018/5/layout/CenteredIconLabelDescriptionList"/>
    <dgm:cxn modelId="{69012A17-3FF5-4A89-B19E-75666288A359}" type="presParOf" srcId="{B00256A6-CDDC-41AB-A314-AE44F85EDC81}" destId="{FE7672EE-0A9E-4CED-8BDB-C6D9961FE4D9}" srcOrd="0" destOrd="0" presId="urn:microsoft.com/office/officeart/2018/5/layout/CenteredIconLabelDescriptionList"/>
    <dgm:cxn modelId="{6EBBC525-34DA-43B0-A607-F787E8AE1C6D}" type="presParOf" srcId="{B00256A6-CDDC-41AB-A314-AE44F85EDC81}" destId="{CC161B67-70F8-4AB9-B3DD-DF2BC71A96C6}" srcOrd="1" destOrd="0" presId="urn:microsoft.com/office/officeart/2018/5/layout/CenteredIconLabelDescriptionList"/>
    <dgm:cxn modelId="{F614A96F-0857-4E8F-A450-ADBF53C4ADB9}" type="presParOf" srcId="{B00256A6-CDDC-41AB-A314-AE44F85EDC81}" destId="{68B6A1F8-CD9B-401B-8470-71A18961AD83}" srcOrd="2" destOrd="0" presId="urn:microsoft.com/office/officeart/2018/5/layout/CenteredIconLabelDescriptionList"/>
    <dgm:cxn modelId="{584C0E3D-EF5D-40C0-AAFA-A86F6C79A172}" type="presParOf" srcId="{B00256A6-CDDC-41AB-A314-AE44F85EDC81}" destId="{EBEB01A6-0F47-42B6-B879-30D8F03760C0}" srcOrd="3" destOrd="0" presId="urn:microsoft.com/office/officeart/2018/5/layout/CenteredIconLabelDescriptionList"/>
    <dgm:cxn modelId="{1619CCBD-28D8-47FC-81B2-66854CE3FA41}" type="presParOf" srcId="{B00256A6-CDDC-41AB-A314-AE44F85EDC81}" destId="{067A07DF-4AAE-4D3D-AE44-45E433B1CBB6}" srcOrd="4" destOrd="0" presId="urn:microsoft.com/office/officeart/2018/5/layout/CenteredIconLabelDescriptionList"/>
    <dgm:cxn modelId="{8E30B873-D302-46EA-912B-760626F37939}" type="presParOf" srcId="{66923114-7AC1-486B-8167-35A3C0EB8A7B}" destId="{A8E02B8E-BCBE-4E5E-8FE8-6F022F310137}" srcOrd="1" destOrd="0" presId="urn:microsoft.com/office/officeart/2018/5/layout/CenteredIconLabelDescriptionList"/>
    <dgm:cxn modelId="{9D7A038C-C2B7-4E6F-A37A-35A168931B59}" type="presParOf" srcId="{66923114-7AC1-486B-8167-35A3C0EB8A7B}" destId="{5F694BFA-4532-41E7-9A4F-7F5A7162998B}" srcOrd="2" destOrd="0" presId="urn:microsoft.com/office/officeart/2018/5/layout/CenteredIconLabelDescriptionList"/>
    <dgm:cxn modelId="{8725F8FD-C713-42EB-8A90-F0C2730A0897}" type="presParOf" srcId="{5F694BFA-4532-41E7-9A4F-7F5A7162998B}" destId="{D05DAEFB-042E-486A-B0B7-E5481D60C6BB}" srcOrd="0" destOrd="0" presId="urn:microsoft.com/office/officeart/2018/5/layout/CenteredIconLabelDescriptionList"/>
    <dgm:cxn modelId="{CFE48687-8455-43AC-88CB-5838A51545CC}" type="presParOf" srcId="{5F694BFA-4532-41E7-9A4F-7F5A7162998B}" destId="{A33302D3-137E-4797-8CA9-20A0BAC715FE}" srcOrd="1" destOrd="0" presId="urn:microsoft.com/office/officeart/2018/5/layout/CenteredIconLabelDescriptionList"/>
    <dgm:cxn modelId="{331056AA-45ED-4894-96E5-7596A4C8830A}" type="presParOf" srcId="{5F694BFA-4532-41E7-9A4F-7F5A7162998B}" destId="{030F37A4-D049-49AF-89E2-B40CA46E4234}" srcOrd="2" destOrd="0" presId="urn:microsoft.com/office/officeart/2018/5/layout/CenteredIconLabelDescriptionList"/>
    <dgm:cxn modelId="{66F5BFD7-F1EB-43CB-98E9-679CC6F2AA69}" type="presParOf" srcId="{5F694BFA-4532-41E7-9A4F-7F5A7162998B}" destId="{D7FA9082-419C-42D2-B304-575575DF9FA9}" srcOrd="3" destOrd="0" presId="urn:microsoft.com/office/officeart/2018/5/layout/CenteredIconLabelDescriptionList"/>
    <dgm:cxn modelId="{D44AA1BA-765A-4250-8F0A-D8906DB75465}" type="presParOf" srcId="{5F694BFA-4532-41E7-9A4F-7F5A7162998B}" destId="{61132EDB-6D29-4A52-8024-101FDAD3E3BD}" srcOrd="4" destOrd="0" presId="urn:microsoft.com/office/officeart/2018/5/layout/CenteredIconLabelDescriptionList"/>
    <dgm:cxn modelId="{20CD4EC1-A4B1-4D4D-A2A4-EA72AACE84A6}" type="presParOf" srcId="{66923114-7AC1-486B-8167-35A3C0EB8A7B}" destId="{E99FA4CF-1DC7-487D-9244-0108FE740180}" srcOrd="3" destOrd="0" presId="urn:microsoft.com/office/officeart/2018/5/layout/CenteredIconLabelDescriptionList"/>
    <dgm:cxn modelId="{89634821-4F8B-48BB-A3C4-9734BCEDBAED}" type="presParOf" srcId="{66923114-7AC1-486B-8167-35A3C0EB8A7B}" destId="{A3619FF9-8889-4745-85C3-BE2991B0DA8B}" srcOrd="4" destOrd="0" presId="urn:microsoft.com/office/officeart/2018/5/layout/CenteredIconLabelDescriptionList"/>
    <dgm:cxn modelId="{38B9E08D-580E-48A5-8F4B-F134BBDADB49}" type="presParOf" srcId="{A3619FF9-8889-4745-85C3-BE2991B0DA8B}" destId="{5D9FDD72-A1A7-47AA-9FAC-5B7AF69B374A}" srcOrd="0" destOrd="0" presId="urn:microsoft.com/office/officeart/2018/5/layout/CenteredIconLabelDescriptionList"/>
    <dgm:cxn modelId="{FD1C5A72-8C9E-4D63-9CE2-D289DEB6DB86}" type="presParOf" srcId="{A3619FF9-8889-4745-85C3-BE2991B0DA8B}" destId="{0E734D92-3C32-463E-A28A-11D1212247D6}" srcOrd="1" destOrd="0" presId="urn:microsoft.com/office/officeart/2018/5/layout/CenteredIconLabelDescriptionList"/>
    <dgm:cxn modelId="{CD0735AD-9897-4214-8108-26EFAE612E04}" type="presParOf" srcId="{A3619FF9-8889-4745-85C3-BE2991B0DA8B}" destId="{CD407C16-5AD4-4306-906F-48D53097F4D3}" srcOrd="2" destOrd="0" presId="urn:microsoft.com/office/officeart/2018/5/layout/CenteredIconLabelDescriptionList"/>
    <dgm:cxn modelId="{64C77518-F374-4B32-906A-DBD7B22D69A4}" type="presParOf" srcId="{A3619FF9-8889-4745-85C3-BE2991B0DA8B}" destId="{78AE6B46-2B5C-4EED-9730-0B36FA039B62}" srcOrd="3" destOrd="0" presId="urn:microsoft.com/office/officeart/2018/5/layout/CenteredIconLabelDescriptionList"/>
    <dgm:cxn modelId="{CE0DFE0D-9511-4EE2-BAA8-6AE4F9D75D73}" type="presParOf" srcId="{A3619FF9-8889-4745-85C3-BE2991B0DA8B}" destId="{8E1958DC-6B9D-4C8F-85F6-CE34086C7E4D}" srcOrd="4" destOrd="0" presId="urn:microsoft.com/office/officeart/2018/5/layout/CenteredIconLabelDescriptionList"/>
    <dgm:cxn modelId="{2DF35AB2-A29A-4C6D-85E5-7A3FA0634D31}" type="presParOf" srcId="{66923114-7AC1-486B-8167-35A3C0EB8A7B}" destId="{1DCF16C0-CE0E-4BAC-AC93-4987828F3E3C}" srcOrd="5" destOrd="0" presId="urn:microsoft.com/office/officeart/2018/5/layout/CenteredIconLabelDescriptionList"/>
    <dgm:cxn modelId="{239B2894-0303-4516-87A1-C5AB8CCF3D7D}" type="presParOf" srcId="{66923114-7AC1-486B-8167-35A3C0EB8A7B}" destId="{22918AB3-5181-463F-92E9-9269B3B49DFE}" srcOrd="6" destOrd="0" presId="urn:microsoft.com/office/officeart/2018/5/layout/CenteredIconLabelDescriptionList"/>
    <dgm:cxn modelId="{8CA5DFFB-016D-4107-AF4A-8AAC4C5B4680}" type="presParOf" srcId="{22918AB3-5181-463F-92E9-9269B3B49DFE}" destId="{F273C2AC-BFEE-46CE-8DAC-538A45BB0C39}" srcOrd="0" destOrd="0" presId="urn:microsoft.com/office/officeart/2018/5/layout/CenteredIconLabelDescriptionList"/>
    <dgm:cxn modelId="{DF59A79F-8ED7-4F67-B6DF-CF2343C5E65D}" type="presParOf" srcId="{22918AB3-5181-463F-92E9-9269B3B49DFE}" destId="{5A8E2F4F-79FA-49E6-803D-92FEA23C26ED}" srcOrd="1" destOrd="0" presId="urn:microsoft.com/office/officeart/2018/5/layout/CenteredIconLabelDescriptionList"/>
    <dgm:cxn modelId="{A23B7799-0155-4122-8D5A-725975FFAB43}" type="presParOf" srcId="{22918AB3-5181-463F-92E9-9269B3B49DFE}" destId="{40A9B18E-21F7-4915-9768-B00999433A60}" srcOrd="2" destOrd="0" presId="urn:microsoft.com/office/officeart/2018/5/layout/CenteredIconLabelDescriptionList"/>
    <dgm:cxn modelId="{99029AD5-F485-4E6D-96FC-EC2857947B84}" type="presParOf" srcId="{22918AB3-5181-463F-92E9-9269B3B49DFE}" destId="{DBD83B8C-B65D-4869-B65B-01B00BFF0294}" srcOrd="3" destOrd="0" presId="urn:microsoft.com/office/officeart/2018/5/layout/CenteredIconLabelDescriptionList"/>
    <dgm:cxn modelId="{32591D0B-77A7-4229-B2CF-D5C6B2E58F87}" type="presParOf" srcId="{22918AB3-5181-463F-92E9-9269B3B49DFE}" destId="{35F58B13-84D9-40F8-A429-E9A7028A8071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185B8DC2-48E1-4962-9409-6AFEEFB30436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8837E12-F1A3-4AAB-966C-BD9FD186BCF2}">
      <dgm:prSet/>
      <dgm:spPr/>
      <dgm:t>
        <a:bodyPr/>
        <a:lstStyle/>
        <a:p>
          <a:pPr>
            <a:defRPr b="1"/>
          </a:pPr>
          <a:r>
            <a:rPr lang="en-US"/>
            <a:t>Maintained for fault tolerance much the same way that RDDs and 	DataFrames maintain their lineage</a:t>
          </a:r>
        </a:p>
      </dgm:t>
    </dgm:pt>
    <dgm:pt modelId="{355DFFB3-8706-4024-9C71-8F9D4CD9E9C8}" type="parTrans" cxnId="{8BEFCF69-28B0-4455-A138-494564EF21F9}">
      <dgm:prSet/>
      <dgm:spPr/>
      <dgm:t>
        <a:bodyPr/>
        <a:lstStyle/>
        <a:p>
          <a:endParaRPr lang="en-US"/>
        </a:p>
      </dgm:t>
    </dgm:pt>
    <dgm:pt modelId="{D23678B6-5F00-468E-A99B-0E2787EF96DF}" type="sibTrans" cxnId="{8BEFCF69-28B0-4455-A138-494564EF21F9}">
      <dgm:prSet/>
      <dgm:spPr/>
      <dgm:t>
        <a:bodyPr/>
        <a:lstStyle/>
        <a:p>
          <a:endParaRPr lang="en-US"/>
        </a:p>
      </dgm:t>
    </dgm:pt>
    <dgm:pt modelId="{F86B7139-509F-4D0A-9C7A-927C89484661}">
      <dgm:prSet/>
      <dgm:spPr/>
      <dgm:t>
        <a:bodyPr/>
        <a:lstStyle/>
        <a:p>
          <a:pPr>
            <a:defRPr b="1"/>
          </a:pPr>
          <a:r>
            <a:rPr lang="en-US"/>
            <a:t>Checkpointing is often necessary because streaming applications are 	by definition long-lived applications</a:t>
          </a:r>
        </a:p>
      </dgm:t>
    </dgm:pt>
    <dgm:pt modelId="{B137705A-781E-4B2E-ADFA-B100D49986F4}" type="parTrans" cxnId="{CBEEF5A2-3D0A-43FE-A313-9F8EDD2718DB}">
      <dgm:prSet/>
      <dgm:spPr/>
      <dgm:t>
        <a:bodyPr/>
        <a:lstStyle/>
        <a:p>
          <a:endParaRPr lang="en-US"/>
        </a:p>
      </dgm:t>
    </dgm:pt>
    <dgm:pt modelId="{A8D55EA5-3C51-4532-AF82-531D9DB5EE7E}" type="sibTrans" cxnId="{CBEEF5A2-3D0A-43FE-A313-9F8EDD2718DB}">
      <dgm:prSet/>
      <dgm:spPr/>
      <dgm:t>
        <a:bodyPr/>
        <a:lstStyle/>
        <a:p>
          <a:endParaRPr lang="en-US"/>
        </a:p>
      </dgm:t>
    </dgm:pt>
    <dgm:pt modelId="{4566F0D3-0577-4AD6-89BE-C7C5C6E88A6E}">
      <dgm:prSet/>
      <dgm:spPr/>
      <dgm:t>
        <a:bodyPr/>
        <a:lstStyle/>
        <a:p>
          <a:pPr>
            <a:defRPr b="1"/>
          </a:pPr>
          <a:r>
            <a:rPr lang="en-US" b="1"/>
            <a:t>StreamingContext.checkpoint(directory)</a:t>
          </a:r>
          <a:endParaRPr lang="en-US"/>
        </a:p>
      </dgm:t>
    </dgm:pt>
    <dgm:pt modelId="{83651DED-A8BD-4461-9A5C-252A12524CF8}" type="parTrans" cxnId="{50B1F755-9D19-4B9A-8698-D1CE91F365A7}">
      <dgm:prSet/>
      <dgm:spPr/>
      <dgm:t>
        <a:bodyPr/>
        <a:lstStyle/>
        <a:p>
          <a:endParaRPr lang="en-US"/>
        </a:p>
      </dgm:t>
    </dgm:pt>
    <dgm:pt modelId="{C3F8F899-D720-40A1-B40B-BE50250915C6}" type="sibTrans" cxnId="{50B1F755-9D19-4B9A-8698-D1CE91F365A7}">
      <dgm:prSet/>
      <dgm:spPr/>
      <dgm:t>
        <a:bodyPr/>
        <a:lstStyle/>
        <a:p>
          <a:endParaRPr lang="en-US"/>
        </a:p>
      </dgm:t>
    </dgm:pt>
    <dgm:pt modelId="{C975449C-1EF8-4629-9835-6D20D8A71690}">
      <dgm:prSet/>
      <dgm:spPr/>
      <dgm:t>
        <a:bodyPr/>
        <a:lstStyle/>
        <a:p>
          <a:r>
            <a:rPr lang="en-US"/>
            <a:t>Enables periodic checkpointing of DStream operations for durability and fault tolerance</a:t>
          </a:r>
        </a:p>
      </dgm:t>
    </dgm:pt>
    <dgm:pt modelId="{009AE68C-6BE0-41A9-9D2F-E484E45F25A6}" type="parTrans" cxnId="{A597A7C7-B2AA-415C-AE59-C6F717E0977C}">
      <dgm:prSet/>
      <dgm:spPr/>
      <dgm:t>
        <a:bodyPr/>
        <a:lstStyle/>
        <a:p>
          <a:endParaRPr lang="en-US"/>
        </a:p>
      </dgm:t>
    </dgm:pt>
    <dgm:pt modelId="{EA4AB4D6-0DE0-4364-94E9-466CABEA20CC}" type="sibTrans" cxnId="{A597A7C7-B2AA-415C-AE59-C6F717E0977C}">
      <dgm:prSet/>
      <dgm:spPr/>
      <dgm:t>
        <a:bodyPr/>
        <a:lstStyle/>
        <a:p>
          <a:endParaRPr lang="en-US"/>
        </a:p>
      </dgm:t>
    </dgm:pt>
    <dgm:pt modelId="{98798553-CB43-4A08-A152-9370B878EBA1}">
      <dgm:prSet/>
      <dgm:spPr/>
      <dgm:t>
        <a:bodyPr/>
        <a:lstStyle/>
        <a:p>
          <a:pPr>
            <a:defRPr b="1"/>
          </a:pPr>
          <a:r>
            <a:rPr lang="en-US" b="1"/>
            <a:t>DStream.checkpoint(interval)</a:t>
          </a:r>
          <a:endParaRPr lang="en-US"/>
        </a:p>
      </dgm:t>
    </dgm:pt>
    <dgm:pt modelId="{1C304C16-198B-45D2-8741-304522520C55}" type="parTrans" cxnId="{2D5C7AC4-4590-46B1-94AE-C9AFC719D17E}">
      <dgm:prSet/>
      <dgm:spPr/>
      <dgm:t>
        <a:bodyPr/>
        <a:lstStyle/>
        <a:p>
          <a:endParaRPr lang="en-US"/>
        </a:p>
      </dgm:t>
    </dgm:pt>
    <dgm:pt modelId="{7B3D8230-C078-43BA-9F88-C5FC2B2FACEF}" type="sibTrans" cxnId="{2D5C7AC4-4590-46B1-94AE-C9AFC719D17E}">
      <dgm:prSet/>
      <dgm:spPr/>
      <dgm:t>
        <a:bodyPr/>
        <a:lstStyle/>
        <a:p>
          <a:endParaRPr lang="en-US"/>
        </a:p>
      </dgm:t>
    </dgm:pt>
    <dgm:pt modelId="{58AABEFF-A433-4229-A078-7D53E51C59F7}">
      <dgm:prSet/>
      <dgm:spPr/>
      <dgm:t>
        <a:bodyPr/>
        <a:lstStyle/>
        <a:p>
          <a:r>
            <a:rPr lang="en-US"/>
            <a:t>Enable periodic checkpointing of RDDs of a particular Dstream</a:t>
          </a:r>
        </a:p>
      </dgm:t>
    </dgm:pt>
    <dgm:pt modelId="{522B7C2B-CE91-4366-AACA-F4FD2BB3BEA1}" type="parTrans" cxnId="{EE1FC61B-5338-4F89-8D57-C3BC1B0C2738}">
      <dgm:prSet/>
      <dgm:spPr/>
      <dgm:t>
        <a:bodyPr/>
        <a:lstStyle/>
        <a:p>
          <a:endParaRPr lang="en-US"/>
        </a:p>
      </dgm:t>
    </dgm:pt>
    <dgm:pt modelId="{29120E27-A7B1-4F0C-B685-627C2008BEF1}" type="sibTrans" cxnId="{EE1FC61B-5338-4F89-8D57-C3BC1B0C2738}">
      <dgm:prSet/>
      <dgm:spPr/>
      <dgm:t>
        <a:bodyPr/>
        <a:lstStyle/>
        <a:p>
          <a:endParaRPr lang="en-US"/>
        </a:p>
      </dgm:t>
    </dgm:pt>
    <dgm:pt modelId="{BCDE6A7F-C367-41C2-8228-0312432CFE1F}">
      <dgm:prSet/>
      <dgm:spPr/>
      <dgm:t>
        <a:bodyPr/>
        <a:lstStyle/>
        <a:p>
          <a:pPr>
            <a:defRPr b="1"/>
          </a:pPr>
          <a:r>
            <a:rPr lang="en-US"/>
            <a:t>Demo 27</a:t>
          </a:r>
        </a:p>
      </dgm:t>
    </dgm:pt>
    <dgm:pt modelId="{B55D9DA9-6289-461B-9B90-1F8FBB729EBB}" type="parTrans" cxnId="{4A932F36-89CC-498B-8CE1-106A7533A8D1}">
      <dgm:prSet/>
      <dgm:spPr/>
      <dgm:t>
        <a:bodyPr/>
        <a:lstStyle/>
        <a:p>
          <a:endParaRPr lang="en-US"/>
        </a:p>
      </dgm:t>
    </dgm:pt>
    <dgm:pt modelId="{9E69E091-64E7-4BBC-9331-7185C6FB2F09}" type="sibTrans" cxnId="{4A932F36-89CC-498B-8CE1-106A7533A8D1}">
      <dgm:prSet/>
      <dgm:spPr/>
      <dgm:t>
        <a:bodyPr/>
        <a:lstStyle/>
        <a:p>
          <a:endParaRPr lang="en-US"/>
        </a:p>
      </dgm:t>
    </dgm:pt>
    <dgm:pt modelId="{7A736E63-B8BC-42DB-A4B7-F4D5E7FE3989}" type="pres">
      <dgm:prSet presAssocID="{185B8DC2-48E1-4962-9409-6AFEEFB30436}" presName="root" presStyleCnt="0">
        <dgm:presLayoutVars>
          <dgm:dir/>
          <dgm:resizeHandles val="exact"/>
        </dgm:presLayoutVars>
      </dgm:prSet>
      <dgm:spPr/>
    </dgm:pt>
    <dgm:pt modelId="{B8FBC4AE-135F-4CD3-AE52-1DE649D20BE4}" type="pres">
      <dgm:prSet presAssocID="{28837E12-F1A3-4AAB-966C-BD9FD186BCF2}" presName="compNode" presStyleCnt="0"/>
      <dgm:spPr/>
    </dgm:pt>
    <dgm:pt modelId="{306579B0-0DFF-44DB-A037-3C303F46B190}" type="pres">
      <dgm:prSet presAssocID="{28837E12-F1A3-4AAB-966C-BD9FD186BCF2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AFB87FB-1262-476F-BD3D-F8744FCF8D31}" type="pres">
      <dgm:prSet presAssocID="{28837E12-F1A3-4AAB-966C-BD9FD186BCF2}" presName="iconSpace" presStyleCnt="0"/>
      <dgm:spPr/>
    </dgm:pt>
    <dgm:pt modelId="{D531468B-71A6-4B12-8DB0-E8666EBC215B}" type="pres">
      <dgm:prSet presAssocID="{28837E12-F1A3-4AAB-966C-BD9FD186BCF2}" presName="parTx" presStyleLbl="revTx" presStyleIdx="0" presStyleCnt="10">
        <dgm:presLayoutVars>
          <dgm:chMax val="0"/>
          <dgm:chPref val="0"/>
        </dgm:presLayoutVars>
      </dgm:prSet>
      <dgm:spPr/>
    </dgm:pt>
    <dgm:pt modelId="{E26C663D-FB62-472C-B40A-423495BBC7BA}" type="pres">
      <dgm:prSet presAssocID="{28837E12-F1A3-4AAB-966C-BD9FD186BCF2}" presName="txSpace" presStyleCnt="0"/>
      <dgm:spPr/>
    </dgm:pt>
    <dgm:pt modelId="{D61CA8F8-6362-423E-BFFC-DBDAC53528D6}" type="pres">
      <dgm:prSet presAssocID="{28837E12-F1A3-4AAB-966C-BD9FD186BCF2}" presName="desTx" presStyleLbl="revTx" presStyleIdx="1" presStyleCnt="10">
        <dgm:presLayoutVars/>
      </dgm:prSet>
      <dgm:spPr/>
    </dgm:pt>
    <dgm:pt modelId="{FFA121E7-0FCD-4BA6-BBBE-B8F8886E65CE}" type="pres">
      <dgm:prSet presAssocID="{D23678B6-5F00-468E-A99B-0E2787EF96DF}" presName="sibTrans" presStyleCnt="0"/>
      <dgm:spPr/>
    </dgm:pt>
    <dgm:pt modelId="{E61DACD8-0FE7-4540-9F63-BECCB005E479}" type="pres">
      <dgm:prSet presAssocID="{F86B7139-509F-4D0A-9C7A-927C89484661}" presName="compNode" presStyleCnt="0"/>
      <dgm:spPr/>
    </dgm:pt>
    <dgm:pt modelId="{7890E7D6-5EA0-4224-8807-5DEF7AC2D5F7}" type="pres">
      <dgm:prSet presAssocID="{F86B7139-509F-4D0A-9C7A-927C89484661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F02F4BC5-0BB8-4271-9065-550DFEECD5C3}" type="pres">
      <dgm:prSet presAssocID="{F86B7139-509F-4D0A-9C7A-927C89484661}" presName="iconSpace" presStyleCnt="0"/>
      <dgm:spPr/>
    </dgm:pt>
    <dgm:pt modelId="{5B5F957A-03EA-4D2A-8BDF-96E62998984B}" type="pres">
      <dgm:prSet presAssocID="{F86B7139-509F-4D0A-9C7A-927C89484661}" presName="parTx" presStyleLbl="revTx" presStyleIdx="2" presStyleCnt="10">
        <dgm:presLayoutVars>
          <dgm:chMax val="0"/>
          <dgm:chPref val="0"/>
        </dgm:presLayoutVars>
      </dgm:prSet>
      <dgm:spPr/>
    </dgm:pt>
    <dgm:pt modelId="{F9479D8A-B566-4A44-9285-9D9A53380D14}" type="pres">
      <dgm:prSet presAssocID="{F86B7139-509F-4D0A-9C7A-927C89484661}" presName="txSpace" presStyleCnt="0"/>
      <dgm:spPr/>
    </dgm:pt>
    <dgm:pt modelId="{1D310C2C-67E1-47E1-8C07-BCDA743AAD49}" type="pres">
      <dgm:prSet presAssocID="{F86B7139-509F-4D0A-9C7A-927C89484661}" presName="desTx" presStyleLbl="revTx" presStyleIdx="3" presStyleCnt="10">
        <dgm:presLayoutVars/>
      </dgm:prSet>
      <dgm:spPr/>
    </dgm:pt>
    <dgm:pt modelId="{BE84D478-67CE-44EC-8E86-C609AE4198D2}" type="pres">
      <dgm:prSet presAssocID="{A8D55EA5-3C51-4532-AF82-531D9DB5EE7E}" presName="sibTrans" presStyleCnt="0"/>
      <dgm:spPr/>
    </dgm:pt>
    <dgm:pt modelId="{6E3CF6E7-C11D-46BD-8FDE-979FBFEB374E}" type="pres">
      <dgm:prSet presAssocID="{4566F0D3-0577-4AD6-89BE-C7C5C6E88A6E}" presName="compNode" presStyleCnt="0"/>
      <dgm:spPr/>
    </dgm:pt>
    <dgm:pt modelId="{68E9B546-8E09-4642-A40C-5BBF359E8FA5}" type="pres">
      <dgm:prSet presAssocID="{4566F0D3-0577-4AD6-89BE-C7C5C6E88A6E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E18C08F5-EAFD-4F3F-BFD2-644842BA95D6}" type="pres">
      <dgm:prSet presAssocID="{4566F0D3-0577-4AD6-89BE-C7C5C6E88A6E}" presName="iconSpace" presStyleCnt="0"/>
      <dgm:spPr/>
    </dgm:pt>
    <dgm:pt modelId="{71F4A7EE-2539-4DC3-A50A-05B3A45754AF}" type="pres">
      <dgm:prSet presAssocID="{4566F0D3-0577-4AD6-89BE-C7C5C6E88A6E}" presName="parTx" presStyleLbl="revTx" presStyleIdx="4" presStyleCnt="10">
        <dgm:presLayoutVars>
          <dgm:chMax val="0"/>
          <dgm:chPref val="0"/>
        </dgm:presLayoutVars>
      </dgm:prSet>
      <dgm:spPr/>
    </dgm:pt>
    <dgm:pt modelId="{1315DF48-8DDA-4175-8A15-7133187A7F45}" type="pres">
      <dgm:prSet presAssocID="{4566F0D3-0577-4AD6-89BE-C7C5C6E88A6E}" presName="txSpace" presStyleCnt="0"/>
      <dgm:spPr/>
    </dgm:pt>
    <dgm:pt modelId="{ED9291FC-B65F-4915-97B2-934A6662A2B5}" type="pres">
      <dgm:prSet presAssocID="{4566F0D3-0577-4AD6-89BE-C7C5C6E88A6E}" presName="desTx" presStyleLbl="revTx" presStyleIdx="5" presStyleCnt="10">
        <dgm:presLayoutVars/>
      </dgm:prSet>
      <dgm:spPr/>
    </dgm:pt>
    <dgm:pt modelId="{D956A339-10FE-4279-80D4-98B0EC47B939}" type="pres">
      <dgm:prSet presAssocID="{C3F8F899-D720-40A1-B40B-BE50250915C6}" presName="sibTrans" presStyleCnt="0"/>
      <dgm:spPr/>
    </dgm:pt>
    <dgm:pt modelId="{6C116DAE-E0BB-4EB2-BA20-7A300A9A99DC}" type="pres">
      <dgm:prSet presAssocID="{98798553-CB43-4A08-A152-9370B878EBA1}" presName="compNode" presStyleCnt="0"/>
      <dgm:spPr/>
    </dgm:pt>
    <dgm:pt modelId="{F2BE897B-7CD1-4464-8261-38D75D2434B7}" type="pres">
      <dgm:prSet presAssocID="{98798553-CB43-4A08-A152-9370B878EBA1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NA"/>
        </a:ext>
      </dgm:extLst>
    </dgm:pt>
    <dgm:pt modelId="{A53C248C-6512-4770-BE7C-75C6BCE8D037}" type="pres">
      <dgm:prSet presAssocID="{98798553-CB43-4A08-A152-9370B878EBA1}" presName="iconSpace" presStyleCnt="0"/>
      <dgm:spPr/>
    </dgm:pt>
    <dgm:pt modelId="{D0BE99D7-A3A1-447A-9F51-A95CE164952D}" type="pres">
      <dgm:prSet presAssocID="{98798553-CB43-4A08-A152-9370B878EBA1}" presName="parTx" presStyleLbl="revTx" presStyleIdx="6" presStyleCnt="10">
        <dgm:presLayoutVars>
          <dgm:chMax val="0"/>
          <dgm:chPref val="0"/>
        </dgm:presLayoutVars>
      </dgm:prSet>
      <dgm:spPr/>
    </dgm:pt>
    <dgm:pt modelId="{D8230F08-EBEF-4606-A701-D8579DBC4A5D}" type="pres">
      <dgm:prSet presAssocID="{98798553-CB43-4A08-A152-9370B878EBA1}" presName="txSpace" presStyleCnt="0"/>
      <dgm:spPr/>
    </dgm:pt>
    <dgm:pt modelId="{6CFD56D2-1CAD-489B-8732-3C0F550FC432}" type="pres">
      <dgm:prSet presAssocID="{98798553-CB43-4A08-A152-9370B878EBA1}" presName="desTx" presStyleLbl="revTx" presStyleIdx="7" presStyleCnt="10">
        <dgm:presLayoutVars/>
      </dgm:prSet>
      <dgm:spPr/>
    </dgm:pt>
    <dgm:pt modelId="{B1CB24B6-B9F8-4EE7-87CE-048CF8C6FDBB}" type="pres">
      <dgm:prSet presAssocID="{7B3D8230-C078-43BA-9F88-C5FC2B2FACEF}" presName="sibTrans" presStyleCnt="0"/>
      <dgm:spPr/>
    </dgm:pt>
    <dgm:pt modelId="{85C2EC10-3472-4F9D-8AA5-55DB710A6F4F}" type="pres">
      <dgm:prSet presAssocID="{BCDE6A7F-C367-41C2-8228-0312432CFE1F}" presName="compNode" presStyleCnt="0"/>
      <dgm:spPr/>
    </dgm:pt>
    <dgm:pt modelId="{7D4B450D-2409-4C7D-A93D-8236A5C39058}" type="pres">
      <dgm:prSet presAssocID="{BCDE6A7F-C367-41C2-8228-0312432CFE1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A43F175E-09DE-47B0-8302-42ABAD8D5DDE}" type="pres">
      <dgm:prSet presAssocID="{BCDE6A7F-C367-41C2-8228-0312432CFE1F}" presName="iconSpace" presStyleCnt="0"/>
      <dgm:spPr/>
    </dgm:pt>
    <dgm:pt modelId="{7CDECCB8-7EED-4198-AD0B-AAFDAC18948F}" type="pres">
      <dgm:prSet presAssocID="{BCDE6A7F-C367-41C2-8228-0312432CFE1F}" presName="parTx" presStyleLbl="revTx" presStyleIdx="8" presStyleCnt="10">
        <dgm:presLayoutVars>
          <dgm:chMax val="0"/>
          <dgm:chPref val="0"/>
        </dgm:presLayoutVars>
      </dgm:prSet>
      <dgm:spPr/>
    </dgm:pt>
    <dgm:pt modelId="{1A455314-7EAC-4987-BDAC-D67ADD640A5A}" type="pres">
      <dgm:prSet presAssocID="{BCDE6A7F-C367-41C2-8228-0312432CFE1F}" presName="txSpace" presStyleCnt="0"/>
      <dgm:spPr/>
    </dgm:pt>
    <dgm:pt modelId="{37B95C95-452A-4DDB-93E5-316557AD0811}" type="pres">
      <dgm:prSet presAssocID="{BCDE6A7F-C367-41C2-8228-0312432CFE1F}" presName="desTx" presStyleLbl="revTx" presStyleIdx="9" presStyleCnt="10">
        <dgm:presLayoutVars/>
      </dgm:prSet>
      <dgm:spPr/>
    </dgm:pt>
  </dgm:ptLst>
  <dgm:cxnLst>
    <dgm:cxn modelId="{3C361317-00EC-4254-9F5B-0397FB52EA44}" type="presOf" srcId="{98798553-CB43-4A08-A152-9370B878EBA1}" destId="{D0BE99D7-A3A1-447A-9F51-A95CE164952D}" srcOrd="0" destOrd="0" presId="urn:microsoft.com/office/officeart/2018/5/layout/CenteredIconLabelDescriptionList"/>
    <dgm:cxn modelId="{EE1FC61B-5338-4F89-8D57-C3BC1B0C2738}" srcId="{98798553-CB43-4A08-A152-9370B878EBA1}" destId="{58AABEFF-A433-4229-A078-7D53E51C59F7}" srcOrd="0" destOrd="0" parTransId="{522B7C2B-CE91-4366-AACA-F4FD2BB3BEA1}" sibTransId="{29120E27-A7B1-4F0C-B685-627C2008BEF1}"/>
    <dgm:cxn modelId="{5BB9631D-A29A-4DC7-9A0D-682BF90FEDB4}" type="presOf" srcId="{58AABEFF-A433-4229-A078-7D53E51C59F7}" destId="{6CFD56D2-1CAD-489B-8732-3C0F550FC432}" srcOrd="0" destOrd="0" presId="urn:microsoft.com/office/officeart/2018/5/layout/CenteredIconLabelDescriptionList"/>
    <dgm:cxn modelId="{3E51882C-A647-4B23-B383-2E7E37B68E53}" type="presOf" srcId="{185B8DC2-48E1-4962-9409-6AFEEFB30436}" destId="{7A736E63-B8BC-42DB-A4B7-F4D5E7FE3989}" srcOrd="0" destOrd="0" presId="urn:microsoft.com/office/officeart/2018/5/layout/CenteredIconLabelDescriptionList"/>
    <dgm:cxn modelId="{A007AA30-75A6-4427-940C-1172CA54DE68}" type="presOf" srcId="{4566F0D3-0577-4AD6-89BE-C7C5C6E88A6E}" destId="{71F4A7EE-2539-4DC3-A50A-05B3A45754AF}" srcOrd="0" destOrd="0" presId="urn:microsoft.com/office/officeart/2018/5/layout/CenteredIconLabelDescriptionList"/>
    <dgm:cxn modelId="{4A932F36-89CC-498B-8CE1-106A7533A8D1}" srcId="{185B8DC2-48E1-4962-9409-6AFEEFB30436}" destId="{BCDE6A7F-C367-41C2-8228-0312432CFE1F}" srcOrd="4" destOrd="0" parTransId="{B55D9DA9-6289-461B-9B90-1F8FBB729EBB}" sibTransId="{9E69E091-64E7-4BBC-9331-7185C6FB2F09}"/>
    <dgm:cxn modelId="{50B1F755-9D19-4B9A-8698-D1CE91F365A7}" srcId="{185B8DC2-48E1-4962-9409-6AFEEFB30436}" destId="{4566F0D3-0577-4AD6-89BE-C7C5C6E88A6E}" srcOrd="2" destOrd="0" parTransId="{83651DED-A8BD-4461-9A5C-252A12524CF8}" sibTransId="{C3F8F899-D720-40A1-B40B-BE50250915C6}"/>
    <dgm:cxn modelId="{FCC7385D-4B55-4EC5-87DC-342272E3D8A9}" type="presOf" srcId="{C975449C-1EF8-4629-9835-6D20D8A71690}" destId="{ED9291FC-B65F-4915-97B2-934A6662A2B5}" srcOrd="0" destOrd="0" presId="urn:microsoft.com/office/officeart/2018/5/layout/CenteredIconLabelDescriptionList"/>
    <dgm:cxn modelId="{2908CC64-38BE-4D50-AE8E-CD61278CC305}" type="presOf" srcId="{BCDE6A7F-C367-41C2-8228-0312432CFE1F}" destId="{7CDECCB8-7EED-4198-AD0B-AAFDAC18948F}" srcOrd="0" destOrd="0" presId="urn:microsoft.com/office/officeart/2018/5/layout/CenteredIconLabelDescriptionList"/>
    <dgm:cxn modelId="{8BEFCF69-28B0-4455-A138-494564EF21F9}" srcId="{185B8DC2-48E1-4962-9409-6AFEEFB30436}" destId="{28837E12-F1A3-4AAB-966C-BD9FD186BCF2}" srcOrd="0" destOrd="0" parTransId="{355DFFB3-8706-4024-9C71-8F9D4CD9E9C8}" sibTransId="{D23678B6-5F00-468E-A99B-0E2787EF96DF}"/>
    <dgm:cxn modelId="{BB58196D-6B21-42FF-B50F-46446ED7D801}" type="presOf" srcId="{F86B7139-509F-4D0A-9C7A-927C89484661}" destId="{5B5F957A-03EA-4D2A-8BDF-96E62998984B}" srcOrd="0" destOrd="0" presId="urn:microsoft.com/office/officeart/2018/5/layout/CenteredIconLabelDescriptionList"/>
    <dgm:cxn modelId="{CBEEF5A2-3D0A-43FE-A313-9F8EDD2718DB}" srcId="{185B8DC2-48E1-4962-9409-6AFEEFB30436}" destId="{F86B7139-509F-4D0A-9C7A-927C89484661}" srcOrd="1" destOrd="0" parTransId="{B137705A-781E-4B2E-ADFA-B100D49986F4}" sibTransId="{A8D55EA5-3C51-4532-AF82-531D9DB5EE7E}"/>
    <dgm:cxn modelId="{2D5C7AC4-4590-46B1-94AE-C9AFC719D17E}" srcId="{185B8DC2-48E1-4962-9409-6AFEEFB30436}" destId="{98798553-CB43-4A08-A152-9370B878EBA1}" srcOrd="3" destOrd="0" parTransId="{1C304C16-198B-45D2-8741-304522520C55}" sibTransId="{7B3D8230-C078-43BA-9F88-C5FC2B2FACEF}"/>
    <dgm:cxn modelId="{A597A7C7-B2AA-415C-AE59-C6F717E0977C}" srcId="{4566F0D3-0577-4AD6-89BE-C7C5C6E88A6E}" destId="{C975449C-1EF8-4629-9835-6D20D8A71690}" srcOrd="0" destOrd="0" parTransId="{009AE68C-6BE0-41A9-9D2F-E484E45F25A6}" sibTransId="{EA4AB4D6-0DE0-4364-94E9-466CABEA20CC}"/>
    <dgm:cxn modelId="{ACDEF0DC-5658-4894-AD6C-C6263EBBF4DD}" type="presOf" srcId="{28837E12-F1A3-4AAB-966C-BD9FD186BCF2}" destId="{D531468B-71A6-4B12-8DB0-E8666EBC215B}" srcOrd="0" destOrd="0" presId="urn:microsoft.com/office/officeart/2018/5/layout/CenteredIconLabelDescriptionList"/>
    <dgm:cxn modelId="{C6935AF5-7DD5-4FEE-BDA2-B8340EFFD7EB}" type="presParOf" srcId="{7A736E63-B8BC-42DB-A4B7-F4D5E7FE3989}" destId="{B8FBC4AE-135F-4CD3-AE52-1DE649D20BE4}" srcOrd="0" destOrd="0" presId="urn:microsoft.com/office/officeart/2018/5/layout/CenteredIconLabelDescriptionList"/>
    <dgm:cxn modelId="{36DDE0E8-EEF7-4F1A-9F43-F4E85BFB47CB}" type="presParOf" srcId="{B8FBC4AE-135F-4CD3-AE52-1DE649D20BE4}" destId="{306579B0-0DFF-44DB-A037-3C303F46B190}" srcOrd="0" destOrd="0" presId="urn:microsoft.com/office/officeart/2018/5/layout/CenteredIconLabelDescriptionList"/>
    <dgm:cxn modelId="{B3B8CBEC-594D-40FA-8207-75F7D68A119B}" type="presParOf" srcId="{B8FBC4AE-135F-4CD3-AE52-1DE649D20BE4}" destId="{EAFB87FB-1262-476F-BD3D-F8744FCF8D31}" srcOrd="1" destOrd="0" presId="urn:microsoft.com/office/officeart/2018/5/layout/CenteredIconLabelDescriptionList"/>
    <dgm:cxn modelId="{9716AC42-9924-4EBB-AA68-A2C6064C8CA0}" type="presParOf" srcId="{B8FBC4AE-135F-4CD3-AE52-1DE649D20BE4}" destId="{D531468B-71A6-4B12-8DB0-E8666EBC215B}" srcOrd="2" destOrd="0" presId="urn:microsoft.com/office/officeart/2018/5/layout/CenteredIconLabelDescriptionList"/>
    <dgm:cxn modelId="{C518EF09-DCDF-4816-B2E1-BEED1A00EE0C}" type="presParOf" srcId="{B8FBC4AE-135F-4CD3-AE52-1DE649D20BE4}" destId="{E26C663D-FB62-472C-B40A-423495BBC7BA}" srcOrd="3" destOrd="0" presId="urn:microsoft.com/office/officeart/2018/5/layout/CenteredIconLabelDescriptionList"/>
    <dgm:cxn modelId="{794FD432-2399-474F-8435-7461813E80EE}" type="presParOf" srcId="{B8FBC4AE-135F-4CD3-AE52-1DE649D20BE4}" destId="{D61CA8F8-6362-423E-BFFC-DBDAC53528D6}" srcOrd="4" destOrd="0" presId="urn:microsoft.com/office/officeart/2018/5/layout/CenteredIconLabelDescriptionList"/>
    <dgm:cxn modelId="{9009D502-4C51-4E78-99CC-916FD5D2B3D0}" type="presParOf" srcId="{7A736E63-B8BC-42DB-A4B7-F4D5E7FE3989}" destId="{FFA121E7-0FCD-4BA6-BBBE-B8F8886E65CE}" srcOrd="1" destOrd="0" presId="urn:microsoft.com/office/officeart/2018/5/layout/CenteredIconLabelDescriptionList"/>
    <dgm:cxn modelId="{EF382825-3180-4223-9759-31EAEFC3445A}" type="presParOf" srcId="{7A736E63-B8BC-42DB-A4B7-F4D5E7FE3989}" destId="{E61DACD8-0FE7-4540-9F63-BECCB005E479}" srcOrd="2" destOrd="0" presId="urn:microsoft.com/office/officeart/2018/5/layout/CenteredIconLabelDescriptionList"/>
    <dgm:cxn modelId="{0FD831FA-EB09-40CE-AB35-4539E54223CB}" type="presParOf" srcId="{E61DACD8-0FE7-4540-9F63-BECCB005E479}" destId="{7890E7D6-5EA0-4224-8807-5DEF7AC2D5F7}" srcOrd="0" destOrd="0" presId="urn:microsoft.com/office/officeart/2018/5/layout/CenteredIconLabelDescriptionList"/>
    <dgm:cxn modelId="{BF5879A3-E3BD-4B0E-A4E4-6957D3CD9A20}" type="presParOf" srcId="{E61DACD8-0FE7-4540-9F63-BECCB005E479}" destId="{F02F4BC5-0BB8-4271-9065-550DFEECD5C3}" srcOrd="1" destOrd="0" presId="urn:microsoft.com/office/officeart/2018/5/layout/CenteredIconLabelDescriptionList"/>
    <dgm:cxn modelId="{31F7BFC0-92ED-4563-8CBD-9BF7D692FF67}" type="presParOf" srcId="{E61DACD8-0FE7-4540-9F63-BECCB005E479}" destId="{5B5F957A-03EA-4D2A-8BDF-96E62998984B}" srcOrd="2" destOrd="0" presId="urn:microsoft.com/office/officeart/2018/5/layout/CenteredIconLabelDescriptionList"/>
    <dgm:cxn modelId="{0C47A563-6A0B-4047-B4B5-7702BABDDFEA}" type="presParOf" srcId="{E61DACD8-0FE7-4540-9F63-BECCB005E479}" destId="{F9479D8A-B566-4A44-9285-9D9A53380D14}" srcOrd="3" destOrd="0" presId="urn:microsoft.com/office/officeart/2018/5/layout/CenteredIconLabelDescriptionList"/>
    <dgm:cxn modelId="{CB9D8BB5-404A-49B6-BE95-BE678CD97DBA}" type="presParOf" srcId="{E61DACD8-0FE7-4540-9F63-BECCB005E479}" destId="{1D310C2C-67E1-47E1-8C07-BCDA743AAD49}" srcOrd="4" destOrd="0" presId="urn:microsoft.com/office/officeart/2018/5/layout/CenteredIconLabelDescriptionList"/>
    <dgm:cxn modelId="{806FEE32-A923-4643-9186-8D80D067AA5C}" type="presParOf" srcId="{7A736E63-B8BC-42DB-A4B7-F4D5E7FE3989}" destId="{BE84D478-67CE-44EC-8E86-C609AE4198D2}" srcOrd="3" destOrd="0" presId="urn:microsoft.com/office/officeart/2018/5/layout/CenteredIconLabelDescriptionList"/>
    <dgm:cxn modelId="{D5831B98-B829-4DE5-89A7-631FEAEAD21F}" type="presParOf" srcId="{7A736E63-B8BC-42DB-A4B7-F4D5E7FE3989}" destId="{6E3CF6E7-C11D-46BD-8FDE-979FBFEB374E}" srcOrd="4" destOrd="0" presId="urn:microsoft.com/office/officeart/2018/5/layout/CenteredIconLabelDescriptionList"/>
    <dgm:cxn modelId="{B425A5EF-3636-4B63-A73A-0CE08410A269}" type="presParOf" srcId="{6E3CF6E7-C11D-46BD-8FDE-979FBFEB374E}" destId="{68E9B546-8E09-4642-A40C-5BBF359E8FA5}" srcOrd="0" destOrd="0" presId="urn:microsoft.com/office/officeart/2018/5/layout/CenteredIconLabelDescriptionList"/>
    <dgm:cxn modelId="{4D403B7C-6EBD-48FE-8B21-0B932B429999}" type="presParOf" srcId="{6E3CF6E7-C11D-46BD-8FDE-979FBFEB374E}" destId="{E18C08F5-EAFD-4F3F-BFD2-644842BA95D6}" srcOrd="1" destOrd="0" presId="urn:microsoft.com/office/officeart/2018/5/layout/CenteredIconLabelDescriptionList"/>
    <dgm:cxn modelId="{D4581223-6905-472F-9AA9-E5E05DA0E156}" type="presParOf" srcId="{6E3CF6E7-C11D-46BD-8FDE-979FBFEB374E}" destId="{71F4A7EE-2539-4DC3-A50A-05B3A45754AF}" srcOrd="2" destOrd="0" presId="urn:microsoft.com/office/officeart/2018/5/layout/CenteredIconLabelDescriptionList"/>
    <dgm:cxn modelId="{A85D1CFB-A618-4215-B6C0-6005F272D1BE}" type="presParOf" srcId="{6E3CF6E7-C11D-46BD-8FDE-979FBFEB374E}" destId="{1315DF48-8DDA-4175-8A15-7133187A7F45}" srcOrd="3" destOrd="0" presId="urn:microsoft.com/office/officeart/2018/5/layout/CenteredIconLabelDescriptionList"/>
    <dgm:cxn modelId="{BE8826B0-87DC-4800-A6B7-CA5AAB1A3969}" type="presParOf" srcId="{6E3CF6E7-C11D-46BD-8FDE-979FBFEB374E}" destId="{ED9291FC-B65F-4915-97B2-934A6662A2B5}" srcOrd="4" destOrd="0" presId="urn:microsoft.com/office/officeart/2018/5/layout/CenteredIconLabelDescriptionList"/>
    <dgm:cxn modelId="{199DB6CC-1193-4634-A760-9293FB5D4A2A}" type="presParOf" srcId="{7A736E63-B8BC-42DB-A4B7-F4D5E7FE3989}" destId="{D956A339-10FE-4279-80D4-98B0EC47B939}" srcOrd="5" destOrd="0" presId="urn:microsoft.com/office/officeart/2018/5/layout/CenteredIconLabelDescriptionList"/>
    <dgm:cxn modelId="{9E48A37A-26C0-42E7-AAEC-45B3A81892B6}" type="presParOf" srcId="{7A736E63-B8BC-42DB-A4B7-F4D5E7FE3989}" destId="{6C116DAE-E0BB-4EB2-BA20-7A300A9A99DC}" srcOrd="6" destOrd="0" presId="urn:microsoft.com/office/officeart/2018/5/layout/CenteredIconLabelDescriptionList"/>
    <dgm:cxn modelId="{E748D935-A43C-4696-AB3F-18F22DBB6842}" type="presParOf" srcId="{6C116DAE-E0BB-4EB2-BA20-7A300A9A99DC}" destId="{F2BE897B-7CD1-4464-8261-38D75D2434B7}" srcOrd="0" destOrd="0" presId="urn:microsoft.com/office/officeart/2018/5/layout/CenteredIconLabelDescriptionList"/>
    <dgm:cxn modelId="{6B61D86E-AABA-4573-9E9E-C03847DF070E}" type="presParOf" srcId="{6C116DAE-E0BB-4EB2-BA20-7A300A9A99DC}" destId="{A53C248C-6512-4770-BE7C-75C6BCE8D037}" srcOrd="1" destOrd="0" presId="urn:microsoft.com/office/officeart/2018/5/layout/CenteredIconLabelDescriptionList"/>
    <dgm:cxn modelId="{6C5D578E-FADD-479E-854A-5F881DE56144}" type="presParOf" srcId="{6C116DAE-E0BB-4EB2-BA20-7A300A9A99DC}" destId="{D0BE99D7-A3A1-447A-9F51-A95CE164952D}" srcOrd="2" destOrd="0" presId="urn:microsoft.com/office/officeart/2018/5/layout/CenteredIconLabelDescriptionList"/>
    <dgm:cxn modelId="{F1632E91-0AC8-4E09-8317-39D9B9CDE5A1}" type="presParOf" srcId="{6C116DAE-E0BB-4EB2-BA20-7A300A9A99DC}" destId="{D8230F08-EBEF-4606-A701-D8579DBC4A5D}" srcOrd="3" destOrd="0" presId="urn:microsoft.com/office/officeart/2018/5/layout/CenteredIconLabelDescriptionList"/>
    <dgm:cxn modelId="{9DCEDE34-675D-4842-B1EA-9E65CFF6A57E}" type="presParOf" srcId="{6C116DAE-E0BB-4EB2-BA20-7A300A9A99DC}" destId="{6CFD56D2-1CAD-489B-8732-3C0F550FC432}" srcOrd="4" destOrd="0" presId="urn:microsoft.com/office/officeart/2018/5/layout/CenteredIconLabelDescriptionList"/>
    <dgm:cxn modelId="{2D901330-2E98-4679-88DE-E0CF99B71D1D}" type="presParOf" srcId="{7A736E63-B8BC-42DB-A4B7-F4D5E7FE3989}" destId="{B1CB24B6-B9F8-4EE7-87CE-048CF8C6FDBB}" srcOrd="7" destOrd="0" presId="urn:microsoft.com/office/officeart/2018/5/layout/CenteredIconLabelDescriptionList"/>
    <dgm:cxn modelId="{5E44E95B-58BC-4CC0-8446-63B94C9C8294}" type="presParOf" srcId="{7A736E63-B8BC-42DB-A4B7-F4D5E7FE3989}" destId="{85C2EC10-3472-4F9D-8AA5-55DB710A6F4F}" srcOrd="8" destOrd="0" presId="urn:microsoft.com/office/officeart/2018/5/layout/CenteredIconLabelDescriptionList"/>
    <dgm:cxn modelId="{D6B23DBC-BD1F-46F4-856D-33BEC40EB467}" type="presParOf" srcId="{85C2EC10-3472-4F9D-8AA5-55DB710A6F4F}" destId="{7D4B450D-2409-4C7D-A93D-8236A5C39058}" srcOrd="0" destOrd="0" presId="urn:microsoft.com/office/officeart/2018/5/layout/CenteredIconLabelDescriptionList"/>
    <dgm:cxn modelId="{5E4DCEC8-C35A-4161-B109-85DAC81DF096}" type="presParOf" srcId="{85C2EC10-3472-4F9D-8AA5-55DB710A6F4F}" destId="{A43F175E-09DE-47B0-8302-42ABAD8D5DDE}" srcOrd="1" destOrd="0" presId="urn:microsoft.com/office/officeart/2018/5/layout/CenteredIconLabelDescriptionList"/>
    <dgm:cxn modelId="{1E15F637-0C6B-4DE4-BA5D-861677B8B3A0}" type="presParOf" srcId="{85C2EC10-3472-4F9D-8AA5-55DB710A6F4F}" destId="{7CDECCB8-7EED-4198-AD0B-AAFDAC18948F}" srcOrd="2" destOrd="0" presId="urn:microsoft.com/office/officeart/2018/5/layout/CenteredIconLabelDescriptionList"/>
    <dgm:cxn modelId="{71B3475E-3138-4031-BA62-05E2874A7134}" type="presParOf" srcId="{85C2EC10-3472-4F9D-8AA5-55DB710A6F4F}" destId="{1A455314-7EAC-4987-BDAC-D67ADD640A5A}" srcOrd="3" destOrd="0" presId="urn:microsoft.com/office/officeart/2018/5/layout/CenteredIconLabelDescriptionList"/>
    <dgm:cxn modelId="{3C6B20BF-6FF4-44F4-A347-10B5FFF087B3}" type="presParOf" srcId="{85C2EC10-3472-4F9D-8AA5-55DB710A6F4F}" destId="{37B95C95-452A-4DDB-93E5-316557AD0811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F39884A3-F5EF-4552-90F4-77198200A1EE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36E191F-4F95-4418-BE0E-BB6F8CCDDF33}">
      <dgm:prSet/>
      <dgm:spPr/>
      <dgm:t>
        <a:bodyPr/>
        <a:lstStyle/>
        <a:p>
          <a:r>
            <a:rPr lang="en-US"/>
            <a:t>DStream output operations write data, results, events, or other data to 	a console, a filesystem, a database, or another destination, such as a 	messaging platform like Kafka</a:t>
          </a:r>
        </a:p>
      </dgm:t>
    </dgm:pt>
    <dgm:pt modelId="{38B0E1AA-17B3-411F-8B7E-48CAFC0A227C}" type="parTrans" cxnId="{8D2EC44E-9306-4BC1-8DD5-C784C579DBE2}">
      <dgm:prSet/>
      <dgm:spPr/>
      <dgm:t>
        <a:bodyPr/>
        <a:lstStyle/>
        <a:p>
          <a:endParaRPr lang="en-US"/>
        </a:p>
      </dgm:t>
    </dgm:pt>
    <dgm:pt modelId="{66FE94E4-C777-4691-8C69-6A0D63C09D30}" type="sibTrans" cxnId="{8D2EC44E-9306-4BC1-8DD5-C784C579DBE2}">
      <dgm:prSet/>
      <dgm:spPr/>
      <dgm:t>
        <a:bodyPr/>
        <a:lstStyle/>
        <a:p>
          <a:endParaRPr lang="en-US"/>
        </a:p>
      </dgm:t>
    </dgm:pt>
    <dgm:pt modelId="{F60AFB48-116F-4D52-AD7F-F16D605F7BEC}">
      <dgm:prSet/>
      <dgm:spPr/>
      <dgm:t>
        <a:bodyPr/>
        <a:lstStyle/>
        <a:p>
          <a:r>
            <a:rPr lang="en-US"/>
            <a:t>DStream.pprint(num=10)</a:t>
          </a:r>
        </a:p>
      </dgm:t>
    </dgm:pt>
    <dgm:pt modelId="{08876DE7-6819-4258-89D1-045B032C3719}" type="parTrans" cxnId="{4940F0FB-26F2-4A12-8F43-905059DB48C7}">
      <dgm:prSet/>
      <dgm:spPr/>
      <dgm:t>
        <a:bodyPr/>
        <a:lstStyle/>
        <a:p>
          <a:endParaRPr lang="en-US"/>
        </a:p>
      </dgm:t>
    </dgm:pt>
    <dgm:pt modelId="{40791293-EF79-4AF4-8702-16A74730C385}" type="sibTrans" cxnId="{4940F0FB-26F2-4A12-8F43-905059DB48C7}">
      <dgm:prSet/>
      <dgm:spPr/>
      <dgm:t>
        <a:bodyPr/>
        <a:lstStyle/>
        <a:p>
          <a:endParaRPr lang="en-US"/>
        </a:p>
      </dgm:t>
    </dgm:pt>
    <dgm:pt modelId="{0123E0F4-25F8-4656-9317-9C2F826D563A}">
      <dgm:prSet/>
      <dgm:spPr/>
      <dgm:t>
        <a:bodyPr/>
        <a:lstStyle/>
        <a:p>
          <a:r>
            <a:rPr lang="en-US"/>
            <a:t>DStream.saveAsTextFiles(prefix, suffix-=None)</a:t>
          </a:r>
        </a:p>
      </dgm:t>
    </dgm:pt>
    <dgm:pt modelId="{9670FA18-9642-4E74-BD9A-B565F9CCF507}" type="parTrans" cxnId="{CE03B8BF-0311-415A-BCDE-AEECD5D77C42}">
      <dgm:prSet/>
      <dgm:spPr/>
      <dgm:t>
        <a:bodyPr/>
        <a:lstStyle/>
        <a:p>
          <a:endParaRPr lang="en-US"/>
        </a:p>
      </dgm:t>
    </dgm:pt>
    <dgm:pt modelId="{F1D66438-44AC-4FAC-8958-2A0C5AB51943}" type="sibTrans" cxnId="{CE03B8BF-0311-415A-BCDE-AEECD5D77C42}">
      <dgm:prSet/>
      <dgm:spPr/>
      <dgm:t>
        <a:bodyPr/>
        <a:lstStyle/>
        <a:p>
          <a:endParaRPr lang="en-US"/>
        </a:p>
      </dgm:t>
    </dgm:pt>
    <dgm:pt modelId="{262A96EA-D150-4E46-91A7-0C92F9307B0F}">
      <dgm:prSet/>
      <dgm:spPr/>
      <dgm:t>
        <a:bodyPr/>
        <a:lstStyle/>
        <a:p>
          <a:r>
            <a:rPr lang="en-US"/>
            <a:t>DStream.foreachRDD(func)</a:t>
          </a:r>
        </a:p>
      </dgm:t>
    </dgm:pt>
    <dgm:pt modelId="{9D6F975B-A2CA-4470-88B2-0CAB9C1E962E}" type="parTrans" cxnId="{A9F1133C-BFF2-47CA-B219-BF767ABB56E3}">
      <dgm:prSet/>
      <dgm:spPr/>
      <dgm:t>
        <a:bodyPr/>
        <a:lstStyle/>
        <a:p>
          <a:endParaRPr lang="en-US"/>
        </a:p>
      </dgm:t>
    </dgm:pt>
    <dgm:pt modelId="{05E7B4BC-58C6-4983-AB54-29C8094AFB71}" type="sibTrans" cxnId="{A9F1133C-BFF2-47CA-B219-BF767ABB56E3}">
      <dgm:prSet/>
      <dgm:spPr/>
      <dgm:t>
        <a:bodyPr/>
        <a:lstStyle/>
        <a:p>
          <a:endParaRPr lang="en-US"/>
        </a:p>
      </dgm:t>
    </dgm:pt>
    <dgm:pt modelId="{FE6AABAF-B5C3-684F-8539-92F67FCF022E}" type="pres">
      <dgm:prSet presAssocID="{F39884A3-F5EF-4552-90F4-77198200A1EE}" presName="vert0" presStyleCnt="0">
        <dgm:presLayoutVars>
          <dgm:dir/>
          <dgm:animOne val="branch"/>
          <dgm:animLvl val="lvl"/>
        </dgm:presLayoutVars>
      </dgm:prSet>
      <dgm:spPr/>
    </dgm:pt>
    <dgm:pt modelId="{CF134165-9DD9-C243-B1FE-2217574CFA9D}" type="pres">
      <dgm:prSet presAssocID="{C36E191F-4F95-4418-BE0E-BB6F8CCDDF33}" presName="thickLine" presStyleLbl="alignNode1" presStyleIdx="0" presStyleCnt="4"/>
      <dgm:spPr/>
    </dgm:pt>
    <dgm:pt modelId="{8D3B6144-EC02-5244-9798-BD7F0824D7C6}" type="pres">
      <dgm:prSet presAssocID="{C36E191F-4F95-4418-BE0E-BB6F8CCDDF33}" presName="horz1" presStyleCnt="0"/>
      <dgm:spPr/>
    </dgm:pt>
    <dgm:pt modelId="{2B6B1D3E-FFD3-FF40-9ED7-E28381554774}" type="pres">
      <dgm:prSet presAssocID="{C36E191F-4F95-4418-BE0E-BB6F8CCDDF33}" presName="tx1" presStyleLbl="revTx" presStyleIdx="0" presStyleCnt="4"/>
      <dgm:spPr/>
    </dgm:pt>
    <dgm:pt modelId="{7DC39A70-9F83-A247-9937-8BFC07136F5C}" type="pres">
      <dgm:prSet presAssocID="{C36E191F-4F95-4418-BE0E-BB6F8CCDDF33}" presName="vert1" presStyleCnt="0"/>
      <dgm:spPr/>
    </dgm:pt>
    <dgm:pt modelId="{77D36E70-7AE1-094A-9BB1-502EF03DFDBB}" type="pres">
      <dgm:prSet presAssocID="{F60AFB48-116F-4D52-AD7F-F16D605F7BEC}" presName="thickLine" presStyleLbl="alignNode1" presStyleIdx="1" presStyleCnt="4"/>
      <dgm:spPr/>
    </dgm:pt>
    <dgm:pt modelId="{A45089A6-6428-7542-BAF1-1958F9246D04}" type="pres">
      <dgm:prSet presAssocID="{F60AFB48-116F-4D52-AD7F-F16D605F7BEC}" presName="horz1" presStyleCnt="0"/>
      <dgm:spPr/>
    </dgm:pt>
    <dgm:pt modelId="{CEC53B90-09CB-1D4E-A01D-924A38609AFE}" type="pres">
      <dgm:prSet presAssocID="{F60AFB48-116F-4D52-AD7F-F16D605F7BEC}" presName="tx1" presStyleLbl="revTx" presStyleIdx="1" presStyleCnt="4"/>
      <dgm:spPr/>
    </dgm:pt>
    <dgm:pt modelId="{7C605649-B109-944A-B07E-CC46025B4D19}" type="pres">
      <dgm:prSet presAssocID="{F60AFB48-116F-4D52-AD7F-F16D605F7BEC}" presName="vert1" presStyleCnt="0"/>
      <dgm:spPr/>
    </dgm:pt>
    <dgm:pt modelId="{225C8078-C864-D041-8BEF-6B0AFC1FF05A}" type="pres">
      <dgm:prSet presAssocID="{0123E0F4-25F8-4656-9317-9C2F826D563A}" presName="thickLine" presStyleLbl="alignNode1" presStyleIdx="2" presStyleCnt="4"/>
      <dgm:spPr/>
    </dgm:pt>
    <dgm:pt modelId="{A8803558-16A1-2C40-B219-E0D9757E62F8}" type="pres">
      <dgm:prSet presAssocID="{0123E0F4-25F8-4656-9317-9C2F826D563A}" presName="horz1" presStyleCnt="0"/>
      <dgm:spPr/>
    </dgm:pt>
    <dgm:pt modelId="{0882BC8A-2BA8-8C47-90F8-C24E31433778}" type="pres">
      <dgm:prSet presAssocID="{0123E0F4-25F8-4656-9317-9C2F826D563A}" presName="tx1" presStyleLbl="revTx" presStyleIdx="2" presStyleCnt="4"/>
      <dgm:spPr/>
    </dgm:pt>
    <dgm:pt modelId="{7EEB2581-45F6-8948-A54B-ED06391880DF}" type="pres">
      <dgm:prSet presAssocID="{0123E0F4-25F8-4656-9317-9C2F826D563A}" presName="vert1" presStyleCnt="0"/>
      <dgm:spPr/>
    </dgm:pt>
    <dgm:pt modelId="{F171B274-93FC-FA49-9B95-C228D2CEFAFC}" type="pres">
      <dgm:prSet presAssocID="{262A96EA-D150-4E46-91A7-0C92F9307B0F}" presName="thickLine" presStyleLbl="alignNode1" presStyleIdx="3" presStyleCnt="4"/>
      <dgm:spPr/>
    </dgm:pt>
    <dgm:pt modelId="{5FEAFFE4-9C2B-6848-AC4C-B91AB6A95DE1}" type="pres">
      <dgm:prSet presAssocID="{262A96EA-D150-4E46-91A7-0C92F9307B0F}" presName="horz1" presStyleCnt="0"/>
      <dgm:spPr/>
    </dgm:pt>
    <dgm:pt modelId="{DD99F731-91F0-8940-A3A3-197567FCAEE2}" type="pres">
      <dgm:prSet presAssocID="{262A96EA-D150-4E46-91A7-0C92F9307B0F}" presName="tx1" presStyleLbl="revTx" presStyleIdx="3" presStyleCnt="4"/>
      <dgm:spPr/>
    </dgm:pt>
    <dgm:pt modelId="{2F725F92-0440-E44F-84DA-66525DD016A6}" type="pres">
      <dgm:prSet presAssocID="{262A96EA-D150-4E46-91A7-0C92F9307B0F}" presName="vert1" presStyleCnt="0"/>
      <dgm:spPr/>
    </dgm:pt>
  </dgm:ptLst>
  <dgm:cxnLst>
    <dgm:cxn modelId="{A9F1133C-BFF2-47CA-B219-BF767ABB56E3}" srcId="{F39884A3-F5EF-4552-90F4-77198200A1EE}" destId="{262A96EA-D150-4E46-91A7-0C92F9307B0F}" srcOrd="3" destOrd="0" parTransId="{9D6F975B-A2CA-4470-88B2-0CAB9C1E962E}" sibTransId="{05E7B4BC-58C6-4983-AB54-29C8094AFB71}"/>
    <dgm:cxn modelId="{8D2EC44E-9306-4BC1-8DD5-C784C579DBE2}" srcId="{F39884A3-F5EF-4552-90F4-77198200A1EE}" destId="{C36E191F-4F95-4418-BE0E-BB6F8CCDDF33}" srcOrd="0" destOrd="0" parTransId="{38B0E1AA-17B3-411F-8B7E-48CAFC0A227C}" sibTransId="{66FE94E4-C777-4691-8C69-6A0D63C09D30}"/>
    <dgm:cxn modelId="{C6D1BB5B-ADF2-6847-84F5-02DBCE2F2884}" type="presOf" srcId="{C36E191F-4F95-4418-BE0E-BB6F8CCDDF33}" destId="{2B6B1D3E-FFD3-FF40-9ED7-E28381554774}" srcOrd="0" destOrd="0" presId="urn:microsoft.com/office/officeart/2008/layout/LinedList"/>
    <dgm:cxn modelId="{6EFF4D68-25A9-4346-983B-E3D20974FBD4}" type="presOf" srcId="{F39884A3-F5EF-4552-90F4-77198200A1EE}" destId="{FE6AABAF-B5C3-684F-8539-92F67FCF022E}" srcOrd="0" destOrd="0" presId="urn:microsoft.com/office/officeart/2008/layout/LinedList"/>
    <dgm:cxn modelId="{58F58185-7E33-1048-987F-830D74D5C227}" type="presOf" srcId="{F60AFB48-116F-4D52-AD7F-F16D605F7BEC}" destId="{CEC53B90-09CB-1D4E-A01D-924A38609AFE}" srcOrd="0" destOrd="0" presId="urn:microsoft.com/office/officeart/2008/layout/LinedList"/>
    <dgm:cxn modelId="{CE03B8BF-0311-415A-BCDE-AEECD5D77C42}" srcId="{F39884A3-F5EF-4552-90F4-77198200A1EE}" destId="{0123E0F4-25F8-4656-9317-9C2F826D563A}" srcOrd="2" destOrd="0" parTransId="{9670FA18-9642-4E74-BD9A-B565F9CCF507}" sibTransId="{F1D66438-44AC-4FAC-8958-2A0C5AB51943}"/>
    <dgm:cxn modelId="{818DBADC-BE5B-9D45-9256-70549B684874}" type="presOf" srcId="{0123E0F4-25F8-4656-9317-9C2F826D563A}" destId="{0882BC8A-2BA8-8C47-90F8-C24E31433778}" srcOrd="0" destOrd="0" presId="urn:microsoft.com/office/officeart/2008/layout/LinedList"/>
    <dgm:cxn modelId="{EFBDDFEB-6D8D-4E4E-B1C1-6AA5DEF6C8DC}" type="presOf" srcId="{262A96EA-D150-4E46-91A7-0C92F9307B0F}" destId="{DD99F731-91F0-8940-A3A3-197567FCAEE2}" srcOrd="0" destOrd="0" presId="urn:microsoft.com/office/officeart/2008/layout/LinedList"/>
    <dgm:cxn modelId="{4940F0FB-26F2-4A12-8F43-905059DB48C7}" srcId="{F39884A3-F5EF-4552-90F4-77198200A1EE}" destId="{F60AFB48-116F-4D52-AD7F-F16D605F7BEC}" srcOrd="1" destOrd="0" parTransId="{08876DE7-6819-4258-89D1-045B032C3719}" sibTransId="{40791293-EF79-4AF4-8702-16A74730C385}"/>
    <dgm:cxn modelId="{806DC8E8-FD2C-5449-B531-2A131BEFB751}" type="presParOf" srcId="{FE6AABAF-B5C3-684F-8539-92F67FCF022E}" destId="{CF134165-9DD9-C243-B1FE-2217574CFA9D}" srcOrd="0" destOrd="0" presId="urn:microsoft.com/office/officeart/2008/layout/LinedList"/>
    <dgm:cxn modelId="{149C552A-1CE8-B64C-A3EA-7DBC259E2247}" type="presParOf" srcId="{FE6AABAF-B5C3-684F-8539-92F67FCF022E}" destId="{8D3B6144-EC02-5244-9798-BD7F0824D7C6}" srcOrd="1" destOrd="0" presId="urn:microsoft.com/office/officeart/2008/layout/LinedList"/>
    <dgm:cxn modelId="{6C68109D-80AE-1C43-974F-25E034F44508}" type="presParOf" srcId="{8D3B6144-EC02-5244-9798-BD7F0824D7C6}" destId="{2B6B1D3E-FFD3-FF40-9ED7-E28381554774}" srcOrd="0" destOrd="0" presId="urn:microsoft.com/office/officeart/2008/layout/LinedList"/>
    <dgm:cxn modelId="{2A8C2687-E1F1-9245-9999-9DB353663B9C}" type="presParOf" srcId="{8D3B6144-EC02-5244-9798-BD7F0824D7C6}" destId="{7DC39A70-9F83-A247-9937-8BFC07136F5C}" srcOrd="1" destOrd="0" presId="urn:microsoft.com/office/officeart/2008/layout/LinedList"/>
    <dgm:cxn modelId="{4BA21771-0857-8B4C-86E5-4C5C4197E883}" type="presParOf" srcId="{FE6AABAF-B5C3-684F-8539-92F67FCF022E}" destId="{77D36E70-7AE1-094A-9BB1-502EF03DFDBB}" srcOrd="2" destOrd="0" presId="urn:microsoft.com/office/officeart/2008/layout/LinedList"/>
    <dgm:cxn modelId="{0804FFED-ED34-7441-A8E0-584AA78B9394}" type="presParOf" srcId="{FE6AABAF-B5C3-684F-8539-92F67FCF022E}" destId="{A45089A6-6428-7542-BAF1-1958F9246D04}" srcOrd="3" destOrd="0" presId="urn:microsoft.com/office/officeart/2008/layout/LinedList"/>
    <dgm:cxn modelId="{0FB0200E-CB42-BA42-8529-5397F3FB09EE}" type="presParOf" srcId="{A45089A6-6428-7542-BAF1-1958F9246D04}" destId="{CEC53B90-09CB-1D4E-A01D-924A38609AFE}" srcOrd="0" destOrd="0" presId="urn:microsoft.com/office/officeart/2008/layout/LinedList"/>
    <dgm:cxn modelId="{2670F492-3C1B-5B41-9A6F-FA0A0C4EB4CA}" type="presParOf" srcId="{A45089A6-6428-7542-BAF1-1958F9246D04}" destId="{7C605649-B109-944A-B07E-CC46025B4D19}" srcOrd="1" destOrd="0" presId="urn:microsoft.com/office/officeart/2008/layout/LinedList"/>
    <dgm:cxn modelId="{E450DA8A-4B14-A648-A4CA-07267A507775}" type="presParOf" srcId="{FE6AABAF-B5C3-684F-8539-92F67FCF022E}" destId="{225C8078-C864-D041-8BEF-6B0AFC1FF05A}" srcOrd="4" destOrd="0" presId="urn:microsoft.com/office/officeart/2008/layout/LinedList"/>
    <dgm:cxn modelId="{7CF5FB72-64EA-0E40-A1E8-D61B1F85F9B8}" type="presParOf" srcId="{FE6AABAF-B5C3-684F-8539-92F67FCF022E}" destId="{A8803558-16A1-2C40-B219-E0D9757E62F8}" srcOrd="5" destOrd="0" presId="urn:microsoft.com/office/officeart/2008/layout/LinedList"/>
    <dgm:cxn modelId="{3E28E146-1951-284F-8F0D-F0C58F8BBB56}" type="presParOf" srcId="{A8803558-16A1-2C40-B219-E0D9757E62F8}" destId="{0882BC8A-2BA8-8C47-90F8-C24E31433778}" srcOrd="0" destOrd="0" presId="urn:microsoft.com/office/officeart/2008/layout/LinedList"/>
    <dgm:cxn modelId="{6A614D76-E18D-594B-8EA1-3FCC0F27A6CE}" type="presParOf" srcId="{A8803558-16A1-2C40-B219-E0D9757E62F8}" destId="{7EEB2581-45F6-8948-A54B-ED06391880DF}" srcOrd="1" destOrd="0" presId="urn:microsoft.com/office/officeart/2008/layout/LinedList"/>
    <dgm:cxn modelId="{282AE147-6CDA-F94C-A08D-EDA002556FED}" type="presParOf" srcId="{FE6AABAF-B5C3-684F-8539-92F67FCF022E}" destId="{F171B274-93FC-FA49-9B95-C228D2CEFAFC}" srcOrd="6" destOrd="0" presId="urn:microsoft.com/office/officeart/2008/layout/LinedList"/>
    <dgm:cxn modelId="{B0040358-CF8D-284C-82B0-FB350D0564FB}" type="presParOf" srcId="{FE6AABAF-B5C3-684F-8539-92F67FCF022E}" destId="{5FEAFFE4-9C2B-6848-AC4C-B91AB6A95DE1}" srcOrd="7" destOrd="0" presId="urn:microsoft.com/office/officeart/2008/layout/LinedList"/>
    <dgm:cxn modelId="{5F4B6D71-479C-7D4B-A4DF-D36A1298CC16}" type="presParOf" srcId="{5FEAFFE4-9C2B-6848-AC4C-B91AB6A95DE1}" destId="{DD99F731-91F0-8940-A3A3-197567FCAEE2}" srcOrd="0" destOrd="0" presId="urn:microsoft.com/office/officeart/2008/layout/LinedList"/>
    <dgm:cxn modelId="{57661602-8E24-214E-9EE6-4C2B7F6173B6}" type="presParOf" srcId="{5FEAFFE4-9C2B-6848-AC4C-B91AB6A95DE1}" destId="{2F725F92-0440-E44F-84DA-66525DD016A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4FBDD4B4-3545-44F2-8CDC-5E67A9C31975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6BDEECC-6267-4A97-BAC0-8CD69DA0E479}">
      <dgm:prSet/>
      <dgm:spPr/>
      <dgm:t>
        <a:bodyPr/>
        <a:lstStyle/>
        <a:p>
          <a:pPr>
            <a:defRPr cap="all"/>
          </a:pPr>
          <a:r>
            <a:rPr lang="en-US"/>
            <a:t>Maintain state across batches of data, with the state updated as each new batch is processed</a:t>
          </a:r>
        </a:p>
      </dgm:t>
    </dgm:pt>
    <dgm:pt modelId="{41116CD3-2DF4-47D3-AE98-155713662E3D}" type="parTrans" cxnId="{FA3889E0-DF50-4FBB-8B64-8CA5DE4116DC}">
      <dgm:prSet/>
      <dgm:spPr/>
      <dgm:t>
        <a:bodyPr/>
        <a:lstStyle/>
        <a:p>
          <a:endParaRPr lang="en-US"/>
        </a:p>
      </dgm:t>
    </dgm:pt>
    <dgm:pt modelId="{7771B6BC-AE8E-4F45-BDD8-98E05AFB8D2B}" type="sibTrans" cxnId="{FA3889E0-DF50-4FBB-8B64-8CA5DE4116DC}">
      <dgm:prSet/>
      <dgm:spPr/>
      <dgm:t>
        <a:bodyPr/>
        <a:lstStyle/>
        <a:p>
          <a:endParaRPr lang="en-US"/>
        </a:p>
      </dgm:t>
    </dgm:pt>
    <dgm:pt modelId="{96ED71F7-278D-4B8E-9055-762719A7DBAE}">
      <dgm:prSet/>
      <dgm:spPr/>
      <dgm:t>
        <a:bodyPr/>
        <a:lstStyle/>
        <a:p>
          <a:pPr>
            <a:defRPr cap="all"/>
          </a:pPr>
          <a:r>
            <a:rPr lang="en-US"/>
            <a:t>State DStreams are created and updated using the special 	updateStateByKey() transformation</a:t>
          </a:r>
        </a:p>
      </dgm:t>
    </dgm:pt>
    <dgm:pt modelId="{1EB81F10-6775-4221-AAEB-30C0AEE79275}" type="parTrans" cxnId="{65FB11A3-3F10-4AEC-96F3-3F2630B5198D}">
      <dgm:prSet/>
      <dgm:spPr/>
      <dgm:t>
        <a:bodyPr/>
        <a:lstStyle/>
        <a:p>
          <a:endParaRPr lang="en-US"/>
        </a:p>
      </dgm:t>
    </dgm:pt>
    <dgm:pt modelId="{A76D056F-B597-4482-B1B5-5B78EB328A1A}" type="sibTrans" cxnId="{65FB11A3-3F10-4AEC-96F3-3F2630B5198D}">
      <dgm:prSet/>
      <dgm:spPr/>
      <dgm:t>
        <a:bodyPr/>
        <a:lstStyle/>
        <a:p>
          <a:endParaRPr lang="en-US"/>
        </a:p>
      </dgm:t>
    </dgm:pt>
    <dgm:pt modelId="{1631E643-E93A-46B7-A4B8-E7DDCCB9C594}">
      <dgm:prSet/>
      <dgm:spPr/>
      <dgm:t>
        <a:bodyPr/>
        <a:lstStyle/>
        <a:p>
          <a:pPr>
            <a:defRPr cap="all"/>
          </a:pPr>
          <a:r>
            <a:rPr lang="en-US"/>
            <a:t>DStream.updateStateByKey(updateFunc, numPartitions=None)</a:t>
          </a:r>
        </a:p>
      </dgm:t>
    </dgm:pt>
    <dgm:pt modelId="{009EC8EF-048E-4A49-97C3-17E12230F950}" type="parTrans" cxnId="{374F0F34-5E4F-4554-9D90-CAC7AA294A75}">
      <dgm:prSet/>
      <dgm:spPr/>
      <dgm:t>
        <a:bodyPr/>
        <a:lstStyle/>
        <a:p>
          <a:endParaRPr lang="en-US"/>
        </a:p>
      </dgm:t>
    </dgm:pt>
    <dgm:pt modelId="{4097D0C0-01CC-4C9D-864A-9C24BB7EECA6}" type="sibTrans" cxnId="{374F0F34-5E4F-4554-9D90-CAC7AA294A75}">
      <dgm:prSet/>
      <dgm:spPr/>
      <dgm:t>
        <a:bodyPr/>
        <a:lstStyle/>
        <a:p>
          <a:endParaRPr lang="en-US"/>
        </a:p>
      </dgm:t>
    </dgm:pt>
    <dgm:pt modelId="{2669C320-36F0-4294-B695-BCA0485E13B7}">
      <dgm:prSet/>
      <dgm:spPr/>
      <dgm:t>
        <a:bodyPr/>
        <a:lstStyle/>
        <a:p>
          <a:pPr>
            <a:defRPr cap="all"/>
          </a:pPr>
          <a:r>
            <a:rPr lang="en-US"/>
            <a:t>Demo 28</a:t>
          </a:r>
        </a:p>
      </dgm:t>
    </dgm:pt>
    <dgm:pt modelId="{108EB41B-4010-485D-AA04-0FA085C3408A}" type="parTrans" cxnId="{FA999A0A-6AF2-4B9E-ABFC-2ED7ABCCA383}">
      <dgm:prSet/>
      <dgm:spPr/>
      <dgm:t>
        <a:bodyPr/>
        <a:lstStyle/>
        <a:p>
          <a:endParaRPr lang="en-US"/>
        </a:p>
      </dgm:t>
    </dgm:pt>
    <dgm:pt modelId="{AACEC0F8-E486-42B0-9861-9BF39B0C596E}" type="sibTrans" cxnId="{FA999A0A-6AF2-4B9E-ABFC-2ED7ABCCA383}">
      <dgm:prSet/>
      <dgm:spPr/>
      <dgm:t>
        <a:bodyPr/>
        <a:lstStyle/>
        <a:p>
          <a:endParaRPr lang="en-US"/>
        </a:p>
      </dgm:t>
    </dgm:pt>
    <dgm:pt modelId="{0B66FC59-B7EB-416B-B3F6-852BD1062899}" type="pres">
      <dgm:prSet presAssocID="{4FBDD4B4-3545-44F2-8CDC-5E67A9C31975}" presName="root" presStyleCnt="0">
        <dgm:presLayoutVars>
          <dgm:dir/>
          <dgm:resizeHandles val="exact"/>
        </dgm:presLayoutVars>
      </dgm:prSet>
      <dgm:spPr/>
    </dgm:pt>
    <dgm:pt modelId="{DF13C119-4EF2-4649-9A34-5082178EF756}" type="pres">
      <dgm:prSet presAssocID="{46BDEECC-6267-4A97-BAC0-8CD69DA0E479}" presName="compNode" presStyleCnt="0"/>
      <dgm:spPr/>
    </dgm:pt>
    <dgm:pt modelId="{9E6B9894-9F1D-4731-9176-B7F1DE0EB1A8}" type="pres">
      <dgm:prSet presAssocID="{46BDEECC-6267-4A97-BAC0-8CD69DA0E479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89B966D-3B9E-44F6-8418-B5B1A01C026E}" type="pres">
      <dgm:prSet presAssocID="{46BDEECC-6267-4A97-BAC0-8CD69DA0E47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B7E454C-7C7F-473C-BFA7-C2BCBD2E23D0}" type="pres">
      <dgm:prSet presAssocID="{46BDEECC-6267-4A97-BAC0-8CD69DA0E479}" presName="spaceRect" presStyleCnt="0"/>
      <dgm:spPr/>
    </dgm:pt>
    <dgm:pt modelId="{2801B95A-553E-4EBD-A14C-A3DD780E8F44}" type="pres">
      <dgm:prSet presAssocID="{46BDEECC-6267-4A97-BAC0-8CD69DA0E479}" presName="textRect" presStyleLbl="revTx" presStyleIdx="0" presStyleCnt="4">
        <dgm:presLayoutVars>
          <dgm:chMax val="1"/>
          <dgm:chPref val="1"/>
        </dgm:presLayoutVars>
      </dgm:prSet>
      <dgm:spPr/>
    </dgm:pt>
    <dgm:pt modelId="{D2325FF8-25B3-4E3D-9D8C-C0D3789B39D4}" type="pres">
      <dgm:prSet presAssocID="{7771B6BC-AE8E-4F45-BDD8-98E05AFB8D2B}" presName="sibTrans" presStyleCnt="0"/>
      <dgm:spPr/>
    </dgm:pt>
    <dgm:pt modelId="{AE7A205C-E43C-4D7C-95CA-910CE828B48E}" type="pres">
      <dgm:prSet presAssocID="{96ED71F7-278D-4B8E-9055-762719A7DBAE}" presName="compNode" presStyleCnt="0"/>
      <dgm:spPr/>
    </dgm:pt>
    <dgm:pt modelId="{EA79D60C-8330-4E64-B574-A8F9258E59C3}" type="pres">
      <dgm:prSet presAssocID="{96ED71F7-278D-4B8E-9055-762719A7DBAE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B409951-BB1A-49EC-802D-5DC95FC3B346}" type="pres">
      <dgm:prSet presAssocID="{96ED71F7-278D-4B8E-9055-762719A7DBAE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C42C1FF1-7E90-4598-B907-ECD2050B4877}" type="pres">
      <dgm:prSet presAssocID="{96ED71F7-278D-4B8E-9055-762719A7DBAE}" presName="spaceRect" presStyleCnt="0"/>
      <dgm:spPr/>
    </dgm:pt>
    <dgm:pt modelId="{46CF5430-86A8-42A2-B0A3-18BEF5B020B9}" type="pres">
      <dgm:prSet presAssocID="{96ED71F7-278D-4B8E-9055-762719A7DBAE}" presName="textRect" presStyleLbl="revTx" presStyleIdx="1" presStyleCnt="4">
        <dgm:presLayoutVars>
          <dgm:chMax val="1"/>
          <dgm:chPref val="1"/>
        </dgm:presLayoutVars>
      </dgm:prSet>
      <dgm:spPr/>
    </dgm:pt>
    <dgm:pt modelId="{8FDF2916-5A7F-460A-880F-80C15C6805E0}" type="pres">
      <dgm:prSet presAssocID="{A76D056F-B597-4482-B1B5-5B78EB328A1A}" presName="sibTrans" presStyleCnt="0"/>
      <dgm:spPr/>
    </dgm:pt>
    <dgm:pt modelId="{7B479F85-989B-4292-9816-FA589BDBE5D5}" type="pres">
      <dgm:prSet presAssocID="{1631E643-E93A-46B7-A4B8-E7DDCCB9C594}" presName="compNode" presStyleCnt="0"/>
      <dgm:spPr/>
    </dgm:pt>
    <dgm:pt modelId="{2BCD2671-4D56-4CF3-BC86-2BA74D48205B}" type="pres">
      <dgm:prSet presAssocID="{1631E643-E93A-46B7-A4B8-E7DDCCB9C594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84E17F04-3566-4F17-BDBE-AC64FE0F0DA0}" type="pres">
      <dgm:prSet presAssocID="{1631E643-E93A-46B7-A4B8-E7DDCCB9C59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stomer Review"/>
        </a:ext>
      </dgm:extLst>
    </dgm:pt>
    <dgm:pt modelId="{1B19C65D-E778-4728-AC6E-F8A05C039CF5}" type="pres">
      <dgm:prSet presAssocID="{1631E643-E93A-46B7-A4B8-E7DDCCB9C594}" presName="spaceRect" presStyleCnt="0"/>
      <dgm:spPr/>
    </dgm:pt>
    <dgm:pt modelId="{FD6A75C9-6825-424F-AA97-F607399D48C3}" type="pres">
      <dgm:prSet presAssocID="{1631E643-E93A-46B7-A4B8-E7DDCCB9C594}" presName="textRect" presStyleLbl="revTx" presStyleIdx="2" presStyleCnt="4">
        <dgm:presLayoutVars>
          <dgm:chMax val="1"/>
          <dgm:chPref val="1"/>
        </dgm:presLayoutVars>
      </dgm:prSet>
      <dgm:spPr/>
    </dgm:pt>
    <dgm:pt modelId="{D00C78B3-BED6-4193-80A6-695703F7855B}" type="pres">
      <dgm:prSet presAssocID="{4097D0C0-01CC-4C9D-864A-9C24BB7EECA6}" presName="sibTrans" presStyleCnt="0"/>
      <dgm:spPr/>
    </dgm:pt>
    <dgm:pt modelId="{8960B45E-5649-450B-A34C-E6596E5E0074}" type="pres">
      <dgm:prSet presAssocID="{2669C320-36F0-4294-B695-BCA0485E13B7}" presName="compNode" presStyleCnt="0"/>
      <dgm:spPr/>
    </dgm:pt>
    <dgm:pt modelId="{95138A7C-C839-481E-996F-875F08FA6EAA}" type="pres">
      <dgm:prSet presAssocID="{2669C320-36F0-4294-B695-BCA0485E13B7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3E1E69B-B50F-4038-9733-064079C999E7}" type="pres">
      <dgm:prSet presAssocID="{2669C320-36F0-4294-B695-BCA0485E13B7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117849A5-851D-408A-8B8A-84E325B045AA}" type="pres">
      <dgm:prSet presAssocID="{2669C320-36F0-4294-B695-BCA0485E13B7}" presName="spaceRect" presStyleCnt="0"/>
      <dgm:spPr/>
    </dgm:pt>
    <dgm:pt modelId="{EDFD297C-8E1B-44AA-A673-3C662D18E132}" type="pres">
      <dgm:prSet presAssocID="{2669C320-36F0-4294-B695-BCA0485E13B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A656406-8C38-48A4-90FD-F6078AAD7D57}" type="presOf" srcId="{4FBDD4B4-3545-44F2-8CDC-5E67A9C31975}" destId="{0B66FC59-B7EB-416B-B3F6-852BD1062899}" srcOrd="0" destOrd="0" presId="urn:microsoft.com/office/officeart/2018/5/layout/IconLeafLabelList"/>
    <dgm:cxn modelId="{FA999A0A-6AF2-4B9E-ABFC-2ED7ABCCA383}" srcId="{4FBDD4B4-3545-44F2-8CDC-5E67A9C31975}" destId="{2669C320-36F0-4294-B695-BCA0485E13B7}" srcOrd="3" destOrd="0" parTransId="{108EB41B-4010-485D-AA04-0FA085C3408A}" sibTransId="{AACEC0F8-E486-42B0-9861-9BF39B0C596E}"/>
    <dgm:cxn modelId="{53C9601B-99A3-42F4-9BAA-2A6FB6027B22}" type="presOf" srcId="{1631E643-E93A-46B7-A4B8-E7DDCCB9C594}" destId="{FD6A75C9-6825-424F-AA97-F607399D48C3}" srcOrd="0" destOrd="0" presId="urn:microsoft.com/office/officeart/2018/5/layout/IconLeafLabelList"/>
    <dgm:cxn modelId="{374F0F34-5E4F-4554-9D90-CAC7AA294A75}" srcId="{4FBDD4B4-3545-44F2-8CDC-5E67A9C31975}" destId="{1631E643-E93A-46B7-A4B8-E7DDCCB9C594}" srcOrd="2" destOrd="0" parTransId="{009EC8EF-048E-4A49-97C3-17E12230F950}" sibTransId="{4097D0C0-01CC-4C9D-864A-9C24BB7EECA6}"/>
    <dgm:cxn modelId="{600F7667-EF0F-4449-9ED8-36A4E9E6F70B}" type="presOf" srcId="{2669C320-36F0-4294-B695-BCA0485E13B7}" destId="{EDFD297C-8E1B-44AA-A673-3C662D18E132}" srcOrd="0" destOrd="0" presId="urn:microsoft.com/office/officeart/2018/5/layout/IconLeafLabelList"/>
    <dgm:cxn modelId="{DE17027A-69E0-413B-9BA3-42DA6EEBFC1C}" type="presOf" srcId="{46BDEECC-6267-4A97-BAC0-8CD69DA0E479}" destId="{2801B95A-553E-4EBD-A14C-A3DD780E8F44}" srcOrd="0" destOrd="0" presId="urn:microsoft.com/office/officeart/2018/5/layout/IconLeafLabelList"/>
    <dgm:cxn modelId="{17EC2589-2D01-4D6B-A965-62397D4F096E}" type="presOf" srcId="{96ED71F7-278D-4B8E-9055-762719A7DBAE}" destId="{46CF5430-86A8-42A2-B0A3-18BEF5B020B9}" srcOrd="0" destOrd="0" presId="urn:microsoft.com/office/officeart/2018/5/layout/IconLeafLabelList"/>
    <dgm:cxn modelId="{65FB11A3-3F10-4AEC-96F3-3F2630B5198D}" srcId="{4FBDD4B4-3545-44F2-8CDC-5E67A9C31975}" destId="{96ED71F7-278D-4B8E-9055-762719A7DBAE}" srcOrd="1" destOrd="0" parTransId="{1EB81F10-6775-4221-AAEB-30C0AEE79275}" sibTransId="{A76D056F-B597-4482-B1B5-5B78EB328A1A}"/>
    <dgm:cxn modelId="{FA3889E0-DF50-4FBB-8B64-8CA5DE4116DC}" srcId="{4FBDD4B4-3545-44F2-8CDC-5E67A9C31975}" destId="{46BDEECC-6267-4A97-BAC0-8CD69DA0E479}" srcOrd="0" destOrd="0" parTransId="{41116CD3-2DF4-47D3-AE98-155713662E3D}" sibTransId="{7771B6BC-AE8E-4F45-BDD8-98E05AFB8D2B}"/>
    <dgm:cxn modelId="{B82BAB7B-8D4F-454A-BFAE-1D17BAAE081A}" type="presParOf" srcId="{0B66FC59-B7EB-416B-B3F6-852BD1062899}" destId="{DF13C119-4EF2-4649-9A34-5082178EF756}" srcOrd="0" destOrd="0" presId="urn:microsoft.com/office/officeart/2018/5/layout/IconLeafLabelList"/>
    <dgm:cxn modelId="{7134D8AE-DB5D-4D96-ACCD-337A70944AF1}" type="presParOf" srcId="{DF13C119-4EF2-4649-9A34-5082178EF756}" destId="{9E6B9894-9F1D-4731-9176-B7F1DE0EB1A8}" srcOrd="0" destOrd="0" presId="urn:microsoft.com/office/officeart/2018/5/layout/IconLeafLabelList"/>
    <dgm:cxn modelId="{CBC11308-A095-4B62-AF27-03FB8F6C638C}" type="presParOf" srcId="{DF13C119-4EF2-4649-9A34-5082178EF756}" destId="{C89B966D-3B9E-44F6-8418-B5B1A01C026E}" srcOrd="1" destOrd="0" presId="urn:microsoft.com/office/officeart/2018/5/layout/IconLeafLabelList"/>
    <dgm:cxn modelId="{48618FE3-98AF-44B7-A925-959AF37671CE}" type="presParOf" srcId="{DF13C119-4EF2-4649-9A34-5082178EF756}" destId="{CB7E454C-7C7F-473C-BFA7-C2BCBD2E23D0}" srcOrd="2" destOrd="0" presId="urn:microsoft.com/office/officeart/2018/5/layout/IconLeafLabelList"/>
    <dgm:cxn modelId="{5338F2D4-A578-47B9-AEE5-1979A2E0D5CE}" type="presParOf" srcId="{DF13C119-4EF2-4649-9A34-5082178EF756}" destId="{2801B95A-553E-4EBD-A14C-A3DD780E8F44}" srcOrd="3" destOrd="0" presId="urn:microsoft.com/office/officeart/2018/5/layout/IconLeafLabelList"/>
    <dgm:cxn modelId="{89863744-753C-4896-8DA5-F1F3D9DBC49B}" type="presParOf" srcId="{0B66FC59-B7EB-416B-B3F6-852BD1062899}" destId="{D2325FF8-25B3-4E3D-9D8C-C0D3789B39D4}" srcOrd="1" destOrd="0" presId="urn:microsoft.com/office/officeart/2018/5/layout/IconLeafLabelList"/>
    <dgm:cxn modelId="{688180DC-9E25-459D-B2D1-49CA904DEBC8}" type="presParOf" srcId="{0B66FC59-B7EB-416B-B3F6-852BD1062899}" destId="{AE7A205C-E43C-4D7C-95CA-910CE828B48E}" srcOrd="2" destOrd="0" presId="urn:microsoft.com/office/officeart/2018/5/layout/IconLeafLabelList"/>
    <dgm:cxn modelId="{5D4F2F90-B345-4A47-B16E-491E924E197E}" type="presParOf" srcId="{AE7A205C-E43C-4D7C-95CA-910CE828B48E}" destId="{EA79D60C-8330-4E64-B574-A8F9258E59C3}" srcOrd="0" destOrd="0" presId="urn:microsoft.com/office/officeart/2018/5/layout/IconLeafLabelList"/>
    <dgm:cxn modelId="{A35535D7-C523-44E1-84E7-B039D568EFA2}" type="presParOf" srcId="{AE7A205C-E43C-4D7C-95CA-910CE828B48E}" destId="{AB409951-BB1A-49EC-802D-5DC95FC3B346}" srcOrd="1" destOrd="0" presId="urn:microsoft.com/office/officeart/2018/5/layout/IconLeafLabelList"/>
    <dgm:cxn modelId="{164CEBD1-7871-4543-9685-7DDBDD98A167}" type="presParOf" srcId="{AE7A205C-E43C-4D7C-95CA-910CE828B48E}" destId="{C42C1FF1-7E90-4598-B907-ECD2050B4877}" srcOrd="2" destOrd="0" presId="urn:microsoft.com/office/officeart/2018/5/layout/IconLeafLabelList"/>
    <dgm:cxn modelId="{9D651515-CA68-4DCE-9C2F-E2E374B0C46C}" type="presParOf" srcId="{AE7A205C-E43C-4D7C-95CA-910CE828B48E}" destId="{46CF5430-86A8-42A2-B0A3-18BEF5B020B9}" srcOrd="3" destOrd="0" presId="urn:microsoft.com/office/officeart/2018/5/layout/IconLeafLabelList"/>
    <dgm:cxn modelId="{3D248B20-CE82-4CCB-ABF5-CE2883C54C48}" type="presParOf" srcId="{0B66FC59-B7EB-416B-B3F6-852BD1062899}" destId="{8FDF2916-5A7F-460A-880F-80C15C6805E0}" srcOrd="3" destOrd="0" presId="urn:microsoft.com/office/officeart/2018/5/layout/IconLeafLabelList"/>
    <dgm:cxn modelId="{05FBCB97-1912-41A2-8F56-CC71A0E2BD4F}" type="presParOf" srcId="{0B66FC59-B7EB-416B-B3F6-852BD1062899}" destId="{7B479F85-989B-4292-9816-FA589BDBE5D5}" srcOrd="4" destOrd="0" presId="urn:microsoft.com/office/officeart/2018/5/layout/IconLeafLabelList"/>
    <dgm:cxn modelId="{CDF07895-3D91-4188-9880-6119952139D2}" type="presParOf" srcId="{7B479F85-989B-4292-9816-FA589BDBE5D5}" destId="{2BCD2671-4D56-4CF3-BC86-2BA74D48205B}" srcOrd="0" destOrd="0" presId="urn:microsoft.com/office/officeart/2018/5/layout/IconLeafLabelList"/>
    <dgm:cxn modelId="{47B1685A-F355-4457-B3D4-45586714540F}" type="presParOf" srcId="{7B479F85-989B-4292-9816-FA589BDBE5D5}" destId="{84E17F04-3566-4F17-BDBE-AC64FE0F0DA0}" srcOrd="1" destOrd="0" presId="urn:microsoft.com/office/officeart/2018/5/layout/IconLeafLabelList"/>
    <dgm:cxn modelId="{10438E4A-DFC5-4F77-898D-1929A0E4FBFD}" type="presParOf" srcId="{7B479F85-989B-4292-9816-FA589BDBE5D5}" destId="{1B19C65D-E778-4728-AC6E-F8A05C039CF5}" srcOrd="2" destOrd="0" presId="urn:microsoft.com/office/officeart/2018/5/layout/IconLeafLabelList"/>
    <dgm:cxn modelId="{09559004-D30A-4BB4-8D10-C4CD1F34688F}" type="presParOf" srcId="{7B479F85-989B-4292-9816-FA589BDBE5D5}" destId="{FD6A75C9-6825-424F-AA97-F607399D48C3}" srcOrd="3" destOrd="0" presId="urn:microsoft.com/office/officeart/2018/5/layout/IconLeafLabelList"/>
    <dgm:cxn modelId="{65D0E9C9-8C13-4EEE-B957-AE7EEC8AC2A1}" type="presParOf" srcId="{0B66FC59-B7EB-416B-B3F6-852BD1062899}" destId="{D00C78B3-BED6-4193-80A6-695703F7855B}" srcOrd="5" destOrd="0" presId="urn:microsoft.com/office/officeart/2018/5/layout/IconLeafLabelList"/>
    <dgm:cxn modelId="{77305EE1-2595-4645-B464-3806DD516AAD}" type="presParOf" srcId="{0B66FC59-B7EB-416B-B3F6-852BD1062899}" destId="{8960B45E-5649-450B-A34C-E6596E5E0074}" srcOrd="6" destOrd="0" presId="urn:microsoft.com/office/officeart/2018/5/layout/IconLeafLabelList"/>
    <dgm:cxn modelId="{1F65679D-B733-457E-A9D1-91941D96FB69}" type="presParOf" srcId="{8960B45E-5649-450B-A34C-E6596E5E0074}" destId="{95138A7C-C839-481E-996F-875F08FA6EAA}" srcOrd="0" destOrd="0" presId="urn:microsoft.com/office/officeart/2018/5/layout/IconLeafLabelList"/>
    <dgm:cxn modelId="{0C2C2826-0FC4-4121-AC9C-5DF145230497}" type="presParOf" srcId="{8960B45E-5649-450B-A34C-E6596E5E0074}" destId="{B3E1E69B-B50F-4038-9733-064079C999E7}" srcOrd="1" destOrd="0" presId="urn:microsoft.com/office/officeart/2018/5/layout/IconLeafLabelList"/>
    <dgm:cxn modelId="{B64070BE-2AF0-4330-9D93-1D6D495CDE85}" type="presParOf" srcId="{8960B45E-5649-450B-A34C-E6596E5E0074}" destId="{117849A5-851D-408A-8B8A-84E325B045AA}" srcOrd="2" destOrd="0" presId="urn:microsoft.com/office/officeart/2018/5/layout/IconLeafLabelList"/>
    <dgm:cxn modelId="{B40A2ECE-C20E-4AB2-8C57-D4741EBD73FC}" type="presParOf" srcId="{8960B45E-5649-450B-A34C-E6596E5E0074}" destId="{EDFD297C-8E1B-44AA-A673-3C662D18E132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47796933-DDDB-4777-BF25-A43071539888}" type="doc">
      <dgm:prSet loTypeId="urn:microsoft.com/office/officeart/2005/8/layout/list1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96C392B4-34C6-403A-8E87-D0DCA2DD3F92}">
      <dgm:prSet/>
      <dgm:spPr/>
      <dgm:t>
        <a:bodyPr/>
        <a:lstStyle/>
        <a:p>
          <a:r>
            <a:rPr lang="en-US"/>
            <a:t>Where: output sinks</a:t>
          </a:r>
        </a:p>
      </dgm:t>
    </dgm:pt>
    <dgm:pt modelId="{A5A4FD31-57AE-4B8D-AD16-F57D62216474}" type="parTrans" cxnId="{558CC3DC-8A8F-47EA-9A7A-AEEF60B7DD68}">
      <dgm:prSet/>
      <dgm:spPr/>
      <dgm:t>
        <a:bodyPr/>
        <a:lstStyle/>
        <a:p>
          <a:endParaRPr lang="en-US"/>
        </a:p>
      </dgm:t>
    </dgm:pt>
    <dgm:pt modelId="{216EBCF5-131B-4DEA-9114-3A92A5E4147D}" type="sibTrans" cxnId="{558CC3DC-8A8F-47EA-9A7A-AEEF60B7DD68}">
      <dgm:prSet/>
      <dgm:spPr/>
      <dgm:t>
        <a:bodyPr/>
        <a:lstStyle/>
        <a:p>
          <a:endParaRPr lang="en-US"/>
        </a:p>
      </dgm:t>
    </dgm:pt>
    <dgm:pt modelId="{D7C884D7-AAFD-4D90-BA36-857B47B95FFE}">
      <dgm:prSet/>
      <dgm:spPr/>
      <dgm:t>
        <a:bodyPr/>
        <a:lstStyle/>
        <a:p>
          <a:r>
            <a:rPr lang="en-US"/>
            <a:t>How: output modes</a:t>
          </a:r>
        </a:p>
      </dgm:t>
    </dgm:pt>
    <dgm:pt modelId="{3E34BF82-EDD0-4D4B-9449-46B686BD867C}" type="parTrans" cxnId="{2D3460F6-D7A9-4B51-9006-5DF4FC31A322}">
      <dgm:prSet/>
      <dgm:spPr/>
      <dgm:t>
        <a:bodyPr/>
        <a:lstStyle/>
        <a:p>
          <a:endParaRPr lang="en-US"/>
        </a:p>
      </dgm:t>
    </dgm:pt>
    <dgm:pt modelId="{F87E70A2-69A1-412A-9C61-0ADF6CA737FD}" type="sibTrans" cxnId="{2D3460F6-D7A9-4B51-9006-5DF4FC31A322}">
      <dgm:prSet/>
      <dgm:spPr/>
      <dgm:t>
        <a:bodyPr/>
        <a:lstStyle/>
        <a:p>
          <a:endParaRPr lang="en-US"/>
        </a:p>
      </dgm:t>
    </dgm:pt>
    <dgm:pt modelId="{AA589847-22F8-45A4-B3E3-1BEC2EA4839B}">
      <dgm:prSet/>
      <dgm:spPr/>
      <dgm:t>
        <a:bodyPr/>
        <a:lstStyle/>
        <a:p>
          <a:r>
            <a:rPr lang="en-US" b="1"/>
            <a:t>Append: </a:t>
          </a:r>
          <a:r>
            <a:rPr lang="en-US"/>
            <a:t>Outputs only new rows added to the Result Table since the last trigger</a:t>
          </a:r>
        </a:p>
      </dgm:t>
    </dgm:pt>
    <dgm:pt modelId="{DC96421D-8762-4462-A01B-9F776728C885}" type="parTrans" cxnId="{E813536E-F6A3-4417-B36C-01E0DA7583F8}">
      <dgm:prSet/>
      <dgm:spPr/>
      <dgm:t>
        <a:bodyPr/>
        <a:lstStyle/>
        <a:p>
          <a:endParaRPr lang="en-US"/>
        </a:p>
      </dgm:t>
    </dgm:pt>
    <dgm:pt modelId="{44BBE2FC-78F0-4032-B994-2980EEA7FB02}" type="sibTrans" cxnId="{E813536E-F6A3-4417-B36C-01E0DA7583F8}">
      <dgm:prSet/>
      <dgm:spPr/>
      <dgm:t>
        <a:bodyPr/>
        <a:lstStyle/>
        <a:p>
          <a:endParaRPr lang="en-US"/>
        </a:p>
      </dgm:t>
    </dgm:pt>
    <dgm:pt modelId="{492C3CBA-0D40-4C04-8386-15EB0B62DE2E}">
      <dgm:prSet/>
      <dgm:spPr/>
      <dgm:t>
        <a:bodyPr/>
        <a:lstStyle/>
        <a:p>
          <a:r>
            <a:rPr lang="en-US" b="1"/>
            <a:t>Complete: </a:t>
          </a:r>
          <a:r>
            <a:rPr lang="en-US"/>
            <a:t>Outputs the entire Result Table, including all updates and transformations, after each trigger</a:t>
          </a:r>
        </a:p>
      </dgm:t>
    </dgm:pt>
    <dgm:pt modelId="{B4498BE0-9224-475E-AF2E-17A973D96A81}" type="parTrans" cxnId="{7A07EBC3-2AF4-49AA-8BB4-E0248C0F3BA3}">
      <dgm:prSet/>
      <dgm:spPr/>
      <dgm:t>
        <a:bodyPr/>
        <a:lstStyle/>
        <a:p>
          <a:endParaRPr lang="en-US"/>
        </a:p>
      </dgm:t>
    </dgm:pt>
    <dgm:pt modelId="{EF4CC984-F98D-4505-B5C5-6C7ED39BEAEC}" type="sibTrans" cxnId="{7A07EBC3-2AF4-49AA-8BB4-E0248C0F3BA3}">
      <dgm:prSet/>
      <dgm:spPr/>
      <dgm:t>
        <a:bodyPr/>
        <a:lstStyle/>
        <a:p>
          <a:endParaRPr lang="en-US"/>
        </a:p>
      </dgm:t>
    </dgm:pt>
    <dgm:pt modelId="{8B2383FF-D21A-4D90-ADF7-A0747B2E9C16}">
      <dgm:prSet/>
      <dgm:spPr/>
      <dgm:t>
        <a:bodyPr/>
        <a:lstStyle/>
        <a:p>
          <a:r>
            <a:rPr lang="en-US" b="1"/>
            <a:t>Update: </a:t>
          </a:r>
          <a:r>
            <a:rPr lang="en-US"/>
            <a:t>Outputs only rows in the Result Table that have updated since the last trigger are output</a:t>
          </a:r>
        </a:p>
      </dgm:t>
    </dgm:pt>
    <dgm:pt modelId="{AC02AF11-B4D2-409F-A7F5-3CC55EE3F3FD}" type="parTrans" cxnId="{0488C844-E269-436D-B784-5D11EF8823B5}">
      <dgm:prSet/>
      <dgm:spPr/>
      <dgm:t>
        <a:bodyPr/>
        <a:lstStyle/>
        <a:p>
          <a:endParaRPr lang="en-US"/>
        </a:p>
      </dgm:t>
    </dgm:pt>
    <dgm:pt modelId="{3097BC63-0A09-4BA3-B4D4-C1E1B3734C8E}" type="sibTrans" cxnId="{0488C844-E269-436D-B784-5D11EF8823B5}">
      <dgm:prSet/>
      <dgm:spPr/>
      <dgm:t>
        <a:bodyPr/>
        <a:lstStyle/>
        <a:p>
          <a:endParaRPr lang="en-US"/>
        </a:p>
      </dgm:t>
    </dgm:pt>
    <dgm:pt modelId="{7E804B8B-4DF9-8E48-8B17-277A8744EE74}" type="pres">
      <dgm:prSet presAssocID="{47796933-DDDB-4777-BF25-A43071539888}" presName="linear" presStyleCnt="0">
        <dgm:presLayoutVars>
          <dgm:dir/>
          <dgm:animLvl val="lvl"/>
          <dgm:resizeHandles val="exact"/>
        </dgm:presLayoutVars>
      </dgm:prSet>
      <dgm:spPr/>
    </dgm:pt>
    <dgm:pt modelId="{5A1F24EE-41A2-4042-9D3B-6B550795664B}" type="pres">
      <dgm:prSet presAssocID="{96C392B4-34C6-403A-8E87-D0DCA2DD3F92}" presName="parentLin" presStyleCnt="0"/>
      <dgm:spPr/>
    </dgm:pt>
    <dgm:pt modelId="{301E581B-6AC7-664E-9898-D25A1F38AB81}" type="pres">
      <dgm:prSet presAssocID="{96C392B4-34C6-403A-8E87-D0DCA2DD3F92}" presName="parentLeftMargin" presStyleLbl="node1" presStyleIdx="0" presStyleCnt="2"/>
      <dgm:spPr/>
    </dgm:pt>
    <dgm:pt modelId="{16CEA49D-53CB-EA4F-BC17-7B157918A197}" type="pres">
      <dgm:prSet presAssocID="{96C392B4-34C6-403A-8E87-D0DCA2DD3F92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4F08078-2ACA-054C-98C3-BB7DEC2B90B7}" type="pres">
      <dgm:prSet presAssocID="{96C392B4-34C6-403A-8E87-D0DCA2DD3F92}" presName="negativeSpace" presStyleCnt="0"/>
      <dgm:spPr/>
    </dgm:pt>
    <dgm:pt modelId="{EBA8F5AA-4BB6-8F40-9FAE-6080691BEB40}" type="pres">
      <dgm:prSet presAssocID="{96C392B4-34C6-403A-8E87-D0DCA2DD3F92}" presName="childText" presStyleLbl="conFgAcc1" presStyleIdx="0" presStyleCnt="2">
        <dgm:presLayoutVars>
          <dgm:bulletEnabled val="1"/>
        </dgm:presLayoutVars>
      </dgm:prSet>
      <dgm:spPr/>
    </dgm:pt>
    <dgm:pt modelId="{F3058F90-43FC-7849-A7C5-6A7D76343E15}" type="pres">
      <dgm:prSet presAssocID="{216EBCF5-131B-4DEA-9114-3A92A5E4147D}" presName="spaceBetweenRectangles" presStyleCnt="0"/>
      <dgm:spPr/>
    </dgm:pt>
    <dgm:pt modelId="{2E058022-4FC8-A940-92CB-7463FD68C542}" type="pres">
      <dgm:prSet presAssocID="{D7C884D7-AAFD-4D90-BA36-857B47B95FFE}" presName="parentLin" presStyleCnt="0"/>
      <dgm:spPr/>
    </dgm:pt>
    <dgm:pt modelId="{C26D5381-E7E3-B242-BEB3-BA7EB3BBDF62}" type="pres">
      <dgm:prSet presAssocID="{D7C884D7-AAFD-4D90-BA36-857B47B95FFE}" presName="parentLeftMargin" presStyleLbl="node1" presStyleIdx="0" presStyleCnt="2"/>
      <dgm:spPr/>
    </dgm:pt>
    <dgm:pt modelId="{0B15EA11-89DA-A940-AE2D-531104F3A461}" type="pres">
      <dgm:prSet presAssocID="{D7C884D7-AAFD-4D90-BA36-857B47B95FF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9CB18473-3D45-5047-8C63-67FC630EB28E}" type="pres">
      <dgm:prSet presAssocID="{D7C884D7-AAFD-4D90-BA36-857B47B95FFE}" presName="negativeSpace" presStyleCnt="0"/>
      <dgm:spPr/>
    </dgm:pt>
    <dgm:pt modelId="{932F40A7-F241-9C49-94FA-646C6057B261}" type="pres">
      <dgm:prSet presAssocID="{D7C884D7-AAFD-4D90-BA36-857B47B95FF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7B9C5232-E564-6148-9B5E-9B75C81EF99F}" type="presOf" srcId="{492C3CBA-0D40-4C04-8386-15EB0B62DE2E}" destId="{932F40A7-F241-9C49-94FA-646C6057B261}" srcOrd="0" destOrd="1" presId="urn:microsoft.com/office/officeart/2005/8/layout/list1"/>
    <dgm:cxn modelId="{B78EA035-9779-224B-BAB2-599A405545FD}" type="presOf" srcId="{96C392B4-34C6-403A-8E87-D0DCA2DD3F92}" destId="{16CEA49D-53CB-EA4F-BC17-7B157918A197}" srcOrd="1" destOrd="0" presId="urn:microsoft.com/office/officeart/2005/8/layout/list1"/>
    <dgm:cxn modelId="{0488C844-E269-436D-B784-5D11EF8823B5}" srcId="{D7C884D7-AAFD-4D90-BA36-857B47B95FFE}" destId="{8B2383FF-D21A-4D90-ADF7-A0747B2E9C16}" srcOrd="2" destOrd="0" parTransId="{AC02AF11-B4D2-409F-A7F5-3CC55EE3F3FD}" sibTransId="{3097BC63-0A09-4BA3-B4D4-C1E1B3734C8E}"/>
    <dgm:cxn modelId="{9DDFC659-C512-6B44-BB83-DF8850E4A8C9}" type="presOf" srcId="{AA589847-22F8-45A4-B3E3-1BEC2EA4839B}" destId="{932F40A7-F241-9C49-94FA-646C6057B261}" srcOrd="0" destOrd="0" presId="urn:microsoft.com/office/officeart/2005/8/layout/list1"/>
    <dgm:cxn modelId="{E813536E-F6A3-4417-B36C-01E0DA7583F8}" srcId="{D7C884D7-AAFD-4D90-BA36-857B47B95FFE}" destId="{AA589847-22F8-45A4-B3E3-1BEC2EA4839B}" srcOrd="0" destOrd="0" parTransId="{DC96421D-8762-4462-A01B-9F776728C885}" sibTransId="{44BBE2FC-78F0-4032-B994-2980EEA7FB02}"/>
    <dgm:cxn modelId="{CA0EDB6F-A6EF-9D4B-BB48-3E4581FE888C}" type="presOf" srcId="{8B2383FF-D21A-4D90-ADF7-A0747B2E9C16}" destId="{932F40A7-F241-9C49-94FA-646C6057B261}" srcOrd="0" destOrd="2" presId="urn:microsoft.com/office/officeart/2005/8/layout/list1"/>
    <dgm:cxn modelId="{DC6EEE8C-3DFF-1D41-8DB8-51D454077A53}" type="presOf" srcId="{D7C884D7-AAFD-4D90-BA36-857B47B95FFE}" destId="{0B15EA11-89DA-A940-AE2D-531104F3A461}" srcOrd="1" destOrd="0" presId="urn:microsoft.com/office/officeart/2005/8/layout/list1"/>
    <dgm:cxn modelId="{7A07EBC3-2AF4-49AA-8BB4-E0248C0F3BA3}" srcId="{D7C884D7-AAFD-4D90-BA36-857B47B95FFE}" destId="{492C3CBA-0D40-4C04-8386-15EB0B62DE2E}" srcOrd="1" destOrd="0" parTransId="{B4498BE0-9224-475E-AF2E-17A973D96A81}" sibTransId="{EF4CC984-F98D-4505-B5C5-6C7ED39BEAEC}"/>
    <dgm:cxn modelId="{EA3E57CB-E393-B144-88D8-B9C7AC93DF6D}" type="presOf" srcId="{D7C884D7-AAFD-4D90-BA36-857B47B95FFE}" destId="{C26D5381-E7E3-B242-BEB3-BA7EB3BBDF62}" srcOrd="0" destOrd="0" presId="urn:microsoft.com/office/officeart/2005/8/layout/list1"/>
    <dgm:cxn modelId="{05CFF4D6-4F2E-504F-87BB-3EE107216C2B}" type="presOf" srcId="{96C392B4-34C6-403A-8E87-D0DCA2DD3F92}" destId="{301E581B-6AC7-664E-9898-D25A1F38AB81}" srcOrd="0" destOrd="0" presId="urn:microsoft.com/office/officeart/2005/8/layout/list1"/>
    <dgm:cxn modelId="{558CC3DC-8A8F-47EA-9A7A-AEEF60B7DD68}" srcId="{47796933-DDDB-4777-BF25-A43071539888}" destId="{96C392B4-34C6-403A-8E87-D0DCA2DD3F92}" srcOrd="0" destOrd="0" parTransId="{A5A4FD31-57AE-4B8D-AD16-F57D62216474}" sibTransId="{216EBCF5-131B-4DEA-9114-3A92A5E4147D}"/>
    <dgm:cxn modelId="{9F8273EB-7D2C-6D4C-8216-7D684E2492A9}" type="presOf" srcId="{47796933-DDDB-4777-BF25-A43071539888}" destId="{7E804B8B-4DF9-8E48-8B17-277A8744EE74}" srcOrd="0" destOrd="0" presId="urn:microsoft.com/office/officeart/2005/8/layout/list1"/>
    <dgm:cxn modelId="{2D3460F6-D7A9-4B51-9006-5DF4FC31A322}" srcId="{47796933-DDDB-4777-BF25-A43071539888}" destId="{D7C884D7-AAFD-4D90-BA36-857B47B95FFE}" srcOrd="1" destOrd="0" parTransId="{3E34BF82-EDD0-4D4B-9449-46B686BD867C}" sibTransId="{F87E70A2-69A1-412A-9C61-0ADF6CA737FD}"/>
    <dgm:cxn modelId="{9EC46AFF-6896-EC4B-B868-55D60F382ACF}" type="presParOf" srcId="{7E804B8B-4DF9-8E48-8B17-277A8744EE74}" destId="{5A1F24EE-41A2-4042-9D3B-6B550795664B}" srcOrd="0" destOrd="0" presId="urn:microsoft.com/office/officeart/2005/8/layout/list1"/>
    <dgm:cxn modelId="{1A9F688E-9273-F14D-AF13-857556084421}" type="presParOf" srcId="{5A1F24EE-41A2-4042-9D3B-6B550795664B}" destId="{301E581B-6AC7-664E-9898-D25A1F38AB81}" srcOrd="0" destOrd="0" presId="urn:microsoft.com/office/officeart/2005/8/layout/list1"/>
    <dgm:cxn modelId="{408023B1-4AE4-2146-B3A7-6D09C7D4BEAE}" type="presParOf" srcId="{5A1F24EE-41A2-4042-9D3B-6B550795664B}" destId="{16CEA49D-53CB-EA4F-BC17-7B157918A197}" srcOrd="1" destOrd="0" presId="urn:microsoft.com/office/officeart/2005/8/layout/list1"/>
    <dgm:cxn modelId="{B6A75B0E-51DA-8A4C-BA0A-8C7CE5F86E01}" type="presParOf" srcId="{7E804B8B-4DF9-8E48-8B17-277A8744EE74}" destId="{44F08078-2ACA-054C-98C3-BB7DEC2B90B7}" srcOrd="1" destOrd="0" presId="urn:microsoft.com/office/officeart/2005/8/layout/list1"/>
    <dgm:cxn modelId="{4E66A010-CC0F-7441-8082-28B7EB80F636}" type="presParOf" srcId="{7E804B8B-4DF9-8E48-8B17-277A8744EE74}" destId="{EBA8F5AA-4BB6-8F40-9FAE-6080691BEB40}" srcOrd="2" destOrd="0" presId="urn:microsoft.com/office/officeart/2005/8/layout/list1"/>
    <dgm:cxn modelId="{90A90AC2-8E49-CE44-92FF-164EB1799639}" type="presParOf" srcId="{7E804B8B-4DF9-8E48-8B17-277A8744EE74}" destId="{F3058F90-43FC-7849-A7C5-6A7D76343E15}" srcOrd="3" destOrd="0" presId="urn:microsoft.com/office/officeart/2005/8/layout/list1"/>
    <dgm:cxn modelId="{07A6402B-1CE9-844B-9DCF-C29DD44B9695}" type="presParOf" srcId="{7E804B8B-4DF9-8E48-8B17-277A8744EE74}" destId="{2E058022-4FC8-A940-92CB-7463FD68C542}" srcOrd="4" destOrd="0" presId="urn:microsoft.com/office/officeart/2005/8/layout/list1"/>
    <dgm:cxn modelId="{7E339BB0-3C46-234F-851F-BD18919981C3}" type="presParOf" srcId="{2E058022-4FC8-A940-92CB-7463FD68C542}" destId="{C26D5381-E7E3-B242-BEB3-BA7EB3BBDF62}" srcOrd="0" destOrd="0" presId="urn:microsoft.com/office/officeart/2005/8/layout/list1"/>
    <dgm:cxn modelId="{B1702AAB-F6A9-3142-8F1B-85DDED8B94A1}" type="presParOf" srcId="{2E058022-4FC8-A940-92CB-7463FD68C542}" destId="{0B15EA11-89DA-A940-AE2D-531104F3A461}" srcOrd="1" destOrd="0" presId="urn:microsoft.com/office/officeart/2005/8/layout/list1"/>
    <dgm:cxn modelId="{F722EB43-2028-0649-AA2C-D4FC6D1833C1}" type="presParOf" srcId="{7E804B8B-4DF9-8E48-8B17-277A8744EE74}" destId="{9CB18473-3D45-5047-8C63-67FC630EB28E}" srcOrd="5" destOrd="0" presId="urn:microsoft.com/office/officeart/2005/8/layout/list1"/>
    <dgm:cxn modelId="{2C626AC7-3D15-E045-9289-F53E66E7469B}" type="presParOf" srcId="{7E804B8B-4DF9-8E48-8B17-277A8744EE74}" destId="{932F40A7-F241-9C49-94FA-646C6057B261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B01BF62B-8DC4-445E-AD13-35EE30A2BBC4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175B9FC-7033-43A5-8282-89F483AF0577}">
      <dgm:prSet/>
      <dgm:spPr/>
      <dgm:t>
        <a:bodyPr/>
        <a:lstStyle/>
        <a:p>
          <a:r>
            <a:rPr lang="en-US"/>
            <a:t>Processing in parallel large data sets distributed across a cluster</a:t>
          </a:r>
        </a:p>
      </dgm:t>
    </dgm:pt>
    <dgm:pt modelId="{345E389C-7A65-4DFD-B3B1-104E35075E75}" type="parTrans" cxnId="{A0F3473B-D5D3-420B-80F0-2DAE6D1747B8}">
      <dgm:prSet/>
      <dgm:spPr/>
      <dgm:t>
        <a:bodyPr/>
        <a:lstStyle/>
        <a:p>
          <a:endParaRPr lang="en-US"/>
        </a:p>
      </dgm:t>
    </dgm:pt>
    <dgm:pt modelId="{A538C2B1-DC15-4BEF-AF91-CEEFF9B2C746}" type="sibTrans" cxnId="{A0F3473B-D5D3-420B-80F0-2DAE6D1747B8}">
      <dgm:prSet/>
      <dgm:spPr/>
      <dgm:t>
        <a:bodyPr/>
        <a:lstStyle/>
        <a:p>
          <a:endParaRPr lang="en-US"/>
        </a:p>
      </dgm:t>
    </dgm:pt>
    <dgm:pt modelId="{7EE5D180-2EBD-40A4-9634-EED318BC0E13}">
      <dgm:prSet/>
      <dgm:spPr/>
      <dgm:t>
        <a:bodyPr/>
        <a:lstStyle/>
        <a:p>
          <a:r>
            <a:rPr lang="en-US"/>
            <a:t>Performing adhoc or interactive queries to explore and visualize data 	sets</a:t>
          </a:r>
        </a:p>
      </dgm:t>
    </dgm:pt>
    <dgm:pt modelId="{7070A251-A1DB-47D2-A827-D8CA171C3225}" type="parTrans" cxnId="{1D72D2DB-C311-4C4D-A490-605C34E67613}">
      <dgm:prSet/>
      <dgm:spPr/>
      <dgm:t>
        <a:bodyPr/>
        <a:lstStyle/>
        <a:p>
          <a:endParaRPr lang="en-US"/>
        </a:p>
      </dgm:t>
    </dgm:pt>
    <dgm:pt modelId="{3D727A5C-5B3D-4F6D-9DD9-49B3D3F9F5D0}" type="sibTrans" cxnId="{1D72D2DB-C311-4C4D-A490-605C34E67613}">
      <dgm:prSet/>
      <dgm:spPr/>
      <dgm:t>
        <a:bodyPr/>
        <a:lstStyle/>
        <a:p>
          <a:endParaRPr lang="en-US"/>
        </a:p>
      </dgm:t>
    </dgm:pt>
    <dgm:pt modelId="{E01CCF51-FC57-4D31-83C3-1817D1793F5D}">
      <dgm:prSet/>
      <dgm:spPr/>
      <dgm:t>
        <a:bodyPr/>
        <a:lstStyle/>
        <a:p>
          <a:r>
            <a:rPr lang="en-US"/>
            <a:t>Building, training, and evaluating machine learning models using MLlib</a:t>
          </a:r>
        </a:p>
      </dgm:t>
    </dgm:pt>
    <dgm:pt modelId="{4C33137F-64C7-4593-A82A-0E175B0D1109}" type="parTrans" cxnId="{DFD3288C-95DA-436A-A94A-4BA025BA7575}">
      <dgm:prSet/>
      <dgm:spPr/>
      <dgm:t>
        <a:bodyPr/>
        <a:lstStyle/>
        <a:p>
          <a:endParaRPr lang="en-US"/>
        </a:p>
      </dgm:t>
    </dgm:pt>
    <dgm:pt modelId="{607F58BF-A109-4CC6-88B8-5D7FBE1F1538}" type="sibTrans" cxnId="{DFD3288C-95DA-436A-A94A-4BA025BA7575}">
      <dgm:prSet/>
      <dgm:spPr/>
      <dgm:t>
        <a:bodyPr/>
        <a:lstStyle/>
        <a:p>
          <a:endParaRPr lang="en-US"/>
        </a:p>
      </dgm:t>
    </dgm:pt>
    <dgm:pt modelId="{0223F583-1AF6-492C-A617-0B426E69F16D}">
      <dgm:prSet/>
      <dgm:spPr/>
      <dgm:t>
        <a:bodyPr/>
        <a:lstStyle/>
        <a:p>
          <a:r>
            <a:rPr lang="en-US"/>
            <a:t>Implementing end-2-end data pipelines from myriad streams of data</a:t>
          </a:r>
        </a:p>
      </dgm:t>
    </dgm:pt>
    <dgm:pt modelId="{0FA3A25F-DC6A-418B-809F-DB1E26FBAEE8}" type="parTrans" cxnId="{F004C6BA-D289-472C-9986-A2429051801D}">
      <dgm:prSet/>
      <dgm:spPr/>
      <dgm:t>
        <a:bodyPr/>
        <a:lstStyle/>
        <a:p>
          <a:endParaRPr lang="en-US"/>
        </a:p>
      </dgm:t>
    </dgm:pt>
    <dgm:pt modelId="{C8FF8997-0A42-4799-9730-7F1882FB9155}" type="sibTrans" cxnId="{F004C6BA-D289-472C-9986-A2429051801D}">
      <dgm:prSet/>
      <dgm:spPr/>
      <dgm:t>
        <a:bodyPr/>
        <a:lstStyle/>
        <a:p>
          <a:endParaRPr lang="en-US"/>
        </a:p>
      </dgm:t>
    </dgm:pt>
    <dgm:pt modelId="{D189D177-4256-498F-84E7-C22BC48D93AA}">
      <dgm:prSet/>
      <dgm:spPr/>
      <dgm:t>
        <a:bodyPr/>
        <a:lstStyle/>
        <a:p>
          <a:r>
            <a:rPr lang="en-US"/>
            <a:t>Analyzing graph data sets and social networks</a:t>
          </a:r>
        </a:p>
      </dgm:t>
    </dgm:pt>
    <dgm:pt modelId="{9D937202-9BA0-4BF9-BCBE-365CD27FD327}" type="parTrans" cxnId="{5CC2A271-C3B6-496D-B4FC-431F29418C32}">
      <dgm:prSet/>
      <dgm:spPr/>
      <dgm:t>
        <a:bodyPr/>
        <a:lstStyle/>
        <a:p>
          <a:endParaRPr lang="en-US"/>
        </a:p>
      </dgm:t>
    </dgm:pt>
    <dgm:pt modelId="{29947BFD-08B5-4DEF-A0B9-649AA0E99C13}" type="sibTrans" cxnId="{5CC2A271-C3B6-496D-B4FC-431F29418C32}">
      <dgm:prSet/>
      <dgm:spPr/>
      <dgm:t>
        <a:bodyPr/>
        <a:lstStyle/>
        <a:p>
          <a:endParaRPr lang="en-US"/>
        </a:p>
      </dgm:t>
    </dgm:pt>
    <dgm:pt modelId="{D322EE0D-FAA0-4FC7-8A71-46678AEC7D34}" type="pres">
      <dgm:prSet presAssocID="{B01BF62B-8DC4-445E-AD13-35EE30A2BBC4}" presName="root" presStyleCnt="0">
        <dgm:presLayoutVars>
          <dgm:dir/>
          <dgm:resizeHandles val="exact"/>
        </dgm:presLayoutVars>
      </dgm:prSet>
      <dgm:spPr/>
    </dgm:pt>
    <dgm:pt modelId="{F0286587-6FD5-4966-843F-DBFA7A62367E}" type="pres">
      <dgm:prSet presAssocID="{B01BF62B-8DC4-445E-AD13-35EE30A2BBC4}" presName="container" presStyleCnt="0">
        <dgm:presLayoutVars>
          <dgm:dir/>
          <dgm:resizeHandles val="exact"/>
        </dgm:presLayoutVars>
      </dgm:prSet>
      <dgm:spPr/>
    </dgm:pt>
    <dgm:pt modelId="{9F92ED21-6508-4DA5-A7BD-CFBE76AA408C}" type="pres">
      <dgm:prSet presAssocID="{4175B9FC-7033-43A5-8282-89F483AF0577}" presName="compNode" presStyleCnt="0"/>
      <dgm:spPr/>
    </dgm:pt>
    <dgm:pt modelId="{2A6CCA3E-32BC-4963-9EB4-9643A54A93E2}" type="pres">
      <dgm:prSet presAssocID="{4175B9FC-7033-43A5-8282-89F483AF0577}" presName="iconBgRect" presStyleLbl="bgShp" presStyleIdx="0" presStyleCnt="5"/>
      <dgm:spPr/>
    </dgm:pt>
    <dgm:pt modelId="{D8DED0E1-A039-4C7A-A46F-65CFEF255377}" type="pres">
      <dgm:prSet presAssocID="{4175B9FC-7033-43A5-8282-89F483AF0577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7AEBE953-8A7C-4DFE-80CA-F9A23CC9346D}" type="pres">
      <dgm:prSet presAssocID="{4175B9FC-7033-43A5-8282-89F483AF0577}" presName="spaceRect" presStyleCnt="0"/>
      <dgm:spPr/>
    </dgm:pt>
    <dgm:pt modelId="{E3DCA32D-4EBB-45BC-BBB9-C4EACB428326}" type="pres">
      <dgm:prSet presAssocID="{4175B9FC-7033-43A5-8282-89F483AF0577}" presName="textRect" presStyleLbl="revTx" presStyleIdx="0" presStyleCnt="5">
        <dgm:presLayoutVars>
          <dgm:chMax val="1"/>
          <dgm:chPref val="1"/>
        </dgm:presLayoutVars>
      </dgm:prSet>
      <dgm:spPr/>
    </dgm:pt>
    <dgm:pt modelId="{5CF12766-68EE-4E07-A522-485ADB9AC322}" type="pres">
      <dgm:prSet presAssocID="{A538C2B1-DC15-4BEF-AF91-CEEFF9B2C746}" presName="sibTrans" presStyleLbl="sibTrans2D1" presStyleIdx="0" presStyleCnt="0"/>
      <dgm:spPr/>
    </dgm:pt>
    <dgm:pt modelId="{1F59AC41-0974-4201-9047-106A8C497F15}" type="pres">
      <dgm:prSet presAssocID="{7EE5D180-2EBD-40A4-9634-EED318BC0E13}" presName="compNode" presStyleCnt="0"/>
      <dgm:spPr/>
    </dgm:pt>
    <dgm:pt modelId="{80863101-FC0C-499D-B0D3-DF6F007E23E1}" type="pres">
      <dgm:prSet presAssocID="{7EE5D180-2EBD-40A4-9634-EED318BC0E13}" presName="iconBgRect" presStyleLbl="bgShp" presStyleIdx="1" presStyleCnt="5"/>
      <dgm:spPr/>
    </dgm:pt>
    <dgm:pt modelId="{312CD329-E981-4CFE-9785-8FB08318F495}" type="pres">
      <dgm:prSet presAssocID="{7EE5D180-2EBD-40A4-9634-EED318BC0E13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A0567C74-1061-4936-BA09-AC7EAAB5A68D}" type="pres">
      <dgm:prSet presAssocID="{7EE5D180-2EBD-40A4-9634-EED318BC0E13}" presName="spaceRect" presStyleCnt="0"/>
      <dgm:spPr/>
    </dgm:pt>
    <dgm:pt modelId="{F3D4AD37-B59B-45F4-8B51-29B60E17CA99}" type="pres">
      <dgm:prSet presAssocID="{7EE5D180-2EBD-40A4-9634-EED318BC0E13}" presName="textRect" presStyleLbl="revTx" presStyleIdx="1" presStyleCnt="5">
        <dgm:presLayoutVars>
          <dgm:chMax val="1"/>
          <dgm:chPref val="1"/>
        </dgm:presLayoutVars>
      </dgm:prSet>
      <dgm:spPr/>
    </dgm:pt>
    <dgm:pt modelId="{530C6177-775B-475A-BD34-C3240F1CAA93}" type="pres">
      <dgm:prSet presAssocID="{3D727A5C-5B3D-4F6D-9DD9-49B3D3F9F5D0}" presName="sibTrans" presStyleLbl="sibTrans2D1" presStyleIdx="0" presStyleCnt="0"/>
      <dgm:spPr/>
    </dgm:pt>
    <dgm:pt modelId="{0448C66F-BF77-4A3E-AA62-27E340B0997B}" type="pres">
      <dgm:prSet presAssocID="{E01CCF51-FC57-4D31-83C3-1817D1793F5D}" presName="compNode" presStyleCnt="0"/>
      <dgm:spPr/>
    </dgm:pt>
    <dgm:pt modelId="{F694316E-8012-40A3-B40E-170333507672}" type="pres">
      <dgm:prSet presAssocID="{E01CCF51-FC57-4D31-83C3-1817D1793F5D}" presName="iconBgRect" presStyleLbl="bgShp" presStyleIdx="2" presStyleCnt="5"/>
      <dgm:spPr/>
    </dgm:pt>
    <dgm:pt modelId="{93FCA219-3889-4615-B5D9-4D4ED2C110E1}" type="pres">
      <dgm:prSet presAssocID="{E01CCF51-FC57-4D31-83C3-1817D1793F5D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ilding"/>
        </a:ext>
      </dgm:extLst>
    </dgm:pt>
    <dgm:pt modelId="{0B6CB4DE-B8B5-41A5-916F-E56F061D2BE2}" type="pres">
      <dgm:prSet presAssocID="{E01CCF51-FC57-4D31-83C3-1817D1793F5D}" presName="spaceRect" presStyleCnt="0"/>
      <dgm:spPr/>
    </dgm:pt>
    <dgm:pt modelId="{90384E6B-DCED-4306-873F-7FF15809935D}" type="pres">
      <dgm:prSet presAssocID="{E01CCF51-FC57-4D31-83C3-1817D1793F5D}" presName="textRect" presStyleLbl="revTx" presStyleIdx="2" presStyleCnt="5">
        <dgm:presLayoutVars>
          <dgm:chMax val="1"/>
          <dgm:chPref val="1"/>
        </dgm:presLayoutVars>
      </dgm:prSet>
      <dgm:spPr/>
    </dgm:pt>
    <dgm:pt modelId="{EE865A7E-1F3C-4219-9F0A-694A79CE5F19}" type="pres">
      <dgm:prSet presAssocID="{607F58BF-A109-4CC6-88B8-5D7FBE1F1538}" presName="sibTrans" presStyleLbl="sibTrans2D1" presStyleIdx="0" presStyleCnt="0"/>
      <dgm:spPr/>
    </dgm:pt>
    <dgm:pt modelId="{0E564EA1-F92C-43B0-BBF7-EC234BC4BE5B}" type="pres">
      <dgm:prSet presAssocID="{0223F583-1AF6-492C-A617-0B426E69F16D}" presName="compNode" presStyleCnt="0"/>
      <dgm:spPr/>
    </dgm:pt>
    <dgm:pt modelId="{A472D0B7-A7E5-457A-A798-46C842680695}" type="pres">
      <dgm:prSet presAssocID="{0223F583-1AF6-492C-A617-0B426E69F16D}" presName="iconBgRect" presStyleLbl="bgShp" presStyleIdx="3" presStyleCnt="5"/>
      <dgm:spPr/>
    </dgm:pt>
    <dgm:pt modelId="{2C84704F-12EB-43A1-9450-541B347EA8CE}" type="pres">
      <dgm:prSet presAssocID="{0223F583-1AF6-492C-A617-0B426E69F16D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F5B2D789-EFFE-4255-8988-5154A4FC9919}" type="pres">
      <dgm:prSet presAssocID="{0223F583-1AF6-492C-A617-0B426E69F16D}" presName="spaceRect" presStyleCnt="0"/>
      <dgm:spPr/>
    </dgm:pt>
    <dgm:pt modelId="{9496E309-7A8D-455C-BBB9-A6C696F95912}" type="pres">
      <dgm:prSet presAssocID="{0223F583-1AF6-492C-A617-0B426E69F16D}" presName="textRect" presStyleLbl="revTx" presStyleIdx="3" presStyleCnt="5">
        <dgm:presLayoutVars>
          <dgm:chMax val="1"/>
          <dgm:chPref val="1"/>
        </dgm:presLayoutVars>
      </dgm:prSet>
      <dgm:spPr/>
    </dgm:pt>
    <dgm:pt modelId="{8A5278F3-BD59-4ED4-BDC8-7C4EB44078F7}" type="pres">
      <dgm:prSet presAssocID="{C8FF8997-0A42-4799-9730-7F1882FB9155}" presName="sibTrans" presStyleLbl="sibTrans2D1" presStyleIdx="0" presStyleCnt="0"/>
      <dgm:spPr/>
    </dgm:pt>
    <dgm:pt modelId="{74A6D1B2-BD92-44E8-842E-23A0F681DA61}" type="pres">
      <dgm:prSet presAssocID="{D189D177-4256-498F-84E7-C22BC48D93AA}" presName="compNode" presStyleCnt="0"/>
      <dgm:spPr/>
    </dgm:pt>
    <dgm:pt modelId="{C4CF2A3F-1F6B-438D-A893-74DEE3BD3791}" type="pres">
      <dgm:prSet presAssocID="{D189D177-4256-498F-84E7-C22BC48D93AA}" presName="iconBgRect" presStyleLbl="bgShp" presStyleIdx="4" presStyleCnt="5"/>
      <dgm:spPr/>
    </dgm:pt>
    <dgm:pt modelId="{0534A0D1-6CFA-4084-B568-B5C7B74C6E9D}" type="pres">
      <dgm:prSet presAssocID="{D189D177-4256-498F-84E7-C22BC48D93AA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"/>
        </a:ext>
      </dgm:extLst>
    </dgm:pt>
    <dgm:pt modelId="{528CF7E4-0B98-435B-A72B-EC3937CB92CD}" type="pres">
      <dgm:prSet presAssocID="{D189D177-4256-498F-84E7-C22BC48D93AA}" presName="spaceRect" presStyleCnt="0"/>
      <dgm:spPr/>
    </dgm:pt>
    <dgm:pt modelId="{F5CC5892-CC9E-4A79-AD53-52916BF606C0}" type="pres">
      <dgm:prSet presAssocID="{D189D177-4256-498F-84E7-C22BC48D93AA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63325B04-C203-4ECB-BE7C-985D15F742F4}" type="presOf" srcId="{E01CCF51-FC57-4D31-83C3-1817D1793F5D}" destId="{90384E6B-DCED-4306-873F-7FF15809935D}" srcOrd="0" destOrd="0" presId="urn:microsoft.com/office/officeart/2018/2/layout/IconCircleList"/>
    <dgm:cxn modelId="{2CA69013-4C75-41E0-9005-61F95F5006F7}" type="presOf" srcId="{A538C2B1-DC15-4BEF-AF91-CEEFF9B2C746}" destId="{5CF12766-68EE-4E07-A522-485ADB9AC322}" srcOrd="0" destOrd="0" presId="urn:microsoft.com/office/officeart/2018/2/layout/IconCircleList"/>
    <dgm:cxn modelId="{B3EB382C-7819-42CC-B8FB-B13DDBA52A3F}" type="presOf" srcId="{C8FF8997-0A42-4799-9730-7F1882FB9155}" destId="{8A5278F3-BD59-4ED4-BDC8-7C4EB44078F7}" srcOrd="0" destOrd="0" presId="urn:microsoft.com/office/officeart/2018/2/layout/IconCircleList"/>
    <dgm:cxn modelId="{A0F3473B-D5D3-420B-80F0-2DAE6D1747B8}" srcId="{B01BF62B-8DC4-445E-AD13-35EE30A2BBC4}" destId="{4175B9FC-7033-43A5-8282-89F483AF0577}" srcOrd="0" destOrd="0" parTransId="{345E389C-7A65-4DFD-B3B1-104E35075E75}" sibTransId="{A538C2B1-DC15-4BEF-AF91-CEEFF9B2C746}"/>
    <dgm:cxn modelId="{30490462-1AD8-4CE4-8038-C105E417CB22}" type="presOf" srcId="{4175B9FC-7033-43A5-8282-89F483AF0577}" destId="{E3DCA32D-4EBB-45BC-BBB9-C4EACB428326}" srcOrd="0" destOrd="0" presId="urn:microsoft.com/office/officeart/2018/2/layout/IconCircleList"/>
    <dgm:cxn modelId="{1EA66965-6C76-46E4-B98C-B37A739D797D}" type="presOf" srcId="{7EE5D180-2EBD-40A4-9634-EED318BC0E13}" destId="{F3D4AD37-B59B-45F4-8B51-29B60E17CA99}" srcOrd="0" destOrd="0" presId="urn:microsoft.com/office/officeart/2018/2/layout/IconCircleList"/>
    <dgm:cxn modelId="{5CC2A271-C3B6-496D-B4FC-431F29418C32}" srcId="{B01BF62B-8DC4-445E-AD13-35EE30A2BBC4}" destId="{D189D177-4256-498F-84E7-C22BC48D93AA}" srcOrd="4" destOrd="0" parTransId="{9D937202-9BA0-4BF9-BCBE-365CD27FD327}" sibTransId="{29947BFD-08B5-4DEF-A0B9-649AA0E99C13}"/>
    <dgm:cxn modelId="{F84CE980-DE95-40A0-8A12-442B43892B4B}" type="presOf" srcId="{0223F583-1AF6-492C-A617-0B426E69F16D}" destId="{9496E309-7A8D-455C-BBB9-A6C696F95912}" srcOrd="0" destOrd="0" presId="urn:microsoft.com/office/officeart/2018/2/layout/IconCircleList"/>
    <dgm:cxn modelId="{DFD3288C-95DA-436A-A94A-4BA025BA7575}" srcId="{B01BF62B-8DC4-445E-AD13-35EE30A2BBC4}" destId="{E01CCF51-FC57-4D31-83C3-1817D1793F5D}" srcOrd="2" destOrd="0" parTransId="{4C33137F-64C7-4593-A82A-0E175B0D1109}" sibTransId="{607F58BF-A109-4CC6-88B8-5D7FBE1F1538}"/>
    <dgm:cxn modelId="{C76C51B8-65FD-4F00-BAFC-711549830239}" type="presOf" srcId="{D189D177-4256-498F-84E7-C22BC48D93AA}" destId="{F5CC5892-CC9E-4A79-AD53-52916BF606C0}" srcOrd="0" destOrd="0" presId="urn:microsoft.com/office/officeart/2018/2/layout/IconCircleList"/>
    <dgm:cxn modelId="{F004C6BA-D289-472C-9986-A2429051801D}" srcId="{B01BF62B-8DC4-445E-AD13-35EE30A2BBC4}" destId="{0223F583-1AF6-492C-A617-0B426E69F16D}" srcOrd="3" destOrd="0" parTransId="{0FA3A25F-DC6A-418B-809F-DB1E26FBAEE8}" sibTransId="{C8FF8997-0A42-4799-9730-7F1882FB9155}"/>
    <dgm:cxn modelId="{1D72D2DB-C311-4C4D-A490-605C34E67613}" srcId="{B01BF62B-8DC4-445E-AD13-35EE30A2BBC4}" destId="{7EE5D180-2EBD-40A4-9634-EED318BC0E13}" srcOrd="1" destOrd="0" parTransId="{7070A251-A1DB-47D2-A827-D8CA171C3225}" sibTransId="{3D727A5C-5B3D-4F6D-9DD9-49B3D3F9F5D0}"/>
    <dgm:cxn modelId="{74E87CEE-159A-4067-B80F-5728859EEBBF}" type="presOf" srcId="{607F58BF-A109-4CC6-88B8-5D7FBE1F1538}" destId="{EE865A7E-1F3C-4219-9F0A-694A79CE5F19}" srcOrd="0" destOrd="0" presId="urn:microsoft.com/office/officeart/2018/2/layout/IconCircleList"/>
    <dgm:cxn modelId="{794EFDF2-636C-4374-915B-56A151F4D5A5}" type="presOf" srcId="{B01BF62B-8DC4-445E-AD13-35EE30A2BBC4}" destId="{D322EE0D-FAA0-4FC7-8A71-46678AEC7D34}" srcOrd="0" destOrd="0" presId="urn:microsoft.com/office/officeart/2018/2/layout/IconCircleList"/>
    <dgm:cxn modelId="{2011D4FF-5CDA-4C19-9C6B-2E37D90FAA22}" type="presOf" srcId="{3D727A5C-5B3D-4F6D-9DD9-49B3D3F9F5D0}" destId="{530C6177-775B-475A-BD34-C3240F1CAA93}" srcOrd="0" destOrd="0" presId="urn:microsoft.com/office/officeart/2018/2/layout/IconCircleList"/>
    <dgm:cxn modelId="{1B733090-EE6E-418A-A445-BA6CF36DC3FD}" type="presParOf" srcId="{D322EE0D-FAA0-4FC7-8A71-46678AEC7D34}" destId="{F0286587-6FD5-4966-843F-DBFA7A62367E}" srcOrd="0" destOrd="0" presId="urn:microsoft.com/office/officeart/2018/2/layout/IconCircleList"/>
    <dgm:cxn modelId="{598E9906-6AFC-4D26-A3BF-51745C5D657B}" type="presParOf" srcId="{F0286587-6FD5-4966-843F-DBFA7A62367E}" destId="{9F92ED21-6508-4DA5-A7BD-CFBE76AA408C}" srcOrd="0" destOrd="0" presId="urn:microsoft.com/office/officeart/2018/2/layout/IconCircleList"/>
    <dgm:cxn modelId="{1E0FB6F9-AEBE-4104-8839-AF6F3F2A558A}" type="presParOf" srcId="{9F92ED21-6508-4DA5-A7BD-CFBE76AA408C}" destId="{2A6CCA3E-32BC-4963-9EB4-9643A54A93E2}" srcOrd="0" destOrd="0" presId="urn:microsoft.com/office/officeart/2018/2/layout/IconCircleList"/>
    <dgm:cxn modelId="{90818AFA-38B2-4F94-A30F-A1315ABC8887}" type="presParOf" srcId="{9F92ED21-6508-4DA5-A7BD-CFBE76AA408C}" destId="{D8DED0E1-A039-4C7A-A46F-65CFEF255377}" srcOrd="1" destOrd="0" presId="urn:microsoft.com/office/officeart/2018/2/layout/IconCircleList"/>
    <dgm:cxn modelId="{5B82DA6F-8C03-4563-A7CA-81C2EBF11A5B}" type="presParOf" srcId="{9F92ED21-6508-4DA5-A7BD-CFBE76AA408C}" destId="{7AEBE953-8A7C-4DFE-80CA-F9A23CC9346D}" srcOrd="2" destOrd="0" presId="urn:microsoft.com/office/officeart/2018/2/layout/IconCircleList"/>
    <dgm:cxn modelId="{FE0FB856-94DD-4FCC-9A03-C56D08768A7E}" type="presParOf" srcId="{9F92ED21-6508-4DA5-A7BD-CFBE76AA408C}" destId="{E3DCA32D-4EBB-45BC-BBB9-C4EACB428326}" srcOrd="3" destOrd="0" presId="urn:microsoft.com/office/officeart/2018/2/layout/IconCircleList"/>
    <dgm:cxn modelId="{6BA921B7-B012-4A6F-9EAF-D7D7474CE2E2}" type="presParOf" srcId="{F0286587-6FD5-4966-843F-DBFA7A62367E}" destId="{5CF12766-68EE-4E07-A522-485ADB9AC322}" srcOrd="1" destOrd="0" presId="urn:microsoft.com/office/officeart/2018/2/layout/IconCircleList"/>
    <dgm:cxn modelId="{BC79FBA6-276F-4AFD-9DE8-20EC45506DBD}" type="presParOf" srcId="{F0286587-6FD5-4966-843F-DBFA7A62367E}" destId="{1F59AC41-0974-4201-9047-106A8C497F15}" srcOrd="2" destOrd="0" presId="urn:microsoft.com/office/officeart/2018/2/layout/IconCircleList"/>
    <dgm:cxn modelId="{0366572B-FA7C-4917-B4E7-B758A309F098}" type="presParOf" srcId="{1F59AC41-0974-4201-9047-106A8C497F15}" destId="{80863101-FC0C-499D-B0D3-DF6F007E23E1}" srcOrd="0" destOrd="0" presId="urn:microsoft.com/office/officeart/2018/2/layout/IconCircleList"/>
    <dgm:cxn modelId="{3C28546C-8070-4439-85C3-D1D856687750}" type="presParOf" srcId="{1F59AC41-0974-4201-9047-106A8C497F15}" destId="{312CD329-E981-4CFE-9785-8FB08318F495}" srcOrd="1" destOrd="0" presId="urn:microsoft.com/office/officeart/2018/2/layout/IconCircleList"/>
    <dgm:cxn modelId="{1960F9E0-F3CF-4788-B9E1-1EC6B2A214F7}" type="presParOf" srcId="{1F59AC41-0974-4201-9047-106A8C497F15}" destId="{A0567C74-1061-4936-BA09-AC7EAAB5A68D}" srcOrd="2" destOrd="0" presId="urn:microsoft.com/office/officeart/2018/2/layout/IconCircleList"/>
    <dgm:cxn modelId="{6E2EF5CE-90BB-45A7-B814-1C8806D344DE}" type="presParOf" srcId="{1F59AC41-0974-4201-9047-106A8C497F15}" destId="{F3D4AD37-B59B-45F4-8B51-29B60E17CA99}" srcOrd="3" destOrd="0" presId="urn:microsoft.com/office/officeart/2018/2/layout/IconCircleList"/>
    <dgm:cxn modelId="{279B2C8C-C9F2-45A1-A533-3777F30C9D05}" type="presParOf" srcId="{F0286587-6FD5-4966-843F-DBFA7A62367E}" destId="{530C6177-775B-475A-BD34-C3240F1CAA93}" srcOrd="3" destOrd="0" presId="urn:microsoft.com/office/officeart/2018/2/layout/IconCircleList"/>
    <dgm:cxn modelId="{238B49B5-C4B9-48CF-AE18-AEFA4995F976}" type="presParOf" srcId="{F0286587-6FD5-4966-843F-DBFA7A62367E}" destId="{0448C66F-BF77-4A3E-AA62-27E340B0997B}" srcOrd="4" destOrd="0" presId="urn:microsoft.com/office/officeart/2018/2/layout/IconCircleList"/>
    <dgm:cxn modelId="{20272737-F649-4620-9763-0B87D8C7FA0A}" type="presParOf" srcId="{0448C66F-BF77-4A3E-AA62-27E340B0997B}" destId="{F694316E-8012-40A3-B40E-170333507672}" srcOrd="0" destOrd="0" presId="urn:microsoft.com/office/officeart/2018/2/layout/IconCircleList"/>
    <dgm:cxn modelId="{3C40829C-AC4F-40C7-B7EA-193C1E8DB0C1}" type="presParOf" srcId="{0448C66F-BF77-4A3E-AA62-27E340B0997B}" destId="{93FCA219-3889-4615-B5D9-4D4ED2C110E1}" srcOrd="1" destOrd="0" presId="urn:microsoft.com/office/officeart/2018/2/layout/IconCircleList"/>
    <dgm:cxn modelId="{4D6B6F9A-7C89-4135-8229-A2C71450F9BC}" type="presParOf" srcId="{0448C66F-BF77-4A3E-AA62-27E340B0997B}" destId="{0B6CB4DE-B8B5-41A5-916F-E56F061D2BE2}" srcOrd="2" destOrd="0" presId="urn:microsoft.com/office/officeart/2018/2/layout/IconCircleList"/>
    <dgm:cxn modelId="{8AD70706-F908-4112-B113-819CF3A4BCCD}" type="presParOf" srcId="{0448C66F-BF77-4A3E-AA62-27E340B0997B}" destId="{90384E6B-DCED-4306-873F-7FF15809935D}" srcOrd="3" destOrd="0" presId="urn:microsoft.com/office/officeart/2018/2/layout/IconCircleList"/>
    <dgm:cxn modelId="{251806A4-36B3-4361-9574-7E0958F77362}" type="presParOf" srcId="{F0286587-6FD5-4966-843F-DBFA7A62367E}" destId="{EE865A7E-1F3C-4219-9F0A-694A79CE5F19}" srcOrd="5" destOrd="0" presId="urn:microsoft.com/office/officeart/2018/2/layout/IconCircleList"/>
    <dgm:cxn modelId="{FFE6A2A1-D1AE-481A-8752-1773936AC80A}" type="presParOf" srcId="{F0286587-6FD5-4966-843F-DBFA7A62367E}" destId="{0E564EA1-F92C-43B0-BBF7-EC234BC4BE5B}" srcOrd="6" destOrd="0" presId="urn:microsoft.com/office/officeart/2018/2/layout/IconCircleList"/>
    <dgm:cxn modelId="{6E4F1E45-C091-447F-9F9E-F3D156A6994C}" type="presParOf" srcId="{0E564EA1-F92C-43B0-BBF7-EC234BC4BE5B}" destId="{A472D0B7-A7E5-457A-A798-46C842680695}" srcOrd="0" destOrd="0" presId="urn:microsoft.com/office/officeart/2018/2/layout/IconCircleList"/>
    <dgm:cxn modelId="{319F59DA-01C3-4C1E-B9F4-52CD33D06EDB}" type="presParOf" srcId="{0E564EA1-F92C-43B0-BBF7-EC234BC4BE5B}" destId="{2C84704F-12EB-43A1-9450-541B347EA8CE}" srcOrd="1" destOrd="0" presId="urn:microsoft.com/office/officeart/2018/2/layout/IconCircleList"/>
    <dgm:cxn modelId="{BF64CD78-4BF8-4BD3-8809-D4A46EC82F10}" type="presParOf" srcId="{0E564EA1-F92C-43B0-BBF7-EC234BC4BE5B}" destId="{F5B2D789-EFFE-4255-8988-5154A4FC9919}" srcOrd="2" destOrd="0" presId="urn:microsoft.com/office/officeart/2018/2/layout/IconCircleList"/>
    <dgm:cxn modelId="{18B42DE3-2FE4-4231-B025-031DC80AAAE7}" type="presParOf" srcId="{0E564EA1-F92C-43B0-BBF7-EC234BC4BE5B}" destId="{9496E309-7A8D-455C-BBB9-A6C696F95912}" srcOrd="3" destOrd="0" presId="urn:microsoft.com/office/officeart/2018/2/layout/IconCircleList"/>
    <dgm:cxn modelId="{1FF037BA-996C-461D-9215-41D9724A4EEF}" type="presParOf" srcId="{F0286587-6FD5-4966-843F-DBFA7A62367E}" destId="{8A5278F3-BD59-4ED4-BDC8-7C4EB44078F7}" srcOrd="7" destOrd="0" presId="urn:microsoft.com/office/officeart/2018/2/layout/IconCircleList"/>
    <dgm:cxn modelId="{6A7A29EA-C3DE-4BB7-9D14-849295A06172}" type="presParOf" srcId="{F0286587-6FD5-4966-843F-DBFA7A62367E}" destId="{74A6D1B2-BD92-44E8-842E-23A0F681DA61}" srcOrd="8" destOrd="0" presId="urn:microsoft.com/office/officeart/2018/2/layout/IconCircleList"/>
    <dgm:cxn modelId="{8E3FF532-8BB6-4E8E-BBA1-2E600CACE93E}" type="presParOf" srcId="{74A6D1B2-BD92-44E8-842E-23A0F681DA61}" destId="{C4CF2A3F-1F6B-438D-A893-74DEE3BD3791}" srcOrd="0" destOrd="0" presId="urn:microsoft.com/office/officeart/2018/2/layout/IconCircleList"/>
    <dgm:cxn modelId="{62018665-F2EE-4748-A5F0-787ED59E8547}" type="presParOf" srcId="{74A6D1B2-BD92-44E8-842E-23A0F681DA61}" destId="{0534A0D1-6CFA-4084-B568-B5C7B74C6E9D}" srcOrd="1" destOrd="0" presId="urn:microsoft.com/office/officeart/2018/2/layout/IconCircleList"/>
    <dgm:cxn modelId="{F8861C20-1AA2-4499-9220-43F96C05A68C}" type="presParOf" srcId="{74A6D1B2-BD92-44E8-842E-23A0F681DA61}" destId="{528CF7E4-0B98-435B-A72B-EC3937CB92CD}" srcOrd="2" destOrd="0" presId="urn:microsoft.com/office/officeart/2018/2/layout/IconCircleList"/>
    <dgm:cxn modelId="{8235E40D-DAE7-4C9C-94DA-DB5BC8327092}" type="presParOf" srcId="{74A6D1B2-BD92-44E8-842E-23A0F681DA61}" destId="{F5CC5892-CC9E-4A79-AD53-52916BF606C0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E942194B-7B72-4924-98DA-B121751280B2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05EBD7A-E229-456F-8ADE-591BD5FCC4CF}">
      <dgm:prSet/>
      <dgm:spPr/>
      <dgm:t>
        <a:bodyPr/>
        <a:lstStyle/>
        <a:p>
          <a:r>
            <a:rPr lang="en-US"/>
            <a:t>Datasets make sense only in Java and Scala, whereas in Python and R  only DataFrames make sense</a:t>
          </a:r>
        </a:p>
      </dgm:t>
    </dgm:pt>
    <dgm:pt modelId="{8A45EE1C-11EF-4840-8074-1D86D11CDCD8}" type="parTrans" cxnId="{29AD4752-F63A-400F-AB69-06C4B6C63ECD}">
      <dgm:prSet/>
      <dgm:spPr/>
      <dgm:t>
        <a:bodyPr/>
        <a:lstStyle/>
        <a:p>
          <a:endParaRPr lang="en-US"/>
        </a:p>
      </dgm:t>
    </dgm:pt>
    <dgm:pt modelId="{ACDEA7B7-2AF0-4A91-8420-E4A7F67AD2C4}" type="sibTrans" cxnId="{29AD4752-F63A-400F-AB69-06C4B6C63ECD}">
      <dgm:prSet/>
      <dgm:spPr/>
      <dgm:t>
        <a:bodyPr/>
        <a:lstStyle/>
        <a:p>
          <a:endParaRPr lang="en-US"/>
        </a:p>
      </dgm:t>
    </dgm:pt>
    <dgm:pt modelId="{98AAAA26-1861-4CA2-9ED5-E668DE8B28FD}">
      <dgm:prSet/>
      <dgm:spPr/>
      <dgm:t>
        <a:bodyPr/>
        <a:lstStyle/>
        <a:p>
          <a:r>
            <a:rPr lang="en-US"/>
            <a:t>Python and R are not compile-time type-safe; types are dynamically 	inferred or assigned during execution, not during compile time</a:t>
          </a:r>
        </a:p>
      </dgm:t>
    </dgm:pt>
    <dgm:pt modelId="{1956E1E3-E317-4852-8659-A4E549D26F2B}" type="parTrans" cxnId="{CEE77569-0F3D-4012-A1A0-9BBE776244A0}">
      <dgm:prSet/>
      <dgm:spPr/>
      <dgm:t>
        <a:bodyPr/>
        <a:lstStyle/>
        <a:p>
          <a:endParaRPr lang="en-US"/>
        </a:p>
      </dgm:t>
    </dgm:pt>
    <dgm:pt modelId="{5488890C-D25A-494A-93D9-C53CD087FA07}" type="sibTrans" cxnId="{CEE77569-0F3D-4012-A1A0-9BBE776244A0}">
      <dgm:prSet/>
      <dgm:spPr/>
      <dgm:t>
        <a:bodyPr/>
        <a:lstStyle/>
        <a:p>
          <a:endParaRPr lang="en-US"/>
        </a:p>
      </dgm:t>
    </dgm:pt>
    <dgm:pt modelId="{00DE3B91-D98E-DF4B-9C01-D68E0AFD812C}" type="pres">
      <dgm:prSet presAssocID="{E942194B-7B72-4924-98DA-B121751280B2}" presName="diagram" presStyleCnt="0">
        <dgm:presLayoutVars>
          <dgm:dir/>
          <dgm:resizeHandles val="exact"/>
        </dgm:presLayoutVars>
      </dgm:prSet>
      <dgm:spPr/>
    </dgm:pt>
    <dgm:pt modelId="{D9E30245-10AD-864A-9E8B-9D2DCF89A9B8}" type="pres">
      <dgm:prSet presAssocID="{E05EBD7A-E229-456F-8ADE-591BD5FCC4CF}" presName="node" presStyleLbl="node1" presStyleIdx="0" presStyleCnt="2">
        <dgm:presLayoutVars>
          <dgm:bulletEnabled val="1"/>
        </dgm:presLayoutVars>
      </dgm:prSet>
      <dgm:spPr/>
    </dgm:pt>
    <dgm:pt modelId="{BBB8DD9A-900D-CD44-B2A7-1832FB2B17C8}" type="pres">
      <dgm:prSet presAssocID="{ACDEA7B7-2AF0-4A91-8420-E4A7F67AD2C4}" presName="sibTrans" presStyleLbl="sibTrans2D1" presStyleIdx="0" presStyleCnt="1"/>
      <dgm:spPr/>
    </dgm:pt>
    <dgm:pt modelId="{9A150699-4E0C-544E-AE3A-94334908B4DD}" type="pres">
      <dgm:prSet presAssocID="{ACDEA7B7-2AF0-4A91-8420-E4A7F67AD2C4}" presName="connectorText" presStyleLbl="sibTrans2D1" presStyleIdx="0" presStyleCnt="1"/>
      <dgm:spPr/>
    </dgm:pt>
    <dgm:pt modelId="{06CCB1DD-CFD6-D743-921C-8357B05F795D}" type="pres">
      <dgm:prSet presAssocID="{98AAAA26-1861-4CA2-9ED5-E668DE8B28FD}" presName="node" presStyleLbl="node1" presStyleIdx="1" presStyleCnt="2">
        <dgm:presLayoutVars>
          <dgm:bulletEnabled val="1"/>
        </dgm:presLayoutVars>
      </dgm:prSet>
      <dgm:spPr/>
    </dgm:pt>
  </dgm:ptLst>
  <dgm:cxnLst>
    <dgm:cxn modelId="{070CB63F-B4CE-5240-849A-A2C6E7E2A6D1}" type="presOf" srcId="{ACDEA7B7-2AF0-4A91-8420-E4A7F67AD2C4}" destId="{BBB8DD9A-900D-CD44-B2A7-1832FB2B17C8}" srcOrd="0" destOrd="0" presId="urn:microsoft.com/office/officeart/2005/8/layout/process5"/>
    <dgm:cxn modelId="{29AD4752-F63A-400F-AB69-06C4B6C63ECD}" srcId="{E942194B-7B72-4924-98DA-B121751280B2}" destId="{E05EBD7A-E229-456F-8ADE-591BD5FCC4CF}" srcOrd="0" destOrd="0" parTransId="{8A45EE1C-11EF-4840-8074-1D86D11CDCD8}" sibTransId="{ACDEA7B7-2AF0-4A91-8420-E4A7F67AD2C4}"/>
    <dgm:cxn modelId="{4D007058-6ADE-2048-96CC-0DB6C835B132}" type="presOf" srcId="{E05EBD7A-E229-456F-8ADE-591BD5FCC4CF}" destId="{D9E30245-10AD-864A-9E8B-9D2DCF89A9B8}" srcOrd="0" destOrd="0" presId="urn:microsoft.com/office/officeart/2005/8/layout/process5"/>
    <dgm:cxn modelId="{CEE77569-0F3D-4012-A1A0-9BBE776244A0}" srcId="{E942194B-7B72-4924-98DA-B121751280B2}" destId="{98AAAA26-1861-4CA2-9ED5-E668DE8B28FD}" srcOrd="1" destOrd="0" parTransId="{1956E1E3-E317-4852-8659-A4E549D26F2B}" sibTransId="{5488890C-D25A-494A-93D9-C53CD087FA07}"/>
    <dgm:cxn modelId="{3E457879-DA2C-1D46-A0A5-FE37A4C2BD58}" type="presOf" srcId="{ACDEA7B7-2AF0-4A91-8420-E4A7F67AD2C4}" destId="{9A150699-4E0C-544E-AE3A-94334908B4DD}" srcOrd="1" destOrd="0" presId="urn:microsoft.com/office/officeart/2005/8/layout/process5"/>
    <dgm:cxn modelId="{7CF02587-06EA-ED4D-A89A-45683E316DB4}" type="presOf" srcId="{98AAAA26-1861-4CA2-9ED5-E668DE8B28FD}" destId="{06CCB1DD-CFD6-D743-921C-8357B05F795D}" srcOrd="0" destOrd="0" presId="urn:microsoft.com/office/officeart/2005/8/layout/process5"/>
    <dgm:cxn modelId="{DC8D4290-85BC-334F-BFB0-B3775FEAE357}" type="presOf" srcId="{E942194B-7B72-4924-98DA-B121751280B2}" destId="{00DE3B91-D98E-DF4B-9C01-D68E0AFD812C}" srcOrd="0" destOrd="0" presId="urn:microsoft.com/office/officeart/2005/8/layout/process5"/>
    <dgm:cxn modelId="{F6C131E3-3158-E040-9E1C-D364478B7591}" type="presParOf" srcId="{00DE3B91-D98E-DF4B-9C01-D68E0AFD812C}" destId="{D9E30245-10AD-864A-9E8B-9D2DCF89A9B8}" srcOrd="0" destOrd="0" presId="urn:microsoft.com/office/officeart/2005/8/layout/process5"/>
    <dgm:cxn modelId="{DEE40D44-DBF5-9240-95D3-2F16176EF6CD}" type="presParOf" srcId="{00DE3B91-D98E-DF4B-9C01-D68E0AFD812C}" destId="{BBB8DD9A-900D-CD44-B2A7-1832FB2B17C8}" srcOrd="1" destOrd="0" presId="urn:microsoft.com/office/officeart/2005/8/layout/process5"/>
    <dgm:cxn modelId="{E951EE64-2740-9543-8316-B6EB95B57933}" type="presParOf" srcId="{BBB8DD9A-900D-CD44-B2A7-1832FB2B17C8}" destId="{9A150699-4E0C-544E-AE3A-94334908B4DD}" srcOrd="0" destOrd="0" presId="urn:microsoft.com/office/officeart/2005/8/layout/process5"/>
    <dgm:cxn modelId="{3B857F07-9B54-DB41-97D0-0C857C724298}" type="presParOf" srcId="{00DE3B91-D98E-DF4B-9C01-D68E0AFD812C}" destId="{06CCB1DD-CFD6-D743-921C-8357B05F795D}" srcOrd="2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3589EB06-E436-4315-AD28-82A86BF7CC5C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A253BA60-55F6-47DD-8A93-EADF0FFE1615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Rich semantics, high-level abstractions, and domain specific APIs</a:t>
          </a:r>
        </a:p>
      </dgm:t>
    </dgm:pt>
    <dgm:pt modelId="{AA46D5D3-20C9-4B19-B7D4-A1F923E07BA0}" type="parTrans" cxnId="{424DB617-EDEC-4051-ADAF-EA3A4D10B8F9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1178EF9-8FCE-4E61-A8D5-2316AD214C64}" type="sibTrans" cxnId="{424DB617-EDEC-4051-ADAF-EA3A4D10B8F9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C3C3D9D9-093D-496B-96DD-09381924CAB4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High-level expressions, filters, maps, aggregation, averages, sum, SQL 	queries, columnar access and use of lambda functions on semi-	structured data</a:t>
          </a:r>
        </a:p>
      </dgm:t>
    </dgm:pt>
    <dgm:pt modelId="{2F326B62-CB55-402F-AE57-418D8E39F066}" type="parTrans" cxnId="{1D8D7D58-ABFF-4991-93C5-0F62FFB81658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F325B59-BE6B-4EB9-8824-DAA627CE94DF}" type="sibTrans" cxnId="{1D8D7D58-ABFF-4991-93C5-0F62FFB81658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DD9C893-CA41-4674-B2E6-C61BC2774298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Unification and simplification of APIs across Spark Libraries</a:t>
          </a:r>
        </a:p>
      </dgm:t>
    </dgm:pt>
    <dgm:pt modelId="{AF5FE87A-BE6E-422D-9B41-F22BF87D041F}" type="parTrans" cxnId="{B6B3F433-1170-47E4-95B9-FF31F4FEE933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08E77EC-C802-4087-9B15-BFB4BFEC2C5D}" type="sibTrans" cxnId="{B6B3F433-1170-47E4-95B9-FF31F4FEE933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F5DD1682-68AC-4FED-803D-C6967F90DB93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If you are a R user, use DataFrames</a:t>
          </a:r>
        </a:p>
      </dgm:t>
    </dgm:pt>
    <dgm:pt modelId="{D37E3CB9-E3F1-4B41-92B8-49D2ADC30635}" type="parTrans" cxnId="{A535341A-CD06-4EB9-ABDE-B90A55CD99F0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96DFE290-73DB-406D-94C8-42232695022F}" type="sibTrans" cxnId="{A535341A-CD06-4EB9-ABDE-B90A55CD99F0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36BFFB08-BB1B-4FE3-977C-EAB607BE9552}">
      <dgm:prSet custT="1"/>
      <dgm:spPr/>
      <dgm:t>
        <a:bodyPr/>
        <a:lstStyle/>
        <a:p>
          <a:pPr algn="l">
            <a:lnSpc>
              <a:spcPct val="100000"/>
            </a:lnSpc>
          </a:pPr>
          <a:r>
            <a:rPr lang="en-US" sz="16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If you are a Python user, use DataFrames and resort back to RDDs if 	you need more control</a:t>
          </a:r>
        </a:p>
      </dgm:t>
    </dgm:pt>
    <dgm:pt modelId="{082EB27B-AE8A-4424-8030-84D77D1134B6}" type="parTrans" cxnId="{531C3F4F-D88B-446F-B039-F7DAF5C6DC66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0C587F4-AA91-4B34-AB08-E4791BD580D2}" type="sibTrans" cxnId="{531C3F4F-D88B-446F-B039-F7DAF5C6DC66}">
      <dgm:prSet/>
      <dgm:spPr/>
      <dgm:t>
        <a:bodyPr/>
        <a:lstStyle/>
        <a:p>
          <a:pPr algn="l">
            <a:lnSpc>
              <a:spcPct val="100000"/>
            </a:lnSpc>
          </a:pPr>
          <a:endParaRPr lang="en-US" sz="1600">
            <a:solidFill>
              <a:schemeClr val="bg1"/>
            </a:solidFill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23346E8-57EC-984F-B685-99F46FCCAF67}" type="pres">
      <dgm:prSet presAssocID="{3589EB06-E436-4315-AD28-82A86BF7CC5C}" presName="diagram" presStyleCnt="0">
        <dgm:presLayoutVars>
          <dgm:dir/>
          <dgm:resizeHandles val="exact"/>
        </dgm:presLayoutVars>
      </dgm:prSet>
      <dgm:spPr/>
    </dgm:pt>
    <dgm:pt modelId="{6473FC47-9705-3140-BDE9-B6BFEEAC888C}" type="pres">
      <dgm:prSet presAssocID="{A253BA60-55F6-47DD-8A93-EADF0FFE1615}" presName="node" presStyleLbl="node1" presStyleIdx="0" presStyleCnt="5">
        <dgm:presLayoutVars>
          <dgm:bulletEnabled val="1"/>
        </dgm:presLayoutVars>
      </dgm:prSet>
      <dgm:spPr/>
    </dgm:pt>
    <dgm:pt modelId="{03355AC4-7200-7F4F-9234-70C9265ED03A}" type="pres">
      <dgm:prSet presAssocID="{A1178EF9-8FCE-4E61-A8D5-2316AD214C64}" presName="sibTrans" presStyleCnt="0"/>
      <dgm:spPr/>
    </dgm:pt>
    <dgm:pt modelId="{8673EB77-CBBF-724B-8C6F-77519AD32516}" type="pres">
      <dgm:prSet presAssocID="{C3C3D9D9-093D-496B-96DD-09381924CAB4}" presName="node" presStyleLbl="node1" presStyleIdx="1" presStyleCnt="5">
        <dgm:presLayoutVars>
          <dgm:bulletEnabled val="1"/>
        </dgm:presLayoutVars>
      </dgm:prSet>
      <dgm:spPr/>
    </dgm:pt>
    <dgm:pt modelId="{328C6C65-6F8F-9C42-9D52-3DD154022A87}" type="pres">
      <dgm:prSet presAssocID="{9F325B59-BE6B-4EB9-8824-DAA627CE94DF}" presName="sibTrans" presStyleCnt="0"/>
      <dgm:spPr/>
    </dgm:pt>
    <dgm:pt modelId="{CB43BA94-9C59-C243-9776-4EA4EC81E5BB}" type="pres">
      <dgm:prSet presAssocID="{7DD9C893-CA41-4674-B2E6-C61BC2774298}" presName="node" presStyleLbl="node1" presStyleIdx="2" presStyleCnt="5">
        <dgm:presLayoutVars>
          <dgm:bulletEnabled val="1"/>
        </dgm:presLayoutVars>
      </dgm:prSet>
      <dgm:spPr/>
    </dgm:pt>
    <dgm:pt modelId="{FC06FC89-5D40-4F4A-B493-7A6676BAF8A7}" type="pres">
      <dgm:prSet presAssocID="{308E77EC-C802-4087-9B15-BFB4BFEC2C5D}" presName="sibTrans" presStyleCnt="0"/>
      <dgm:spPr/>
    </dgm:pt>
    <dgm:pt modelId="{036BD7AE-A90A-854C-9BA5-62C7ADA767E5}" type="pres">
      <dgm:prSet presAssocID="{F5DD1682-68AC-4FED-803D-C6967F90DB93}" presName="node" presStyleLbl="node1" presStyleIdx="3" presStyleCnt="5">
        <dgm:presLayoutVars>
          <dgm:bulletEnabled val="1"/>
        </dgm:presLayoutVars>
      </dgm:prSet>
      <dgm:spPr/>
    </dgm:pt>
    <dgm:pt modelId="{FE6B7C98-7F69-A240-9F6C-FDAFDC73CFA6}" type="pres">
      <dgm:prSet presAssocID="{96DFE290-73DB-406D-94C8-42232695022F}" presName="sibTrans" presStyleCnt="0"/>
      <dgm:spPr/>
    </dgm:pt>
    <dgm:pt modelId="{8F859891-F9A9-D347-981A-F00CF341CBF5}" type="pres">
      <dgm:prSet presAssocID="{36BFFB08-BB1B-4FE3-977C-EAB607BE9552}" presName="node" presStyleLbl="node1" presStyleIdx="4" presStyleCnt="5">
        <dgm:presLayoutVars>
          <dgm:bulletEnabled val="1"/>
        </dgm:presLayoutVars>
      </dgm:prSet>
      <dgm:spPr/>
    </dgm:pt>
  </dgm:ptLst>
  <dgm:cxnLst>
    <dgm:cxn modelId="{03124E08-AF7A-FA44-84A2-AD50E3793189}" type="presOf" srcId="{7DD9C893-CA41-4674-B2E6-C61BC2774298}" destId="{CB43BA94-9C59-C243-9776-4EA4EC81E5BB}" srcOrd="0" destOrd="0" presId="urn:microsoft.com/office/officeart/2005/8/layout/default"/>
    <dgm:cxn modelId="{424DB617-EDEC-4051-ADAF-EA3A4D10B8F9}" srcId="{3589EB06-E436-4315-AD28-82A86BF7CC5C}" destId="{A253BA60-55F6-47DD-8A93-EADF0FFE1615}" srcOrd="0" destOrd="0" parTransId="{AA46D5D3-20C9-4B19-B7D4-A1F923E07BA0}" sibTransId="{A1178EF9-8FCE-4E61-A8D5-2316AD214C64}"/>
    <dgm:cxn modelId="{A535341A-CD06-4EB9-ABDE-B90A55CD99F0}" srcId="{3589EB06-E436-4315-AD28-82A86BF7CC5C}" destId="{F5DD1682-68AC-4FED-803D-C6967F90DB93}" srcOrd="3" destOrd="0" parTransId="{D37E3CB9-E3F1-4B41-92B8-49D2ADC30635}" sibTransId="{96DFE290-73DB-406D-94C8-42232695022F}"/>
    <dgm:cxn modelId="{B6B3F433-1170-47E4-95B9-FF31F4FEE933}" srcId="{3589EB06-E436-4315-AD28-82A86BF7CC5C}" destId="{7DD9C893-CA41-4674-B2E6-C61BC2774298}" srcOrd="2" destOrd="0" parTransId="{AF5FE87A-BE6E-422D-9B41-F22BF87D041F}" sibTransId="{308E77EC-C802-4087-9B15-BFB4BFEC2C5D}"/>
    <dgm:cxn modelId="{7C05263E-3295-FB4D-BA65-6877715863CF}" type="presOf" srcId="{36BFFB08-BB1B-4FE3-977C-EAB607BE9552}" destId="{8F859891-F9A9-D347-981A-F00CF341CBF5}" srcOrd="0" destOrd="0" presId="urn:microsoft.com/office/officeart/2005/8/layout/default"/>
    <dgm:cxn modelId="{531C3F4F-D88B-446F-B039-F7DAF5C6DC66}" srcId="{3589EB06-E436-4315-AD28-82A86BF7CC5C}" destId="{36BFFB08-BB1B-4FE3-977C-EAB607BE9552}" srcOrd="4" destOrd="0" parTransId="{082EB27B-AE8A-4424-8030-84D77D1134B6}" sibTransId="{D0C587F4-AA91-4B34-AB08-E4791BD580D2}"/>
    <dgm:cxn modelId="{1D8D7D58-ABFF-4991-93C5-0F62FFB81658}" srcId="{3589EB06-E436-4315-AD28-82A86BF7CC5C}" destId="{C3C3D9D9-093D-496B-96DD-09381924CAB4}" srcOrd="1" destOrd="0" parTransId="{2F326B62-CB55-402F-AE57-418D8E39F066}" sibTransId="{9F325B59-BE6B-4EB9-8824-DAA627CE94DF}"/>
    <dgm:cxn modelId="{2A8E8361-25B0-284F-9E67-0846C419BA61}" type="presOf" srcId="{A253BA60-55F6-47DD-8A93-EADF0FFE1615}" destId="{6473FC47-9705-3140-BDE9-B6BFEEAC888C}" srcOrd="0" destOrd="0" presId="urn:microsoft.com/office/officeart/2005/8/layout/default"/>
    <dgm:cxn modelId="{7FC8BC64-14D2-EB46-BE0F-9D1746C10B57}" type="presOf" srcId="{F5DD1682-68AC-4FED-803D-C6967F90DB93}" destId="{036BD7AE-A90A-854C-9BA5-62C7ADA767E5}" srcOrd="0" destOrd="0" presId="urn:microsoft.com/office/officeart/2005/8/layout/default"/>
    <dgm:cxn modelId="{B85992D2-5E82-774C-96A1-C10DA79210EA}" type="presOf" srcId="{3589EB06-E436-4315-AD28-82A86BF7CC5C}" destId="{D23346E8-57EC-984F-B685-99F46FCCAF67}" srcOrd="0" destOrd="0" presId="urn:microsoft.com/office/officeart/2005/8/layout/default"/>
    <dgm:cxn modelId="{32F5E6E7-EED3-AA44-87FF-4B5C641A4397}" type="presOf" srcId="{C3C3D9D9-093D-496B-96DD-09381924CAB4}" destId="{8673EB77-CBBF-724B-8C6F-77519AD32516}" srcOrd="0" destOrd="0" presId="urn:microsoft.com/office/officeart/2005/8/layout/default"/>
    <dgm:cxn modelId="{814CCC2F-7096-0548-A33E-8420F1152DA7}" type="presParOf" srcId="{D23346E8-57EC-984F-B685-99F46FCCAF67}" destId="{6473FC47-9705-3140-BDE9-B6BFEEAC888C}" srcOrd="0" destOrd="0" presId="urn:microsoft.com/office/officeart/2005/8/layout/default"/>
    <dgm:cxn modelId="{3A925BF5-C99C-3745-BD25-A4C2574AE161}" type="presParOf" srcId="{D23346E8-57EC-984F-B685-99F46FCCAF67}" destId="{03355AC4-7200-7F4F-9234-70C9265ED03A}" srcOrd="1" destOrd="0" presId="urn:microsoft.com/office/officeart/2005/8/layout/default"/>
    <dgm:cxn modelId="{B81DF5CE-80D9-DB49-8D84-11B27A063EAC}" type="presParOf" srcId="{D23346E8-57EC-984F-B685-99F46FCCAF67}" destId="{8673EB77-CBBF-724B-8C6F-77519AD32516}" srcOrd="2" destOrd="0" presId="urn:microsoft.com/office/officeart/2005/8/layout/default"/>
    <dgm:cxn modelId="{90EB2562-8508-2142-A279-7953CD649AFB}" type="presParOf" srcId="{D23346E8-57EC-984F-B685-99F46FCCAF67}" destId="{328C6C65-6F8F-9C42-9D52-3DD154022A87}" srcOrd="3" destOrd="0" presId="urn:microsoft.com/office/officeart/2005/8/layout/default"/>
    <dgm:cxn modelId="{B190C520-8804-1543-9CD5-3AD7ED13CE3C}" type="presParOf" srcId="{D23346E8-57EC-984F-B685-99F46FCCAF67}" destId="{CB43BA94-9C59-C243-9776-4EA4EC81E5BB}" srcOrd="4" destOrd="0" presId="urn:microsoft.com/office/officeart/2005/8/layout/default"/>
    <dgm:cxn modelId="{59B428B2-2E94-FC48-9B29-64CBAE52337E}" type="presParOf" srcId="{D23346E8-57EC-984F-B685-99F46FCCAF67}" destId="{FC06FC89-5D40-4F4A-B493-7A6676BAF8A7}" srcOrd="5" destOrd="0" presId="urn:microsoft.com/office/officeart/2005/8/layout/default"/>
    <dgm:cxn modelId="{D67CD61C-4283-054C-839A-3209630F9662}" type="presParOf" srcId="{D23346E8-57EC-984F-B685-99F46FCCAF67}" destId="{036BD7AE-A90A-854C-9BA5-62C7ADA767E5}" srcOrd="6" destOrd="0" presId="urn:microsoft.com/office/officeart/2005/8/layout/default"/>
    <dgm:cxn modelId="{D3FF00DA-FF25-9845-B181-3AF49D7204B4}" type="presParOf" srcId="{D23346E8-57EC-984F-B685-99F46FCCAF67}" destId="{FE6B7C98-7F69-A240-9F6C-FDAFDC73CFA6}" srcOrd="7" destOrd="0" presId="urn:microsoft.com/office/officeart/2005/8/layout/default"/>
    <dgm:cxn modelId="{678BDCF7-48BD-EF4E-8833-AACF8494E4DB}" type="presParOf" srcId="{D23346E8-57EC-984F-B685-99F46FCCAF67}" destId="{8F859891-F9A9-D347-981A-F00CF341CBF5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085085-8AFD-0147-A53E-4A4EAEFEB2BC}">
      <dsp:nvSpPr>
        <dsp:cNvPr id="0" name=""/>
        <dsp:cNvSpPr/>
      </dsp:nvSpPr>
      <dsp:spPr>
        <a:xfrm>
          <a:off x="0" y="12573"/>
          <a:ext cx="5340411" cy="9734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latin typeface="Arial" panose="020B0604020202020204" pitchFamily="34" charset="0"/>
              <a:cs typeface="Arial" panose="020B0604020202020204" pitchFamily="34" charset="0"/>
            </a:rPr>
            <a:t>A Spark module for structured data processing</a:t>
          </a:r>
        </a:p>
      </dsp:txBody>
      <dsp:txXfrm>
        <a:off x="47519" y="60092"/>
        <a:ext cx="5245373" cy="878402"/>
      </dsp:txXfrm>
    </dsp:sp>
    <dsp:sp modelId="{58D94072-004A-DB41-80AE-78403217CCE0}">
      <dsp:nvSpPr>
        <dsp:cNvPr id="0" name=""/>
        <dsp:cNvSpPr/>
      </dsp:nvSpPr>
      <dsp:spPr>
        <a:xfrm>
          <a:off x="0" y="1135773"/>
          <a:ext cx="5340411" cy="973440"/>
        </a:xfrm>
        <a:prstGeom prst="roundRect">
          <a:avLst/>
        </a:prstGeom>
        <a:gradFill rotWithShape="0">
          <a:gsLst>
            <a:gs pos="0">
              <a:schemeClr val="accent2">
                <a:hueOff val="1560507"/>
                <a:satOff val="-1946"/>
                <a:lumOff val="458"/>
                <a:alphaOff val="0"/>
                <a:shade val="51000"/>
                <a:satMod val="130000"/>
              </a:schemeClr>
            </a:gs>
            <a:gs pos="80000">
              <a:schemeClr val="accent2">
                <a:hueOff val="1560507"/>
                <a:satOff val="-1946"/>
                <a:lumOff val="458"/>
                <a:alphaOff val="0"/>
                <a:shade val="93000"/>
                <a:satMod val="130000"/>
              </a:schemeClr>
            </a:gs>
            <a:gs pos="100000">
              <a:schemeClr val="accent2">
                <a:hueOff val="1560507"/>
                <a:satOff val="-1946"/>
                <a:lumOff val="45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latin typeface="Arial" panose="020B0604020202020204" pitchFamily="34" charset="0"/>
              <a:cs typeface="Arial" panose="020B0604020202020204" pitchFamily="34" charset="0"/>
            </a:rPr>
            <a:t>Provides programming abstraction called DataFrames</a:t>
          </a:r>
        </a:p>
      </dsp:txBody>
      <dsp:txXfrm>
        <a:off x="47519" y="1183292"/>
        <a:ext cx="5245373" cy="878402"/>
      </dsp:txXfrm>
    </dsp:sp>
    <dsp:sp modelId="{52D87542-6DA8-6641-829F-A7FCA17724A3}">
      <dsp:nvSpPr>
        <dsp:cNvPr id="0" name=""/>
        <dsp:cNvSpPr/>
      </dsp:nvSpPr>
      <dsp:spPr>
        <a:xfrm>
          <a:off x="0" y="2258973"/>
          <a:ext cx="5340411" cy="973440"/>
        </a:xfrm>
        <a:prstGeom prst="roundRect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shade val="51000"/>
                <a:satMod val="130000"/>
              </a:schemeClr>
            </a:gs>
            <a:gs pos="80000">
              <a:schemeClr val="accent2">
                <a:hueOff val="3121013"/>
                <a:satOff val="-3893"/>
                <a:lumOff val="915"/>
                <a:alphaOff val="0"/>
                <a:shade val="93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latin typeface="Arial" panose="020B0604020202020204" pitchFamily="34" charset="0"/>
              <a:cs typeface="Arial" panose="020B0604020202020204" pitchFamily="34" charset="0"/>
            </a:rPr>
            <a:t>Act as distributed SQL query engine</a:t>
          </a:r>
        </a:p>
      </dsp:txBody>
      <dsp:txXfrm>
        <a:off x="47519" y="2306492"/>
        <a:ext cx="5245373" cy="878402"/>
      </dsp:txXfrm>
    </dsp:sp>
    <dsp:sp modelId="{37398E03-CA54-2C4E-95F9-17C5DA876F22}">
      <dsp:nvSpPr>
        <dsp:cNvPr id="0" name=""/>
        <dsp:cNvSpPr/>
      </dsp:nvSpPr>
      <dsp:spPr>
        <a:xfrm>
          <a:off x="0" y="3382173"/>
          <a:ext cx="5340411" cy="973440"/>
        </a:xfrm>
        <a:prstGeom prst="roundRect">
          <a:avLst/>
        </a:prstGeom>
        <a:gradFill rotWithShape="0">
          <a:gsLst>
            <a:gs pos="0">
              <a:schemeClr val="accent2">
                <a:hueOff val="4681520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20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20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>
              <a:latin typeface="Arial" panose="020B0604020202020204" pitchFamily="34" charset="0"/>
              <a:cs typeface="Arial" panose="020B0604020202020204" pitchFamily="34" charset="0"/>
            </a:rPr>
            <a:t>Enables unmodified Hadoop HIVE queries to run up to 100x faster</a:t>
          </a:r>
        </a:p>
      </dsp:txBody>
      <dsp:txXfrm>
        <a:off x="47519" y="3429692"/>
        <a:ext cx="5245373" cy="87840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251E55-E617-CB41-AD74-507DBC8384D8}">
      <dsp:nvSpPr>
        <dsp:cNvPr id="0" name=""/>
        <dsp:cNvSpPr/>
      </dsp:nvSpPr>
      <dsp:spPr>
        <a:xfrm>
          <a:off x="0" y="3033"/>
          <a:ext cx="5340411" cy="718699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Arial" panose="020B0604020202020204" pitchFamily="34" charset="0"/>
              <a:cs typeface="Arial" panose="020B0604020202020204" pitchFamily="34" charset="0"/>
            </a:rPr>
            <a:t>Unifies Spark components and permits abstraction to </a:t>
          </a:r>
          <a:r>
            <a:rPr lang="en-US" sz="1800" kern="1200" dirty="0" err="1">
              <a:latin typeface="Arial" panose="020B0604020202020204" pitchFamily="34" charset="0"/>
              <a:cs typeface="Arial" panose="020B0604020202020204" pitchFamily="34" charset="0"/>
            </a:rPr>
            <a:t>DataFrames</a:t>
          </a:r>
          <a:r>
            <a:rPr lang="en-US" sz="1800" kern="1200" dirty="0">
              <a:latin typeface="Arial" panose="020B0604020202020204" pitchFamily="34" charset="0"/>
              <a:cs typeface="Arial" panose="020B0604020202020204" pitchFamily="34" charset="0"/>
            </a:rPr>
            <a:t> in Java, Scala, Python, and R</a:t>
          </a:r>
        </a:p>
      </dsp:txBody>
      <dsp:txXfrm>
        <a:off x="35084" y="38117"/>
        <a:ext cx="5270243" cy="648531"/>
      </dsp:txXfrm>
    </dsp:sp>
    <dsp:sp modelId="{D3BB4DD1-843D-A04A-986C-47A879488B39}">
      <dsp:nvSpPr>
        <dsp:cNvPr id="0" name=""/>
        <dsp:cNvSpPr/>
      </dsp:nvSpPr>
      <dsp:spPr>
        <a:xfrm>
          <a:off x="0" y="731717"/>
          <a:ext cx="5340411" cy="718699"/>
        </a:xfrm>
        <a:prstGeom prst="roundRect">
          <a:avLst/>
        </a:prstGeom>
        <a:gradFill rotWithShape="0">
          <a:gsLst>
            <a:gs pos="0">
              <a:schemeClr val="accent2">
                <a:hueOff val="936304"/>
                <a:satOff val="-1168"/>
                <a:lumOff val="275"/>
                <a:alphaOff val="0"/>
                <a:shade val="51000"/>
                <a:satMod val="130000"/>
              </a:schemeClr>
            </a:gs>
            <a:gs pos="80000">
              <a:schemeClr val="accent2">
                <a:hueOff val="936304"/>
                <a:satOff val="-1168"/>
                <a:lumOff val="275"/>
                <a:alphaOff val="0"/>
                <a:shade val="93000"/>
                <a:satMod val="130000"/>
              </a:schemeClr>
            </a:gs>
            <a:gs pos="100000">
              <a:schemeClr val="accent2">
                <a:hueOff val="936304"/>
                <a:satOff val="-1168"/>
                <a:lumOff val="275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Connects to the Apache Hive metastore and tables</a:t>
          </a:r>
        </a:p>
      </dsp:txBody>
      <dsp:txXfrm>
        <a:off x="35084" y="766801"/>
        <a:ext cx="5270243" cy="648531"/>
      </dsp:txXfrm>
    </dsp:sp>
    <dsp:sp modelId="{6304363C-3B72-2C45-9107-227B78588A37}">
      <dsp:nvSpPr>
        <dsp:cNvPr id="0" name=""/>
        <dsp:cNvSpPr/>
      </dsp:nvSpPr>
      <dsp:spPr>
        <a:xfrm>
          <a:off x="0" y="1460401"/>
          <a:ext cx="5340411" cy="718699"/>
        </a:xfrm>
        <a:prstGeom prst="roundRect">
          <a:avLst/>
        </a:prstGeom>
        <a:gradFill rotWithShape="0">
          <a:gsLst>
            <a:gs pos="0">
              <a:schemeClr val="accent2">
                <a:hueOff val="1872608"/>
                <a:satOff val="-2336"/>
                <a:lumOff val="549"/>
                <a:alphaOff val="0"/>
                <a:shade val="51000"/>
                <a:satMod val="130000"/>
              </a:schemeClr>
            </a:gs>
            <a:gs pos="80000">
              <a:schemeClr val="accent2">
                <a:hueOff val="1872608"/>
                <a:satOff val="-2336"/>
                <a:lumOff val="549"/>
                <a:alphaOff val="0"/>
                <a:shade val="93000"/>
                <a:satMod val="130000"/>
              </a:schemeClr>
            </a:gs>
            <a:gs pos="100000">
              <a:schemeClr val="accent2">
                <a:hueOff val="1872608"/>
                <a:satOff val="-2336"/>
                <a:lumOff val="549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Reads and writes structured data with a specific schema from structured file formats and converts data into temporary tables</a:t>
          </a:r>
        </a:p>
      </dsp:txBody>
      <dsp:txXfrm>
        <a:off x="35084" y="1495485"/>
        <a:ext cx="5270243" cy="648531"/>
      </dsp:txXfrm>
    </dsp:sp>
    <dsp:sp modelId="{D49834DE-32F8-344A-A972-841AA89C8E30}">
      <dsp:nvSpPr>
        <dsp:cNvPr id="0" name=""/>
        <dsp:cNvSpPr/>
      </dsp:nvSpPr>
      <dsp:spPr>
        <a:xfrm>
          <a:off x="0" y="2189085"/>
          <a:ext cx="5340411" cy="718699"/>
        </a:xfrm>
        <a:prstGeom prst="roundRect">
          <a:avLst/>
        </a:prstGeom>
        <a:gradFill rotWithShape="0">
          <a:gsLst>
            <a:gs pos="0">
              <a:schemeClr val="accent2">
                <a:hueOff val="2808912"/>
                <a:satOff val="-3503"/>
                <a:lumOff val="824"/>
                <a:alphaOff val="0"/>
                <a:shade val="51000"/>
                <a:satMod val="130000"/>
              </a:schemeClr>
            </a:gs>
            <a:gs pos="80000">
              <a:schemeClr val="accent2">
                <a:hueOff val="2808912"/>
                <a:satOff val="-3503"/>
                <a:lumOff val="824"/>
                <a:alphaOff val="0"/>
                <a:shade val="93000"/>
                <a:satMod val="130000"/>
              </a:schemeClr>
            </a:gs>
            <a:gs pos="100000">
              <a:schemeClr val="accent2">
                <a:hueOff val="2808912"/>
                <a:satOff val="-3503"/>
                <a:lumOff val="824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Offers an interactive Spark SQL shell for quick data exploration</a:t>
          </a:r>
        </a:p>
      </dsp:txBody>
      <dsp:txXfrm>
        <a:off x="35084" y="2224169"/>
        <a:ext cx="5270243" cy="648531"/>
      </dsp:txXfrm>
    </dsp:sp>
    <dsp:sp modelId="{5BFE89E9-8DA3-C248-BD52-76A0FEFEEF8D}">
      <dsp:nvSpPr>
        <dsp:cNvPr id="0" name=""/>
        <dsp:cNvSpPr/>
      </dsp:nvSpPr>
      <dsp:spPr>
        <a:xfrm>
          <a:off x="0" y="2917769"/>
          <a:ext cx="5340411" cy="718699"/>
        </a:xfrm>
        <a:prstGeom prst="roundRect">
          <a:avLst/>
        </a:prstGeom>
        <a:gradFill rotWithShape="0">
          <a:gsLst>
            <a:gs pos="0">
              <a:schemeClr val="accent2">
                <a:hueOff val="3745216"/>
                <a:satOff val="-4671"/>
                <a:lumOff val="1098"/>
                <a:alphaOff val="0"/>
                <a:shade val="51000"/>
                <a:satMod val="130000"/>
              </a:schemeClr>
            </a:gs>
            <a:gs pos="80000">
              <a:schemeClr val="accent2">
                <a:hueOff val="3745216"/>
                <a:satOff val="-4671"/>
                <a:lumOff val="1098"/>
                <a:alphaOff val="0"/>
                <a:shade val="93000"/>
                <a:satMod val="130000"/>
              </a:schemeClr>
            </a:gs>
            <a:gs pos="100000">
              <a:schemeClr val="accent2">
                <a:hueOff val="3745216"/>
                <a:satOff val="-4671"/>
                <a:lumOff val="1098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Provides a bridge to (and from) external tools via standard database JDBC/ODBC connectors</a:t>
          </a:r>
        </a:p>
      </dsp:txBody>
      <dsp:txXfrm>
        <a:off x="35084" y="2952853"/>
        <a:ext cx="5270243" cy="648531"/>
      </dsp:txXfrm>
    </dsp:sp>
    <dsp:sp modelId="{4F81CC79-5CCA-7641-8481-CA93B490AC15}">
      <dsp:nvSpPr>
        <dsp:cNvPr id="0" name=""/>
        <dsp:cNvSpPr/>
      </dsp:nvSpPr>
      <dsp:spPr>
        <a:xfrm>
          <a:off x="0" y="3646452"/>
          <a:ext cx="5340411" cy="718699"/>
        </a:xfrm>
        <a:prstGeom prst="roundRect">
          <a:avLst/>
        </a:prstGeom>
        <a:gradFill rotWithShape="0">
          <a:gsLst>
            <a:gs pos="0">
              <a:schemeClr val="accent2">
                <a:hueOff val="4681520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20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20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Arial" panose="020B0604020202020204" pitchFamily="34" charset="0"/>
              <a:cs typeface="Arial" panose="020B0604020202020204" pitchFamily="34" charset="0"/>
            </a:rPr>
            <a:t>Generates optimized query plans and compact code for the JVM, for final execution</a:t>
          </a:r>
        </a:p>
      </dsp:txBody>
      <dsp:txXfrm>
        <a:off x="35084" y="3681536"/>
        <a:ext cx="5270243" cy="64853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B9347B8-383D-CA45-8147-67EDE129BEA1}">
      <dsp:nvSpPr>
        <dsp:cNvPr id="0" name=""/>
        <dsp:cNvSpPr/>
      </dsp:nvSpPr>
      <dsp:spPr>
        <a:xfrm>
          <a:off x="0" y="873692"/>
          <a:ext cx="5340411" cy="121680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2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Arial" panose="020B0604020202020204" pitchFamily="34" charset="0"/>
              <a:cs typeface="Arial" panose="020B0604020202020204" pitchFamily="34" charset="0"/>
            </a:rPr>
            <a:t>Generate an optimal physical plan for the selected logical plan</a:t>
          </a:r>
        </a:p>
      </dsp:txBody>
      <dsp:txXfrm>
        <a:off x="59399" y="933091"/>
        <a:ext cx="5221613" cy="1098002"/>
      </dsp:txXfrm>
    </dsp:sp>
    <dsp:sp modelId="{9EC3A5E8-875F-F346-B93F-CC342DDF617E}">
      <dsp:nvSpPr>
        <dsp:cNvPr id="0" name=""/>
        <dsp:cNvSpPr/>
      </dsp:nvSpPr>
      <dsp:spPr>
        <a:xfrm>
          <a:off x="0" y="2277693"/>
          <a:ext cx="5340411" cy="1216800"/>
        </a:xfrm>
        <a:prstGeom prst="roundRect">
          <a:avLst/>
        </a:prstGeom>
        <a:gradFill rotWithShape="0">
          <a:gsLst>
            <a:gs pos="0">
              <a:schemeClr val="accent2">
                <a:hueOff val="4681520"/>
                <a:satOff val="-5839"/>
                <a:lumOff val="1373"/>
                <a:alphaOff val="0"/>
                <a:shade val="51000"/>
                <a:satMod val="130000"/>
              </a:schemeClr>
            </a:gs>
            <a:gs pos="80000">
              <a:schemeClr val="accent2">
                <a:hueOff val="4681520"/>
                <a:satOff val="-5839"/>
                <a:lumOff val="1373"/>
                <a:alphaOff val="0"/>
                <a:shade val="93000"/>
                <a:satMod val="130000"/>
              </a:schemeClr>
            </a:gs>
            <a:gs pos="100000">
              <a:schemeClr val="accent2">
                <a:hueOff val="4681520"/>
                <a:satOff val="-5839"/>
                <a:lumOff val="1373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Use physical operators that match available in Spark execution</a:t>
          </a:r>
        </a:p>
      </dsp:txBody>
      <dsp:txXfrm>
        <a:off x="59399" y="2337092"/>
        <a:ext cx="5221613" cy="10980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32BBF3-97E8-454C-ACB2-43C4261DF6A5}">
      <dsp:nvSpPr>
        <dsp:cNvPr id="0" name=""/>
        <dsp:cNvSpPr/>
      </dsp:nvSpPr>
      <dsp:spPr>
        <a:xfrm>
          <a:off x="6989" y="0"/>
          <a:ext cx="913099" cy="897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23E45B-DED5-48CF-AB8B-DC56E1A3F8B0}">
      <dsp:nvSpPr>
        <dsp:cNvPr id="0" name=""/>
        <dsp:cNvSpPr/>
      </dsp:nvSpPr>
      <dsp:spPr>
        <a:xfrm>
          <a:off x="6989" y="1039676"/>
          <a:ext cx="2608856" cy="384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b="1" kern="1200"/>
            <a:t>Spark Table</a:t>
          </a:r>
          <a:endParaRPr lang="en-US" sz="2600" kern="1200"/>
        </a:p>
      </dsp:txBody>
      <dsp:txXfrm>
        <a:off x="6989" y="1039676"/>
        <a:ext cx="2608856" cy="384733"/>
      </dsp:txXfrm>
    </dsp:sp>
    <dsp:sp modelId="{828B06B0-FC95-4749-919C-57CF55C9BB1C}">
      <dsp:nvSpPr>
        <dsp:cNvPr id="0" name=""/>
        <dsp:cNvSpPr/>
      </dsp:nvSpPr>
      <dsp:spPr>
        <a:xfrm>
          <a:off x="6989" y="1490440"/>
          <a:ext cx="2608856" cy="18676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Data: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Metadata: schema, description, table name, database name, column names, partitions, physical location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Apache Hive Metastore</a:t>
          </a:r>
        </a:p>
      </dsp:txBody>
      <dsp:txXfrm>
        <a:off x="6989" y="1490440"/>
        <a:ext cx="2608856" cy="1867685"/>
      </dsp:txXfrm>
    </dsp:sp>
    <dsp:sp modelId="{5E2FFB55-068C-4BC0-9DC8-151C01DBAE08}">
      <dsp:nvSpPr>
        <dsp:cNvPr id="0" name=""/>
        <dsp:cNvSpPr/>
      </dsp:nvSpPr>
      <dsp:spPr>
        <a:xfrm>
          <a:off x="3072395" y="0"/>
          <a:ext cx="913099" cy="897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417A40-2032-4726-AF6A-027659E1B452}">
      <dsp:nvSpPr>
        <dsp:cNvPr id="0" name=""/>
        <dsp:cNvSpPr/>
      </dsp:nvSpPr>
      <dsp:spPr>
        <a:xfrm>
          <a:off x="3072395" y="1039676"/>
          <a:ext cx="2608856" cy="384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b="1" kern="1200"/>
            <a:t>Managed Tables</a:t>
          </a:r>
          <a:endParaRPr lang="en-US" sz="2600" kern="1200"/>
        </a:p>
      </dsp:txBody>
      <dsp:txXfrm>
        <a:off x="3072395" y="1039676"/>
        <a:ext cx="2608856" cy="384733"/>
      </dsp:txXfrm>
    </dsp:sp>
    <dsp:sp modelId="{14B579C5-FE05-42B9-8240-2D220C74BF55}">
      <dsp:nvSpPr>
        <dsp:cNvPr id="0" name=""/>
        <dsp:cNvSpPr/>
      </dsp:nvSpPr>
      <dsp:spPr>
        <a:xfrm>
          <a:off x="3072395" y="1490440"/>
          <a:ext cx="2608856" cy="18676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Spark manages both metadata and data in the file store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Local filesystem, HDFS, Amazon S3 or Azure, etc.</a:t>
          </a:r>
        </a:p>
      </dsp:txBody>
      <dsp:txXfrm>
        <a:off x="3072395" y="1490440"/>
        <a:ext cx="2608856" cy="1867685"/>
      </dsp:txXfrm>
    </dsp:sp>
    <dsp:sp modelId="{BB40D797-734A-43E9-AA6A-1BB52FFAE274}">
      <dsp:nvSpPr>
        <dsp:cNvPr id="0" name=""/>
        <dsp:cNvSpPr/>
      </dsp:nvSpPr>
      <dsp:spPr>
        <a:xfrm>
          <a:off x="6137801" y="0"/>
          <a:ext cx="913099" cy="89771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B6355E-07A4-412E-93F7-2D93C02FC3E3}">
      <dsp:nvSpPr>
        <dsp:cNvPr id="0" name=""/>
        <dsp:cNvSpPr/>
      </dsp:nvSpPr>
      <dsp:spPr>
        <a:xfrm>
          <a:off x="6137801" y="1039676"/>
          <a:ext cx="2608856" cy="38473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2600" b="1" kern="1200"/>
            <a:t>Unmanaged Tables</a:t>
          </a:r>
          <a:endParaRPr lang="en-US" sz="2600" kern="1200"/>
        </a:p>
      </dsp:txBody>
      <dsp:txXfrm>
        <a:off x="6137801" y="1039676"/>
        <a:ext cx="2608856" cy="384733"/>
      </dsp:txXfrm>
    </dsp:sp>
    <dsp:sp modelId="{7104F3FF-FD16-4A67-A531-344652A8BAF6}">
      <dsp:nvSpPr>
        <dsp:cNvPr id="0" name=""/>
        <dsp:cNvSpPr/>
      </dsp:nvSpPr>
      <dsp:spPr>
        <a:xfrm>
          <a:off x="6137801" y="1490440"/>
          <a:ext cx="2608856" cy="186768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Spark manages metadata</a:t>
          </a:r>
        </a:p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You manages data in external data source, for example, Cassandra</a:t>
          </a:r>
        </a:p>
      </dsp:txBody>
      <dsp:txXfrm>
        <a:off x="6137801" y="1490440"/>
        <a:ext cx="2608856" cy="186768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16A80F-DF31-F24B-B007-EF241C644CCA}">
      <dsp:nvSpPr>
        <dsp:cNvPr id="0" name=""/>
        <dsp:cNvSpPr/>
      </dsp:nvSpPr>
      <dsp:spPr>
        <a:xfrm>
          <a:off x="11313" y="0"/>
          <a:ext cx="2671064" cy="43353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>
              <a:latin typeface="Arial" panose="020B0604020202020204" pitchFamily="34" charset="0"/>
              <a:cs typeface="Arial" panose="020B0604020202020204" pitchFamily="34" charset="0"/>
            </a:rPr>
            <a:t>Global</a:t>
          </a:r>
          <a:endParaRPr lang="en-US" sz="20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11313" y="0"/>
        <a:ext cx="2671064" cy="433536"/>
      </dsp:txXfrm>
    </dsp:sp>
    <dsp:sp modelId="{3228AE1F-C31C-D94D-90E8-F52B10E35340}">
      <dsp:nvSpPr>
        <dsp:cNvPr id="0" name=""/>
        <dsp:cNvSpPr/>
      </dsp:nvSpPr>
      <dsp:spPr>
        <a:xfrm>
          <a:off x="11313" y="433536"/>
          <a:ext cx="2671064" cy="336757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Visible across all SparkSessions on a given cluster</a:t>
          </a:r>
        </a:p>
      </dsp:txBody>
      <dsp:txXfrm>
        <a:off x="11313" y="433536"/>
        <a:ext cx="2671064" cy="3367577"/>
      </dsp:txXfrm>
    </dsp:sp>
    <dsp:sp modelId="{59254FC1-3E51-A548-9C73-B412758F25A9}">
      <dsp:nvSpPr>
        <dsp:cNvPr id="0" name=""/>
        <dsp:cNvSpPr/>
      </dsp:nvSpPr>
      <dsp:spPr>
        <a:xfrm>
          <a:off x="3056326" y="0"/>
          <a:ext cx="2671064" cy="433536"/>
        </a:xfrm>
        <a:prstGeom prst="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accent2">
              <a:hueOff val="2340760"/>
              <a:satOff val="-2919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>
              <a:latin typeface="Arial" panose="020B0604020202020204" pitchFamily="34" charset="0"/>
              <a:cs typeface="Arial" panose="020B0604020202020204" pitchFamily="34" charset="0"/>
            </a:rPr>
            <a:t>Session Scope</a:t>
          </a:r>
          <a:endParaRPr lang="en-US" sz="20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3056326" y="0"/>
        <a:ext cx="2671064" cy="433536"/>
      </dsp:txXfrm>
    </dsp:sp>
    <dsp:sp modelId="{94EF7929-2768-4340-86D4-0B2730E86CB8}">
      <dsp:nvSpPr>
        <dsp:cNvPr id="0" name=""/>
        <dsp:cNvSpPr/>
      </dsp:nvSpPr>
      <dsp:spPr>
        <a:xfrm>
          <a:off x="3056326" y="433536"/>
          <a:ext cx="2671064" cy="3367577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Visible only to a single SparkSession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Disappear after Spark application terminates</a:t>
          </a:r>
        </a:p>
      </dsp:txBody>
      <dsp:txXfrm>
        <a:off x="3056326" y="433536"/>
        <a:ext cx="2671064" cy="3367577"/>
      </dsp:txXfrm>
    </dsp:sp>
    <dsp:sp modelId="{20A244D6-E6DE-C24E-B99C-5F8E0FE9E32D}">
      <dsp:nvSpPr>
        <dsp:cNvPr id="0" name=""/>
        <dsp:cNvSpPr/>
      </dsp:nvSpPr>
      <dsp:spPr>
        <a:xfrm>
          <a:off x="6101339" y="0"/>
          <a:ext cx="2671064" cy="433536"/>
        </a:xfrm>
        <a:prstGeom prst="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20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81280" rIns="142240" bIns="8128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>
              <a:latin typeface="Arial" panose="020B0604020202020204" pitchFamily="34" charset="0"/>
              <a:cs typeface="Arial" panose="020B0604020202020204" pitchFamily="34" charset="0"/>
            </a:rPr>
            <a:t>SQL</a:t>
          </a:r>
          <a:endParaRPr lang="en-US" sz="20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6101339" y="0"/>
        <a:ext cx="2671064" cy="433536"/>
      </dsp:txXfrm>
    </dsp:sp>
    <dsp:sp modelId="{DDC31DE9-2905-FB42-9AE5-74DDF2929882}">
      <dsp:nvSpPr>
        <dsp:cNvPr id="0" name=""/>
        <dsp:cNvSpPr/>
      </dsp:nvSpPr>
      <dsp:spPr>
        <a:xfrm>
          <a:off x="6101339" y="433536"/>
          <a:ext cx="2671064" cy="3367577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42240" bIns="16002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CREATE OR REPLACE GLOBAL TEMP VIEW us_origin_airport_SFO_global_tmp_view AS SELECT date, delay, origin, destination from us_delay_flights_tbl WHERE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origin = 'SFO';</a:t>
          </a:r>
        </a:p>
      </dsp:txBody>
      <dsp:txXfrm>
        <a:off x="6101339" y="433536"/>
        <a:ext cx="2671064" cy="3367577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DB9B31-79CF-0542-B15C-9790DAECEE87}">
      <dsp:nvSpPr>
        <dsp:cNvPr id="0" name=""/>
        <dsp:cNvSpPr/>
      </dsp:nvSpPr>
      <dsp:spPr>
        <a:xfrm>
          <a:off x="0" y="689725"/>
          <a:ext cx="8631317" cy="46708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b="1" kern="1200">
              <a:latin typeface="Arial" panose="020B0604020202020204" pitchFamily="34" charset="0"/>
              <a:cs typeface="Arial" panose="020B0604020202020204" pitchFamily="34" charset="0"/>
            </a:rPr>
            <a:t>SparkSQL</a:t>
          </a:r>
          <a:endParaRPr lang="en-US" sz="2000" kern="1200">
            <a:latin typeface="Arial" panose="020B0604020202020204" pitchFamily="34" charset="0"/>
            <a:cs typeface="Arial" panose="020B0604020202020204" pitchFamily="34" charset="0"/>
          </a:endParaRPr>
        </a:p>
      </dsp:txBody>
      <dsp:txXfrm>
        <a:off x="22801" y="712526"/>
        <a:ext cx="8585715" cy="421484"/>
      </dsp:txXfrm>
    </dsp:sp>
    <dsp:sp modelId="{E4780F71-2283-9F4E-B912-A90C6D529977}">
      <dsp:nvSpPr>
        <dsp:cNvPr id="0" name=""/>
        <dsp:cNvSpPr/>
      </dsp:nvSpPr>
      <dsp:spPr>
        <a:xfrm>
          <a:off x="0" y="1156811"/>
          <a:ext cx="8631317" cy="14874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4044" tIns="25400" rIns="142240" bIns="2540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df_sfo = spark.sql("SELECT date, delay, origin, destination FROM us_delay_flights_tbl WHERE origin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= 'SFO'")</a:t>
          </a:r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df_sfo.createOrReplaceGlobalTempView("us_origin_airport_SFO_global_tmp_view")</a:t>
          </a:r>
        </a:p>
      </dsp:txBody>
      <dsp:txXfrm>
        <a:off x="0" y="1156811"/>
        <a:ext cx="8631317" cy="1487490"/>
      </dsp:txXfrm>
    </dsp:sp>
    <dsp:sp modelId="{A5EB73CD-03C4-A645-B187-9D6E449BAAB4}">
      <dsp:nvSpPr>
        <dsp:cNvPr id="0" name=""/>
        <dsp:cNvSpPr/>
      </dsp:nvSpPr>
      <dsp:spPr>
        <a:xfrm>
          <a:off x="0" y="2644302"/>
          <a:ext cx="8631317" cy="46708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>
              <a:latin typeface="Arial" panose="020B0604020202020204" pitchFamily="34" charset="0"/>
              <a:cs typeface="Arial" panose="020B0604020202020204" pitchFamily="34" charset="0"/>
            </a:rPr>
            <a:t>Demo 23</a:t>
          </a:r>
        </a:p>
      </dsp:txBody>
      <dsp:txXfrm>
        <a:off x="22801" y="2667103"/>
        <a:ext cx="8585715" cy="421484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F163D9-5012-494F-9035-ED3800D0DAA4}">
      <dsp:nvSpPr>
        <dsp:cNvPr id="0" name=""/>
        <dsp:cNvSpPr/>
      </dsp:nvSpPr>
      <dsp:spPr>
        <a:xfrm>
          <a:off x="0" y="670482"/>
          <a:ext cx="8295059" cy="12304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3C9FB-7A6E-4ABF-AC49-CFCEE3E9AF47}">
      <dsp:nvSpPr>
        <dsp:cNvPr id="0" name=""/>
        <dsp:cNvSpPr/>
      </dsp:nvSpPr>
      <dsp:spPr>
        <a:xfrm>
          <a:off x="372198" y="947324"/>
          <a:ext cx="676724" cy="6767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35A35F-AB6C-4C98-B5B2-289BA6F83AE7}">
      <dsp:nvSpPr>
        <dsp:cNvPr id="0" name=""/>
        <dsp:cNvSpPr/>
      </dsp:nvSpPr>
      <dsp:spPr>
        <a:xfrm>
          <a:off x="1421122" y="670482"/>
          <a:ext cx="3732776" cy="12304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218" tIns="130218" rIns="130218" bIns="130218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A Dstream represents a continuous sequence of RDDs created from a continuous stream of data, with each underlying RDD representing a time window within the stream</a:t>
          </a:r>
        </a:p>
      </dsp:txBody>
      <dsp:txXfrm>
        <a:off x="1421122" y="670482"/>
        <a:ext cx="3732776" cy="1230408"/>
      </dsp:txXfrm>
    </dsp:sp>
    <dsp:sp modelId="{C9ECE244-5700-44A0-8054-7B47F3071005}">
      <dsp:nvSpPr>
        <dsp:cNvPr id="0" name=""/>
        <dsp:cNvSpPr/>
      </dsp:nvSpPr>
      <dsp:spPr>
        <a:xfrm>
          <a:off x="5153898" y="670482"/>
          <a:ext cx="3139771" cy="12304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218" tIns="130218" rIns="130218" bIns="130218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Created from streaming data sources such as TCP sockets, messaging systems, 	streaming APIs (such as the Twitter streaming API), and more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Also created from transformations performed on existing DStreams, such as 	map(), flatMap(), and other operations</a:t>
          </a:r>
        </a:p>
      </dsp:txBody>
      <dsp:txXfrm>
        <a:off x="5153898" y="670482"/>
        <a:ext cx="3139771" cy="1230408"/>
      </dsp:txXfrm>
    </dsp:sp>
    <dsp:sp modelId="{3791F534-2BC4-411E-98E5-E81719E2860E}">
      <dsp:nvSpPr>
        <dsp:cNvPr id="0" name=""/>
        <dsp:cNvSpPr/>
      </dsp:nvSpPr>
      <dsp:spPr>
        <a:xfrm>
          <a:off x="0" y="2208493"/>
          <a:ext cx="8295059" cy="12304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34B02-1150-446F-A97E-92E8DFE7CB51}">
      <dsp:nvSpPr>
        <dsp:cNvPr id="0" name=""/>
        <dsp:cNvSpPr/>
      </dsp:nvSpPr>
      <dsp:spPr>
        <a:xfrm>
          <a:off x="372198" y="2485335"/>
          <a:ext cx="676724" cy="6767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DCDC17B-79CC-4AB7-A037-2E7C8EB1B820}">
      <dsp:nvSpPr>
        <dsp:cNvPr id="0" name=""/>
        <dsp:cNvSpPr/>
      </dsp:nvSpPr>
      <dsp:spPr>
        <a:xfrm>
          <a:off x="1421122" y="2208493"/>
          <a:ext cx="3732776" cy="12304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218" tIns="130218" rIns="130218" bIns="130218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DStreams support two types of operations:</a:t>
          </a:r>
        </a:p>
      </dsp:txBody>
      <dsp:txXfrm>
        <a:off x="1421122" y="2208493"/>
        <a:ext cx="3732776" cy="1230408"/>
      </dsp:txXfrm>
    </dsp:sp>
    <dsp:sp modelId="{2F045FE6-4321-40CE-91E8-305CDB025C53}">
      <dsp:nvSpPr>
        <dsp:cNvPr id="0" name=""/>
        <dsp:cNvSpPr/>
      </dsp:nvSpPr>
      <dsp:spPr>
        <a:xfrm>
          <a:off x="5153898" y="2208493"/>
          <a:ext cx="3139771" cy="12304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218" tIns="130218" rIns="130218" bIns="130218" numCol="1" spcCol="1270" anchor="ctr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Transformations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Output operations: analogous to RDD actions</a:t>
          </a:r>
        </a:p>
      </dsp:txBody>
      <dsp:txXfrm>
        <a:off x="5153898" y="2208493"/>
        <a:ext cx="3139771" cy="123040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7672EE-0A9E-4CED-8BDB-C6D9961FE4D9}">
      <dsp:nvSpPr>
        <dsp:cNvPr id="0" name=""/>
        <dsp:cNvSpPr/>
      </dsp:nvSpPr>
      <dsp:spPr>
        <a:xfrm>
          <a:off x="629123" y="848221"/>
          <a:ext cx="677003" cy="6770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B6A1F8-CD9B-401B-8470-71A18961AD83}">
      <dsp:nvSpPr>
        <dsp:cNvPr id="0" name=""/>
        <dsp:cNvSpPr/>
      </dsp:nvSpPr>
      <dsp:spPr>
        <a:xfrm>
          <a:off x="476" y="1596678"/>
          <a:ext cx="1934296" cy="290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socketTextStream()</a:t>
          </a:r>
        </a:p>
      </dsp:txBody>
      <dsp:txXfrm>
        <a:off x="476" y="1596678"/>
        <a:ext cx="1934296" cy="290144"/>
      </dsp:txXfrm>
    </dsp:sp>
    <dsp:sp modelId="{067A07DF-4AAE-4D3D-AE44-45E433B1CBB6}">
      <dsp:nvSpPr>
        <dsp:cNvPr id="0" name=""/>
        <dsp:cNvSpPr/>
      </dsp:nvSpPr>
      <dsp:spPr>
        <a:xfrm>
          <a:off x="476" y="1920056"/>
          <a:ext cx="1934296" cy="589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From an input TCP source defined by the hostname and port arguments</a:t>
          </a:r>
        </a:p>
      </dsp:txBody>
      <dsp:txXfrm>
        <a:off x="476" y="1920056"/>
        <a:ext cx="1934296" cy="589847"/>
      </dsp:txXfrm>
    </dsp:sp>
    <dsp:sp modelId="{D05DAEFB-042E-486A-B0B7-E5481D60C6BB}">
      <dsp:nvSpPr>
        <dsp:cNvPr id="0" name=""/>
        <dsp:cNvSpPr/>
      </dsp:nvSpPr>
      <dsp:spPr>
        <a:xfrm>
          <a:off x="2901922" y="848221"/>
          <a:ext cx="677003" cy="6770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0F37A4-D049-49AF-89E2-B40CA46E4234}">
      <dsp:nvSpPr>
        <dsp:cNvPr id="0" name=""/>
        <dsp:cNvSpPr/>
      </dsp:nvSpPr>
      <dsp:spPr>
        <a:xfrm>
          <a:off x="2273275" y="1596678"/>
          <a:ext cx="1934296" cy="290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textFileStream()</a:t>
          </a:r>
        </a:p>
      </dsp:txBody>
      <dsp:txXfrm>
        <a:off x="2273275" y="1596678"/>
        <a:ext cx="1934296" cy="290144"/>
      </dsp:txXfrm>
    </dsp:sp>
    <dsp:sp modelId="{61132EDB-6D29-4A52-8024-101FDAD3E3BD}">
      <dsp:nvSpPr>
        <dsp:cNvPr id="0" name=""/>
        <dsp:cNvSpPr/>
      </dsp:nvSpPr>
      <dsp:spPr>
        <a:xfrm>
          <a:off x="2273275" y="1920056"/>
          <a:ext cx="1934296" cy="589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By monitoring a directory from an instance of HDFS</a:t>
          </a:r>
        </a:p>
      </dsp:txBody>
      <dsp:txXfrm>
        <a:off x="2273275" y="1920056"/>
        <a:ext cx="1934296" cy="589847"/>
      </dsp:txXfrm>
    </dsp:sp>
    <dsp:sp modelId="{5D9FDD72-A1A7-47AA-9FAC-5B7AF69B374A}">
      <dsp:nvSpPr>
        <dsp:cNvPr id="0" name=""/>
        <dsp:cNvSpPr/>
      </dsp:nvSpPr>
      <dsp:spPr>
        <a:xfrm>
          <a:off x="5174720" y="848221"/>
          <a:ext cx="677003" cy="6770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407C16-5AD4-4306-906F-48D53097F4D3}">
      <dsp:nvSpPr>
        <dsp:cNvPr id="0" name=""/>
        <dsp:cNvSpPr/>
      </dsp:nvSpPr>
      <dsp:spPr>
        <a:xfrm>
          <a:off x="4546074" y="1596678"/>
          <a:ext cx="1934296" cy="290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Demo 25</a:t>
          </a:r>
        </a:p>
      </dsp:txBody>
      <dsp:txXfrm>
        <a:off x="4546074" y="1596678"/>
        <a:ext cx="1934296" cy="290144"/>
      </dsp:txXfrm>
    </dsp:sp>
    <dsp:sp modelId="{8E1958DC-6B9D-4C8F-85F6-CE34086C7E4D}">
      <dsp:nvSpPr>
        <dsp:cNvPr id="0" name=""/>
        <dsp:cNvSpPr/>
      </dsp:nvSpPr>
      <dsp:spPr>
        <a:xfrm>
          <a:off x="4546074" y="1920056"/>
          <a:ext cx="1934296" cy="589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273C2AC-BFEE-46CE-8DAC-538A45BB0C39}">
      <dsp:nvSpPr>
        <dsp:cNvPr id="0" name=""/>
        <dsp:cNvSpPr/>
      </dsp:nvSpPr>
      <dsp:spPr>
        <a:xfrm>
          <a:off x="7447519" y="848221"/>
          <a:ext cx="677003" cy="6770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A9B18E-21F7-4915-9768-B00999433A60}">
      <dsp:nvSpPr>
        <dsp:cNvPr id="0" name=""/>
        <dsp:cNvSpPr/>
      </dsp:nvSpPr>
      <dsp:spPr>
        <a:xfrm>
          <a:off x="6818873" y="1596678"/>
          <a:ext cx="1934296" cy="290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kern="1200"/>
            <a:t>Demo 26</a:t>
          </a:r>
        </a:p>
      </dsp:txBody>
      <dsp:txXfrm>
        <a:off x="6818873" y="1596678"/>
        <a:ext cx="1934296" cy="290144"/>
      </dsp:txXfrm>
    </dsp:sp>
    <dsp:sp modelId="{35F58B13-84D9-40F8-A429-E9A7028A8071}">
      <dsp:nvSpPr>
        <dsp:cNvPr id="0" name=""/>
        <dsp:cNvSpPr/>
      </dsp:nvSpPr>
      <dsp:spPr>
        <a:xfrm>
          <a:off x="6818873" y="1920056"/>
          <a:ext cx="1934296" cy="5898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6579B0-0DFF-44DB-A037-3C303F46B190}">
      <dsp:nvSpPr>
        <dsp:cNvPr id="0" name=""/>
        <dsp:cNvSpPr/>
      </dsp:nvSpPr>
      <dsp:spPr>
        <a:xfrm>
          <a:off x="492328" y="468842"/>
          <a:ext cx="515051" cy="5150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31468B-71A6-4B12-8DB0-E8666EBC215B}">
      <dsp:nvSpPr>
        <dsp:cNvPr id="0" name=""/>
        <dsp:cNvSpPr/>
      </dsp:nvSpPr>
      <dsp:spPr>
        <a:xfrm>
          <a:off x="14066" y="1099772"/>
          <a:ext cx="1471574" cy="13809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Maintained for fault tolerance much the same way that RDDs and 	DataFrames maintain their lineage</a:t>
          </a:r>
        </a:p>
      </dsp:txBody>
      <dsp:txXfrm>
        <a:off x="14066" y="1099772"/>
        <a:ext cx="1471574" cy="1380949"/>
      </dsp:txXfrm>
    </dsp:sp>
    <dsp:sp modelId="{D61CA8F8-6362-423E-BFFC-DBDAC53528D6}">
      <dsp:nvSpPr>
        <dsp:cNvPr id="0" name=""/>
        <dsp:cNvSpPr/>
      </dsp:nvSpPr>
      <dsp:spPr>
        <a:xfrm>
          <a:off x="14066" y="2534619"/>
          <a:ext cx="1471574" cy="6290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90E7D6-5EA0-4224-8807-5DEF7AC2D5F7}">
      <dsp:nvSpPr>
        <dsp:cNvPr id="0" name=""/>
        <dsp:cNvSpPr/>
      </dsp:nvSpPr>
      <dsp:spPr>
        <a:xfrm>
          <a:off x="2221428" y="468842"/>
          <a:ext cx="515051" cy="5150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5F957A-03EA-4D2A-8BDF-96E62998984B}">
      <dsp:nvSpPr>
        <dsp:cNvPr id="0" name=""/>
        <dsp:cNvSpPr/>
      </dsp:nvSpPr>
      <dsp:spPr>
        <a:xfrm>
          <a:off x="1743166" y="1099772"/>
          <a:ext cx="1471574" cy="13809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Checkpointing is often necessary because streaming applications are 	by definition long-lived applications</a:t>
          </a:r>
        </a:p>
      </dsp:txBody>
      <dsp:txXfrm>
        <a:off x="1743166" y="1099772"/>
        <a:ext cx="1471574" cy="1380949"/>
      </dsp:txXfrm>
    </dsp:sp>
    <dsp:sp modelId="{1D310C2C-67E1-47E1-8C07-BCDA743AAD49}">
      <dsp:nvSpPr>
        <dsp:cNvPr id="0" name=""/>
        <dsp:cNvSpPr/>
      </dsp:nvSpPr>
      <dsp:spPr>
        <a:xfrm>
          <a:off x="1743166" y="2534619"/>
          <a:ext cx="1471574" cy="6290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E9B546-8E09-4642-A40C-5BBF359E8FA5}">
      <dsp:nvSpPr>
        <dsp:cNvPr id="0" name=""/>
        <dsp:cNvSpPr/>
      </dsp:nvSpPr>
      <dsp:spPr>
        <a:xfrm>
          <a:off x="3950528" y="468842"/>
          <a:ext cx="515051" cy="5150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F4A7EE-2539-4DC3-A50A-05B3A45754AF}">
      <dsp:nvSpPr>
        <dsp:cNvPr id="0" name=""/>
        <dsp:cNvSpPr/>
      </dsp:nvSpPr>
      <dsp:spPr>
        <a:xfrm>
          <a:off x="3472267" y="1099772"/>
          <a:ext cx="1471574" cy="13809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StreamingContext.checkpoint(directory)</a:t>
          </a:r>
          <a:endParaRPr lang="en-US" sz="1400" kern="1200"/>
        </a:p>
      </dsp:txBody>
      <dsp:txXfrm>
        <a:off x="3472267" y="1099772"/>
        <a:ext cx="1471574" cy="1380949"/>
      </dsp:txXfrm>
    </dsp:sp>
    <dsp:sp modelId="{ED9291FC-B65F-4915-97B2-934A6662A2B5}">
      <dsp:nvSpPr>
        <dsp:cNvPr id="0" name=""/>
        <dsp:cNvSpPr/>
      </dsp:nvSpPr>
      <dsp:spPr>
        <a:xfrm>
          <a:off x="3472267" y="2534619"/>
          <a:ext cx="1471574" cy="6290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Enables periodic checkpointing of DStream operations for durability and fault tolerance</a:t>
          </a:r>
        </a:p>
      </dsp:txBody>
      <dsp:txXfrm>
        <a:off x="3472267" y="2534619"/>
        <a:ext cx="1471574" cy="629077"/>
      </dsp:txXfrm>
    </dsp:sp>
    <dsp:sp modelId="{F2BE897B-7CD1-4464-8261-38D75D2434B7}">
      <dsp:nvSpPr>
        <dsp:cNvPr id="0" name=""/>
        <dsp:cNvSpPr/>
      </dsp:nvSpPr>
      <dsp:spPr>
        <a:xfrm>
          <a:off x="5679629" y="468842"/>
          <a:ext cx="515051" cy="5150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E99D7-A3A1-447A-9F51-A95CE164952D}">
      <dsp:nvSpPr>
        <dsp:cNvPr id="0" name=""/>
        <dsp:cNvSpPr/>
      </dsp:nvSpPr>
      <dsp:spPr>
        <a:xfrm>
          <a:off x="5201367" y="1099772"/>
          <a:ext cx="1471574" cy="13809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DStream.checkpoint(interval)</a:t>
          </a:r>
          <a:endParaRPr lang="en-US" sz="1400" kern="1200"/>
        </a:p>
      </dsp:txBody>
      <dsp:txXfrm>
        <a:off x="5201367" y="1099772"/>
        <a:ext cx="1471574" cy="1380949"/>
      </dsp:txXfrm>
    </dsp:sp>
    <dsp:sp modelId="{6CFD56D2-1CAD-489B-8732-3C0F550FC432}">
      <dsp:nvSpPr>
        <dsp:cNvPr id="0" name=""/>
        <dsp:cNvSpPr/>
      </dsp:nvSpPr>
      <dsp:spPr>
        <a:xfrm>
          <a:off x="5201367" y="2534619"/>
          <a:ext cx="1471574" cy="6290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Enable periodic checkpointing of RDDs of a particular Dstream</a:t>
          </a:r>
        </a:p>
      </dsp:txBody>
      <dsp:txXfrm>
        <a:off x="5201367" y="2534619"/>
        <a:ext cx="1471574" cy="629077"/>
      </dsp:txXfrm>
    </dsp:sp>
    <dsp:sp modelId="{7D4B450D-2409-4C7D-A93D-8236A5C39058}">
      <dsp:nvSpPr>
        <dsp:cNvPr id="0" name=""/>
        <dsp:cNvSpPr/>
      </dsp:nvSpPr>
      <dsp:spPr>
        <a:xfrm>
          <a:off x="7408729" y="468842"/>
          <a:ext cx="515051" cy="515051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CDECCB8-7EED-4198-AD0B-AAFDAC18948F}">
      <dsp:nvSpPr>
        <dsp:cNvPr id="0" name=""/>
        <dsp:cNvSpPr/>
      </dsp:nvSpPr>
      <dsp:spPr>
        <a:xfrm>
          <a:off x="6930467" y="1099772"/>
          <a:ext cx="1471574" cy="13809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Demo 27</a:t>
          </a:r>
        </a:p>
      </dsp:txBody>
      <dsp:txXfrm>
        <a:off x="6930467" y="1099772"/>
        <a:ext cx="1471574" cy="1380949"/>
      </dsp:txXfrm>
    </dsp:sp>
    <dsp:sp modelId="{37B95C95-452A-4DDB-93E5-316557AD0811}">
      <dsp:nvSpPr>
        <dsp:cNvPr id="0" name=""/>
        <dsp:cNvSpPr/>
      </dsp:nvSpPr>
      <dsp:spPr>
        <a:xfrm>
          <a:off x="6930467" y="2534619"/>
          <a:ext cx="1471574" cy="6290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F134165-9DD9-C243-B1FE-2217574CFA9D}">
      <dsp:nvSpPr>
        <dsp:cNvPr id="0" name=""/>
        <dsp:cNvSpPr/>
      </dsp:nvSpPr>
      <dsp:spPr>
        <a:xfrm>
          <a:off x="0" y="0"/>
          <a:ext cx="5527597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6B1D3E-FFD3-FF40-9ED7-E28381554774}">
      <dsp:nvSpPr>
        <dsp:cNvPr id="0" name=""/>
        <dsp:cNvSpPr/>
      </dsp:nvSpPr>
      <dsp:spPr>
        <a:xfrm>
          <a:off x="0" y="0"/>
          <a:ext cx="5527597" cy="11085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DStream output operations write data, results, events, or other data to 	a console, a filesystem, a database, or another destination, such as a 	messaging platform like Kafka</a:t>
          </a:r>
        </a:p>
      </dsp:txBody>
      <dsp:txXfrm>
        <a:off x="0" y="0"/>
        <a:ext cx="5527597" cy="1108509"/>
      </dsp:txXfrm>
    </dsp:sp>
    <dsp:sp modelId="{77D36E70-7AE1-094A-9BB1-502EF03DFDBB}">
      <dsp:nvSpPr>
        <dsp:cNvPr id="0" name=""/>
        <dsp:cNvSpPr/>
      </dsp:nvSpPr>
      <dsp:spPr>
        <a:xfrm>
          <a:off x="0" y="1108509"/>
          <a:ext cx="5527597" cy="0"/>
        </a:xfrm>
        <a:prstGeom prst="line">
          <a:avLst/>
        </a:prstGeom>
        <a:solidFill>
          <a:schemeClr val="accent2">
            <a:hueOff val="1560507"/>
            <a:satOff val="-1946"/>
            <a:lumOff val="458"/>
            <a:alphaOff val="0"/>
          </a:schemeClr>
        </a:solidFill>
        <a:ln w="25400" cap="flat" cmpd="sng" algn="ctr">
          <a:solidFill>
            <a:schemeClr val="accent2">
              <a:hueOff val="1560507"/>
              <a:satOff val="-1946"/>
              <a:lumOff val="4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C53B90-09CB-1D4E-A01D-924A38609AFE}">
      <dsp:nvSpPr>
        <dsp:cNvPr id="0" name=""/>
        <dsp:cNvSpPr/>
      </dsp:nvSpPr>
      <dsp:spPr>
        <a:xfrm>
          <a:off x="0" y="1108509"/>
          <a:ext cx="5527597" cy="11085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DStream.pprint(num=10)</a:t>
          </a:r>
        </a:p>
      </dsp:txBody>
      <dsp:txXfrm>
        <a:off x="0" y="1108509"/>
        <a:ext cx="5527597" cy="1108509"/>
      </dsp:txXfrm>
    </dsp:sp>
    <dsp:sp modelId="{225C8078-C864-D041-8BEF-6B0AFC1FF05A}">
      <dsp:nvSpPr>
        <dsp:cNvPr id="0" name=""/>
        <dsp:cNvSpPr/>
      </dsp:nvSpPr>
      <dsp:spPr>
        <a:xfrm>
          <a:off x="0" y="2217019"/>
          <a:ext cx="5527597" cy="0"/>
        </a:xfrm>
        <a:prstGeom prst="line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accent2">
              <a:hueOff val="3121013"/>
              <a:satOff val="-3893"/>
              <a:lumOff val="9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82BC8A-2BA8-8C47-90F8-C24E31433778}">
      <dsp:nvSpPr>
        <dsp:cNvPr id="0" name=""/>
        <dsp:cNvSpPr/>
      </dsp:nvSpPr>
      <dsp:spPr>
        <a:xfrm>
          <a:off x="0" y="2217019"/>
          <a:ext cx="5527597" cy="11085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DStream.saveAsTextFiles(prefix, suffix-=None)</a:t>
          </a:r>
        </a:p>
      </dsp:txBody>
      <dsp:txXfrm>
        <a:off x="0" y="2217019"/>
        <a:ext cx="5527597" cy="1108509"/>
      </dsp:txXfrm>
    </dsp:sp>
    <dsp:sp modelId="{F171B274-93FC-FA49-9B95-C228D2CEFAFC}">
      <dsp:nvSpPr>
        <dsp:cNvPr id="0" name=""/>
        <dsp:cNvSpPr/>
      </dsp:nvSpPr>
      <dsp:spPr>
        <a:xfrm>
          <a:off x="0" y="3325529"/>
          <a:ext cx="5527597" cy="0"/>
        </a:xfrm>
        <a:prstGeom prst="line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20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99F731-91F0-8940-A3A3-197567FCAEE2}">
      <dsp:nvSpPr>
        <dsp:cNvPr id="0" name=""/>
        <dsp:cNvSpPr/>
      </dsp:nvSpPr>
      <dsp:spPr>
        <a:xfrm>
          <a:off x="0" y="3325529"/>
          <a:ext cx="5527597" cy="110850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DStream.foreachRDD(func)</a:t>
          </a:r>
        </a:p>
      </dsp:txBody>
      <dsp:txXfrm>
        <a:off x="0" y="3325529"/>
        <a:ext cx="5527597" cy="1108509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6B9894-9F1D-4731-9176-B7F1DE0EB1A8}">
      <dsp:nvSpPr>
        <dsp:cNvPr id="0" name=""/>
        <dsp:cNvSpPr/>
      </dsp:nvSpPr>
      <dsp:spPr>
        <a:xfrm>
          <a:off x="486554" y="702519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9B966D-3B9E-44F6-8418-B5B1A01C026E}">
      <dsp:nvSpPr>
        <dsp:cNvPr id="0" name=""/>
        <dsp:cNvSpPr/>
      </dsp:nvSpPr>
      <dsp:spPr>
        <a:xfrm>
          <a:off x="720554" y="93651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01B95A-553E-4EBD-A14C-A3DD780E8F44}">
      <dsp:nvSpPr>
        <dsp:cNvPr id="0" name=""/>
        <dsp:cNvSpPr/>
      </dsp:nvSpPr>
      <dsp:spPr>
        <a:xfrm>
          <a:off x="135554" y="2142519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Maintain state across batches of data, with the state updated as each new batch is processed</a:t>
          </a:r>
        </a:p>
      </dsp:txBody>
      <dsp:txXfrm>
        <a:off x="135554" y="2142519"/>
        <a:ext cx="1800000" cy="787500"/>
      </dsp:txXfrm>
    </dsp:sp>
    <dsp:sp modelId="{EA79D60C-8330-4E64-B574-A8F9258E59C3}">
      <dsp:nvSpPr>
        <dsp:cNvPr id="0" name=""/>
        <dsp:cNvSpPr/>
      </dsp:nvSpPr>
      <dsp:spPr>
        <a:xfrm>
          <a:off x="2601554" y="702519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409951-BB1A-49EC-802D-5DC95FC3B346}">
      <dsp:nvSpPr>
        <dsp:cNvPr id="0" name=""/>
        <dsp:cNvSpPr/>
      </dsp:nvSpPr>
      <dsp:spPr>
        <a:xfrm>
          <a:off x="2835554" y="93651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CF5430-86A8-42A2-B0A3-18BEF5B020B9}">
      <dsp:nvSpPr>
        <dsp:cNvPr id="0" name=""/>
        <dsp:cNvSpPr/>
      </dsp:nvSpPr>
      <dsp:spPr>
        <a:xfrm>
          <a:off x="2250554" y="2142519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State DStreams are created and updated using the special 	updateStateByKey() transformation</a:t>
          </a:r>
        </a:p>
      </dsp:txBody>
      <dsp:txXfrm>
        <a:off x="2250554" y="2142519"/>
        <a:ext cx="1800000" cy="787500"/>
      </dsp:txXfrm>
    </dsp:sp>
    <dsp:sp modelId="{2BCD2671-4D56-4CF3-BC86-2BA74D48205B}">
      <dsp:nvSpPr>
        <dsp:cNvPr id="0" name=""/>
        <dsp:cNvSpPr/>
      </dsp:nvSpPr>
      <dsp:spPr>
        <a:xfrm>
          <a:off x="4716554" y="702519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E17F04-3566-4F17-BDBE-AC64FE0F0DA0}">
      <dsp:nvSpPr>
        <dsp:cNvPr id="0" name=""/>
        <dsp:cNvSpPr/>
      </dsp:nvSpPr>
      <dsp:spPr>
        <a:xfrm>
          <a:off x="4950554" y="93651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6A75C9-6825-424F-AA97-F607399D48C3}">
      <dsp:nvSpPr>
        <dsp:cNvPr id="0" name=""/>
        <dsp:cNvSpPr/>
      </dsp:nvSpPr>
      <dsp:spPr>
        <a:xfrm>
          <a:off x="4365554" y="2142519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DStream.updateStateByKey(updateFunc, numPartitions=None)</a:t>
          </a:r>
        </a:p>
      </dsp:txBody>
      <dsp:txXfrm>
        <a:off x="4365554" y="2142519"/>
        <a:ext cx="1800000" cy="787500"/>
      </dsp:txXfrm>
    </dsp:sp>
    <dsp:sp modelId="{95138A7C-C839-481E-996F-875F08FA6EAA}">
      <dsp:nvSpPr>
        <dsp:cNvPr id="0" name=""/>
        <dsp:cNvSpPr/>
      </dsp:nvSpPr>
      <dsp:spPr>
        <a:xfrm>
          <a:off x="6831554" y="702519"/>
          <a:ext cx="1098000" cy="1098000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E1E69B-B50F-4038-9733-064079C999E7}">
      <dsp:nvSpPr>
        <dsp:cNvPr id="0" name=""/>
        <dsp:cNvSpPr/>
      </dsp:nvSpPr>
      <dsp:spPr>
        <a:xfrm>
          <a:off x="7065554" y="936519"/>
          <a:ext cx="630000" cy="63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FD297C-8E1B-44AA-A673-3C662D18E132}">
      <dsp:nvSpPr>
        <dsp:cNvPr id="0" name=""/>
        <dsp:cNvSpPr/>
      </dsp:nvSpPr>
      <dsp:spPr>
        <a:xfrm>
          <a:off x="6480554" y="2142519"/>
          <a:ext cx="1800000" cy="787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Demo 28</a:t>
          </a:r>
        </a:p>
      </dsp:txBody>
      <dsp:txXfrm>
        <a:off x="6480554" y="2142519"/>
        <a:ext cx="1800000" cy="787500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BA8F5AA-4BB6-8F40-9FAE-6080691BEB40}">
      <dsp:nvSpPr>
        <dsp:cNvPr id="0" name=""/>
        <dsp:cNvSpPr/>
      </dsp:nvSpPr>
      <dsp:spPr>
        <a:xfrm>
          <a:off x="0" y="374269"/>
          <a:ext cx="5527597" cy="5292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CEA49D-53CB-EA4F-BC17-7B157918A197}">
      <dsp:nvSpPr>
        <dsp:cNvPr id="0" name=""/>
        <dsp:cNvSpPr/>
      </dsp:nvSpPr>
      <dsp:spPr>
        <a:xfrm>
          <a:off x="276379" y="64309"/>
          <a:ext cx="3869317" cy="6199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51" tIns="0" rIns="146251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Where: output sinks</a:t>
          </a:r>
        </a:p>
      </dsp:txBody>
      <dsp:txXfrm>
        <a:off x="306641" y="94571"/>
        <a:ext cx="3808793" cy="559396"/>
      </dsp:txXfrm>
    </dsp:sp>
    <dsp:sp modelId="{932F40A7-F241-9C49-94FA-646C6057B261}">
      <dsp:nvSpPr>
        <dsp:cNvPr id="0" name=""/>
        <dsp:cNvSpPr/>
      </dsp:nvSpPr>
      <dsp:spPr>
        <a:xfrm>
          <a:off x="0" y="1326829"/>
          <a:ext cx="5527597" cy="30428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03" tIns="437388" rIns="429003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1" kern="1200"/>
            <a:t>Append: </a:t>
          </a:r>
          <a:r>
            <a:rPr lang="en-US" sz="2100" kern="1200"/>
            <a:t>Outputs only new rows added to the Result Table since the last trigger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1" kern="1200"/>
            <a:t>Complete: </a:t>
          </a:r>
          <a:r>
            <a:rPr lang="en-US" sz="2100" kern="1200"/>
            <a:t>Outputs the entire Result Table, including all updates and transformations, after each trigger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100" b="1" kern="1200"/>
            <a:t>Update: </a:t>
          </a:r>
          <a:r>
            <a:rPr lang="en-US" sz="2100" kern="1200"/>
            <a:t>Outputs only rows in the Result Table that have updated since the last trigger are output</a:t>
          </a:r>
        </a:p>
      </dsp:txBody>
      <dsp:txXfrm>
        <a:off x="0" y="1326829"/>
        <a:ext cx="5527597" cy="3042899"/>
      </dsp:txXfrm>
    </dsp:sp>
    <dsp:sp modelId="{0B15EA11-89DA-A940-AE2D-531104F3A461}">
      <dsp:nvSpPr>
        <dsp:cNvPr id="0" name=""/>
        <dsp:cNvSpPr/>
      </dsp:nvSpPr>
      <dsp:spPr>
        <a:xfrm>
          <a:off x="276379" y="1016869"/>
          <a:ext cx="3869317" cy="61992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51" tIns="0" rIns="146251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How: output modes</a:t>
          </a:r>
        </a:p>
      </dsp:txBody>
      <dsp:txXfrm>
        <a:off x="306641" y="1047131"/>
        <a:ext cx="3808793" cy="559396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6CCA3E-32BC-4963-9EB4-9643A54A93E2}">
      <dsp:nvSpPr>
        <dsp:cNvPr id="0" name=""/>
        <dsp:cNvSpPr/>
      </dsp:nvSpPr>
      <dsp:spPr>
        <a:xfrm>
          <a:off x="1303619" y="45203"/>
          <a:ext cx="769022" cy="76902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8DED0E1-A039-4C7A-A46F-65CFEF255377}">
      <dsp:nvSpPr>
        <dsp:cNvPr id="0" name=""/>
        <dsp:cNvSpPr/>
      </dsp:nvSpPr>
      <dsp:spPr>
        <a:xfrm>
          <a:off x="1465114" y="206698"/>
          <a:ext cx="446033" cy="4460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DCA32D-4EBB-45BC-BBB9-C4EACB428326}">
      <dsp:nvSpPr>
        <dsp:cNvPr id="0" name=""/>
        <dsp:cNvSpPr/>
      </dsp:nvSpPr>
      <dsp:spPr>
        <a:xfrm>
          <a:off x="2237433" y="45203"/>
          <a:ext cx="1812696" cy="7690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Processing in parallel large data sets distributed across a cluster</a:t>
          </a:r>
        </a:p>
      </dsp:txBody>
      <dsp:txXfrm>
        <a:off x="2237433" y="45203"/>
        <a:ext cx="1812696" cy="769022"/>
      </dsp:txXfrm>
    </dsp:sp>
    <dsp:sp modelId="{80863101-FC0C-499D-B0D3-DF6F007E23E1}">
      <dsp:nvSpPr>
        <dsp:cNvPr id="0" name=""/>
        <dsp:cNvSpPr/>
      </dsp:nvSpPr>
      <dsp:spPr>
        <a:xfrm>
          <a:off x="4365978" y="45203"/>
          <a:ext cx="769022" cy="76902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2CD329-E981-4CFE-9785-8FB08318F495}">
      <dsp:nvSpPr>
        <dsp:cNvPr id="0" name=""/>
        <dsp:cNvSpPr/>
      </dsp:nvSpPr>
      <dsp:spPr>
        <a:xfrm>
          <a:off x="4527473" y="206698"/>
          <a:ext cx="446033" cy="4460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D4AD37-B59B-45F4-8B51-29B60E17CA99}">
      <dsp:nvSpPr>
        <dsp:cNvPr id="0" name=""/>
        <dsp:cNvSpPr/>
      </dsp:nvSpPr>
      <dsp:spPr>
        <a:xfrm>
          <a:off x="5299792" y="45203"/>
          <a:ext cx="1812696" cy="7690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Performing adhoc or interactive queries to explore and visualize data 	sets</a:t>
          </a:r>
        </a:p>
      </dsp:txBody>
      <dsp:txXfrm>
        <a:off x="5299792" y="45203"/>
        <a:ext cx="1812696" cy="769022"/>
      </dsp:txXfrm>
    </dsp:sp>
    <dsp:sp modelId="{F694316E-8012-40A3-B40E-170333507672}">
      <dsp:nvSpPr>
        <dsp:cNvPr id="0" name=""/>
        <dsp:cNvSpPr/>
      </dsp:nvSpPr>
      <dsp:spPr>
        <a:xfrm>
          <a:off x="1303619" y="1431758"/>
          <a:ext cx="769022" cy="76902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FCA219-3889-4615-B5D9-4D4ED2C110E1}">
      <dsp:nvSpPr>
        <dsp:cNvPr id="0" name=""/>
        <dsp:cNvSpPr/>
      </dsp:nvSpPr>
      <dsp:spPr>
        <a:xfrm>
          <a:off x="1465114" y="1593252"/>
          <a:ext cx="446033" cy="4460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0384E6B-DCED-4306-873F-7FF15809935D}">
      <dsp:nvSpPr>
        <dsp:cNvPr id="0" name=""/>
        <dsp:cNvSpPr/>
      </dsp:nvSpPr>
      <dsp:spPr>
        <a:xfrm>
          <a:off x="2237433" y="1431758"/>
          <a:ext cx="1812696" cy="7690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Building, training, and evaluating machine learning models using MLlib</a:t>
          </a:r>
        </a:p>
      </dsp:txBody>
      <dsp:txXfrm>
        <a:off x="2237433" y="1431758"/>
        <a:ext cx="1812696" cy="769022"/>
      </dsp:txXfrm>
    </dsp:sp>
    <dsp:sp modelId="{A472D0B7-A7E5-457A-A798-46C842680695}">
      <dsp:nvSpPr>
        <dsp:cNvPr id="0" name=""/>
        <dsp:cNvSpPr/>
      </dsp:nvSpPr>
      <dsp:spPr>
        <a:xfrm>
          <a:off x="4365978" y="1431758"/>
          <a:ext cx="769022" cy="769022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84704F-12EB-43A1-9450-541B347EA8CE}">
      <dsp:nvSpPr>
        <dsp:cNvPr id="0" name=""/>
        <dsp:cNvSpPr/>
      </dsp:nvSpPr>
      <dsp:spPr>
        <a:xfrm>
          <a:off x="4527473" y="1593252"/>
          <a:ext cx="446033" cy="4460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96E309-7A8D-455C-BBB9-A6C696F95912}">
      <dsp:nvSpPr>
        <dsp:cNvPr id="0" name=""/>
        <dsp:cNvSpPr/>
      </dsp:nvSpPr>
      <dsp:spPr>
        <a:xfrm>
          <a:off x="5299792" y="1431758"/>
          <a:ext cx="1812696" cy="7690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Implementing end-2-end data pipelines from myriad streams of data</a:t>
          </a:r>
        </a:p>
      </dsp:txBody>
      <dsp:txXfrm>
        <a:off x="5299792" y="1431758"/>
        <a:ext cx="1812696" cy="769022"/>
      </dsp:txXfrm>
    </dsp:sp>
    <dsp:sp modelId="{C4CF2A3F-1F6B-438D-A893-74DEE3BD3791}">
      <dsp:nvSpPr>
        <dsp:cNvPr id="0" name=""/>
        <dsp:cNvSpPr/>
      </dsp:nvSpPr>
      <dsp:spPr>
        <a:xfrm>
          <a:off x="1303619" y="2818312"/>
          <a:ext cx="769022" cy="769022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34A0D1-6CFA-4084-B568-B5C7B74C6E9D}">
      <dsp:nvSpPr>
        <dsp:cNvPr id="0" name=""/>
        <dsp:cNvSpPr/>
      </dsp:nvSpPr>
      <dsp:spPr>
        <a:xfrm>
          <a:off x="1465114" y="2979807"/>
          <a:ext cx="446033" cy="4460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CC5892-CC9E-4A79-AD53-52916BF606C0}">
      <dsp:nvSpPr>
        <dsp:cNvPr id="0" name=""/>
        <dsp:cNvSpPr/>
      </dsp:nvSpPr>
      <dsp:spPr>
        <a:xfrm>
          <a:off x="2237433" y="2818312"/>
          <a:ext cx="1812696" cy="76902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Analyzing graph data sets and social networks</a:t>
          </a:r>
        </a:p>
      </dsp:txBody>
      <dsp:txXfrm>
        <a:off x="2237433" y="2818312"/>
        <a:ext cx="1812696" cy="769022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E30245-10AD-864A-9E8B-9D2DCF89A9B8}">
      <dsp:nvSpPr>
        <dsp:cNvPr id="0" name=""/>
        <dsp:cNvSpPr/>
      </dsp:nvSpPr>
      <dsp:spPr>
        <a:xfrm>
          <a:off x="1185388" y="47"/>
          <a:ext cx="2406577" cy="14439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Datasets make sense only in Java and Scala, whereas in Python and R  only DataFrames make sense</a:t>
          </a:r>
        </a:p>
      </dsp:txBody>
      <dsp:txXfrm>
        <a:off x="1227680" y="42339"/>
        <a:ext cx="2321993" cy="1359362"/>
      </dsp:txXfrm>
    </dsp:sp>
    <dsp:sp modelId="{BBB8DD9A-900D-CD44-B2A7-1832FB2B17C8}">
      <dsp:nvSpPr>
        <dsp:cNvPr id="0" name=""/>
        <dsp:cNvSpPr/>
      </dsp:nvSpPr>
      <dsp:spPr>
        <a:xfrm>
          <a:off x="3803744" y="423605"/>
          <a:ext cx="510194" cy="596831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100" kern="1200"/>
        </a:p>
      </dsp:txBody>
      <dsp:txXfrm>
        <a:off x="3803744" y="542971"/>
        <a:ext cx="357136" cy="358099"/>
      </dsp:txXfrm>
    </dsp:sp>
    <dsp:sp modelId="{06CCB1DD-CFD6-D743-921C-8357B05F795D}">
      <dsp:nvSpPr>
        <dsp:cNvPr id="0" name=""/>
        <dsp:cNvSpPr/>
      </dsp:nvSpPr>
      <dsp:spPr>
        <a:xfrm>
          <a:off x="4554596" y="47"/>
          <a:ext cx="2406577" cy="14439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Python and R are not compile-time type-safe; types are dynamically 	inferred or assigned during execution, not during compile time</a:t>
          </a:r>
        </a:p>
      </dsp:txBody>
      <dsp:txXfrm>
        <a:off x="4596888" y="42339"/>
        <a:ext cx="2321993" cy="1359362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73FC47-9705-3140-BDE9-B6BFEEAC888C}">
      <dsp:nvSpPr>
        <dsp:cNvPr id="0" name=""/>
        <dsp:cNvSpPr/>
      </dsp:nvSpPr>
      <dsp:spPr>
        <a:xfrm>
          <a:off x="437106" y="1122"/>
          <a:ext cx="2215897" cy="132953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Rich semantics, high-level abstractions, and domain specific APIs</a:t>
          </a:r>
        </a:p>
      </dsp:txBody>
      <dsp:txXfrm>
        <a:off x="437106" y="1122"/>
        <a:ext cx="2215897" cy="1329538"/>
      </dsp:txXfrm>
    </dsp:sp>
    <dsp:sp modelId="{8673EB77-CBBF-724B-8C6F-77519AD32516}">
      <dsp:nvSpPr>
        <dsp:cNvPr id="0" name=""/>
        <dsp:cNvSpPr/>
      </dsp:nvSpPr>
      <dsp:spPr>
        <a:xfrm>
          <a:off x="2874593" y="1122"/>
          <a:ext cx="2215897" cy="1329538"/>
        </a:xfrm>
        <a:prstGeom prst="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High-level expressions, filters, maps, aggregation, averages, sum, SQL 	queries, columnar access and use of lambda functions on semi-	structured data</a:t>
          </a:r>
        </a:p>
      </dsp:txBody>
      <dsp:txXfrm>
        <a:off x="2874593" y="1122"/>
        <a:ext cx="2215897" cy="1329538"/>
      </dsp:txXfrm>
    </dsp:sp>
    <dsp:sp modelId="{CB43BA94-9C59-C243-9776-4EA4EC81E5BB}">
      <dsp:nvSpPr>
        <dsp:cNvPr id="0" name=""/>
        <dsp:cNvSpPr/>
      </dsp:nvSpPr>
      <dsp:spPr>
        <a:xfrm>
          <a:off x="437106" y="1552250"/>
          <a:ext cx="2215897" cy="1329538"/>
        </a:xfrm>
        <a:prstGeom prst="rect">
          <a:avLst/>
        </a:prstGeom>
        <a:solidFill>
          <a:schemeClr val="accent2">
            <a:hueOff val="2340760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Unification and simplification of APIs across Spark Libraries</a:t>
          </a:r>
        </a:p>
      </dsp:txBody>
      <dsp:txXfrm>
        <a:off x="437106" y="1552250"/>
        <a:ext cx="2215897" cy="1329538"/>
      </dsp:txXfrm>
    </dsp:sp>
    <dsp:sp modelId="{036BD7AE-A90A-854C-9BA5-62C7ADA767E5}">
      <dsp:nvSpPr>
        <dsp:cNvPr id="0" name=""/>
        <dsp:cNvSpPr/>
      </dsp:nvSpPr>
      <dsp:spPr>
        <a:xfrm>
          <a:off x="2874593" y="1552250"/>
          <a:ext cx="2215897" cy="1329538"/>
        </a:xfrm>
        <a:prstGeom prst="rect">
          <a:avLst/>
        </a:prstGeom>
        <a:solidFill>
          <a:schemeClr val="accent2">
            <a:hueOff val="3511140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If you are a R user, use DataFrames</a:t>
          </a:r>
        </a:p>
      </dsp:txBody>
      <dsp:txXfrm>
        <a:off x="2874593" y="1552250"/>
        <a:ext cx="2215897" cy="1329538"/>
      </dsp:txXfrm>
    </dsp:sp>
    <dsp:sp modelId="{8F859891-F9A9-D347-981A-F00CF341CBF5}">
      <dsp:nvSpPr>
        <dsp:cNvPr id="0" name=""/>
        <dsp:cNvSpPr/>
      </dsp:nvSpPr>
      <dsp:spPr>
        <a:xfrm>
          <a:off x="1655849" y="3103378"/>
          <a:ext cx="2215897" cy="1329538"/>
        </a:xfrm>
        <a:prstGeom prst="rect">
          <a:avLst/>
        </a:prstGeom>
        <a:solidFill>
          <a:schemeClr val="accent2">
            <a:hueOff val="4681520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rPr>
            <a:t>If you are a Python user, use DataFrames and resort back to RDDs if 	you need more control</a:t>
          </a:r>
        </a:p>
      </dsp:txBody>
      <dsp:txXfrm>
        <a:off x="1655849" y="3103378"/>
        <a:ext cx="2215897" cy="132953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10" Type="http://schemas.openxmlformats.org/officeDocument/2006/relationships/image" Target="../media/image9.jpg"/><Relationship Id="rId4" Type="http://schemas.openxmlformats.org/officeDocument/2006/relationships/image" Target="../media/image3.jpg"/><Relationship Id="rId9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1438935" y="1959927"/>
            <a:ext cx="6826250" cy="757555"/>
          </a:xfrm>
          <a:custGeom>
            <a:avLst/>
            <a:gdLst/>
            <a:ahLst/>
            <a:cxnLst/>
            <a:rect l="l" t="t" r="r" b="b"/>
            <a:pathLst>
              <a:path w="6826250" h="757555">
                <a:moveTo>
                  <a:pt x="3643198" y="0"/>
                </a:moveTo>
                <a:lnTo>
                  <a:pt x="0" y="0"/>
                </a:lnTo>
                <a:lnTo>
                  <a:pt x="0" y="757186"/>
                </a:lnTo>
                <a:lnTo>
                  <a:pt x="3643198" y="757186"/>
                </a:lnTo>
                <a:lnTo>
                  <a:pt x="3643198" y="0"/>
                </a:lnTo>
                <a:close/>
              </a:path>
              <a:path w="6826250" h="757555">
                <a:moveTo>
                  <a:pt x="6825793" y="0"/>
                </a:moveTo>
                <a:lnTo>
                  <a:pt x="3871074" y="0"/>
                </a:lnTo>
                <a:lnTo>
                  <a:pt x="3871074" y="757186"/>
                </a:lnTo>
                <a:lnTo>
                  <a:pt x="6825793" y="757186"/>
                </a:lnTo>
                <a:lnTo>
                  <a:pt x="6825793" y="0"/>
                </a:lnTo>
                <a:close/>
              </a:path>
            </a:pathLst>
          </a:custGeom>
          <a:solidFill>
            <a:srgbClr val="0193D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26240" y="1950552"/>
            <a:ext cx="6901119" cy="7086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463040" y="3072384"/>
            <a:ext cx="6827520" cy="1371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1D1F2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0" i="0">
                <a:solidFill>
                  <a:srgbClr val="1D1F2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78570" y="1554030"/>
            <a:ext cx="917971" cy="95911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55528" y="1554030"/>
            <a:ext cx="1243086" cy="9591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838476" y="1554030"/>
            <a:ext cx="1281336" cy="95911"/>
          </a:xfrm>
          <a:prstGeom prst="rect">
            <a:avLst/>
          </a:prstGeom>
        </p:spPr>
      </p:pic>
      <p:pic>
        <p:nvPicPr>
          <p:cNvPr id="19" name="bg object 19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540549" y="1573212"/>
            <a:ext cx="1281336" cy="76729"/>
          </a:xfrm>
          <a:prstGeom prst="rect">
            <a:avLst/>
          </a:prstGeom>
        </p:spPr>
      </p:pic>
      <p:pic>
        <p:nvPicPr>
          <p:cNvPr id="20" name="bg object 20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2256680" y="1822582"/>
            <a:ext cx="5737324" cy="767291"/>
          </a:xfrm>
          <a:prstGeom prst="rect">
            <a:avLst/>
          </a:prstGeom>
        </p:spPr>
      </p:pic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682948" y="2609056"/>
            <a:ext cx="6205872" cy="460375"/>
          </a:xfrm>
          <a:prstGeom prst="rect">
            <a:avLst/>
          </a:prstGeom>
        </p:spPr>
      </p:pic>
      <p:pic>
        <p:nvPicPr>
          <p:cNvPr id="22" name="bg object 22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2948" y="3088613"/>
            <a:ext cx="6425803" cy="1477036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2380989" y="4930113"/>
            <a:ext cx="545045" cy="95911"/>
          </a:xfrm>
          <a:prstGeom prst="rect">
            <a:avLst/>
          </a:prstGeom>
        </p:spPr>
      </p:pic>
      <p:pic>
        <p:nvPicPr>
          <p:cNvPr id="24" name="bg object 2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5775572" y="4891749"/>
            <a:ext cx="1185713" cy="134276"/>
          </a:xfrm>
          <a:prstGeom prst="rect">
            <a:avLst/>
          </a:prstGeom>
        </p:spPr>
      </p:pic>
      <p:sp>
        <p:nvSpPr>
          <p:cNvPr id="25" name="bg object 25"/>
          <p:cNvSpPr/>
          <p:nvPr/>
        </p:nvSpPr>
        <p:spPr>
          <a:xfrm>
            <a:off x="2725228" y="3069429"/>
            <a:ext cx="0" cy="978535"/>
          </a:xfrm>
          <a:custGeom>
            <a:avLst/>
            <a:gdLst/>
            <a:ahLst/>
            <a:cxnLst/>
            <a:rect l="l" t="t" r="r" b="b"/>
            <a:pathLst>
              <a:path h="978535">
                <a:moveTo>
                  <a:pt x="0" y="978296"/>
                </a:moveTo>
                <a:lnTo>
                  <a:pt x="0" y="0"/>
                </a:lnTo>
              </a:path>
            </a:pathLst>
          </a:custGeom>
          <a:ln w="1912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0" y="599711"/>
            <a:ext cx="9753600" cy="29209"/>
          </a:xfrm>
          <a:custGeom>
            <a:avLst/>
            <a:gdLst/>
            <a:ahLst/>
            <a:cxnLst/>
            <a:rect l="l" t="t" r="r" b="b"/>
            <a:pathLst>
              <a:path w="9753600" h="29209">
                <a:moveTo>
                  <a:pt x="9753599" y="28773"/>
                </a:moveTo>
                <a:lnTo>
                  <a:pt x="0" y="28773"/>
                </a:lnTo>
                <a:lnTo>
                  <a:pt x="0" y="0"/>
                </a:lnTo>
                <a:lnTo>
                  <a:pt x="9753599" y="0"/>
                </a:lnTo>
                <a:lnTo>
                  <a:pt x="9753599" y="2877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1109215" y="1026516"/>
            <a:ext cx="2428875" cy="0"/>
          </a:xfrm>
          <a:custGeom>
            <a:avLst/>
            <a:gdLst/>
            <a:ahLst/>
            <a:cxnLst/>
            <a:rect l="l" t="t" r="r" b="b"/>
            <a:pathLst>
              <a:path w="2428875">
                <a:moveTo>
                  <a:pt x="0" y="0"/>
                </a:moveTo>
                <a:lnTo>
                  <a:pt x="2428800" y="0"/>
                </a:lnTo>
              </a:path>
            </a:pathLst>
          </a:custGeom>
          <a:ln w="1918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2658292" y="3222888"/>
            <a:ext cx="1568450" cy="0"/>
          </a:xfrm>
          <a:custGeom>
            <a:avLst/>
            <a:gdLst/>
            <a:ahLst/>
            <a:cxnLst/>
            <a:rect l="l" t="t" r="r" b="b"/>
            <a:pathLst>
              <a:path w="1568450">
                <a:moveTo>
                  <a:pt x="0" y="0"/>
                </a:moveTo>
                <a:lnTo>
                  <a:pt x="1568201" y="0"/>
                </a:lnTo>
              </a:path>
            </a:pathLst>
          </a:custGeom>
          <a:ln w="1918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2658292" y="3510622"/>
            <a:ext cx="1568450" cy="0"/>
          </a:xfrm>
          <a:custGeom>
            <a:avLst/>
            <a:gdLst/>
            <a:ahLst/>
            <a:cxnLst/>
            <a:rect l="l" t="t" r="r" b="b"/>
            <a:pathLst>
              <a:path w="1568450">
                <a:moveTo>
                  <a:pt x="0" y="0"/>
                </a:moveTo>
                <a:lnTo>
                  <a:pt x="1568201" y="0"/>
                </a:lnTo>
              </a:path>
            </a:pathLst>
          </a:custGeom>
          <a:ln w="1918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87680" y="1261872"/>
            <a:ext cx="4242816" cy="362102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5023104" y="1261872"/>
            <a:ext cx="4242816" cy="362102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23011" y="167538"/>
            <a:ext cx="7078345" cy="421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4700270" cy="17868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0" i="0">
                <a:solidFill>
                  <a:srgbClr val="1D1F20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16224" y="5102352"/>
            <a:ext cx="3121152" cy="274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7680" y="5102352"/>
            <a:ext cx="2243328" cy="274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7022592" y="5102352"/>
            <a:ext cx="2243328" cy="2743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jp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9.jpg"/><Relationship Id="rId4" Type="http://schemas.openxmlformats.org/officeDocument/2006/relationships/image" Target="../media/image28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jpg"/><Relationship Id="rId5" Type="http://schemas.openxmlformats.org/officeDocument/2006/relationships/image" Target="../media/image33.jpg"/><Relationship Id="rId4" Type="http://schemas.openxmlformats.org/officeDocument/2006/relationships/image" Target="../media/image32.jp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image" Target="../media/image6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jp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4.xml"/><Relationship Id="rId7" Type="http://schemas.microsoft.com/office/2007/relationships/diagramDrawing" Target="../diagrams/drawing14.xml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4.xml"/><Relationship Id="rId5" Type="http://schemas.openxmlformats.org/officeDocument/2006/relationships/diagramQuickStyle" Target="../diagrams/quickStyle14.xml"/><Relationship Id="rId4" Type="http://schemas.openxmlformats.org/officeDocument/2006/relationships/diagramLayout" Target="../diagrams/layout1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B0A5FA-FDD5-4434-C527-C1F2A11A8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76A1B86-DC99-46B9-B5AA-A7E928EA9C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304FFE-74E9-4316-B822-F35A685E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bject 8" descr="$PPTXTitle">
            <a:extLst>
              <a:ext uri="{FF2B5EF4-FFF2-40B4-BE49-F238E27FC236}">
                <a16:creationId xmlns:a16="http://schemas.microsoft.com/office/drawing/2014/main" id="{BD58E095-73B9-8AA2-5DD4-8E807FA34D6B}"/>
              </a:ext>
            </a:extLst>
          </p:cNvPr>
          <p:cNvSpPr txBox="1">
            <a:spLocks/>
          </p:cNvSpPr>
          <p:nvPr/>
        </p:nvSpPr>
        <p:spPr>
          <a:xfrm>
            <a:off x="4135417" y="1251582"/>
            <a:ext cx="4514762" cy="196755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sz="2700" b="1" i="0">
                <a:solidFill>
                  <a:schemeClr val="tx1"/>
                </a:solidFill>
                <a:latin typeface="Arial"/>
                <a:ea typeface="+mj-ea"/>
                <a:cs typeface="Arial"/>
              </a:defRPr>
            </a:lvl1pPr>
          </a:lstStyle>
          <a:p>
            <a:pPr marL="12700" marR="5080" algn="ctr" rtl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500" kern="1200" spc="-165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cs typeface="+mj-cs"/>
              </a:rPr>
              <a:t>Big Data Analytics (Fall 2025)</a:t>
            </a:r>
            <a:endParaRPr lang="en-US" sz="3500" kern="1200" spc="30">
              <a:solidFill>
                <a:schemeClr val="tx1">
                  <a:lumMod val="85000"/>
                  <a:lumOff val="15000"/>
                </a:schemeClr>
              </a:solidFill>
              <a:latin typeface="+mj-lt"/>
              <a:cs typeface="+mj-cs"/>
            </a:endParaRPr>
          </a:p>
        </p:txBody>
      </p:sp>
      <p:pic>
        <p:nvPicPr>
          <p:cNvPr id="12" name="Picture 11" descr="Graph">
            <a:extLst>
              <a:ext uri="{FF2B5EF4-FFF2-40B4-BE49-F238E27FC236}">
                <a16:creationId xmlns:a16="http://schemas.microsoft.com/office/drawing/2014/main" id="{EB5F3E3D-0B2B-31D2-BA4B-371865E9F4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099" r="39365"/>
          <a:stretch>
            <a:fillRect/>
          </a:stretch>
        </p:blipFill>
        <p:spPr>
          <a:xfrm>
            <a:off x="-5820" y="10"/>
            <a:ext cx="2859410" cy="5492740"/>
          </a:xfrm>
          <a:custGeom>
            <a:avLst/>
            <a:gdLst/>
            <a:ahLst/>
            <a:cxnLst/>
            <a:rect l="l" t="t" r="r" b="b"/>
            <a:pathLst>
              <a:path w="3569616" h="6858000">
                <a:moveTo>
                  <a:pt x="0" y="0"/>
                </a:moveTo>
                <a:lnTo>
                  <a:pt x="3119345" y="0"/>
                </a:lnTo>
                <a:lnTo>
                  <a:pt x="3123529" y="17226"/>
                </a:lnTo>
                <a:cubicBezTo>
                  <a:pt x="3124924" y="23927"/>
                  <a:pt x="3126075" y="29690"/>
                  <a:pt x="3127926" y="35733"/>
                </a:cubicBezTo>
                <a:cubicBezTo>
                  <a:pt x="3135983" y="55162"/>
                  <a:pt x="3152761" y="75163"/>
                  <a:pt x="3158476" y="86830"/>
                </a:cubicBezTo>
                <a:lnTo>
                  <a:pt x="3162217" y="105744"/>
                </a:lnTo>
                <a:lnTo>
                  <a:pt x="3166997" y="104727"/>
                </a:lnTo>
                <a:lnTo>
                  <a:pt x="3167793" y="111793"/>
                </a:lnTo>
                <a:lnTo>
                  <a:pt x="3168896" y="127609"/>
                </a:lnTo>
                <a:cubicBezTo>
                  <a:pt x="3170241" y="137435"/>
                  <a:pt x="3170795" y="164972"/>
                  <a:pt x="3173185" y="174906"/>
                </a:cubicBezTo>
                <a:cubicBezTo>
                  <a:pt x="3178510" y="177461"/>
                  <a:pt x="3181593" y="181749"/>
                  <a:pt x="3183238" y="187215"/>
                </a:cubicBezTo>
                <a:lnTo>
                  <a:pt x="3184145" y="199435"/>
                </a:lnTo>
                <a:lnTo>
                  <a:pt x="3200957" y="269529"/>
                </a:lnTo>
                <a:lnTo>
                  <a:pt x="3202491" y="279219"/>
                </a:lnTo>
                <a:lnTo>
                  <a:pt x="3206975" y="284221"/>
                </a:lnTo>
                <a:cubicBezTo>
                  <a:pt x="3208056" y="288198"/>
                  <a:pt x="3208241" y="299815"/>
                  <a:pt x="3208979" y="303078"/>
                </a:cubicBezTo>
                <a:cubicBezTo>
                  <a:pt x="3209786" y="303316"/>
                  <a:pt x="3210593" y="303555"/>
                  <a:pt x="3211400" y="303794"/>
                </a:cubicBezTo>
                <a:cubicBezTo>
                  <a:pt x="3215834" y="314048"/>
                  <a:pt x="3230882" y="352723"/>
                  <a:pt x="3235583" y="364595"/>
                </a:cubicBezTo>
                <a:cubicBezTo>
                  <a:pt x="3232098" y="367263"/>
                  <a:pt x="3238178" y="372307"/>
                  <a:pt x="3239601" y="375020"/>
                </a:cubicBezTo>
                <a:cubicBezTo>
                  <a:pt x="3237179" y="375617"/>
                  <a:pt x="3236854" y="382439"/>
                  <a:pt x="3239157" y="384290"/>
                </a:cubicBezTo>
                <a:cubicBezTo>
                  <a:pt x="3254070" y="431093"/>
                  <a:pt x="3227895" y="408920"/>
                  <a:pt x="3245230" y="435044"/>
                </a:cubicBezTo>
                <a:cubicBezTo>
                  <a:pt x="3246565" y="439781"/>
                  <a:pt x="3245820" y="443743"/>
                  <a:pt x="3244204" y="447282"/>
                </a:cubicBezTo>
                <a:lnTo>
                  <a:pt x="3240762" y="452630"/>
                </a:lnTo>
                <a:lnTo>
                  <a:pt x="3249093" y="471880"/>
                </a:lnTo>
                <a:cubicBezTo>
                  <a:pt x="3252174" y="481431"/>
                  <a:pt x="3254453" y="491548"/>
                  <a:pt x="3255857" y="501992"/>
                </a:cubicBezTo>
                <a:cubicBezTo>
                  <a:pt x="3250999" y="504682"/>
                  <a:pt x="3258622" y="512442"/>
                  <a:pt x="3260271" y="516223"/>
                </a:cubicBezTo>
                <a:cubicBezTo>
                  <a:pt x="3257006" y="516482"/>
                  <a:pt x="3255973" y="525173"/>
                  <a:pt x="3258865" y="528038"/>
                </a:cubicBezTo>
                <a:cubicBezTo>
                  <a:pt x="3274535" y="591283"/>
                  <a:pt x="3241762" y="557303"/>
                  <a:pt x="3262462" y="594499"/>
                </a:cubicBezTo>
                <a:cubicBezTo>
                  <a:pt x="3263816" y="600863"/>
                  <a:pt x="3262479" y="605795"/>
                  <a:pt x="3260024" y="610000"/>
                </a:cubicBezTo>
                <a:lnTo>
                  <a:pt x="3253721" y="617692"/>
                </a:lnTo>
                <a:lnTo>
                  <a:pt x="3256482" y="623204"/>
                </a:lnTo>
                <a:cubicBezTo>
                  <a:pt x="3258005" y="644600"/>
                  <a:pt x="3251476" y="651376"/>
                  <a:pt x="3259225" y="663365"/>
                </a:cubicBezTo>
                <a:cubicBezTo>
                  <a:pt x="3245876" y="682744"/>
                  <a:pt x="3258539" y="675670"/>
                  <a:pt x="3261631" y="689522"/>
                </a:cubicBezTo>
                <a:cubicBezTo>
                  <a:pt x="3265207" y="700373"/>
                  <a:pt x="3269507" y="679723"/>
                  <a:pt x="3271002" y="690492"/>
                </a:cubicBezTo>
                <a:cubicBezTo>
                  <a:pt x="3267989" y="702455"/>
                  <a:pt x="3279578" y="701125"/>
                  <a:pt x="3275760" y="713609"/>
                </a:cubicBezTo>
                <a:cubicBezTo>
                  <a:pt x="3266819" y="711239"/>
                  <a:pt x="3278954" y="737528"/>
                  <a:pt x="3271356" y="738880"/>
                </a:cubicBezTo>
                <a:cubicBezTo>
                  <a:pt x="3282938" y="748490"/>
                  <a:pt x="3269788" y="754591"/>
                  <a:pt x="3274016" y="768139"/>
                </a:cubicBezTo>
                <a:cubicBezTo>
                  <a:pt x="3278559" y="774347"/>
                  <a:pt x="3279560" y="778980"/>
                  <a:pt x="3275507" y="785654"/>
                </a:cubicBezTo>
                <a:cubicBezTo>
                  <a:pt x="3297514" y="814181"/>
                  <a:pt x="3277534" y="803670"/>
                  <a:pt x="3287024" y="831111"/>
                </a:cubicBezTo>
                <a:cubicBezTo>
                  <a:pt x="3296672" y="854655"/>
                  <a:pt x="3303659" y="881610"/>
                  <a:pt x="3324562" y="903604"/>
                </a:cubicBezTo>
                <a:cubicBezTo>
                  <a:pt x="3330338" y="907511"/>
                  <a:pt x="3333079" y="917872"/>
                  <a:pt x="3330682" y="926744"/>
                </a:cubicBezTo>
                <a:cubicBezTo>
                  <a:pt x="3330269" y="928269"/>
                  <a:pt x="3329716" y="929694"/>
                  <a:pt x="3329041" y="930971"/>
                </a:cubicBezTo>
                <a:cubicBezTo>
                  <a:pt x="3333270" y="950914"/>
                  <a:pt x="3351150" y="1023696"/>
                  <a:pt x="3356062" y="1046405"/>
                </a:cubicBezTo>
                <a:cubicBezTo>
                  <a:pt x="3349099" y="1048737"/>
                  <a:pt x="3362597" y="1059482"/>
                  <a:pt x="3358521" y="1067217"/>
                </a:cubicBezTo>
                <a:cubicBezTo>
                  <a:pt x="3354869" y="1072807"/>
                  <a:pt x="3358113" y="1077371"/>
                  <a:pt x="3358773" y="1082909"/>
                </a:cubicBezTo>
                <a:cubicBezTo>
                  <a:pt x="3356098" y="1090444"/>
                  <a:pt x="3363241" y="1113953"/>
                  <a:pt x="3367682" y="1119909"/>
                </a:cubicBezTo>
                <a:cubicBezTo>
                  <a:pt x="3382703" y="1133847"/>
                  <a:pt x="3374343" y="1168367"/>
                  <a:pt x="3385911" y="1180009"/>
                </a:cubicBezTo>
                <a:cubicBezTo>
                  <a:pt x="3387774" y="1184389"/>
                  <a:pt x="3388688" y="1188737"/>
                  <a:pt x="3389010" y="1193041"/>
                </a:cubicBezTo>
                <a:lnTo>
                  <a:pt x="3388572" y="1205179"/>
                </a:lnTo>
                <a:lnTo>
                  <a:pt x="3385768" y="1208811"/>
                </a:lnTo>
                <a:lnTo>
                  <a:pt x="3386975" y="1216129"/>
                </a:lnTo>
                <a:lnTo>
                  <a:pt x="3386647" y="1218271"/>
                </a:lnTo>
                <a:cubicBezTo>
                  <a:pt x="3386007" y="1222365"/>
                  <a:pt x="3385480" y="1226399"/>
                  <a:pt x="3385420" y="1230360"/>
                </a:cubicBezTo>
                <a:cubicBezTo>
                  <a:pt x="3400233" y="1224163"/>
                  <a:pt x="3387342" y="1263034"/>
                  <a:pt x="3398902" y="1251303"/>
                </a:cubicBezTo>
                <a:cubicBezTo>
                  <a:pt x="3401143" y="1271991"/>
                  <a:pt x="3411558" y="1255397"/>
                  <a:pt x="3402244" y="1281071"/>
                </a:cubicBezTo>
                <a:cubicBezTo>
                  <a:pt x="3416627" y="1312459"/>
                  <a:pt x="3415183" y="1363554"/>
                  <a:pt x="3435533" y="1387530"/>
                </a:cubicBezTo>
                <a:cubicBezTo>
                  <a:pt x="3428168" y="1384876"/>
                  <a:pt x="3423452" y="1398828"/>
                  <a:pt x="3427595" y="1407995"/>
                </a:cubicBezTo>
                <a:cubicBezTo>
                  <a:pt x="3398778" y="1398886"/>
                  <a:pt x="3455260" y="1443485"/>
                  <a:pt x="3436580" y="1453051"/>
                </a:cubicBezTo>
                <a:cubicBezTo>
                  <a:pt x="3454427" y="1452263"/>
                  <a:pt x="3487273" y="1492392"/>
                  <a:pt x="3473886" y="1513215"/>
                </a:cubicBezTo>
                <a:cubicBezTo>
                  <a:pt x="3479337" y="1543203"/>
                  <a:pt x="3495403" y="1563620"/>
                  <a:pt x="3491486" y="1595707"/>
                </a:cubicBezTo>
                <a:cubicBezTo>
                  <a:pt x="3493932" y="1596530"/>
                  <a:pt x="3496028" y="1598008"/>
                  <a:pt x="3497869" y="1599939"/>
                </a:cubicBezTo>
                <a:lnTo>
                  <a:pt x="3502453" y="1606503"/>
                </a:lnTo>
                <a:lnTo>
                  <a:pt x="3502232" y="1607846"/>
                </a:lnTo>
                <a:cubicBezTo>
                  <a:pt x="3502503" y="1613048"/>
                  <a:pt x="3503673" y="1615641"/>
                  <a:pt x="3505239" y="1617081"/>
                </a:cubicBezTo>
                <a:cubicBezTo>
                  <a:pt x="3505979" y="1617395"/>
                  <a:pt x="3506719" y="1617710"/>
                  <a:pt x="3507459" y="1618024"/>
                </a:cubicBezTo>
                <a:lnTo>
                  <a:pt x="3510011" y="1624022"/>
                </a:lnTo>
                <a:lnTo>
                  <a:pt x="3516358" y="1634929"/>
                </a:lnTo>
                <a:lnTo>
                  <a:pt x="3516308" y="1637821"/>
                </a:lnTo>
                <a:lnTo>
                  <a:pt x="3523955" y="1655598"/>
                </a:lnTo>
                <a:lnTo>
                  <a:pt x="3523473" y="1656247"/>
                </a:lnTo>
                <a:cubicBezTo>
                  <a:pt x="3522567" y="1658107"/>
                  <a:pt x="3522227" y="1660249"/>
                  <a:pt x="3523061" y="1663024"/>
                </a:cubicBezTo>
                <a:cubicBezTo>
                  <a:pt x="3513175" y="1664689"/>
                  <a:pt x="3520280" y="1667013"/>
                  <a:pt x="3523616" y="1675054"/>
                </a:cubicBezTo>
                <a:cubicBezTo>
                  <a:pt x="3509006" y="1679436"/>
                  <a:pt x="3523682" y="1698702"/>
                  <a:pt x="3517630" y="1707801"/>
                </a:cubicBezTo>
                <a:cubicBezTo>
                  <a:pt x="3520410" y="1713612"/>
                  <a:pt x="3523083" y="1719836"/>
                  <a:pt x="3525537" y="1726380"/>
                </a:cubicBezTo>
                <a:lnTo>
                  <a:pt x="3529903" y="1779986"/>
                </a:lnTo>
                <a:lnTo>
                  <a:pt x="3521468" y="1836998"/>
                </a:lnTo>
                <a:cubicBezTo>
                  <a:pt x="3522502" y="1857808"/>
                  <a:pt x="3519191" y="1876110"/>
                  <a:pt x="3523412" y="1893497"/>
                </a:cubicBezTo>
                <a:cubicBezTo>
                  <a:pt x="3520411" y="1900876"/>
                  <a:pt x="3519436" y="1907708"/>
                  <a:pt x="3525004" y="1913894"/>
                </a:cubicBezTo>
                <a:cubicBezTo>
                  <a:pt x="3524490" y="1933413"/>
                  <a:pt x="3517414" y="1938604"/>
                  <a:pt x="3523928" y="1950514"/>
                </a:cubicBezTo>
                <a:cubicBezTo>
                  <a:pt x="3512685" y="1962215"/>
                  <a:pt x="3517275" y="1962555"/>
                  <a:pt x="3521008" y="1967449"/>
                </a:cubicBezTo>
                <a:lnTo>
                  <a:pt x="3521297" y="1968163"/>
                </a:lnTo>
                <a:lnTo>
                  <a:pt x="3519686" y="1969768"/>
                </a:lnTo>
                <a:lnTo>
                  <a:pt x="3519089" y="1972904"/>
                </a:lnTo>
                <a:lnTo>
                  <a:pt x="3520122" y="1981289"/>
                </a:lnTo>
                <a:lnTo>
                  <a:pt x="3520948" y="1984413"/>
                </a:lnTo>
                <a:cubicBezTo>
                  <a:pt x="3521356" y="1986575"/>
                  <a:pt x="3521416" y="1988026"/>
                  <a:pt x="3521226" y="1989046"/>
                </a:cubicBezTo>
                <a:lnTo>
                  <a:pt x="3521092" y="1989171"/>
                </a:lnTo>
                <a:lnTo>
                  <a:pt x="3521624" y="1993492"/>
                </a:lnTo>
                <a:cubicBezTo>
                  <a:pt x="3522844" y="2000762"/>
                  <a:pt x="3524332" y="2007819"/>
                  <a:pt x="3525996" y="2014518"/>
                </a:cubicBezTo>
                <a:cubicBezTo>
                  <a:pt x="3518529" y="2020777"/>
                  <a:pt x="3529333" y="2045218"/>
                  <a:pt x="3514412" y="2043465"/>
                </a:cubicBezTo>
                <a:cubicBezTo>
                  <a:pt x="3516219" y="2052531"/>
                  <a:pt x="3522688" y="2057653"/>
                  <a:pt x="3512822" y="2055222"/>
                </a:cubicBezTo>
                <a:cubicBezTo>
                  <a:pt x="3513140" y="2058224"/>
                  <a:pt x="3512432" y="2060136"/>
                  <a:pt x="3511227" y="2061550"/>
                </a:cubicBezTo>
                <a:lnTo>
                  <a:pt x="3510645" y="2061975"/>
                </a:lnTo>
                <a:lnTo>
                  <a:pt x="3514907" y="2082129"/>
                </a:lnTo>
                <a:lnTo>
                  <a:pt x="3514347" y="2084880"/>
                </a:lnTo>
                <a:lnTo>
                  <a:pt x="3518565" y="2097919"/>
                </a:lnTo>
                <a:lnTo>
                  <a:pt x="3519976" y="2104707"/>
                </a:lnTo>
                <a:lnTo>
                  <a:pt x="3521958" y="2106519"/>
                </a:lnTo>
                <a:cubicBezTo>
                  <a:pt x="3523219" y="2108534"/>
                  <a:pt x="3523895" y="2111498"/>
                  <a:pt x="3523237" y="2116590"/>
                </a:cubicBezTo>
                <a:lnTo>
                  <a:pt x="3522786" y="2117790"/>
                </a:lnTo>
                <a:lnTo>
                  <a:pt x="3526064" y="2125947"/>
                </a:lnTo>
                <a:cubicBezTo>
                  <a:pt x="3527505" y="2128548"/>
                  <a:pt x="3529274" y="2130818"/>
                  <a:pt x="3531495" y="2132603"/>
                </a:cubicBezTo>
                <a:cubicBezTo>
                  <a:pt x="3522034" y="2161762"/>
                  <a:pt x="3533978" y="2187874"/>
                  <a:pt x="3533955" y="2218836"/>
                </a:cubicBezTo>
                <a:cubicBezTo>
                  <a:pt x="3517312" y="2233337"/>
                  <a:pt x="3542024" y="2285180"/>
                  <a:pt x="3559442" y="2291697"/>
                </a:cubicBezTo>
                <a:cubicBezTo>
                  <a:pt x="3544608" y="2292866"/>
                  <a:pt x="3567228" y="2330146"/>
                  <a:pt x="3568373" y="2340076"/>
                </a:cubicBezTo>
                <a:cubicBezTo>
                  <a:pt x="3568755" y="2343387"/>
                  <a:pt x="3566751" y="2343658"/>
                  <a:pt x="3560178" y="2338540"/>
                </a:cubicBezTo>
                <a:cubicBezTo>
                  <a:pt x="3562571" y="2349015"/>
                  <a:pt x="3555536" y="2360463"/>
                  <a:pt x="3548875" y="2354921"/>
                </a:cubicBezTo>
                <a:cubicBezTo>
                  <a:pt x="3564342" y="2386191"/>
                  <a:pt x="3553912" y="2434573"/>
                  <a:pt x="3562290" y="2470516"/>
                </a:cubicBezTo>
                <a:cubicBezTo>
                  <a:pt x="3548732" y="2491328"/>
                  <a:pt x="3561750" y="2479665"/>
                  <a:pt x="3560263" y="2500409"/>
                </a:cubicBezTo>
                <a:cubicBezTo>
                  <a:pt x="3573531" y="2493872"/>
                  <a:pt x="3554177" y="2525877"/>
                  <a:pt x="3569616" y="2525972"/>
                </a:cubicBezTo>
                <a:cubicBezTo>
                  <a:pt x="3568857" y="2529744"/>
                  <a:pt x="3567635" y="2533395"/>
                  <a:pt x="3566291" y="2537057"/>
                </a:cubicBezTo>
                <a:lnTo>
                  <a:pt x="3565595" y="2538979"/>
                </a:lnTo>
                <a:lnTo>
                  <a:pt x="3565471" y="2546483"/>
                </a:lnTo>
                <a:lnTo>
                  <a:pt x="3562111" y="2548822"/>
                </a:lnTo>
                <a:lnTo>
                  <a:pt x="3559542" y="2560277"/>
                </a:lnTo>
                <a:cubicBezTo>
                  <a:pt x="3559093" y="2564534"/>
                  <a:pt x="3559212" y="2569074"/>
                  <a:pt x="3560240" y="2574030"/>
                </a:cubicBezTo>
                <a:cubicBezTo>
                  <a:pt x="3567097" y="2585933"/>
                  <a:pt x="3560828" y="2605604"/>
                  <a:pt x="3562359" y="2622912"/>
                </a:cubicBezTo>
                <a:lnTo>
                  <a:pt x="3564740" y="2630748"/>
                </a:lnTo>
                <a:lnTo>
                  <a:pt x="3563214" y="2656947"/>
                </a:lnTo>
                <a:cubicBezTo>
                  <a:pt x="3563065" y="2664385"/>
                  <a:pt x="3563222" y="2672085"/>
                  <a:pt x="3563949" y="2680153"/>
                </a:cubicBezTo>
                <a:lnTo>
                  <a:pt x="3566383" y="2695058"/>
                </a:lnTo>
                <a:lnTo>
                  <a:pt x="3565385" y="2699075"/>
                </a:lnTo>
                <a:cubicBezTo>
                  <a:pt x="3565951" y="2705917"/>
                  <a:pt x="3570892" y="2714690"/>
                  <a:pt x="3565525" y="2714239"/>
                </a:cubicBezTo>
                <a:lnTo>
                  <a:pt x="3567847" y="2721812"/>
                </a:lnTo>
                <a:lnTo>
                  <a:pt x="3564077" y="2729693"/>
                </a:lnTo>
                <a:cubicBezTo>
                  <a:pt x="3563144" y="2730592"/>
                  <a:pt x="3562134" y="2731288"/>
                  <a:pt x="3561085" y="2731758"/>
                </a:cubicBezTo>
                <a:lnTo>
                  <a:pt x="3563149" y="2742418"/>
                </a:lnTo>
                <a:lnTo>
                  <a:pt x="3560661" y="2751437"/>
                </a:lnTo>
                <a:lnTo>
                  <a:pt x="3563126" y="2758989"/>
                </a:lnTo>
                <a:lnTo>
                  <a:pt x="3562876" y="2762207"/>
                </a:lnTo>
                <a:lnTo>
                  <a:pt x="3561866" y="2770236"/>
                </a:lnTo>
                <a:cubicBezTo>
                  <a:pt x="3561066" y="2774372"/>
                  <a:pt x="3560080" y="2779005"/>
                  <a:pt x="3559378" y="2784138"/>
                </a:cubicBezTo>
                <a:lnTo>
                  <a:pt x="3559178" y="2788436"/>
                </a:lnTo>
                <a:lnTo>
                  <a:pt x="3554648" y="2798068"/>
                </a:lnTo>
                <a:cubicBezTo>
                  <a:pt x="3551209" y="2805087"/>
                  <a:pt x="3548936" y="2810580"/>
                  <a:pt x="3551400" y="2816345"/>
                </a:cubicBezTo>
                <a:cubicBezTo>
                  <a:pt x="3547036" y="2826742"/>
                  <a:pt x="3533490" y="2834711"/>
                  <a:pt x="3538128" y="2849028"/>
                </a:cubicBezTo>
                <a:cubicBezTo>
                  <a:pt x="3531517" y="2845031"/>
                  <a:pt x="3538369" y="2865256"/>
                  <a:pt x="3532013" y="2868126"/>
                </a:cubicBezTo>
                <a:cubicBezTo>
                  <a:pt x="3526842" y="2869601"/>
                  <a:pt x="3527715" y="2876080"/>
                  <a:pt x="3526094" y="2881167"/>
                </a:cubicBezTo>
                <a:cubicBezTo>
                  <a:pt x="3520961" y="2885059"/>
                  <a:pt x="3517628" y="2910333"/>
                  <a:pt x="3518939" y="2918966"/>
                </a:cubicBezTo>
                <a:cubicBezTo>
                  <a:pt x="3525789" y="2943088"/>
                  <a:pt x="3505468" y="2964225"/>
                  <a:pt x="3510391" y="2983548"/>
                </a:cubicBezTo>
                <a:cubicBezTo>
                  <a:pt x="3510204" y="2988707"/>
                  <a:pt x="3509257" y="2993036"/>
                  <a:pt x="3507840" y="2996827"/>
                </a:cubicBezTo>
                <a:lnTo>
                  <a:pt x="3502741" y="3006379"/>
                </a:lnTo>
                <a:lnTo>
                  <a:pt x="3499028" y="3006971"/>
                </a:lnTo>
                <a:lnTo>
                  <a:pt x="3497157" y="3013976"/>
                </a:lnTo>
                <a:lnTo>
                  <a:pt x="3496053" y="3015450"/>
                </a:lnTo>
                <a:cubicBezTo>
                  <a:pt x="3493931" y="3018255"/>
                  <a:pt x="3491925" y="3021106"/>
                  <a:pt x="3490329" y="3024292"/>
                </a:cubicBezTo>
                <a:cubicBezTo>
                  <a:pt x="3504872" y="3031782"/>
                  <a:pt x="3479143" y="3052632"/>
                  <a:pt x="3493186" y="3052840"/>
                </a:cubicBezTo>
                <a:cubicBezTo>
                  <a:pt x="3486942" y="3071654"/>
                  <a:pt x="3501947" y="3066916"/>
                  <a:pt x="3484298" y="3080007"/>
                </a:cubicBezTo>
                <a:cubicBezTo>
                  <a:pt x="3483814" y="3117860"/>
                  <a:pt x="3462683" y="3158406"/>
                  <a:pt x="3469977" y="3195253"/>
                </a:cubicBezTo>
                <a:cubicBezTo>
                  <a:pt x="3464984" y="3186842"/>
                  <a:pt x="3455676" y="3194249"/>
                  <a:pt x="3455490" y="3205255"/>
                </a:cubicBezTo>
                <a:cubicBezTo>
                  <a:pt x="3435461" y="3173385"/>
                  <a:pt x="3464274" y="3257718"/>
                  <a:pt x="3445250" y="3249703"/>
                </a:cubicBezTo>
                <a:cubicBezTo>
                  <a:pt x="3460163" y="3264187"/>
                  <a:pt x="3471377" y="3324835"/>
                  <a:pt x="3452291" y="3330508"/>
                </a:cubicBezTo>
                <a:cubicBezTo>
                  <a:pt x="3445043" y="3359645"/>
                  <a:pt x="3450218" y="3389952"/>
                  <a:pt x="3434486" y="3412864"/>
                </a:cubicBezTo>
                <a:cubicBezTo>
                  <a:pt x="3436166" y="3415609"/>
                  <a:pt x="3437306" y="3418595"/>
                  <a:pt x="3438058" y="3421734"/>
                </a:cubicBezTo>
                <a:lnTo>
                  <a:pt x="3439245" y="3430986"/>
                </a:lnTo>
                <a:lnTo>
                  <a:pt x="3438541" y="3431897"/>
                </a:lnTo>
                <a:cubicBezTo>
                  <a:pt x="3436732" y="3436375"/>
                  <a:pt x="3436677" y="3439488"/>
                  <a:pt x="3437396" y="3441992"/>
                </a:cubicBezTo>
                <a:lnTo>
                  <a:pt x="3438843" y="3444647"/>
                </a:lnTo>
                <a:lnTo>
                  <a:pt x="3438591" y="3451712"/>
                </a:lnTo>
                <a:lnTo>
                  <a:pt x="3439527" y="3466008"/>
                </a:lnTo>
                <a:lnTo>
                  <a:pt x="3438357" y="3468331"/>
                </a:lnTo>
                <a:lnTo>
                  <a:pt x="3437674" y="3489343"/>
                </a:lnTo>
                <a:cubicBezTo>
                  <a:pt x="3437459" y="3489383"/>
                  <a:pt x="3437241" y="3489424"/>
                  <a:pt x="3437026" y="3489465"/>
                </a:cubicBezTo>
                <a:cubicBezTo>
                  <a:pt x="3435558" y="3490219"/>
                  <a:pt x="3434444" y="3491679"/>
                  <a:pt x="3434044" y="3494659"/>
                </a:cubicBezTo>
                <a:cubicBezTo>
                  <a:pt x="3425302" y="3487640"/>
                  <a:pt x="3430211" y="3495561"/>
                  <a:pt x="3429800" y="3504965"/>
                </a:cubicBezTo>
                <a:cubicBezTo>
                  <a:pt x="3416132" y="3496161"/>
                  <a:pt x="3420620" y="3524348"/>
                  <a:pt x="3412115" y="3526661"/>
                </a:cubicBezTo>
                <a:cubicBezTo>
                  <a:pt x="3412121" y="3533765"/>
                  <a:pt x="3411879" y="3541120"/>
                  <a:pt x="3411331" y="3548549"/>
                </a:cubicBezTo>
                <a:lnTo>
                  <a:pt x="3410824" y="3552872"/>
                </a:lnTo>
                <a:cubicBezTo>
                  <a:pt x="3410773" y="3552889"/>
                  <a:pt x="3410721" y="3552908"/>
                  <a:pt x="3410671" y="3552926"/>
                </a:cubicBezTo>
                <a:cubicBezTo>
                  <a:pt x="3410254" y="3553793"/>
                  <a:pt x="3409971" y="3555188"/>
                  <a:pt x="3409849" y="3557419"/>
                </a:cubicBezTo>
                <a:lnTo>
                  <a:pt x="3409902" y="3560756"/>
                </a:lnTo>
                <a:lnTo>
                  <a:pt x="3408918" y="3569144"/>
                </a:lnTo>
                <a:lnTo>
                  <a:pt x="3407623" y="3571810"/>
                </a:lnTo>
                <a:lnTo>
                  <a:pt x="3405729" y="3572549"/>
                </a:lnTo>
                <a:lnTo>
                  <a:pt x="3405835" y="3573359"/>
                </a:lnTo>
                <a:cubicBezTo>
                  <a:pt x="3408214" y="3579757"/>
                  <a:pt x="3412465" y="3582275"/>
                  <a:pt x="3399129" y="3587902"/>
                </a:cubicBezTo>
                <a:cubicBezTo>
                  <a:pt x="3402495" y="3602236"/>
                  <a:pt x="3394605" y="3603730"/>
                  <a:pt x="3389566" y="3621859"/>
                </a:cubicBezTo>
                <a:cubicBezTo>
                  <a:pt x="3393374" y="3630350"/>
                  <a:pt x="3390863" y="3636316"/>
                  <a:pt x="3386307" y="3641820"/>
                </a:cubicBezTo>
                <a:cubicBezTo>
                  <a:pt x="3386232" y="3660214"/>
                  <a:pt x="3378837" y="3675854"/>
                  <a:pt x="3374956" y="3695940"/>
                </a:cubicBezTo>
                <a:cubicBezTo>
                  <a:pt x="3378387" y="3718839"/>
                  <a:pt x="3365817" y="3728358"/>
                  <a:pt x="3361718" y="3749831"/>
                </a:cubicBezTo>
                <a:cubicBezTo>
                  <a:pt x="3370064" y="3770267"/>
                  <a:pt x="3350403" y="3763879"/>
                  <a:pt x="3344768" y="3774338"/>
                </a:cubicBezTo>
                <a:lnTo>
                  <a:pt x="3343985" y="3777418"/>
                </a:lnTo>
                <a:lnTo>
                  <a:pt x="3344520" y="3785849"/>
                </a:lnTo>
                <a:lnTo>
                  <a:pt x="3345162" y="3789023"/>
                </a:lnTo>
                <a:cubicBezTo>
                  <a:pt x="3345441" y="3791209"/>
                  <a:pt x="3345415" y="3792659"/>
                  <a:pt x="3345164" y="3793659"/>
                </a:cubicBezTo>
                <a:lnTo>
                  <a:pt x="3345024" y="3793774"/>
                </a:lnTo>
                <a:lnTo>
                  <a:pt x="3345300" y="3798119"/>
                </a:lnTo>
                <a:cubicBezTo>
                  <a:pt x="3346087" y="3805456"/>
                  <a:pt x="3347157" y="3812596"/>
                  <a:pt x="3348424" y="3819398"/>
                </a:cubicBezTo>
                <a:cubicBezTo>
                  <a:pt x="3340590" y="3825065"/>
                  <a:pt x="3349940" y="3850234"/>
                  <a:pt x="3335133" y="3847354"/>
                </a:cubicBezTo>
                <a:cubicBezTo>
                  <a:pt x="3336403" y="3856524"/>
                  <a:pt x="3342565" y="3862118"/>
                  <a:pt x="3332848" y="3858945"/>
                </a:cubicBezTo>
                <a:cubicBezTo>
                  <a:pt x="3332988" y="3861961"/>
                  <a:pt x="3332168" y="3863811"/>
                  <a:pt x="3330878" y="3865128"/>
                </a:cubicBezTo>
                <a:lnTo>
                  <a:pt x="3330273" y="3865510"/>
                </a:lnTo>
                <a:lnTo>
                  <a:pt x="3333337" y="3885908"/>
                </a:lnTo>
                <a:lnTo>
                  <a:pt x="3332616" y="3888608"/>
                </a:lnTo>
                <a:lnTo>
                  <a:pt x="3336057" y="3901916"/>
                </a:lnTo>
                <a:lnTo>
                  <a:pt x="3337066" y="3908785"/>
                </a:lnTo>
                <a:lnTo>
                  <a:pt x="3338940" y="3910739"/>
                </a:lnTo>
                <a:cubicBezTo>
                  <a:pt x="3340082" y="3912843"/>
                  <a:pt x="3340580" y="3915849"/>
                  <a:pt x="3339621" y="3920873"/>
                </a:cubicBezTo>
                <a:lnTo>
                  <a:pt x="3339102" y="3922032"/>
                </a:lnTo>
                <a:lnTo>
                  <a:pt x="3341891" y="3930408"/>
                </a:lnTo>
                <a:cubicBezTo>
                  <a:pt x="3343178" y="3933107"/>
                  <a:pt x="3344812" y="3935503"/>
                  <a:pt x="3346927" y="3937451"/>
                </a:cubicBezTo>
                <a:cubicBezTo>
                  <a:pt x="3335745" y="3965779"/>
                  <a:pt x="3346136" y="3992699"/>
                  <a:pt x="3344279" y="4023542"/>
                </a:cubicBezTo>
                <a:cubicBezTo>
                  <a:pt x="3347024" y="4058096"/>
                  <a:pt x="3350783" y="4081986"/>
                  <a:pt x="3351926" y="4104769"/>
                </a:cubicBezTo>
                <a:cubicBezTo>
                  <a:pt x="3353695" y="4115384"/>
                  <a:pt x="3359144" y="4193344"/>
                  <a:pt x="3352816" y="4187317"/>
                </a:cubicBezTo>
                <a:cubicBezTo>
                  <a:pt x="3366419" y="4219638"/>
                  <a:pt x="3351446" y="4239971"/>
                  <a:pt x="3357691" y="4276413"/>
                </a:cubicBezTo>
                <a:cubicBezTo>
                  <a:pt x="3342910" y="4296116"/>
                  <a:pt x="3356610" y="4285488"/>
                  <a:pt x="3353895" y="4306037"/>
                </a:cubicBezTo>
                <a:cubicBezTo>
                  <a:pt x="3367541" y="4300534"/>
                  <a:pt x="3346306" y="4330948"/>
                  <a:pt x="3361728" y="4332215"/>
                </a:cubicBezTo>
                <a:cubicBezTo>
                  <a:pt x="3360746" y="4335915"/>
                  <a:pt x="3359307" y="4339458"/>
                  <a:pt x="3357748" y="4343006"/>
                </a:cubicBezTo>
                <a:lnTo>
                  <a:pt x="3356941" y="4344866"/>
                </a:lnTo>
                <a:lnTo>
                  <a:pt x="3356370" y="4352332"/>
                </a:lnTo>
                <a:lnTo>
                  <a:pt x="3352876" y="4354407"/>
                </a:lnTo>
                <a:lnTo>
                  <a:pt x="3352683" y="4444689"/>
                </a:lnTo>
                <a:cubicBezTo>
                  <a:pt x="3355485" y="4452425"/>
                  <a:pt x="3356736" y="4477980"/>
                  <a:pt x="3352455" y="4483791"/>
                </a:cubicBezTo>
                <a:cubicBezTo>
                  <a:pt x="3351784" y="4489320"/>
                  <a:pt x="3353780" y="4495171"/>
                  <a:pt x="3349030" y="4498683"/>
                </a:cubicBezTo>
                <a:cubicBezTo>
                  <a:pt x="3346858" y="4510741"/>
                  <a:pt x="3341860" y="4538358"/>
                  <a:pt x="3339427" y="4556140"/>
                </a:cubicBezTo>
                <a:cubicBezTo>
                  <a:pt x="3342836" y="4560659"/>
                  <a:pt x="3341611" y="4566842"/>
                  <a:pt x="3339521" y="4574959"/>
                </a:cubicBezTo>
                <a:lnTo>
                  <a:pt x="3338246" y="4582576"/>
                </a:lnTo>
                <a:lnTo>
                  <a:pt x="3348539" y="4605460"/>
                </a:lnTo>
                <a:lnTo>
                  <a:pt x="3345760" y="4678575"/>
                </a:lnTo>
                <a:lnTo>
                  <a:pt x="3356250" y="4713574"/>
                </a:lnTo>
                <a:cubicBezTo>
                  <a:pt x="3358600" y="4727943"/>
                  <a:pt x="3359577" y="4741820"/>
                  <a:pt x="3361380" y="4755215"/>
                </a:cubicBezTo>
                <a:cubicBezTo>
                  <a:pt x="3363928" y="4785596"/>
                  <a:pt x="3347531" y="4766123"/>
                  <a:pt x="3361636" y="4803525"/>
                </a:cubicBezTo>
                <a:cubicBezTo>
                  <a:pt x="3356254" y="4807867"/>
                  <a:pt x="3356117" y="4812705"/>
                  <a:pt x="3358957" y="4820729"/>
                </a:cubicBezTo>
                <a:cubicBezTo>
                  <a:pt x="3359783" y="4835507"/>
                  <a:pt x="3345952" y="4834947"/>
                  <a:pt x="3354635" y="4849546"/>
                </a:cubicBezTo>
                <a:cubicBezTo>
                  <a:pt x="3350894" y="4848362"/>
                  <a:pt x="3350351" y="4855411"/>
                  <a:pt x="3349759" y="4861941"/>
                </a:cubicBezTo>
                <a:lnTo>
                  <a:pt x="3347368" y="4866228"/>
                </a:lnTo>
                <a:lnTo>
                  <a:pt x="3358408" y="4889535"/>
                </a:lnTo>
                <a:cubicBezTo>
                  <a:pt x="3373705" y="4931282"/>
                  <a:pt x="3382233" y="4982216"/>
                  <a:pt x="3393319" y="5017998"/>
                </a:cubicBezTo>
                <a:cubicBezTo>
                  <a:pt x="3368256" y="5040241"/>
                  <a:pt x="3392200" y="5029364"/>
                  <a:pt x="3389184" y="5055049"/>
                </a:cubicBezTo>
                <a:cubicBezTo>
                  <a:pt x="3413510" y="5050695"/>
                  <a:pt x="3377700" y="5085342"/>
                  <a:pt x="3405892" y="5089973"/>
                </a:cubicBezTo>
                <a:cubicBezTo>
                  <a:pt x="3404451" y="5094499"/>
                  <a:pt x="3402165" y="5098741"/>
                  <a:pt x="3399662" y="5102960"/>
                </a:cubicBezTo>
                <a:lnTo>
                  <a:pt x="3398363" y="5105176"/>
                </a:lnTo>
                <a:lnTo>
                  <a:pt x="3398026" y="5114590"/>
                </a:lnTo>
                <a:lnTo>
                  <a:pt x="3391859" y="5116550"/>
                </a:lnTo>
                <a:lnTo>
                  <a:pt x="3386999" y="5130226"/>
                </a:lnTo>
                <a:cubicBezTo>
                  <a:pt x="3386119" y="5135455"/>
                  <a:pt x="3386267" y="5141205"/>
                  <a:pt x="3388073" y="5147747"/>
                </a:cubicBezTo>
                <a:cubicBezTo>
                  <a:pt x="3400425" y="5164741"/>
                  <a:pt x="3388688" y="5187675"/>
                  <a:pt x="3391234" y="5209919"/>
                </a:cubicBezTo>
                <a:lnTo>
                  <a:pt x="3395469" y="5220481"/>
                </a:lnTo>
                <a:lnTo>
                  <a:pt x="3392518" y="5250830"/>
                </a:lnTo>
                <a:lnTo>
                  <a:pt x="3393800" y="5252877"/>
                </a:lnTo>
                <a:cubicBezTo>
                  <a:pt x="3393941" y="5258188"/>
                  <a:pt x="3392357" y="5268832"/>
                  <a:pt x="3393361" y="5282697"/>
                </a:cubicBezTo>
                <a:lnTo>
                  <a:pt x="3399825" y="5336059"/>
                </a:lnTo>
                <a:lnTo>
                  <a:pt x="3392824" y="5344884"/>
                </a:lnTo>
                <a:lnTo>
                  <a:pt x="3389277" y="5345998"/>
                </a:lnTo>
                <a:lnTo>
                  <a:pt x="3390946" y="5360636"/>
                </a:lnTo>
                <a:lnTo>
                  <a:pt x="3386366" y="5371486"/>
                </a:lnTo>
                <a:lnTo>
                  <a:pt x="3390662" y="5381496"/>
                </a:lnTo>
                <a:lnTo>
                  <a:pt x="3388199" y="5395290"/>
                </a:lnTo>
                <a:cubicBezTo>
                  <a:pt x="3386677" y="5400263"/>
                  <a:pt x="3384810" y="5405812"/>
                  <a:pt x="3383455" y="5412069"/>
                </a:cubicBezTo>
                <a:lnTo>
                  <a:pt x="3376345" y="5426008"/>
                </a:lnTo>
                <a:lnTo>
                  <a:pt x="3374012" y="5448470"/>
                </a:lnTo>
                <a:cubicBezTo>
                  <a:pt x="3372358" y="5465848"/>
                  <a:pt x="3370199" y="5482458"/>
                  <a:pt x="3365299" y="5498771"/>
                </a:cubicBezTo>
                <a:cubicBezTo>
                  <a:pt x="3368242" y="5512292"/>
                  <a:pt x="3368289" y="5524931"/>
                  <a:pt x="3358774" y="5536815"/>
                </a:cubicBezTo>
                <a:cubicBezTo>
                  <a:pt x="3355554" y="5573082"/>
                  <a:pt x="3364982" y="5582256"/>
                  <a:pt x="3352897" y="5604851"/>
                </a:cubicBezTo>
                <a:cubicBezTo>
                  <a:pt x="3357655" y="5611851"/>
                  <a:pt x="3360065" y="5616619"/>
                  <a:pt x="3360918" y="5620215"/>
                </a:cubicBezTo>
                <a:cubicBezTo>
                  <a:pt x="3363482" y="5631010"/>
                  <a:pt x="3352061" y="5631235"/>
                  <a:pt x="3348145" y="5649365"/>
                </a:cubicBezTo>
                <a:cubicBezTo>
                  <a:pt x="3342329" y="5668683"/>
                  <a:pt x="3336842" y="5635583"/>
                  <a:pt x="3334135" y="5654076"/>
                </a:cubicBezTo>
                <a:cubicBezTo>
                  <a:pt x="3338089" y="5673079"/>
                  <a:pt x="3320876" y="5674673"/>
                  <a:pt x="3326011" y="5694285"/>
                </a:cubicBezTo>
                <a:cubicBezTo>
                  <a:pt x="3339441" y="5687377"/>
                  <a:pt x="3320185" y="5735320"/>
                  <a:pt x="3331448" y="5735077"/>
                </a:cubicBezTo>
                <a:cubicBezTo>
                  <a:pt x="3313758" y="5754960"/>
                  <a:pt x="3333086" y="5760823"/>
                  <a:pt x="3326180" y="5784860"/>
                </a:cubicBezTo>
                <a:cubicBezTo>
                  <a:pt x="3319129" y="5796737"/>
                  <a:pt x="3317432" y="5804806"/>
                  <a:pt x="3323175" y="5814629"/>
                </a:cubicBezTo>
                <a:cubicBezTo>
                  <a:pt x="3289103" y="5869565"/>
                  <a:pt x="3319352" y="5845410"/>
                  <a:pt x="3303983" y="5894405"/>
                </a:cubicBezTo>
                <a:lnTo>
                  <a:pt x="3302615" y="5898375"/>
                </a:lnTo>
                <a:lnTo>
                  <a:pt x="3305988" y="5914019"/>
                </a:lnTo>
                <a:cubicBezTo>
                  <a:pt x="3306566" y="5914416"/>
                  <a:pt x="3307142" y="5914813"/>
                  <a:pt x="3307720" y="5915209"/>
                </a:cubicBezTo>
                <a:lnTo>
                  <a:pt x="3288942" y="5962966"/>
                </a:lnTo>
                <a:lnTo>
                  <a:pt x="3289995" y="5969791"/>
                </a:lnTo>
                <a:lnTo>
                  <a:pt x="3273219" y="6000303"/>
                </a:lnTo>
                <a:lnTo>
                  <a:pt x="3266971" y="6016394"/>
                </a:lnTo>
                <a:lnTo>
                  <a:pt x="3258268" y="6034498"/>
                </a:lnTo>
                <a:lnTo>
                  <a:pt x="3262376" y="6046147"/>
                </a:lnTo>
                <a:cubicBezTo>
                  <a:pt x="3269023" y="6073717"/>
                  <a:pt x="3250846" y="6118951"/>
                  <a:pt x="3274161" y="6127097"/>
                </a:cubicBezTo>
                <a:cubicBezTo>
                  <a:pt x="3261055" y="6140796"/>
                  <a:pt x="3284255" y="6151240"/>
                  <a:pt x="3287116" y="6165061"/>
                </a:cubicBezTo>
                <a:cubicBezTo>
                  <a:pt x="3278972" y="6176795"/>
                  <a:pt x="3286959" y="6181809"/>
                  <a:pt x="3289289" y="6191816"/>
                </a:cubicBezTo>
                <a:cubicBezTo>
                  <a:pt x="3284123" y="6196765"/>
                  <a:pt x="3284941" y="6205311"/>
                  <a:pt x="3291517" y="6207797"/>
                </a:cubicBezTo>
                <a:cubicBezTo>
                  <a:pt x="3306003" y="6202672"/>
                  <a:pt x="3300501" y="6232914"/>
                  <a:pt x="3310808" y="6234442"/>
                </a:cubicBezTo>
                <a:cubicBezTo>
                  <a:pt x="3314005" y="6251566"/>
                  <a:pt x="3305763" y="6327405"/>
                  <a:pt x="3322832" y="6339012"/>
                </a:cubicBezTo>
                <a:cubicBezTo>
                  <a:pt x="3332735" y="6373401"/>
                  <a:pt x="3309981" y="6425589"/>
                  <a:pt x="3311360" y="6440393"/>
                </a:cubicBezTo>
                <a:cubicBezTo>
                  <a:pt x="3282540" y="6457108"/>
                  <a:pt x="3365374" y="6523495"/>
                  <a:pt x="3370963" y="6586374"/>
                </a:cubicBezTo>
                <a:cubicBezTo>
                  <a:pt x="3368621" y="6595055"/>
                  <a:pt x="3368943" y="6599590"/>
                  <a:pt x="3375863" y="6601412"/>
                </a:cubicBezTo>
                <a:cubicBezTo>
                  <a:pt x="3380798" y="6617525"/>
                  <a:pt x="3389212" y="6649404"/>
                  <a:pt x="3400578" y="6683057"/>
                </a:cubicBezTo>
                <a:cubicBezTo>
                  <a:pt x="3408645" y="6705148"/>
                  <a:pt x="3410628" y="6805370"/>
                  <a:pt x="3417831" y="6852700"/>
                </a:cubicBezTo>
                <a:lnTo>
                  <a:pt x="3418926" y="6858000"/>
                </a:lnTo>
                <a:lnTo>
                  <a:pt x="0" y="6858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316610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835464" y="1222375"/>
            <a:ext cx="4349749" cy="19193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788137" algn="l" rtl="0">
              <a:spcBef>
                <a:spcPct val="0"/>
              </a:spcBef>
            </a:pPr>
            <a:r>
              <a:rPr lang="en-US" sz="2800" kern="1200" spc="-13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en-US" sz="28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208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en-US" sz="28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2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Spark</a:t>
            </a:r>
            <a:r>
              <a:rPr lang="en-US" sz="2800" kern="1200" spc="-1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58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FED93130-71B5-CC28-3BB6-F6192BE537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54995515"/>
              </p:ext>
            </p:extLst>
          </p:nvPr>
        </p:nvGraphicFramePr>
        <p:xfrm>
          <a:off x="3929151" y="601046"/>
          <a:ext cx="5340411" cy="43681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694685" y="1348563"/>
            <a:ext cx="3659936" cy="19193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857303" algn="r" rtl="0">
              <a:lnSpc>
                <a:spcPct val="90000"/>
              </a:lnSpc>
              <a:spcBef>
                <a:spcPct val="0"/>
              </a:spcBef>
            </a:pPr>
            <a:r>
              <a:rPr lang="en-US" sz="2400" kern="1200" spc="-2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Spark</a:t>
            </a:r>
            <a:r>
              <a:rPr lang="en-US" sz="2400" kern="1200" spc="-183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kern="1200" spc="-56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</a:t>
            </a:r>
            <a:r>
              <a:rPr lang="en-US" sz="24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kern="1200" spc="-25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Engine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D27F71F5-87A3-ADF2-82E3-0D119BA6CF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7917634"/>
              </p:ext>
            </p:extLst>
          </p:nvPr>
        </p:nvGraphicFramePr>
        <p:xfrm>
          <a:off x="3929151" y="601046"/>
          <a:ext cx="5340411" cy="43681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35110" y="1135109"/>
            <a:ext cx="5507021" cy="323680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26709" y="2130608"/>
            <a:ext cx="3488508" cy="3235089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945539" y="1311777"/>
            <a:ext cx="5492407" cy="28688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598384" y="961925"/>
            <a:ext cx="3851094" cy="3275192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1690936" y="2172828"/>
            <a:ext cx="5040230" cy="246037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1909686" algn="l" rtl="0">
              <a:lnSpc>
                <a:spcPct val="90000"/>
              </a:lnSpc>
              <a:spcBef>
                <a:spcPct val="0"/>
              </a:spcBef>
            </a:pPr>
            <a:r>
              <a:rPr lang="en-US" sz="2900" kern="1200" spc="-2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Spark</a:t>
            </a:r>
            <a:r>
              <a:rPr lang="en-US" sz="2900" kern="1200" spc="-183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56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SQL</a:t>
            </a:r>
            <a:r>
              <a:rPr lang="en-US" sz="29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33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Stacks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883121" y="374199"/>
            <a:ext cx="5235147" cy="4744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6" y="1121017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1821130" y="421159"/>
            <a:ext cx="4966487" cy="2713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775932" algn="r" rtl="0">
              <a:lnSpc>
                <a:spcPct val="90000"/>
              </a:lnSpc>
              <a:spcBef>
                <a:spcPct val="0"/>
              </a:spcBef>
            </a:pPr>
            <a:r>
              <a:rPr lang="en-US" kern="1200" spc="-224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Catalyst</a:t>
            </a:r>
            <a:r>
              <a:rPr lang="en-US" kern="1200" spc="-18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kern="1200" spc="-124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670154" y="409521"/>
            <a:ext cx="2584596" cy="45526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2239" marR="4069" indent="-228600" algn="l" rtl="0">
              <a:spcBef>
                <a:spcPts val="380"/>
              </a:spcBef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sz="2000" kern="1200" spc="-2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Takes</a:t>
            </a:r>
            <a:r>
              <a:rPr lang="en-US" sz="2000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computational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query</a:t>
            </a:r>
            <a:r>
              <a:rPr lang="en-US" sz="2000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5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 	</a:t>
            </a:r>
            <a:r>
              <a:rPr lang="en-US" sz="2000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converts</a:t>
            </a:r>
            <a:r>
              <a:rPr lang="en-US" sz="2000" kern="1200" spc="-11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into</a:t>
            </a:r>
            <a:r>
              <a:rPr lang="en-US" sz="2000" kern="1200" spc="-11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execution</a:t>
            </a:r>
            <a:r>
              <a:rPr lang="en-US" sz="2000" kern="1200" spc="-10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plan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spcBef>
                <a:spcPts val="148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000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Analysis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spcBef>
                <a:spcPts val="167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000" kern="1200" spc="-1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Logical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Optimization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spcBef>
                <a:spcPts val="167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000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Physical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Planning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spcBef>
                <a:spcPts val="167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000" kern="1200" spc="-163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Code</a:t>
            </a:r>
            <a:r>
              <a:rPr lang="en-US" sz="2000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Generation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84298" y="379361"/>
            <a:ext cx="2319888" cy="4743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17E911-875F-4DE5-8699-99D9F1805A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766300" cy="54927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1746250" y="470027"/>
            <a:ext cx="4684541" cy="2713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887309" algn="ctr" rtl="0">
              <a:lnSpc>
                <a:spcPct val="90000"/>
              </a:lnSpc>
              <a:spcBef>
                <a:spcPct val="0"/>
              </a:spcBef>
            </a:pPr>
            <a:r>
              <a:rPr lang="en-US" sz="2800" kern="1200" spc="-34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</a:t>
            </a:r>
            <a:r>
              <a:rPr lang="en-US" sz="2800" kern="1200" spc="-1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12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1:</a:t>
            </a:r>
            <a:r>
              <a:rPr lang="en-US" sz="28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25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234466" y="520185"/>
            <a:ext cx="2859082" cy="4816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2000" b="1" kern="1200" spc="-1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Spark</a:t>
            </a:r>
            <a:r>
              <a:rPr lang="en-US" sz="2000" b="1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3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SQL</a:t>
            </a:r>
            <a:r>
              <a:rPr lang="en-US" sz="2000" b="1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1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engine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generates</a:t>
            </a:r>
            <a:r>
              <a:rPr lang="en-US" sz="2000" b="1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abstract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syntax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4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tree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23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(AST)</a:t>
            </a:r>
            <a:endParaRPr lang="en-US" sz="2000" b="1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000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Any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columns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5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table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names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will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0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be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resolved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by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consulting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internal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Catalog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000" kern="1200" spc="-1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Catalog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holds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3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list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of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names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of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columns,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data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types,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functions,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tables,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etc.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 descr="Top view of cubes connected with black lines">
            <a:extLst>
              <a:ext uri="{FF2B5EF4-FFF2-40B4-BE49-F238E27FC236}">
                <a16:creationId xmlns:a16="http://schemas.microsoft.com/office/drawing/2014/main" id="{C69F1BA4-5149-43E3-F4F9-DB726B217B4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635" r="22712" b="-1"/>
          <a:stretch>
            <a:fillRect/>
          </a:stretch>
        </p:blipFill>
        <p:spPr>
          <a:xfrm>
            <a:off x="6496048" y="10"/>
            <a:ext cx="3270252" cy="54927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17E911-875F-4DE5-8699-99D9F1805A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766300" cy="54927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1206752" y="337798"/>
            <a:ext cx="4204487" cy="2713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695726" algn="r" rtl="0">
              <a:lnSpc>
                <a:spcPct val="90000"/>
              </a:lnSpc>
              <a:spcBef>
                <a:spcPct val="0"/>
              </a:spcBef>
            </a:pPr>
            <a:r>
              <a:rPr lang="en-US" sz="2900" kern="1200" spc="-34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</a:t>
            </a:r>
            <a:r>
              <a:rPr lang="en-US" sz="29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12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2:</a:t>
            </a:r>
            <a:r>
              <a:rPr lang="en-US" sz="29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228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</a:t>
            </a:r>
            <a:r>
              <a:rPr lang="en-US" sz="29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108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670154" y="520185"/>
            <a:ext cx="2423393" cy="44419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600" b="1" kern="1200" spc="-104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Apply</a:t>
            </a:r>
            <a:r>
              <a:rPr lang="en-US" sz="1600" b="1" kern="1200" spc="-9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b="1" kern="1200" spc="-104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standard</a:t>
            </a:r>
            <a:r>
              <a:rPr lang="en-US" sz="1600" b="1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b="1" kern="1200" spc="-52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rule-based</a:t>
            </a:r>
            <a:r>
              <a:rPr lang="en-US" sz="1600" b="1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b="1" kern="1200" spc="-5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optimization</a:t>
            </a:r>
            <a:r>
              <a:rPr lang="en-US" sz="1600" b="1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b="1" kern="1200" spc="-64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approach</a:t>
            </a:r>
            <a:endParaRPr lang="en-US" sz="16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1600" kern="1200" spc="-84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Construct</a:t>
            </a:r>
            <a:r>
              <a:rPr lang="en-US" sz="1600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16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sz="1600" kern="1200" spc="-8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84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en-US" sz="1600" kern="1200" spc="-8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sz="1600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32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multiple</a:t>
            </a:r>
            <a:r>
              <a:rPr lang="en-US" sz="1600" kern="1200" spc="-8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plans</a:t>
            </a:r>
            <a:endParaRPr lang="en-US" sz="16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1600" kern="1200" spc="-14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Assign</a:t>
            </a:r>
            <a:r>
              <a:rPr lang="en-US" sz="1600" kern="1200" spc="-7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1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cost</a:t>
            </a:r>
            <a:r>
              <a:rPr lang="en-US" sz="1600" kern="1200" spc="-7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sz="1600" kern="1200" spc="-7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12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each</a:t>
            </a:r>
            <a:r>
              <a:rPr lang="en-US" sz="1600" kern="1200" spc="-7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8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plan</a:t>
            </a:r>
            <a:r>
              <a:rPr lang="en-US" sz="1600" kern="1200" spc="-7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112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en-US" sz="1600" kern="1200" spc="-72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1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cost-based</a:t>
            </a:r>
            <a:r>
              <a:rPr lang="en-US" sz="1600" kern="1200" spc="-7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optimizer</a:t>
            </a:r>
            <a:endParaRPr lang="en-US" sz="16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600" b="1" kern="1200" spc="-128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Layout</a:t>
            </a:r>
            <a:r>
              <a:rPr lang="en-US" sz="1600" b="1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b="1" kern="1200" spc="-21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  <a:r>
              <a:rPr lang="en-US" sz="1600" b="1" kern="1200" spc="-9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000" b="1" kern="1200" spc="-6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operator</a:t>
            </a:r>
            <a:r>
              <a:rPr lang="en-US" sz="1600" b="1" kern="1200" spc="-91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b="1" kern="1200" spc="-16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trees</a:t>
            </a:r>
            <a:endParaRPr lang="en-US" sz="16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5" name="Picture 4" descr="Small tree">
            <a:extLst>
              <a:ext uri="{FF2B5EF4-FFF2-40B4-BE49-F238E27FC236}">
                <a16:creationId xmlns:a16="http://schemas.microsoft.com/office/drawing/2014/main" id="{579C2FA6-6D47-5B4A-B58F-82237527A9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93" r="39466"/>
          <a:stretch>
            <a:fillRect/>
          </a:stretch>
        </p:blipFill>
        <p:spPr>
          <a:xfrm>
            <a:off x="6496048" y="10"/>
            <a:ext cx="3270252" cy="54927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644734" y="1364777"/>
            <a:ext cx="3769510" cy="19193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985103" algn="ctr" rtl="0">
              <a:lnSpc>
                <a:spcPct val="90000"/>
              </a:lnSpc>
              <a:spcBef>
                <a:spcPct val="0"/>
              </a:spcBef>
            </a:pPr>
            <a:r>
              <a:rPr lang="en-US" sz="2900" kern="1200" spc="-34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</a:t>
            </a:r>
            <a:r>
              <a:rPr lang="en-US" sz="2900" kern="1200" spc="-1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12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3:</a:t>
            </a:r>
            <a:r>
              <a:rPr lang="en-US" sz="2900" kern="1200" spc="-18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268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</a:t>
            </a:r>
            <a:r>
              <a:rPr lang="en-US" sz="2900" kern="1200" spc="-17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22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Planning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EAA167AD-D0E3-F160-9DF5-E33BCF7DAB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8779183"/>
              </p:ext>
            </p:extLst>
          </p:nvPr>
        </p:nvGraphicFramePr>
        <p:xfrm>
          <a:off x="3929151" y="601046"/>
          <a:ext cx="5340411" cy="43681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1A9D8B-3117-4D9D-BDA4-DD8189509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5981858" cy="5492750"/>
            <a:chOff x="7467600" y="0"/>
            <a:chExt cx="47244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7877B25-8C10-4C8D-BC88-BF3C557F8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F0DD86-96CD-4F5F-BA4D-FFC17F2D6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D92035A-AA2F-4CD8-A556-1CE8BDEC7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903436" cy="5492750"/>
          </a:xfrm>
          <a:custGeom>
            <a:avLst/>
            <a:gdLst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7090188 w 7467600"/>
              <a:gd name="connsiteY3" fmla="*/ 6584365 h 6858000"/>
              <a:gd name="connsiteX4" fmla="*/ 7440138 w 7467600"/>
              <a:gd name="connsiteY4" fmla="*/ 6622648 h 6858000"/>
              <a:gd name="connsiteX5" fmla="*/ 7467600 w 7467600"/>
              <a:gd name="connsiteY5" fmla="*/ 6628217 h 6858000"/>
              <a:gd name="connsiteX6" fmla="*/ 7467600 w 7467600"/>
              <a:gd name="connsiteY6" fmla="*/ 6668575 h 6858000"/>
              <a:gd name="connsiteX7" fmla="*/ 7392322 w 7467600"/>
              <a:gd name="connsiteY7" fmla="*/ 6658238 h 6858000"/>
              <a:gd name="connsiteX8" fmla="*/ 7467600 w 7467600"/>
              <a:gd name="connsiteY8" fmla="*/ 6683873 h 6858000"/>
              <a:gd name="connsiteX9" fmla="*/ 7467600 w 7467600"/>
              <a:gd name="connsiteY9" fmla="*/ 6714215 h 6858000"/>
              <a:gd name="connsiteX10" fmla="*/ 7447383 w 7467600"/>
              <a:gd name="connsiteY10" fmla="*/ 6707202 h 6858000"/>
              <a:gd name="connsiteX11" fmla="*/ 7289862 w 7467600"/>
              <a:gd name="connsiteY11" fmla="*/ 6659827 h 6858000"/>
              <a:gd name="connsiteX12" fmla="*/ 7434024 w 7467600"/>
              <a:gd name="connsiteY12" fmla="*/ 6722130 h 6858000"/>
              <a:gd name="connsiteX13" fmla="*/ 7467600 w 7467600"/>
              <a:gd name="connsiteY13" fmla="*/ 6736157 h 6858000"/>
              <a:gd name="connsiteX14" fmla="*/ 7467600 w 7467600"/>
              <a:gd name="connsiteY14" fmla="*/ 6767913 h 6858000"/>
              <a:gd name="connsiteX15" fmla="*/ 7271814 w 7467600"/>
              <a:gd name="connsiteY15" fmla="*/ 6684601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7090188 w 7467600"/>
              <a:gd name="connsiteY21" fmla="*/ 6584365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61797 w 7467600"/>
              <a:gd name="connsiteY74" fmla="*/ 5419899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126431 w 7467600"/>
              <a:gd name="connsiteY88" fmla="*/ 5737872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6861797 w 7467600"/>
              <a:gd name="connsiteY101" fmla="*/ 5419899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7133363 w 7467600"/>
              <a:gd name="connsiteY125" fmla="*/ 5050246 h 6858000"/>
              <a:gd name="connsiteX126" fmla="*/ 7450656 w 7467600"/>
              <a:gd name="connsiteY126" fmla="*/ 5134750 h 6858000"/>
              <a:gd name="connsiteX127" fmla="*/ 7467600 w 7467600"/>
              <a:gd name="connsiteY127" fmla="*/ 5142496 h 6858000"/>
              <a:gd name="connsiteX128" fmla="*/ 7467600 w 7467600"/>
              <a:gd name="connsiteY128" fmla="*/ 5158623 h 6858000"/>
              <a:gd name="connsiteX129" fmla="*/ 7427076 w 7467600"/>
              <a:gd name="connsiteY129" fmla="*/ 5142684 h 6858000"/>
              <a:gd name="connsiteX130" fmla="*/ 7467600 w 7467600"/>
              <a:gd name="connsiteY130" fmla="*/ 5164774 h 6858000"/>
              <a:gd name="connsiteX131" fmla="*/ 7467600 w 7467600"/>
              <a:gd name="connsiteY131" fmla="*/ 5199146 h 6858000"/>
              <a:gd name="connsiteX132" fmla="*/ 7391022 w 7467600"/>
              <a:gd name="connsiteY132" fmla="*/ 5158141 h 6858000"/>
              <a:gd name="connsiteX133" fmla="*/ 7312201 w 7467600"/>
              <a:gd name="connsiteY133" fmla="*/ 5128278 h 6858000"/>
              <a:gd name="connsiteX134" fmla="*/ 7343603 w 7467600"/>
              <a:gd name="connsiteY134" fmla="*/ 5149746 h 6858000"/>
              <a:gd name="connsiteX135" fmla="*/ 7467600 w 7467600"/>
              <a:gd name="connsiteY135" fmla="*/ 5241225 h 6858000"/>
              <a:gd name="connsiteX136" fmla="*/ 7467600 w 7467600"/>
              <a:gd name="connsiteY136" fmla="*/ 5277736 h 6858000"/>
              <a:gd name="connsiteX137" fmla="*/ 7327465 w 7467600"/>
              <a:gd name="connsiteY137" fmla="*/ 5174181 h 6858000"/>
              <a:gd name="connsiteX138" fmla="*/ 7244057 w 7467600"/>
              <a:gd name="connsiteY138" fmla="*/ 5124233 h 6858000"/>
              <a:gd name="connsiteX139" fmla="*/ 7353035 w 7467600"/>
              <a:gd name="connsiteY139" fmla="*/ 5197318 h 6858000"/>
              <a:gd name="connsiteX140" fmla="*/ 7467600 w 7467600"/>
              <a:gd name="connsiteY140" fmla="*/ 5297634 h 6858000"/>
              <a:gd name="connsiteX141" fmla="*/ 7467600 w 7467600"/>
              <a:gd name="connsiteY141" fmla="*/ 5361850 h 6858000"/>
              <a:gd name="connsiteX142" fmla="*/ 7368569 w 7467600"/>
              <a:gd name="connsiteY142" fmla="*/ 5270182 h 6858000"/>
              <a:gd name="connsiteX143" fmla="*/ 7131946 w 7467600"/>
              <a:gd name="connsiteY143" fmla="*/ 5075653 h 6858000"/>
              <a:gd name="connsiteX144" fmla="*/ 7133363 w 7467600"/>
              <a:gd name="connsiteY144" fmla="*/ 5050246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7467600 w 7467600"/>
              <a:gd name="connsiteY834" fmla="*/ 163142 h 6858000"/>
              <a:gd name="connsiteX835" fmla="*/ 7467600 w 7467600"/>
              <a:gd name="connsiteY835" fmla="*/ 789215 h 6858000"/>
              <a:gd name="connsiteX836" fmla="*/ 7451412 w 7467600"/>
              <a:gd name="connsiteY836" fmla="*/ 799572 h 6858000"/>
              <a:gd name="connsiteX837" fmla="*/ 7419999 w 7467600"/>
              <a:gd name="connsiteY837" fmla="*/ 774360 h 6858000"/>
              <a:gd name="connsiteX838" fmla="*/ 7429067 w 7467600"/>
              <a:gd name="connsiteY838" fmla="*/ 402737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29067 w 7467600"/>
              <a:gd name="connsiteY844" fmla="*/ 402737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7429067 w 7467600"/>
              <a:gd name="connsiteY848" fmla="*/ 402737 h 6858000"/>
              <a:gd name="connsiteX849" fmla="*/ 5905192 w 7467600"/>
              <a:gd name="connsiteY849" fmla="*/ 163079 h 6858000"/>
              <a:gd name="connsiteX850" fmla="*/ 5865655 w 7467600"/>
              <a:gd name="connsiteY850" fmla="*/ 171901 h 6858000"/>
              <a:gd name="connsiteX851" fmla="*/ 5259740 w 7467600"/>
              <a:gd name="connsiteY851" fmla="*/ 257013 h 6858000"/>
              <a:gd name="connsiteX852" fmla="*/ 5208466 w 7467600"/>
              <a:gd name="connsiteY852" fmla="*/ 257550 h 6858000"/>
              <a:gd name="connsiteX853" fmla="*/ 4980204 w 7467600"/>
              <a:gd name="connsiteY853" fmla="*/ 271903 h 6858000"/>
              <a:gd name="connsiteX854" fmla="*/ 5068068 w 7467600"/>
              <a:gd name="connsiteY854" fmla="*/ 282244 h 6858000"/>
              <a:gd name="connsiteX855" fmla="*/ 5153231 w 7467600"/>
              <a:gd name="connsiteY855" fmla="*/ 292240 h 6858000"/>
              <a:gd name="connsiteX856" fmla="*/ 5426491 w 7467600"/>
              <a:gd name="connsiteY856" fmla="*/ 281128 h 6858000"/>
              <a:gd name="connsiteX857" fmla="*/ 5731212 w 7467600"/>
              <a:gd name="connsiteY857" fmla="*/ 231951 h 6858000"/>
              <a:gd name="connsiteX858" fmla="*/ 5905192 w 7467600"/>
              <a:gd name="connsiteY858" fmla="*/ 163079 h 6858000"/>
              <a:gd name="connsiteX859" fmla="*/ 5944437 w 7467600"/>
              <a:gd name="connsiteY859" fmla="*/ 113829 h 6858000"/>
              <a:gd name="connsiteX860" fmla="*/ 5825032 w 7467600"/>
              <a:gd name="connsiteY860" fmla="*/ 146405 h 6858000"/>
              <a:gd name="connsiteX861" fmla="*/ 4955599 w 7467600"/>
              <a:gd name="connsiteY861" fmla="*/ 247008 h 6858000"/>
              <a:gd name="connsiteX862" fmla="*/ 5210104 w 7467600"/>
              <a:gd name="connsiteY862" fmla="*/ 228123 h 6858000"/>
              <a:gd name="connsiteX863" fmla="*/ 5261015 w 7467600"/>
              <a:gd name="connsiteY863" fmla="*/ 227087 h 6858000"/>
              <a:gd name="connsiteX864" fmla="*/ 5861181 w 7467600"/>
              <a:gd name="connsiteY864" fmla="*/ 143093 h 6858000"/>
              <a:gd name="connsiteX865" fmla="*/ 5961252 w 7467600"/>
              <a:gd name="connsiteY865" fmla="*/ 114820 h 6858000"/>
              <a:gd name="connsiteX866" fmla="*/ 5944437 w 7467600"/>
              <a:gd name="connsiteY866" fmla="*/ 113829 h 6858000"/>
              <a:gd name="connsiteX867" fmla="*/ 3882765 w 7467600"/>
              <a:gd name="connsiteY867" fmla="*/ 0 h 6858000"/>
              <a:gd name="connsiteX868" fmla="*/ 3995099 w 7467600"/>
              <a:gd name="connsiteY868" fmla="*/ 0 h 6858000"/>
              <a:gd name="connsiteX869" fmla="*/ 4163818 w 7467600"/>
              <a:gd name="connsiteY869" fmla="*/ 234104 h 6858000"/>
              <a:gd name="connsiteX870" fmla="*/ 4172099 w 7467600"/>
              <a:gd name="connsiteY870" fmla="*/ 234207 h 6858000"/>
              <a:gd name="connsiteX871" fmla="*/ 4784282 w 7467600"/>
              <a:gd name="connsiteY871" fmla="*/ 276561 h 6858000"/>
              <a:gd name="connsiteX872" fmla="*/ 4801687 w 7467600"/>
              <a:gd name="connsiteY872" fmla="*/ 267764 h 6858000"/>
              <a:gd name="connsiteX873" fmla="*/ 6082788 w 7467600"/>
              <a:gd name="connsiteY873" fmla="*/ 64119 h 6858000"/>
              <a:gd name="connsiteX874" fmla="*/ 6099442 w 7467600"/>
              <a:gd name="connsiteY874" fmla="*/ 82568 h 6858000"/>
              <a:gd name="connsiteX875" fmla="*/ 4804137 w 7467600"/>
              <a:gd name="connsiteY875" fmla="*/ 320931 h 6858000"/>
              <a:gd name="connsiteX876" fmla="*/ 4227047 w 7467600"/>
              <a:gd name="connsiteY876" fmla="*/ 313415 h 6858000"/>
              <a:gd name="connsiteX877" fmla="*/ 4346041 w 7467600"/>
              <a:gd name="connsiteY877" fmla="*/ 456086 h 6858000"/>
              <a:gd name="connsiteX878" fmla="*/ 4870967 w 7467600"/>
              <a:gd name="connsiteY878" fmla="*/ 963061 h 6858000"/>
              <a:gd name="connsiteX879" fmla="*/ 4889647 w 7467600"/>
              <a:gd name="connsiteY879" fmla="*/ 957147 h 6858000"/>
              <a:gd name="connsiteX880" fmla="*/ 5422504 w 7467600"/>
              <a:gd name="connsiteY880" fmla="*/ 805191 h 6858000"/>
              <a:gd name="connsiteX881" fmla="*/ 6087656 w 7467600"/>
              <a:gd name="connsiteY881" fmla="*/ 826703 h 6858000"/>
              <a:gd name="connsiteX882" fmla="*/ 6058717 w 7467600"/>
              <a:gd name="connsiteY882" fmla="*/ 865992 h 6858000"/>
              <a:gd name="connsiteX883" fmla="*/ 4974153 w 7467600"/>
              <a:gd name="connsiteY883" fmla="*/ 1045456 h 6858000"/>
              <a:gd name="connsiteX884" fmla="*/ 5627835 w 7467600"/>
              <a:gd name="connsiteY884" fmla="*/ 1472077 h 6858000"/>
              <a:gd name="connsiteX885" fmla="*/ 5629817 w 7467600"/>
              <a:gd name="connsiteY885" fmla="*/ 1471412 h 6858000"/>
              <a:gd name="connsiteX886" fmla="*/ 5634124 w 7467600"/>
              <a:gd name="connsiteY886" fmla="*/ 1470572 h 6858000"/>
              <a:gd name="connsiteX887" fmla="*/ 5755832 w 7467600"/>
              <a:gd name="connsiteY887" fmla="*/ 1383886 h 6858000"/>
              <a:gd name="connsiteX888" fmla="*/ 6014186 w 7467600"/>
              <a:gd name="connsiteY888" fmla="*/ 1279799 h 6858000"/>
              <a:gd name="connsiteX889" fmla="*/ 6901619 w 7467600"/>
              <a:gd name="connsiteY889" fmla="*/ 1047874 h 6858000"/>
              <a:gd name="connsiteX890" fmla="*/ 6931566 w 7467600"/>
              <a:gd name="connsiteY890" fmla="*/ 1062034 h 6858000"/>
              <a:gd name="connsiteX891" fmla="*/ 5790982 w 7467600"/>
              <a:gd name="connsiteY891" fmla="*/ 1561380 h 6858000"/>
              <a:gd name="connsiteX892" fmla="*/ 6188971 w 7467600"/>
              <a:gd name="connsiteY892" fmla="*/ 1755168 h 6858000"/>
              <a:gd name="connsiteX893" fmla="*/ 6202446 w 7467600"/>
              <a:gd name="connsiteY893" fmla="*/ 1752268 h 6858000"/>
              <a:gd name="connsiteX894" fmla="*/ 7179560 w 7467600"/>
              <a:gd name="connsiteY894" fmla="*/ 1467551 h 6858000"/>
              <a:gd name="connsiteX895" fmla="*/ 7158730 w 7467600"/>
              <a:gd name="connsiteY895" fmla="*/ 1507835 h 6858000"/>
              <a:gd name="connsiteX896" fmla="*/ 6326959 w 7467600"/>
              <a:gd name="connsiteY896" fmla="*/ 1817686 h 6858000"/>
              <a:gd name="connsiteX897" fmla="*/ 6537433 w 7467600"/>
              <a:gd name="connsiteY897" fmla="*/ 1907790 h 6858000"/>
              <a:gd name="connsiteX898" fmla="*/ 6550221 w 7467600"/>
              <a:gd name="connsiteY898" fmla="*/ 1910729 h 6858000"/>
              <a:gd name="connsiteX899" fmla="*/ 6964438 w 7467600"/>
              <a:gd name="connsiteY899" fmla="*/ 2209505 h 6858000"/>
              <a:gd name="connsiteX900" fmla="*/ 7367862 w 7467600"/>
              <a:gd name="connsiteY900" fmla="*/ 2806833 h 6858000"/>
              <a:gd name="connsiteX901" fmla="*/ 7364329 w 7467600"/>
              <a:gd name="connsiteY901" fmla="*/ 2826907 h 6858000"/>
              <a:gd name="connsiteX902" fmla="*/ 7290545 w 7467600"/>
              <a:gd name="connsiteY902" fmla="*/ 2850663 h 6858000"/>
              <a:gd name="connsiteX903" fmla="*/ 6472036 w 7467600"/>
              <a:gd name="connsiteY903" fmla="*/ 1959003 h 6858000"/>
              <a:gd name="connsiteX904" fmla="*/ 5792897 w 7467600"/>
              <a:gd name="connsiteY904" fmla="*/ 1647747 h 6858000"/>
              <a:gd name="connsiteX905" fmla="*/ 5842751 w 7467600"/>
              <a:gd name="connsiteY905" fmla="*/ 1816112 h 6858000"/>
              <a:gd name="connsiteX906" fmla="*/ 5847424 w 7467600"/>
              <a:gd name="connsiteY906" fmla="*/ 1815776 h 6858000"/>
              <a:gd name="connsiteX907" fmla="*/ 6399821 w 7467600"/>
              <a:gd name="connsiteY907" fmla="*/ 2344799 h 6858000"/>
              <a:gd name="connsiteX908" fmla="*/ 6323232 w 7467600"/>
              <a:gd name="connsiteY908" fmla="*/ 2389634 h 6858000"/>
              <a:gd name="connsiteX909" fmla="*/ 5942958 w 7467600"/>
              <a:gd name="connsiteY909" fmla="*/ 2077708 h 6858000"/>
              <a:gd name="connsiteX910" fmla="*/ 5921559 w 7467600"/>
              <a:gd name="connsiteY910" fmla="*/ 2378596 h 6858000"/>
              <a:gd name="connsiteX911" fmla="*/ 5817651 w 7467600"/>
              <a:gd name="connsiteY911" fmla="*/ 3023919 h 6858000"/>
              <a:gd name="connsiteX912" fmla="*/ 5729634 w 7467600"/>
              <a:gd name="connsiteY912" fmla="*/ 3051849 h 6858000"/>
              <a:gd name="connsiteX913" fmla="*/ 5611018 w 7467600"/>
              <a:gd name="connsiteY913" fmla="*/ 2316769 h 6858000"/>
              <a:gd name="connsiteX914" fmla="*/ 5687608 w 7467600"/>
              <a:gd name="connsiteY914" fmla="*/ 2039972 h 6858000"/>
              <a:gd name="connsiteX915" fmla="*/ 5657554 w 7467600"/>
              <a:gd name="connsiteY915" fmla="*/ 1576445 h 6858000"/>
              <a:gd name="connsiteX916" fmla="*/ 5150475 w 7467600"/>
              <a:gd name="connsiteY916" fmla="*/ 1274012 h 6858000"/>
              <a:gd name="connsiteX917" fmla="*/ 5349142 w 7467600"/>
              <a:gd name="connsiteY917" fmla="*/ 2204405 h 6858000"/>
              <a:gd name="connsiteX918" fmla="*/ 5262214 w 7467600"/>
              <a:gd name="connsiteY918" fmla="*/ 2233836 h 6858000"/>
              <a:gd name="connsiteX919" fmla="*/ 4981539 w 7467600"/>
              <a:gd name="connsiteY919" fmla="*/ 1542201 h 6858000"/>
              <a:gd name="connsiteX920" fmla="*/ 4958461 w 7467600"/>
              <a:gd name="connsiteY920" fmla="*/ 1136957 h 6858000"/>
              <a:gd name="connsiteX921" fmla="*/ 4655015 w 7467600"/>
              <a:gd name="connsiteY921" fmla="*/ 891426 h 6858000"/>
              <a:gd name="connsiteX922" fmla="*/ 4348002 w 7467600"/>
              <a:gd name="connsiteY922" fmla="*/ 2205895 h 6858000"/>
              <a:gd name="connsiteX923" fmla="*/ 4262250 w 7467600"/>
              <a:gd name="connsiteY923" fmla="*/ 2219972 h 6858000"/>
              <a:gd name="connsiteX924" fmla="*/ 4550611 w 7467600"/>
              <a:gd name="connsiteY924" fmla="*/ 817540 h 6858000"/>
              <a:gd name="connsiteX925" fmla="*/ 4564418 w 7467600"/>
              <a:gd name="connsiteY925" fmla="*/ 808293 h 6858000"/>
              <a:gd name="connsiteX926" fmla="*/ 4266388 w 7467600"/>
              <a:gd name="connsiteY926" fmla="*/ 500083 h 6858000"/>
              <a:gd name="connsiteX927" fmla="*/ 4032842 w 7467600"/>
              <a:gd name="connsiteY927" fmla="*/ 211809 h 6858000"/>
              <a:gd name="connsiteX928" fmla="*/ 3882765 w 7467600"/>
              <a:gd name="connsiteY928" fmla="*/ 0 h 6858000"/>
              <a:gd name="connsiteX929" fmla="*/ 3721337 w 7467600"/>
              <a:gd name="connsiteY929" fmla="*/ 0 h 6858000"/>
              <a:gd name="connsiteX930" fmla="*/ 3797544 w 7467600"/>
              <a:gd name="connsiteY930" fmla="*/ 0 h 6858000"/>
              <a:gd name="connsiteX931" fmla="*/ 3775734 w 7467600"/>
              <a:gd name="connsiteY931" fmla="*/ 95131 h 6858000"/>
              <a:gd name="connsiteX932" fmla="*/ 3724807 w 7467600"/>
              <a:gd name="connsiteY932" fmla="*/ 272257 h 6858000"/>
              <a:gd name="connsiteX933" fmla="*/ 3726844 w 7467600"/>
              <a:gd name="connsiteY933" fmla="*/ 282988 h 6858000"/>
              <a:gd name="connsiteX934" fmla="*/ 3742664 w 7467600"/>
              <a:gd name="connsiteY934" fmla="*/ 279918 h 6858000"/>
              <a:gd name="connsiteX935" fmla="*/ 4103910 w 7467600"/>
              <a:gd name="connsiteY935" fmla="*/ 1161917 h 6858000"/>
              <a:gd name="connsiteX936" fmla="*/ 4020269 w 7467600"/>
              <a:gd name="connsiteY936" fmla="*/ 1200406 h 6858000"/>
              <a:gd name="connsiteX937" fmla="*/ 3674882 w 7467600"/>
              <a:gd name="connsiteY937" fmla="*/ 488524 h 6858000"/>
              <a:gd name="connsiteX938" fmla="*/ 3132682 w 7467600"/>
              <a:gd name="connsiteY938" fmla="*/ 1072284 h 6858000"/>
              <a:gd name="connsiteX939" fmla="*/ 2716346 w 7467600"/>
              <a:gd name="connsiteY939" fmla="*/ 1276376 h 6858000"/>
              <a:gd name="connsiteX940" fmla="*/ 2716772 w 7467600"/>
              <a:gd name="connsiteY940" fmla="*/ 1255462 h 6858000"/>
              <a:gd name="connsiteX941" fmla="*/ 3471096 w 7467600"/>
              <a:gd name="connsiteY941" fmla="*/ 437072 h 6858000"/>
              <a:gd name="connsiteX942" fmla="*/ 3639057 w 7467600"/>
              <a:gd name="connsiteY942" fmla="*/ 286334 h 6858000"/>
              <a:gd name="connsiteX943" fmla="*/ 3640309 w 7467600"/>
              <a:gd name="connsiteY943" fmla="*/ 284664 h 6858000"/>
              <a:gd name="connsiteX944" fmla="*/ 3646022 w 7467600"/>
              <a:gd name="connsiteY944" fmla="*/ 276711 h 6858000"/>
              <a:gd name="connsiteX945" fmla="*/ 3707943 w 7467600"/>
              <a:gd name="connsiteY945" fmla="*/ 65958 h 6858000"/>
              <a:gd name="connsiteX946" fmla="*/ 3721337 w 7467600"/>
              <a:gd name="connsiteY946" fmla="*/ 0 h 6858000"/>
              <a:gd name="connsiteX947" fmla="*/ 2867960 w 7467600"/>
              <a:gd name="connsiteY947" fmla="*/ 0 h 6858000"/>
              <a:gd name="connsiteX948" fmla="*/ 2926351 w 7467600"/>
              <a:gd name="connsiteY948" fmla="*/ 0 h 6858000"/>
              <a:gd name="connsiteX949" fmla="*/ 2902823 w 7467600"/>
              <a:gd name="connsiteY949" fmla="*/ 262929 h 6858000"/>
              <a:gd name="connsiteX950" fmla="*/ 2940663 w 7467600"/>
              <a:gd name="connsiteY950" fmla="*/ 140884 h 6858000"/>
              <a:gd name="connsiteX951" fmla="*/ 2947039 w 7467600"/>
              <a:gd name="connsiteY951" fmla="*/ 122524 h 6858000"/>
              <a:gd name="connsiteX952" fmla="*/ 2984316 w 7467600"/>
              <a:gd name="connsiteY952" fmla="*/ 0 h 6858000"/>
              <a:gd name="connsiteX953" fmla="*/ 3016114 w 7467600"/>
              <a:gd name="connsiteY953" fmla="*/ 0 h 6858000"/>
              <a:gd name="connsiteX954" fmla="*/ 2979949 w 7467600"/>
              <a:gd name="connsiteY954" fmla="*/ 119274 h 6858000"/>
              <a:gd name="connsiteX955" fmla="*/ 3023879 w 7467600"/>
              <a:gd name="connsiteY955" fmla="*/ 0 h 6858000"/>
              <a:gd name="connsiteX956" fmla="*/ 3105400 w 7467600"/>
              <a:gd name="connsiteY956" fmla="*/ 0 h 6858000"/>
              <a:gd name="connsiteX957" fmla="*/ 3094669 w 7467600"/>
              <a:gd name="connsiteY957" fmla="*/ 30308 h 6858000"/>
              <a:gd name="connsiteX958" fmla="*/ 2901945 w 7467600"/>
              <a:gd name="connsiteY958" fmla="*/ 466538 h 6858000"/>
              <a:gd name="connsiteX959" fmla="*/ 2815209 w 7467600"/>
              <a:gd name="connsiteY959" fmla="*/ 497361 h 6858000"/>
              <a:gd name="connsiteX960" fmla="*/ 2844845 w 7467600"/>
              <a:gd name="connsiteY960" fmla="*/ 127638 h 6858000"/>
              <a:gd name="connsiteX961" fmla="*/ 2867960 w 7467600"/>
              <a:gd name="connsiteY961" fmla="*/ 0 h 6858000"/>
              <a:gd name="connsiteX962" fmla="*/ 1057230 w 7467600"/>
              <a:gd name="connsiteY962" fmla="*/ 0 h 6858000"/>
              <a:gd name="connsiteX963" fmla="*/ 1111003 w 7467600"/>
              <a:gd name="connsiteY963" fmla="*/ 0 h 6858000"/>
              <a:gd name="connsiteX964" fmla="*/ 1125553 w 7467600"/>
              <a:gd name="connsiteY964" fmla="*/ 52588 h 6858000"/>
              <a:gd name="connsiteX965" fmla="*/ 1304276 w 7467600"/>
              <a:gd name="connsiteY965" fmla="*/ 476275 h 6858000"/>
              <a:gd name="connsiteX966" fmla="*/ 1492066 w 7467600"/>
              <a:gd name="connsiteY966" fmla="*/ 886333 h 6858000"/>
              <a:gd name="connsiteX967" fmla="*/ 1423698 w 7467600"/>
              <a:gd name="connsiteY967" fmla="*/ 710817 h 6858000"/>
              <a:gd name="connsiteX968" fmla="*/ 1357609 w 7467600"/>
              <a:gd name="connsiteY968" fmla="*/ 532892 h 6858000"/>
              <a:gd name="connsiteX969" fmla="*/ 1309550 w 7467600"/>
              <a:gd name="connsiteY969" fmla="*/ 374031 h 6858000"/>
              <a:gd name="connsiteX970" fmla="*/ 1193673 w 7467600"/>
              <a:gd name="connsiteY970" fmla="*/ 49533 h 6858000"/>
              <a:gd name="connsiteX971" fmla="*/ 1164391 w 7467600"/>
              <a:gd name="connsiteY971" fmla="*/ 0 h 6858000"/>
              <a:gd name="connsiteX972" fmla="*/ 1200666 w 7467600"/>
              <a:gd name="connsiteY972" fmla="*/ 0 h 6858000"/>
              <a:gd name="connsiteX973" fmla="*/ 1223408 w 7467600"/>
              <a:gd name="connsiteY973" fmla="*/ 38996 h 6858000"/>
              <a:gd name="connsiteX974" fmla="*/ 1339635 w 7467600"/>
              <a:gd name="connsiteY974" fmla="*/ 365517 h 6858000"/>
              <a:gd name="connsiteX975" fmla="*/ 1387469 w 7467600"/>
              <a:gd name="connsiteY975" fmla="*/ 523079 h 6858000"/>
              <a:gd name="connsiteX976" fmla="*/ 1452685 w 7467600"/>
              <a:gd name="connsiteY976" fmla="*/ 699806 h 6858000"/>
              <a:gd name="connsiteX977" fmla="*/ 1492092 w 7467600"/>
              <a:gd name="connsiteY977" fmla="*/ 800424 h 6858000"/>
              <a:gd name="connsiteX978" fmla="*/ 1455302 w 7467600"/>
              <a:gd name="connsiteY978" fmla="*/ 632913 h 6858000"/>
              <a:gd name="connsiteX979" fmla="*/ 1222336 w 7467600"/>
              <a:gd name="connsiteY979" fmla="*/ 9480 h 6858000"/>
              <a:gd name="connsiteX980" fmla="*/ 1214634 w 7467600"/>
              <a:gd name="connsiteY980" fmla="*/ 0 h 6858000"/>
              <a:gd name="connsiteX981" fmla="*/ 1289827 w 7467600"/>
              <a:gd name="connsiteY981" fmla="*/ 0 h 6858000"/>
              <a:gd name="connsiteX982" fmla="*/ 1321076 w 7467600"/>
              <a:gd name="connsiteY982" fmla="*/ 59722 h 6858000"/>
              <a:gd name="connsiteX983" fmla="*/ 1512579 w 7467600"/>
              <a:gd name="connsiteY983" fmla="*/ 626441 h 6858000"/>
              <a:gd name="connsiteX984" fmla="*/ 1506076 w 7467600"/>
              <a:gd name="connsiteY984" fmla="*/ 1089289 h 6858000"/>
              <a:gd name="connsiteX985" fmla="*/ 1486346 w 7467600"/>
              <a:gd name="connsiteY985" fmla="*/ 1079919 h 6858000"/>
              <a:gd name="connsiteX986" fmla="*/ 1070511 w 7467600"/>
              <a:gd name="connsiteY986" fmla="*/ 48609 h 6858000"/>
              <a:gd name="connsiteX987" fmla="*/ 1057230 w 7467600"/>
              <a:gd name="connsiteY987" fmla="*/ 0 h 6858000"/>
              <a:gd name="connsiteX988" fmla="*/ 43151 w 7467600"/>
              <a:gd name="connsiteY988" fmla="*/ 0 h 6858000"/>
              <a:gd name="connsiteX989" fmla="*/ 95283 w 7467600"/>
              <a:gd name="connsiteY989" fmla="*/ 0 h 6858000"/>
              <a:gd name="connsiteX990" fmla="*/ 300708 w 7467600"/>
              <a:gd name="connsiteY990" fmla="*/ 154571 h 6858000"/>
              <a:gd name="connsiteX991" fmla="*/ 530414 w 7467600"/>
              <a:gd name="connsiteY991" fmla="*/ 354673 h 6858000"/>
              <a:gd name="connsiteX992" fmla="*/ 333785 w 7467600"/>
              <a:gd name="connsiteY992" fmla="*/ 161564 h 6858000"/>
              <a:gd name="connsiteX993" fmla="*/ 147005 w 7467600"/>
              <a:gd name="connsiteY993" fmla="*/ 0 h 6858000"/>
              <a:gd name="connsiteX994" fmla="*/ 272509 w 7467600"/>
              <a:gd name="connsiteY994" fmla="*/ 0 h 6858000"/>
              <a:gd name="connsiteX995" fmla="*/ 326276 w 7467600"/>
              <a:gd name="connsiteY995" fmla="*/ 45847 h 6858000"/>
              <a:gd name="connsiteX996" fmla="*/ 823759 w 7467600"/>
              <a:gd name="connsiteY996" fmla="*/ 574145 h 6858000"/>
              <a:gd name="connsiteX997" fmla="*/ 811254 w 7467600"/>
              <a:gd name="connsiteY997" fmla="*/ 665546 h 6858000"/>
              <a:gd name="connsiteX998" fmla="*/ 154042 w 7467600"/>
              <a:gd name="connsiteY998" fmla="*/ 261522 h 6858000"/>
              <a:gd name="connsiteX999" fmla="*/ 13550 w 7467600"/>
              <a:gd name="connsiteY999" fmla="*/ 158423 h 6858000"/>
              <a:gd name="connsiteX1000" fmla="*/ 0 w 7467600"/>
              <a:gd name="connsiteY1000" fmla="*/ 146618 h 6858000"/>
              <a:gd name="connsiteX1001" fmla="*/ 0 w 7467600"/>
              <a:gd name="connsiteY1001" fmla="*/ 59161 h 6858000"/>
              <a:gd name="connsiteX1002" fmla="*/ 45427 w 7467600"/>
              <a:gd name="connsiteY1002" fmla="*/ 101078 h 6858000"/>
              <a:gd name="connsiteX1003" fmla="*/ 630103 w 7467600"/>
              <a:gd name="connsiteY1003" fmla="*/ 485885 h 6858000"/>
              <a:gd name="connsiteX1004" fmla="*/ 532040 w 7467600"/>
              <a:gd name="connsiteY1004" fmla="*/ 399359 h 6858000"/>
              <a:gd name="connsiteX1005" fmla="*/ 517618 w 7467600"/>
              <a:gd name="connsiteY1005" fmla="*/ 385726 h 6858000"/>
              <a:gd name="connsiteX1006" fmla="*/ 285074 w 7467600"/>
              <a:gd name="connsiteY1006" fmla="*/ 182755 h 6858000"/>
              <a:gd name="connsiteX1007" fmla="*/ 43151 w 7467600"/>
              <a:gd name="connsiteY100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19999 w 7467600"/>
              <a:gd name="connsiteY844" fmla="*/ 774360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5905192 w 7467600"/>
              <a:gd name="connsiteY848" fmla="*/ 163079 h 6858000"/>
              <a:gd name="connsiteX849" fmla="*/ 5865655 w 7467600"/>
              <a:gd name="connsiteY849" fmla="*/ 171901 h 6858000"/>
              <a:gd name="connsiteX850" fmla="*/ 5259740 w 7467600"/>
              <a:gd name="connsiteY850" fmla="*/ 257013 h 6858000"/>
              <a:gd name="connsiteX851" fmla="*/ 5208466 w 7467600"/>
              <a:gd name="connsiteY851" fmla="*/ 257550 h 6858000"/>
              <a:gd name="connsiteX852" fmla="*/ 4980204 w 7467600"/>
              <a:gd name="connsiteY852" fmla="*/ 271903 h 6858000"/>
              <a:gd name="connsiteX853" fmla="*/ 5068068 w 7467600"/>
              <a:gd name="connsiteY853" fmla="*/ 282244 h 6858000"/>
              <a:gd name="connsiteX854" fmla="*/ 5153231 w 7467600"/>
              <a:gd name="connsiteY854" fmla="*/ 292240 h 6858000"/>
              <a:gd name="connsiteX855" fmla="*/ 5426491 w 7467600"/>
              <a:gd name="connsiteY855" fmla="*/ 281128 h 6858000"/>
              <a:gd name="connsiteX856" fmla="*/ 5731212 w 7467600"/>
              <a:gd name="connsiteY856" fmla="*/ 231951 h 6858000"/>
              <a:gd name="connsiteX857" fmla="*/ 5905192 w 7467600"/>
              <a:gd name="connsiteY857" fmla="*/ 163079 h 6858000"/>
              <a:gd name="connsiteX858" fmla="*/ 5944437 w 7467600"/>
              <a:gd name="connsiteY858" fmla="*/ 113829 h 6858000"/>
              <a:gd name="connsiteX859" fmla="*/ 5825032 w 7467600"/>
              <a:gd name="connsiteY859" fmla="*/ 146405 h 6858000"/>
              <a:gd name="connsiteX860" fmla="*/ 4955599 w 7467600"/>
              <a:gd name="connsiteY860" fmla="*/ 247008 h 6858000"/>
              <a:gd name="connsiteX861" fmla="*/ 5210104 w 7467600"/>
              <a:gd name="connsiteY861" fmla="*/ 228123 h 6858000"/>
              <a:gd name="connsiteX862" fmla="*/ 5261015 w 7467600"/>
              <a:gd name="connsiteY862" fmla="*/ 227087 h 6858000"/>
              <a:gd name="connsiteX863" fmla="*/ 5861181 w 7467600"/>
              <a:gd name="connsiteY863" fmla="*/ 143093 h 6858000"/>
              <a:gd name="connsiteX864" fmla="*/ 5961252 w 7467600"/>
              <a:gd name="connsiteY864" fmla="*/ 114820 h 6858000"/>
              <a:gd name="connsiteX865" fmla="*/ 5944437 w 7467600"/>
              <a:gd name="connsiteY865" fmla="*/ 113829 h 6858000"/>
              <a:gd name="connsiteX866" fmla="*/ 3882765 w 7467600"/>
              <a:gd name="connsiteY866" fmla="*/ 0 h 6858000"/>
              <a:gd name="connsiteX867" fmla="*/ 3995099 w 7467600"/>
              <a:gd name="connsiteY867" fmla="*/ 0 h 6858000"/>
              <a:gd name="connsiteX868" fmla="*/ 4163818 w 7467600"/>
              <a:gd name="connsiteY868" fmla="*/ 234104 h 6858000"/>
              <a:gd name="connsiteX869" fmla="*/ 4172099 w 7467600"/>
              <a:gd name="connsiteY869" fmla="*/ 234207 h 6858000"/>
              <a:gd name="connsiteX870" fmla="*/ 4784282 w 7467600"/>
              <a:gd name="connsiteY870" fmla="*/ 276561 h 6858000"/>
              <a:gd name="connsiteX871" fmla="*/ 4801687 w 7467600"/>
              <a:gd name="connsiteY871" fmla="*/ 267764 h 6858000"/>
              <a:gd name="connsiteX872" fmla="*/ 6082788 w 7467600"/>
              <a:gd name="connsiteY872" fmla="*/ 64119 h 6858000"/>
              <a:gd name="connsiteX873" fmla="*/ 6099442 w 7467600"/>
              <a:gd name="connsiteY873" fmla="*/ 82568 h 6858000"/>
              <a:gd name="connsiteX874" fmla="*/ 4804137 w 7467600"/>
              <a:gd name="connsiteY874" fmla="*/ 320931 h 6858000"/>
              <a:gd name="connsiteX875" fmla="*/ 4227047 w 7467600"/>
              <a:gd name="connsiteY875" fmla="*/ 313415 h 6858000"/>
              <a:gd name="connsiteX876" fmla="*/ 4346041 w 7467600"/>
              <a:gd name="connsiteY876" fmla="*/ 456086 h 6858000"/>
              <a:gd name="connsiteX877" fmla="*/ 4870967 w 7467600"/>
              <a:gd name="connsiteY877" fmla="*/ 963061 h 6858000"/>
              <a:gd name="connsiteX878" fmla="*/ 4889647 w 7467600"/>
              <a:gd name="connsiteY878" fmla="*/ 957147 h 6858000"/>
              <a:gd name="connsiteX879" fmla="*/ 5422504 w 7467600"/>
              <a:gd name="connsiteY879" fmla="*/ 805191 h 6858000"/>
              <a:gd name="connsiteX880" fmla="*/ 6087656 w 7467600"/>
              <a:gd name="connsiteY880" fmla="*/ 826703 h 6858000"/>
              <a:gd name="connsiteX881" fmla="*/ 6058717 w 7467600"/>
              <a:gd name="connsiteY881" fmla="*/ 865992 h 6858000"/>
              <a:gd name="connsiteX882" fmla="*/ 4974153 w 7467600"/>
              <a:gd name="connsiteY882" fmla="*/ 1045456 h 6858000"/>
              <a:gd name="connsiteX883" fmla="*/ 5627835 w 7467600"/>
              <a:gd name="connsiteY883" fmla="*/ 1472077 h 6858000"/>
              <a:gd name="connsiteX884" fmla="*/ 5629817 w 7467600"/>
              <a:gd name="connsiteY884" fmla="*/ 1471412 h 6858000"/>
              <a:gd name="connsiteX885" fmla="*/ 5634124 w 7467600"/>
              <a:gd name="connsiteY885" fmla="*/ 1470572 h 6858000"/>
              <a:gd name="connsiteX886" fmla="*/ 5755832 w 7467600"/>
              <a:gd name="connsiteY886" fmla="*/ 1383886 h 6858000"/>
              <a:gd name="connsiteX887" fmla="*/ 6014186 w 7467600"/>
              <a:gd name="connsiteY887" fmla="*/ 1279799 h 6858000"/>
              <a:gd name="connsiteX888" fmla="*/ 6901619 w 7467600"/>
              <a:gd name="connsiteY888" fmla="*/ 1047874 h 6858000"/>
              <a:gd name="connsiteX889" fmla="*/ 6931566 w 7467600"/>
              <a:gd name="connsiteY889" fmla="*/ 1062034 h 6858000"/>
              <a:gd name="connsiteX890" fmla="*/ 5790982 w 7467600"/>
              <a:gd name="connsiteY890" fmla="*/ 1561380 h 6858000"/>
              <a:gd name="connsiteX891" fmla="*/ 6188971 w 7467600"/>
              <a:gd name="connsiteY891" fmla="*/ 1755168 h 6858000"/>
              <a:gd name="connsiteX892" fmla="*/ 6202446 w 7467600"/>
              <a:gd name="connsiteY892" fmla="*/ 1752268 h 6858000"/>
              <a:gd name="connsiteX893" fmla="*/ 7179560 w 7467600"/>
              <a:gd name="connsiteY893" fmla="*/ 1467551 h 6858000"/>
              <a:gd name="connsiteX894" fmla="*/ 7158730 w 7467600"/>
              <a:gd name="connsiteY894" fmla="*/ 1507835 h 6858000"/>
              <a:gd name="connsiteX895" fmla="*/ 6326959 w 7467600"/>
              <a:gd name="connsiteY895" fmla="*/ 1817686 h 6858000"/>
              <a:gd name="connsiteX896" fmla="*/ 6537433 w 7467600"/>
              <a:gd name="connsiteY896" fmla="*/ 1907790 h 6858000"/>
              <a:gd name="connsiteX897" fmla="*/ 6550221 w 7467600"/>
              <a:gd name="connsiteY897" fmla="*/ 1910729 h 6858000"/>
              <a:gd name="connsiteX898" fmla="*/ 6964438 w 7467600"/>
              <a:gd name="connsiteY898" fmla="*/ 2209505 h 6858000"/>
              <a:gd name="connsiteX899" fmla="*/ 7367862 w 7467600"/>
              <a:gd name="connsiteY899" fmla="*/ 2806833 h 6858000"/>
              <a:gd name="connsiteX900" fmla="*/ 7364329 w 7467600"/>
              <a:gd name="connsiteY900" fmla="*/ 2826907 h 6858000"/>
              <a:gd name="connsiteX901" fmla="*/ 7290545 w 7467600"/>
              <a:gd name="connsiteY901" fmla="*/ 2850663 h 6858000"/>
              <a:gd name="connsiteX902" fmla="*/ 6472036 w 7467600"/>
              <a:gd name="connsiteY902" fmla="*/ 1959003 h 6858000"/>
              <a:gd name="connsiteX903" fmla="*/ 5792897 w 7467600"/>
              <a:gd name="connsiteY903" fmla="*/ 1647747 h 6858000"/>
              <a:gd name="connsiteX904" fmla="*/ 5842751 w 7467600"/>
              <a:gd name="connsiteY904" fmla="*/ 1816112 h 6858000"/>
              <a:gd name="connsiteX905" fmla="*/ 5847424 w 7467600"/>
              <a:gd name="connsiteY905" fmla="*/ 1815776 h 6858000"/>
              <a:gd name="connsiteX906" fmla="*/ 6399821 w 7467600"/>
              <a:gd name="connsiteY906" fmla="*/ 2344799 h 6858000"/>
              <a:gd name="connsiteX907" fmla="*/ 6323232 w 7467600"/>
              <a:gd name="connsiteY907" fmla="*/ 2389634 h 6858000"/>
              <a:gd name="connsiteX908" fmla="*/ 5942958 w 7467600"/>
              <a:gd name="connsiteY908" fmla="*/ 2077708 h 6858000"/>
              <a:gd name="connsiteX909" fmla="*/ 5921559 w 7467600"/>
              <a:gd name="connsiteY909" fmla="*/ 2378596 h 6858000"/>
              <a:gd name="connsiteX910" fmla="*/ 5817651 w 7467600"/>
              <a:gd name="connsiteY910" fmla="*/ 3023919 h 6858000"/>
              <a:gd name="connsiteX911" fmla="*/ 5729634 w 7467600"/>
              <a:gd name="connsiteY911" fmla="*/ 3051849 h 6858000"/>
              <a:gd name="connsiteX912" fmla="*/ 5611018 w 7467600"/>
              <a:gd name="connsiteY912" fmla="*/ 2316769 h 6858000"/>
              <a:gd name="connsiteX913" fmla="*/ 5687608 w 7467600"/>
              <a:gd name="connsiteY913" fmla="*/ 2039972 h 6858000"/>
              <a:gd name="connsiteX914" fmla="*/ 5657554 w 7467600"/>
              <a:gd name="connsiteY914" fmla="*/ 1576445 h 6858000"/>
              <a:gd name="connsiteX915" fmla="*/ 5150475 w 7467600"/>
              <a:gd name="connsiteY915" fmla="*/ 1274012 h 6858000"/>
              <a:gd name="connsiteX916" fmla="*/ 5349142 w 7467600"/>
              <a:gd name="connsiteY916" fmla="*/ 2204405 h 6858000"/>
              <a:gd name="connsiteX917" fmla="*/ 5262214 w 7467600"/>
              <a:gd name="connsiteY917" fmla="*/ 2233836 h 6858000"/>
              <a:gd name="connsiteX918" fmla="*/ 4981539 w 7467600"/>
              <a:gd name="connsiteY918" fmla="*/ 1542201 h 6858000"/>
              <a:gd name="connsiteX919" fmla="*/ 4958461 w 7467600"/>
              <a:gd name="connsiteY919" fmla="*/ 1136957 h 6858000"/>
              <a:gd name="connsiteX920" fmla="*/ 4655015 w 7467600"/>
              <a:gd name="connsiteY920" fmla="*/ 891426 h 6858000"/>
              <a:gd name="connsiteX921" fmla="*/ 4348002 w 7467600"/>
              <a:gd name="connsiteY921" fmla="*/ 2205895 h 6858000"/>
              <a:gd name="connsiteX922" fmla="*/ 4262250 w 7467600"/>
              <a:gd name="connsiteY922" fmla="*/ 2219972 h 6858000"/>
              <a:gd name="connsiteX923" fmla="*/ 4550611 w 7467600"/>
              <a:gd name="connsiteY923" fmla="*/ 817540 h 6858000"/>
              <a:gd name="connsiteX924" fmla="*/ 4564418 w 7467600"/>
              <a:gd name="connsiteY924" fmla="*/ 808293 h 6858000"/>
              <a:gd name="connsiteX925" fmla="*/ 4266388 w 7467600"/>
              <a:gd name="connsiteY925" fmla="*/ 500083 h 6858000"/>
              <a:gd name="connsiteX926" fmla="*/ 4032842 w 7467600"/>
              <a:gd name="connsiteY926" fmla="*/ 211809 h 6858000"/>
              <a:gd name="connsiteX927" fmla="*/ 3882765 w 7467600"/>
              <a:gd name="connsiteY927" fmla="*/ 0 h 6858000"/>
              <a:gd name="connsiteX928" fmla="*/ 3721337 w 7467600"/>
              <a:gd name="connsiteY928" fmla="*/ 0 h 6858000"/>
              <a:gd name="connsiteX929" fmla="*/ 3797544 w 7467600"/>
              <a:gd name="connsiteY929" fmla="*/ 0 h 6858000"/>
              <a:gd name="connsiteX930" fmla="*/ 3775734 w 7467600"/>
              <a:gd name="connsiteY930" fmla="*/ 95131 h 6858000"/>
              <a:gd name="connsiteX931" fmla="*/ 3724807 w 7467600"/>
              <a:gd name="connsiteY931" fmla="*/ 272257 h 6858000"/>
              <a:gd name="connsiteX932" fmla="*/ 3726844 w 7467600"/>
              <a:gd name="connsiteY932" fmla="*/ 282988 h 6858000"/>
              <a:gd name="connsiteX933" fmla="*/ 3742664 w 7467600"/>
              <a:gd name="connsiteY933" fmla="*/ 279918 h 6858000"/>
              <a:gd name="connsiteX934" fmla="*/ 4103910 w 7467600"/>
              <a:gd name="connsiteY934" fmla="*/ 1161917 h 6858000"/>
              <a:gd name="connsiteX935" fmla="*/ 4020269 w 7467600"/>
              <a:gd name="connsiteY935" fmla="*/ 1200406 h 6858000"/>
              <a:gd name="connsiteX936" fmla="*/ 3674882 w 7467600"/>
              <a:gd name="connsiteY936" fmla="*/ 488524 h 6858000"/>
              <a:gd name="connsiteX937" fmla="*/ 3132682 w 7467600"/>
              <a:gd name="connsiteY937" fmla="*/ 1072284 h 6858000"/>
              <a:gd name="connsiteX938" fmla="*/ 2716346 w 7467600"/>
              <a:gd name="connsiteY938" fmla="*/ 1276376 h 6858000"/>
              <a:gd name="connsiteX939" fmla="*/ 2716772 w 7467600"/>
              <a:gd name="connsiteY939" fmla="*/ 1255462 h 6858000"/>
              <a:gd name="connsiteX940" fmla="*/ 3471096 w 7467600"/>
              <a:gd name="connsiteY940" fmla="*/ 437072 h 6858000"/>
              <a:gd name="connsiteX941" fmla="*/ 3639057 w 7467600"/>
              <a:gd name="connsiteY941" fmla="*/ 286334 h 6858000"/>
              <a:gd name="connsiteX942" fmla="*/ 3640309 w 7467600"/>
              <a:gd name="connsiteY942" fmla="*/ 284664 h 6858000"/>
              <a:gd name="connsiteX943" fmla="*/ 3646022 w 7467600"/>
              <a:gd name="connsiteY943" fmla="*/ 276711 h 6858000"/>
              <a:gd name="connsiteX944" fmla="*/ 3707943 w 7467600"/>
              <a:gd name="connsiteY944" fmla="*/ 65958 h 6858000"/>
              <a:gd name="connsiteX945" fmla="*/ 3721337 w 7467600"/>
              <a:gd name="connsiteY945" fmla="*/ 0 h 6858000"/>
              <a:gd name="connsiteX946" fmla="*/ 2867960 w 7467600"/>
              <a:gd name="connsiteY946" fmla="*/ 0 h 6858000"/>
              <a:gd name="connsiteX947" fmla="*/ 2926351 w 7467600"/>
              <a:gd name="connsiteY947" fmla="*/ 0 h 6858000"/>
              <a:gd name="connsiteX948" fmla="*/ 2902823 w 7467600"/>
              <a:gd name="connsiteY948" fmla="*/ 262929 h 6858000"/>
              <a:gd name="connsiteX949" fmla="*/ 2940663 w 7467600"/>
              <a:gd name="connsiteY949" fmla="*/ 140884 h 6858000"/>
              <a:gd name="connsiteX950" fmla="*/ 2947039 w 7467600"/>
              <a:gd name="connsiteY950" fmla="*/ 122524 h 6858000"/>
              <a:gd name="connsiteX951" fmla="*/ 2984316 w 7467600"/>
              <a:gd name="connsiteY951" fmla="*/ 0 h 6858000"/>
              <a:gd name="connsiteX952" fmla="*/ 3016114 w 7467600"/>
              <a:gd name="connsiteY952" fmla="*/ 0 h 6858000"/>
              <a:gd name="connsiteX953" fmla="*/ 2979949 w 7467600"/>
              <a:gd name="connsiteY953" fmla="*/ 119274 h 6858000"/>
              <a:gd name="connsiteX954" fmla="*/ 3023879 w 7467600"/>
              <a:gd name="connsiteY954" fmla="*/ 0 h 6858000"/>
              <a:gd name="connsiteX955" fmla="*/ 3105400 w 7467600"/>
              <a:gd name="connsiteY955" fmla="*/ 0 h 6858000"/>
              <a:gd name="connsiteX956" fmla="*/ 3094669 w 7467600"/>
              <a:gd name="connsiteY956" fmla="*/ 30308 h 6858000"/>
              <a:gd name="connsiteX957" fmla="*/ 2901945 w 7467600"/>
              <a:gd name="connsiteY957" fmla="*/ 466538 h 6858000"/>
              <a:gd name="connsiteX958" fmla="*/ 2815209 w 7467600"/>
              <a:gd name="connsiteY958" fmla="*/ 497361 h 6858000"/>
              <a:gd name="connsiteX959" fmla="*/ 2844845 w 7467600"/>
              <a:gd name="connsiteY959" fmla="*/ 127638 h 6858000"/>
              <a:gd name="connsiteX960" fmla="*/ 2867960 w 7467600"/>
              <a:gd name="connsiteY960" fmla="*/ 0 h 6858000"/>
              <a:gd name="connsiteX961" fmla="*/ 1057230 w 7467600"/>
              <a:gd name="connsiteY961" fmla="*/ 0 h 6858000"/>
              <a:gd name="connsiteX962" fmla="*/ 1111003 w 7467600"/>
              <a:gd name="connsiteY962" fmla="*/ 0 h 6858000"/>
              <a:gd name="connsiteX963" fmla="*/ 1125553 w 7467600"/>
              <a:gd name="connsiteY963" fmla="*/ 52588 h 6858000"/>
              <a:gd name="connsiteX964" fmla="*/ 1304276 w 7467600"/>
              <a:gd name="connsiteY964" fmla="*/ 476275 h 6858000"/>
              <a:gd name="connsiteX965" fmla="*/ 1492066 w 7467600"/>
              <a:gd name="connsiteY965" fmla="*/ 886333 h 6858000"/>
              <a:gd name="connsiteX966" fmla="*/ 1423698 w 7467600"/>
              <a:gd name="connsiteY966" fmla="*/ 710817 h 6858000"/>
              <a:gd name="connsiteX967" fmla="*/ 1357609 w 7467600"/>
              <a:gd name="connsiteY967" fmla="*/ 532892 h 6858000"/>
              <a:gd name="connsiteX968" fmla="*/ 1309550 w 7467600"/>
              <a:gd name="connsiteY968" fmla="*/ 374031 h 6858000"/>
              <a:gd name="connsiteX969" fmla="*/ 1193673 w 7467600"/>
              <a:gd name="connsiteY969" fmla="*/ 49533 h 6858000"/>
              <a:gd name="connsiteX970" fmla="*/ 1164391 w 7467600"/>
              <a:gd name="connsiteY970" fmla="*/ 0 h 6858000"/>
              <a:gd name="connsiteX971" fmla="*/ 1200666 w 7467600"/>
              <a:gd name="connsiteY971" fmla="*/ 0 h 6858000"/>
              <a:gd name="connsiteX972" fmla="*/ 1223408 w 7467600"/>
              <a:gd name="connsiteY972" fmla="*/ 38996 h 6858000"/>
              <a:gd name="connsiteX973" fmla="*/ 1339635 w 7467600"/>
              <a:gd name="connsiteY973" fmla="*/ 365517 h 6858000"/>
              <a:gd name="connsiteX974" fmla="*/ 1387469 w 7467600"/>
              <a:gd name="connsiteY974" fmla="*/ 523079 h 6858000"/>
              <a:gd name="connsiteX975" fmla="*/ 1452685 w 7467600"/>
              <a:gd name="connsiteY975" fmla="*/ 699806 h 6858000"/>
              <a:gd name="connsiteX976" fmla="*/ 1492092 w 7467600"/>
              <a:gd name="connsiteY976" fmla="*/ 800424 h 6858000"/>
              <a:gd name="connsiteX977" fmla="*/ 1455302 w 7467600"/>
              <a:gd name="connsiteY977" fmla="*/ 632913 h 6858000"/>
              <a:gd name="connsiteX978" fmla="*/ 1222336 w 7467600"/>
              <a:gd name="connsiteY978" fmla="*/ 9480 h 6858000"/>
              <a:gd name="connsiteX979" fmla="*/ 1214634 w 7467600"/>
              <a:gd name="connsiteY979" fmla="*/ 0 h 6858000"/>
              <a:gd name="connsiteX980" fmla="*/ 1289827 w 7467600"/>
              <a:gd name="connsiteY980" fmla="*/ 0 h 6858000"/>
              <a:gd name="connsiteX981" fmla="*/ 1321076 w 7467600"/>
              <a:gd name="connsiteY981" fmla="*/ 59722 h 6858000"/>
              <a:gd name="connsiteX982" fmla="*/ 1512579 w 7467600"/>
              <a:gd name="connsiteY982" fmla="*/ 626441 h 6858000"/>
              <a:gd name="connsiteX983" fmla="*/ 1506076 w 7467600"/>
              <a:gd name="connsiteY983" fmla="*/ 1089289 h 6858000"/>
              <a:gd name="connsiteX984" fmla="*/ 1486346 w 7467600"/>
              <a:gd name="connsiteY984" fmla="*/ 1079919 h 6858000"/>
              <a:gd name="connsiteX985" fmla="*/ 1070511 w 7467600"/>
              <a:gd name="connsiteY985" fmla="*/ 48609 h 6858000"/>
              <a:gd name="connsiteX986" fmla="*/ 1057230 w 7467600"/>
              <a:gd name="connsiteY986" fmla="*/ 0 h 6858000"/>
              <a:gd name="connsiteX987" fmla="*/ 43151 w 7467600"/>
              <a:gd name="connsiteY987" fmla="*/ 0 h 6858000"/>
              <a:gd name="connsiteX988" fmla="*/ 95283 w 7467600"/>
              <a:gd name="connsiteY988" fmla="*/ 0 h 6858000"/>
              <a:gd name="connsiteX989" fmla="*/ 300708 w 7467600"/>
              <a:gd name="connsiteY989" fmla="*/ 154571 h 6858000"/>
              <a:gd name="connsiteX990" fmla="*/ 530414 w 7467600"/>
              <a:gd name="connsiteY990" fmla="*/ 354673 h 6858000"/>
              <a:gd name="connsiteX991" fmla="*/ 333785 w 7467600"/>
              <a:gd name="connsiteY991" fmla="*/ 161564 h 6858000"/>
              <a:gd name="connsiteX992" fmla="*/ 147005 w 7467600"/>
              <a:gd name="connsiteY992" fmla="*/ 0 h 6858000"/>
              <a:gd name="connsiteX993" fmla="*/ 272509 w 7467600"/>
              <a:gd name="connsiteY993" fmla="*/ 0 h 6858000"/>
              <a:gd name="connsiteX994" fmla="*/ 326276 w 7467600"/>
              <a:gd name="connsiteY994" fmla="*/ 45847 h 6858000"/>
              <a:gd name="connsiteX995" fmla="*/ 823759 w 7467600"/>
              <a:gd name="connsiteY995" fmla="*/ 574145 h 6858000"/>
              <a:gd name="connsiteX996" fmla="*/ 811254 w 7467600"/>
              <a:gd name="connsiteY996" fmla="*/ 665546 h 6858000"/>
              <a:gd name="connsiteX997" fmla="*/ 154042 w 7467600"/>
              <a:gd name="connsiteY997" fmla="*/ 261522 h 6858000"/>
              <a:gd name="connsiteX998" fmla="*/ 13550 w 7467600"/>
              <a:gd name="connsiteY998" fmla="*/ 158423 h 6858000"/>
              <a:gd name="connsiteX999" fmla="*/ 0 w 7467600"/>
              <a:gd name="connsiteY999" fmla="*/ 146618 h 6858000"/>
              <a:gd name="connsiteX1000" fmla="*/ 0 w 7467600"/>
              <a:gd name="connsiteY1000" fmla="*/ 59161 h 6858000"/>
              <a:gd name="connsiteX1001" fmla="*/ 45427 w 7467600"/>
              <a:gd name="connsiteY1001" fmla="*/ 101078 h 6858000"/>
              <a:gd name="connsiteX1002" fmla="*/ 630103 w 7467600"/>
              <a:gd name="connsiteY1002" fmla="*/ 485885 h 6858000"/>
              <a:gd name="connsiteX1003" fmla="*/ 532040 w 7467600"/>
              <a:gd name="connsiteY1003" fmla="*/ 399359 h 6858000"/>
              <a:gd name="connsiteX1004" fmla="*/ 517618 w 7467600"/>
              <a:gd name="connsiteY1004" fmla="*/ 385726 h 6858000"/>
              <a:gd name="connsiteX1005" fmla="*/ 285074 w 7467600"/>
              <a:gd name="connsiteY1005" fmla="*/ 182755 h 6858000"/>
              <a:gd name="connsiteX1006" fmla="*/ 43151 w 7467600"/>
              <a:gd name="connsiteY100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51412 w 7467600"/>
              <a:gd name="connsiteY844" fmla="*/ 799572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5905192 w 7467600"/>
              <a:gd name="connsiteY847" fmla="*/ 163079 h 6858000"/>
              <a:gd name="connsiteX848" fmla="*/ 5865655 w 7467600"/>
              <a:gd name="connsiteY848" fmla="*/ 171901 h 6858000"/>
              <a:gd name="connsiteX849" fmla="*/ 5259740 w 7467600"/>
              <a:gd name="connsiteY849" fmla="*/ 257013 h 6858000"/>
              <a:gd name="connsiteX850" fmla="*/ 5208466 w 7467600"/>
              <a:gd name="connsiteY850" fmla="*/ 257550 h 6858000"/>
              <a:gd name="connsiteX851" fmla="*/ 4980204 w 7467600"/>
              <a:gd name="connsiteY851" fmla="*/ 271903 h 6858000"/>
              <a:gd name="connsiteX852" fmla="*/ 5068068 w 7467600"/>
              <a:gd name="connsiteY852" fmla="*/ 282244 h 6858000"/>
              <a:gd name="connsiteX853" fmla="*/ 5153231 w 7467600"/>
              <a:gd name="connsiteY853" fmla="*/ 292240 h 6858000"/>
              <a:gd name="connsiteX854" fmla="*/ 5426491 w 7467600"/>
              <a:gd name="connsiteY854" fmla="*/ 281128 h 6858000"/>
              <a:gd name="connsiteX855" fmla="*/ 5731212 w 7467600"/>
              <a:gd name="connsiteY855" fmla="*/ 231951 h 6858000"/>
              <a:gd name="connsiteX856" fmla="*/ 5905192 w 7467600"/>
              <a:gd name="connsiteY856" fmla="*/ 163079 h 6858000"/>
              <a:gd name="connsiteX857" fmla="*/ 5944437 w 7467600"/>
              <a:gd name="connsiteY857" fmla="*/ 113829 h 6858000"/>
              <a:gd name="connsiteX858" fmla="*/ 5825032 w 7467600"/>
              <a:gd name="connsiteY858" fmla="*/ 146405 h 6858000"/>
              <a:gd name="connsiteX859" fmla="*/ 4955599 w 7467600"/>
              <a:gd name="connsiteY859" fmla="*/ 247008 h 6858000"/>
              <a:gd name="connsiteX860" fmla="*/ 5210104 w 7467600"/>
              <a:gd name="connsiteY860" fmla="*/ 228123 h 6858000"/>
              <a:gd name="connsiteX861" fmla="*/ 5261015 w 7467600"/>
              <a:gd name="connsiteY861" fmla="*/ 227087 h 6858000"/>
              <a:gd name="connsiteX862" fmla="*/ 5861181 w 7467600"/>
              <a:gd name="connsiteY862" fmla="*/ 143093 h 6858000"/>
              <a:gd name="connsiteX863" fmla="*/ 5961252 w 7467600"/>
              <a:gd name="connsiteY863" fmla="*/ 114820 h 6858000"/>
              <a:gd name="connsiteX864" fmla="*/ 5944437 w 7467600"/>
              <a:gd name="connsiteY864" fmla="*/ 113829 h 6858000"/>
              <a:gd name="connsiteX865" fmla="*/ 3882765 w 7467600"/>
              <a:gd name="connsiteY865" fmla="*/ 0 h 6858000"/>
              <a:gd name="connsiteX866" fmla="*/ 3995099 w 7467600"/>
              <a:gd name="connsiteY866" fmla="*/ 0 h 6858000"/>
              <a:gd name="connsiteX867" fmla="*/ 4163818 w 7467600"/>
              <a:gd name="connsiteY867" fmla="*/ 234104 h 6858000"/>
              <a:gd name="connsiteX868" fmla="*/ 4172099 w 7467600"/>
              <a:gd name="connsiteY868" fmla="*/ 234207 h 6858000"/>
              <a:gd name="connsiteX869" fmla="*/ 4784282 w 7467600"/>
              <a:gd name="connsiteY869" fmla="*/ 276561 h 6858000"/>
              <a:gd name="connsiteX870" fmla="*/ 4801687 w 7467600"/>
              <a:gd name="connsiteY870" fmla="*/ 267764 h 6858000"/>
              <a:gd name="connsiteX871" fmla="*/ 6082788 w 7467600"/>
              <a:gd name="connsiteY871" fmla="*/ 64119 h 6858000"/>
              <a:gd name="connsiteX872" fmla="*/ 6099442 w 7467600"/>
              <a:gd name="connsiteY872" fmla="*/ 82568 h 6858000"/>
              <a:gd name="connsiteX873" fmla="*/ 4804137 w 7467600"/>
              <a:gd name="connsiteY873" fmla="*/ 320931 h 6858000"/>
              <a:gd name="connsiteX874" fmla="*/ 4227047 w 7467600"/>
              <a:gd name="connsiteY874" fmla="*/ 313415 h 6858000"/>
              <a:gd name="connsiteX875" fmla="*/ 4346041 w 7467600"/>
              <a:gd name="connsiteY875" fmla="*/ 456086 h 6858000"/>
              <a:gd name="connsiteX876" fmla="*/ 4870967 w 7467600"/>
              <a:gd name="connsiteY876" fmla="*/ 963061 h 6858000"/>
              <a:gd name="connsiteX877" fmla="*/ 4889647 w 7467600"/>
              <a:gd name="connsiteY877" fmla="*/ 957147 h 6858000"/>
              <a:gd name="connsiteX878" fmla="*/ 5422504 w 7467600"/>
              <a:gd name="connsiteY878" fmla="*/ 805191 h 6858000"/>
              <a:gd name="connsiteX879" fmla="*/ 6087656 w 7467600"/>
              <a:gd name="connsiteY879" fmla="*/ 826703 h 6858000"/>
              <a:gd name="connsiteX880" fmla="*/ 6058717 w 7467600"/>
              <a:gd name="connsiteY880" fmla="*/ 865992 h 6858000"/>
              <a:gd name="connsiteX881" fmla="*/ 4974153 w 7467600"/>
              <a:gd name="connsiteY881" fmla="*/ 1045456 h 6858000"/>
              <a:gd name="connsiteX882" fmla="*/ 5627835 w 7467600"/>
              <a:gd name="connsiteY882" fmla="*/ 1472077 h 6858000"/>
              <a:gd name="connsiteX883" fmla="*/ 5629817 w 7467600"/>
              <a:gd name="connsiteY883" fmla="*/ 1471412 h 6858000"/>
              <a:gd name="connsiteX884" fmla="*/ 5634124 w 7467600"/>
              <a:gd name="connsiteY884" fmla="*/ 1470572 h 6858000"/>
              <a:gd name="connsiteX885" fmla="*/ 5755832 w 7467600"/>
              <a:gd name="connsiteY885" fmla="*/ 1383886 h 6858000"/>
              <a:gd name="connsiteX886" fmla="*/ 6014186 w 7467600"/>
              <a:gd name="connsiteY886" fmla="*/ 1279799 h 6858000"/>
              <a:gd name="connsiteX887" fmla="*/ 6901619 w 7467600"/>
              <a:gd name="connsiteY887" fmla="*/ 1047874 h 6858000"/>
              <a:gd name="connsiteX888" fmla="*/ 6931566 w 7467600"/>
              <a:gd name="connsiteY888" fmla="*/ 1062034 h 6858000"/>
              <a:gd name="connsiteX889" fmla="*/ 5790982 w 7467600"/>
              <a:gd name="connsiteY889" fmla="*/ 1561380 h 6858000"/>
              <a:gd name="connsiteX890" fmla="*/ 6188971 w 7467600"/>
              <a:gd name="connsiteY890" fmla="*/ 1755168 h 6858000"/>
              <a:gd name="connsiteX891" fmla="*/ 6202446 w 7467600"/>
              <a:gd name="connsiteY891" fmla="*/ 1752268 h 6858000"/>
              <a:gd name="connsiteX892" fmla="*/ 7179560 w 7467600"/>
              <a:gd name="connsiteY892" fmla="*/ 1467551 h 6858000"/>
              <a:gd name="connsiteX893" fmla="*/ 7158730 w 7467600"/>
              <a:gd name="connsiteY893" fmla="*/ 1507835 h 6858000"/>
              <a:gd name="connsiteX894" fmla="*/ 6326959 w 7467600"/>
              <a:gd name="connsiteY894" fmla="*/ 1817686 h 6858000"/>
              <a:gd name="connsiteX895" fmla="*/ 6537433 w 7467600"/>
              <a:gd name="connsiteY895" fmla="*/ 1907790 h 6858000"/>
              <a:gd name="connsiteX896" fmla="*/ 6550221 w 7467600"/>
              <a:gd name="connsiteY896" fmla="*/ 1910729 h 6858000"/>
              <a:gd name="connsiteX897" fmla="*/ 6964438 w 7467600"/>
              <a:gd name="connsiteY897" fmla="*/ 2209505 h 6858000"/>
              <a:gd name="connsiteX898" fmla="*/ 7367862 w 7467600"/>
              <a:gd name="connsiteY898" fmla="*/ 2806833 h 6858000"/>
              <a:gd name="connsiteX899" fmla="*/ 7364329 w 7467600"/>
              <a:gd name="connsiteY899" fmla="*/ 2826907 h 6858000"/>
              <a:gd name="connsiteX900" fmla="*/ 7290545 w 7467600"/>
              <a:gd name="connsiteY900" fmla="*/ 2850663 h 6858000"/>
              <a:gd name="connsiteX901" fmla="*/ 6472036 w 7467600"/>
              <a:gd name="connsiteY901" fmla="*/ 1959003 h 6858000"/>
              <a:gd name="connsiteX902" fmla="*/ 5792897 w 7467600"/>
              <a:gd name="connsiteY902" fmla="*/ 1647747 h 6858000"/>
              <a:gd name="connsiteX903" fmla="*/ 5842751 w 7467600"/>
              <a:gd name="connsiteY903" fmla="*/ 1816112 h 6858000"/>
              <a:gd name="connsiteX904" fmla="*/ 5847424 w 7467600"/>
              <a:gd name="connsiteY904" fmla="*/ 1815776 h 6858000"/>
              <a:gd name="connsiteX905" fmla="*/ 6399821 w 7467600"/>
              <a:gd name="connsiteY905" fmla="*/ 2344799 h 6858000"/>
              <a:gd name="connsiteX906" fmla="*/ 6323232 w 7467600"/>
              <a:gd name="connsiteY906" fmla="*/ 2389634 h 6858000"/>
              <a:gd name="connsiteX907" fmla="*/ 5942958 w 7467600"/>
              <a:gd name="connsiteY907" fmla="*/ 2077708 h 6858000"/>
              <a:gd name="connsiteX908" fmla="*/ 5921559 w 7467600"/>
              <a:gd name="connsiteY908" fmla="*/ 2378596 h 6858000"/>
              <a:gd name="connsiteX909" fmla="*/ 5817651 w 7467600"/>
              <a:gd name="connsiteY909" fmla="*/ 3023919 h 6858000"/>
              <a:gd name="connsiteX910" fmla="*/ 5729634 w 7467600"/>
              <a:gd name="connsiteY910" fmla="*/ 3051849 h 6858000"/>
              <a:gd name="connsiteX911" fmla="*/ 5611018 w 7467600"/>
              <a:gd name="connsiteY911" fmla="*/ 2316769 h 6858000"/>
              <a:gd name="connsiteX912" fmla="*/ 5687608 w 7467600"/>
              <a:gd name="connsiteY912" fmla="*/ 2039972 h 6858000"/>
              <a:gd name="connsiteX913" fmla="*/ 5657554 w 7467600"/>
              <a:gd name="connsiteY913" fmla="*/ 1576445 h 6858000"/>
              <a:gd name="connsiteX914" fmla="*/ 5150475 w 7467600"/>
              <a:gd name="connsiteY914" fmla="*/ 1274012 h 6858000"/>
              <a:gd name="connsiteX915" fmla="*/ 5349142 w 7467600"/>
              <a:gd name="connsiteY915" fmla="*/ 2204405 h 6858000"/>
              <a:gd name="connsiteX916" fmla="*/ 5262214 w 7467600"/>
              <a:gd name="connsiteY916" fmla="*/ 2233836 h 6858000"/>
              <a:gd name="connsiteX917" fmla="*/ 4981539 w 7467600"/>
              <a:gd name="connsiteY917" fmla="*/ 1542201 h 6858000"/>
              <a:gd name="connsiteX918" fmla="*/ 4958461 w 7467600"/>
              <a:gd name="connsiteY918" fmla="*/ 1136957 h 6858000"/>
              <a:gd name="connsiteX919" fmla="*/ 4655015 w 7467600"/>
              <a:gd name="connsiteY919" fmla="*/ 891426 h 6858000"/>
              <a:gd name="connsiteX920" fmla="*/ 4348002 w 7467600"/>
              <a:gd name="connsiteY920" fmla="*/ 2205895 h 6858000"/>
              <a:gd name="connsiteX921" fmla="*/ 4262250 w 7467600"/>
              <a:gd name="connsiteY921" fmla="*/ 2219972 h 6858000"/>
              <a:gd name="connsiteX922" fmla="*/ 4550611 w 7467600"/>
              <a:gd name="connsiteY922" fmla="*/ 817540 h 6858000"/>
              <a:gd name="connsiteX923" fmla="*/ 4564418 w 7467600"/>
              <a:gd name="connsiteY923" fmla="*/ 808293 h 6858000"/>
              <a:gd name="connsiteX924" fmla="*/ 4266388 w 7467600"/>
              <a:gd name="connsiteY924" fmla="*/ 500083 h 6858000"/>
              <a:gd name="connsiteX925" fmla="*/ 4032842 w 7467600"/>
              <a:gd name="connsiteY925" fmla="*/ 211809 h 6858000"/>
              <a:gd name="connsiteX926" fmla="*/ 3882765 w 7467600"/>
              <a:gd name="connsiteY926" fmla="*/ 0 h 6858000"/>
              <a:gd name="connsiteX927" fmla="*/ 3721337 w 7467600"/>
              <a:gd name="connsiteY927" fmla="*/ 0 h 6858000"/>
              <a:gd name="connsiteX928" fmla="*/ 3797544 w 7467600"/>
              <a:gd name="connsiteY928" fmla="*/ 0 h 6858000"/>
              <a:gd name="connsiteX929" fmla="*/ 3775734 w 7467600"/>
              <a:gd name="connsiteY929" fmla="*/ 95131 h 6858000"/>
              <a:gd name="connsiteX930" fmla="*/ 3724807 w 7467600"/>
              <a:gd name="connsiteY930" fmla="*/ 272257 h 6858000"/>
              <a:gd name="connsiteX931" fmla="*/ 3726844 w 7467600"/>
              <a:gd name="connsiteY931" fmla="*/ 282988 h 6858000"/>
              <a:gd name="connsiteX932" fmla="*/ 3742664 w 7467600"/>
              <a:gd name="connsiteY932" fmla="*/ 279918 h 6858000"/>
              <a:gd name="connsiteX933" fmla="*/ 4103910 w 7467600"/>
              <a:gd name="connsiteY933" fmla="*/ 1161917 h 6858000"/>
              <a:gd name="connsiteX934" fmla="*/ 4020269 w 7467600"/>
              <a:gd name="connsiteY934" fmla="*/ 1200406 h 6858000"/>
              <a:gd name="connsiteX935" fmla="*/ 3674882 w 7467600"/>
              <a:gd name="connsiteY935" fmla="*/ 488524 h 6858000"/>
              <a:gd name="connsiteX936" fmla="*/ 3132682 w 7467600"/>
              <a:gd name="connsiteY936" fmla="*/ 1072284 h 6858000"/>
              <a:gd name="connsiteX937" fmla="*/ 2716346 w 7467600"/>
              <a:gd name="connsiteY937" fmla="*/ 1276376 h 6858000"/>
              <a:gd name="connsiteX938" fmla="*/ 2716772 w 7467600"/>
              <a:gd name="connsiteY938" fmla="*/ 1255462 h 6858000"/>
              <a:gd name="connsiteX939" fmla="*/ 3471096 w 7467600"/>
              <a:gd name="connsiteY939" fmla="*/ 437072 h 6858000"/>
              <a:gd name="connsiteX940" fmla="*/ 3639057 w 7467600"/>
              <a:gd name="connsiteY940" fmla="*/ 286334 h 6858000"/>
              <a:gd name="connsiteX941" fmla="*/ 3640309 w 7467600"/>
              <a:gd name="connsiteY941" fmla="*/ 284664 h 6858000"/>
              <a:gd name="connsiteX942" fmla="*/ 3646022 w 7467600"/>
              <a:gd name="connsiteY942" fmla="*/ 276711 h 6858000"/>
              <a:gd name="connsiteX943" fmla="*/ 3707943 w 7467600"/>
              <a:gd name="connsiteY943" fmla="*/ 65958 h 6858000"/>
              <a:gd name="connsiteX944" fmla="*/ 3721337 w 7467600"/>
              <a:gd name="connsiteY944" fmla="*/ 0 h 6858000"/>
              <a:gd name="connsiteX945" fmla="*/ 2867960 w 7467600"/>
              <a:gd name="connsiteY945" fmla="*/ 0 h 6858000"/>
              <a:gd name="connsiteX946" fmla="*/ 2926351 w 7467600"/>
              <a:gd name="connsiteY946" fmla="*/ 0 h 6858000"/>
              <a:gd name="connsiteX947" fmla="*/ 2902823 w 7467600"/>
              <a:gd name="connsiteY947" fmla="*/ 262929 h 6858000"/>
              <a:gd name="connsiteX948" fmla="*/ 2940663 w 7467600"/>
              <a:gd name="connsiteY948" fmla="*/ 140884 h 6858000"/>
              <a:gd name="connsiteX949" fmla="*/ 2947039 w 7467600"/>
              <a:gd name="connsiteY949" fmla="*/ 122524 h 6858000"/>
              <a:gd name="connsiteX950" fmla="*/ 2984316 w 7467600"/>
              <a:gd name="connsiteY950" fmla="*/ 0 h 6858000"/>
              <a:gd name="connsiteX951" fmla="*/ 3016114 w 7467600"/>
              <a:gd name="connsiteY951" fmla="*/ 0 h 6858000"/>
              <a:gd name="connsiteX952" fmla="*/ 2979949 w 7467600"/>
              <a:gd name="connsiteY952" fmla="*/ 119274 h 6858000"/>
              <a:gd name="connsiteX953" fmla="*/ 3023879 w 7467600"/>
              <a:gd name="connsiteY953" fmla="*/ 0 h 6858000"/>
              <a:gd name="connsiteX954" fmla="*/ 3105400 w 7467600"/>
              <a:gd name="connsiteY954" fmla="*/ 0 h 6858000"/>
              <a:gd name="connsiteX955" fmla="*/ 3094669 w 7467600"/>
              <a:gd name="connsiteY955" fmla="*/ 30308 h 6858000"/>
              <a:gd name="connsiteX956" fmla="*/ 2901945 w 7467600"/>
              <a:gd name="connsiteY956" fmla="*/ 466538 h 6858000"/>
              <a:gd name="connsiteX957" fmla="*/ 2815209 w 7467600"/>
              <a:gd name="connsiteY957" fmla="*/ 497361 h 6858000"/>
              <a:gd name="connsiteX958" fmla="*/ 2844845 w 7467600"/>
              <a:gd name="connsiteY958" fmla="*/ 127638 h 6858000"/>
              <a:gd name="connsiteX959" fmla="*/ 2867960 w 7467600"/>
              <a:gd name="connsiteY959" fmla="*/ 0 h 6858000"/>
              <a:gd name="connsiteX960" fmla="*/ 1057230 w 7467600"/>
              <a:gd name="connsiteY960" fmla="*/ 0 h 6858000"/>
              <a:gd name="connsiteX961" fmla="*/ 1111003 w 7467600"/>
              <a:gd name="connsiteY961" fmla="*/ 0 h 6858000"/>
              <a:gd name="connsiteX962" fmla="*/ 1125553 w 7467600"/>
              <a:gd name="connsiteY962" fmla="*/ 52588 h 6858000"/>
              <a:gd name="connsiteX963" fmla="*/ 1304276 w 7467600"/>
              <a:gd name="connsiteY963" fmla="*/ 476275 h 6858000"/>
              <a:gd name="connsiteX964" fmla="*/ 1492066 w 7467600"/>
              <a:gd name="connsiteY964" fmla="*/ 886333 h 6858000"/>
              <a:gd name="connsiteX965" fmla="*/ 1423698 w 7467600"/>
              <a:gd name="connsiteY965" fmla="*/ 710817 h 6858000"/>
              <a:gd name="connsiteX966" fmla="*/ 1357609 w 7467600"/>
              <a:gd name="connsiteY966" fmla="*/ 532892 h 6858000"/>
              <a:gd name="connsiteX967" fmla="*/ 1309550 w 7467600"/>
              <a:gd name="connsiteY967" fmla="*/ 374031 h 6858000"/>
              <a:gd name="connsiteX968" fmla="*/ 1193673 w 7467600"/>
              <a:gd name="connsiteY968" fmla="*/ 49533 h 6858000"/>
              <a:gd name="connsiteX969" fmla="*/ 1164391 w 7467600"/>
              <a:gd name="connsiteY969" fmla="*/ 0 h 6858000"/>
              <a:gd name="connsiteX970" fmla="*/ 1200666 w 7467600"/>
              <a:gd name="connsiteY970" fmla="*/ 0 h 6858000"/>
              <a:gd name="connsiteX971" fmla="*/ 1223408 w 7467600"/>
              <a:gd name="connsiteY971" fmla="*/ 38996 h 6858000"/>
              <a:gd name="connsiteX972" fmla="*/ 1339635 w 7467600"/>
              <a:gd name="connsiteY972" fmla="*/ 365517 h 6858000"/>
              <a:gd name="connsiteX973" fmla="*/ 1387469 w 7467600"/>
              <a:gd name="connsiteY973" fmla="*/ 523079 h 6858000"/>
              <a:gd name="connsiteX974" fmla="*/ 1452685 w 7467600"/>
              <a:gd name="connsiteY974" fmla="*/ 699806 h 6858000"/>
              <a:gd name="connsiteX975" fmla="*/ 1492092 w 7467600"/>
              <a:gd name="connsiteY975" fmla="*/ 800424 h 6858000"/>
              <a:gd name="connsiteX976" fmla="*/ 1455302 w 7467600"/>
              <a:gd name="connsiteY976" fmla="*/ 632913 h 6858000"/>
              <a:gd name="connsiteX977" fmla="*/ 1222336 w 7467600"/>
              <a:gd name="connsiteY977" fmla="*/ 9480 h 6858000"/>
              <a:gd name="connsiteX978" fmla="*/ 1214634 w 7467600"/>
              <a:gd name="connsiteY978" fmla="*/ 0 h 6858000"/>
              <a:gd name="connsiteX979" fmla="*/ 1289827 w 7467600"/>
              <a:gd name="connsiteY979" fmla="*/ 0 h 6858000"/>
              <a:gd name="connsiteX980" fmla="*/ 1321076 w 7467600"/>
              <a:gd name="connsiteY980" fmla="*/ 59722 h 6858000"/>
              <a:gd name="connsiteX981" fmla="*/ 1512579 w 7467600"/>
              <a:gd name="connsiteY981" fmla="*/ 626441 h 6858000"/>
              <a:gd name="connsiteX982" fmla="*/ 1506076 w 7467600"/>
              <a:gd name="connsiteY982" fmla="*/ 1089289 h 6858000"/>
              <a:gd name="connsiteX983" fmla="*/ 1486346 w 7467600"/>
              <a:gd name="connsiteY983" fmla="*/ 1079919 h 6858000"/>
              <a:gd name="connsiteX984" fmla="*/ 1070511 w 7467600"/>
              <a:gd name="connsiteY984" fmla="*/ 48609 h 6858000"/>
              <a:gd name="connsiteX985" fmla="*/ 1057230 w 7467600"/>
              <a:gd name="connsiteY985" fmla="*/ 0 h 6858000"/>
              <a:gd name="connsiteX986" fmla="*/ 43151 w 7467600"/>
              <a:gd name="connsiteY986" fmla="*/ 0 h 6858000"/>
              <a:gd name="connsiteX987" fmla="*/ 95283 w 7467600"/>
              <a:gd name="connsiteY987" fmla="*/ 0 h 6858000"/>
              <a:gd name="connsiteX988" fmla="*/ 300708 w 7467600"/>
              <a:gd name="connsiteY988" fmla="*/ 154571 h 6858000"/>
              <a:gd name="connsiteX989" fmla="*/ 530414 w 7467600"/>
              <a:gd name="connsiteY989" fmla="*/ 354673 h 6858000"/>
              <a:gd name="connsiteX990" fmla="*/ 333785 w 7467600"/>
              <a:gd name="connsiteY990" fmla="*/ 161564 h 6858000"/>
              <a:gd name="connsiteX991" fmla="*/ 147005 w 7467600"/>
              <a:gd name="connsiteY991" fmla="*/ 0 h 6858000"/>
              <a:gd name="connsiteX992" fmla="*/ 272509 w 7467600"/>
              <a:gd name="connsiteY992" fmla="*/ 0 h 6858000"/>
              <a:gd name="connsiteX993" fmla="*/ 326276 w 7467600"/>
              <a:gd name="connsiteY993" fmla="*/ 45847 h 6858000"/>
              <a:gd name="connsiteX994" fmla="*/ 823759 w 7467600"/>
              <a:gd name="connsiteY994" fmla="*/ 574145 h 6858000"/>
              <a:gd name="connsiteX995" fmla="*/ 811254 w 7467600"/>
              <a:gd name="connsiteY995" fmla="*/ 665546 h 6858000"/>
              <a:gd name="connsiteX996" fmla="*/ 154042 w 7467600"/>
              <a:gd name="connsiteY996" fmla="*/ 261522 h 6858000"/>
              <a:gd name="connsiteX997" fmla="*/ 13550 w 7467600"/>
              <a:gd name="connsiteY997" fmla="*/ 158423 h 6858000"/>
              <a:gd name="connsiteX998" fmla="*/ 0 w 7467600"/>
              <a:gd name="connsiteY998" fmla="*/ 146618 h 6858000"/>
              <a:gd name="connsiteX999" fmla="*/ 0 w 7467600"/>
              <a:gd name="connsiteY999" fmla="*/ 59161 h 6858000"/>
              <a:gd name="connsiteX1000" fmla="*/ 45427 w 7467600"/>
              <a:gd name="connsiteY1000" fmla="*/ 101078 h 6858000"/>
              <a:gd name="connsiteX1001" fmla="*/ 630103 w 7467600"/>
              <a:gd name="connsiteY1001" fmla="*/ 485885 h 6858000"/>
              <a:gd name="connsiteX1002" fmla="*/ 532040 w 7467600"/>
              <a:gd name="connsiteY1002" fmla="*/ 399359 h 6858000"/>
              <a:gd name="connsiteX1003" fmla="*/ 517618 w 7467600"/>
              <a:gd name="connsiteY1003" fmla="*/ 385726 h 6858000"/>
              <a:gd name="connsiteX1004" fmla="*/ 285074 w 7467600"/>
              <a:gd name="connsiteY1004" fmla="*/ 182755 h 6858000"/>
              <a:gd name="connsiteX1005" fmla="*/ 43151 w 7467600"/>
              <a:gd name="connsiteY100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5905192 w 7467600"/>
              <a:gd name="connsiteY844" fmla="*/ 163079 h 6858000"/>
              <a:gd name="connsiteX845" fmla="*/ 5865655 w 7467600"/>
              <a:gd name="connsiteY845" fmla="*/ 171901 h 6858000"/>
              <a:gd name="connsiteX846" fmla="*/ 5259740 w 7467600"/>
              <a:gd name="connsiteY846" fmla="*/ 257013 h 6858000"/>
              <a:gd name="connsiteX847" fmla="*/ 5208466 w 7467600"/>
              <a:gd name="connsiteY847" fmla="*/ 257550 h 6858000"/>
              <a:gd name="connsiteX848" fmla="*/ 4980204 w 7467600"/>
              <a:gd name="connsiteY848" fmla="*/ 271903 h 6858000"/>
              <a:gd name="connsiteX849" fmla="*/ 5068068 w 7467600"/>
              <a:gd name="connsiteY849" fmla="*/ 282244 h 6858000"/>
              <a:gd name="connsiteX850" fmla="*/ 5153231 w 7467600"/>
              <a:gd name="connsiteY850" fmla="*/ 292240 h 6858000"/>
              <a:gd name="connsiteX851" fmla="*/ 5426491 w 7467600"/>
              <a:gd name="connsiteY851" fmla="*/ 281128 h 6858000"/>
              <a:gd name="connsiteX852" fmla="*/ 5731212 w 7467600"/>
              <a:gd name="connsiteY852" fmla="*/ 231951 h 6858000"/>
              <a:gd name="connsiteX853" fmla="*/ 5905192 w 7467600"/>
              <a:gd name="connsiteY853" fmla="*/ 163079 h 6858000"/>
              <a:gd name="connsiteX854" fmla="*/ 5944437 w 7467600"/>
              <a:gd name="connsiteY854" fmla="*/ 113829 h 6858000"/>
              <a:gd name="connsiteX855" fmla="*/ 5825032 w 7467600"/>
              <a:gd name="connsiteY855" fmla="*/ 146405 h 6858000"/>
              <a:gd name="connsiteX856" fmla="*/ 4955599 w 7467600"/>
              <a:gd name="connsiteY856" fmla="*/ 247008 h 6858000"/>
              <a:gd name="connsiteX857" fmla="*/ 5210104 w 7467600"/>
              <a:gd name="connsiteY857" fmla="*/ 228123 h 6858000"/>
              <a:gd name="connsiteX858" fmla="*/ 5261015 w 7467600"/>
              <a:gd name="connsiteY858" fmla="*/ 227087 h 6858000"/>
              <a:gd name="connsiteX859" fmla="*/ 5861181 w 7467600"/>
              <a:gd name="connsiteY859" fmla="*/ 143093 h 6858000"/>
              <a:gd name="connsiteX860" fmla="*/ 5961252 w 7467600"/>
              <a:gd name="connsiteY860" fmla="*/ 114820 h 6858000"/>
              <a:gd name="connsiteX861" fmla="*/ 5944437 w 7467600"/>
              <a:gd name="connsiteY861" fmla="*/ 113829 h 6858000"/>
              <a:gd name="connsiteX862" fmla="*/ 3882765 w 7467600"/>
              <a:gd name="connsiteY862" fmla="*/ 0 h 6858000"/>
              <a:gd name="connsiteX863" fmla="*/ 3995099 w 7467600"/>
              <a:gd name="connsiteY863" fmla="*/ 0 h 6858000"/>
              <a:gd name="connsiteX864" fmla="*/ 4163818 w 7467600"/>
              <a:gd name="connsiteY864" fmla="*/ 234104 h 6858000"/>
              <a:gd name="connsiteX865" fmla="*/ 4172099 w 7467600"/>
              <a:gd name="connsiteY865" fmla="*/ 234207 h 6858000"/>
              <a:gd name="connsiteX866" fmla="*/ 4784282 w 7467600"/>
              <a:gd name="connsiteY866" fmla="*/ 276561 h 6858000"/>
              <a:gd name="connsiteX867" fmla="*/ 4801687 w 7467600"/>
              <a:gd name="connsiteY867" fmla="*/ 267764 h 6858000"/>
              <a:gd name="connsiteX868" fmla="*/ 6082788 w 7467600"/>
              <a:gd name="connsiteY868" fmla="*/ 64119 h 6858000"/>
              <a:gd name="connsiteX869" fmla="*/ 6099442 w 7467600"/>
              <a:gd name="connsiteY869" fmla="*/ 82568 h 6858000"/>
              <a:gd name="connsiteX870" fmla="*/ 4804137 w 7467600"/>
              <a:gd name="connsiteY870" fmla="*/ 320931 h 6858000"/>
              <a:gd name="connsiteX871" fmla="*/ 4227047 w 7467600"/>
              <a:gd name="connsiteY871" fmla="*/ 313415 h 6858000"/>
              <a:gd name="connsiteX872" fmla="*/ 4346041 w 7467600"/>
              <a:gd name="connsiteY872" fmla="*/ 456086 h 6858000"/>
              <a:gd name="connsiteX873" fmla="*/ 4870967 w 7467600"/>
              <a:gd name="connsiteY873" fmla="*/ 963061 h 6858000"/>
              <a:gd name="connsiteX874" fmla="*/ 4889647 w 7467600"/>
              <a:gd name="connsiteY874" fmla="*/ 957147 h 6858000"/>
              <a:gd name="connsiteX875" fmla="*/ 5422504 w 7467600"/>
              <a:gd name="connsiteY875" fmla="*/ 805191 h 6858000"/>
              <a:gd name="connsiteX876" fmla="*/ 6087656 w 7467600"/>
              <a:gd name="connsiteY876" fmla="*/ 826703 h 6858000"/>
              <a:gd name="connsiteX877" fmla="*/ 6058717 w 7467600"/>
              <a:gd name="connsiteY877" fmla="*/ 865992 h 6858000"/>
              <a:gd name="connsiteX878" fmla="*/ 4974153 w 7467600"/>
              <a:gd name="connsiteY878" fmla="*/ 1045456 h 6858000"/>
              <a:gd name="connsiteX879" fmla="*/ 5627835 w 7467600"/>
              <a:gd name="connsiteY879" fmla="*/ 1472077 h 6858000"/>
              <a:gd name="connsiteX880" fmla="*/ 5629817 w 7467600"/>
              <a:gd name="connsiteY880" fmla="*/ 1471412 h 6858000"/>
              <a:gd name="connsiteX881" fmla="*/ 5634124 w 7467600"/>
              <a:gd name="connsiteY881" fmla="*/ 1470572 h 6858000"/>
              <a:gd name="connsiteX882" fmla="*/ 5755832 w 7467600"/>
              <a:gd name="connsiteY882" fmla="*/ 1383886 h 6858000"/>
              <a:gd name="connsiteX883" fmla="*/ 6014186 w 7467600"/>
              <a:gd name="connsiteY883" fmla="*/ 1279799 h 6858000"/>
              <a:gd name="connsiteX884" fmla="*/ 6901619 w 7467600"/>
              <a:gd name="connsiteY884" fmla="*/ 1047874 h 6858000"/>
              <a:gd name="connsiteX885" fmla="*/ 6931566 w 7467600"/>
              <a:gd name="connsiteY885" fmla="*/ 1062034 h 6858000"/>
              <a:gd name="connsiteX886" fmla="*/ 5790982 w 7467600"/>
              <a:gd name="connsiteY886" fmla="*/ 1561380 h 6858000"/>
              <a:gd name="connsiteX887" fmla="*/ 6188971 w 7467600"/>
              <a:gd name="connsiteY887" fmla="*/ 1755168 h 6858000"/>
              <a:gd name="connsiteX888" fmla="*/ 6202446 w 7467600"/>
              <a:gd name="connsiteY888" fmla="*/ 1752268 h 6858000"/>
              <a:gd name="connsiteX889" fmla="*/ 7179560 w 7467600"/>
              <a:gd name="connsiteY889" fmla="*/ 1467551 h 6858000"/>
              <a:gd name="connsiteX890" fmla="*/ 7158730 w 7467600"/>
              <a:gd name="connsiteY890" fmla="*/ 1507835 h 6858000"/>
              <a:gd name="connsiteX891" fmla="*/ 6326959 w 7467600"/>
              <a:gd name="connsiteY891" fmla="*/ 1817686 h 6858000"/>
              <a:gd name="connsiteX892" fmla="*/ 6537433 w 7467600"/>
              <a:gd name="connsiteY892" fmla="*/ 1907790 h 6858000"/>
              <a:gd name="connsiteX893" fmla="*/ 6550221 w 7467600"/>
              <a:gd name="connsiteY893" fmla="*/ 1910729 h 6858000"/>
              <a:gd name="connsiteX894" fmla="*/ 6964438 w 7467600"/>
              <a:gd name="connsiteY894" fmla="*/ 2209505 h 6858000"/>
              <a:gd name="connsiteX895" fmla="*/ 7367862 w 7467600"/>
              <a:gd name="connsiteY895" fmla="*/ 2806833 h 6858000"/>
              <a:gd name="connsiteX896" fmla="*/ 7364329 w 7467600"/>
              <a:gd name="connsiteY896" fmla="*/ 2826907 h 6858000"/>
              <a:gd name="connsiteX897" fmla="*/ 7290545 w 7467600"/>
              <a:gd name="connsiteY897" fmla="*/ 2850663 h 6858000"/>
              <a:gd name="connsiteX898" fmla="*/ 6472036 w 7467600"/>
              <a:gd name="connsiteY898" fmla="*/ 1959003 h 6858000"/>
              <a:gd name="connsiteX899" fmla="*/ 5792897 w 7467600"/>
              <a:gd name="connsiteY899" fmla="*/ 1647747 h 6858000"/>
              <a:gd name="connsiteX900" fmla="*/ 5842751 w 7467600"/>
              <a:gd name="connsiteY900" fmla="*/ 1816112 h 6858000"/>
              <a:gd name="connsiteX901" fmla="*/ 5847424 w 7467600"/>
              <a:gd name="connsiteY901" fmla="*/ 1815776 h 6858000"/>
              <a:gd name="connsiteX902" fmla="*/ 6399821 w 7467600"/>
              <a:gd name="connsiteY902" fmla="*/ 2344799 h 6858000"/>
              <a:gd name="connsiteX903" fmla="*/ 6323232 w 7467600"/>
              <a:gd name="connsiteY903" fmla="*/ 2389634 h 6858000"/>
              <a:gd name="connsiteX904" fmla="*/ 5942958 w 7467600"/>
              <a:gd name="connsiteY904" fmla="*/ 2077708 h 6858000"/>
              <a:gd name="connsiteX905" fmla="*/ 5921559 w 7467600"/>
              <a:gd name="connsiteY905" fmla="*/ 2378596 h 6858000"/>
              <a:gd name="connsiteX906" fmla="*/ 5817651 w 7467600"/>
              <a:gd name="connsiteY906" fmla="*/ 3023919 h 6858000"/>
              <a:gd name="connsiteX907" fmla="*/ 5729634 w 7467600"/>
              <a:gd name="connsiteY907" fmla="*/ 3051849 h 6858000"/>
              <a:gd name="connsiteX908" fmla="*/ 5611018 w 7467600"/>
              <a:gd name="connsiteY908" fmla="*/ 2316769 h 6858000"/>
              <a:gd name="connsiteX909" fmla="*/ 5687608 w 7467600"/>
              <a:gd name="connsiteY909" fmla="*/ 2039972 h 6858000"/>
              <a:gd name="connsiteX910" fmla="*/ 5657554 w 7467600"/>
              <a:gd name="connsiteY910" fmla="*/ 1576445 h 6858000"/>
              <a:gd name="connsiteX911" fmla="*/ 5150475 w 7467600"/>
              <a:gd name="connsiteY911" fmla="*/ 1274012 h 6858000"/>
              <a:gd name="connsiteX912" fmla="*/ 5349142 w 7467600"/>
              <a:gd name="connsiteY912" fmla="*/ 2204405 h 6858000"/>
              <a:gd name="connsiteX913" fmla="*/ 5262214 w 7467600"/>
              <a:gd name="connsiteY913" fmla="*/ 2233836 h 6858000"/>
              <a:gd name="connsiteX914" fmla="*/ 4981539 w 7467600"/>
              <a:gd name="connsiteY914" fmla="*/ 1542201 h 6858000"/>
              <a:gd name="connsiteX915" fmla="*/ 4958461 w 7467600"/>
              <a:gd name="connsiteY915" fmla="*/ 1136957 h 6858000"/>
              <a:gd name="connsiteX916" fmla="*/ 4655015 w 7467600"/>
              <a:gd name="connsiteY916" fmla="*/ 891426 h 6858000"/>
              <a:gd name="connsiteX917" fmla="*/ 4348002 w 7467600"/>
              <a:gd name="connsiteY917" fmla="*/ 2205895 h 6858000"/>
              <a:gd name="connsiteX918" fmla="*/ 4262250 w 7467600"/>
              <a:gd name="connsiteY918" fmla="*/ 2219972 h 6858000"/>
              <a:gd name="connsiteX919" fmla="*/ 4550611 w 7467600"/>
              <a:gd name="connsiteY919" fmla="*/ 817540 h 6858000"/>
              <a:gd name="connsiteX920" fmla="*/ 4564418 w 7467600"/>
              <a:gd name="connsiteY920" fmla="*/ 808293 h 6858000"/>
              <a:gd name="connsiteX921" fmla="*/ 4266388 w 7467600"/>
              <a:gd name="connsiteY921" fmla="*/ 500083 h 6858000"/>
              <a:gd name="connsiteX922" fmla="*/ 4032842 w 7467600"/>
              <a:gd name="connsiteY922" fmla="*/ 211809 h 6858000"/>
              <a:gd name="connsiteX923" fmla="*/ 3882765 w 7467600"/>
              <a:gd name="connsiteY923" fmla="*/ 0 h 6858000"/>
              <a:gd name="connsiteX924" fmla="*/ 3721337 w 7467600"/>
              <a:gd name="connsiteY924" fmla="*/ 0 h 6858000"/>
              <a:gd name="connsiteX925" fmla="*/ 3797544 w 7467600"/>
              <a:gd name="connsiteY925" fmla="*/ 0 h 6858000"/>
              <a:gd name="connsiteX926" fmla="*/ 3775734 w 7467600"/>
              <a:gd name="connsiteY926" fmla="*/ 95131 h 6858000"/>
              <a:gd name="connsiteX927" fmla="*/ 3724807 w 7467600"/>
              <a:gd name="connsiteY927" fmla="*/ 272257 h 6858000"/>
              <a:gd name="connsiteX928" fmla="*/ 3726844 w 7467600"/>
              <a:gd name="connsiteY928" fmla="*/ 282988 h 6858000"/>
              <a:gd name="connsiteX929" fmla="*/ 3742664 w 7467600"/>
              <a:gd name="connsiteY929" fmla="*/ 279918 h 6858000"/>
              <a:gd name="connsiteX930" fmla="*/ 4103910 w 7467600"/>
              <a:gd name="connsiteY930" fmla="*/ 1161917 h 6858000"/>
              <a:gd name="connsiteX931" fmla="*/ 4020269 w 7467600"/>
              <a:gd name="connsiteY931" fmla="*/ 1200406 h 6858000"/>
              <a:gd name="connsiteX932" fmla="*/ 3674882 w 7467600"/>
              <a:gd name="connsiteY932" fmla="*/ 488524 h 6858000"/>
              <a:gd name="connsiteX933" fmla="*/ 3132682 w 7467600"/>
              <a:gd name="connsiteY933" fmla="*/ 1072284 h 6858000"/>
              <a:gd name="connsiteX934" fmla="*/ 2716346 w 7467600"/>
              <a:gd name="connsiteY934" fmla="*/ 1276376 h 6858000"/>
              <a:gd name="connsiteX935" fmla="*/ 2716772 w 7467600"/>
              <a:gd name="connsiteY935" fmla="*/ 1255462 h 6858000"/>
              <a:gd name="connsiteX936" fmla="*/ 3471096 w 7467600"/>
              <a:gd name="connsiteY936" fmla="*/ 437072 h 6858000"/>
              <a:gd name="connsiteX937" fmla="*/ 3639057 w 7467600"/>
              <a:gd name="connsiteY937" fmla="*/ 286334 h 6858000"/>
              <a:gd name="connsiteX938" fmla="*/ 3640309 w 7467600"/>
              <a:gd name="connsiteY938" fmla="*/ 284664 h 6858000"/>
              <a:gd name="connsiteX939" fmla="*/ 3646022 w 7467600"/>
              <a:gd name="connsiteY939" fmla="*/ 276711 h 6858000"/>
              <a:gd name="connsiteX940" fmla="*/ 3707943 w 7467600"/>
              <a:gd name="connsiteY940" fmla="*/ 65958 h 6858000"/>
              <a:gd name="connsiteX941" fmla="*/ 3721337 w 7467600"/>
              <a:gd name="connsiteY941" fmla="*/ 0 h 6858000"/>
              <a:gd name="connsiteX942" fmla="*/ 2867960 w 7467600"/>
              <a:gd name="connsiteY942" fmla="*/ 0 h 6858000"/>
              <a:gd name="connsiteX943" fmla="*/ 2926351 w 7467600"/>
              <a:gd name="connsiteY943" fmla="*/ 0 h 6858000"/>
              <a:gd name="connsiteX944" fmla="*/ 2902823 w 7467600"/>
              <a:gd name="connsiteY944" fmla="*/ 262929 h 6858000"/>
              <a:gd name="connsiteX945" fmla="*/ 2940663 w 7467600"/>
              <a:gd name="connsiteY945" fmla="*/ 140884 h 6858000"/>
              <a:gd name="connsiteX946" fmla="*/ 2947039 w 7467600"/>
              <a:gd name="connsiteY946" fmla="*/ 122524 h 6858000"/>
              <a:gd name="connsiteX947" fmla="*/ 2984316 w 7467600"/>
              <a:gd name="connsiteY947" fmla="*/ 0 h 6858000"/>
              <a:gd name="connsiteX948" fmla="*/ 3016114 w 7467600"/>
              <a:gd name="connsiteY948" fmla="*/ 0 h 6858000"/>
              <a:gd name="connsiteX949" fmla="*/ 2979949 w 7467600"/>
              <a:gd name="connsiteY949" fmla="*/ 119274 h 6858000"/>
              <a:gd name="connsiteX950" fmla="*/ 3023879 w 7467600"/>
              <a:gd name="connsiteY950" fmla="*/ 0 h 6858000"/>
              <a:gd name="connsiteX951" fmla="*/ 3105400 w 7467600"/>
              <a:gd name="connsiteY951" fmla="*/ 0 h 6858000"/>
              <a:gd name="connsiteX952" fmla="*/ 3094669 w 7467600"/>
              <a:gd name="connsiteY952" fmla="*/ 30308 h 6858000"/>
              <a:gd name="connsiteX953" fmla="*/ 2901945 w 7467600"/>
              <a:gd name="connsiteY953" fmla="*/ 466538 h 6858000"/>
              <a:gd name="connsiteX954" fmla="*/ 2815209 w 7467600"/>
              <a:gd name="connsiteY954" fmla="*/ 497361 h 6858000"/>
              <a:gd name="connsiteX955" fmla="*/ 2844845 w 7467600"/>
              <a:gd name="connsiteY955" fmla="*/ 127638 h 6858000"/>
              <a:gd name="connsiteX956" fmla="*/ 2867960 w 7467600"/>
              <a:gd name="connsiteY956" fmla="*/ 0 h 6858000"/>
              <a:gd name="connsiteX957" fmla="*/ 1057230 w 7467600"/>
              <a:gd name="connsiteY957" fmla="*/ 0 h 6858000"/>
              <a:gd name="connsiteX958" fmla="*/ 1111003 w 7467600"/>
              <a:gd name="connsiteY958" fmla="*/ 0 h 6858000"/>
              <a:gd name="connsiteX959" fmla="*/ 1125553 w 7467600"/>
              <a:gd name="connsiteY959" fmla="*/ 52588 h 6858000"/>
              <a:gd name="connsiteX960" fmla="*/ 1304276 w 7467600"/>
              <a:gd name="connsiteY960" fmla="*/ 476275 h 6858000"/>
              <a:gd name="connsiteX961" fmla="*/ 1492066 w 7467600"/>
              <a:gd name="connsiteY961" fmla="*/ 886333 h 6858000"/>
              <a:gd name="connsiteX962" fmla="*/ 1423698 w 7467600"/>
              <a:gd name="connsiteY962" fmla="*/ 710817 h 6858000"/>
              <a:gd name="connsiteX963" fmla="*/ 1357609 w 7467600"/>
              <a:gd name="connsiteY963" fmla="*/ 532892 h 6858000"/>
              <a:gd name="connsiteX964" fmla="*/ 1309550 w 7467600"/>
              <a:gd name="connsiteY964" fmla="*/ 374031 h 6858000"/>
              <a:gd name="connsiteX965" fmla="*/ 1193673 w 7467600"/>
              <a:gd name="connsiteY965" fmla="*/ 49533 h 6858000"/>
              <a:gd name="connsiteX966" fmla="*/ 1164391 w 7467600"/>
              <a:gd name="connsiteY966" fmla="*/ 0 h 6858000"/>
              <a:gd name="connsiteX967" fmla="*/ 1200666 w 7467600"/>
              <a:gd name="connsiteY967" fmla="*/ 0 h 6858000"/>
              <a:gd name="connsiteX968" fmla="*/ 1223408 w 7467600"/>
              <a:gd name="connsiteY968" fmla="*/ 38996 h 6858000"/>
              <a:gd name="connsiteX969" fmla="*/ 1339635 w 7467600"/>
              <a:gd name="connsiteY969" fmla="*/ 365517 h 6858000"/>
              <a:gd name="connsiteX970" fmla="*/ 1387469 w 7467600"/>
              <a:gd name="connsiteY970" fmla="*/ 523079 h 6858000"/>
              <a:gd name="connsiteX971" fmla="*/ 1452685 w 7467600"/>
              <a:gd name="connsiteY971" fmla="*/ 699806 h 6858000"/>
              <a:gd name="connsiteX972" fmla="*/ 1492092 w 7467600"/>
              <a:gd name="connsiteY972" fmla="*/ 800424 h 6858000"/>
              <a:gd name="connsiteX973" fmla="*/ 1455302 w 7467600"/>
              <a:gd name="connsiteY973" fmla="*/ 632913 h 6858000"/>
              <a:gd name="connsiteX974" fmla="*/ 1222336 w 7467600"/>
              <a:gd name="connsiteY974" fmla="*/ 9480 h 6858000"/>
              <a:gd name="connsiteX975" fmla="*/ 1214634 w 7467600"/>
              <a:gd name="connsiteY975" fmla="*/ 0 h 6858000"/>
              <a:gd name="connsiteX976" fmla="*/ 1289827 w 7467600"/>
              <a:gd name="connsiteY976" fmla="*/ 0 h 6858000"/>
              <a:gd name="connsiteX977" fmla="*/ 1321076 w 7467600"/>
              <a:gd name="connsiteY977" fmla="*/ 59722 h 6858000"/>
              <a:gd name="connsiteX978" fmla="*/ 1512579 w 7467600"/>
              <a:gd name="connsiteY978" fmla="*/ 626441 h 6858000"/>
              <a:gd name="connsiteX979" fmla="*/ 1506076 w 7467600"/>
              <a:gd name="connsiteY979" fmla="*/ 1089289 h 6858000"/>
              <a:gd name="connsiteX980" fmla="*/ 1486346 w 7467600"/>
              <a:gd name="connsiteY980" fmla="*/ 1079919 h 6858000"/>
              <a:gd name="connsiteX981" fmla="*/ 1070511 w 7467600"/>
              <a:gd name="connsiteY981" fmla="*/ 48609 h 6858000"/>
              <a:gd name="connsiteX982" fmla="*/ 1057230 w 7467600"/>
              <a:gd name="connsiteY982" fmla="*/ 0 h 6858000"/>
              <a:gd name="connsiteX983" fmla="*/ 43151 w 7467600"/>
              <a:gd name="connsiteY983" fmla="*/ 0 h 6858000"/>
              <a:gd name="connsiteX984" fmla="*/ 95283 w 7467600"/>
              <a:gd name="connsiteY984" fmla="*/ 0 h 6858000"/>
              <a:gd name="connsiteX985" fmla="*/ 300708 w 7467600"/>
              <a:gd name="connsiteY985" fmla="*/ 154571 h 6858000"/>
              <a:gd name="connsiteX986" fmla="*/ 530414 w 7467600"/>
              <a:gd name="connsiteY986" fmla="*/ 354673 h 6858000"/>
              <a:gd name="connsiteX987" fmla="*/ 333785 w 7467600"/>
              <a:gd name="connsiteY987" fmla="*/ 161564 h 6858000"/>
              <a:gd name="connsiteX988" fmla="*/ 147005 w 7467600"/>
              <a:gd name="connsiteY988" fmla="*/ 0 h 6858000"/>
              <a:gd name="connsiteX989" fmla="*/ 272509 w 7467600"/>
              <a:gd name="connsiteY989" fmla="*/ 0 h 6858000"/>
              <a:gd name="connsiteX990" fmla="*/ 326276 w 7467600"/>
              <a:gd name="connsiteY990" fmla="*/ 45847 h 6858000"/>
              <a:gd name="connsiteX991" fmla="*/ 823759 w 7467600"/>
              <a:gd name="connsiteY991" fmla="*/ 574145 h 6858000"/>
              <a:gd name="connsiteX992" fmla="*/ 811254 w 7467600"/>
              <a:gd name="connsiteY992" fmla="*/ 665546 h 6858000"/>
              <a:gd name="connsiteX993" fmla="*/ 154042 w 7467600"/>
              <a:gd name="connsiteY993" fmla="*/ 261522 h 6858000"/>
              <a:gd name="connsiteX994" fmla="*/ 13550 w 7467600"/>
              <a:gd name="connsiteY994" fmla="*/ 158423 h 6858000"/>
              <a:gd name="connsiteX995" fmla="*/ 0 w 7467600"/>
              <a:gd name="connsiteY995" fmla="*/ 146618 h 6858000"/>
              <a:gd name="connsiteX996" fmla="*/ 0 w 7467600"/>
              <a:gd name="connsiteY996" fmla="*/ 59161 h 6858000"/>
              <a:gd name="connsiteX997" fmla="*/ 45427 w 7467600"/>
              <a:gd name="connsiteY997" fmla="*/ 101078 h 6858000"/>
              <a:gd name="connsiteX998" fmla="*/ 630103 w 7467600"/>
              <a:gd name="connsiteY998" fmla="*/ 485885 h 6858000"/>
              <a:gd name="connsiteX999" fmla="*/ 532040 w 7467600"/>
              <a:gd name="connsiteY999" fmla="*/ 399359 h 6858000"/>
              <a:gd name="connsiteX1000" fmla="*/ 517618 w 7467600"/>
              <a:gd name="connsiteY1000" fmla="*/ 385726 h 6858000"/>
              <a:gd name="connsiteX1001" fmla="*/ 285074 w 7467600"/>
              <a:gd name="connsiteY1001" fmla="*/ 182755 h 6858000"/>
              <a:gd name="connsiteX1002" fmla="*/ 43151 w 7467600"/>
              <a:gd name="connsiteY100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1946 w 7467600"/>
              <a:gd name="connsiteY127" fmla="*/ 5075653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1903353 w 7467600"/>
              <a:gd name="connsiteY146" fmla="*/ 5044827 h 6858000"/>
              <a:gd name="connsiteX147" fmla="*/ 1936931 w 7467600"/>
              <a:gd name="connsiteY147" fmla="*/ 5093954 h 6858000"/>
              <a:gd name="connsiteX148" fmla="*/ 2195868 w 7467600"/>
              <a:gd name="connsiteY148" fmla="*/ 5396574 h 6858000"/>
              <a:gd name="connsiteX149" fmla="*/ 2088852 w 7467600"/>
              <a:gd name="connsiteY149" fmla="*/ 5166123 h 6858000"/>
              <a:gd name="connsiteX150" fmla="*/ 1958241 w 7467600"/>
              <a:gd name="connsiteY150" fmla="*/ 5067955 h 6858000"/>
              <a:gd name="connsiteX151" fmla="*/ 1903353 w 7467600"/>
              <a:gd name="connsiteY151" fmla="*/ 5044827 h 6858000"/>
              <a:gd name="connsiteX152" fmla="*/ 1979378 w 7467600"/>
              <a:gd name="connsiteY152" fmla="*/ 4769504 h 6858000"/>
              <a:gd name="connsiteX153" fmla="*/ 2882120 w 7467600"/>
              <a:gd name="connsiteY153" fmla="*/ 5064547 h 6858000"/>
              <a:gd name="connsiteX154" fmla="*/ 2793103 w 7467600"/>
              <a:gd name="connsiteY154" fmla="*/ 5039699 h 6858000"/>
              <a:gd name="connsiteX155" fmla="*/ 2770041 w 7467600"/>
              <a:gd name="connsiteY155" fmla="*/ 5033634 h 6858000"/>
              <a:gd name="connsiteX156" fmla="*/ 1979378 w 7467600"/>
              <a:gd name="connsiteY156" fmla="*/ 4769504 h 6858000"/>
              <a:gd name="connsiteX157" fmla="*/ 1927410 w 7467600"/>
              <a:gd name="connsiteY157" fmla="*/ 4716164 h 6858000"/>
              <a:gd name="connsiteX158" fmla="*/ 1959587 w 7467600"/>
              <a:gd name="connsiteY158" fmla="*/ 4728849 h 6858000"/>
              <a:gd name="connsiteX159" fmla="*/ 2777707 w 7467600"/>
              <a:gd name="connsiteY159" fmla="*/ 5003991 h 6858000"/>
              <a:gd name="connsiteX160" fmla="*/ 2800768 w 7467600"/>
              <a:gd name="connsiteY160" fmla="*/ 5010056 h 6858000"/>
              <a:gd name="connsiteX161" fmla="*/ 2879408 w 7467600"/>
              <a:gd name="connsiteY161" fmla="*/ 5031590 h 6858000"/>
              <a:gd name="connsiteX162" fmla="*/ 2862295 w 7467600"/>
              <a:gd name="connsiteY162" fmla="*/ 5022958 h 6858000"/>
              <a:gd name="connsiteX163" fmla="*/ 2813343 w 7467600"/>
              <a:gd name="connsiteY163" fmla="*/ 4998369 h 6858000"/>
              <a:gd name="connsiteX164" fmla="*/ 2646245 w 7467600"/>
              <a:gd name="connsiteY164" fmla="*/ 4930999 h 6858000"/>
              <a:gd name="connsiteX165" fmla="*/ 1999243 w 7467600"/>
              <a:gd name="connsiteY165" fmla="*/ 4730524 h 6858000"/>
              <a:gd name="connsiteX166" fmla="*/ 1979527 w 7467600"/>
              <a:gd name="connsiteY166" fmla="*/ 4726651 h 6858000"/>
              <a:gd name="connsiteX167" fmla="*/ 1927410 w 7467600"/>
              <a:gd name="connsiteY167" fmla="*/ 4716164 h 6858000"/>
              <a:gd name="connsiteX168" fmla="*/ 1997014 w 7467600"/>
              <a:gd name="connsiteY168" fmla="*/ 4698007 h 6858000"/>
              <a:gd name="connsiteX169" fmla="*/ 2005458 w 7467600"/>
              <a:gd name="connsiteY169" fmla="*/ 4699540 h 6858000"/>
              <a:gd name="connsiteX170" fmla="*/ 2657186 w 7467600"/>
              <a:gd name="connsiteY170" fmla="*/ 4901687 h 6858000"/>
              <a:gd name="connsiteX171" fmla="*/ 2826662 w 7467600"/>
              <a:gd name="connsiteY171" fmla="*/ 4970362 h 6858000"/>
              <a:gd name="connsiteX172" fmla="*/ 2876100 w 7467600"/>
              <a:gd name="connsiteY172" fmla="*/ 4995397 h 6858000"/>
              <a:gd name="connsiteX173" fmla="*/ 3042600 w 7467600"/>
              <a:gd name="connsiteY173" fmla="*/ 5059532 h 6858000"/>
              <a:gd name="connsiteX174" fmla="*/ 1997014 w 7467600"/>
              <a:gd name="connsiteY174" fmla="*/ 4698007 h 6858000"/>
              <a:gd name="connsiteX175" fmla="*/ 2305292 w 7467600"/>
              <a:gd name="connsiteY175" fmla="*/ 4219492 h 6858000"/>
              <a:gd name="connsiteX176" fmla="*/ 3360922 w 7467600"/>
              <a:gd name="connsiteY176" fmla="*/ 4529373 h 6858000"/>
              <a:gd name="connsiteX177" fmla="*/ 3492420 w 7467600"/>
              <a:gd name="connsiteY177" fmla="*/ 4510145 h 6858000"/>
              <a:gd name="connsiteX178" fmla="*/ 3364086 w 7467600"/>
              <a:gd name="connsiteY178" fmla="*/ 4480340 h 6858000"/>
              <a:gd name="connsiteX179" fmla="*/ 3225818 w 7467600"/>
              <a:gd name="connsiteY179" fmla="*/ 4411822 h 6858000"/>
              <a:gd name="connsiteX180" fmla="*/ 3129696 w 7467600"/>
              <a:gd name="connsiteY180" fmla="*/ 4360704 h 6858000"/>
              <a:gd name="connsiteX181" fmla="*/ 2814545 w 7467600"/>
              <a:gd name="connsiteY181" fmla="*/ 4282955 h 6858000"/>
              <a:gd name="connsiteX182" fmla="*/ 2305292 w 7467600"/>
              <a:gd name="connsiteY182" fmla="*/ 4219492 h 6858000"/>
              <a:gd name="connsiteX183" fmla="*/ 2626982 w 7467600"/>
              <a:gd name="connsiteY183" fmla="*/ 4206450 h 6858000"/>
              <a:gd name="connsiteX184" fmla="*/ 2490617 w 7467600"/>
              <a:gd name="connsiteY184" fmla="*/ 4206951 h 6858000"/>
              <a:gd name="connsiteX185" fmla="*/ 2819869 w 7467600"/>
              <a:gd name="connsiteY185" fmla="*/ 4252936 h 6858000"/>
              <a:gd name="connsiteX186" fmla="*/ 3143018 w 7467600"/>
              <a:gd name="connsiteY186" fmla="*/ 4332698 h 6858000"/>
              <a:gd name="connsiteX187" fmla="*/ 3241520 w 7467600"/>
              <a:gd name="connsiteY187" fmla="*/ 4385112 h 6858000"/>
              <a:gd name="connsiteX188" fmla="*/ 3374575 w 7467600"/>
              <a:gd name="connsiteY188" fmla="*/ 4451517 h 6858000"/>
              <a:gd name="connsiteX189" fmla="*/ 3505221 w 7467600"/>
              <a:gd name="connsiteY189" fmla="*/ 4480757 h 6858000"/>
              <a:gd name="connsiteX190" fmla="*/ 2626982 w 7467600"/>
              <a:gd name="connsiteY190" fmla="*/ 4206450 h 6858000"/>
              <a:gd name="connsiteX191" fmla="*/ 1310106 w 7467600"/>
              <a:gd name="connsiteY191" fmla="*/ 3943217 h 6858000"/>
              <a:gd name="connsiteX192" fmla="*/ 854994 w 7467600"/>
              <a:gd name="connsiteY192" fmla="*/ 4399136 h 6858000"/>
              <a:gd name="connsiteX193" fmla="*/ 742462 w 7467600"/>
              <a:gd name="connsiteY193" fmla="*/ 4594648 h 6858000"/>
              <a:gd name="connsiteX194" fmla="*/ 820602 w 7467600"/>
              <a:gd name="connsiteY194" fmla="*/ 4485915 h 6858000"/>
              <a:gd name="connsiteX195" fmla="*/ 878295 w 7467600"/>
              <a:gd name="connsiteY195" fmla="*/ 4403594 h 6858000"/>
              <a:gd name="connsiteX196" fmla="*/ 1240607 w 7467600"/>
              <a:gd name="connsiteY196" fmla="*/ 4010401 h 6858000"/>
              <a:gd name="connsiteX197" fmla="*/ 1310106 w 7467600"/>
              <a:gd name="connsiteY197" fmla="*/ 3943217 h 6858000"/>
              <a:gd name="connsiteX198" fmla="*/ 1423113 w 7467600"/>
              <a:gd name="connsiteY198" fmla="*/ 3874565 h 6858000"/>
              <a:gd name="connsiteX199" fmla="*/ 1260565 w 7467600"/>
              <a:gd name="connsiteY199" fmla="*/ 4031982 h 6858000"/>
              <a:gd name="connsiteX200" fmla="*/ 901900 w 7467600"/>
              <a:gd name="connsiteY200" fmla="*/ 4421236 h 6858000"/>
              <a:gd name="connsiteX201" fmla="*/ 845044 w 7467600"/>
              <a:gd name="connsiteY201" fmla="*/ 4502436 h 6858000"/>
              <a:gd name="connsiteX202" fmla="*/ 685926 w 7467600"/>
              <a:gd name="connsiteY202" fmla="*/ 4703069 h 6858000"/>
              <a:gd name="connsiteX203" fmla="*/ 684248 w 7467600"/>
              <a:gd name="connsiteY203" fmla="*/ 4706721 h 6858000"/>
              <a:gd name="connsiteX204" fmla="*/ 1423113 w 7467600"/>
              <a:gd name="connsiteY204" fmla="*/ 3874565 h 6858000"/>
              <a:gd name="connsiteX205" fmla="*/ 3316479 w 7467600"/>
              <a:gd name="connsiteY205" fmla="*/ 3872136 h 6858000"/>
              <a:gd name="connsiteX206" fmla="*/ 3546806 w 7467600"/>
              <a:gd name="connsiteY206" fmla="*/ 4356139 h 6858000"/>
              <a:gd name="connsiteX207" fmla="*/ 3364433 w 7467600"/>
              <a:gd name="connsiteY207" fmla="*/ 3953121 h 6858000"/>
              <a:gd name="connsiteX208" fmla="*/ 3316479 w 7467600"/>
              <a:gd name="connsiteY208" fmla="*/ 3872136 h 6858000"/>
              <a:gd name="connsiteX209" fmla="*/ 3291335 w 7467600"/>
              <a:gd name="connsiteY209" fmla="*/ 3767420 h 6858000"/>
              <a:gd name="connsiteX210" fmla="*/ 3390805 w 7467600"/>
              <a:gd name="connsiteY210" fmla="*/ 3937163 h 6858000"/>
              <a:gd name="connsiteX211" fmla="*/ 3579062 w 7467600"/>
              <a:gd name="connsiteY211" fmla="*/ 4359040 h 6858000"/>
              <a:gd name="connsiteX212" fmla="*/ 3467355 w 7467600"/>
              <a:gd name="connsiteY212" fmla="*/ 3988130 h 6858000"/>
              <a:gd name="connsiteX213" fmla="*/ 3310753 w 7467600"/>
              <a:gd name="connsiteY213" fmla="*/ 3787140 h 6858000"/>
              <a:gd name="connsiteX214" fmla="*/ 3291335 w 7467600"/>
              <a:gd name="connsiteY214" fmla="*/ 3767420 h 6858000"/>
              <a:gd name="connsiteX215" fmla="*/ 1635889 w 7467600"/>
              <a:gd name="connsiteY215" fmla="*/ 3709494 h 6858000"/>
              <a:gd name="connsiteX216" fmla="*/ 1634800 w 7467600"/>
              <a:gd name="connsiteY216" fmla="*/ 3731111 h 6858000"/>
              <a:gd name="connsiteX217" fmla="*/ 1635889 w 7467600"/>
              <a:gd name="connsiteY217" fmla="*/ 3709494 h 6858000"/>
              <a:gd name="connsiteX218" fmla="*/ 1510397 w 7467600"/>
              <a:gd name="connsiteY218" fmla="*/ 3684705 h 6858000"/>
              <a:gd name="connsiteX219" fmla="*/ 1146550 w 7467600"/>
              <a:gd name="connsiteY219" fmla="*/ 3802012 h 6858000"/>
              <a:gd name="connsiteX220" fmla="*/ 698834 w 7467600"/>
              <a:gd name="connsiteY220" fmla="*/ 3952272 h 6858000"/>
              <a:gd name="connsiteX221" fmla="*/ 34256 w 7467600"/>
              <a:gd name="connsiteY221" fmla="*/ 4347603 h 6858000"/>
              <a:gd name="connsiteX222" fmla="*/ 527241 w 7467600"/>
              <a:gd name="connsiteY222" fmla="*/ 4065078 h 6858000"/>
              <a:gd name="connsiteX223" fmla="*/ 1510397 w 7467600"/>
              <a:gd name="connsiteY223" fmla="*/ 3684705 h 6858000"/>
              <a:gd name="connsiteX224" fmla="*/ 1313114 w 7467600"/>
              <a:gd name="connsiteY224" fmla="*/ 3655216 h 6858000"/>
              <a:gd name="connsiteX225" fmla="*/ 1109304 w 7467600"/>
              <a:gd name="connsiteY225" fmla="*/ 3669030 h 6858000"/>
              <a:gd name="connsiteX226" fmla="*/ 8129 w 7467600"/>
              <a:gd name="connsiteY226" fmla="*/ 4330519 h 6858000"/>
              <a:gd name="connsiteX227" fmla="*/ 687572 w 7467600"/>
              <a:gd name="connsiteY227" fmla="*/ 3925629 h 6858000"/>
              <a:gd name="connsiteX228" fmla="*/ 1138365 w 7467600"/>
              <a:gd name="connsiteY228" fmla="*/ 3774515 h 6858000"/>
              <a:gd name="connsiteX229" fmla="*/ 1505579 w 7467600"/>
              <a:gd name="connsiteY229" fmla="*/ 3655526 h 6858000"/>
              <a:gd name="connsiteX230" fmla="*/ 1313114 w 7467600"/>
              <a:gd name="connsiteY230" fmla="*/ 3655216 h 6858000"/>
              <a:gd name="connsiteX231" fmla="*/ 3655073 w 7467600"/>
              <a:gd name="connsiteY231" fmla="*/ 3650884 h 6858000"/>
              <a:gd name="connsiteX232" fmla="*/ 3989938 w 7467600"/>
              <a:gd name="connsiteY232" fmla="*/ 3991685 h 6858000"/>
              <a:gd name="connsiteX233" fmla="*/ 4393907 w 7467600"/>
              <a:gd name="connsiteY233" fmla="*/ 4261258 h 6858000"/>
              <a:gd name="connsiteX234" fmla="*/ 4648051 w 7467600"/>
              <a:gd name="connsiteY234" fmla="*/ 4374051 h 6858000"/>
              <a:gd name="connsiteX235" fmla="*/ 4383389 w 7467600"/>
              <a:gd name="connsiteY235" fmla="*/ 4184369 h 6858000"/>
              <a:gd name="connsiteX236" fmla="*/ 4165508 w 7467600"/>
              <a:gd name="connsiteY236" fmla="*/ 4035196 h 6858000"/>
              <a:gd name="connsiteX237" fmla="*/ 4068162 w 7467600"/>
              <a:gd name="connsiteY237" fmla="*/ 3953394 h 6858000"/>
              <a:gd name="connsiteX238" fmla="*/ 3981416 w 7467600"/>
              <a:gd name="connsiteY238" fmla="*/ 3880482 h 6858000"/>
              <a:gd name="connsiteX239" fmla="*/ 3800147 w 7467600"/>
              <a:gd name="connsiteY239" fmla="*/ 3749872 h 6858000"/>
              <a:gd name="connsiteX240" fmla="*/ 3655073 w 7467600"/>
              <a:gd name="connsiteY240" fmla="*/ 3650884 h 6858000"/>
              <a:gd name="connsiteX241" fmla="*/ 3670252 w 7467600"/>
              <a:gd name="connsiteY241" fmla="*/ 3622798 h 6858000"/>
              <a:gd name="connsiteX242" fmla="*/ 3817258 w 7467600"/>
              <a:gd name="connsiteY242" fmla="*/ 3723577 h 6858000"/>
              <a:gd name="connsiteX243" fmla="*/ 4000461 w 7467600"/>
              <a:gd name="connsiteY243" fmla="*/ 3855966 h 6858000"/>
              <a:gd name="connsiteX244" fmla="*/ 4088180 w 7467600"/>
              <a:gd name="connsiteY244" fmla="*/ 3929774 h 6858000"/>
              <a:gd name="connsiteX245" fmla="*/ 4184555 w 7467600"/>
              <a:gd name="connsiteY245" fmla="*/ 4010683 h 6858000"/>
              <a:gd name="connsiteX246" fmla="*/ 4399563 w 7467600"/>
              <a:gd name="connsiteY246" fmla="*/ 4158106 h 6858000"/>
              <a:gd name="connsiteX247" fmla="*/ 4684469 w 7467600"/>
              <a:gd name="connsiteY247" fmla="*/ 4364680 h 6858000"/>
              <a:gd name="connsiteX248" fmla="*/ 4690271 w 7467600"/>
              <a:gd name="connsiteY248" fmla="*/ 4370034 h 6858000"/>
              <a:gd name="connsiteX249" fmla="*/ 4136093 w 7467600"/>
              <a:gd name="connsiteY249" fmla="*/ 3858466 h 6858000"/>
              <a:gd name="connsiteX250" fmla="*/ 3670252 w 7467600"/>
              <a:gd name="connsiteY250" fmla="*/ 3622798 h 6858000"/>
              <a:gd name="connsiteX251" fmla="*/ 4440129 w 7467600"/>
              <a:gd name="connsiteY251" fmla="*/ 3448571 h 6858000"/>
              <a:gd name="connsiteX252" fmla="*/ 4856525 w 7467600"/>
              <a:gd name="connsiteY252" fmla="*/ 3915351 h 6858000"/>
              <a:gd name="connsiteX253" fmla="*/ 5059055 w 7467600"/>
              <a:gd name="connsiteY253" fmla="*/ 4108918 h 6858000"/>
              <a:gd name="connsiteX254" fmla="*/ 5290070 w 7467600"/>
              <a:gd name="connsiteY254" fmla="*/ 4263619 h 6858000"/>
              <a:gd name="connsiteX255" fmla="*/ 4834991 w 7467600"/>
              <a:gd name="connsiteY255" fmla="*/ 3830985 h 6858000"/>
              <a:gd name="connsiteX256" fmla="*/ 4440129 w 7467600"/>
              <a:gd name="connsiteY256" fmla="*/ 3448571 h 6858000"/>
              <a:gd name="connsiteX257" fmla="*/ 4441737 w 7467600"/>
              <a:gd name="connsiteY257" fmla="*/ 3399734 h 6858000"/>
              <a:gd name="connsiteX258" fmla="*/ 4431236 w 7467600"/>
              <a:gd name="connsiteY258" fmla="*/ 3400954 h 6858000"/>
              <a:gd name="connsiteX259" fmla="*/ 4557150 w 7467600"/>
              <a:gd name="connsiteY259" fmla="*/ 3510023 h 6858000"/>
              <a:gd name="connsiteX260" fmla="*/ 4856936 w 7467600"/>
              <a:gd name="connsiteY260" fmla="*/ 3809146 h 6858000"/>
              <a:gd name="connsiteX261" fmla="*/ 5111996 w 7467600"/>
              <a:gd name="connsiteY261" fmla="*/ 4065759 h 6858000"/>
              <a:gd name="connsiteX262" fmla="*/ 5388878 w 7467600"/>
              <a:gd name="connsiteY262" fmla="*/ 4300185 h 6858000"/>
              <a:gd name="connsiteX263" fmla="*/ 5425556 w 7467600"/>
              <a:gd name="connsiteY263" fmla="*/ 4308967 h 6858000"/>
              <a:gd name="connsiteX264" fmla="*/ 4943646 w 7467600"/>
              <a:gd name="connsiteY264" fmla="*/ 3822916 h 6858000"/>
              <a:gd name="connsiteX265" fmla="*/ 4594837 w 7467600"/>
              <a:gd name="connsiteY265" fmla="*/ 3532274 h 6858000"/>
              <a:gd name="connsiteX266" fmla="*/ 4441737 w 7467600"/>
              <a:gd name="connsiteY266" fmla="*/ 3399734 h 6858000"/>
              <a:gd name="connsiteX267" fmla="*/ 5425834 w 7467600"/>
              <a:gd name="connsiteY267" fmla="*/ 3162785 h 6858000"/>
              <a:gd name="connsiteX268" fmla="*/ 5401644 w 7467600"/>
              <a:gd name="connsiteY268" fmla="*/ 3617847 h 6858000"/>
              <a:gd name="connsiteX269" fmla="*/ 5467256 w 7467600"/>
              <a:gd name="connsiteY269" fmla="*/ 4175494 h 6858000"/>
              <a:gd name="connsiteX270" fmla="*/ 5448069 w 7467600"/>
              <a:gd name="connsiteY270" fmla="*/ 3567554 h 6858000"/>
              <a:gd name="connsiteX271" fmla="*/ 5425834 w 7467600"/>
              <a:gd name="connsiteY271" fmla="*/ 3162785 h 6858000"/>
              <a:gd name="connsiteX272" fmla="*/ 1318687 w 7467600"/>
              <a:gd name="connsiteY272" fmla="*/ 3113840 h 6858000"/>
              <a:gd name="connsiteX273" fmla="*/ 1066793 w 7467600"/>
              <a:gd name="connsiteY273" fmla="*/ 3212171 h 6858000"/>
              <a:gd name="connsiteX274" fmla="*/ 993319 w 7467600"/>
              <a:gd name="connsiteY274" fmla="*/ 3247648 h 6858000"/>
              <a:gd name="connsiteX275" fmla="*/ 853081 w 7467600"/>
              <a:gd name="connsiteY275" fmla="*/ 3312410 h 6858000"/>
              <a:gd name="connsiteX276" fmla="*/ 805957 w 7467600"/>
              <a:gd name="connsiteY276" fmla="*/ 3330443 h 6858000"/>
              <a:gd name="connsiteX277" fmla="*/ 1318687 w 7467600"/>
              <a:gd name="connsiteY277" fmla="*/ 3113840 h 6858000"/>
              <a:gd name="connsiteX278" fmla="*/ 5453702 w 7467600"/>
              <a:gd name="connsiteY278" fmla="*/ 3090882 h 6858000"/>
              <a:gd name="connsiteX279" fmla="*/ 5480135 w 7467600"/>
              <a:gd name="connsiteY279" fmla="*/ 3565802 h 6858000"/>
              <a:gd name="connsiteX280" fmla="*/ 5499023 w 7467600"/>
              <a:gd name="connsiteY280" fmla="*/ 4166310 h 6858000"/>
              <a:gd name="connsiteX281" fmla="*/ 5547022 w 7467600"/>
              <a:gd name="connsiteY281" fmla="*/ 3607838 h 6858000"/>
              <a:gd name="connsiteX282" fmla="*/ 5515964 w 7467600"/>
              <a:gd name="connsiteY282" fmla="*/ 3378541 h 6858000"/>
              <a:gd name="connsiteX283" fmla="*/ 5453702 w 7467600"/>
              <a:gd name="connsiteY283" fmla="*/ 3090882 h 6858000"/>
              <a:gd name="connsiteX284" fmla="*/ 1238695 w 7467600"/>
              <a:gd name="connsiteY284" fmla="*/ 3076820 h 6858000"/>
              <a:gd name="connsiteX285" fmla="*/ 716371 w 7467600"/>
              <a:gd name="connsiteY285" fmla="*/ 3293249 h 6858000"/>
              <a:gd name="connsiteX286" fmla="*/ 579522 w 7467600"/>
              <a:gd name="connsiteY286" fmla="*/ 3371759 h 6858000"/>
              <a:gd name="connsiteX287" fmla="*/ 600288 w 7467600"/>
              <a:gd name="connsiteY287" fmla="*/ 3365555 h 6858000"/>
              <a:gd name="connsiteX288" fmla="*/ 840692 w 7467600"/>
              <a:gd name="connsiteY288" fmla="*/ 3284921 h 6858000"/>
              <a:gd name="connsiteX289" fmla="*/ 979248 w 7467600"/>
              <a:gd name="connsiteY289" fmla="*/ 3221003 h 6858000"/>
              <a:gd name="connsiteX290" fmla="*/ 1053282 w 7467600"/>
              <a:gd name="connsiteY290" fmla="*/ 3185247 h 6858000"/>
              <a:gd name="connsiteX291" fmla="*/ 1320603 w 7467600"/>
              <a:gd name="connsiteY291" fmla="*/ 3081281 h 6858000"/>
              <a:gd name="connsiteX292" fmla="*/ 1238695 w 7467600"/>
              <a:gd name="connsiteY292" fmla="*/ 3076820 h 6858000"/>
              <a:gd name="connsiteX293" fmla="*/ 5425627 w 7467600"/>
              <a:gd name="connsiteY293" fmla="*/ 2954192 h 6858000"/>
              <a:gd name="connsiteX294" fmla="*/ 5470770 w 7467600"/>
              <a:gd name="connsiteY294" fmla="*/ 3005435 h 6858000"/>
              <a:gd name="connsiteX295" fmla="*/ 5519779 w 7467600"/>
              <a:gd name="connsiteY295" fmla="*/ 4359223 h 6858000"/>
              <a:gd name="connsiteX296" fmla="*/ 5520293 w 7467600"/>
              <a:gd name="connsiteY296" fmla="*/ 4360602 h 6858000"/>
              <a:gd name="connsiteX297" fmla="*/ 5767221 w 7467600"/>
              <a:gd name="connsiteY297" fmla="*/ 4665564 h 6858000"/>
              <a:gd name="connsiteX298" fmla="*/ 6937169 w 7467600"/>
              <a:gd name="connsiteY298" fmla="*/ 4815941 h 6858000"/>
              <a:gd name="connsiteX299" fmla="*/ 6953922 w 7467600"/>
              <a:gd name="connsiteY299" fmla="*/ 4890068 h 6858000"/>
              <a:gd name="connsiteX300" fmla="*/ 6071359 w 7467600"/>
              <a:gd name="connsiteY300" fmla="*/ 4770770 h 6858000"/>
              <a:gd name="connsiteX301" fmla="*/ 6038839 w 7467600"/>
              <a:gd name="connsiteY301" fmla="*/ 4764474 h 6858000"/>
              <a:gd name="connsiteX302" fmla="*/ 6038706 w 7467600"/>
              <a:gd name="connsiteY302" fmla="*/ 4763847 h 6858000"/>
              <a:gd name="connsiteX303" fmla="*/ 6037784 w 7467600"/>
              <a:gd name="connsiteY303" fmla="*/ 4764270 h 6858000"/>
              <a:gd name="connsiteX304" fmla="*/ 6038839 w 7467600"/>
              <a:gd name="connsiteY304" fmla="*/ 4764474 h 6858000"/>
              <a:gd name="connsiteX305" fmla="*/ 6040338 w 7467600"/>
              <a:gd name="connsiteY305" fmla="*/ 4771418 h 6858000"/>
              <a:gd name="connsiteX306" fmla="*/ 6024488 w 7467600"/>
              <a:gd name="connsiteY306" fmla="*/ 4809903 h 6858000"/>
              <a:gd name="connsiteX307" fmla="*/ 5599771 w 7467600"/>
              <a:gd name="connsiteY307" fmla="*/ 5509652 h 6858000"/>
              <a:gd name="connsiteX308" fmla="*/ 5548843 w 7467600"/>
              <a:gd name="connsiteY308" fmla="*/ 5563845 h 6858000"/>
              <a:gd name="connsiteX309" fmla="*/ 5940952 w 7467600"/>
              <a:gd name="connsiteY309" fmla="*/ 6250028 h 6858000"/>
              <a:gd name="connsiteX310" fmla="*/ 6043441 w 7467600"/>
              <a:gd name="connsiteY310" fmla="*/ 6665847 h 6858000"/>
              <a:gd name="connsiteX311" fmla="*/ 6093432 w 7467600"/>
              <a:gd name="connsiteY311" fmla="*/ 6858000 h 6858000"/>
              <a:gd name="connsiteX312" fmla="*/ 6034344 w 7467600"/>
              <a:gd name="connsiteY312" fmla="*/ 6858000 h 6858000"/>
              <a:gd name="connsiteX313" fmla="*/ 6026679 w 7467600"/>
              <a:gd name="connsiteY313" fmla="*/ 6836959 h 6858000"/>
              <a:gd name="connsiteX314" fmla="*/ 5800441 w 7467600"/>
              <a:gd name="connsiteY314" fmla="*/ 6335286 h 6858000"/>
              <a:gd name="connsiteX315" fmla="*/ 5526562 w 7467600"/>
              <a:gd name="connsiteY315" fmla="*/ 5705388 h 6858000"/>
              <a:gd name="connsiteX316" fmla="*/ 5519640 w 7467600"/>
              <a:gd name="connsiteY316" fmla="*/ 5683774 h 6858000"/>
              <a:gd name="connsiteX317" fmla="*/ 5844559 w 7467600"/>
              <a:gd name="connsiteY317" fmla="*/ 6553349 h 6858000"/>
              <a:gd name="connsiteX318" fmla="*/ 5975994 w 7467600"/>
              <a:gd name="connsiteY318" fmla="*/ 6858000 h 6858000"/>
              <a:gd name="connsiteX319" fmla="*/ 5898547 w 7467600"/>
              <a:gd name="connsiteY319" fmla="*/ 6858000 h 6858000"/>
              <a:gd name="connsiteX320" fmla="*/ 5682041 w 7467600"/>
              <a:gd name="connsiteY320" fmla="*/ 6355860 h 6858000"/>
              <a:gd name="connsiteX321" fmla="*/ 5461758 w 7467600"/>
              <a:gd name="connsiteY321" fmla="*/ 5820220 h 6858000"/>
              <a:gd name="connsiteX322" fmla="*/ 5237282 w 7467600"/>
              <a:gd name="connsiteY322" fmla="*/ 6579086 h 6858000"/>
              <a:gd name="connsiteX323" fmla="*/ 5115009 w 7467600"/>
              <a:gd name="connsiteY323" fmla="*/ 6858000 h 6858000"/>
              <a:gd name="connsiteX324" fmla="*/ 5028074 w 7467600"/>
              <a:gd name="connsiteY324" fmla="*/ 6858000 h 6858000"/>
              <a:gd name="connsiteX325" fmla="*/ 5079508 w 7467600"/>
              <a:gd name="connsiteY325" fmla="*/ 6749074 h 6858000"/>
              <a:gd name="connsiteX326" fmla="*/ 5371846 w 7467600"/>
              <a:gd name="connsiteY326" fmla="*/ 5924413 h 6858000"/>
              <a:gd name="connsiteX327" fmla="*/ 5270512 w 7467600"/>
              <a:gd name="connsiteY327" fmla="*/ 6138975 h 6858000"/>
              <a:gd name="connsiteX328" fmla="*/ 5062409 w 7467600"/>
              <a:gd name="connsiteY328" fmla="*/ 6653544 h 6858000"/>
              <a:gd name="connsiteX329" fmla="*/ 5036628 w 7467600"/>
              <a:gd name="connsiteY329" fmla="*/ 6754247 h 6858000"/>
              <a:gd name="connsiteX330" fmla="*/ 5009112 w 7467600"/>
              <a:gd name="connsiteY330" fmla="*/ 6858000 h 6858000"/>
              <a:gd name="connsiteX331" fmla="*/ 4976679 w 7467600"/>
              <a:gd name="connsiteY331" fmla="*/ 6858000 h 6858000"/>
              <a:gd name="connsiteX332" fmla="*/ 5006537 w 7467600"/>
              <a:gd name="connsiteY332" fmla="*/ 6747068 h 6858000"/>
              <a:gd name="connsiteX333" fmla="*/ 5032723 w 7467600"/>
              <a:gd name="connsiteY333" fmla="*/ 6644957 h 6858000"/>
              <a:gd name="connsiteX334" fmla="*/ 5242949 w 7467600"/>
              <a:gd name="connsiteY334" fmla="*/ 6125175 h 6858000"/>
              <a:gd name="connsiteX335" fmla="*/ 5286321 w 7467600"/>
              <a:gd name="connsiteY335" fmla="*/ 6033555 h 6858000"/>
              <a:gd name="connsiteX336" fmla="*/ 5008210 w 7467600"/>
              <a:gd name="connsiteY336" fmla="*/ 6649194 h 6858000"/>
              <a:gd name="connsiteX337" fmla="*/ 4986321 w 7467600"/>
              <a:gd name="connsiteY337" fmla="*/ 6765687 h 6858000"/>
              <a:gd name="connsiteX338" fmla="*/ 4973474 w 7467600"/>
              <a:gd name="connsiteY338" fmla="*/ 6858000 h 6858000"/>
              <a:gd name="connsiteX339" fmla="*/ 4907178 w 7467600"/>
              <a:gd name="connsiteY339" fmla="*/ 6858000 h 6858000"/>
              <a:gd name="connsiteX340" fmla="*/ 4910810 w 7467600"/>
              <a:gd name="connsiteY340" fmla="*/ 6829660 h 6858000"/>
              <a:gd name="connsiteX341" fmla="*/ 4987461 w 7467600"/>
              <a:gd name="connsiteY341" fmla="*/ 6432994 h 6858000"/>
              <a:gd name="connsiteX342" fmla="*/ 5179262 w 7467600"/>
              <a:gd name="connsiteY342" fmla="*/ 6035044 h 6858000"/>
              <a:gd name="connsiteX343" fmla="*/ 4689678 w 7467600"/>
              <a:gd name="connsiteY343" fmla="*/ 6440241 h 6858000"/>
              <a:gd name="connsiteX344" fmla="*/ 4477543 w 7467600"/>
              <a:gd name="connsiteY344" fmla="*/ 6674836 h 6858000"/>
              <a:gd name="connsiteX345" fmla="*/ 4329957 w 7467600"/>
              <a:gd name="connsiteY345" fmla="*/ 6858000 h 6858000"/>
              <a:gd name="connsiteX346" fmla="*/ 4218595 w 7467600"/>
              <a:gd name="connsiteY346" fmla="*/ 6858000 h 6858000"/>
              <a:gd name="connsiteX347" fmla="*/ 4368888 w 7467600"/>
              <a:gd name="connsiteY347" fmla="*/ 6668412 h 6858000"/>
              <a:gd name="connsiteX348" fmla="*/ 4563091 w 7467600"/>
              <a:gd name="connsiteY348" fmla="*/ 6442508 h 6858000"/>
              <a:gd name="connsiteX349" fmla="*/ 5387324 w 7467600"/>
              <a:gd name="connsiteY349" fmla="*/ 5705830 h 6858000"/>
              <a:gd name="connsiteX350" fmla="*/ 5073620 w 7467600"/>
              <a:gd name="connsiteY350" fmla="*/ 5955437 h 6858000"/>
              <a:gd name="connsiteX351" fmla="*/ 4689789 w 7467600"/>
              <a:gd name="connsiteY351" fmla="*/ 6268382 h 6858000"/>
              <a:gd name="connsiteX352" fmla="*/ 4418722 w 7467600"/>
              <a:gd name="connsiteY352" fmla="*/ 6570886 h 6858000"/>
              <a:gd name="connsiteX353" fmla="*/ 4214944 w 7467600"/>
              <a:gd name="connsiteY353" fmla="*/ 6858000 h 6858000"/>
              <a:gd name="connsiteX354" fmla="*/ 4177898 w 7467600"/>
              <a:gd name="connsiteY354" fmla="*/ 6858000 h 6858000"/>
              <a:gd name="connsiteX355" fmla="*/ 4391597 w 7467600"/>
              <a:gd name="connsiteY355" fmla="*/ 6556370 h 6858000"/>
              <a:gd name="connsiteX356" fmla="*/ 4668889 w 7467600"/>
              <a:gd name="connsiteY356" fmla="*/ 6246399 h 6858000"/>
              <a:gd name="connsiteX357" fmla="*/ 5055427 w 7467600"/>
              <a:gd name="connsiteY357" fmla="*/ 5931476 h 6858000"/>
              <a:gd name="connsiteX358" fmla="*/ 5371814 w 7467600"/>
              <a:gd name="connsiteY358" fmla="*/ 5678975 h 6858000"/>
              <a:gd name="connsiteX359" fmla="*/ 4987918 w 7467600"/>
              <a:gd name="connsiteY359" fmla="*/ 5838701 h 6858000"/>
              <a:gd name="connsiteX360" fmla="*/ 4317146 w 7467600"/>
              <a:gd name="connsiteY360" fmla="*/ 6587716 h 6858000"/>
              <a:gd name="connsiteX361" fmla="*/ 4171627 w 7467600"/>
              <a:gd name="connsiteY361" fmla="*/ 6858000 h 6858000"/>
              <a:gd name="connsiteX362" fmla="*/ 4081585 w 7467600"/>
              <a:gd name="connsiteY362" fmla="*/ 6858000 h 6858000"/>
              <a:gd name="connsiteX363" fmla="*/ 4238603 w 7467600"/>
              <a:gd name="connsiteY363" fmla="*/ 6559341 h 6858000"/>
              <a:gd name="connsiteX364" fmla="*/ 4778333 w 7467600"/>
              <a:gd name="connsiteY364" fmla="*/ 5873626 h 6858000"/>
              <a:gd name="connsiteX365" fmla="*/ 5414185 w 7467600"/>
              <a:gd name="connsiteY365" fmla="*/ 5573882 h 6858000"/>
              <a:gd name="connsiteX366" fmla="*/ 5959648 w 7467600"/>
              <a:gd name="connsiteY366" fmla="*/ 4760797 h 6858000"/>
              <a:gd name="connsiteX367" fmla="*/ 5355019 w 7467600"/>
              <a:gd name="connsiteY367" fmla="*/ 4734672 h 6858000"/>
              <a:gd name="connsiteX368" fmla="*/ 5083565 w 7467600"/>
              <a:gd name="connsiteY368" fmla="*/ 5179121 h 6858000"/>
              <a:gd name="connsiteX369" fmla="*/ 4713577 w 7467600"/>
              <a:gd name="connsiteY369" fmla="*/ 5616803 h 6858000"/>
              <a:gd name="connsiteX370" fmla="*/ 3989559 w 7467600"/>
              <a:gd name="connsiteY370" fmla="*/ 6145945 h 6858000"/>
              <a:gd name="connsiteX371" fmla="*/ 3939824 w 7467600"/>
              <a:gd name="connsiteY371" fmla="*/ 6066900 h 6858000"/>
              <a:gd name="connsiteX372" fmla="*/ 4584537 w 7467600"/>
              <a:gd name="connsiteY372" fmla="*/ 5324826 h 6858000"/>
              <a:gd name="connsiteX373" fmla="*/ 5037105 w 7467600"/>
              <a:gd name="connsiteY373" fmla="*/ 5088765 h 6858000"/>
              <a:gd name="connsiteX374" fmla="*/ 5039930 w 7467600"/>
              <a:gd name="connsiteY374" fmla="*/ 5089585 h 6858000"/>
              <a:gd name="connsiteX375" fmla="*/ 5263764 w 7467600"/>
              <a:gd name="connsiteY375" fmla="*/ 4735525 h 6858000"/>
              <a:gd name="connsiteX376" fmla="*/ 4086300 w 7467600"/>
              <a:gd name="connsiteY376" fmla="*/ 4884599 h 6858000"/>
              <a:gd name="connsiteX377" fmla="*/ 4085485 w 7467600"/>
              <a:gd name="connsiteY377" fmla="*/ 4899070 h 6858000"/>
              <a:gd name="connsiteX378" fmla="*/ 3871915 w 7467600"/>
              <a:gd name="connsiteY378" fmla="*/ 5253645 h 6858000"/>
              <a:gd name="connsiteX379" fmla="*/ 3799374 w 7467600"/>
              <a:gd name="connsiteY379" fmla="*/ 5466127 h 6858000"/>
              <a:gd name="connsiteX380" fmla="*/ 3498850 w 7467600"/>
              <a:gd name="connsiteY380" fmla="*/ 6661888 h 6858000"/>
              <a:gd name="connsiteX381" fmla="*/ 3399216 w 7467600"/>
              <a:gd name="connsiteY381" fmla="*/ 6858000 h 6858000"/>
              <a:gd name="connsiteX382" fmla="*/ 3303688 w 7467600"/>
              <a:gd name="connsiteY382" fmla="*/ 6858000 h 6858000"/>
              <a:gd name="connsiteX383" fmla="*/ 3391774 w 7467600"/>
              <a:gd name="connsiteY383" fmla="*/ 6697181 h 6858000"/>
              <a:gd name="connsiteX384" fmla="*/ 3735540 w 7467600"/>
              <a:gd name="connsiteY384" fmla="*/ 5546923 h 6858000"/>
              <a:gd name="connsiteX385" fmla="*/ 3729438 w 7467600"/>
              <a:gd name="connsiteY385" fmla="*/ 5569058 h 6858000"/>
              <a:gd name="connsiteX386" fmla="*/ 3707782 w 7467600"/>
              <a:gd name="connsiteY386" fmla="*/ 5644908 h 6858000"/>
              <a:gd name="connsiteX387" fmla="*/ 3583827 w 7467600"/>
              <a:gd name="connsiteY387" fmla="*/ 6039215 h 6858000"/>
              <a:gd name="connsiteX388" fmla="*/ 3547861 w 7467600"/>
              <a:gd name="connsiteY388" fmla="*/ 6129609 h 6858000"/>
              <a:gd name="connsiteX389" fmla="*/ 3490905 w 7467600"/>
              <a:gd name="connsiteY389" fmla="*/ 6277660 h 6858000"/>
              <a:gd name="connsiteX390" fmla="*/ 3455859 w 7467600"/>
              <a:gd name="connsiteY390" fmla="*/ 6391301 h 6858000"/>
              <a:gd name="connsiteX391" fmla="*/ 3429112 w 7467600"/>
              <a:gd name="connsiteY391" fmla="*/ 6479469 h 6858000"/>
              <a:gd name="connsiteX392" fmla="*/ 3304862 w 7467600"/>
              <a:gd name="connsiteY392" fmla="*/ 6796476 h 6858000"/>
              <a:gd name="connsiteX393" fmla="*/ 3276071 w 7467600"/>
              <a:gd name="connsiteY393" fmla="*/ 6858000 h 6858000"/>
              <a:gd name="connsiteX394" fmla="*/ 3240805 w 7467600"/>
              <a:gd name="connsiteY394" fmla="*/ 6858000 h 6858000"/>
              <a:gd name="connsiteX395" fmla="*/ 3275917 w 7467600"/>
              <a:gd name="connsiteY395" fmla="*/ 6783192 h 6858000"/>
              <a:gd name="connsiteX396" fmla="*/ 3399358 w 7467600"/>
              <a:gd name="connsiteY396" fmla="*/ 6469011 h 6858000"/>
              <a:gd name="connsiteX397" fmla="*/ 3425650 w 7467600"/>
              <a:gd name="connsiteY397" fmla="*/ 6381333 h 6858000"/>
              <a:gd name="connsiteX398" fmla="*/ 3460661 w 7467600"/>
              <a:gd name="connsiteY398" fmla="*/ 6266763 h 6858000"/>
              <a:gd name="connsiteX399" fmla="*/ 3518021 w 7467600"/>
              <a:gd name="connsiteY399" fmla="*/ 6117298 h 6858000"/>
              <a:gd name="connsiteX400" fmla="*/ 3554035 w 7467600"/>
              <a:gd name="connsiteY400" fmla="*/ 6027832 h 6858000"/>
              <a:gd name="connsiteX401" fmla="*/ 3677174 w 7467600"/>
              <a:gd name="connsiteY401" fmla="*/ 5636351 h 6858000"/>
              <a:gd name="connsiteX402" fmla="*/ 3698819 w 7467600"/>
              <a:gd name="connsiteY402" fmla="*/ 5560503 h 6858000"/>
              <a:gd name="connsiteX403" fmla="*/ 3702094 w 7467600"/>
              <a:gd name="connsiteY403" fmla="*/ 5549194 h 6858000"/>
              <a:gd name="connsiteX404" fmla="*/ 3398355 w 7467600"/>
              <a:gd name="connsiteY404" fmla="*/ 6094603 h 6858000"/>
              <a:gd name="connsiteX405" fmla="*/ 3193941 w 7467600"/>
              <a:gd name="connsiteY405" fmla="*/ 6798775 h 6858000"/>
              <a:gd name="connsiteX406" fmla="*/ 3184140 w 7467600"/>
              <a:gd name="connsiteY406" fmla="*/ 6858000 h 6858000"/>
              <a:gd name="connsiteX407" fmla="*/ 3099978 w 7467600"/>
              <a:gd name="connsiteY407" fmla="*/ 6858000 h 6858000"/>
              <a:gd name="connsiteX408" fmla="*/ 3101556 w 7467600"/>
              <a:gd name="connsiteY408" fmla="*/ 6843337 h 6858000"/>
              <a:gd name="connsiteX409" fmla="*/ 3370162 w 7467600"/>
              <a:gd name="connsiteY409" fmla="*/ 5785550 h 6858000"/>
              <a:gd name="connsiteX410" fmla="*/ 3746477 w 7467600"/>
              <a:gd name="connsiteY410" fmla="*/ 5377889 h 6858000"/>
              <a:gd name="connsiteX411" fmla="*/ 3863399 w 7467600"/>
              <a:gd name="connsiteY411" fmla="*/ 5087257 h 6858000"/>
              <a:gd name="connsiteX412" fmla="*/ 3968712 w 7467600"/>
              <a:gd name="connsiteY412" fmla="*/ 4913989 h 6858000"/>
              <a:gd name="connsiteX413" fmla="*/ 2792390 w 7467600"/>
              <a:gd name="connsiteY413" fmla="*/ 5382974 h 6858000"/>
              <a:gd name="connsiteX414" fmla="*/ 2714982 w 7467600"/>
              <a:gd name="connsiteY414" fmla="*/ 5427051 h 6858000"/>
              <a:gd name="connsiteX415" fmla="*/ 2813361 w 7467600"/>
              <a:gd name="connsiteY415" fmla="*/ 6023912 h 6858000"/>
              <a:gd name="connsiteX416" fmla="*/ 2688430 w 7467600"/>
              <a:gd name="connsiteY416" fmla="*/ 6801564 h 6858000"/>
              <a:gd name="connsiteX417" fmla="*/ 2629626 w 7467600"/>
              <a:gd name="connsiteY417" fmla="*/ 6763394 h 6858000"/>
              <a:gd name="connsiteX418" fmla="*/ 2565328 w 7467600"/>
              <a:gd name="connsiteY418" fmla="*/ 5516399 h 6858000"/>
              <a:gd name="connsiteX419" fmla="*/ 1922999 w 7467600"/>
              <a:gd name="connsiteY419" fmla="*/ 5980343 h 6858000"/>
              <a:gd name="connsiteX420" fmla="*/ 1950261 w 7467600"/>
              <a:gd name="connsiteY420" fmla="*/ 6405858 h 6858000"/>
              <a:gd name="connsiteX421" fmla="*/ 2365554 w 7467600"/>
              <a:gd name="connsiteY421" fmla="*/ 6759107 h 6858000"/>
              <a:gd name="connsiteX422" fmla="*/ 2424142 w 7467600"/>
              <a:gd name="connsiteY422" fmla="*/ 6858000 h 6858000"/>
              <a:gd name="connsiteX423" fmla="*/ 2395994 w 7467600"/>
              <a:gd name="connsiteY423" fmla="*/ 6858000 h 6858000"/>
              <a:gd name="connsiteX424" fmla="*/ 2392863 w 7467600"/>
              <a:gd name="connsiteY424" fmla="*/ 6852964 h 6858000"/>
              <a:gd name="connsiteX425" fmla="*/ 2017589 w 7467600"/>
              <a:gd name="connsiteY425" fmla="*/ 6493982 h 6858000"/>
              <a:gd name="connsiteX426" fmla="*/ 2147336 w 7467600"/>
              <a:gd name="connsiteY426" fmla="*/ 6594052 h 6858000"/>
              <a:gd name="connsiteX427" fmla="*/ 2207047 w 7467600"/>
              <a:gd name="connsiteY427" fmla="*/ 6654540 h 6858000"/>
              <a:gd name="connsiteX428" fmla="*/ 2299106 w 7467600"/>
              <a:gd name="connsiteY428" fmla="*/ 6778931 h 6858000"/>
              <a:gd name="connsiteX429" fmla="*/ 2314430 w 7467600"/>
              <a:gd name="connsiteY429" fmla="*/ 6801144 h 6858000"/>
              <a:gd name="connsiteX430" fmla="*/ 2352406 w 7467600"/>
              <a:gd name="connsiteY430" fmla="*/ 6858000 h 6858000"/>
              <a:gd name="connsiteX431" fmla="*/ 2314492 w 7467600"/>
              <a:gd name="connsiteY431" fmla="*/ 6858000 h 6858000"/>
              <a:gd name="connsiteX432" fmla="*/ 2288095 w 7467600"/>
              <a:gd name="connsiteY432" fmla="*/ 6818030 h 6858000"/>
              <a:gd name="connsiteX433" fmla="*/ 2272768 w 7467600"/>
              <a:gd name="connsiteY433" fmla="*/ 6795822 h 6858000"/>
              <a:gd name="connsiteX434" fmla="*/ 2182715 w 7467600"/>
              <a:gd name="connsiteY434" fmla="*/ 6675071 h 6858000"/>
              <a:gd name="connsiteX435" fmla="*/ 2032061 w 7467600"/>
              <a:gd name="connsiteY435" fmla="*/ 6541380 h 6858000"/>
              <a:gd name="connsiteX436" fmla="*/ 2257220 w 7467600"/>
              <a:gd name="connsiteY436" fmla="*/ 6826257 h 6858000"/>
              <a:gd name="connsiteX437" fmla="*/ 2281324 w 7467600"/>
              <a:gd name="connsiteY437" fmla="*/ 6858000 h 6858000"/>
              <a:gd name="connsiteX438" fmla="*/ 2242860 w 7467600"/>
              <a:gd name="connsiteY438" fmla="*/ 6858000 h 6858000"/>
              <a:gd name="connsiteX439" fmla="*/ 2232818 w 7467600"/>
              <a:gd name="connsiteY439" fmla="*/ 6844926 h 6858000"/>
              <a:gd name="connsiteX440" fmla="*/ 1990172 w 7467600"/>
              <a:gd name="connsiteY440" fmla="*/ 6542121 h 6858000"/>
              <a:gd name="connsiteX441" fmla="*/ 2124090 w 7467600"/>
              <a:gd name="connsiteY441" fmla="*/ 6761017 h 6858000"/>
              <a:gd name="connsiteX442" fmla="*/ 2200380 w 7467600"/>
              <a:gd name="connsiteY442" fmla="*/ 6858000 h 6858000"/>
              <a:gd name="connsiteX443" fmla="*/ 2147507 w 7467600"/>
              <a:gd name="connsiteY443" fmla="*/ 6858000 h 6858000"/>
              <a:gd name="connsiteX444" fmla="*/ 2070668 w 7467600"/>
              <a:gd name="connsiteY444" fmla="*/ 6761520 h 6858000"/>
              <a:gd name="connsiteX445" fmla="*/ 1975142 w 7467600"/>
              <a:gd name="connsiteY445" fmla="*/ 6585570 h 6858000"/>
              <a:gd name="connsiteX446" fmla="*/ 2050035 w 7467600"/>
              <a:gd name="connsiteY446" fmla="*/ 6813345 h 6858000"/>
              <a:gd name="connsiteX447" fmla="*/ 2063025 w 7467600"/>
              <a:gd name="connsiteY447" fmla="*/ 6858000 h 6858000"/>
              <a:gd name="connsiteX448" fmla="*/ 2021675 w 7467600"/>
              <a:gd name="connsiteY448" fmla="*/ 6858000 h 6858000"/>
              <a:gd name="connsiteX449" fmla="*/ 2019308 w 7467600"/>
              <a:gd name="connsiteY449" fmla="*/ 6847118 h 6858000"/>
              <a:gd name="connsiteX450" fmla="*/ 1938835 w 7467600"/>
              <a:gd name="connsiteY450" fmla="*/ 6551160 h 6858000"/>
              <a:gd name="connsiteX451" fmla="*/ 1953230 w 7467600"/>
              <a:gd name="connsiteY451" fmla="*/ 6759699 h 6858000"/>
              <a:gd name="connsiteX452" fmla="*/ 1956763 w 7467600"/>
              <a:gd name="connsiteY452" fmla="*/ 6778191 h 6858000"/>
              <a:gd name="connsiteX453" fmla="*/ 1967925 w 7467600"/>
              <a:gd name="connsiteY453" fmla="*/ 6858000 h 6858000"/>
              <a:gd name="connsiteX454" fmla="*/ 1936622 w 7467600"/>
              <a:gd name="connsiteY454" fmla="*/ 6858000 h 6858000"/>
              <a:gd name="connsiteX455" fmla="*/ 1926261 w 7467600"/>
              <a:gd name="connsiteY455" fmla="*/ 6784064 h 6858000"/>
              <a:gd name="connsiteX456" fmla="*/ 1922724 w 7467600"/>
              <a:gd name="connsiteY456" fmla="*/ 6765577 h 6858000"/>
              <a:gd name="connsiteX457" fmla="*/ 1904650 w 7467600"/>
              <a:gd name="connsiteY457" fmla="*/ 6639616 h 6858000"/>
              <a:gd name="connsiteX458" fmla="*/ 1885273 w 7467600"/>
              <a:gd name="connsiteY458" fmla="*/ 6858000 h 6858000"/>
              <a:gd name="connsiteX459" fmla="*/ 1854363 w 7467600"/>
              <a:gd name="connsiteY459" fmla="*/ 6858000 h 6858000"/>
              <a:gd name="connsiteX460" fmla="*/ 1880391 w 7467600"/>
              <a:gd name="connsiteY460" fmla="*/ 6603796 h 6858000"/>
              <a:gd name="connsiteX461" fmla="*/ 1818273 w 7467600"/>
              <a:gd name="connsiteY461" fmla="*/ 6715729 h 6858000"/>
              <a:gd name="connsiteX462" fmla="*/ 1794691 w 7467600"/>
              <a:gd name="connsiteY462" fmla="*/ 6843239 h 6858000"/>
              <a:gd name="connsiteX463" fmla="*/ 1794914 w 7467600"/>
              <a:gd name="connsiteY463" fmla="*/ 6858000 h 6858000"/>
              <a:gd name="connsiteX464" fmla="*/ 1746128 w 7467600"/>
              <a:gd name="connsiteY464" fmla="*/ 6858000 h 6858000"/>
              <a:gd name="connsiteX465" fmla="*/ 1753934 w 7467600"/>
              <a:gd name="connsiteY465" fmla="*/ 6724796 h 6858000"/>
              <a:gd name="connsiteX466" fmla="*/ 1792053 w 7467600"/>
              <a:gd name="connsiteY466" fmla="*/ 6572396 h 6858000"/>
              <a:gd name="connsiteX467" fmla="*/ 1862248 w 7467600"/>
              <a:gd name="connsiteY467" fmla="*/ 6266397 h 6858000"/>
              <a:gd name="connsiteX468" fmla="*/ 1862250 w 7467600"/>
              <a:gd name="connsiteY468" fmla="*/ 6033531 h 6858000"/>
              <a:gd name="connsiteX469" fmla="*/ 1211999 w 7467600"/>
              <a:gd name="connsiteY469" fmla="*/ 6683610 h 6858000"/>
              <a:gd name="connsiteX470" fmla="*/ 1213266 w 7467600"/>
              <a:gd name="connsiteY470" fmla="*/ 6691947 h 6858000"/>
              <a:gd name="connsiteX471" fmla="*/ 1203370 w 7467600"/>
              <a:gd name="connsiteY471" fmla="*/ 6850676 h 6858000"/>
              <a:gd name="connsiteX472" fmla="*/ 1203671 w 7467600"/>
              <a:gd name="connsiteY472" fmla="*/ 6858000 h 6858000"/>
              <a:gd name="connsiteX473" fmla="*/ 1143180 w 7467600"/>
              <a:gd name="connsiteY473" fmla="*/ 6858000 h 6858000"/>
              <a:gd name="connsiteX474" fmla="*/ 1142176 w 7467600"/>
              <a:gd name="connsiteY474" fmla="*/ 6766045 h 6858000"/>
              <a:gd name="connsiteX475" fmla="*/ 1067484 w 7467600"/>
              <a:gd name="connsiteY475" fmla="*/ 6858000 h 6858000"/>
              <a:gd name="connsiteX476" fmla="*/ 953928 w 7467600"/>
              <a:gd name="connsiteY476" fmla="*/ 6858000 h 6858000"/>
              <a:gd name="connsiteX477" fmla="*/ 959715 w 7467600"/>
              <a:gd name="connsiteY477" fmla="*/ 6850185 h 6858000"/>
              <a:gd name="connsiteX478" fmla="*/ 1483788 w 7467600"/>
              <a:gd name="connsiteY478" fmla="*/ 6259174 h 6858000"/>
              <a:gd name="connsiteX479" fmla="*/ 1100671 w 7467600"/>
              <a:gd name="connsiteY479" fmla="*/ 6252137 h 6858000"/>
              <a:gd name="connsiteX480" fmla="*/ 1090144 w 7467600"/>
              <a:gd name="connsiteY480" fmla="*/ 6256748 h 6858000"/>
              <a:gd name="connsiteX481" fmla="*/ 1095872 w 7467600"/>
              <a:gd name="connsiteY481" fmla="*/ 6271892 h 6858000"/>
              <a:gd name="connsiteX482" fmla="*/ 262785 w 7467600"/>
              <a:gd name="connsiteY482" fmla="*/ 6845450 h 6858000"/>
              <a:gd name="connsiteX483" fmla="*/ 209968 w 7467600"/>
              <a:gd name="connsiteY483" fmla="*/ 6770713 h 6858000"/>
              <a:gd name="connsiteX484" fmla="*/ 873460 w 7467600"/>
              <a:gd name="connsiteY484" fmla="*/ 6253768 h 6858000"/>
              <a:gd name="connsiteX485" fmla="*/ 192686 w 7467600"/>
              <a:gd name="connsiteY485" fmla="*/ 5849257 h 6858000"/>
              <a:gd name="connsiteX486" fmla="*/ 4696 w 7467600"/>
              <a:gd name="connsiteY486" fmla="*/ 5697668 h 6858000"/>
              <a:gd name="connsiteX487" fmla="*/ 0 w 7467600"/>
              <a:gd name="connsiteY487" fmla="*/ 5689984 h 6858000"/>
              <a:gd name="connsiteX488" fmla="*/ 0 w 7467600"/>
              <a:gd name="connsiteY488" fmla="*/ 5513472 h 6858000"/>
              <a:gd name="connsiteX489" fmla="*/ 174101 w 7467600"/>
              <a:gd name="connsiteY489" fmla="*/ 5620277 h 6858000"/>
              <a:gd name="connsiteX490" fmla="*/ 891800 w 7467600"/>
              <a:gd name="connsiteY490" fmla="*/ 6036935 h 6858000"/>
              <a:gd name="connsiteX491" fmla="*/ 1072219 w 7467600"/>
              <a:gd name="connsiteY491" fmla="*/ 6169443 h 6858000"/>
              <a:gd name="connsiteX492" fmla="*/ 1074117 w 7467600"/>
              <a:gd name="connsiteY492" fmla="*/ 6170301 h 6858000"/>
              <a:gd name="connsiteX493" fmla="*/ 1083114 w 7467600"/>
              <a:gd name="connsiteY493" fmla="*/ 6174131 h 6858000"/>
              <a:gd name="connsiteX494" fmla="*/ 1543010 w 7467600"/>
              <a:gd name="connsiteY494" fmla="*/ 6191140 h 6858000"/>
              <a:gd name="connsiteX495" fmla="*/ 1551080 w 7467600"/>
              <a:gd name="connsiteY495" fmla="*/ 6195006 h 6858000"/>
              <a:gd name="connsiteX496" fmla="*/ 2345443 w 7467600"/>
              <a:gd name="connsiteY496" fmla="*/ 5549882 h 6858000"/>
              <a:gd name="connsiteX497" fmla="*/ 1721499 w 7467600"/>
              <a:gd name="connsiteY497" fmla="*/ 5599969 h 6858000"/>
              <a:gd name="connsiteX498" fmla="*/ 767716 w 7467600"/>
              <a:gd name="connsiteY498" fmla="*/ 5472768 h 6858000"/>
              <a:gd name="connsiteX499" fmla="*/ 722147 w 7467600"/>
              <a:gd name="connsiteY499" fmla="*/ 5393091 h 6858000"/>
              <a:gd name="connsiteX500" fmla="*/ 1485552 w 7467600"/>
              <a:gd name="connsiteY500" fmla="*/ 5313202 h 6858000"/>
              <a:gd name="connsiteX501" fmla="*/ 2143004 w 7467600"/>
              <a:gd name="connsiteY501" fmla="*/ 5402420 h 6858000"/>
              <a:gd name="connsiteX502" fmla="*/ 1933391 w 7467600"/>
              <a:gd name="connsiteY502" fmla="*/ 5156971 h 6858000"/>
              <a:gd name="connsiteX503" fmla="*/ 1827118 w 7467600"/>
              <a:gd name="connsiteY503" fmla="*/ 4968410 h 6858000"/>
              <a:gd name="connsiteX504" fmla="*/ 1837349 w 7467600"/>
              <a:gd name="connsiteY504" fmla="*/ 4956357 h 6858000"/>
              <a:gd name="connsiteX505" fmla="*/ 2162835 w 7467600"/>
              <a:gd name="connsiteY505" fmla="*/ 5187853 h 6858000"/>
              <a:gd name="connsiteX506" fmla="*/ 2257167 w 7467600"/>
              <a:gd name="connsiteY506" fmla="*/ 5462123 h 6858000"/>
              <a:gd name="connsiteX507" fmla="*/ 2261598 w 7467600"/>
              <a:gd name="connsiteY507" fmla="*/ 5467998 h 6858000"/>
              <a:gd name="connsiteX508" fmla="*/ 2437177 w 7467600"/>
              <a:gd name="connsiteY508" fmla="*/ 5479608 h 6858000"/>
              <a:gd name="connsiteX509" fmla="*/ 2445247 w 7467600"/>
              <a:gd name="connsiteY509" fmla="*/ 5483476 h 6858000"/>
              <a:gd name="connsiteX510" fmla="*/ 2743626 w 7467600"/>
              <a:gd name="connsiteY510" fmla="*/ 5304819 h 6858000"/>
              <a:gd name="connsiteX511" fmla="*/ 3048102 w 7467600"/>
              <a:gd name="connsiteY511" fmla="*/ 5150595 h 6858000"/>
              <a:gd name="connsiteX512" fmla="*/ 1799414 w 7467600"/>
              <a:gd name="connsiteY512" fmla="*/ 4694732 h 6858000"/>
              <a:gd name="connsiteX513" fmla="*/ 1771735 w 7467600"/>
              <a:gd name="connsiteY513" fmla="*/ 4619929 h 6858000"/>
              <a:gd name="connsiteX514" fmla="*/ 3104273 w 7467600"/>
              <a:gd name="connsiteY514" fmla="*/ 5076159 h 6858000"/>
              <a:gd name="connsiteX515" fmla="*/ 3113245 w 7467600"/>
              <a:gd name="connsiteY515" fmla="*/ 5090705 h 6858000"/>
              <a:gd name="connsiteX516" fmla="*/ 3126294 w 7467600"/>
              <a:gd name="connsiteY516" fmla="*/ 5114400 h 6858000"/>
              <a:gd name="connsiteX517" fmla="*/ 3937433 w 7467600"/>
              <a:gd name="connsiteY517" fmla="*/ 4830473 h 6858000"/>
              <a:gd name="connsiteX518" fmla="*/ 3590475 w 7467600"/>
              <a:gd name="connsiteY518" fmla="*/ 4597974 h 6858000"/>
              <a:gd name="connsiteX519" fmla="*/ 3100264 w 7467600"/>
              <a:gd name="connsiteY519" fmla="*/ 4579845 h 6858000"/>
              <a:gd name="connsiteX520" fmla="*/ 2183576 w 7467600"/>
              <a:gd name="connsiteY520" fmla="*/ 4227150 h 6858000"/>
              <a:gd name="connsiteX521" fmla="*/ 2151029 w 7467600"/>
              <a:gd name="connsiteY521" fmla="*/ 4146947 h 6858000"/>
              <a:gd name="connsiteX522" fmla="*/ 3563434 w 7467600"/>
              <a:gd name="connsiteY522" fmla="*/ 4469115 h 6858000"/>
              <a:gd name="connsiteX523" fmla="*/ 3177952 w 7467600"/>
              <a:gd name="connsiteY523" fmla="*/ 3657386 h 6858000"/>
              <a:gd name="connsiteX524" fmla="*/ 3189263 w 7467600"/>
              <a:gd name="connsiteY524" fmla="*/ 3625726 h 6858000"/>
              <a:gd name="connsiteX525" fmla="*/ 3560912 w 7467600"/>
              <a:gd name="connsiteY525" fmla="*/ 4079863 h 6858000"/>
              <a:gd name="connsiteX526" fmla="*/ 3626636 w 7467600"/>
              <a:gd name="connsiteY526" fmla="*/ 4512230 h 6858000"/>
              <a:gd name="connsiteX527" fmla="*/ 3653088 w 7467600"/>
              <a:gd name="connsiteY527" fmla="*/ 4521417 h 6858000"/>
              <a:gd name="connsiteX528" fmla="*/ 3988128 w 7467600"/>
              <a:gd name="connsiteY528" fmla="*/ 4817267 h 6858000"/>
              <a:gd name="connsiteX529" fmla="*/ 4830582 w 7467600"/>
              <a:gd name="connsiteY529" fmla="*/ 4676000 h 6858000"/>
              <a:gd name="connsiteX530" fmla="*/ 4830100 w 7467600"/>
              <a:gd name="connsiteY530" fmla="*/ 4675554 h 6858000"/>
              <a:gd name="connsiteX531" fmla="*/ 4036318 w 7467600"/>
              <a:gd name="connsiteY531" fmla="*/ 4147013 h 6858000"/>
              <a:gd name="connsiteX532" fmla="*/ 3432098 w 7467600"/>
              <a:gd name="connsiteY532" fmla="*/ 3537312 h 6858000"/>
              <a:gd name="connsiteX533" fmla="*/ 3446761 w 7467600"/>
              <a:gd name="connsiteY533" fmla="*/ 3461278 h 6858000"/>
              <a:gd name="connsiteX534" fmla="*/ 4419733 w 7467600"/>
              <a:gd name="connsiteY534" fmla="*/ 3963555 h 6858000"/>
              <a:gd name="connsiteX535" fmla="*/ 4781371 w 7467600"/>
              <a:gd name="connsiteY535" fmla="*/ 4458604 h 6858000"/>
              <a:gd name="connsiteX536" fmla="*/ 4780440 w 7467600"/>
              <a:gd name="connsiteY536" fmla="*/ 4470290 h 6858000"/>
              <a:gd name="connsiteX537" fmla="*/ 4898954 w 7467600"/>
              <a:gd name="connsiteY537" fmla="*/ 4662092 h 6858000"/>
              <a:gd name="connsiteX538" fmla="*/ 4900699 w 7467600"/>
              <a:gd name="connsiteY538" fmla="*/ 4670867 h 6858000"/>
              <a:gd name="connsiteX539" fmla="*/ 5714511 w 7467600"/>
              <a:gd name="connsiteY539" fmla="*/ 4663483 h 6858000"/>
              <a:gd name="connsiteX540" fmla="*/ 5464793 w 7467600"/>
              <a:gd name="connsiteY540" fmla="*/ 4393556 h 6858000"/>
              <a:gd name="connsiteX541" fmla="*/ 5461897 w 7467600"/>
              <a:gd name="connsiteY541" fmla="*/ 4390879 h 6858000"/>
              <a:gd name="connsiteX542" fmla="*/ 4294126 w 7467600"/>
              <a:gd name="connsiteY542" fmla="*/ 3303048 h 6858000"/>
              <a:gd name="connsiteX543" fmla="*/ 4305321 w 7467600"/>
              <a:gd name="connsiteY543" fmla="*/ 3256953 h 6858000"/>
              <a:gd name="connsiteX544" fmla="*/ 4949299 w 7467600"/>
              <a:gd name="connsiteY544" fmla="*/ 3766336 h 6858000"/>
              <a:gd name="connsiteX545" fmla="*/ 5291452 w 7467600"/>
              <a:gd name="connsiteY545" fmla="*/ 4076801 h 6858000"/>
              <a:gd name="connsiteX546" fmla="*/ 5434998 w 7467600"/>
              <a:gd name="connsiteY546" fmla="*/ 4254100 h 6858000"/>
              <a:gd name="connsiteX547" fmla="*/ 5351015 w 7467600"/>
              <a:gd name="connsiteY547" fmla="*/ 3760989 h 6858000"/>
              <a:gd name="connsiteX548" fmla="*/ 5413780 w 7467600"/>
              <a:gd name="connsiteY548" fmla="*/ 2966265 h 6858000"/>
              <a:gd name="connsiteX549" fmla="*/ 5425627 w 7467600"/>
              <a:gd name="connsiteY549" fmla="*/ 2954192 h 6858000"/>
              <a:gd name="connsiteX550" fmla="*/ 6604735 w 7467600"/>
              <a:gd name="connsiteY550" fmla="*/ 2041381 h 6858000"/>
              <a:gd name="connsiteX551" fmla="*/ 7204487 w 7467600"/>
              <a:gd name="connsiteY551" fmla="*/ 2742112 h 6858000"/>
              <a:gd name="connsiteX552" fmla="*/ 7131592 w 7467600"/>
              <a:gd name="connsiteY552" fmla="*/ 2672096 h 6858000"/>
              <a:gd name="connsiteX553" fmla="*/ 6996344 w 7467600"/>
              <a:gd name="connsiteY553" fmla="*/ 2518310 h 6858000"/>
              <a:gd name="connsiteX554" fmla="*/ 6735495 w 7467600"/>
              <a:gd name="connsiteY554" fmla="*/ 2196890 h 6858000"/>
              <a:gd name="connsiteX555" fmla="*/ 6721901 w 7467600"/>
              <a:gd name="connsiteY555" fmla="*/ 2179274 h 6858000"/>
              <a:gd name="connsiteX556" fmla="*/ 6604735 w 7467600"/>
              <a:gd name="connsiteY556" fmla="*/ 2041381 h 6858000"/>
              <a:gd name="connsiteX557" fmla="*/ 6591670 w 7467600"/>
              <a:gd name="connsiteY557" fmla="*/ 1988277 h 6858000"/>
              <a:gd name="connsiteX558" fmla="*/ 6747349 w 7467600"/>
              <a:gd name="connsiteY558" fmla="*/ 2160069 h 6858000"/>
              <a:gd name="connsiteX559" fmla="*/ 6760943 w 7467600"/>
              <a:gd name="connsiteY559" fmla="*/ 2177686 h 6858000"/>
              <a:gd name="connsiteX560" fmla="*/ 7021065 w 7467600"/>
              <a:gd name="connsiteY560" fmla="*/ 2498102 h 6858000"/>
              <a:gd name="connsiteX561" fmla="*/ 7155223 w 7467600"/>
              <a:gd name="connsiteY561" fmla="*/ 2650386 h 6858000"/>
              <a:gd name="connsiteX562" fmla="*/ 7203167 w 7467600"/>
              <a:gd name="connsiteY562" fmla="*/ 2697288 h 6858000"/>
              <a:gd name="connsiteX563" fmla="*/ 6937703 w 7467600"/>
              <a:gd name="connsiteY563" fmla="*/ 2321981 h 6858000"/>
              <a:gd name="connsiteX564" fmla="*/ 6591670 w 7467600"/>
              <a:gd name="connsiteY564" fmla="*/ 1988277 h 6858000"/>
              <a:gd name="connsiteX565" fmla="*/ 5798671 w 7467600"/>
              <a:gd name="connsiteY565" fmla="*/ 1981601 h 6858000"/>
              <a:gd name="connsiteX566" fmla="*/ 5754709 w 7467600"/>
              <a:gd name="connsiteY566" fmla="*/ 2071454 h 6858000"/>
              <a:gd name="connsiteX567" fmla="*/ 5763044 w 7467600"/>
              <a:gd name="connsiteY567" fmla="*/ 2842206 h 6858000"/>
              <a:gd name="connsiteX568" fmla="*/ 5764974 w 7467600"/>
              <a:gd name="connsiteY568" fmla="*/ 2799609 h 6858000"/>
              <a:gd name="connsiteX569" fmla="*/ 5767665 w 7467600"/>
              <a:gd name="connsiteY569" fmla="*/ 2666409 h 6858000"/>
              <a:gd name="connsiteX570" fmla="*/ 5763055 w 7467600"/>
              <a:gd name="connsiteY570" fmla="*/ 2579705 h 6858000"/>
              <a:gd name="connsiteX571" fmla="*/ 5758079 w 7467600"/>
              <a:gd name="connsiteY571" fmla="*/ 2492508 h 6858000"/>
              <a:gd name="connsiteX572" fmla="*/ 5779325 w 7467600"/>
              <a:gd name="connsiteY572" fmla="*/ 2197069 h 6858000"/>
              <a:gd name="connsiteX573" fmla="*/ 5798671 w 7467600"/>
              <a:gd name="connsiteY573" fmla="*/ 1981601 h 6858000"/>
              <a:gd name="connsiteX574" fmla="*/ 5829202 w 7467600"/>
              <a:gd name="connsiteY574" fmla="*/ 1971679 h 6858000"/>
              <a:gd name="connsiteX575" fmla="*/ 5809558 w 7467600"/>
              <a:gd name="connsiteY575" fmla="*/ 2198043 h 6858000"/>
              <a:gd name="connsiteX576" fmla="*/ 5788653 w 7467600"/>
              <a:gd name="connsiteY576" fmla="*/ 2489430 h 6858000"/>
              <a:gd name="connsiteX577" fmla="*/ 5793439 w 7467600"/>
              <a:gd name="connsiteY577" fmla="*/ 2575235 h 6858000"/>
              <a:gd name="connsiteX578" fmla="*/ 5796837 w 7467600"/>
              <a:gd name="connsiteY578" fmla="*/ 2637633 h 6858000"/>
              <a:gd name="connsiteX579" fmla="*/ 5818614 w 7467600"/>
              <a:gd name="connsiteY579" fmla="*/ 2473055 h 6858000"/>
              <a:gd name="connsiteX580" fmla="*/ 5829202 w 7467600"/>
              <a:gd name="connsiteY580" fmla="*/ 1971679 h 6858000"/>
              <a:gd name="connsiteX581" fmla="*/ 5911389 w 7467600"/>
              <a:gd name="connsiteY581" fmla="*/ 1898371 h 6858000"/>
              <a:gd name="connsiteX582" fmla="*/ 6237627 w 7467600"/>
              <a:gd name="connsiteY582" fmla="*/ 2231921 h 6858000"/>
              <a:gd name="connsiteX583" fmla="*/ 5911389 w 7467600"/>
              <a:gd name="connsiteY583" fmla="*/ 1898371 h 6858000"/>
              <a:gd name="connsiteX584" fmla="*/ 6944437 w 7467600"/>
              <a:gd name="connsiteY584" fmla="*/ 1575402 h 6858000"/>
              <a:gd name="connsiteX585" fmla="*/ 6304730 w 7467600"/>
              <a:gd name="connsiteY585" fmla="*/ 1766654 h 6858000"/>
              <a:gd name="connsiteX586" fmla="*/ 6944437 w 7467600"/>
              <a:gd name="connsiteY586" fmla="*/ 1575402 h 6858000"/>
              <a:gd name="connsiteX587" fmla="*/ 7019523 w 7467600"/>
              <a:gd name="connsiteY587" fmla="*/ 1519450 h 6858000"/>
              <a:gd name="connsiteX588" fmla="*/ 6298091 w 7467600"/>
              <a:gd name="connsiteY588" fmla="*/ 1737122 h 6858000"/>
              <a:gd name="connsiteX589" fmla="*/ 7019523 w 7467600"/>
              <a:gd name="connsiteY589" fmla="*/ 1519450 h 6858000"/>
              <a:gd name="connsiteX590" fmla="*/ 2399523 w 7467600"/>
              <a:gd name="connsiteY590" fmla="*/ 1428234 h 6858000"/>
              <a:gd name="connsiteX591" fmla="*/ 2224982 w 7467600"/>
              <a:gd name="connsiteY591" fmla="*/ 1826201 h 6858000"/>
              <a:gd name="connsiteX592" fmla="*/ 2096099 w 7467600"/>
              <a:gd name="connsiteY592" fmla="*/ 2345900 h 6858000"/>
              <a:gd name="connsiteX593" fmla="*/ 2283317 w 7467600"/>
              <a:gd name="connsiteY593" fmla="*/ 1796925 h 6858000"/>
              <a:gd name="connsiteX594" fmla="*/ 2399523 w 7467600"/>
              <a:gd name="connsiteY594" fmla="*/ 1428234 h 6858000"/>
              <a:gd name="connsiteX595" fmla="*/ 2448558 w 7467600"/>
              <a:gd name="connsiteY595" fmla="*/ 1373435 h 6858000"/>
              <a:gd name="connsiteX596" fmla="*/ 2312521 w 7467600"/>
              <a:gd name="connsiteY596" fmla="*/ 1806140 h 6858000"/>
              <a:gd name="connsiteX597" fmla="*/ 2127533 w 7467600"/>
              <a:gd name="connsiteY597" fmla="*/ 2348380 h 6858000"/>
              <a:gd name="connsiteX598" fmla="*/ 2358080 w 7467600"/>
              <a:gd name="connsiteY598" fmla="*/ 1866134 h 6858000"/>
              <a:gd name="connsiteX599" fmla="*/ 2407436 w 7467600"/>
              <a:gd name="connsiteY599" fmla="*/ 1651070 h 6858000"/>
              <a:gd name="connsiteX600" fmla="*/ 2448558 w 7467600"/>
              <a:gd name="connsiteY600" fmla="*/ 1373435 h 6858000"/>
              <a:gd name="connsiteX601" fmla="*/ 278707 w 7467600"/>
              <a:gd name="connsiteY601" fmla="*/ 1352270 h 6858000"/>
              <a:gd name="connsiteX602" fmla="*/ 321570 w 7467600"/>
              <a:gd name="connsiteY602" fmla="*/ 1861610 h 6858000"/>
              <a:gd name="connsiteX603" fmla="*/ 294281 w 7467600"/>
              <a:gd name="connsiteY603" fmla="*/ 1440658 h 6858000"/>
              <a:gd name="connsiteX604" fmla="*/ 278707 w 7467600"/>
              <a:gd name="connsiteY604" fmla="*/ 1352270 h 6858000"/>
              <a:gd name="connsiteX605" fmla="*/ 1423821 w 7467600"/>
              <a:gd name="connsiteY605" fmla="*/ 1351958 h 6858000"/>
              <a:gd name="connsiteX606" fmla="*/ 1638521 w 7467600"/>
              <a:gd name="connsiteY606" fmla="*/ 1908470 h 6858000"/>
              <a:gd name="connsiteX607" fmla="*/ 1754199 w 7467600"/>
              <a:gd name="connsiteY607" fmla="*/ 2149284 h 6858000"/>
              <a:gd name="connsiteX608" fmla="*/ 1908359 w 7467600"/>
              <a:gd name="connsiteY608" fmla="*/ 2364988 h 6858000"/>
              <a:gd name="connsiteX609" fmla="*/ 1647661 w 7467600"/>
              <a:gd name="connsiteY609" fmla="*/ 1825945 h 6858000"/>
              <a:gd name="connsiteX610" fmla="*/ 1423821 w 7467600"/>
              <a:gd name="connsiteY610" fmla="*/ 1351958 h 6858000"/>
              <a:gd name="connsiteX611" fmla="*/ 1431890 w 7467600"/>
              <a:gd name="connsiteY611" fmla="*/ 1306475 h 6858000"/>
              <a:gd name="connsiteX612" fmla="*/ 1507597 w 7467600"/>
              <a:gd name="connsiteY612" fmla="*/ 1446132 h 6858000"/>
              <a:gd name="connsiteX613" fmla="*/ 1674586 w 7467600"/>
              <a:gd name="connsiteY613" fmla="*/ 1813832 h 6858000"/>
              <a:gd name="connsiteX614" fmla="*/ 1815950 w 7467600"/>
              <a:gd name="connsiteY614" fmla="*/ 2128564 h 6858000"/>
              <a:gd name="connsiteX615" fmla="*/ 1984242 w 7467600"/>
              <a:gd name="connsiteY615" fmla="*/ 2430829 h 6858000"/>
              <a:gd name="connsiteX616" fmla="*/ 2014023 w 7467600"/>
              <a:gd name="connsiteY616" fmla="*/ 2450995 h 6858000"/>
              <a:gd name="connsiteX617" fmla="*/ 1747337 w 7467600"/>
              <a:gd name="connsiteY617" fmla="*/ 1855264 h 6858000"/>
              <a:gd name="connsiteX618" fmla="*/ 1533749 w 7467600"/>
              <a:gd name="connsiteY618" fmla="*/ 1478656 h 6858000"/>
              <a:gd name="connsiteX619" fmla="*/ 1431890 w 7467600"/>
              <a:gd name="connsiteY619" fmla="*/ 1306475 h 6858000"/>
              <a:gd name="connsiteX620" fmla="*/ 5052692 w 7467600"/>
              <a:gd name="connsiteY620" fmla="*/ 1292994 h 6858000"/>
              <a:gd name="connsiteX621" fmla="*/ 5200661 w 7467600"/>
              <a:gd name="connsiteY621" fmla="*/ 1635186 h 6858000"/>
              <a:gd name="connsiteX622" fmla="*/ 5297138 w 7467600"/>
              <a:gd name="connsiteY622" fmla="*/ 1906351 h 6858000"/>
              <a:gd name="connsiteX623" fmla="*/ 5052692 w 7467600"/>
              <a:gd name="connsiteY623" fmla="*/ 1292994 h 6858000"/>
              <a:gd name="connsiteX624" fmla="*/ 5009948 w 7467600"/>
              <a:gd name="connsiteY624" fmla="*/ 1273619 h 6858000"/>
              <a:gd name="connsiteX625" fmla="*/ 5121777 w 7467600"/>
              <a:gd name="connsiteY625" fmla="*/ 1654213 h 6858000"/>
              <a:gd name="connsiteX626" fmla="*/ 5293545 w 7467600"/>
              <a:gd name="connsiteY626" fmla="*/ 2072247 h 6858000"/>
              <a:gd name="connsiteX627" fmla="*/ 5294042 w 7467600"/>
              <a:gd name="connsiteY627" fmla="*/ 2065019 h 6858000"/>
              <a:gd name="connsiteX628" fmla="*/ 5171936 w 7467600"/>
              <a:gd name="connsiteY628" fmla="*/ 1647613 h 6858000"/>
              <a:gd name="connsiteX629" fmla="*/ 5009948 w 7467600"/>
              <a:gd name="connsiteY629" fmla="*/ 1273619 h 6858000"/>
              <a:gd name="connsiteX630" fmla="*/ 655236 w 7467600"/>
              <a:gd name="connsiteY630" fmla="*/ 1268632 h 6858000"/>
              <a:gd name="connsiteX631" fmla="*/ 839521 w 7467600"/>
              <a:gd name="connsiteY631" fmla="*/ 1685315 h 6858000"/>
              <a:gd name="connsiteX632" fmla="*/ 1109416 w 7467600"/>
              <a:gd name="connsiteY632" fmla="*/ 2061663 h 6858000"/>
              <a:gd name="connsiteX633" fmla="*/ 1298300 w 7467600"/>
              <a:gd name="connsiteY633" fmla="*/ 2247742 h 6858000"/>
              <a:gd name="connsiteX634" fmla="*/ 1125871 w 7467600"/>
              <a:gd name="connsiteY634" fmla="*/ 1989513 h 6858000"/>
              <a:gd name="connsiteX635" fmla="*/ 981574 w 7467600"/>
              <a:gd name="connsiteY635" fmla="*/ 1783157 h 6858000"/>
              <a:gd name="connsiteX636" fmla="*/ 922198 w 7467600"/>
              <a:gd name="connsiteY636" fmla="*/ 1677437 h 6858000"/>
              <a:gd name="connsiteX637" fmla="*/ 869293 w 7467600"/>
              <a:gd name="connsiteY637" fmla="*/ 1583214 h 6858000"/>
              <a:gd name="connsiteX638" fmla="*/ 751431 w 7467600"/>
              <a:gd name="connsiteY638" fmla="*/ 1405731 h 6858000"/>
              <a:gd name="connsiteX639" fmla="*/ 655236 w 7467600"/>
              <a:gd name="connsiteY639" fmla="*/ 1268632 h 6858000"/>
              <a:gd name="connsiteX640" fmla="*/ 6516292 w 7467600"/>
              <a:gd name="connsiteY640" fmla="*/ 1263064 h 6858000"/>
              <a:gd name="connsiteX641" fmla="*/ 5736320 w 7467600"/>
              <a:gd name="connsiteY641" fmla="*/ 1501803 h 6858000"/>
              <a:gd name="connsiteX642" fmla="*/ 6516292 w 7467600"/>
              <a:gd name="connsiteY642" fmla="*/ 1263064 h 6858000"/>
              <a:gd name="connsiteX643" fmla="*/ 291466 w 7467600"/>
              <a:gd name="connsiteY643" fmla="*/ 1250369 h 6858000"/>
              <a:gd name="connsiteX644" fmla="*/ 323180 w 7467600"/>
              <a:gd name="connsiteY644" fmla="*/ 1435283 h 6858000"/>
              <a:gd name="connsiteX645" fmla="*/ 349381 w 7467600"/>
              <a:gd name="connsiteY645" fmla="*/ 1875041 h 6858000"/>
              <a:gd name="connsiteX646" fmla="*/ 374363 w 7467600"/>
              <a:gd name="connsiteY646" fmla="*/ 1506494 h 6858000"/>
              <a:gd name="connsiteX647" fmla="*/ 302168 w 7467600"/>
              <a:gd name="connsiteY647" fmla="*/ 1274495 h 6858000"/>
              <a:gd name="connsiteX648" fmla="*/ 291466 w 7467600"/>
              <a:gd name="connsiteY648" fmla="*/ 1250369 h 6858000"/>
              <a:gd name="connsiteX649" fmla="*/ 678222 w 7467600"/>
              <a:gd name="connsiteY649" fmla="*/ 1248670 h 6858000"/>
              <a:gd name="connsiteX650" fmla="*/ 775536 w 7467600"/>
              <a:gd name="connsiteY650" fmla="*/ 1388015 h 6858000"/>
              <a:gd name="connsiteX651" fmla="*/ 894529 w 7467600"/>
              <a:gd name="connsiteY651" fmla="*/ 1567739 h 6858000"/>
              <a:gd name="connsiteX652" fmla="*/ 948000 w 7467600"/>
              <a:gd name="connsiteY652" fmla="*/ 1663088 h 6858000"/>
              <a:gd name="connsiteX653" fmla="*/ 1006812 w 7467600"/>
              <a:gd name="connsiteY653" fmla="*/ 1767683 h 6858000"/>
              <a:gd name="connsiteX654" fmla="*/ 1149133 w 7467600"/>
              <a:gd name="connsiteY654" fmla="*/ 1971513 h 6858000"/>
              <a:gd name="connsiteX655" fmla="*/ 1333952 w 7467600"/>
              <a:gd name="connsiteY655" fmla="*/ 2251620 h 6858000"/>
              <a:gd name="connsiteX656" fmla="*/ 1337329 w 7467600"/>
              <a:gd name="connsiteY656" fmla="*/ 2258350 h 6858000"/>
              <a:gd name="connsiteX657" fmla="*/ 1014726 w 7467600"/>
              <a:gd name="connsiteY657" fmla="*/ 1615556 h 6858000"/>
              <a:gd name="connsiteX658" fmla="*/ 678222 w 7467600"/>
              <a:gd name="connsiteY658" fmla="*/ 1248670 h 6858000"/>
              <a:gd name="connsiteX659" fmla="*/ 6691602 w 7467600"/>
              <a:gd name="connsiteY659" fmla="*/ 1140573 h 6858000"/>
              <a:gd name="connsiteX660" fmla="*/ 6571100 w 7467600"/>
              <a:gd name="connsiteY660" fmla="*/ 1183662 h 6858000"/>
              <a:gd name="connsiteX661" fmla="*/ 6241687 w 7467600"/>
              <a:gd name="connsiteY661" fmla="*/ 1257600 h 6858000"/>
              <a:gd name="connsiteX662" fmla="*/ 5693009 w 7467600"/>
              <a:gd name="connsiteY662" fmla="*/ 1478256 h 6858000"/>
              <a:gd name="connsiteX663" fmla="*/ 6548420 w 7467600"/>
              <a:gd name="connsiteY663" fmla="*/ 1214599 h 6858000"/>
              <a:gd name="connsiteX664" fmla="*/ 6605473 w 7467600"/>
              <a:gd name="connsiteY664" fmla="*/ 1184686 h 6858000"/>
              <a:gd name="connsiteX665" fmla="*/ 6691602 w 7467600"/>
              <a:gd name="connsiteY665" fmla="*/ 1140573 h 6858000"/>
              <a:gd name="connsiteX666" fmla="*/ 4002475 w 7467600"/>
              <a:gd name="connsiteY666" fmla="*/ 1037802 h 6858000"/>
              <a:gd name="connsiteX667" fmla="*/ 4000324 w 7467600"/>
              <a:gd name="connsiteY667" fmla="*/ 1039362 h 6858000"/>
              <a:gd name="connsiteX668" fmla="*/ 4002862 w 7467600"/>
              <a:gd name="connsiteY668" fmla="*/ 1042866 h 6858000"/>
              <a:gd name="connsiteX669" fmla="*/ 4002475 w 7467600"/>
              <a:gd name="connsiteY669" fmla="*/ 1037802 h 6858000"/>
              <a:gd name="connsiteX670" fmla="*/ 506322 w 7467600"/>
              <a:gd name="connsiteY670" fmla="*/ 1020997 h 6858000"/>
              <a:gd name="connsiteX671" fmla="*/ 533068 w 7467600"/>
              <a:gd name="connsiteY671" fmla="*/ 1029409 h 6858000"/>
              <a:gd name="connsiteX672" fmla="*/ 1232525 w 7467600"/>
              <a:gd name="connsiteY672" fmla="*/ 1804675 h 6858000"/>
              <a:gd name="connsiteX673" fmla="*/ 1388858 w 7467600"/>
              <a:gd name="connsiteY673" fmla="*/ 2368011 h 6858000"/>
              <a:gd name="connsiteX674" fmla="*/ 1384098 w 7467600"/>
              <a:gd name="connsiteY674" fmla="*/ 2378125 h 6858000"/>
              <a:gd name="connsiteX675" fmla="*/ 1425393 w 7467600"/>
              <a:gd name="connsiteY675" fmla="*/ 2589124 h 6858000"/>
              <a:gd name="connsiteX676" fmla="*/ 1424001 w 7467600"/>
              <a:gd name="connsiteY676" fmla="*/ 2597541 h 6858000"/>
              <a:gd name="connsiteX677" fmla="*/ 2152729 w 7467600"/>
              <a:gd name="connsiteY677" fmla="*/ 2864487 h 6858000"/>
              <a:gd name="connsiteX678" fmla="*/ 2020609 w 7467600"/>
              <a:gd name="connsiteY678" fmla="*/ 2539671 h 6858000"/>
              <a:gd name="connsiteX679" fmla="*/ 2018920 w 7467600"/>
              <a:gd name="connsiteY679" fmla="*/ 2536309 h 6858000"/>
              <a:gd name="connsiteX680" fmla="*/ 1342441 w 7467600"/>
              <a:gd name="connsiteY680" fmla="*/ 1173017 h 6858000"/>
              <a:gd name="connsiteX681" fmla="*/ 1367925 w 7467600"/>
              <a:gd name="connsiteY681" fmla="*/ 1135648 h 6858000"/>
              <a:gd name="connsiteX682" fmla="*/ 1771401 w 7467600"/>
              <a:gd name="connsiteY682" fmla="*/ 1806673 h 6858000"/>
              <a:gd name="connsiteX683" fmla="*/ 1972385 w 7467600"/>
              <a:gd name="connsiteY683" fmla="*/ 2198735 h 6858000"/>
              <a:gd name="connsiteX684" fmla="*/ 2040892 w 7467600"/>
              <a:gd name="connsiteY684" fmla="*/ 2405205 h 6858000"/>
              <a:gd name="connsiteX685" fmla="*/ 2131689 w 7467600"/>
              <a:gd name="connsiteY685" fmla="*/ 1936926 h 6858000"/>
              <a:gd name="connsiteX686" fmla="*/ 2454820 w 7467600"/>
              <a:gd name="connsiteY686" fmla="*/ 1248808 h 6858000"/>
              <a:gd name="connsiteX687" fmla="*/ 2492512 w 7467600"/>
              <a:gd name="connsiteY687" fmla="*/ 1302920 h 6858000"/>
              <a:gd name="connsiteX688" fmla="*/ 2081216 w 7467600"/>
              <a:gd name="connsiteY688" fmla="*/ 2527513 h 6858000"/>
              <a:gd name="connsiteX689" fmla="*/ 2081211 w 7467600"/>
              <a:gd name="connsiteY689" fmla="*/ 2528916 h 6858000"/>
              <a:gd name="connsiteX690" fmla="*/ 2199067 w 7467600"/>
              <a:gd name="connsiteY690" fmla="*/ 2884061 h 6858000"/>
              <a:gd name="connsiteX691" fmla="*/ 3192586 w 7467600"/>
              <a:gd name="connsiteY691" fmla="*/ 3411496 h 6858000"/>
              <a:gd name="connsiteX692" fmla="*/ 3182620 w 7467600"/>
              <a:gd name="connsiteY692" fmla="*/ 3483279 h 6858000"/>
              <a:gd name="connsiteX693" fmla="*/ 2435119 w 7467600"/>
              <a:gd name="connsiteY693" fmla="*/ 3080173 h 6858000"/>
              <a:gd name="connsiteX694" fmla="*/ 2410152 w 7467600"/>
              <a:gd name="connsiteY694" fmla="*/ 3063751 h 6858000"/>
              <a:gd name="connsiteX695" fmla="*/ 2408099 w 7467600"/>
              <a:gd name="connsiteY695" fmla="*/ 3064403 h 6858000"/>
              <a:gd name="connsiteX696" fmla="*/ 2407218 w 7467600"/>
              <a:gd name="connsiteY696" fmla="*/ 3070324 h 6858000"/>
              <a:gd name="connsiteX697" fmla="*/ 2380138 w 7467600"/>
              <a:gd name="connsiteY697" fmla="*/ 3099341 h 6858000"/>
              <a:gd name="connsiteX698" fmla="*/ 1765923 w 7467600"/>
              <a:gd name="connsiteY698" fmla="*/ 3581043 h 6858000"/>
              <a:gd name="connsiteX699" fmla="*/ 1702258 w 7467600"/>
              <a:gd name="connsiteY699" fmla="*/ 3612286 h 6858000"/>
              <a:gd name="connsiteX700" fmla="*/ 1538370 w 7467600"/>
              <a:gd name="connsiteY700" fmla="*/ 3811804 h 6858000"/>
              <a:gd name="connsiteX701" fmla="*/ 542867 w 7467600"/>
              <a:gd name="connsiteY701" fmla="*/ 4944092 h 6858000"/>
              <a:gd name="connsiteX702" fmla="*/ 515800 w 7467600"/>
              <a:gd name="connsiteY702" fmla="*/ 4862180 h 6858000"/>
              <a:gd name="connsiteX703" fmla="*/ 909145 w 7467600"/>
              <a:gd name="connsiteY703" fmla="*/ 4199225 h 6858000"/>
              <a:gd name="connsiteX704" fmla="*/ 1214067 w 7467600"/>
              <a:gd name="connsiteY704" fmla="*/ 3908561 h 6858000"/>
              <a:gd name="connsiteX705" fmla="*/ 640967 w 7467600"/>
              <a:gd name="connsiteY705" fmla="*/ 4105601 h 6858000"/>
              <a:gd name="connsiteX706" fmla="*/ 112563 w 7467600"/>
              <a:gd name="connsiteY706" fmla="*/ 4396952 h 6858000"/>
              <a:gd name="connsiteX707" fmla="*/ 0 w 7467600"/>
              <a:gd name="connsiteY707" fmla="*/ 4466006 h 6858000"/>
              <a:gd name="connsiteX708" fmla="*/ 0 w 7467600"/>
              <a:gd name="connsiteY708" fmla="*/ 4233763 h 6858000"/>
              <a:gd name="connsiteX709" fmla="*/ 36881 w 7467600"/>
              <a:gd name="connsiteY709" fmla="*/ 4200118 h 6858000"/>
              <a:gd name="connsiteX710" fmla="*/ 910534 w 7467600"/>
              <a:gd name="connsiteY710" fmla="*/ 3629753 h 6858000"/>
              <a:gd name="connsiteX711" fmla="*/ 1578717 w 7467600"/>
              <a:gd name="connsiteY711" fmla="*/ 3575982 h 6858000"/>
              <a:gd name="connsiteX712" fmla="*/ 2338780 w 7467600"/>
              <a:gd name="connsiteY712" fmla="*/ 3033725 h 6858000"/>
              <a:gd name="connsiteX713" fmla="*/ 1807991 w 7467600"/>
              <a:gd name="connsiteY713" fmla="*/ 2807184 h 6858000"/>
              <a:gd name="connsiteX714" fmla="*/ 1416358 w 7467600"/>
              <a:gd name="connsiteY714" fmla="*/ 3112571 h 6858000"/>
              <a:gd name="connsiteX715" fmla="*/ 939066 w 7467600"/>
              <a:gd name="connsiteY715" fmla="*/ 3378798 h 6858000"/>
              <a:gd name="connsiteX716" fmla="*/ 115099 w 7467600"/>
              <a:gd name="connsiteY716" fmla="*/ 3607650 h 6858000"/>
              <a:gd name="connsiteX717" fmla="*/ 97284 w 7467600"/>
              <a:gd name="connsiteY717" fmla="*/ 3520393 h 6858000"/>
              <a:gd name="connsiteX718" fmla="*/ 922050 w 7467600"/>
              <a:gd name="connsiteY718" fmla="*/ 3074867 h 6858000"/>
              <a:gd name="connsiteX719" fmla="*/ 1405265 w 7467600"/>
              <a:gd name="connsiteY719" fmla="*/ 3016319 h 6858000"/>
              <a:gd name="connsiteX720" fmla="*/ 1407512 w 7467600"/>
              <a:gd name="connsiteY720" fmla="*/ 3018001 h 6858000"/>
              <a:gd name="connsiteX721" fmla="*/ 1726266 w 7467600"/>
              <a:gd name="connsiteY721" fmla="*/ 2777274 h 6858000"/>
              <a:gd name="connsiteX722" fmla="*/ 625390 w 7467600"/>
              <a:gd name="connsiteY722" fmla="*/ 2514541 h 6858000"/>
              <a:gd name="connsiteX723" fmla="*/ 619799 w 7467600"/>
              <a:gd name="connsiteY723" fmla="*/ 2527180 h 6858000"/>
              <a:gd name="connsiteX724" fmla="*/ 310030 w 7467600"/>
              <a:gd name="connsiteY724" fmla="*/ 2771818 h 6858000"/>
              <a:gd name="connsiteX725" fmla="*/ 173877 w 7467600"/>
              <a:gd name="connsiteY725" fmla="*/ 2937056 h 6858000"/>
              <a:gd name="connsiteX726" fmla="*/ 77889 w 7467600"/>
              <a:gd name="connsiteY726" fmla="*/ 3138440 h 6858000"/>
              <a:gd name="connsiteX727" fmla="*/ 0 w 7467600"/>
              <a:gd name="connsiteY727" fmla="*/ 3271395 h 6858000"/>
              <a:gd name="connsiteX728" fmla="*/ 0 w 7467600"/>
              <a:gd name="connsiteY728" fmla="*/ 3153002 h 6858000"/>
              <a:gd name="connsiteX729" fmla="*/ 2386 w 7467600"/>
              <a:gd name="connsiteY729" fmla="*/ 3149203 h 6858000"/>
              <a:gd name="connsiteX730" fmla="*/ 89753 w 7467600"/>
              <a:gd name="connsiteY730" fmla="*/ 2987702 h 6858000"/>
              <a:gd name="connsiteX731" fmla="*/ 76869 w 7467600"/>
              <a:gd name="connsiteY731" fmla="*/ 3005404 h 6858000"/>
              <a:gd name="connsiteX732" fmla="*/ 32049 w 7467600"/>
              <a:gd name="connsiteY732" fmla="*/ 3065814 h 6858000"/>
              <a:gd name="connsiteX733" fmla="*/ 0 w 7467600"/>
              <a:gd name="connsiteY733" fmla="*/ 3108744 h 6858000"/>
              <a:gd name="connsiteX734" fmla="*/ 0 w 7467600"/>
              <a:gd name="connsiteY734" fmla="*/ 3058059 h 6858000"/>
              <a:gd name="connsiteX735" fmla="*/ 7610 w 7467600"/>
              <a:gd name="connsiteY735" fmla="*/ 3047889 h 6858000"/>
              <a:gd name="connsiteX736" fmla="*/ 52419 w 7467600"/>
              <a:gd name="connsiteY736" fmla="*/ 2987479 h 6858000"/>
              <a:gd name="connsiteX737" fmla="*/ 59142 w 7467600"/>
              <a:gd name="connsiteY737" fmla="*/ 2978488 h 6858000"/>
              <a:gd name="connsiteX738" fmla="*/ 0 w 7467600"/>
              <a:gd name="connsiteY738" fmla="*/ 3015334 h 6858000"/>
              <a:gd name="connsiteX739" fmla="*/ 0 w 7467600"/>
              <a:gd name="connsiteY739" fmla="*/ 2914286 h 6858000"/>
              <a:gd name="connsiteX740" fmla="*/ 36383 w 7467600"/>
              <a:gd name="connsiteY740" fmla="*/ 2901128 h 6858000"/>
              <a:gd name="connsiteX741" fmla="*/ 156329 w 7467600"/>
              <a:gd name="connsiteY741" fmla="*/ 2840533 h 6858000"/>
              <a:gd name="connsiteX742" fmla="*/ 358355 w 7467600"/>
              <a:gd name="connsiteY742" fmla="*/ 2620471 h 6858000"/>
              <a:gd name="connsiteX743" fmla="*/ 510577 w 7467600"/>
              <a:gd name="connsiteY743" fmla="*/ 2501244 h 6858000"/>
              <a:gd name="connsiteX744" fmla="*/ 211967 w 7467600"/>
              <a:gd name="connsiteY744" fmla="*/ 2479171 h 6858000"/>
              <a:gd name="connsiteX745" fmla="*/ 0 w 7467600"/>
              <a:gd name="connsiteY745" fmla="*/ 2476398 h 6858000"/>
              <a:gd name="connsiteX746" fmla="*/ 0 w 7467600"/>
              <a:gd name="connsiteY746" fmla="*/ 2389189 h 6858000"/>
              <a:gd name="connsiteX747" fmla="*/ 103062 w 7467600"/>
              <a:gd name="connsiteY747" fmla="*/ 2389518 h 6858000"/>
              <a:gd name="connsiteX748" fmla="*/ 510734 w 7467600"/>
              <a:gd name="connsiteY748" fmla="*/ 2416201 h 6858000"/>
              <a:gd name="connsiteX749" fmla="*/ 279257 w 7467600"/>
              <a:gd name="connsiteY749" fmla="*/ 2092102 h 6858000"/>
              <a:gd name="connsiteX750" fmla="*/ 65265 w 7467600"/>
              <a:gd name="connsiteY750" fmla="*/ 2006049 h 6858000"/>
              <a:gd name="connsiteX751" fmla="*/ 0 w 7467600"/>
              <a:gd name="connsiteY751" fmla="*/ 1982532 h 6858000"/>
              <a:gd name="connsiteX752" fmla="*/ 0 w 7467600"/>
              <a:gd name="connsiteY752" fmla="*/ 1912789 h 6858000"/>
              <a:gd name="connsiteX753" fmla="*/ 97460 w 7467600"/>
              <a:gd name="connsiteY753" fmla="*/ 1953725 h 6858000"/>
              <a:gd name="connsiteX754" fmla="*/ 221272 w 7467600"/>
              <a:gd name="connsiteY754" fmla="*/ 1980766 h 6858000"/>
              <a:gd name="connsiteX755" fmla="*/ 116765 w 7467600"/>
              <a:gd name="connsiteY755" fmla="*/ 1911033 h 6858000"/>
              <a:gd name="connsiteX756" fmla="*/ 16405 w 7467600"/>
              <a:gd name="connsiteY756" fmla="*/ 1803412 h 6858000"/>
              <a:gd name="connsiteX757" fmla="*/ 0 w 7467600"/>
              <a:gd name="connsiteY757" fmla="*/ 1784777 h 6858000"/>
              <a:gd name="connsiteX758" fmla="*/ 0 w 7467600"/>
              <a:gd name="connsiteY758" fmla="*/ 1740082 h 6858000"/>
              <a:gd name="connsiteX759" fmla="*/ 39394 w 7467600"/>
              <a:gd name="connsiteY759" fmla="*/ 1784856 h 6858000"/>
              <a:gd name="connsiteX760" fmla="*/ 135813 w 7467600"/>
              <a:gd name="connsiteY760" fmla="*/ 1888838 h 6858000"/>
              <a:gd name="connsiteX761" fmla="*/ 242575 w 7467600"/>
              <a:gd name="connsiteY761" fmla="*/ 1958841 h 6858000"/>
              <a:gd name="connsiteX762" fmla="*/ 82197 w 7467600"/>
              <a:gd name="connsiteY762" fmla="*/ 1754826 h 6858000"/>
              <a:gd name="connsiteX763" fmla="*/ 0 w 7467600"/>
              <a:gd name="connsiteY763" fmla="*/ 1679650 h 6858000"/>
              <a:gd name="connsiteX764" fmla="*/ 0 w 7467600"/>
              <a:gd name="connsiteY764" fmla="*/ 1602463 h 6858000"/>
              <a:gd name="connsiteX765" fmla="*/ 84689 w 7467600"/>
              <a:gd name="connsiteY765" fmla="*/ 1677442 h 6858000"/>
              <a:gd name="connsiteX766" fmla="*/ 298437 w 7467600"/>
              <a:gd name="connsiteY766" fmla="*/ 1968019 h 6858000"/>
              <a:gd name="connsiteX767" fmla="*/ 227269 w 7467600"/>
              <a:gd name="connsiteY767" fmla="*/ 1114064 h 6858000"/>
              <a:gd name="connsiteX768" fmla="*/ 248003 w 7467600"/>
              <a:gd name="connsiteY768" fmla="*/ 1089613 h 6858000"/>
              <a:gd name="connsiteX769" fmla="*/ 427020 w 7467600"/>
              <a:gd name="connsiteY769" fmla="*/ 1619803 h 6858000"/>
              <a:gd name="connsiteX770" fmla="*/ 340345 w 7467600"/>
              <a:gd name="connsiteY770" fmla="*/ 2027739 h 6858000"/>
              <a:gd name="connsiteX771" fmla="*/ 360865 w 7467600"/>
              <a:gd name="connsiteY771" fmla="*/ 2044827 h 6858000"/>
              <a:gd name="connsiteX772" fmla="*/ 560414 w 7467600"/>
              <a:gd name="connsiteY772" fmla="*/ 2421457 h 6858000"/>
              <a:gd name="connsiteX773" fmla="*/ 1359703 w 7467600"/>
              <a:gd name="connsiteY773" fmla="*/ 2578554 h 6858000"/>
              <a:gd name="connsiteX774" fmla="*/ 1359422 w 7467600"/>
              <a:gd name="connsiteY774" fmla="*/ 2577994 h 6858000"/>
              <a:gd name="connsiteX775" fmla="*/ 828701 w 7467600"/>
              <a:gd name="connsiteY775" fmla="*/ 1839520 h 6858000"/>
              <a:gd name="connsiteX776" fmla="*/ 494427 w 7467600"/>
              <a:gd name="connsiteY776" fmla="*/ 1092333 h 6858000"/>
              <a:gd name="connsiteX777" fmla="*/ 506322 w 7467600"/>
              <a:gd name="connsiteY777" fmla="*/ 1020997 h 6858000"/>
              <a:gd name="connsiteX778" fmla="*/ 4570198 w 7467600"/>
              <a:gd name="connsiteY778" fmla="*/ 978081 h 6858000"/>
              <a:gd name="connsiteX779" fmla="*/ 4523691 w 7467600"/>
              <a:gd name="connsiteY779" fmla="*/ 1127776 h 6858000"/>
              <a:gd name="connsiteX780" fmla="*/ 4509875 w 7467600"/>
              <a:gd name="connsiteY780" fmla="*/ 1167552 h 6858000"/>
              <a:gd name="connsiteX781" fmla="*/ 4478168 w 7467600"/>
              <a:gd name="connsiteY781" fmla="*/ 1260735 h 6858000"/>
              <a:gd name="connsiteX782" fmla="*/ 4409309 w 7467600"/>
              <a:gd name="connsiteY782" fmla="*/ 1666996 h 6858000"/>
              <a:gd name="connsiteX783" fmla="*/ 4370031 w 7467600"/>
              <a:gd name="connsiteY783" fmla="*/ 1955666 h 6858000"/>
              <a:gd name="connsiteX784" fmla="*/ 4570198 w 7467600"/>
              <a:gd name="connsiteY784" fmla="*/ 978081 h 6858000"/>
              <a:gd name="connsiteX785" fmla="*/ 4557898 w 7467600"/>
              <a:gd name="connsiteY785" fmla="*/ 900011 h 6858000"/>
              <a:gd name="connsiteX786" fmla="*/ 4344840 w 7467600"/>
              <a:gd name="connsiteY786" fmla="*/ 1922038 h 6858000"/>
              <a:gd name="connsiteX787" fmla="*/ 4378710 w 7467600"/>
              <a:gd name="connsiteY787" fmla="*/ 1665516 h 6858000"/>
              <a:gd name="connsiteX788" fmla="*/ 4448798 w 7467600"/>
              <a:gd name="connsiteY788" fmla="*/ 1253024 h 6858000"/>
              <a:gd name="connsiteX789" fmla="*/ 4480315 w 7467600"/>
              <a:gd name="connsiteY789" fmla="*/ 1158454 h 6858000"/>
              <a:gd name="connsiteX790" fmla="*/ 4494133 w 7467600"/>
              <a:gd name="connsiteY790" fmla="*/ 1118676 h 6858000"/>
              <a:gd name="connsiteX791" fmla="*/ 4557898 w 7467600"/>
              <a:gd name="connsiteY791" fmla="*/ 900011 h 6858000"/>
              <a:gd name="connsiteX792" fmla="*/ 5870151 w 7467600"/>
              <a:gd name="connsiteY792" fmla="*/ 898890 h 6858000"/>
              <a:gd name="connsiteX793" fmla="*/ 5861335 w 7467600"/>
              <a:gd name="connsiteY793" fmla="*/ 899177 h 6858000"/>
              <a:gd name="connsiteX794" fmla="*/ 5843702 w 7467600"/>
              <a:gd name="connsiteY794" fmla="*/ 899748 h 6858000"/>
              <a:gd name="connsiteX795" fmla="*/ 5651107 w 7467600"/>
              <a:gd name="connsiteY795" fmla="*/ 920306 h 6858000"/>
              <a:gd name="connsiteX796" fmla="*/ 5459407 w 7467600"/>
              <a:gd name="connsiteY796" fmla="*/ 940975 h 6858000"/>
              <a:gd name="connsiteX797" fmla="*/ 5374846 w 7467600"/>
              <a:gd name="connsiteY797" fmla="*/ 941988 h 6858000"/>
              <a:gd name="connsiteX798" fmla="*/ 5256105 w 7467600"/>
              <a:gd name="connsiteY798" fmla="*/ 945632 h 6858000"/>
              <a:gd name="connsiteX799" fmla="*/ 5107071 w 7467600"/>
              <a:gd name="connsiteY799" fmla="*/ 969720 h 6858000"/>
              <a:gd name="connsiteX800" fmla="*/ 4998681 w 7467600"/>
              <a:gd name="connsiteY800" fmla="*/ 988771 h 6858000"/>
              <a:gd name="connsiteX801" fmla="*/ 5870151 w 7467600"/>
              <a:gd name="connsiteY801" fmla="*/ 898890 h 6858000"/>
              <a:gd name="connsiteX802" fmla="*/ 5504425 w 7467600"/>
              <a:gd name="connsiteY802" fmla="*/ 848067 h 6858000"/>
              <a:gd name="connsiteX803" fmla="*/ 4968849 w 7467600"/>
              <a:gd name="connsiteY803" fmla="*/ 962318 h 6858000"/>
              <a:gd name="connsiteX804" fmla="*/ 5104039 w 7467600"/>
              <a:gd name="connsiteY804" fmla="*/ 940634 h 6858000"/>
              <a:gd name="connsiteX805" fmla="*/ 5256311 w 7467600"/>
              <a:gd name="connsiteY805" fmla="*/ 916490 h 6858000"/>
              <a:gd name="connsiteX806" fmla="*/ 5377381 w 7467600"/>
              <a:gd name="connsiteY806" fmla="*/ 912671 h 6858000"/>
              <a:gd name="connsiteX807" fmla="*/ 5460148 w 7467600"/>
              <a:gd name="connsiteY807" fmla="*/ 911442 h 6858000"/>
              <a:gd name="connsiteX808" fmla="*/ 5648971 w 7467600"/>
              <a:gd name="connsiteY808" fmla="*/ 891331 h 6858000"/>
              <a:gd name="connsiteX809" fmla="*/ 5844807 w 7467600"/>
              <a:gd name="connsiteY809" fmla="*/ 870718 h 6858000"/>
              <a:gd name="connsiteX810" fmla="*/ 5862975 w 7467600"/>
              <a:gd name="connsiteY810" fmla="*/ 869756 h 6858000"/>
              <a:gd name="connsiteX811" fmla="*/ 5920887 w 7467600"/>
              <a:gd name="connsiteY811" fmla="*/ 865929 h 6858000"/>
              <a:gd name="connsiteX812" fmla="*/ 5504425 w 7467600"/>
              <a:gd name="connsiteY812" fmla="*/ 848067 h 6858000"/>
              <a:gd name="connsiteX813" fmla="*/ 3607114 w 7467600"/>
              <a:gd name="connsiteY813" fmla="*/ 467441 h 6858000"/>
              <a:gd name="connsiteX814" fmla="*/ 3296242 w 7467600"/>
              <a:gd name="connsiteY814" fmla="*/ 807991 h 6858000"/>
              <a:gd name="connsiteX815" fmla="*/ 3174674 w 7467600"/>
              <a:gd name="connsiteY815" fmla="*/ 919759 h 6858000"/>
              <a:gd name="connsiteX816" fmla="*/ 3042978 w 7467600"/>
              <a:gd name="connsiteY816" fmla="*/ 1054894 h 6858000"/>
              <a:gd name="connsiteX817" fmla="*/ 2968914 w 7467600"/>
              <a:gd name="connsiteY817" fmla="*/ 1133756 h 6858000"/>
              <a:gd name="connsiteX818" fmla="*/ 3103823 w 7467600"/>
              <a:gd name="connsiteY818" fmla="*/ 1026814 h 6858000"/>
              <a:gd name="connsiteX819" fmla="*/ 3607114 w 7467600"/>
              <a:gd name="connsiteY819" fmla="*/ 467441 h 6858000"/>
              <a:gd name="connsiteX820" fmla="*/ 3744487 w 7467600"/>
              <a:gd name="connsiteY820" fmla="*/ 383136 h 6858000"/>
              <a:gd name="connsiteX821" fmla="*/ 3970213 w 7467600"/>
              <a:gd name="connsiteY821" fmla="*/ 995559 h 6858000"/>
              <a:gd name="connsiteX822" fmla="*/ 3744487 w 7467600"/>
              <a:gd name="connsiteY822" fmla="*/ 383136 h 6858000"/>
              <a:gd name="connsiteX823" fmla="*/ 3624562 w 7467600"/>
              <a:gd name="connsiteY823" fmla="*/ 367041 h 6858000"/>
              <a:gd name="connsiteX824" fmla="*/ 3489712 w 7467600"/>
              <a:gd name="connsiteY824" fmla="*/ 485386 h 6858000"/>
              <a:gd name="connsiteX825" fmla="*/ 3182994 w 7467600"/>
              <a:gd name="connsiteY825" fmla="*/ 828265 h 6858000"/>
              <a:gd name="connsiteX826" fmla="*/ 2892114 w 7467600"/>
              <a:gd name="connsiteY826" fmla="*/ 1172635 h 6858000"/>
              <a:gd name="connsiteX827" fmla="*/ 3021459 w 7467600"/>
              <a:gd name="connsiteY827" fmla="*/ 1035385 h 6858000"/>
              <a:gd name="connsiteX828" fmla="*/ 3153873 w 7467600"/>
              <a:gd name="connsiteY828" fmla="*/ 898971 h 6858000"/>
              <a:gd name="connsiteX829" fmla="*/ 3276511 w 7467600"/>
              <a:gd name="connsiteY829" fmla="*/ 786423 h 6858000"/>
              <a:gd name="connsiteX830" fmla="*/ 3584154 w 7467600"/>
              <a:gd name="connsiteY830" fmla="*/ 448218 h 6858000"/>
              <a:gd name="connsiteX831" fmla="*/ 3624562 w 7467600"/>
              <a:gd name="connsiteY831" fmla="*/ 367041 h 6858000"/>
              <a:gd name="connsiteX832" fmla="*/ 3766672 w 7467600"/>
              <a:gd name="connsiteY832" fmla="*/ 359429 h 6858000"/>
              <a:gd name="connsiteX833" fmla="*/ 3996338 w 7467600"/>
              <a:gd name="connsiteY833" fmla="*/ 968237 h 6858000"/>
              <a:gd name="connsiteX834" fmla="*/ 3766672 w 7467600"/>
              <a:gd name="connsiteY834" fmla="*/ 359429 h 6858000"/>
              <a:gd name="connsiteX835" fmla="*/ 5805386 w 7467600"/>
              <a:gd name="connsiteY835" fmla="*/ 239240 h 6858000"/>
              <a:gd name="connsiteX836" fmla="*/ 5736947 w 7467600"/>
              <a:gd name="connsiteY836" fmla="*/ 261367 h 6858000"/>
              <a:gd name="connsiteX837" fmla="*/ 5427012 w 7467600"/>
              <a:gd name="connsiteY837" fmla="*/ 311272 h 6858000"/>
              <a:gd name="connsiteX838" fmla="*/ 5147818 w 7467600"/>
              <a:gd name="connsiteY838" fmla="*/ 322112 h 6858000"/>
              <a:gd name="connsiteX839" fmla="*/ 5060854 w 7467600"/>
              <a:gd name="connsiteY839" fmla="*/ 311882 h 6858000"/>
              <a:gd name="connsiteX840" fmla="*/ 4945989 w 7467600"/>
              <a:gd name="connsiteY840" fmla="*/ 300516 h 6858000"/>
              <a:gd name="connsiteX841" fmla="*/ 5410479 w 7467600"/>
              <a:gd name="connsiteY841" fmla="*/ 348434 h 6858000"/>
              <a:gd name="connsiteX842" fmla="*/ 5805386 w 7467600"/>
              <a:gd name="connsiteY842" fmla="*/ 239240 h 6858000"/>
              <a:gd name="connsiteX843" fmla="*/ 5905192 w 7467600"/>
              <a:gd name="connsiteY843" fmla="*/ 163079 h 6858000"/>
              <a:gd name="connsiteX844" fmla="*/ 5865655 w 7467600"/>
              <a:gd name="connsiteY844" fmla="*/ 171901 h 6858000"/>
              <a:gd name="connsiteX845" fmla="*/ 5259740 w 7467600"/>
              <a:gd name="connsiteY845" fmla="*/ 257013 h 6858000"/>
              <a:gd name="connsiteX846" fmla="*/ 5208466 w 7467600"/>
              <a:gd name="connsiteY846" fmla="*/ 257550 h 6858000"/>
              <a:gd name="connsiteX847" fmla="*/ 4980204 w 7467600"/>
              <a:gd name="connsiteY847" fmla="*/ 271903 h 6858000"/>
              <a:gd name="connsiteX848" fmla="*/ 5068068 w 7467600"/>
              <a:gd name="connsiteY848" fmla="*/ 282244 h 6858000"/>
              <a:gd name="connsiteX849" fmla="*/ 5153231 w 7467600"/>
              <a:gd name="connsiteY849" fmla="*/ 292240 h 6858000"/>
              <a:gd name="connsiteX850" fmla="*/ 5426491 w 7467600"/>
              <a:gd name="connsiteY850" fmla="*/ 281128 h 6858000"/>
              <a:gd name="connsiteX851" fmla="*/ 5731212 w 7467600"/>
              <a:gd name="connsiteY851" fmla="*/ 231951 h 6858000"/>
              <a:gd name="connsiteX852" fmla="*/ 5905192 w 7467600"/>
              <a:gd name="connsiteY852" fmla="*/ 163079 h 6858000"/>
              <a:gd name="connsiteX853" fmla="*/ 5944437 w 7467600"/>
              <a:gd name="connsiteY853" fmla="*/ 113829 h 6858000"/>
              <a:gd name="connsiteX854" fmla="*/ 5825032 w 7467600"/>
              <a:gd name="connsiteY854" fmla="*/ 146405 h 6858000"/>
              <a:gd name="connsiteX855" fmla="*/ 4955599 w 7467600"/>
              <a:gd name="connsiteY855" fmla="*/ 247008 h 6858000"/>
              <a:gd name="connsiteX856" fmla="*/ 5210104 w 7467600"/>
              <a:gd name="connsiteY856" fmla="*/ 228123 h 6858000"/>
              <a:gd name="connsiteX857" fmla="*/ 5261015 w 7467600"/>
              <a:gd name="connsiteY857" fmla="*/ 227087 h 6858000"/>
              <a:gd name="connsiteX858" fmla="*/ 5861181 w 7467600"/>
              <a:gd name="connsiteY858" fmla="*/ 143093 h 6858000"/>
              <a:gd name="connsiteX859" fmla="*/ 5961252 w 7467600"/>
              <a:gd name="connsiteY859" fmla="*/ 114820 h 6858000"/>
              <a:gd name="connsiteX860" fmla="*/ 5944437 w 7467600"/>
              <a:gd name="connsiteY860" fmla="*/ 113829 h 6858000"/>
              <a:gd name="connsiteX861" fmla="*/ 3882765 w 7467600"/>
              <a:gd name="connsiteY861" fmla="*/ 0 h 6858000"/>
              <a:gd name="connsiteX862" fmla="*/ 3995099 w 7467600"/>
              <a:gd name="connsiteY862" fmla="*/ 0 h 6858000"/>
              <a:gd name="connsiteX863" fmla="*/ 4163818 w 7467600"/>
              <a:gd name="connsiteY863" fmla="*/ 234104 h 6858000"/>
              <a:gd name="connsiteX864" fmla="*/ 4172099 w 7467600"/>
              <a:gd name="connsiteY864" fmla="*/ 234207 h 6858000"/>
              <a:gd name="connsiteX865" fmla="*/ 4784282 w 7467600"/>
              <a:gd name="connsiteY865" fmla="*/ 276561 h 6858000"/>
              <a:gd name="connsiteX866" fmla="*/ 4801687 w 7467600"/>
              <a:gd name="connsiteY866" fmla="*/ 267764 h 6858000"/>
              <a:gd name="connsiteX867" fmla="*/ 6082788 w 7467600"/>
              <a:gd name="connsiteY867" fmla="*/ 64119 h 6858000"/>
              <a:gd name="connsiteX868" fmla="*/ 6099442 w 7467600"/>
              <a:gd name="connsiteY868" fmla="*/ 82568 h 6858000"/>
              <a:gd name="connsiteX869" fmla="*/ 4804137 w 7467600"/>
              <a:gd name="connsiteY869" fmla="*/ 320931 h 6858000"/>
              <a:gd name="connsiteX870" fmla="*/ 4227047 w 7467600"/>
              <a:gd name="connsiteY870" fmla="*/ 313415 h 6858000"/>
              <a:gd name="connsiteX871" fmla="*/ 4346041 w 7467600"/>
              <a:gd name="connsiteY871" fmla="*/ 456086 h 6858000"/>
              <a:gd name="connsiteX872" fmla="*/ 4870967 w 7467600"/>
              <a:gd name="connsiteY872" fmla="*/ 963061 h 6858000"/>
              <a:gd name="connsiteX873" fmla="*/ 4889647 w 7467600"/>
              <a:gd name="connsiteY873" fmla="*/ 957147 h 6858000"/>
              <a:gd name="connsiteX874" fmla="*/ 5422504 w 7467600"/>
              <a:gd name="connsiteY874" fmla="*/ 805191 h 6858000"/>
              <a:gd name="connsiteX875" fmla="*/ 6087656 w 7467600"/>
              <a:gd name="connsiteY875" fmla="*/ 826703 h 6858000"/>
              <a:gd name="connsiteX876" fmla="*/ 6058717 w 7467600"/>
              <a:gd name="connsiteY876" fmla="*/ 865992 h 6858000"/>
              <a:gd name="connsiteX877" fmla="*/ 4974153 w 7467600"/>
              <a:gd name="connsiteY877" fmla="*/ 1045456 h 6858000"/>
              <a:gd name="connsiteX878" fmla="*/ 5627835 w 7467600"/>
              <a:gd name="connsiteY878" fmla="*/ 1472077 h 6858000"/>
              <a:gd name="connsiteX879" fmla="*/ 5629817 w 7467600"/>
              <a:gd name="connsiteY879" fmla="*/ 1471412 h 6858000"/>
              <a:gd name="connsiteX880" fmla="*/ 5634124 w 7467600"/>
              <a:gd name="connsiteY880" fmla="*/ 1470572 h 6858000"/>
              <a:gd name="connsiteX881" fmla="*/ 5755832 w 7467600"/>
              <a:gd name="connsiteY881" fmla="*/ 1383886 h 6858000"/>
              <a:gd name="connsiteX882" fmla="*/ 6014186 w 7467600"/>
              <a:gd name="connsiteY882" fmla="*/ 1279799 h 6858000"/>
              <a:gd name="connsiteX883" fmla="*/ 6901619 w 7467600"/>
              <a:gd name="connsiteY883" fmla="*/ 1047874 h 6858000"/>
              <a:gd name="connsiteX884" fmla="*/ 6931566 w 7467600"/>
              <a:gd name="connsiteY884" fmla="*/ 1062034 h 6858000"/>
              <a:gd name="connsiteX885" fmla="*/ 5790982 w 7467600"/>
              <a:gd name="connsiteY885" fmla="*/ 1561380 h 6858000"/>
              <a:gd name="connsiteX886" fmla="*/ 6188971 w 7467600"/>
              <a:gd name="connsiteY886" fmla="*/ 1755168 h 6858000"/>
              <a:gd name="connsiteX887" fmla="*/ 6202446 w 7467600"/>
              <a:gd name="connsiteY887" fmla="*/ 1752268 h 6858000"/>
              <a:gd name="connsiteX888" fmla="*/ 7179560 w 7467600"/>
              <a:gd name="connsiteY888" fmla="*/ 1467551 h 6858000"/>
              <a:gd name="connsiteX889" fmla="*/ 7158730 w 7467600"/>
              <a:gd name="connsiteY889" fmla="*/ 1507835 h 6858000"/>
              <a:gd name="connsiteX890" fmla="*/ 6326959 w 7467600"/>
              <a:gd name="connsiteY890" fmla="*/ 1817686 h 6858000"/>
              <a:gd name="connsiteX891" fmla="*/ 6537433 w 7467600"/>
              <a:gd name="connsiteY891" fmla="*/ 1907790 h 6858000"/>
              <a:gd name="connsiteX892" fmla="*/ 6550221 w 7467600"/>
              <a:gd name="connsiteY892" fmla="*/ 1910729 h 6858000"/>
              <a:gd name="connsiteX893" fmla="*/ 6964438 w 7467600"/>
              <a:gd name="connsiteY893" fmla="*/ 2209505 h 6858000"/>
              <a:gd name="connsiteX894" fmla="*/ 7367862 w 7467600"/>
              <a:gd name="connsiteY894" fmla="*/ 2806833 h 6858000"/>
              <a:gd name="connsiteX895" fmla="*/ 7364329 w 7467600"/>
              <a:gd name="connsiteY895" fmla="*/ 2826907 h 6858000"/>
              <a:gd name="connsiteX896" fmla="*/ 7290545 w 7467600"/>
              <a:gd name="connsiteY896" fmla="*/ 2850663 h 6858000"/>
              <a:gd name="connsiteX897" fmla="*/ 6472036 w 7467600"/>
              <a:gd name="connsiteY897" fmla="*/ 1959003 h 6858000"/>
              <a:gd name="connsiteX898" fmla="*/ 5792897 w 7467600"/>
              <a:gd name="connsiteY898" fmla="*/ 1647747 h 6858000"/>
              <a:gd name="connsiteX899" fmla="*/ 5842751 w 7467600"/>
              <a:gd name="connsiteY899" fmla="*/ 1816112 h 6858000"/>
              <a:gd name="connsiteX900" fmla="*/ 5847424 w 7467600"/>
              <a:gd name="connsiteY900" fmla="*/ 1815776 h 6858000"/>
              <a:gd name="connsiteX901" fmla="*/ 6399821 w 7467600"/>
              <a:gd name="connsiteY901" fmla="*/ 2344799 h 6858000"/>
              <a:gd name="connsiteX902" fmla="*/ 6323232 w 7467600"/>
              <a:gd name="connsiteY902" fmla="*/ 2389634 h 6858000"/>
              <a:gd name="connsiteX903" fmla="*/ 5942958 w 7467600"/>
              <a:gd name="connsiteY903" fmla="*/ 2077708 h 6858000"/>
              <a:gd name="connsiteX904" fmla="*/ 5921559 w 7467600"/>
              <a:gd name="connsiteY904" fmla="*/ 2378596 h 6858000"/>
              <a:gd name="connsiteX905" fmla="*/ 5817651 w 7467600"/>
              <a:gd name="connsiteY905" fmla="*/ 3023919 h 6858000"/>
              <a:gd name="connsiteX906" fmla="*/ 5729634 w 7467600"/>
              <a:gd name="connsiteY906" fmla="*/ 3051849 h 6858000"/>
              <a:gd name="connsiteX907" fmla="*/ 5611018 w 7467600"/>
              <a:gd name="connsiteY907" fmla="*/ 2316769 h 6858000"/>
              <a:gd name="connsiteX908" fmla="*/ 5687608 w 7467600"/>
              <a:gd name="connsiteY908" fmla="*/ 2039972 h 6858000"/>
              <a:gd name="connsiteX909" fmla="*/ 5657554 w 7467600"/>
              <a:gd name="connsiteY909" fmla="*/ 1576445 h 6858000"/>
              <a:gd name="connsiteX910" fmla="*/ 5150475 w 7467600"/>
              <a:gd name="connsiteY910" fmla="*/ 1274012 h 6858000"/>
              <a:gd name="connsiteX911" fmla="*/ 5349142 w 7467600"/>
              <a:gd name="connsiteY911" fmla="*/ 2204405 h 6858000"/>
              <a:gd name="connsiteX912" fmla="*/ 5262214 w 7467600"/>
              <a:gd name="connsiteY912" fmla="*/ 2233836 h 6858000"/>
              <a:gd name="connsiteX913" fmla="*/ 4981539 w 7467600"/>
              <a:gd name="connsiteY913" fmla="*/ 1542201 h 6858000"/>
              <a:gd name="connsiteX914" fmla="*/ 4958461 w 7467600"/>
              <a:gd name="connsiteY914" fmla="*/ 1136957 h 6858000"/>
              <a:gd name="connsiteX915" fmla="*/ 4655015 w 7467600"/>
              <a:gd name="connsiteY915" fmla="*/ 891426 h 6858000"/>
              <a:gd name="connsiteX916" fmla="*/ 4348002 w 7467600"/>
              <a:gd name="connsiteY916" fmla="*/ 2205895 h 6858000"/>
              <a:gd name="connsiteX917" fmla="*/ 4262250 w 7467600"/>
              <a:gd name="connsiteY917" fmla="*/ 2219972 h 6858000"/>
              <a:gd name="connsiteX918" fmla="*/ 4550611 w 7467600"/>
              <a:gd name="connsiteY918" fmla="*/ 817540 h 6858000"/>
              <a:gd name="connsiteX919" fmla="*/ 4564418 w 7467600"/>
              <a:gd name="connsiteY919" fmla="*/ 808293 h 6858000"/>
              <a:gd name="connsiteX920" fmla="*/ 4266388 w 7467600"/>
              <a:gd name="connsiteY920" fmla="*/ 500083 h 6858000"/>
              <a:gd name="connsiteX921" fmla="*/ 4032842 w 7467600"/>
              <a:gd name="connsiteY921" fmla="*/ 211809 h 6858000"/>
              <a:gd name="connsiteX922" fmla="*/ 3882765 w 7467600"/>
              <a:gd name="connsiteY922" fmla="*/ 0 h 6858000"/>
              <a:gd name="connsiteX923" fmla="*/ 3721337 w 7467600"/>
              <a:gd name="connsiteY923" fmla="*/ 0 h 6858000"/>
              <a:gd name="connsiteX924" fmla="*/ 3797544 w 7467600"/>
              <a:gd name="connsiteY924" fmla="*/ 0 h 6858000"/>
              <a:gd name="connsiteX925" fmla="*/ 3775734 w 7467600"/>
              <a:gd name="connsiteY925" fmla="*/ 95131 h 6858000"/>
              <a:gd name="connsiteX926" fmla="*/ 3724807 w 7467600"/>
              <a:gd name="connsiteY926" fmla="*/ 272257 h 6858000"/>
              <a:gd name="connsiteX927" fmla="*/ 3726844 w 7467600"/>
              <a:gd name="connsiteY927" fmla="*/ 282988 h 6858000"/>
              <a:gd name="connsiteX928" fmla="*/ 3742664 w 7467600"/>
              <a:gd name="connsiteY928" fmla="*/ 279918 h 6858000"/>
              <a:gd name="connsiteX929" fmla="*/ 4103910 w 7467600"/>
              <a:gd name="connsiteY929" fmla="*/ 1161917 h 6858000"/>
              <a:gd name="connsiteX930" fmla="*/ 4020269 w 7467600"/>
              <a:gd name="connsiteY930" fmla="*/ 1200406 h 6858000"/>
              <a:gd name="connsiteX931" fmla="*/ 3674882 w 7467600"/>
              <a:gd name="connsiteY931" fmla="*/ 488524 h 6858000"/>
              <a:gd name="connsiteX932" fmla="*/ 3132682 w 7467600"/>
              <a:gd name="connsiteY932" fmla="*/ 1072284 h 6858000"/>
              <a:gd name="connsiteX933" fmla="*/ 2716346 w 7467600"/>
              <a:gd name="connsiteY933" fmla="*/ 1276376 h 6858000"/>
              <a:gd name="connsiteX934" fmla="*/ 2716772 w 7467600"/>
              <a:gd name="connsiteY934" fmla="*/ 1255462 h 6858000"/>
              <a:gd name="connsiteX935" fmla="*/ 3471096 w 7467600"/>
              <a:gd name="connsiteY935" fmla="*/ 437072 h 6858000"/>
              <a:gd name="connsiteX936" fmla="*/ 3639057 w 7467600"/>
              <a:gd name="connsiteY936" fmla="*/ 286334 h 6858000"/>
              <a:gd name="connsiteX937" fmla="*/ 3640309 w 7467600"/>
              <a:gd name="connsiteY937" fmla="*/ 284664 h 6858000"/>
              <a:gd name="connsiteX938" fmla="*/ 3646022 w 7467600"/>
              <a:gd name="connsiteY938" fmla="*/ 276711 h 6858000"/>
              <a:gd name="connsiteX939" fmla="*/ 3707943 w 7467600"/>
              <a:gd name="connsiteY939" fmla="*/ 65958 h 6858000"/>
              <a:gd name="connsiteX940" fmla="*/ 3721337 w 7467600"/>
              <a:gd name="connsiteY940" fmla="*/ 0 h 6858000"/>
              <a:gd name="connsiteX941" fmla="*/ 2867960 w 7467600"/>
              <a:gd name="connsiteY941" fmla="*/ 0 h 6858000"/>
              <a:gd name="connsiteX942" fmla="*/ 2926351 w 7467600"/>
              <a:gd name="connsiteY942" fmla="*/ 0 h 6858000"/>
              <a:gd name="connsiteX943" fmla="*/ 2902823 w 7467600"/>
              <a:gd name="connsiteY943" fmla="*/ 262929 h 6858000"/>
              <a:gd name="connsiteX944" fmla="*/ 2940663 w 7467600"/>
              <a:gd name="connsiteY944" fmla="*/ 140884 h 6858000"/>
              <a:gd name="connsiteX945" fmla="*/ 2947039 w 7467600"/>
              <a:gd name="connsiteY945" fmla="*/ 122524 h 6858000"/>
              <a:gd name="connsiteX946" fmla="*/ 2984316 w 7467600"/>
              <a:gd name="connsiteY946" fmla="*/ 0 h 6858000"/>
              <a:gd name="connsiteX947" fmla="*/ 3016114 w 7467600"/>
              <a:gd name="connsiteY947" fmla="*/ 0 h 6858000"/>
              <a:gd name="connsiteX948" fmla="*/ 2979949 w 7467600"/>
              <a:gd name="connsiteY948" fmla="*/ 119274 h 6858000"/>
              <a:gd name="connsiteX949" fmla="*/ 3023879 w 7467600"/>
              <a:gd name="connsiteY949" fmla="*/ 0 h 6858000"/>
              <a:gd name="connsiteX950" fmla="*/ 3105400 w 7467600"/>
              <a:gd name="connsiteY950" fmla="*/ 0 h 6858000"/>
              <a:gd name="connsiteX951" fmla="*/ 3094669 w 7467600"/>
              <a:gd name="connsiteY951" fmla="*/ 30308 h 6858000"/>
              <a:gd name="connsiteX952" fmla="*/ 2901945 w 7467600"/>
              <a:gd name="connsiteY952" fmla="*/ 466538 h 6858000"/>
              <a:gd name="connsiteX953" fmla="*/ 2815209 w 7467600"/>
              <a:gd name="connsiteY953" fmla="*/ 497361 h 6858000"/>
              <a:gd name="connsiteX954" fmla="*/ 2844845 w 7467600"/>
              <a:gd name="connsiteY954" fmla="*/ 127638 h 6858000"/>
              <a:gd name="connsiteX955" fmla="*/ 2867960 w 7467600"/>
              <a:gd name="connsiteY955" fmla="*/ 0 h 6858000"/>
              <a:gd name="connsiteX956" fmla="*/ 1057230 w 7467600"/>
              <a:gd name="connsiteY956" fmla="*/ 0 h 6858000"/>
              <a:gd name="connsiteX957" fmla="*/ 1111003 w 7467600"/>
              <a:gd name="connsiteY957" fmla="*/ 0 h 6858000"/>
              <a:gd name="connsiteX958" fmla="*/ 1125553 w 7467600"/>
              <a:gd name="connsiteY958" fmla="*/ 52588 h 6858000"/>
              <a:gd name="connsiteX959" fmla="*/ 1304276 w 7467600"/>
              <a:gd name="connsiteY959" fmla="*/ 476275 h 6858000"/>
              <a:gd name="connsiteX960" fmla="*/ 1492066 w 7467600"/>
              <a:gd name="connsiteY960" fmla="*/ 886333 h 6858000"/>
              <a:gd name="connsiteX961" fmla="*/ 1423698 w 7467600"/>
              <a:gd name="connsiteY961" fmla="*/ 710817 h 6858000"/>
              <a:gd name="connsiteX962" fmla="*/ 1357609 w 7467600"/>
              <a:gd name="connsiteY962" fmla="*/ 532892 h 6858000"/>
              <a:gd name="connsiteX963" fmla="*/ 1309550 w 7467600"/>
              <a:gd name="connsiteY963" fmla="*/ 374031 h 6858000"/>
              <a:gd name="connsiteX964" fmla="*/ 1193673 w 7467600"/>
              <a:gd name="connsiteY964" fmla="*/ 49533 h 6858000"/>
              <a:gd name="connsiteX965" fmla="*/ 1164391 w 7467600"/>
              <a:gd name="connsiteY965" fmla="*/ 0 h 6858000"/>
              <a:gd name="connsiteX966" fmla="*/ 1200666 w 7467600"/>
              <a:gd name="connsiteY966" fmla="*/ 0 h 6858000"/>
              <a:gd name="connsiteX967" fmla="*/ 1223408 w 7467600"/>
              <a:gd name="connsiteY967" fmla="*/ 38996 h 6858000"/>
              <a:gd name="connsiteX968" fmla="*/ 1339635 w 7467600"/>
              <a:gd name="connsiteY968" fmla="*/ 365517 h 6858000"/>
              <a:gd name="connsiteX969" fmla="*/ 1387469 w 7467600"/>
              <a:gd name="connsiteY969" fmla="*/ 523079 h 6858000"/>
              <a:gd name="connsiteX970" fmla="*/ 1452685 w 7467600"/>
              <a:gd name="connsiteY970" fmla="*/ 699806 h 6858000"/>
              <a:gd name="connsiteX971" fmla="*/ 1492092 w 7467600"/>
              <a:gd name="connsiteY971" fmla="*/ 800424 h 6858000"/>
              <a:gd name="connsiteX972" fmla="*/ 1455302 w 7467600"/>
              <a:gd name="connsiteY972" fmla="*/ 632913 h 6858000"/>
              <a:gd name="connsiteX973" fmla="*/ 1222336 w 7467600"/>
              <a:gd name="connsiteY973" fmla="*/ 9480 h 6858000"/>
              <a:gd name="connsiteX974" fmla="*/ 1214634 w 7467600"/>
              <a:gd name="connsiteY974" fmla="*/ 0 h 6858000"/>
              <a:gd name="connsiteX975" fmla="*/ 1289827 w 7467600"/>
              <a:gd name="connsiteY975" fmla="*/ 0 h 6858000"/>
              <a:gd name="connsiteX976" fmla="*/ 1321076 w 7467600"/>
              <a:gd name="connsiteY976" fmla="*/ 59722 h 6858000"/>
              <a:gd name="connsiteX977" fmla="*/ 1512579 w 7467600"/>
              <a:gd name="connsiteY977" fmla="*/ 626441 h 6858000"/>
              <a:gd name="connsiteX978" fmla="*/ 1506076 w 7467600"/>
              <a:gd name="connsiteY978" fmla="*/ 1089289 h 6858000"/>
              <a:gd name="connsiteX979" fmla="*/ 1486346 w 7467600"/>
              <a:gd name="connsiteY979" fmla="*/ 1079919 h 6858000"/>
              <a:gd name="connsiteX980" fmla="*/ 1070511 w 7467600"/>
              <a:gd name="connsiteY980" fmla="*/ 48609 h 6858000"/>
              <a:gd name="connsiteX981" fmla="*/ 1057230 w 7467600"/>
              <a:gd name="connsiteY981" fmla="*/ 0 h 6858000"/>
              <a:gd name="connsiteX982" fmla="*/ 43151 w 7467600"/>
              <a:gd name="connsiteY982" fmla="*/ 0 h 6858000"/>
              <a:gd name="connsiteX983" fmla="*/ 95283 w 7467600"/>
              <a:gd name="connsiteY983" fmla="*/ 0 h 6858000"/>
              <a:gd name="connsiteX984" fmla="*/ 300708 w 7467600"/>
              <a:gd name="connsiteY984" fmla="*/ 154571 h 6858000"/>
              <a:gd name="connsiteX985" fmla="*/ 530414 w 7467600"/>
              <a:gd name="connsiteY985" fmla="*/ 354673 h 6858000"/>
              <a:gd name="connsiteX986" fmla="*/ 333785 w 7467600"/>
              <a:gd name="connsiteY986" fmla="*/ 161564 h 6858000"/>
              <a:gd name="connsiteX987" fmla="*/ 147005 w 7467600"/>
              <a:gd name="connsiteY987" fmla="*/ 0 h 6858000"/>
              <a:gd name="connsiteX988" fmla="*/ 272509 w 7467600"/>
              <a:gd name="connsiteY988" fmla="*/ 0 h 6858000"/>
              <a:gd name="connsiteX989" fmla="*/ 326276 w 7467600"/>
              <a:gd name="connsiteY989" fmla="*/ 45847 h 6858000"/>
              <a:gd name="connsiteX990" fmla="*/ 823759 w 7467600"/>
              <a:gd name="connsiteY990" fmla="*/ 574145 h 6858000"/>
              <a:gd name="connsiteX991" fmla="*/ 811254 w 7467600"/>
              <a:gd name="connsiteY991" fmla="*/ 665546 h 6858000"/>
              <a:gd name="connsiteX992" fmla="*/ 154042 w 7467600"/>
              <a:gd name="connsiteY992" fmla="*/ 261522 h 6858000"/>
              <a:gd name="connsiteX993" fmla="*/ 13550 w 7467600"/>
              <a:gd name="connsiteY993" fmla="*/ 158423 h 6858000"/>
              <a:gd name="connsiteX994" fmla="*/ 0 w 7467600"/>
              <a:gd name="connsiteY994" fmla="*/ 146618 h 6858000"/>
              <a:gd name="connsiteX995" fmla="*/ 0 w 7467600"/>
              <a:gd name="connsiteY995" fmla="*/ 59161 h 6858000"/>
              <a:gd name="connsiteX996" fmla="*/ 45427 w 7467600"/>
              <a:gd name="connsiteY996" fmla="*/ 101078 h 6858000"/>
              <a:gd name="connsiteX997" fmla="*/ 630103 w 7467600"/>
              <a:gd name="connsiteY997" fmla="*/ 485885 h 6858000"/>
              <a:gd name="connsiteX998" fmla="*/ 532040 w 7467600"/>
              <a:gd name="connsiteY998" fmla="*/ 399359 h 6858000"/>
              <a:gd name="connsiteX999" fmla="*/ 517618 w 7467600"/>
              <a:gd name="connsiteY999" fmla="*/ 385726 h 6858000"/>
              <a:gd name="connsiteX1000" fmla="*/ 285074 w 7467600"/>
              <a:gd name="connsiteY1000" fmla="*/ 182755 h 6858000"/>
              <a:gd name="connsiteX1001" fmla="*/ 43151 w 7467600"/>
              <a:gd name="connsiteY100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27410 w 7467600"/>
              <a:gd name="connsiteY166" fmla="*/ 4716164 h 6858000"/>
              <a:gd name="connsiteX167" fmla="*/ 1997014 w 7467600"/>
              <a:gd name="connsiteY167" fmla="*/ 4698007 h 6858000"/>
              <a:gd name="connsiteX168" fmla="*/ 2005458 w 7467600"/>
              <a:gd name="connsiteY168" fmla="*/ 4699540 h 6858000"/>
              <a:gd name="connsiteX169" fmla="*/ 2657186 w 7467600"/>
              <a:gd name="connsiteY169" fmla="*/ 4901687 h 6858000"/>
              <a:gd name="connsiteX170" fmla="*/ 2826662 w 7467600"/>
              <a:gd name="connsiteY170" fmla="*/ 4970362 h 6858000"/>
              <a:gd name="connsiteX171" fmla="*/ 2876100 w 7467600"/>
              <a:gd name="connsiteY171" fmla="*/ 4995397 h 6858000"/>
              <a:gd name="connsiteX172" fmla="*/ 3042600 w 7467600"/>
              <a:gd name="connsiteY172" fmla="*/ 5059532 h 6858000"/>
              <a:gd name="connsiteX173" fmla="*/ 1997014 w 7467600"/>
              <a:gd name="connsiteY173" fmla="*/ 4698007 h 6858000"/>
              <a:gd name="connsiteX174" fmla="*/ 2305292 w 7467600"/>
              <a:gd name="connsiteY174" fmla="*/ 4219492 h 6858000"/>
              <a:gd name="connsiteX175" fmla="*/ 3360922 w 7467600"/>
              <a:gd name="connsiteY175" fmla="*/ 4529373 h 6858000"/>
              <a:gd name="connsiteX176" fmla="*/ 3492420 w 7467600"/>
              <a:gd name="connsiteY176" fmla="*/ 4510145 h 6858000"/>
              <a:gd name="connsiteX177" fmla="*/ 3364086 w 7467600"/>
              <a:gd name="connsiteY177" fmla="*/ 4480340 h 6858000"/>
              <a:gd name="connsiteX178" fmla="*/ 3225818 w 7467600"/>
              <a:gd name="connsiteY178" fmla="*/ 4411822 h 6858000"/>
              <a:gd name="connsiteX179" fmla="*/ 3129696 w 7467600"/>
              <a:gd name="connsiteY179" fmla="*/ 4360704 h 6858000"/>
              <a:gd name="connsiteX180" fmla="*/ 2814545 w 7467600"/>
              <a:gd name="connsiteY180" fmla="*/ 4282955 h 6858000"/>
              <a:gd name="connsiteX181" fmla="*/ 2305292 w 7467600"/>
              <a:gd name="connsiteY181" fmla="*/ 4219492 h 6858000"/>
              <a:gd name="connsiteX182" fmla="*/ 2626982 w 7467600"/>
              <a:gd name="connsiteY182" fmla="*/ 4206450 h 6858000"/>
              <a:gd name="connsiteX183" fmla="*/ 2490617 w 7467600"/>
              <a:gd name="connsiteY183" fmla="*/ 4206951 h 6858000"/>
              <a:gd name="connsiteX184" fmla="*/ 2819869 w 7467600"/>
              <a:gd name="connsiteY184" fmla="*/ 4252936 h 6858000"/>
              <a:gd name="connsiteX185" fmla="*/ 3143018 w 7467600"/>
              <a:gd name="connsiteY185" fmla="*/ 4332698 h 6858000"/>
              <a:gd name="connsiteX186" fmla="*/ 3241520 w 7467600"/>
              <a:gd name="connsiteY186" fmla="*/ 4385112 h 6858000"/>
              <a:gd name="connsiteX187" fmla="*/ 3374575 w 7467600"/>
              <a:gd name="connsiteY187" fmla="*/ 4451517 h 6858000"/>
              <a:gd name="connsiteX188" fmla="*/ 3505221 w 7467600"/>
              <a:gd name="connsiteY188" fmla="*/ 4480757 h 6858000"/>
              <a:gd name="connsiteX189" fmla="*/ 2626982 w 7467600"/>
              <a:gd name="connsiteY189" fmla="*/ 4206450 h 6858000"/>
              <a:gd name="connsiteX190" fmla="*/ 1310106 w 7467600"/>
              <a:gd name="connsiteY190" fmla="*/ 3943217 h 6858000"/>
              <a:gd name="connsiteX191" fmla="*/ 854994 w 7467600"/>
              <a:gd name="connsiteY191" fmla="*/ 4399136 h 6858000"/>
              <a:gd name="connsiteX192" fmla="*/ 742462 w 7467600"/>
              <a:gd name="connsiteY192" fmla="*/ 4594648 h 6858000"/>
              <a:gd name="connsiteX193" fmla="*/ 820602 w 7467600"/>
              <a:gd name="connsiteY193" fmla="*/ 4485915 h 6858000"/>
              <a:gd name="connsiteX194" fmla="*/ 878295 w 7467600"/>
              <a:gd name="connsiteY194" fmla="*/ 4403594 h 6858000"/>
              <a:gd name="connsiteX195" fmla="*/ 1240607 w 7467600"/>
              <a:gd name="connsiteY195" fmla="*/ 4010401 h 6858000"/>
              <a:gd name="connsiteX196" fmla="*/ 1310106 w 7467600"/>
              <a:gd name="connsiteY196" fmla="*/ 3943217 h 6858000"/>
              <a:gd name="connsiteX197" fmla="*/ 1423113 w 7467600"/>
              <a:gd name="connsiteY197" fmla="*/ 3874565 h 6858000"/>
              <a:gd name="connsiteX198" fmla="*/ 1260565 w 7467600"/>
              <a:gd name="connsiteY198" fmla="*/ 4031982 h 6858000"/>
              <a:gd name="connsiteX199" fmla="*/ 901900 w 7467600"/>
              <a:gd name="connsiteY199" fmla="*/ 4421236 h 6858000"/>
              <a:gd name="connsiteX200" fmla="*/ 845044 w 7467600"/>
              <a:gd name="connsiteY200" fmla="*/ 4502436 h 6858000"/>
              <a:gd name="connsiteX201" fmla="*/ 685926 w 7467600"/>
              <a:gd name="connsiteY201" fmla="*/ 4703069 h 6858000"/>
              <a:gd name="connsiteX202" fmla="*/ 684248 w 7467600"/>
              <a:gd name="connsiteY202" fmla="*/ 4706721 h 6858000"/>
              <a:gd name="connsiteX203" fmla="*/ 1423113 w 7467600"/>
              <a:gd name="connsiteY203" fmla="*/ 3874565 h 6858000"/>
              <a:gd name="connsiteX204" fmla="*/ 3316479 w 7467600"/>
              <a:gd name="connsiteY204" fmla="*/ 3872136 h 6858000"/>
              <a:gd name="connsiteX205" fmla="*/ 3546806 w 7467600"/>
              <a:gd name="connsiteY205" fmla="*/ 4356139 h 6858000"/>
              <a:gd name="connsiteX206" fmla="*/ 3364433 w 7467600"/>
              <a:gd name="connsiteY206" fmla="*/ 3953121 h 6858000"/>
              <a:gd name="connsiteX207" fmla="*/ 3316479 w 7467600"/>
              <a:gd name="connsiteY207" fmla="*/ 3872136 h 6858000"/>
              <a:gd name="connsiteX208" fmla="*/ 3291335 w 7467600"/>
              <a:gd name="connsiteY208" fmla="*/ 3767420 h 6858000"/>
              <a:gd name="connsiteX209" fmla="*/ 3390805 w 7467600"/>
              <a:gd name="connsiteY209" fmla="*/ 3937163 h 6858000"/>
              <a:gd name="connsiteX210" fmla="*/ 3579062 w 7467600"/>
              <a:gd name="connsiteY210" fmla="*/ 4359040 h 6858000"/>
              <a:gd name="connsiteX211" fmla="*/ 3467355 w 7467600"/>
              <a:gd name="connsiteY211" fmla="*/ 3988130 h 6858000"/>
              <a:gd name="connsiteX212" fmla="*/ 3310753 w 7467600"/>
              <a:gd name="connsiteY212" fmla="*/ 3787140 h 6858000"/>
              <a:gd name="connsiteX213" fmla="*/ 3291335 w 7467600"/>
              <a:gd name="connsiteY213" fmla="*/ 3767420 h 6858000"/>
              <a:gd name="connsiteX214" fmla="*/ 1635889 w 7467600"/>
              <a:gd name="connsiteY214" fmla="*/ 3709494 h 6858000"/>
              <a:gd name="connsiteX215" fmla="*/ 1634800 w 7467600"/>
              <a:gd name="connsiteY215" fmla="*/ 3731111 h 6858000"/>
              <a:gd name="connsiteX216" fmla="*/ 1635889 w 7467600"/>
              <a:gd name="connsiteY216" fmla="*/ 3709494 h 6858000"/>
              <a:gd name="connsiteX217" fmla="*/ 1510397 w 7467600"/>
              <a:gd name="connsiteY217" fmla="*/ 3684705 h 6858000"/>
              <a:gd name="connsiteX218" fmla="*/ 1146550 w 7467600"/>
              <a:gd name="connsiteY218" fmla="*/ 3802012 h 6858000"/>
              <a:gd name="connsiteX219" fmla="*/ 698834 w 7467600"/>
              <a:gd name="connsiteY219" fmla="*/ 3952272 h 6858000"/>
              <a:gd name="connsiteX220" fmla="*/ 34256 w 7467600"/>
              <a:gd name="connsiteY220" fmla="*/ 4347603 h 6858000"/>
              <a:gd name="connsiteX221" fmla="*/ 527241 w 7467600"/>
              <a:gd name="connsiteY221" fmla="*/ 4065078 h 6858000"/>
              <a:gd name="connsiteX222" fmla="*/ 1510397 w 7467600"/>
              <a:gd name="connsiteY222" fmla="*/ 3684705 h 6858000"/>
              <a:gd name="connsiteX223" fmla="*/ 1313114 w 7467600"/>
              <a:gd name="connsiteY223" fmla="*/ 3655216 h 6858000"/>
              <a:gd name="connsiteX224" fmla="*/ 1109304 w 7467600"/>
              <a:gd name="connsiteY224" fmla="*/ 3669030 h 6858000"/>
              <a:gd name="connsiteX225" fmla="*/ 8129 w 7467600"/>
              <a:gd name="connsiteY225" fmla="*/ 4330519 h 6858000"/>
              <a:gd name="connsiteX226" fmla="*/ 687572 w 7467600"/>
              <a:gd name="connsiteY226" fmla="*/ 3925629 h 6858000"/>
              <a:gd name="connsiteX227" fmla="*/ 1138365 w 7467600"/>
              <a:gd name="connsiteY227" fmla="*/ 3774515 h 6858000"/>
              <a:gd name="connsiteX228" fmla="*/ 1505579 w 7467600"/>
              <a:gd name="connsiteY228" fmla="*/ 3655526 h 6858000"/>
              <a:gd name="connsiteX229" fmla="*/ 1313114 w 7467600"/>
              <a:gd name="connsiteY229" fmla="*/ 3655216 h 6858000"/>
              <a:gd name="connsiteX230" fmla="*/ 3655073 w 7467600"/>
              <a:gd name="connsiteY230" fmla="*/ 3650884 h 6858000"/>
              <a:gd name="connsiteX231" fmla="*/ 3989938 w 7467600"/>
              <a:gd name="connsiteY231" fmla="*/ 3991685 h 6858000"/>
              <a:gd name="connsiteX232" fmla="*/ 4393907 w 7467600"/>
              <a:gd name="connsiteY232" fmla="*/ 4261258 h 6858000"/>
              <a:gd name="connsiteX233" fmla="*/ 4648051 w 7467600"/>
              <a:gd name="connsiteY233" fmla="*/ 4374051 h 6858000"/>
              <a:gd name="connsiteX234" fmla="*/ 4383389 w 7467600"/>
              <a:gd name="connsiteY234" fmla="*/ 4184369 h 6858000"/>
              <a:gd name="connsiteX235" fmla="*/ 4165508 w 7467600"/>
              <a:gd name="connsiteY235" fmla="*/ 4035196 h 6858000"/>
              <a:gd name="connsiteX236" fmla="*/ 4068162 w 7467600"/>
              <a:gd name="connsiteY236" fmla="*/ 3953394 h 6858000"/>
              <a:gd name="connsiteX237" fmla="*/ 3981416 w 7467600"/>
              <a:gd name="connsiteY237" fmla="*/ 3880482 h 6858000"/>
              <a:gd name="connsiteX238" fmla="*/ 3800147 w 7467600"/>
              <a:gd name="connsiteY238" fmla="*/ 3749872 h 6858000"/>
              <a:gd name="connsiteX239" fmla="*/ 3655073 w 7467600"/>
              <a:gd name="connsiteY239" fmla="*/ 3650884 h 6858000"/>
              <a:gd name="connsiteX240" fmla="*/ 3670252 w 7467600"/>
              <a:gd name="connsiteY240" fmla="*/ 3622798 h 6858000"/>
              <a:gd name="connsiteX241" fmla="*/ 3817258 w 7467600"/>
              <a:gd name="connsiteY241" fmla="*/ 3723577 h 6858000"/>
              <a:gd name="connsiteX242" fmla="*/ 4000461 w 7467600"/>
              <a:gd name="connsiteY242" fmla="*/ 3855966 h 6858000"/>
              <a:gd name="connsiteX243" fmla="*/ 4088180 w 7467600"/>
              <a:gd name="connsiteY243" fmla="*/ 3929774 h 6858000"/>
              <a:gd name="connsiteX244" fmla="*/ 4184555 w 7467600"/>
              <a:gd name="connsiteY244" fmla="*/ 4010683 h 6858000"/>
              <a:gd name="connsiteX245" fmla="*/ 4399563 w 7467600"/>
              <a:gd name="connsiteY245" fmla="*/ 4158106 h 6858000"/>
              <a:gd name="connsiteX246" fmla="*/ 4684469 w 7467600"/>
              <a:gd name="connsiteY246" fmla="*/ 4364680 h 6858000"/>
              <a:gd name="connsiteX247" fmla="*/ 4690271 w 7467600"/>
              <a:gd name="connsiteY247" fmla="*/ 4370034 h 6858000"/>
              <a:gd name="connsiteX248" fmla="*/ 4136093 w 7467600"/>
              <a:gd name="connsiteY248" fmla="*/ 3858466 h 6858000"/>
              <a:gd name="connsiteX249" fmla="*/ 3670252 w 7467600"/>
              <a:gd name="connsiteY249" fmla="*/ 3622798 h 6858000"/>
              <a:gd name="connsiteX250" fmla="*/ 4440129 w 7467600"/>
              <a:gd name="connsiteY250" fmla="*/ 3448571 h 6858000"/>
              <a:gd name="connsiteX251" fmla="*/ 4856525 w 7467600"/>
              <a:gd name="connsiteY251" fmla="*/ 3915351 h 6858000"/>
              <a:gd name="connsiteX252" fmla="*/ 5059055 w 7467600"/>
              <a:gd name="connsiteY252" fmla="*/ 4108918 h 6858000"/>
              <a:gd name="connsiteX253" fmla="*/ 5290070 w 7467600"/>
              <a:gd name="connsiteY253" fmla="*/ 4263619 h 6858000"/>
              <a:gd name="connsiteX254" fmla="*/ 4834991 w 7467600"/>
              <a:gd name="connsiteY254" fmla="*/ 3830985 h 6858000"/>
              <a:gd name="connsiteX255" fmla="*/ 4440129 w 7467600"/>
              <a:gd name="connsiteY255" fmla="*/ 3448571 h 6858000"/>
              <a:gd name="connsiteX256" fmla="*/ 4441737 w 7467600"/>
              <a:gd name="connsiteY256" fmla="*/ 3399734 h 6858000"/>
              <a:gd name="connsiteX257" fmla="*/ 4431236 w 7467600"/>
              <a:gd name="connsiteY257" fmla="*/ 3400954 h 6858000"/>
              <a:gd name="connsiteX258" fmla="*/ 4557150 w 7467600"/>
              <a:gd name="connsiteY258" fmla="*/ 3510023 h 6858000"/>
              <a:gd name="connsiteX259" fmla="*/ 4856936 w 7467600"/>
              <a:gd name="connsiteY259" fmla="*/ 3809146 h 6858000"/>
              <a:gd name="connsiteX260" fmla="*/ 5111996 w 7467600"/>
              <a:gd name="connsiteY260" fmla="*/ 4065759 h 6858000"/>
              <a:gd name="connsiteX261" fmla="*/ 5388878 w 7467600"/>
              <a:gd name="connsiteY261" fmla="*/ 4300185 h 6858000"/>
              <a:gd name="connsiteX262" fmla="*/ 5425556 w 7467600"/>
              <a:gd name="connsiteY262" fmla="*/ 4308967 h 6858000"/>
              <a:gd name="connsiteX263" fmla="*/ 4943646 w 7467600"/>
              <a:gd name="connsiteY263" fmla="*/ 3822916 h 6858000"/>
              <a:gd name="connsiteX264" fmla="*/ 4594837 w 7467600"/>
              <a:gd name="connsiteY264" fmla="*/ 3532274 h 6858000"/>
              <a:gd name="connsiteX265" fmla="*/ 4441737 w 7467600"/>
              <a:gd name="connsiteY265" fmla="*/ 3399734 h 6858000"/>
              <a:gd name="connsiteX266" fmla="*/ 5425834 w 7467600"/>
              <a:gd name="connsiteY266" fmla="*/ 3162785 h 6858000"/>
              <a:gd name="connsiteX267" fmla="*/ 5401644 w 7467600"/>
              <a:gd name="connsiteY267" fmla="*/ 3617847 h 6858000"/>
              <a:gd name="connsiteX268" fmla="*/ 5467256 w 7467600"/>
              <a:gd name="connsiteY268" fmla="*/ 4175494 h 6858000"/>
              <a:gd name="connsiteX269" fmla="*/ 5448069 w 7467600"/>
              <a:gd name="connsiteY269" fmla="*/ 3567554 h 6858000"/>
              <a:gd name="connsiteX270" fmla="*/ 5425834 w 7467600"/>
              <a:gd name="connsiteY270" fmla="*/ 3162785 h 6858000"/>
              <a:gd name="connsiteX271" fmla="*/ 1318687 w 7467600"/>
              <a:gd name="connsiteY271" fmla="*/ 3113840 h 6858000"/>
              <a:gd name="connsiteX272" fmla="*/ 1066793 w 7467600"/>
              <a:gd name="connsiteY272" fmla="*/ 3212171 h 6858000"/>
              <a:gd name="connsiteX273" fmla="*/ 993319 w 7467600"/>
              <a:gd name="connsiteY273" fmla="*/ 3247648 h 6858000"/>
              <a:gd name="connsiteX274" fmla="*/ 853081 w 7467600"/>
              <a:gd name="connsiteY274" fmla="*/ 3312410 h 6858000"/>
              <a:gd name="connsiteX275" fmla="*/ 805957 w 7467600"/>
              <a:gd name="connsiteY275" fmla="*/ 3330443 h 6858000"/>
              <a:gd name="connsiteX276" fmla="*/ 1318687 w 7467600"/>
              <a:gd name="connsiteY276" fmla="*/ 3113840 h 6858000"/>
              <a:gd name="connsiteX277" fmla="*/ 5453702 w 7467600"/>
              <a:gd name="connsiteY277" fmla="*/ 3090882 h 6858000"/>
              <a:gd name="connsiteX278" fmla="*/ 5480135 w 7467600"/>
              <a:gd name="connsiteY278" fmla="*/ 3565802 h 6858000"/>
              <a:gd name="connsiteX279" fmla="*/ 5499023 w 7467600"/>
              <a:gd name="connsiteY279" fmla="*/ 4166310 h 6858000"/>
              <a:gd name="connsiteX280" fmla="*/ 5547022 w 7467600"/>
              <a:gd name="connsiteY280" fmla="*/ 3607838 h 6858000"/>
              <a:gd name="connsiteX281" fmla="*/ 5515964 w 7467600"/>
              <a:gd name="connsiteY281" fmla="*/ 3378541 h 6858000"/>
              <a:gd name="connsiteX282" fmla="*/ 5453702 w 7467600"/>
              <a:gd name="connsiteY282" fmla="*/ 3090882 h 6858000"/>
              <a:gd name="connsiteX283" fmla="*/ 1238695 w 7467600"/>
              <a:gd name="connsiteY283" fmla="*/ 3076820 h 6858000"/>
              <a:gd name="connsiteX284" fmla="*/ 716371 w 7467600"/>
              <a:gd name="connsiteY284" fmla="*/ 3293249 h 6858000"/>
              <a:gd name="connsiteX285" fmla="*/ 579522 w 7467600"/>
              <a:gd name="connsiteY285" fmla="*/ 3371759 h 6858000"/>
              <a:gd name="connsiteX286" fmla="*/ 600288 w 7467600"/>
              <a:gd name="connsiteY286" fmla="*/ 3365555 h 6858000"/>
              <a:gd name="connsiteX287" fmla="*/ 840692 w 7467600"/>
              <a:gd name="connsiteY287" fmla="*/ 3284921 h 6858000"/>
              <a:gd name="connsiteX288" fmla="*/ 979248 w 7467600"/>
              <a:gd name="connsiteY288" fmla="*/ 3221003 h 6858000"/>
              <a:gd name="connsiteX289" fmla="*/ 1053282 w 7467600"/>
              <a:gd name="connsiteY289" fmla="*/ 3185247 h 6858000"/>
              <a:gd name="connsiteX290" fmla="*/ 1320603 w 7467600"/>
              <a:gd name="connsiteY290" fmla="*/ 3081281 h 6858000"/>
              <a:gd name="connsiteX291" fmla="*/ 1238695 w 7467600"/>
              <a:gd name="connsiteY291" fmla="*/ 3076820 h 6858000"/>
              <a:gd name="connsiteX292" fmla="*/ 5425627 w 7467600"/>
              <a:gd name="connsiteY292" fmla="*/ 2954192 h 6858000"/>
              <a:gd name="connsiteX293" fmla="*/ 5470770 w 7467600"/>
              <a:gd name="connsiteY293" fmla="*/ 3005435 h 6858000"/>
              <a:gd name="connsiteX294" fmla="*/ 5519779 w 7467600"/>
              <a:gd name="connsiteY294" fmla="*/ 4359223 h 6858000"/>
              <a:gd name="connsiteX295" fmla="*/ 5520293 w 7467600"/>
              <a:gd name="connsiteY295" fmla="*/ 4360602 h 6858000"/>
              <a:gd name="connsiteX296" fmla="*/ 5767221 w 7467600"/>
              <a:gd name="connsiteY296" fmla="*/ 4665564 h 6858000"/>
              <a:gd name="connsiteX297" fmla="*/ 6937169 w 7467600"/>
              <a:gd name="connsiteY297" fmla="*/ 4815941 h 6858000"/>
              <a:gd name="connsiteX298" fmla="*/ 6953922 w 7467600"/>
              <a:gd name="connsiteY298" fmla="*/ 4890068 h 6858000"/>
              <a:gd name="connsiteX299" fmla="*/ 6071359 w 7467600"/>
              <a:gd name="connsiteY299" fmla="*/ 4770770 h 6858000"/>
              <a:gd name="connsiteX300" fmla="*/ 6038839 w 7467600"/>
              <a:gd name="connsiteY300" fmla="*/ 4764474 h 6858000"/>
              <a:gd name="connsiteX301" fmla="*/ 6038706 w 7467600"/>
              <a:gd name="connsiteY301" fmla="*/ 4763847 h 6858000"/>
              <a:gd name="connsiteX302" fmla="*/ 6037784 w 7467600"/>
              <a:gd name="connsiteY302" fmla="*/ 4764270 h 6858000"/>
              <a:gd name="connsiteX303" fmla="*/ 6038839 w 7467600"/>
              <a:gd name="connsiteY303" fmla="*/ 4764474 h 6858000"/>
              <a:gd name="connsiteX304" fmla="*/ 6040338 w 7467600"/>
              <a:gd name="connsiteY304" fmla="*/ 4771418 h 6858000"/>
              <a:gd name="connsiteX305" fmla="*/ 6024488 w 7467600"/>
              <a:gd name="connsiteY305" fmla="*/ 4809903 h 6858000"/>
              <a:gd name="connsiteX306" fmla="*/ 5599771 w 7467600"/>
              <a:gd name="connsiteY306" fmla="*/ 5509652 h 6858000"/>
              <a:gd name="connsiteX307" fmla="*/ 5548843 w 7467600"/>
              <a:gd name="connsiteY307" fmla="*/ 5563845 h 6858000"/>
              <a:gd name="connsiteX308" fmla="*/ 5940952 w 7467600"/>
              <a:gd name="connsiteY308" fmla="*/ 6250028 h 6858000"/>
              <a:gd name="connsiteX309" fmla="*/ 6043441 w 7467600"/>
              <a:gd name="connsiteY309" fmla="*/ 6665847 h 6858000"/>
              <a:gd name="connsiteX310" fmla="*/ 6093432 w 7467600"/>
              <a:gd name="connsiteY310" fmla="*/ 6858000 h 6858000"/>
              <a:gd name="connsiteX311" fmla="*/ 6034344 w 7467600"/>
              <a:gd name="connsiteY311" fmla="*/ 6858000 h 6858000"/>
              <a:gd name="connsiteX312" fmla="*/ 6026679 w 7467600"/>
              <a:gd name="connsiteY312" fmla="*/ 6836959 h 6858000"/>
              <a:gd name="connsiteX313" fmla="*/ 5800441 w 7467600"/>
              <a:gd name="connsiteY313" fmla="*/ 6335286 h 6858000"/>
              <a:gd name="connsiteX314" fmla="*/ 5526562 w 7467600"/>
              <a:gd name="connsiteY314" fmla="*/ 5705388 h 6858000"/>
              <a:gd name="connsiteX315" fmla="*/ 5519640 w 7467600"/>
              <a:gd name="connsiteY315" fmla="*/ 5683774 h 6858000"/>
              <a:gd name="connsiteX316" fmla="*/ 5844559 w 7467600"/>
              <a:gd name="connsiteY316" fmla="*/ 6553349 h 6858000"/>
              <a:gd name="connsiteX317" fmla="*/ 5975994 w 7467600"/>
              <a:gd name="connsiteY317" fmla="*/ 6858000 h 6858000"/>
              <a:gd name="connsiteX318" fmla="*/ 5898547 w 7467600"/>
              <a:gd name="connsiteY318" fmla="*/ 6858000 h 6858000"/>
              <a:gd name="connsiteX319" fmla="*/ 5682041 w 7467600"/>
              <a:gd name="connsiteY319" fmla="*/ 6355860 h 6858000"/>
              <a:gd name="connsiteX320" fmla="*/ 5461758 w 7467600"/>
              <a:gd name="connsiteY320" fmla="*/ 5820220 h 6858000"/>
              <a:gd name="connsiteX321" fmla="*/ 5237282 w 7467600"/>
              <a:gd name="connsiteY321" fmla="*/ 6579086 h 6858000"/>
              <a:gd name="connsiteX322" fmla="*/ 5115009 w 7467600"/>
              <a:gd name="connsiteY322" fmla="*/ 6858000 h 6858000"/>
              <a:gd name="connsiteX323" fmla="*/ 5028074 w 7467600"/>
              <a:gd name="connsiteY323" fmla="*/ 6858000 h 6858000"/>
              <a:gd name="connsiteX324" fmla="*/ 5079508 w 7467600"/>
              <a:gd name="connsiteY324" fmla="*/ 6749074 h 6858000"/>
              <a:gd name="connsiteX325" fmla="*/ 5371846 w 7467600"/>
              <a:gd name="connsiteY325" fmla="*/ 5924413 h 6858000"/>
              <a:gd name="connsiteX326" fmla="*/ 5270512 w 7467600"/>
              <a:gd name="connsiteY326" fmla="*/ 6138975 h 6858000"/>
              <a:gd name="connsiteX327" fmla="*/ 5062409 w 7467600"/>
              <a:gd name="connsiteY327" fmla="*/ 6653544 h 6858000"/>
              <a:gd name="connsiteX328" fmla="*/ 5036628 w 7467600"/>
              <a:gd name="connsiteY328" fmla="*/ 6754247 h 6858000"/>
              <a:gd name="connsiteX329" fmla="*/ 5009112 w 7467600"/>
              <a:gd name="connsiteY329" fmla="*/ 6858000 h 6858000"/>
              <a:gd name="connsiteX330" fmla="*/ 4976679 w 7467600"/>
              <a:gd name="connsiteY330" fmla="*/ 6858000 h 6858000"/>
              <a:gd name="connsiteX331" fmla="*/ 5006537 w 7467600"/>
              <a:gd name="connsiteY331" fmla="*/ 6747068 h 6858000"/>
              <a:gd name="connsiteX332" fmla="*/ 5032723 w 7467600"/>
              <a:gd name="connsiteY332" fmla="*/ 6644957 h 6858000"/>
              <a:gd name="connsiteX333" fmla="*/ 5242949 w 7467600"/>
              <a:gd name="connsiteY333" fmla="*/ 6125175 h 6858000"/>
              <a:gd name="connsiteX334" fmla="*/ 5286321 w 7467600"/>
              <a:gd name="connsiteY334" fmla="*/ 6033555 h 6858000"/>
              <a:gd name="connsiteX335" fmla="*/ 5008210 w 7467600"/>
              <a:gd name="connsiteY335" fmla="*/ 6649194 h 6858000"/>
              <a:gd name="connsiteX336" fmla="*/ 4986321 w 7467600"/>
              <a:gd name="connsiteY336" fmla="*/ 6765687 h 6858000"/>
              <a:gd name="connsiteX337" fmla="*/ 4973474 w 7467600"/>
              <a:gd name="connsiteY337" fmla="*/ 6858000 h 6858000"/>
              <a:gd name="connsiteX338" fmla="*/ 4907178 w 7467600"/>
              <a:gd name="connsiteY338" fmla="*/ 6858000 h 6858000"/>
              <a:gd name="connsiteX339" fmla="*/ 4910810 w 7467600"/>
              <a:gd name="connsiteY339" fmla="*/ 6829660 h 6858000"/>
              <a:gd name="connsiteX340" fmla="*/ 4987461 w 7467600"/>
              <a:gd name="connsiteY340" fmla="*/ 6432994 h 6858000"/>
              <a:gd name="connsiteX341" fmla="*/ 5179262 w 7467600"/>
              <a:gd name="connsiteY341" fmla="*/ 6035044 h 6858000"/>
              <a:gd name="connsiteX342" fmla="*/ 4689678 w 7467600"/>
              <a:gd name="connsiteY342" fmla="*/ 6440241 h 6858000"/>
              <a:gd name="connsiteX343" fmla="*/ 4477543 w 7467600"/>
              <a:gd name="connsiteY343" fmla="*/ 6674836 h 6858000"/>
              <a:gd name="connsiteX344" fmla="*/ 4329957 w 7467600"/>
              <a:gd name="connsiteY344" fmla="*/ 6858000 h 6858000"/>
              <a:gd name="connsiteX345" fmla="*/ 4218595 w 7467600"/>
              <a:gd name="connsiteY345" fmla="*/ 6858000 h 6858000"/>
              <a:gd name="connsiteX346" fmla="*/ 4368888 w 7467600"/>
              <a:gd name="connsiteY346" fmla="*/ 6668412 h 6858000"/>
              <a:gd name="connsiteX347" fmla="*/ 4563091 w 7467600"/>
              <a:gd name="connsiteY347" fmla="*/ 6442508 h 6858000"/>
              <a:gd name="connsiteX348" fmla="*/ 5387324 w 7467600"/>
              <a:gd name="connsiteY348" fmla="*/ 5705830 h 6858000"/>
              <a:gd name="connsiteX349" fmla="*/ 5073620 w 7467600"/>
              <a:gd name="connsiteY349" fmla="*/ 5955437 h 6858000"/>
              <a:gd name="connsiteX350" fmla="*/ 4689789 w 7467600"/>
              <a:gd name="connsiteY350" fmla="*/ 6268382 h 6858000"/>
              <a:gd name="connsiteX351" fmla="*/ 4418722 w 7467600"/>
              <a:gd name="connsiteY351" fmla="*/ 6570886 h 6858000"/>
              <a:gd name="connsiteX352" fmla="*/ 4214944 w 7467600"/>
              <a:gd name="connsiteY352" fmla="*/ 6858000 h 6858000"/>
              <a:gd name="connsiteX353" fmla="*/ 4177898 w 7467600"/>
              <a:gd name="connsiteY353" fmla="*/ 6858000 h 6858000"/>
              <a:gd name="connsiteX354" fmla="*/ 4391597 w 7467600"/>
              <a:gd name="connsiteY354" fmla="*/ 6556370 h 6858000"/>
              <a:gd name="connsiteX355" fmla="*/ 4668889 w 7467600"/>
              <a:gd name="connsiteY355" fmla="*/ 6246399 h 6858000"/>
              <a:gd name="connsiteX356" fmla="*/ 5055427 w 7467600"/>
              <a:gd name="connsiteY356" fmla="*/ 5931476 h 6858000"/>
              <a:gd name="connsiteX357" fmla="*/ 5371814 w 7467600"/>
              <a:gd name="connsiteY357" fmla="*/ 5678975 h 6858000"/>
              <a:gd name="connsiteX358" fmla="*/ 4987918 w 7467600"/>
              <a:gd name="connsiteY358" fmla="*/ 5838701 h 6858000"/>
              <a:gd name="connsiteX359" fmla="*/ 4317146 w 7467600"/>
              <a:gd name="connsiteY359" fmla="*/ 6587716 h 6858000"/>
              <a:gd name="connsiteX360" fmla="*/ 4171627 w 7467600"/>
              <a:gd name="connsiteY360" fmla="*/ 6858000 h 6858000"/>
              <a:gd name="connsiteX361" fmla="*/ 4081585 w 7467600"/>
              <a:gd name="connsiteY361" fmla="*/ 6858000 h 6858000"/>
              <a:gd name="connsiteX362" fmla="*/ 4238603 w 7467600"/>
              <a:gd name="connsiteY362" fmla="*/ 6559341 h 6858000"/>
              <a:gd name="connsiteX363" fmla="*/ 4778333 w 7467600"/>
              <a:gd name="connsiteY363" fmla="*/ 5873626 h 6858000"/>
              <a:gd name="connsiteX364" fmla="*/ 5414185 w 7467600"/>
              <a:gd name="connsiteY364" fmla="*/ 5573882 h 6858000"/>
              <a:gd name="connsiteX365" fmla="*/ 5959648 w 7467600"/>
              <a:gd name="connsiteY365" fmla="*/ 4760797 h 6858000"/>
              <a:gd name="connsiteX366" fmla="*/ 5355019 w 7467600"/>
              <a:gd name="connsiteY366" fmla="*/ 4734672 h 6858000"/>
              <a:gd name="connsiteX367" fmla="*/ 5083565 w 7467600"/>
              <a:gd name="connsiteY367" fmla="*/ 5179121 h 6858000"/>
              <a:gd name="connsiteX368" fmla="*/ 4713577 w 7467600"/>
              <a:gd name="connsiteY368" fmla="*/ 5616803 h 6858000"/>
              <a:gd name="connsiteX369" fmla="*/ 3989559 w 7467600"/>
              <a:gd name="connsiteY369" fmla="*/ 6145945 h 6858000"/>
              <a:gd name="connsiteX370" fmla="*/ 3939824 w 7467600"/>
              <a:gd name="connsiteY370" fmla="*/ 6066900 h 6858000"/>
              <a:gd name="connsiteX371" fmla="*/ 4584537 w 7467600"/>
              <a:gd name="connsiteY371" fmla="*/ 5324826 h 6858000"/>
              <a:gd name="connsiteX372" fmla="*/ 5037105 w 7467600"/>
              <a:gd name="connsiteY372" fmla="*/ 5088765 h 6858000"/>
              <a:gd name="connsiteX373" fmla="*/ 5039930 w 7467600"/>
              <a:gd name="connsiteY373" fmla="*/ 5089585 h 6858000"/>
              <a:gd name="connsiteX374" fmla="*/ 5263764 w 7467600"/>
              <a:gd name="connsiteY374" fmla="*/ 4735525 h 6858000"/>
              <a:gd name="connsiteX375" fmla="*/ 4086300 w 7467600"/>
              <a:gd name="connsiteY375" fmla="*/ 4884599 h 6858000"/>
              <a:gd name="connsiteX376" fmla="*/ 4085485 w 7467600"/>
              <a:gd name="connsiteY376" fmla="*/ 4899070 h 6858000"/>
              <a:gd name="connsiteX377" fmla="*/ 3871915 w 7467600"/>
              <a:gd name="connsiteY377" fmla="*/ 5253645 h 6858000"/>
              <a:gd name="connsiteX378" fmla="*/ 3799374 w 7467600"/>
              <a:gd name="connsiteY378" fmla="*/ 5466127 h 6858000"/>
              <a:gd name="connsiteX379" fmla="*/ 3498850 w 7467600"/>
              <a:gd name="connsiteY379" fmla="*/ 6661888 h 6858000"/>
              <a:gd name="connsiteX380" fmla="*/ 3399216 w 7467600"/>
              <a:gd name="connsiteY380" fmla="*/ 6858000 h 6858000"/>
              <a:gd name="connsiteX381" fmla="*/ 3303688 w 7467600"/>
              <a:gd name="connsiteY381" fmla="*/ 6858000 h 6858000"/>
              <a:gd name="connsiteX382" fmla="*/ 3391774 w 7467600"/>
              <a:gd name="connsiteY382" fmla="*/ 6697181 h 6858000"/>
              <a:gd name="connsiteX383" fmla="*/ 3735540 w 7467600"/>
              <a:gd name="connsiteY383" fmla="*/ 5546923 h 6858000"/>
              <a:gd name="connsiteX384" fmla="*/ 3729438 w 7467600"/>
              <a:gd name="connsiteY384" fmla="*/ 5569058 h 6858000"/>
              <a:gd name="connsiteX385" fmla="*/ 3707782 w 7467600"/>
              <a:gd name="connsiteY385" fmla="*/ 5644908 h 6858000"/>
              <a:gd name="connsiteX386" fmla="*/ 3583827 w 7467600"/>
              <a:gd name="connsiteY386" fmla="*/ 6039215 h 6858000"/>
              <a:gd name="connsiteX387" fmla="*/ 3547861 w 7467600"/>
              <a:gd name="connsiteY387" fmla="*/ 6129609 h 6858000"/>
              <a:gd name="connsiteX388" fmla="*/ 3490905 w 7467600"/>
              <a:gd name="connsiteY388" fmla="*/ 6277660 h 6858000"/>
              <a:gd name="connsiteX389" fmla="*/ 3455859 w 7467600"/>
              <a:gd name="connsiteY389" fmla="*/ 6391301 h 6858000"/>
              <a:gd name="connsiteX390" fmla="*/ 3429112 w 7467600"/>
              <a:gd name="connsiteY390" fmla="*/ 6479469 h 6858000"/>
              <a:gd name="connsiteX391" fmla="*/ 3304862 w 7467600"/>
              <a:gd name="connsiteY391" fmla="*/ 6796476 h 6858000"/>
              <a:gd name="connsiteX392" fmla="*/ 3276071 w 7467600"/>
              <a:gd name="connsiteY392" fmla="*/ 6858000 h 6858000"/>
              <a:gd name="connsiteX393" fmla="*/ 3240805 w 7467600"/>
              <a:gd name="connsiteY393" fmla="*/ 6858000 h 6858000"/>
              <a:gd name="connsiteX394" fmla="*/ 3275917 w 7467600"/>
              <a:gd name="connsiteY394" fmla="*/ 6783192 h 6858000"/>
              <a:gd name="connsiteX395" fmla="*/ 3399358 w 7467600"/>
              <a:gd name="connsiteY395" fmla="*/ 6469011 h 6858000"/>
              <a:gd name="connsiteX396" fmla="*/ 3425650 w 7467600"/>
              <a:gd name="connsiteY396" fmla="*/ 6381333 h 6858000"/>
              <a:gd name="connsiteX397" fmla="*/ 3460661 w 7467600"/>
              <a:gd name="connsiteY397" fmla="*/ 6266763 h 6858000"/>
              <a:gd name="connsiteX398" fmla="*/ 3518021 w 7467600"/>
              <a:gd name="connsiteY398" fmla="*/ 6117298 h 6858000"/>
              <a:gd name="connsiteX399" fmla="*/ 3554035 w 7467600"/>
              <a:gd name="connsiteY399" fmla="*/ 6027832 h 6858000"/>
              <a:gd name="connsiteX400" fmla="*/ 3677174 w 7467600"/>
              <a:gd name="connsiteY400" fmla="*/ 5636351 h 6858000"/>
              <a:gd name="connsiteX401" fmla="*/ 3698819 w 7467600"/>
              <a:gd name="connsiteY401" fmla="*/ 5560503 h 6858000"/>
              <a:gd name="connsiteX402" fmla="*/ 3702094 w 7467600"/>
              <a:gd name="connsiteY402" fmla="*/ 5549194 h 6858000"/>
              <a:gd name="connsiteX403" fmla="*/ 3398355 w 7467600"/>
              <a:gd name="connsiteY403" fmla="*/ 6094603 h 6858000"/>
              <a:gd name="connsiteX404" fmla="*/ 3193941 w 7467600"/>
              <a:gd name="connsiteY404" fmla="*/ 6798775 h 6858000"/>
              <a:gd name="connsiteX405" fmla="*/ 3184140 w 7467600"/>
              <a:gd name="connsiteY405" fmla="*/ 6858000 h 6858000"/>
              <a:gd name="connsiteX406" fmla="*/ 3099978 w 7467600"/>
              <a:gd name="connsiteY406" fmla="*/ 6858000 h 6858000"/>
              <a:gd name="connsiteX407" fmla="*/ 3101556 w 7467600"/>
              <a:gd name="connsiteY407" fmla="*/ 6843337 h 6858000"/>
              <a:gd name="connsiteX408" fmla="*/ 3370162 w 7467600"/>
              <a:gd name="connsiteY408" fmla="*/ 5785550 h 6858000"/>
              <a:gd name="connsiteX409" fmla="*/ 3746477 w 7467600"/>
              <a:gd name="connsiteY409" fmla="*/ 5377889 h 6858000"/>
              <a:gd name="connsiteX410" fmla="*/ 3863399 w 7467600"/>
              <a:gd name="connsiteY410" fmla="*/ 5087257 h 6858000"/>
              <a:gd name="connsiteX411" fmla="*/ 3968712 w 7467600"/>
              <a:gd name="connsiteY411" fmla="*/ 4913989 h 6858000"/>
              <a:gd name="connsiteX412" fmla="*/ 2792390 w 7467600"/>
              <a:gd name="connsiteY412" fmla="*/ 5382974 h 6858000"/>
              <a:gd name="connsiteX413" fmla="*/ 2714982 w 7467600"/>
              <a:gd name="connsiteY413" fmla="*/ 5427051 h 6858000"/>
              <a:gd name="connsiteX414" fmla="*/ 2813361 w 7467600"/>
              <a:gd name="connsiteY414" fmla="*/ 6023912 h 6858000"/>
              <a:gd name="connsiteX415" fmla="*/ 2688430 w 7467600"/>
              <a:gd name="connsiteY415" fmla="*/ 6801564 h 6858000"/>
              <a:gd name="connsiteX416" fmla="*/ 2629626 w 7467600"/>
              <a:gd name="connsiteY416" fmla="*/ 6763394 h 6858000"/>
              <a:gd name="connsiteX417" fmla="*/ 2565328 w 7467600"/>
              <a:gd name="connsiteY417" fmla="*/ 5516399 h 6858000"/>
              <a:gd name="connsiteX418" fmla="*/ 1922999 w 7467600"/>
              <a:gd name="connsiteY418" fmla="*/ 5980343 h 6858000"/>
              <a:gd name="connsiteX419" fmla="*/ 1950261 w 7467600"/>
              <a:gd name="connsiteY419" fmla="*/ 6405858 h 6858000"/>
              <a:gd name="connsiteX420" fmla="*/ 2365554 w 7467600"/>
              <a:gd name="connsiteY420" fmla="*/ 6759107 h 6858000"/>
              <a:gd name="connsiteX421" fmla="*/ 2424142 w 7467600"/>
              <a:gd name="connsiteY421" fmla="*/ 6858000 h 6858000"/>
              <a:gd name="connsiteX422" fmla="*/ 2395994 w 7467600"/>
              <a:gd name="connsiteY422" fmla="*/ 6858000 h 6858000"/>
              <a:gd name="connsiteX423" fmla="*/ 2392863 w 7467600"/>
              <a:gd name="connsiteY423" fmla="*/ 6852964 h 6858000"/>
              <a:gd name="connsiteX424" fmla="*/ 2017589 w 7467600"/>
              <a:gd name="connsiteY424" fmla="*/ 6493982 h 6858000"/>
              <a:gd name="connsiteX425" fmla="*/ 2147336 w 7467600"/>
              <a:gd name="connsiteY425" fmla="*/ 6594052 h 6858000"/>
              <a:gd name="connsiteX426" fmla="*/ 2207047 w 7467600"/>
              <a:gd name="connsiteY426" fmla="*/ 6654540 h 6858000"/>
              <a:gd name="connsiteX427" fmla="*/ 2299106 w 7467600"/>
              <a:gd name="connsiteY427" fmla="*/ 6778931 h 6858000"/>
              <a:gd name="connsiteX428" fmla="*/ 2314430 w 7467600"/>
              <a:gd name="connsiteY428" fmla="*/ 6801144 h 6858000"/>
              <a:gd name="connsiteX429" fmla="*/ 2352406 w 7467600"/>
              <a:gd name="connsiteY429" fmla="*/ 6858000 h 6858000"/>
              <a:gd name="connsiteX430" fmla="*/ 2314492 w 7467600"/>
              <a:gd name="connsiteY430" fmla="*/ 6858000 h 6858000"/>
              <a:gd name="connsiteX431" fmla="*/ 2288095 w 7467600"/>
              <a:gd name="connsiteY431" fmla="*/ 6818030 h 6858000"/>
              <a:gd name="connsiteX432" fmla="*/ 2272768 w 7467600"/>
              <a:gd name="connsiteY432" fmla="*/ 6795822 h 6858000"/>
              <a:gd name="connsiteX433" fmla="*/ 2182715 w 7467600"/>
              <a:gd name="connsiteY433" fmla="*/ 6675071 h 6858000"/>
              <a:gd name="connsiteX434" fmla="*/ 2032061 w 7467600"/>
              <a:gd name="connsiteY434" fmla="*/ 6541380 h 6858000"/>
              <a:gd name="connsiteX435" fmla="*/ 2257220 w 7467600"/>
              <a:gd name="connsiteY435" fmla="*/ 6826257 h 6858000"/>
              <a:gd name="connsiteX436" fmla="*/ 2281324 w 7467600"/>
              <a:gd name="connsiteY436" fmla="*/ 6858000 h 6858000"/>
              <a:gd name="connsiteX437" fmla="*/ 2242860 w 7467600"/>
              <a:gd name="connsiteY437" fmla="*/ 6858000 h 6858000"/>
              <a:gd name="connsiteX438" fmla="*/ 2232818 w 7467600"/>
              <a:gd name="connsiteY438" fmla="*/ 6844926 h 6858000"/>
              <a:gd name="connsiteX439" fmla="*/ 1990172 w 7467600"/>
              <a:gd name="connsiteY439" fmla="*/ 6542121 h 6858000"/>
              <a:gd name="connsiteX440" fmla="*/ 2124090 w 7467600"/>
              <a:gd name="connsiteY440" fmla="*/ 6761017 h 6858000"/>
              <a:gd name="connsiteX441" fmla="*/ 2200380 w 7467600"/>
              <a:gd name="connsiteY441" fmla="*/ 6858000 h 6858000"/>
              <a:gd name="connsiteX442" fmla="*/ 2147507 w 7467600"/>
              <a:gd name="connsiteY442" fmla="*/ 6858000 h 6858000"/>
              <a:gd name="connsiteX443" fmla="*/ 2070668 w 7467600"/>
              <a:gd name="connsiteY443" fmla="*/ 6761520 h 6858000"/>
              <a:gd name="connsiteX444" fmla="*/ 1975142 w 7467600"/>
              <a:gd name="connsiteY444" fmla="*/ 6585570 h 6858000"/>
              <a:gd name="connsiteX445" fmla="*/ 2050035 w 7467600"/>
              <a:gd name="connsiteY445" fmla="*/ 6813345 h 6858000"/>
              <a:gd name="connsiteX446" fmla="*/ 2063025 w 7467600"/>
              <a:gd name="connsiteY446" fmla="*/ 6858000 h 6858000"/>
              <a:gd name="connsiteX447" fmla="*/ 2021675 w 7467600"/>
              <a:gd name="connsiteY447" fmla="*/ 6858000 h 6858000"/>
              <a:gd name="connsiteX448" fmla="*/ 2019308 w 7467600"/>
              <a:gd name="connsiteY448" fmla="*/ 6847118 h 6858000"/>
              <a:gd name="connsiteX449" fmla="*/ 1938835 w 7467600"/>
              <a:gd name="connsiteY449" fmla="*/ 6551160 h 6858000"/>
              <a:gd name="connsiteX450" fmla="*/ 1953230 w 7467600"/>
              <a:gd name="connsiteY450" fmla="*/ 6759699 h 6858000"/>
              <a:gd name="connsiteX451" fmla="*/ 1956763 w 7467600"/>
              <a:gd name="connsiteY451" fmla="*/ 6778191 h 6858000"/>
              <a:gd name="connsiteX452" fmla="*/ 1967925 w 7467600"/>
              <a:gd name="connsiteY452" fmla="*/ 6858000 h 6858000"/>
              <a:gd name="connsiteX453" fmla="*/ 1936622 w 7467600"/>
              <a:gd name="connsiteY453" fmla="*/ 6858000 h 6858000"/>
              <a:gd name="connsiteX454" fmla="*/ 1926261 w 7467600"/>
              <a:gd name="connsiteY454" fmla="*/ 6784064 h 6858000"/>
              <a:gd name="connsiteX455" fmla="*/ 1922724 w 7467600"/>
              <a:gd name="connsiteY455" fmla="*/ 6765577 h 6858000"/>
              <a:gd name="connsiteX456" fmla="*/ 1904650 w 7467600"/>
              <a:gd name="connsiteY456" fmla="*/ 6639616 h 6858000"/>
              <a:gd name="connsiteX457" fmla="*/ 1885273 w 7467600"/>
              <a:gd name="connsiteY457" fmla="*/ 6858000 h 6858000"/>
              <a:gd name="connsiteX458" fmla="*/ 1854363 w 7467600"/>
              <a:gd name="connsiteY458" fmla="*/ 6858000 h 6858000"/>
              <a:gd name="connsiteX459" fmla="*/ 1880391 w 7467600"/>
              <a:gd name="connsiteY459" fmla="*/ 6603796 h 6858000"/>
              <a:gd name="connsiteX460" fmla="*/ 1818273 w 7467600"/>
              <a:gd name="connsiteY460" fmla="*/ 6715729 h 6858000"/>
              <a:gd name="connsiteX461" fmla="*/ 1794691 w 7467600"/>
              <a:gd name="connsiteY461" fmla="*/ 6843239 h 6858000"/>
              <a:gd name="connsiteX462" fmla="*/ 1794914 w 7467600"/>
              <a:gd name="connsiteY462" fmla="*/ 6858000 h 6858000"/>
              <a:gd name="connsiteX463" fmla="*/ 1746128 w 7467600"/>
              <a:gd name="connsiteY463" fmla="*/ 6858000 h 6858000"/>
              <a:gd name="connsiteX464" fmla="*/ 1753934 w 7467600"/>
              <a:gd name="connsiteY464" fmla="*/ 6724796 h 6858000"/>
              <a:gd name="connsiteX465" fmla="*/ 1792053 w 7467600"/>
              <a:gd name="connsiteY465" fmla="*/ 6572396 h 6858000"/>
              <a:gd name="connsiteX466" fmla="*/ 1862248 w 7467600"/>
              <a:gd name="connsiteY466" fmla="*/ 6266397 h 6858000"/>
              <a:gd name="connsiteX467" fmla="*/ 1862250 w 7467600"/>
              <a:gd name="connsiteY467" fmla="*/ 6033531 h 6858000"/>
              <a:gd name="connsiteX468" fmla="*/ 1211999 w 7467600"/>
              <a:gd name="connsiteY468" fmla="*/ 6683610 h 6858000"/>
              <a:gd name="connsiteX469" fmla="*/ 1213266 w 7467600"/>
              <a:gd name="connsiteY469" fmla="*/ 6691947 h 6858000"/>
              <a:gd name="connsiteX470" fmla="*/ 1203370 w 7467600"/>
              <a:gd name="connsiteY470" fmla="*/ 6850676 h 6858000"/>
              <a:gd name="connsiteX471" fmla="*/ 1203671 w 7467600"/>
              <a:gd name="connsiteY471" fmla="*/ 6858000 h 6858000"/>
              <a:gd name="connsiteX472" fmla="*/ 1143180 w 7467600"/>
              <a:gd name="connsiteY472" fmla="*/ 6858000 h 6858000"/>
              <a:gd name="connsiteX473" fmla="*/ 1142176 w 7467600"/>
              <a:gd name="connsiteY473" fmla="*/ 6766045 h 6858000"/>
              <a:gd name="connsiteX474" fmla="*/ 1067484 w 7467600"/>
              <a:gd name="connsiteY474" fmla="*/ 6858000 h 6858000"/>
              <a:gd name="connsiteX475" fmla="*/ 953928 w 7467600"/>
              <a:gd name="connsiteY475" fmla="*/ 6858000 h 6858000"/>
              <a:gd name="connsiteX476" fmla="*/ 959715 w 7467600"/>
              <a:gd name="connsiteY476" fmla="*/ 6850185 h 6858000"/>
              <a:gd name="connsiteX477" fmla="*/ 1483788 w 7467600"/>
              <a:gd name="connsiteY477" fmla="*/ 6259174 h 6858000"/>
              <a:gd name="connsiteX478" fmla="*/ 1100671 w 7467600"/>
              <a:gd name="connsiteY478" fmla="*/ 6252137 h 6858000"/>
              <a:gd name="connsiteX479" fmla="*/ 1090144 w 7467600"/>
              <a:gd name="connsiteY479" fmla="*/ 6256748 h 6858000"/>
              <a:gd name="connsiteX480" fmla="*/ 1095872 w 7467600"/>
              <a:gd name="connsiteY480" fmla="*/ 6271892 h 6858000"/>
              <a:gd name="connsiteX481" fmla="*/ 262785 w 7467600"/>
              <a:gd name="connsiteY481" fmla="*/ 6845450 h 6858000"/>
              <a:gd name="connsiteX482" fmla="*/ 209968 w 7467600"/>
              <a:gd name="connsiteY482" fmla="*/ 6770713 h 6858000"/>
              <a:gd name="connsiteX483" fmla="*/ 873460 w 7467600"/>
              <a:gd name="connsiteY483" fmla="*/ 6253768 h 6858000"/>
              <a:gd name="connsiteX484" fmla="*/ 192686 w 7467600"/>
              <a:gd name="connsiteY484" fmla="*/ 5849257 h 6858000"/>
              <a:gd name="connsiteX485" fmla="*/ 4696 w 7467600"/>
              <a:gd name="connsiteY485" fmla="*/ 5697668 h 6858000"/>
              <a:gd name="connsiteX486" fmla="*/ 0 w 7467600"/>
              <a:gd name="connsiteY486" fmla="*/ 5689984 h 6858000"/>
              <a:gd name="connsiteX487" fmla="*/ 0 w 7467600"/>
              <a:gd name="connsiteY487" fmla="*/ 5513472 h 6858000"/>
              <a:gd name="connsiteX488" fmla="*/ 174101 w 7467600"/>
              <a:gd name="connsiteY488" fmla="*/ 5620277 h 6858000"/>
              <a:gd name="connsiteX489" fmla="*/ 891800 w 7467600"/>
              <a:gd name="connsiteY489" fmla="*/ 6036935 h 6858000"/>
              <a:gd name="connsiteX490" fmla="*/ 1072219 w 7467600"/>
              <a:gd name="connsiteY490" fmla="*/ 6169443 h 6858000"/>
              <a:gd name="connsiteX491" fmla="*/ 1074117 w 7467600"/>
              <a:gd name="connsiteY491" fmla="*/ 6170301 h 6858000"/>
              <a:gd name="connsiteX492" fmla="*/ 1083114 w 7467600"/>
              <a:gd name="connsiteY492" fmla="*/ 6174131 h 6858000"/>
              <a:gd name="connsiteX493" fmla="*/ 1543010 w 7467600"/>
              <a:gd name="connsiteY493" fmla="*/ 6191140 h 6858000"/>
              <a:gd name="connsiteX494" fmla="*/ 1551080 w 7467600"/>
              <a:gd name="connsiteY494" fmla="*/ 6195006 h 6858000"/>
              <a:gd name="connsiteX495" fmla="*/ 2345443 w 7467600"/>
              <a:gd name="connsiteY495" fmla="*/ 5549882 h 6858000"/>
              <a:gd name="connsiteX496" fmla="*/ 1721499 w 7467600"/>
              <a:gd name="connsiteY496" fmla="*/ 5599969 h 6858000"/>
              <a:gd name="connsiteX497" fmla="*/ 767716 w 7467600"/>
              <a:gd name="connsiteY497" fmla="*/ 5472768 h 6858000"/>
              <a:gd name="connsiteX498" fmla="*/ 722147 w 7467600"/>
              <a:gd name="connsiteY498" fmla="*/ 5393091 h 6858000"/>
              <a:gd name="connsiteX499" fmla="*/ 1485552 w 7467600"/>
              <a:gd name="connsiteY499" fmla="*/ 5313202 h 6858000"/>
              <a:gd name="connsiteX500" fmla="*/ 2143004 w 7467600"/>
              <a:gd name="connsiteY500" fmla="*/ 5402420 h 6858000"/>
              <a:gd name="connsiteX501" fmla="*/ 1933391 w 7467600"/>
              <a:gd name="connsiteY501" fmla="*/ 5156971 h 6858000"/>
              <a:gd name="connsiteX502" fmla="*/ 1827118 w 7467600"/>
              <a:gd name="connsiteY502" fmla="*/ 4968410 h 6858000"/>
              <a:gd name="connsiteX503" fmla="*/ 1837349 w 7467600"/>
              <a:gd name="connsiteY503" fmla="*/ 4956357 h 6858000"/>
              <a:gd name="connsiteX504" fmla="*/ 2162835 w 7467600"/>
              <a:gd name="connsiteY504" fmla="*/ 5187853 h 6858000"/>
              <a:gd name="connsiteX505" fmla="*/ 2257167 w 7467600"/>
              <a:gd name="connsiteY505" fmla="*/ 5462123 h 6858000"/>
              <a:gd name="connsiteX506" fmla="*/ 2261598 w 7467600"/>
              <a:gd name="connsiteY506" fmla="*/ 5467998 h 6858000"/>
              <a:gd name="connsiteX507" fmla="*/ 2437177 w 7467600"/>
              <a:gd name="connsiteY507" fmla="*/ 5479608 h 6858000"/>
              <a:gd name="connsiteX508" fmla="*/ 2445247 w 7467600"/>
              <a:gd name="connsiteY508" fmla="*/ 5483476 h 6858000"/>
              <a:gd name="connsiteX509" fmla="*/ 2743626 w 7467600"/>
              <a:gd name="connsiteY509" fmla="*/ 5304819 h 6858000"/>
              <a:gd name="connsiteX510" fmla="*/ 3048102 w 7467600"/>
              <a:gd name="connsiteY510" fmla="*/ 5150595 h 6858000"/>
              <a:gd name="connsiteX511" fmla="*/ 1799414 w 7467600"/>
              <a:gd name="connsiteY511" fmla="*/ 4694732 h 6858000"/>
              <a:gd name="connsiteX512" fmla="*/ 1771735 w 7467600"/>
              <a:gd name="connsiteY512" fmla="*/ 4619929 h 6858000"/>
              <a:gd name="connsiteX513" fmla="*/ 3104273 w 7467600"/>
              <a:gd name="connsiteY513" fmla="*/ 5076159 h 6858000"/>
              <a:gd name="connsiteX514" fmla="*/ 3113245 w 7467600"/>
              <a:gd name="connsiteY514" fmla="*/ 5090705 h 6858000"/>
              <a:gd name="connsiteX515" fmla="*/ 3126294 w 7467600"/>
              <a:gd name="connsiteY515" fmla="*/ 5114400 h 6858000"/>
              <a:gd name="connsiteX516" fmla="*/ 3937433 w 7467600"/>
              <a:gd name="connsiteY516" fmla="*/ 4830473 h 6858000"/>
              <a:gd name="connsiteX517" fmla="*/ 3590475 w 7467600"/>
              <a:gd name="connsiteY517" fmla="*/ 4597974 h 6858000"/>
              <a:gd name="connsiteX518" fmla="*/ 3100264 w 7467600"/>
              <a:gd name="connsiteY518" fmla="*/ 4579845 h 6858000"/>
              <a:gd name="connsiteX519" fmla="*/ 2183576 w 7467600"/>
              <a:gd name="connsiteY519" fmla="*/ 4227150 h 6858000"/>
              <a:gd name="connsiteX520" fmla="*/ 2151029 w 7467600"/>
              <a:gd name="connsiteY520" fmla="*/ 4146947 h 6858000"/>
              <a:gd name="connsiteX521" fmla="*/ 3563434 w 7467600"/>
              <a:gd name="connsiteY521" fmla="*/ 4469115 h 6858000"/>
              <a:gd name="connsiteX522" fmla="*/ 3177952 w 7467600"/>
              <a:gd name="connsiteY522" fmla="*/ 3657386 h 6858000"/>
              <a:gd name="connsiteX523" fmla="*/ 3189263 w 7467600"/>
              <a:gd name="connsiteY523" fmla="*/ 3625726 h 6858000"/>
              <a:gd name="connsiteX524" fmla="*/ 3560912 w 7467600"/>
              <a:gd name="connsiteY524" fmla="*/ 4079863 h 6858000"/>
              <a:gd name="connsiteX525" fmla="*/ 3626636 w 7467600"/>
              <a:gd name="connsiteY525" fmla="*/ 4512230 h 6858000"/>
              <a:gd name="connsiteX526" fmla="*/ 3653088 w 7467600"/>
              <a:gd name="connsiteY526" fmla="*/ 4521417 h 6858000"/>
              <a:gd name="connsiteX527" fmla="*/ 3988128 w 7467600"/>
              <a:gd name="connsiteY527" fmla="*/ 4817267 h 6858000"/>
              <a:gd name="connsiteX528" fmla="*/ 4830582 w 7467600"/>
              <a:gd name="connsiteY528" fmla="*/ 4676000 h 6858000"/>
              <a:gd name="connsiteX529" fmla="*/ 4830100 w 7467600"/>
              <a:gd name="connsiteY529" fmla="*/ 4675554 h 6858000"/>
              <a:gd name="connsiteX530" fmla="*/ 4036318 w 7467600"/>
              <a:gd name="connsiteY530" fmla="*/ 4147013 h 6858000"/>
              <a:gd name="connsiteX531" fmla="*/ 3432098 w 7467600"/>
              <a:gd name="connsiteY531" fmla="*/ 3537312 h 6858000"/>
              <a:gd name="connsiteX532" fmla="*/ 3446761 w 7467600"/>
              <a:gd name="connsiteY532" fmla="*/ 3461278 h 6858000"/>
              <a:gd name="connsiteX533" fmla="*/ 4419733 w 7467600"/>
              <a:gd name="connsiteY533" fmla="*/ 3963555 h 6858000"/>
              <a:gd name="connsiteX534" fmla="*/ 4781371 w 7467600"/>
              <a:gd name="connsiteY534" fmla="*/ 4458604 h 6858000"/>
              <a:gd name="connsiteX535" fmla="*/ 4780440 w 7467600"/>
              <a:gd name="connsiteY535" fmla="*/ 4470290 h 6858000"/>
              <a:gd name="connsiteX536" fmla="*/ 4898954 w 7467600"/>
              <a:gd name="connsiteY536" fmla="*/ 4662092 h 6858000"/>
              <a:gd name="connsiteX537" fmla="*/ 4900699 w 7467600"/>
              <a:gd name="connsiteY537" fmla="*/ 4670867 h 6858000"/>
              <a:gd name="connsiteX538" fmla="*/ 5714511 w 7467600"/>
              <a:gd name="connsiteY538" fmla="*/ 4663483 h 6858000"/>
              <a:gd name="connsiteX539" fmla="*/ 5464793 w 7467600"/>
              <a:gd name="connsiteY539" fmla="*/ 4393556 h 6858000"/>
              <a:gd name="connsiteX540" fmla="*/ 5461897 w 7467600"/>
              <a:gd name="connsiteY540" fmla="*/ 4390879 h 6858000"/>
              <a:gd name="connsiteX541" fmla="*/ 4294126 w 7467600"/>
              <a:gd name="connsiteY541" fmla="*/ 3303048 h 6858000"/>
              <a:gd name="connsiteX542" fmla="*/ 4305321 w 7467600"/>
              <a:gd name="connsiteY542" fmla="*/ 3256953 h 6858000"/>
              <a:gd name="connsiteX543" fmla="*/ 4949299 w 7467600"/>
              <a:gd name="connsiteY543" fmla="*/ 3766336 h 6858000"/>
              <a:gd name="connsiteX544" fmla="*/ 5291452 w 7467600"/>
              <a:gd name="connsiteY544" fmla="*/ 4076801 h 6858000"/>
              <a:gd name="connsiteX545" fmla="*/ 5434998 w 7467600"/>
              <a:gd name="connsiteY545" fmla="*/ 4254100 h 6858000"/>
              <a:gd name="connsiteX546" fmla="*/ 5351015 w 7467600"/>
              <a:gd name="connsiteY546" fmla="*/ 3760989 h 6858000"/>
              <a:gd name="connsiteX547" fmla="*/ 5413780 w 7467600"/>
              <a:gd name="connsiteY547" fmla="*/ 2966265 h 6858000"/>
              <a:gd name="connsiteX548" fmla="*/ 5425627 w 7467600"/>
              <a:gd name="connsiteY548" fmla="*/ 2954192 h 6858000"/>
              <a:gd name="connsiteX549" fmla="*/ 6604735 w 7467600"/>
              <a:gd name="connsiteY549" fmla="*/ 2041381 h 6858000"/>
              <a:gd name="connsiteX550" fmla="*/ 7204487 w 7467600"/>
              <a:gd name="connsiteY550" fmla="*/ 2742112 h 6858000"/>
              <a:gd name="connsiteX551" fmla="*/ 7131592 w 7467600"/>
              <a:gd name="connsiteY551" fmla="*/ 2672096 h 6858000"/>
              <a:gd name="connsiteX552" fmla="*/ 6996344 w 7467600"/>
              <a:gd name="connsiteY552" fmla="*/ 2518310 h 6858000"/>
              <a:gd name="connsiteX553" fmla="*/ 6735495 w 7467600"/>
              <a:gd name="connsiteY553" fmla="*/ 2196890 h 6858000"/>
              <a:gd name="connsiteX554" fmla="*/ 6721901 w 7467600"/>
              <a:gd name="connsiteY554" fmla="*/ 2179274 h 6858000"/>
              <a:gd name="connsiteX555" fmla="*/ 6604735 w 7467600"/>
              <a:gd name="connsiteY555" fmla="*/ 2041381 h 6858000"/>
              <a:gd name="connsiteX556" fmla="*/ 6591670 w 7467600"/>
              <a:gd name="connsiteY556" fmla="*/ 1988277 h 6858000"/>
              <a:gd name="connsiteX557" fmla="*/ 6747349 w 7467600"/>
              <a:gd name="connsiteY557" fmla="*/ 2160069 h 6858000"/>
              <a:gd name="connsiteX558" fmla="*/ 6760943 w 7467600"/>
              <a:gd name="connsiteY558" fmla="*/ 2177686 h 6858000"/>
              <a:gd name="connsiteX559" fmla="*/ 7021065 w 7467600"/>
              <a:gd name="connsiteY559" fmla="*/ 2498102 h 6858000"/>
              <a:gd name="connsiteX560" fmla="*/ 7155223 w 7467600"/>
              <a:gd name="connsiteY560" fmla="*/ 2650386 h 6858000"/>
              <a:gd name="connsiteX561" fmla="*/ 7203167 w 7467600"/>
              <a:gd name="connsiteY561" fmla="*/ 2697288 h 6858000"/>
              <a:gd name="connsiteX562" fmla="*/ 6937703 w 7467600"/>
              <a:gd name="connsiteY562" fmla="*/ 2321981 h 6858000"/>
              <a:gd name="connsiteX563" fmla="*/ 6591670 w 7467600"/>
              <a:gd name="connsiteY563" fmla="*/ 1988277 h 6858000"/>
              <a:gd name="connsiteX564" fmla="*/ 5798671 w 7467600"/>
              <a:gd name="connsiteY564" fmla="*/ 1981601 h 6858000"/>
              <a:gd name="connsiteX565" fmla="*/ 5754709 w 7467600"/>
              <a:gd name="connsiteY565" fmla="*/ 2071454 h 6858000"/>
              <a:gd name="connsiteX566" fmla="*/ 5763044 w 7467600"/>
              <a:gd name="connsiteY566" fmla="*/ 2842206 h 6858000"/>
              <a:gd name="connsiteX567" fmla="*/ 5764974 w 7467600"/>
              <a:gd name="connsiteY567" fmla="*/ 2799609 h 6858000"/>
              <a:gd name="connsiteX568" fmla="*/ 5767665 w 7467600"/>
              <a:gd name="connsiteY568" fmla="*/ 2666409 h 6858000"/>
              <a:gd name="connsiteX569" fmla="*/ 5763055 w 7467600"/>
              <a:gd name="connsiteY569" fmla="*/ 2579705 h 6858000"/>
              <a:gd name="connsiteX570" fmla="*/ 5758079 w 7467600"/>
              <a:gd name="connsiteY570" fmla="*/ 2492508 h 6858000"/>
              <a:gd name="connsiteX571" fmla="*/ 5779325 w 7467600"/>
              <a:gd name="connsiteY571" fmla="*/ 2197069 h 6858000"/>
              <a:gd name="connsiteX572" fmla="*/ 5798671 w 7467600"/>
              <a:gd name="connsiteY572" fmla="*/ 1981601 h 6858000"/>
              <a:gd name="connsiteX573" fmla="*/ 5829202 w 7467600"/>
              <a:gd name="connsiteY573" fmla="*/ 1971679 h 6858000"/>
              <a:gd name="connsiteX574" fmla="*/ 5809558 w 7467600"/>
              <a:gd name="connsiteY574" fmla="*/ 2198043 h 6858000"/>
              <a:gd name="connsiteX575" fmla="*/ 5788653 w 7467600"/>
              <a:gd name="connsiteY575" fmla="*/ 2489430 h 6858000"/>
              <a:gd name="connsiteX576" fmla="*/ 5793439 w 7467600"/>
              <a:gd name="connsiteY576" fmla="*/ 2575235 h 6858000"/>
              <a:gd name="connsiteX577" fmla="*/ 5796837 w 7467600"/>
              <a:gd name="connsiteY577" fmla="*/ 2637633 h 6858000"/>
              <a:gd name="connsiteX578" fmla="*/ 5818614 w 7467600"/>
              <a:gd name="connsiteY578" fmla="*/ 2473055 h 6858000"/>
              <a:gd name="connsiteX579" fmla="*/ 5829202 w 7467600"/>
              <a:gd name="connsiteY579" fmla="*/ 1971679 h 6858000"/>
              <a:gd name="connsiteX580" fmla="*/ 5911389 w 7467600"/>
              <a:gd name="connsiteY580" fmla="*/ 1898371 h 6858000"/>
              <a:gd name="connsiteX581" fmla="*/ 6237627 w 7467600"/>
              <a:gd name="connsiteY581" fmla="*/ 2231921 h 6858000"/>
              <a:gd name="connsiteX582" fmla="*/ 5911389 w 7467600"/>
              <a:gd name="connsiteY582" fmla="*/ 1898371 h 6858000"/>
              <a:gd name="connsiteX583" fmla="*/ 6944437 w 7467600"/>
              <a:gd name="connsiteY583" fmla="*/ 1575402 h 6858000"/>
              <a:gd name="connsiteX584" fmla="*/ 6304730 w 7467600"/>
              <a:gd name="connsiteY584" fmla="*/ 1766654 h 6858000"/>
              <a:gd name="connsiteX585" fmla="*/ 6944437 w 7467600"/>
              <a:gd name="connsiteY585" fmla="*/ 1575402 h 6858000"/>
              <a:gd name="connsiteX586" fmla="*/ 7019523 w 7467600"/>
              <a:gd name="connsiteY586" fmla="*/ 1519450 h 6858000"/>
              <a:gd name="connsiteX587" fmla="*/ 6298091 w 7467600"/>
              <a:gd name="connsiteY587" fmla="*/ 1737122 h 6858000"/>
              <a:gd name="connsiteX588" fmla="*/ 7019523 w 7467600"/>
              <a:gd name="connsiteY588" fmla="*/ 1519450 h 6858000"/>
              <a:gd name="connsiteX589" fmla="*/ 2399523 w 7467600"/>
              <a:gd name="connsiteY589" fmla="*/ 1428234 h 6858000"/>
              <a:gd name="connsiteX590" fmla="*/ 2224982 w 7467600"/>
              <a:gd name="connsiteY590" fmla="*/ 1826201 h 6858000"/>
              <a:gd name="connsiteX591" fmla="*/ 2096099 w 7467600"/>
              <a:gd name="connsiteY591" fmla="*/ 2345900 h 6858000"/>
              <a:gd name="connsiteX592" fmla="*/ 2283317 w 7467600"/>
              <a:gd name="connsiteY592" fmla="*/ 1796925 h 6858000"/>
              <a:gd name="connsiteX593" fmla="*/ 2399523 w 7467600"/>
              <a:gd name="connsiteY593" fmla="*/ 1428234 h 6858000"/>
              <a:gd name="connsiteX594" fmla="*/ 2448558 w 7467600"/>
              <a:gd name="connsiteY594" fmla="*/ 1373435 h 6858000"/>
              <a:gd name="connsiteX595" fmla="*/ 2312521 w 7467600"/>
              <a:gd name="connsiteY595" fmla="*/ 1806140 h 6858000"/>
              <a:gd name="connsiteX596" fmla="*/ 2127533 w 7467600"/>
              <a:gd name="connsiteY596" fmla="*/ 2348380 h 6858000"/>
              <a:gd name="connsiteX597" fmla="*/ 2358080 w 7467600"/>
              <a:gd name="connsiteY597" fmla="*/ 1866134 h 6858000"/>
              <a:gd name="connsiteX598" fmla="*/ 2407436 w 7467600"/>
              <a:gd name="connsiteY598" fmla="*/ 1651070 h 6858000"/>
              <a:gd name="connsiteX599" fmla="*/ 2448558 w 7467600"/>
              <a:gd name="connsiteY599" fmla="*/ 1373435 h 6858000"/>
              <a:gd name="connsiteX600" fmla="*/ 278707 w 7467600"/>
              <a:gd name="connsiteY600" fmla="*/ 1352270 h 6858000"/>
              <a:gd name="connsiteX601" fmla="*/ 321570 w 7467600"/>
              <a:gd name="connsiteY601" fmla="*/ 1861610 h 6858000"/>
              <a:gd name="connsiteX602" fmla="*/ 294281 w 7467600"/>
              <a:gd name="connsiteY602" fmla="*/ 1440658 h 6858000"/>
              <a:gd name="connsiteX603" fmla="*/ 278707 w 7467600"/>
              <a:gd name="connsiteY603" fmla="*/ 1352270 h 6858000"/>
              <a:gd name="connsiteX604" fmla="*/ 1423821 w 7467600"/>
              <a:gd name="connsiteY604" fmla="*/ 1351958 h 6858000"/>
              <a:gd name="connsiteX605" fmla="*/ 1638521 w 7467600"/>
              <a:gd name="connsiteY605" fmla="*/ 1908470 h 6858000"/>
              <a:gd name="connsiteX606" fmla="*/ 1754199 w 7467600"/>
              <a:gd name="connsiteY606" fmla="*/ 2149284 h 6858000"/>
              <a:gd name="connsiteX607" fmla="*/ 1908359 w 7467600"/>
              <a:gd name="connsiteY607" fmla="*/ 2364988 h 6858000"/>
              <a:gd name="connsiteX608" fmla="*/ 1647661 w 7467600"/>
              <a:gd name="connsiteY608" fmla="*/ 1825945 h 6858000"/>
              <a:gd name="connsiteX609" fmla="*/ 1423821 w 7467600"/>
              <a:gd name="connsiteY609" fmla="*/ 1351958 h 6858000"/>
              <a:gd name="connsiteX610" fmla="*/ 1431890 w 7467600"/>
              <a:gd name="connsiteY610" fmla="*/ 1306475 h 6858000"/>
              <a:gd name="connsiteX611" fmla="*/ 1507597 w 7467600"/>
              <a:gd name="connsiteY611" fmla="*/ 1446132 h 6858000"/>
              <a:gd name="connsiteX612" fmla="*/ 1674586 w 7467600"/>
              <a:gd name="connsiteY612" fmla="*/ 1813832 h 6858000"/>
              <a:gd name="connsiteX613" fmla="*/ 1815950 w 7467600"/>
              <a:gd name="connsiteY613" fmla="*/ 2128564 h 6858000"/>
              <a:gd name="connsiteX614" fmla="*/ 1984242 w 7467600"/>
              <a:gd name="connsiteY614" fmla="*/ 2430829 h 6858000"/>
              <a:gd name="connsiteX615" fmla="*/ 2014023 w 7467600"/>
              <a:gd name="connsiteY615" fmla="*/ 2450995 h 6858000"/>
              <a:gd name="connsiteX616" fmla="*/ 1747337 w 7467600"/>
              <a:gd name="connsiteY616" fmla="*/ 1855264 h 6858000"/>
              <a:gd name="connsiteX617" fmla="*/ 1533749 w 7467600"/>
              <a:gd name="connsiteY617" fmla="*/ 1478656 h 6858000"/>
              <a:gd name="connsiteX618" fmla="*/ 1431890 w 7467600"/>
              <a:gd name="connsiteY618" fmla="*/ 1306475 h 6858000"/>
              <a:gd name="connsiteX619" fmla="*/ 5052692 w 7467600"/>
              <a:gd name="connsiteY619" fmla="*/ 1292994 h 6858000"/>
              <a:gd name="connsiteX620" fmla="*/ 5200661 w 7467600"/>
              <a:gd name="connsiteY620" fmla="*/ 1635186 h 6858000"/>
              <a:gd name="connsiteX621" fmla="*/ 5297138 w 7467600"/>
              <a:gd name="connsiteY621" fmla="*/ 1906351 h 6858000"/>
              <a:gd name="connsiteX622" fmla="*/ 5052692 w 7467600"/>
              <a:gd name="connsiteY622" fmla="*/ 1292994 h 6858000"/>
              <a:gd name="connsiteX623" fmla="*/ 5009948 w 7467600"/>
              <a:gd name="connsiteY623" fmla="*/ 1273619 h 6858000"/>
              <a:gd name="connsiteX624" fmla="*/ 5121777 w 7467600"/>
              <a:gd name="connsiteY624" fmla="*/ 1654213 h 6858000"/>
              <a:gd name="connsiteX625" fmla="*/ 5293545 w 7467600"/>
              <a:gd name="connsiteY625" fmla="*/ 2072247 h 6858000"/>
              <a:gd name="connsiteX626" fmla="*/ 5294042 w 7467600"/>
              <a:gd name="connsiteY626" fmla="*/ 2065019 h 6858000"/>
              <a:gd name="connsiteX627" fmla="*/ 5171936 w 7467600"/>
              <a:gd name="connsiteY627" fmla="*/ 1647613 h 6858000"/>
              <a:gd name="connsiteX628" fmla="*/ 5009948 w 7467600"/>
              <a:gd name="connsiteY628" fmla="*/ 1273619 h 6858000"/>
              <a:gd name="connsiteX629" fmla="*/ 655236 w 7467600"/>
              <a:gd name="connsiteY629" fmla="*/ 1268632 h 6858000"/>
              <a:gd name="connsiteX630" fmla="*/ 839521 w 7467600"/>
              <a:gd name="connsiteY630" fmla="*/ 1685315 h 6858000"/>
              <a:gd name="connsiteX631" fmla="*/ 1109416 w 7467600"/>
              <a:gd name="connsiteY631" fmla="*/ 2061663 h 6858000"/>
              <a:gd name="connsiteX632" fmla="*/ 1298300 w 7467600"/>
              <a:gd name="connsiteY632" fmla="*/ 2247742 h 6858000"/>
              <a:gd name="connsiteX633" fmla="*/ 1125871 w 7467600"/>
              <a:gd name="connsiteY633" fmla="*/ 1989513 h 6858000"/>
              <a:gd name="connsiteX634" fmla="*/ 981574 w 7467600"/>
              <a:gd name="connsiteY634" fmla="*/ 1783157 h 6858000"/>
              <a:gd name="connsiteX635" fmla="*/ 922198 w 7467600"/>
              <a:gd name="connsiteY635" fmla="*/ 1677437 h 6858000"/>
              <a:gd name="connsiteX636" fmla="*/ 869293 w 7467600"/>
              <a:gd name="connsiteY636" fmla="*/ 1583214 h 6858000"/>
              <a:gd name="connsiteX637" fmla="*/ 751431 w 7467600"/>
              <a:gd name="connsiteY637" fmla="*/ 1405731 h 6858000"/>
              <a:gd name="connsiteX638" fmla="*/ 655236 w 7467600"/>
              <a:gd name="connsiteY638" fmla="*/ 1268632 h 6858000"/>
              <a:gd name="connsiteX639" fmla="*/ 6516292 w 7467600"/>
              <a:gd name="connsiteY639" fmla="*/ 1263064 h 6858000"/>
              <a:gd name="connsiteX640" fmla="*/ 5736320 w 7467600"/>
              <a:gd name="connsiteY640" fmla="*/ 1501803 h 6858000"/>
              <a:gd name="connsiteX641" fmla="*/ 6516292 w 7467600"/>
              <a:gd name="connsiteY641" fmla="*/ 1263064 h 6858000"/>
              <a:gd name="connsiteX642" fmla="*/ 291466 w 7467600"/>
              <a:gd name="connsiteY642" fmla="*/ 1250369 h 6858000"/>
              <a:gd name="connsiteX643" fmla="*/ 323180 w 7467600"/>
              <a:gd name="connsiteY643" fmla="*/ 1435283 h 6858000"/>
              <a:gd name="connsiteX644" fmla="*/ 349381 w 7467600"/>
              <a:gd name="connsiteY644" fmla="*/ 1875041 h 6858000"/>
              <a:gd name="connsiteX645" fmla="*/ 374363 w 7467600"/>
              <a:gd name="connsiteY645" fmla="*/ 1506494 h 6858000"/>
              <a:gd name="connsiteX646" fmla="*/ 302168 w 7467600"/>
              <a:gd name="connsiteY646" fmla="*/ 1274495 h 6858000"/>
              <a:gd name="connsiteX647" fmla="*/ 291466 w 7467600"/>
              <a:gd name="connsiteY647" fmla="*/ 1250369 h 6858000"/>
              <a:gd name="connsiteX648" fmla="*/ 678222 w 7467600"/>
              <a:gd name="connsiteY648" fmla="*/ 1248670 h 6858000"/>
              <a:gd name="connsiteX649" fmla="*/ 775536 w 7467600"/>
              <a:gd name="connsiteY649" fmla="*/ 1388015 h 6858000"/>
              <a:gd name="connsiteX650" fmla="*/ 894529 w 7467600"/>
              <a:gd name="connsiteY650" fmla="*/ 1567739 h 6858000"/>
              <a:gd name="connsiteX651" fmla="*/ 948000 w 7467600"/>
              <a:gd name="connsiteY651" fmla="*/ 1663088 h 6858000"/>
              <a:gd name="connsiteX652" fmla="*/ 1006812 w 7467600"/>
              <a:gd name="connsiteY652" fmla="*/ 1767683 h 6858000"/>
              <a:gd name="connsiteX653" fmla="*/ 1149133 w 7467600"/>
              <a:gd name="connsiteY653" fmla="*/ 1971513 h 6858000"/>
              <a:gd name="connsiteX654" fmla="*/ 1333952 w 7467600"/>
              <a:gd name="connsiteY654" fmla="*/ 2251620 h 6858000"/>
              <a:gd name="connsiteX655" fmla="*/ 1337329 w 7467600"/>
              <a:gd name="connsiteY655" fmla="*/ 2258350 h 6858000"/>
              <a:gd name="connsiteX656" fmla="*/ 1014726 w 7467600"/>
              <a:gd name="connsiteY656" fmla="*/ 1615556 h 6858000"/>
              <a:gd name="connsiteX657" fmla="*/ 678222 w 7467600"/>
              <a:gd name="connsiteY657" fmla="*/ 1248670 h 6858000"/>
              <a:gd name="connsiteX658" fmla="*/ 6691602 w 7467600"/>
              <a:gd name="connsiteY658" fmla="*/ 1140573 h 6858000"/>
              <a:gd name="connsiteX659" fmla="*/ 6571100 w 7467600"/>
              <a:gd name="connsiteY659" fmla="*/ 1183662 h 6858000"/>
              <a:gd name="connsiteX660" fmla="*/ 6241687 w 7467600"/>
              <a:gd name="connsiteY660" fmla="*/ 1257600 h 6858000"/>
              <a:gd name="connsiteX661" fmla="*/ 5693009 w 7467600"/>
              <a:gd name="connsiteY661" fmla="*/ 1478256 h 6858000"/>
              <a:gd name="connsiteX662" fmla="*/ 6548420 w 7467600"/>
              <a:gd name="connsiteY662" fmla="*/ 1214599 h 6858000"/>
              <a:gd name="connsiteX663" fmla="*/ 6605473 w 7467600"/>
              <a:gd name="connsiteY663" fmla="*/ 1184686 h 6858000"/>
              <a:gd name="connsiteX664" fmla="*/ 6691602 w 7467600"/>
              <a:gd name="connsiteY664" fmla="*/ 1140573 h 6858000"/>
              <a:gd name="connsiteX665" fmla="*/ 4002475 w 7467600"/>
              <a:gd name="connsiteY665" fmla="*/ 1037802 h 6858000"/>
              <a:gd name="connsiteX666" fmla="*/ 4000324 w 7467600"/>
              <a:gd name="connsiteY666" fmla="*/ 1039362 h 6858000"/>
              <a:gd name="connsiteX667" fmla="*/ 4002862 w 7467600"/>
              <a:gd name="connsiteY667" fmla="*/ 1042866 h 6858000"/>
              <a:gd name="connsiteX668" fmla="*/ 4002475 w 7467600"/>
              <a:gd name="connsiteY668" fmla="*/ 1037802 h 6858000"/>
              <a:gd name="connsiteX669" fmla="*/ 506322 w 7467600"/>
              <a:gd name="connsiteY669" fmla="*/ 1020997 h 6858000"/>
              <a:gd name="connsiteX670" fmla="*/ 533068 w 7467600"/>
              <a:gd name="connsiteY670" fmla="*/ 1029409 h 6858000"/>
              <a:gd name="connsiteX671" fmla="*/ 1232525 w 7467600"/>
              <a:gd name="connsiteY671" fmla="*/ 1804675 h 6858000"/>
              <a:gd name="connsiteX672" fmla="*/ 1388858 w 7467600"/>
              <a:gd name="connsiteY672" fmla="*/ 2368011 h 6858000"/>
              <a:gd name="connsiteX673" fmla="*/ 1384098 w 7467600"/>
              <a:gd name="connsiteY673" fmla="*/ 2378125 h 6858000"/>
              <a:gd name="connsiteX674" fmla="*/ 1425393 w 7467600"/>
              <a:gd name="connsiteY674" fmla="*/ 2589124 h 6858000"/>
              <a:gd name="connsiteX675" fmla="*/ 1424001 w 7467600"/>
              <a:gd name="connsiteY675" fmla="*/ 2597541 h 6858000"/>
              <a:gd name="connsiteX676" fmla="*/ 2152729 w 7467600"/>
              <a:gd name="connsiteY676" fmla="*/ 2864487 h 6858000"/>
              <a:gd name="connsiteX677" fmla="*/ 2020609 w 7467600"/>
              <a:gd name="connsiteY677" fmla="*/ 2539671 h 6858000"/>
              <a:gd name="connsiteX678" fmla="*/ 2018920 w 7467600"/>
              <a:gd name="connsiteY678" fmla="*/ 2536309 h 6858000"/>
              <a:gd name="connsiteX679" fmla="*/ 1342441 w 7467600"/>
              <a:gd name="connsiteY679" fmla="*/ 1173017 h 6858000"/>
              <a:gd name="connsiteX680" fmla="*/ 1367925 w 7467600"/>
              <a:gd name="connsiteY680" fmla="*/ 1135648 h 6858000"/>
              <a:gd name="connsiteX681" fmla="*/ 1771401 w 7467600"/>
              <a:gd name="connsiteY681" fmla="*/ 1806673 h 6858000"/>
              <a:gd name="connsiteX682" fmla="*/ 1972385 w 7467600"/>
              <a:gd name="connsiteY682" fmla="*/ 2198735 h 6858000"/>
              <a:gd name="connsiteX683" fmla="*/ 2040892 w 7467600"/>
              <a:gd name="connsiteY683" fmla="*/ 2405205 h 6858000"/>
              <a:gd name="connsiteX684" fmla="*/ 2131689 w 7467600"/>
              <a:gd name="connsiteY684" fmla="*/ 1936926 h 6858000"/>
              <a:gd name="connsiteX685" fmla="*/ 2454820 w 7467600"/>
              <a:gd name="connsiteY685" fmla="*/ 1248808 h 6858000"/>
              <a:gd name="connsiteX686" fmla="*/ 2492512 w 7467600"/>
              <a:gd name="connsiteY686" fmla="*/ 1302920 h 6858000"/>
              <a:gd name="connsiteX687" fmla="*/ 2081216 w 7467600"/>
              <a:gd name="connsiteY687" fmla="*/ 2527513 h 6858000"/>
              <a:gd name="connsiteX688" fmla="*/ 2081211 w 7467600"/>
              <a:gd name="connsiteY688" fmla="*/ 2528916 h 6858000"/>
              <a:gd name="connsiteX689" fmla="*/ 2199067 w 7467600"/>
              <a:gd name="connsiteY689" fmla="*/ 2884061 h 6858000"/>
              <a:gd name="connsiteX690" fmla="*/ 3192586 w 7467600"/>
              <a:gd name="connsiteY690" fmla="*/ 3411496 h 6858000"/>
              <a:gd name="connsiteX691" fmla="*/ 3182620 w 7467600"/>
              <a:gd name="connsiteY691" fmla="*/ 3483279 h 6858000"/>
              <a:gd name="connsiteX692" fmla="*/ 2435119 w 7467600"/>
              <a:gd name="connsiteY692" fmla="*/ 3080173 h 6858000"/>
              <a:gd name="connsiteX693" fmla="*/ 2410152 w 7467600"/>
              <a:gd name="connsiteY693" fmla="*/ 3063751 h 6858000"/>
              <a:gd name="connsiteX694" fmla="*/ 2408099 w 7467600"/>
              <a:gd name="connsiteY694" fmla="*/ 3064403 h 6858000"/>
              <a:gd name="connsiteX695" fmla="*/ 2407218 w 7467600"/>
              <a:gd name="connsiteY695" fmla="*/ 3070324 h 6858000"/>
              <a:gd name="connsiteX696" fmla="*/ 2380138 w 7467600"/>
              <a:gd name="connsiteY696" fmla="*/ 3099341 h 6858000"/>
              <a:gd name="connsiteX697" fmla="*/ 1765923 w 7467600"/>
              <a:gd name="connsiteY697" fmla="*/ 3581043 h 6858000"/>
              <a:gd name="connsiteX698" fmla="*/ 1702258 w 7467600"/>
              <a:gd name="connsiteY698" fmla="*/ 3612286 h 6858000"/>
              <a:gd name="connsiteX699" fmla="*/ 1538370 w 7467600"/>
              <a:gd name="connsiteY699" fmla="*/ 3811804 h 6858000"/>
              <a:gd name="connsiteX700" fmla="*/ 542867 w 7467600"/>
              <a:gd name="connsiteY700" fmla="*/ 4944092 h 6858000"/>
              <a:gd name="connsiteX701" fmla="*/ 515800 w 7467600"/>
              <a:gd name="connsiteY701" fmla="*/ 4862180 h 6858000"/>
              <a:gd name="connsiteX702" fmla="*/ 909145 w 7467600"/>
              <a:gd name="connsiteY702" fmla="*/ 4199225 h 6858000"/>
              <a:gd name="connsiteX703" fmla="*/ 1214067 w 7467600"/>
              <a:gd name="connsiteY703" fmla="*/ 3908561 h 6858000"/>
              <a:gd name="connsiteX704" fmla="*/ 640967 w 7467600"/>
              <a:gd name="connsiteY704" fmla="*/ 4105601 h 6858000"/>
              <a:gd name="connsiteX705" fmla="*/ 112563 w 7467600"/>
              <a:gd name="connsiteY705" fmla="*/ 4396952 h 6858000"/>
              <a:gd name="connsiteX706" fmla="*/ 0 w 7467600"/>
              <a:gd name="connsiteY706" fmla="*/ 4466006 h 6858000"/>
              <a:gd name="connsiteX707" fmla="*/ 0 w 7467600"/>
              <a:gd name="connsiteY707" fmla="*/ 4233763 h 6858000"/>
              <a:gd name="connsiteX708" fmla="*/ 36881 w 7467600"/>
              <a:gd name="connsiteY708" fmla="*/ 4200118 h 6858000"/>
              <a:gd name="connsiteX709" fmla="*/ 910534 w 7467600"/>
              <a:gd name="connsiteY709" fmla="*/ 3629753 h 6858000"/>
              <a:gd name="connsiteX710" fmla="*/ 1578717 w 7467600"/>
              <a:gd name="connsiteY710" fmla="*/ 3575982 h 6858000"/>
              <a:gd name="connsiteX711" fmla="*/ 2338780 w 7467600"/>
              <a:gd name="connsiteY711" fmla="*/ 3033725 h 6858000"/>
              <a:gd name="connsiteX712" fmla="*/ 1807991 w 7467600"/>
              <a:gd name="connsiteY712" fmla="*/ 2807184 h 6858000"/>
              <a:gd name="connsiteX713" fmla="*/ 1416358 w 7467600"/>
              <a:gd name="connsiteY713" fmla="*/ 3112571 h 6858000"/>
              <a:gd name="connsiteX714" fmla="*/ 939066 w 7467600"/>
              <a:gd name="connsiteY714" fmla="*/ 3378798 h 6858000"/>
              <a:gd name="connsiteX715" fmla="*/ 115099 w 7467600"/>
              <a:gd name="connsiteY715" fmla="*/ 3607650 h 6858000"/>
              <a:gd name="connsiteX716" fmla="*/ 97284 w 7467600"/>
              <a:gd name="connsiteY716" fmla="*/ 3520393 h 6858000"/>
              <a:gd name="connsiteX717" fmla="*/ 922050 w 7467600"/>
              <a:gd name="connsiteY717" fmla="*/ 3074867 h 6858000"/>
              <a:gd name="connsiteX718" fmla="*/ 1405265 w 7467600"/>
              <a:gd name="connsiteY718" fmla="*/ 3016319 h 6858000"/>
              <a:gd name="connsiteX719" fmla="*/ 1407512 w 7467600"/>
              <a:gd name="connsiteY719" fmla="*/ 3018001 h 6858000"/>
              <a:gd name="connsiteX720" fmla="*/ 1726266 w 7467600"/>
              <a:gd name="connsiteY720" fmla="*/ 2777274 h 6858000"/>
              <a:gd name="connsiteX721" fmla="*/ 625390 w 7467600"/>
              <a:gd name="connsiteY721" fmla="*/ 2514541 h 6858000"/>
              <a:gd name="connsiteX722" fmla="*/ 619799 w 7467600"/>
              <a:gd name="connsiteY722" fmla="*/ 2527180 h 6858000"/>
              <a:gd name="connsiteX723" fmla="*/ 310030 w 7467600"/>
              <a:gd name="connsiteY723" fmla="*/ 2771818 h 6858000"/>
              <a:gd name="connsiteX724" fmla="*/ 173877 w 7467600"/>
              <a:gd name="connsiteY724" fmla="*/ 2937056 h 6858000"/>
              <a:gd name="connsiteX725" fmla="*/ 77889 w 7467600"/>
              <a:gd name="connsiteY725" fmla="*/ 3138440 h 6858000"/>
              <a:gd name="connsiteX726" fmla="*/ 0 w 7467600"/>
              <a:gd name="connsiteY726" fmla="*/ 3271395 h 6858000"/>
              <a:gd name="connsiteX727" fmla="*/ 0 w 7467600"/>
              <a:gd name="connsiteY727" fmla="*/ 3153002 h 6858000"/>
              <a:gd name="connsiteX728" fmla="*/ 2386 w 7467600"/>
              <a:gd name="connsiteY728" fmla="*/ 3149203 h 6858000"/>
              <a:gd name="connsiteX729" fmla="*/ 89753 w 7467600"/>
              <a:gd name="connsiteY729" fmla="*/ 2987702 h 6858000"/>
              <a:gd name="connsiteX730" fmla="*/ 76869 w 7467600"/>
              <a:gd name="connsiteY730" fmla="*/ 3005404 h 6858000"/>
              <a:gd name="connsiteX731" fmla="*/ 32049 w 7467600"/>
              <a:gd name="connsiteY731" fmla="*/ 3065814 h 6858000"/>
              <a:gd name="connsiteX732" fmla="*/ 0 w 7467600"/>
              <a:gd name="connsiteY732" fmla="*/ 3108744 h 6858000"/>
              <a:gd name="connsiteX733" fmla="*/ 0 w 7467600"/>
              <a:gd name="connsiteY733" fmla="*/ 3058059 h 6858000"/>
              <a:gd name="connsiteX734" fmla="*/ 7610 w 7467600"/>
              <a:gd name="connsiteY734" fmla="*/ 3047889 h 6858000"/>
              <a:gd name="connsiteX735" fmla="*/ 52419 w 7467600"/>
              <a:gd name="connsiteY735" fmla="*/ 2987479 h 6858000"/>
              <a:gd name="connsiteX736" fmla="*/ 59142 w 7467600"/>
              <a:gd name="connsiteY736" fmla="*/ 2978488 h 6858000"/>
              <a:gd name="connsiteX737" fmla="*/ 0 w 7467600"/>
              <a:gd name="connsiteY737" fmla="*/ 3015334 h 6858000"/>
              <a:gd name="connsiteX738" fmla="*/ 0 w 7467600"/>
              <a:gd name="connsiteY738" fmla="*/ 2914286 h 6858000"/>
              <a:gd name="connsiteX739" fmla="*/ 36383 w 7467600"/>
              <a:gd name="connsiteY739" fmla="*/ 2901128 h 6858000"/>
              <a:gd name="connsiteX740" fmla="*/ 156329 w 7467600"/>
              <a:gd name="connsiteY740" fmla="*/ 2840533 h 6858000"/>
              <a:gd name="connsiteX741" fmla="*/ 358355 w 7467600"/>
              <a:gd name="connsiteY741" fmla="*/ 2620471 h 6858000"/>
              <a:gd name="connsiteX742" fmla="*/ 510577 w 7467600"/>
              <a:gd name="connsiteY742" fmla="*/ 2501244 h 6858000"/>
              <a:gd name="connsiteX743" fmla="*/ 211967 w 7467600"/>
              <a:gd name="connsiteY743" fmla="*/ 2479171 h 6858000"/>
              <a:gd name="connsiteX744" fmla="*/ 0 w 7467600"/>
              <a:gd name="connsiteY744" fmla="*/ 2476398 h 6858000"/>
              <a:gd name="connsiteX745" fmla="*/ 0 w 7467600"/>
              <a:gd name="connsiteY745" fmla="*/ 2389189 h 6858000"/>
              <a:gd name="connsiteX746" fmla="*/ 103062 w 7467600"/>
              <a:gd name="connsiteY746" fmla="*/ 2389518 h 6858000"/>
              <a:gd name="connsiteX747" fmla="*/ 510734 w 7467600"/>
              <a:gd name="connsiteY747" fmla="*/ 2416201 h 6858000"/>
              <a:gd name="connsiteX748" fmla="*/ 279257 w 7467600"/>
              <a:gd name="connsiteY748" fmla="*/ 2092102 h 6858000"/>
              <a:gd name="connsiteX749" fmla="*/ 65265 w 7467600"/>
              <a:gd name="connsiteY749" fmla="*/ 2006049 h 6858000"/>
              <a:gd name="connsiteX750" fmla="*/ 0 w 7467600"/>
              <a:gd name="connsiteY750" fmla="*/ 1982532 h 6858000"/>
              <a:gd name="connsiteX751" fmla="*/ 0 w 7467600"/>
              <a:gd name="connsiteY751" fmla="*/ 1912789 h 6858000"/>
              <a:gd name="connsiteX752" fmla="*/ 97460 w 7467600"/>
              <a:gd name="connsiteY752" fmla="*/ 1953725 h 6858000"/>
              <a:gd name="connsiteX753" fmla="*/ 221272 w 7467600"/>
              <a:gd name="connsiteY753" fmla="*/ 1980766 h 6858000"/>
              <a:gd name="connsiteX754" fmla="*/ 116765 w 7467600"/>
              <a:gd name="connsiteY754" fmla="*/ 1911033 h 6858000"/>
              <a:gd name="connsiteX755" fmla="*/ 16405 w 7467600"/>
              <a:gd name="connsiteY755" fmla="*/ 1803412 h 6858000"/>
              <a:gd name="connsiteX756" fmla="*/ 0 w 7467600"/>
              <a:gd name="connsiteY756" fmla="*/ 1784777 h 6858000"/>
              <a:gd name="connsiteX757" fmla="*/ 0 w 7467600"/>
              <a:gd name="connsiteY757" fmla="*/ 1740082 h 6858000"/>
              <a:gd name="connsiteX758" fmla="*/ 39394 w 7467600"/>
              <a:gd name="connsiteY758" fmla="*/ 1784856 h 6858000"/>
              <a:gd name="connsiteX759" fmla="*/ 135813 w 7467600"/>
              <a:gd name="connsiteY759" fmla="*/ 1888838 h 6858000"/>
              <a:gd name="connsiteX760" fmla="*/ 242575 w 7467600"/>
              <a:gd name="connsiteY760" fmla="*/ 1958841 h 6858000"/>
              <a:gd name="connsiteX761" fmla="*/ 82197 w 7467600"/>
              <a:gd name="connsiteY761" fmla="*/ 1754826 h 6858000"/>
              <a:gd name="connsiteX762" fmla="*/ 0 w 7467600"/>
              <a:gd name="connsiteY762" fmla="*/ 1679650 h 6858000"/>
              <a:gd name="connsiteX763" fmla="*/ 0 w 7467600"/>
              <a:gd name="connsiteY763" fmla="*/ 1602463 h 6858000"/>
              <a:gd name="connsiteX764" fmla="*/ 84689 w 7467600"/>
              <a:gd name="connsiteY764" fmla="*/ 1677442 h 6858000"/>
              <a:gd name="connsiteX765" fmla="*/ 298437 w 7467600"/>
              <a:gd name="connsiteY765" fmla="*/ 1968019 h 6858000"/>
              <a:gd name="connsiteX766" fmla="*/ 227269 w 7467600"/>
              <a:gd name="connsiteY766" fmla="*/ 1114064 h 6858000"/>
              <a:gd name="connsiteX767" fmla="*/ 248003 w 7467600"/>
              <a:gd name="connsiteY767" fmla="*/ 1089613 h 6858000"/>
              <a:gd name="connsiteX768" fmla="*/ 427020 w 7467600"/>
              <a:gd name="connsiteY768" fmla="*/ 1619803 h 6858000"/>
              <a:gd name="connsiteX769" fmla="*/ 340345 w 7467600"/>
              <a:gd name="connsiteY769" fmla="*/ 2027739 h 6858000"/>
              <a:gd name="connsiteX770" fmla="*/ 360865 w 7467600"/>
              <a:gd name="connsiteY770" fmla="*/ 2044827 h 6858000"/>
              <a:gd name="connsiteX771" fmla="*/ 560414 w 7467600"/>
              <a:gd name="connsiteY771" fmla="*/ 2421457 h 6858000"/>
              <a:gd name="connsiteX772" fmla="*/ 1359703 w 7467600"/>
              <a:gd name="connsiteY772" fmla="*/ 2578554 h 6858000"/>
              <a:gd name="connsiteX773" fmla="*/ 1359422 w 7467600"/>
              <a:gd name="connsiteY773" fmla="*/ 2577994 h 6858000"/>
              <a:gd name="connsiteX774" fmla="*/ 828701 w 7467600"/>
              <a:gd name="connsiteY774" fmla="*/ 1839520 h 6858000"/>
              <a:gd name="connsiteX775" fmla="*/ 494427 w 7467600"/>
              <a:gd name="connsiteY775" fmla="*/ 1092333 h 6858000"/>
              <a:gd name="connsiteX776" fmla="*/ 506322 w 7467600"/>
              <a:gd name="connsiteY776" fmla="*/ 1020997 h 6858000"/>
              <a:gd name="connsiteX777" fmla="*/ 4570198 w 7467600"/>
              <a:gd name="connsiteY777" fmla="*/ 978081 h 6858000"/>
              <a:gd name="connsiteX778" fmla="*/ 4523691 w 7467600"/>
              <a:gd name="connsiteY778" fmla="*/ 1127776 h 6858000"/>
              <a:gd name="connsiteX779" fmla="*/ 4509875 w 7467600"/>
              <a:gd name="connsiteY779" fmla="*/ 1167552 h 6858000"/>
              <a:gd name="connsiteX780" fmla="*/ 4478168 w 7467600"/>
              <a:gd name="connsiteY780" fmla="*/ 1260735 h 6858000"/>
              <a:gd name="connsiteX781" fmla="*/ 4409309 w 7467600"/>
              <a:gd name="connsiteY781" fmla="*/ 1666996 h 6858000"/>
              <a:gd name="connsiteX782" fmla="*/ 4370031 w 7467600"/>
              <a:gd name="connsiteY782" fmla="*/ 1955666 h 6858000"/>
              <a:gd name="connsiteX783" fmla="*/ 4570198 w 7467600"/>
              <a:gd name="connsiteY783" fmla="*/ 978081 h 6858000"/>
              <a:gd name="connsiteX784" fmla="*/ 4557898 w 7467600"/>
              <a:gd name="connsiteY784" fmla="*/ 900011 h 6858000"/>
              <a:gd name="connsiteX785" fmla="*/ 4344840 w 7467600"/>
              <a:gd name="connsiteY785" fmla="*/ 1922038 h 6858000"/>
              <a:gd name="connsiteX786" fmla="*/ 4378710 w 7467600"/>
              <a:gd name="connsiteY786" fmla="*/ 1665516 h 6858000"/>
              <a:gd name="connsiteX787" fmla="*/ 4448798 w 7467600"/>
              <a:gd name="connsiteY787" fmla="*/ 1253024 h 6858000"/>
              <a:gd name="connsiteX788" fmla="*/ 4480315 w 7467600"/>
              <a:gd name="connsiteY788" fmla="*/ 1158454 h 6858000"/>
              <a:gd name="connsiteX789" fmla="*/ 4494133 w 7467600"/>
              <a:gd name="connsiteY789" fmla="*/ 1118676 h 6858000"/>
              <a:gd name="connsiteX790" fmla="*/ 4557898 w 7467600"/>
              <a:gd name="connsiteY790" fmla="*/ 900011 h 6858000"/>
              <a:gd name="connsiteX791" fmla="*/ 5870151 w 7467600"/>
              <a:gd name="connsiteY791" fmla="*/ 898890 h 6858000"/>
              <a:gd name="connsiteX792" fmla="*/ 5861335 w 7467600"/>
              <a:gd name="connsiteY792" fmla="*/ 899177 h 6858000"/>
              <a:gd name="connsiteX793" fmla="*/ 5843702 w 7467600"/>
              <a:gd name="connsiteY793" fmla="*/ 899748 h 6858000"/>
              <a:gd name="connsiteX794" fmla="*/ 5651107 w 7467600"/>
              <a:gd name="connsiteY794" fmla="*/ 920306 h 6858000"/>
              <a:gd name="connsiteX795" fmla="*/ 5459407 w 7467600"/>
              <a:gd name="connsiteY795" fmla="*/ 940975 h 6858000"/>
              <a:gd name="connsiteX796" fmla="*/ 5374846 w 7467600"/>
              <a:gd name="connsiteY796" fmla="*/ 941988 h 6858000"/>
              <a:gd name="connsiteX797" fmla="*/ 5256105 w 7467600"/>
              <a:gd name="connsiteY797" fmla="*/ 945632 h 6858000"/>
              <a:gd name="connsiteX798" fmla="*/ 5107071 w 7467600"/>
              <a:gd name="connsiteY798" fmla="*/ 969720 h 6858000"/>
              <a:gd name="connsiteX799" fmla="*/ 4998681 w 7467600"/>
              <a:gd name="connsiteY799" fmla="*/ 988771 h 6858000"/>
              <a:gd name="connsiteX800" fmla="*/ 5870151 w 7467600"/>
              <a:gd name="connsiteY800" fmla="*/ 898890 h 6858000"/>
              <a:gd name="connsiteX801" fmla="*/ 5504425 w 7467600"/>
              <a:gd name="connsiteY801" fmla="*/ 848067 h 6858000"/>
              <a:gd name="connsiteX802" fmla="*/ 4968849 w 7467600"/>
              <a:gd name="connsiteY802" fmla="*/ 962318 h 6858000"/>
              <a:gd name="connsiteX803" fmla="*/ 5104039 w 7467600"/>
              <a:gd name="connsiteY803" fmla="*/ 940634 h 6858000"/>
              <a:gd name="connsiteX804" fmla="*/ 5256311 w 7467600"/>
              <a:gd name="connsiteY804" fmla="*/ 916490 h 6858000"/>
              <a:gd name="connsiteX805" fmla="*/ 5377381 w 7467600"/>
              <a:gd name="connsiteY805" fmla="*/ 912671 h 6858000"/>
              <a:gd name="connsiteX806" fmla="*/ 5460148 w 7467600"/>
              <a:gd name="connsiteY806" fmla="*/ 911442 h 6858000"/>
              <a:gd name="connsiteX807" fmla="*/ 5648971 w 7467600"/>
              <a:gd name="connsiteY807" fmla="*/ 891331 h 6858000"/>
              <a:gd name="connsiteX808" fmla="*/ 5844807 w 7467600"/>
              <a:gd name="connsiteY808" fmla="*/ 870718 h 6858000"/>
              <a:gd name="connsiteX809" fmla="*/ 5862975 w 7467600"/>
              <a:gd name="connsiteY809" fmla="*/ 869756 h 6858000"/>
              <a:gd name="connsiteX810" fmla="*/ 5920887 w 7467600"/>
              <a:gd name="connsiteY810" fmla="*/ 865929 h 6858000"/>
              <a:gd name="connsiteX811" fmla="*/ 5504425 w 7467600"/>
              <a:gd name="connsiteY811" fmla="*/ 848067 h 6858000"/>
              <a:gd name="connsiteX812" fmla="*/ 3607114 w 7467600"/>
              <a:gd name="connsiteY812" fmla="*/ 467441 h 6858000"/>
              <a:gd name="connsiteX813" fmla="*/ 3296242 w 7467600"/>
              <a:gd name="connsiteY813" fmla="*/ 807991 h 6858000"/>
              <a:gd name="connsiteX814" fmla="*/ 3174674 w 7467600"/>
              <a:gd name="connsiteY814" fmla="*/ 919759 h 6858000"/>
              <a:gd name="connsiteX815" fmla="*/ 3042978 w 7467600"/>
              <a:gd name="connsiteY815" fmla="*/ 1054894 h 6858000"/>
              <a:gd name="connsiteX816" fmla="*/ 2968914 w 7467600"/>
              <a:gd name="connsiteY816" fmla="*/ 1133756 h 6858000"/>
              <a:gd name="connsiteX817" fmla="*/ 3103823 w 7467600"/>
              <a:gd name="connsiteY817" fmla="*/ 1026814 h 6858000"/>
              <a:gd name="connsiteX818" fmla="*/ 3607114 w 7467600"/>
              <a:gd name="connsiteY818" fmla="*/ 467441 h 6858000"/>
              <a:gd name="connsiteX819" fmla="*/ 3744487 w 7467600"/>
              <a:gd name="connsiteY819" fmla="*/ 383136 h 6858000"/>
              <a:gd name="connsiteX820" fmla="*/ 3970213 w 7467600"/>
              <a:gd name="connsiteY820" fmla="*/ 995559 h 6858000"/>
              <a:gd name="connsiteX821" fmla="*/ 3744487 w 7467600"/>
              <a:gd name="connsiteY821" fmla="*/ 383136 h 6858000"/>
              <a:gd name="connsiteX822" fmla="*/ 3624562 w 7467600"/>
              <a:gd name="connsiteY822" fmla="*/ 367041 h 6858000"/>
              <a:gd name="connsiteX823" fmla="*/ 3489712 w 7467600"/>
              <a:gd name="connsiteY823" fmla="*/ 485386 h 6858000"/>
              <a:gd name="connsiteX824" fmla="*/ 3182994 w 7467600"/>
              <a:gd name="connsiteY824" fmla="*/ 828265 h 6858000"/>
              <a:gd name="connsiteX825" fmla="*/ 2892114 w 7467600"/>
              <a:gd name="connsiteY825" fmla="*/ 1172635 h 6858000"/>
              <a:gd name="connsiteX826" fmla="*/ 3021459 w 7467600"/>
              <a:gd name="connsiteY826" fmla="*/ 1035385 h 6858000"/>
              <a:gd name="connsiteX827" fmla="*/ 3153873 w 7467600"/>
              <a:gd name="connsiteY827" fmla="*/ 898971 h 6858000"/>
              <a:gd name="connsiteX828" fmla="*/ 3276511 w 7467600"/>
              <a:gd name="connsiteY828" fmla="*/ 786423 h 6858000"/>
              <a:gd name="connsiteX829" fmla="*/ 3584154 w 7467600"/>
              <a:gd name="connsiteY829" fmla="*/ 448218 h 6858000"/>
              <a:gd name="connsiteX830" fmla="*/ 3624562 w 7467600"/>
              <a:gd name="connsiteY830" fmla="*/ 367041 h 6858000"/>
              <a:gd name="connsiteX831" fmla="*/ 3766672 w 7467600"/>
              <a:gd name="connsiteY831" fmla="*/ 359429 h 6858000"/>
              <a:gd name="connsiteX832" fmla="*/ 3996338 w 7467600"/>
              <a:gd name="connsiteY832" fmla="*/ 968237 h 6858000"/>
              <a:gd name="connsiteX833" fmla="*/ 3766672 w 7467600"/>
              <a:gd name="connsiteY833" fmla="*/ 359429 h 6858000"/>
              <a:gd name="connsiteX834" fmla="*/ 5805386 w 7467600"/>
              <a:gd name="connsiteY834" fmla="*/ 239240 h 6858000"/>
              <a:gd name="connsiteX835" fmla="*/ 5736947 w 7467600"/>
              <a:gd name="connsiteY835" fmla="*/ 261367 h 6858000"/>
              <a:gd name="connsiteX836" fmla="*/ 5427012 w 7467600"/>
              <a:gd name="connsiteY836" fmla="*/ 311272 h 6858000"/>
              <a:gd name="connsiteX837" fmla="*/ 5147818 w 7467600"/>
              <a:gd name="connsiteY837" fmla="*/ 322112 h 6858000"/>
              <a:gd name="connsiteX838" fmla="*/ 5060854 w 7467600"/>
              <a:gd name="connsiteY838" fmla="*/ 311882 h 6858000"/>
              <a:gd name="connsiteX839" fmla="*/ 4945989 w 7467600"/>
              <a:gd name="connsiteY839" fmla="*/ 300516 h 6858000"/>
              <a:gd name="connsiteX840" fmla="*/ 5410479 w 7467600"/>
              <a:gd name="connsiteY840" fmla="*/ 348434 h 6858000"/>
              <a:gd name="connsiteX841" fmla="*/ 5805386 w 7467600"/>
              <a:gd name="connsiteY841" fmla="*/ 239240 h 6858000"/>
              <a:gd name="connsiteX842" fmla="*/ 5905192 w 7467600"/>
              <a:gd name="connsiteY842" fmla="*/ 163079 h 6858000"/>
              <a:gd name="connsiteX843" fmla="*/ 5865655 w 7467600"/>
              <a:gd name="connsiteY843" fmla="*/ 171901 h 6858000"/>
              <a:gd name="connsiteX844" fmla="*/ 5259740 w 7467600"/>
              <a:gd name="connsiteY844" fmla="*/ 257013 h 6858000"/>
              <a:gd name="connsiteX845" fmla="*/ 5208466 w 7467600"/>
              <a:gd name="connsiteY845" fmla="*/ 257550 h 6858000"/>
              <a:gd name="connsiteX846" fmla="*/ 4980204 w 7467600"/>
              <a:gd name="connsiteY846" fmla="*/ 271903 h 6858000"/>
              <a:gd name="connsiteX847" fmla="*/ 5068068 w 7467600"/>
              <a:gd name="connsiteY847" fmla="*/ 282244 h 6858000"/>
              <a:gd name="connsiteX848" fmla="*/ 5153231 w 7467600"/>
              <a:gd name="connsiteY848" fmla="*/ 292240 h 6858000"/>
              <a:gd name="connsiteX849" fmla="*/ 5426491 w 7467600"/>
              <a:gd name="connsiteY849" fmla="*/ 281128 h 6858000"/>
              <a:gd name="connsiteX850" fmla="*/ 5731212 w 7467600"/>
              <a:gd name="connsiteY850" fmla="*/ 231951 h 6858000"/>
              <a:gd name="connsiteX851" fmla="*/ 5905192 w 7467600"/>
              <a:gd name="connsiteY851" fmla="*/ 163079 h 6858000"/>
              <a:gd name="connsiteX852" fmla="*/ 5944437 w 7467600"/>
              <a:gd name="connsiteY852" fmla="*/ 113829 h 6858000"/>
              <a:gd name="connsiteX853" fmla="*/ 5825032 w 7467600"/>
              <a:gd name="connsiteY853" fmla="*/ 146405 h 6858000"/>
              <a:gd name="connsiteX854" fmla="*/ 4955599 w 7467600"/>
              <a:gd name="connsiteY854" fmla="*/ 247008 h 6858000"/>
              <a:gd name="connsiteX855" fmla="*/ 5210104 w 7467600"/>
              <a:gd name="connsiteY855" fmla="*/ 228123 h 6858000"/>
              <a:gd name="connsiteX856" fmla="*/ 5261015 w 7467600"/>
              <a:gd name="connsiteY856" fmla="*/ 227087 h 6858000"/>
              <a:gd name="connsiteX857" fmla="*/ 5861181 w 7467600"/>
              <a:gd name="connsiteY857" fmla="*/ 143093 h 6858000"/>
              <a:gd name="connsiteX858" fmla="*/ 5961252 w 7467600"/>
              <a:gd name="connsiteY858" fmla="*/ 114820 h 6858000"/>
              <a:gd name="connsiteX859" fmla="*/ 5944437 w 7467600"/>
              <a:gd name="connsiteY859" fmla="*/ 113829 h 6858000"/>
              <a:gd name="connsiteX860" fmla="*/ 3882765 w 7467600"/>
              <a:gd name="connsiteY860" fmla="*/ 0 h 6858000"/>
              <a:gd name="connsiteX861" fmla="*/ 3995099 w 7467600"/>
              <a:gd name="connsiteY861" fmla="*/ 0 h 6858000"/>
              <a:gd name="connsiteX862" fmla="*/ 4163818 w 7467600"/>
              <a:gd name="connsiteY862" fmla="*/ 234104 h 6858000"/>
              <a:gd name="connsiteX863" fmla="*/ 4172099 w 7467600"/>
              <a:gd name="connsiteY863" fmla="*/ 234207 h 6858000"/>
              <a:gd name="connsiteX864" fmla="*/ 4784282 w 7467600"/>
              <a:gd name="connsiteY864" fmla="*/ 276561 h 6858000"/>
              <a:gd name="connsiteX865" fmla="*/ 4801687 w 7467600"/>
              <a:gd name="connsiteY865" fmla="*/ 267764 h 6858000"/>
              <a:gd name="connsiteX866" fmla="*/ 6082788 w 7467600"/>
              <a:gd name="connsiteY866" fmla="*/ 64119 h 6858000"/>
              <a:gd name="connsiteX867" fmla="*/ 6099442 w 7467600"/>
              <a:gd name="connsiteY867" fmla="*/ 82568 h 6858000"/>
              <a:gd name="connsiteX868" fmla="*/ 4804137 w 7467600"/>
              <a:gd name="connsiteY868" fmla="*/ 320931 h 6858000"/>
              <a:gd name="connsiteX869" fmla="*/ 4227047 w 7467600"/>
              <a:gd name="connsiteY869" fmla="*/ 313415 h 6858000"/>
              <a:gd name="connsiteX870" fmla="*/ 4346041 w 7467600"/>
              <a:gd name="connsiteY870" fmla="*/ 456086 h 6858000"/>
              <a:gd name="connsiteX871" fmla="*/ 4870967 w 7467600"/>
              <a:gd name="connsiteY871" fmla="*/ 963061 h 6858000"/>
              <a:gd name="connsiteX872" fmla="*/ 4889647 w 7467600"/>
              <a:gd name="connsiteY872" fmla="*/ 957147 h 6858000"/>
              <a:gd name="connsiteX873" fmla="*/ 5422504 w 7467600"/>
              <a:gd name="connsiteY873" fmla="*/ 805191 h 6858000"/>
              <a:gd name="connsiteX874" fmla="*/ 6087656 w 7467600"/>
              <a:gd name="connsiteY874" fmla="*/ 826703 h 6858000"/>
              <a:gd name="connsiteX875" fmla="*/ 6058717 w 7467600"/>
              <a:gd name="connsiteY875" fmla="*/ 865992 h 6858000"/>
              <a:gd name="connsiteX876" fmla="*/ 4974153 w 7467600"/>
              <a:gd name="connsiteY876" fmla="*/ 1045456 h 6858000"/>
              <a:gd name="connsiteX877" fmla="*/ 5627835 w 7467600"/>
              <a:gd name="connsiteY877" fmla="*/ 1472077 h 6858000"/>
              <a:gd name="connsiteX878" fmla="*/ 5629817 w 7467600"/>
              <a:gd name="connsiteY878" fmla="*/ 1471412 h 6858000"/>
              <a:gd name="connsiteX879" fmla="*/ 5634124 w 7467600"/>
              <a:gd name="connsiteY879" fmla="*/ 1470572 h 6858000"/>
              <a:gd name="connsiteX880" fmla="*/ 5755832 w 7467600"/>
              <a:gd name="connsiteY880" fmla="*/ 1383886 h 6858000"/>
              <a:gd name="connsiteX881" fmla="*/ 6014186 w 7467600"/>
              <a:gd name="connsiteY881" fmla="*/ 1279799 h 6858000"/>
              <a:gd name="connsiteX882" fmla="*/ 6901619 w 7467600"/>
              <a:gd name="connsiteY882" fmla="*/ 1047874 h 6858000"/>
              <a:gd name="connsiteX883" fmla="*/ 6931566 w 7467600"/>
              <a:gd name="connsiteY883" fmla="*/ 1062034 h 6858000"/>
              <a:gd name="connsiteX884" fmla="*/ 5790982 w 7467600"/>
              <a:gd name="connsiteY884" fmla="*/ 1561380 h 6858000"/>
              <a:gd name="connsiteX885" fmla="*/ 6188971 w 7467600"/>
              <a:gd name="connsiteY885" fmla="*/ 1755168 h 6858000"/>
              <a:gd name="connsiteX886" fmla="*/ 6202446 w 7467600"/>
              <a:gd name="connsiteY886" fmla="*/ 1752268 h 6858000"/>
              <a:gd name="connsiteX887" fmla="*/ 7179560 w 7467600"/>
              <a:gd name="connsiteY887" fmla="*/ 1467551 h 6858000"/>
              <a:gd name="connsiteX888" fmla="*/ 7158730 w 7467600"/>
              <a:gd name="connsiteY888" fmla="*/ 1507835 h 6858000"/>
              <a:gd name="connsiteX889" fmla="*/ 6326959 w 7467600"/>
              <a:gd name="connsiteY889" fmla="*/ 1817686 h 6858000"/>
              <a:gd name="connsiteX890" fmla="*/ 6537433 w 7467600"/>
              <a:gd name="connsiteY890" fmla="*/ 1907790 h 6858000"/>
              <a:gd name="connsiteX891" fmla="*/ 6550221 w 7467600"/>
              <a:gd name="connsiteY891" fmla="*/ 1910729 h 6858000"/>
              <a:gd name="connsiteX892" fmla="*/ 6964438 w 7467600"/>
              <a:gd name="connsiteY892" fmla="*/ 2209505 h 6858000"/>
              <a:gd name="connsiteX893" fmla="*/ 7367862 w 7467600"/>
              <a:gd name="connsiteY893" fmla="*/ 2806833 h 6858000"/>
              <a:gd name="connsiteX894" fmla="*/ 7364329 w 7467600"/>
              <a:gd name="connsiteY894" fmla="*/ 2826907 h 6858000"/>
              <a:gd name="connsiteX895" fmla="*/ 7290545 w 7467600"/>
              <a:gd name="connsiteY895" fmla="*/ 2850663 h 6858000"/>
              <a:gd name="connsiteX896" fmla="*/ 6472036 w 7467600"/>
              <a:gd name="connsiteY896" fmla="*/ 1959003 h 6858000"/>
              <a:gd name="connsiteX897" fmla="*/ 5792897 w 7467600"/>
              <a:gd name="connsiteY897" fmla="*/ 1647747 h 6858000"/>
              <a:gd name="connsiteX898" fmla="*/ 5842751 w 7467600"/>
              <a:gd name="connsiteY898" fmla="*/ 1816112 h 6858000"/>
              <a:gd name="connsiteX899" fmla="*/ 5847424 w 7467600"/>
              <a:gd name="connsiteY899" fmla="*/ 1815776 h 6858000"/>
              <a:gd name="connsiteX900" fmla="*/ 6399821 w 7467600"/>
              <a:gd name="connsiteY900" fmla="*/ 2344799 h 6858000"/>
              <a:gd name="connsiteX901" fmla="*/ 6323232 w 7467600"/>
              <a:gd name="connsiteY901" fmla="*/ 2389634 h 6858000"/>
              <a:gd name="connsiteX902" fmla="*/ 5942958 w 7467600"/>
              <a:gd name="connsiteY902" fmla="*/ 2077708 h 6858000"/>
              <a:gd name="connsiteX903" fmla="*/ 5921559 w 7467600"/>
              <a:gd name="connsiteY903" fmla="*/ 2378596 h 6858000"/>
              <a:gd name="connsiteX904" fmla="*/ 5817651 w 7467600"/>
              <a:gd name="connsiteY904" fmla="*/ 3023919 h 6858000"/>
              <a:gd name="connsiteX905" fmla="*/ 5729634 w 7467600"/>
              <a:gd name="connsiteY905" fmla="*/ 3051849 h 6858000"/>
              <a:gd name="connsiteX906" fmla="*/ 5611018 w 7467600"/>
              <a:gd name="connsiteY906" fmla="*/ 2316769 h 6858000"/>
              <a:gd name="connsiteX907" fmla="*/ 5687608 w 7467600"/>
              <a:gd name="connsiteY907" fmla="*/ 2039972 h 6858000"/>
              <a:gd name="connsiteX908" fmla="*/ 5657554 w 7467600"/>
              <a:gd name="connsiteY908" fmla="*/ 1576445 h 6858000"/>
              <a:gd name="connsiteX909" fmla="*/ 5150475 w 7467600"/>
              <a:gd name="connsiteY909" fmla="*/ 1274012 h 6858000"/>
              <a:gd name="connsiteX910" fmla="*/ 5349142 w 7467600"/>
              <a:gd name="connsiteY910" fmla="*/ 2204405 h 6858000"/>
              <a:gd name="connsiteX911" fmla="*/ 5262214 w 7467600"/>
              <a:gd name="connsiteY911" fmla="*/ 2233836 h 6858000"/>
              <a:gd name="connsiteX912" fmla="*/ 4981539 w 7467600"/>
              <a:gd name="connsiteY912" fmla="*/ 1542201 h 6858000"/>
              <a:gd name="connsiteX913" fmla="*/ 4958461 w 7467600"/>
              <a:gd name="connsiteY913" fmla="*/ 1136957 h 6858000"/>
              <a:gd name="connsiteX914" fmla="*/ 4655015 w 7467600"/>
              <a:gd name="connsiteY914" fmla="*/ 891426 h 6858000"/>
              <a:gd name="connsiteX915" fmla="*/ 4348002 w 7467600"/>
              <a:gd name="connsiteY915" fmla="*/ 2205895 h 6858000"/>
              <a:gd name="connsiteX916" fmla="*/ 4262250 w 7467600"/>
              <a:gd name="connsiteY916" fmla="*/ 2219972 h 6858000"/>
              <a:gd name="connsiteX917" fmla="*/ 4550611 w 7467600"/>
              <a:gd name="connsiteY917" fmla="*/ 817540 h 6858000"/>
              <a:gd name="connsiteX918" fmla="*/ 4564418 w 7467600"/>
              <a:gd name="connsiteY918" fmla="*/ 808293 h 6858000"/>
              <a:gd name="connsiteX919" fmla="*/ 4266388 w 7467600"/>
              <a:gd name="connsiteY919" fmla="*/ 500083 h 6858000"/>
              <a:gd name="connsiteX920" fmla="*/ 4032842 w 7467600"/>
              <a:gd name="connsiteY920" fmla="*/ 211809 h 6858000"/>
              <a:gd name="connsiteX921" fmla="*/ 3882765 w 7467600"/>
              <a:gd name="connsiteY921" fmla="*/ 0 h 6858000"/>
              <a:gd name="connsiteX922" fmla="*/ 3721337 w 7467600"/>
              <a:gd name="connsiteY922" fmla="*/ 0 h 6858000"/>
              <a:gd name="connsiteX923" fmla="*/ 3797544 w 7467600"/>
              <a:gd name="connsiteY923" fmla="*/ 0 h 6858000"/>
              <a:gd name="connsiteX924" fmla="*/ 3775734 w 7467600"/>
              <a:gd name="connsiteY924" fmla="*/ 95131 h 6858000"/>
              <a:gd name="connsiteX925" fmla="*/ 3724807 w 7467600"/>
              <a:gd name="connsiteY925" fmla="*/ 272257 h 6858000"/>
              <a:gd name="connsiteX926" fmla="*/ 3726844 w 7467600"/>
              <a:gd name="connsiteY926" fmla="*/ 282988 h 6858000"/>
              <a:gd name="connsiteX927" fmla="*/ 3742664 w 7467600"/>
              <a:gd name="connsiteY927" fmla="*/ 279918 h 6858000"/>
              <a:gd name="connsiteX928" fmla="*/ 4103910 w 7467600"/>
              <a:gd name="connsiteY928" fmla="*/ 1161917 h 6858000"/>
              <a:gd name="connsiteX929" fmla="*/ 4020269 w 7467600"/>
              <a:gd name="connsiteY929" fmla="*/ 1200406 h 6858000"/>
              <a:gd name="connsiteX930" fmla="*/ 3674882 w 7467600"/>
              <a:gd name="connsiteY930" fmla="*/ 488524 h 6858000"/>
              <a:gd name="connsiteX931" fmla="*/ 3132682 w 7467600"/>
              <a:gd name="connsiteY931" fmla="*/ 1072284 h 6858000"/>
              <a:gd name="connsiteX932" fmla="*/ 2716346 w 7467600"/>
              <a:gd name="connsiteY932" fmla="*/ 1276376 h 6858000"/>
              <a:gd name="connsiteX933" fmla="*/ 2716772 w 7467600"/>
              <a:gd name="connsiteY933" fmla="*/ 1255462 h 6858000"/>
              <a:gd name="connsiteX934" fmla="*/ 3471096 w 7467600"/>
              <a:gd name="connsiteY934" fmla="*/ 437072 h 6858000"/>
              <a:gd name="connsiteX935" fmla="*/ 3639057 w 7467600"/>
              <a:gd name="connsiteY935" fmla="*/ 286334 h 6858000"/>
              <a:gd name="connsiteX936" fmla="*/ 3640309 w 7467600"/>
              <a:gd name="connsiteY936" fmla="*/ 284664 h 6858000"/>
              <a:gd name="connsiteX937" fmla="*/ 3646022 w 7467600"/>
              <a:gd name="connsiteY937" fmla="*/ 276711 h 6858000"/>
              <a:gd name="connsiteX938" fmla="*/ 3707943 w 7467600"/>
              <a:gd name="connsiteY938" fmla="*/ 65958 h 6858000"/>
              <a:gd name="connsiteX939" fmla="*/ 3721337 w 7467600"/>
              <a:gd name="connsiteY939" fmla="*/ 0 h 6858000"/>
              <a:gd name="connsiteX940" fmla="*/ 2867960 w 7467600"/>
              <a:gd name="connsiteY940" fmla="*/ 0 h 6858000"/>
              <a:gd name="connsiteX941" fmla="*/ 2926351 w 7467600"/>
              <a:gd name="connsiteY941" fmla="*/ 0 h 6858000"/>
              <a:gd name="connsiteX942" fmla="*/ 2902823 w 7467600"/>
              <a:gd name="connsiteY942" fmla="*/ 262929 h 6858000"/>
              <a:gd name="connsiteX943" fmla="*/ 2940663 w 7467600"/>
              <a:gd name="connsiteY943" fmla="*/ 140884 h 6858000"/>
              <a:gd name="connsiteX944" fmla="*/ 2947039 w 7467600"/>
              <a:gd name="connsiteY944" fmla="*/ 122524 h 6858000"/>
              <a:gd name="connsiteX945" fmla="*/ 2984316 w 7467600"/>
              <a:gd name="connsiteY945" fmla="*/ 0 h 6858000"/>
              <a:gd name="connsiteX946" fmla="*/ 3016114 w 7467600"/>
              <a:gd name="connsiteY946" fmla="*/ 0 h 6858000"/>
              <a:gd name="connsiteX947" fmla="*/ 2979949 w 7467600"/>
              <a:gd name="connsiteY947" fmla="*/ 119274 h 6858000"/>
              <a:gd name="connsiteX948" fmla="*/ 3023879 w 7467600"/>
              <a:gd name="connsiteY948" fmla="*/ 0 h 6858000"/>
              <a:gd name="connsiteX949" fmla="*/ 3105400 w 7467600"/>
              <a:gd name="connsiteY949" fmla="*/ 0 h 6858000"/>
              <a:gd name="connsiteX950" fmla="*/ 3094669 w 7467600"/>
              <a:gd name="connsiteY950" fmla="*/ 30308 h 6858000"/>
              <a:gd name="connsiteX951" fmla="*/ 2901945 w 7467600"/>
              <a:gd name="connsiteY951" fmla="*/ 466538 h 6858000"/>
              <a:gd name="connsiteX952" fmla="*/ 2815209 w 7467600"/>
              <a:gd name="connsiteY952" fmla="*/ 497361 h 6858000"/>
              <a:gd name="connsiteX953" fmla="*/ 2844845 w 7467600"/>
              <a:gd name="connsiteY953" fmla="*/ 127638 h 6858000"/>
              <a:gd name="connsiteX954" fmla="*/ 2867960 w 7467600"/>
              <a:gd name="connsiteY954" fmla="*/ 0 h 6858000"/>
              <a:gd name="connsiteX955" fmla="*/ 1057230 w 7467600"/>
              <a:gd name="connsiteY955" fmla="*/ 0 h 6858000"/>
              <a:gd name="connsiteX956" fmla="*/ 1111003 w 7467600"/>
              <a:gd name="connsiteY956" fmla="*/ 0 h 6858000"/>
              <a:gd name="connsiteX957" fmla="*/ 1125553 w 7467600"/>
              <a:gd name="connsiteY957" fmla="*/ 52588 h 6858000"/>
              <a:gd name="connsiteX958" fmla="*/ 1304276 w 7467600"/>
              <a:gd name="connsiteY958" fmla="*/ 476275 h 6858000"/>
              <a:gd name="connsiteX959" fmla="*/ 1492066 w 7467600"/>
              <a:gd name="connsiteY959" fmla="*/ 886333 h 6858000"/>
              <a:gd name="connsiteX960" fmla="*/ 1423698 w 7467600"/>
              <a:gd name="connsiteY960" fmla="*/ 710817 h 6858000"/>
              <a:gd name="connsiteX961" fmla="*/ 1357609 w 7467600"/>
              <a:gd name="connsiteY961" fmla="*/ 532892 h 6858000"/>
              <a:gd name="connsiteX962" fmla="*/ 1309550 w 7467600"/>
              <a:gd name="connsiteY962" fmla="*/ 374031 h 6858000"/>
              <a:gd name="connsiteX963" fmla="*/ 1193673 w 7467600"/>
              <a:gd name="connsiteY963" fmla="*/ 49533 h 6858000"/>
              <a:gd name="connsiteX964" fmla="*/ 1164391 w 7467600"/>
              <a:gd name="connsiteY964" fmla="*/ 0 h 6858000"/>
              <a:gd name="connsiteX965" fmla="*/ 1200666 w 7467600"/>
              <a:gd name="connsiteY965" fmla="*/ 0 h 6858000"/>
              <a:gd name="connsiteX966" fmla="*/ 1223408 w 7467600"/>
              <a:gd name="connsiteY966" fmla="*/ 38996 h 6858000"/>
              <a:gd name="connsiteX967" fmla="*/ 1339635 w 7467600"/>
              <a:gd name="connsiteY967" fmla="*/ 365517 h 6858000"/>
              <a:gd name="connsiteX968" fmla="*/ 1387469 w 7467600"/>
              <a:gd name="connsiteY968" fmla="*/ 523079 h 6858000"/>
              <a:gd name="connsiteX969" fmla="*/ 1452685 w 7467600"/>
              <a:gd name="connsiteY969" fmla="*/ 699806 h 6858000"/>
              <a:gd name="connsiteX970" fmla="*/ 1492092 w 7467600"/>
              <a:gd name="connsiteY970" fmla="*/ 800424 h 6858000"/>
              <a:gd name="connsiteX971" fmla="*/ 1455302 w 7467600"/>
              <a:gd name="connsiteY971" fmla="*/ 632913 h 6858000"/>
              <a:gd name="connsiteX972" fmla="*/ 1222336 w 7467600"/>
              <a:gd name="connsiteY972" fmla="*/ 9480 h 6858000"/>
              <a:gd name="connsiteX973" fmla="*/ 1214634 w 7467600"/>
              <a:gd name="connsiteY973" fmla="*/ 0 h 6858000"/>
              <a:gd name="connsiteX974" fmla="*/ 1289827 w 7467600"/>
              <a:gd name="connsiteY974" fmla="*/ 0 h 6858000"/>
              <a:gd name="connsiteX975" fmla="*/ 1321076 w 7467600"/>
              <a:gd name="connsiteY975" fmla="*/ 59722 h 6858000"/>
              <a:gd name="connsiteX976" fmla="*/ 1512579 w 7467600"/>
              <a:gd name="connsiteY976" fmla="*/ 626441 h 6858000"/>
              <a:gd name="connsiteX977" fmla="*/ 1506076 w 7467600"/>
              <a:gd name="connsiteY977" fmla="*/ 1089289 h 6858000"/>
              <a:gd name="connsiteX978" fmla="*/ 1486346 w 7467600"/>
              <a:gd name="connsiteY978" fmla="*/ 1079919 h 6858000"/>
              <a:gd name="connsiteX979" fmla="*/ 1070511 w 7467600"/>
              <a:gd name="connsiteY979" fmla="*/ 48609 h 6858000"/>
              <a:gd name="connsiteX980" fmla="*/ 1057230 w 7467600"/>
              <a:gd name="connsiteY980" fmla="*/ 0 h 6858000"/>
              <a:gd name="connsiteX981" fmla="*/ 43151 w 7467600"/>
              <a:gd name="connsiteY981" fmla="*/ 0 h 6858000"/>
              <a:gd name="connsiteX982" fmla="*/ 95283 w 7467600"/>
              <a:gd name="connsiteY982" fmla="*/ 0 h 6858000"/>
              <a:gd name="connsiteX983" fmla="*/ 300708 w 7467600"/>
              <a:gd name="connsiteY983" fmla="*/ 154571 h 6858000"/>
              <a:gd name="connsiteX984" fmla="*/ 530414 w 7467600"/>
              <a:gd name="connsiteY984" fmla="*/ 354673 h 6858000"/>
              <a:gd name="connsiteX985" fmla="*/ 333785 w 7467600"/>
              <a:gd name="connsiteY985" fmla="*/ 161564 h 6858000"/>
              <a:gd name="connsiteX986" fmla="*/ 147005 w 7467600"/>
              <a:gd name="connsiteY986" fmla="*/ 0 h 6858000"/>
              <a:gd name="connsiteX987" fmla="*/ 272509 w 7467600"/>
              <a:gd name="connsiteY987" fmla="*/ 0 h 6858000"/>
              <a:gd name="connsiteX988" fmla="*/ 326276 w 7467600"/>
              <a:gd name="connsiteY988" fmla="*/ 45847 h 6858000"/>
              <a:gd name="connsiteX989" fmla="*/ 823759 w 7467600"/>
              <a:gd name="connsiteY989" fmla="*/ 574145 h 6858000"/>
              <a:gd name="connsiteX990" fmla="*/ 811254 w 7467600"/>
              <a:gd name="connsiteY990" fmla="*/ 665546 h 6858000"/>
              <a:gd name="connsiteX991" fmla="*/ 154042 w 7467600"/>
              <a:gd name="connsiteY991" fmla="*/ 261522 h 6858000"/>
              <a:gd name="connsiteX992" fmla="*/ 13550 w 7467600"/>
              <a:gd name="connsiteY992" fmla="*/ 158423 h 6858000"/>
              <a:gd name="connsiteX993" fmla="*/ 0 w 7467600"/>
              <a:gd name="connsiteY993" fmla="*/ 146618 h 6858000"/>
              <a:gd name="connsiteX994" fmla="*/ 0 w 7467600"/>
              <a:gd name="connsiteY994" fmla="*/ 59161 h 6858000"/>
              <a:gd name="connsiteX995" fmla="*/ 45427 w 7467600"/>
              <a:gd name="connsiteY995" fmla="*/ 101078 h 6858000"/>
              <a:gd name="connsiteX996" fmla="*/ 630103 w 7467600"/>
              <a:gd name="connsiteY996" fmla="*/ 485885 h 6858000"/>
              <a:gd name="connsiteX997" fmla="*/ 532040 w 7467600"/>
              <a:gd name="connsiteY997" fmla="*/ 399359 h 6858000"/>
              <a:gd name="connsiteX998" fmla="*/ 517618 w 7467600"/>
              <a:gd name="connsiteY998" fmla="*/ 385726 h 6858000"/>
              <a:gd name="connsiteX999" fmla="*/ 285074 w 7467600"/>
              <a:gd name="connsiteY999" fmla="*/ 182755 h 6858000"/>
              <a:gd name="connsiteX1000" fmla="*/ 43151 w 7467600"/>
              <a:gd name="connsiteY100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7368569 w 7467600"/>
              <a:gd name="connsiteY143" fmla="*/ 5270182 h 6858000"/>
              <a:gd name="connsiteX144" fmla="*/ 1903353 w 7467600"/>
              <a:gd name="connsiteY144" fmla="*/ 5044827 h 6858000"/>
              <a:gd name="connsiteX145" fmla="*/ 1936931 w 7467600"/>
              <a:gd name="connsiteY145" fmla="*/ 5093954 h 6858000"/>
              <a:gd name="connsiteX146" fmla="*/ 2195868 w 7467600"/>
              <a:gd name="connsiteY146" fmla="*/ 5396574 h 6858000"/>
              <a:gd name="connsiteX147" fmla="*/ 2088852 w 7467600"/>
              <a:gd name="connsiteY147" fmla="*/ 5166123 h 6858000"/>
              <a:gd name="connsiteX148" fmla="*/ 1958241 w 7467600"/>
              <a:gd name="connsiteY148" fmla="*/ 5067955 h 6858000"/>
              <a:gd name="connsiteX149" fmla="*/ 1903353 w 7467600"/>
              <a:gd name="connsiteY149" fmla="*/ 5044827 h 6858000"/>
              <a:gd name="connsiteX150" fmla="*/ 1979378 w 7467600"/>
              <a:gd name="connsiteY150" fmla="*/ 4769504 h 6858000"/>
              <a:gd name="connsiteX151" fmla="*/ 2882120 w 7467600"/>
              <a:gd name="connsiteY151" fmla="*/ 5064547 h 6858000"/>
              <a:gd name="connsiteX152" fmla="*/ 2793103 w 7467600"/>
              <a:gd name="connsiteY152" fmla="*/ 5039699 h 6858000"/>
              <a:gd name="connsiteX153" fmla="*/ 2770041 w 7467600"/>
              <a:gd name="connsiteY153" fmla="*/ 5033634 h 6858000"/>
              <a:gd name="connsiteX154" fmla="*/ 1979378 w 7467600"/>
              <a:gd name="connsiteY154" fmla="*/ 4769504 h 6858000"/>
              <a:gd name="connsiteX155" fmla="*/ 1927410 w 7467600"/>
              <a:gd name="connsiteY155" fmla="*/ 4716164 h 6858000"/>
              <a:gd name="connsiteX156" fmla="*/ 1959587 w 7467600"/>
              <a:gd name="connsiteY156" fmla="*/ 4728849 h 6858000"/>
              <a:gd name="connsiteX157" fmla="*/ 2777707 w 7467600"/>
              <a:gd name="connsiteY157" fmla="*/ 5003991 h 6858000"/>
              <a:gd name="connsiteX158" fmla="*/ 2800768 w 7467600"/>
              <a:gd name="connsiteY158" fmla="*/ 5010056 h 6858000"/>
              <a:gd name="connsiteX159" fmla="*/ 2879408 w 7467600"/>
              <a:gd name="connsiteY159" fmla="*/ 5031590 h 6858000"/>
              <a:gd name="connsiteX160" fmla="*/ 2862295 w 7467600"/>
              <a:gd name="connsiteY160" fmla="*/ 5022958 h 6858000"/>
              <a:gd name="connsiteX161" fmla="*/ 2813343 w 7467600"/>
              <a:gd name="connsiteY161" fmla="*/ 4998369 h 6858000"/>
              <a:gd name="connsiteX162" fmla="*/ 2646245 w 7467600"/>
              <a:gd name="connsiteY162" fmla="*/ 4930999 h 6858000"/>
              <a:gd name="connsiteX163" fmla="*/ 1999243 w 7467600"/>
              <a:gd name="connsiteY163" fmla="*/ 4730524 h 6858000"/>
              <a:gd name="connsiteX164" fmla="*/ 1979527 w 7467600"/>
              <a:gd name="connsiteY164" fmla="*/ 4726651 h 6858000"/>
              <a:gd name="connsiteX165" fmla="*/ 1927410 w 7467600"/>
              <a:gd name="connsiteY165" fmla="*/ 4716164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310106 w 7467600"/>
              <a:gd name="connsiteY195" fmla="*/ 3943217 h 6858000"/>
              <a:gd name="connsiteX196" fmla="*/ 1423113 w 7467600"/>
              <a:gd name="connsiteY196" fmla="*/ 3874565 h 6858000"/>
              <a:gd name="connsiteX197" fmla="*/ 1260565 w 7467600"/>
              <a:gd name="connsiteY197" fmla="*/ 4031982 h 6858000"/>
              <a:gd name="connsiteX198" fmla="*/ 901900 w 7467600"/>
              <a:gd name="connsiteY198" fmla="*/ 4421236 h 6858000"/>
              <a:gd name="connsiteX199" fmla="*/ 845044 w 7467600"/>
              <a:gd name="connsiteY199" fmla="*/ 4502436 h 6858000"/>
              <a:gd name="connsiteX200" fmla="*/ 685926 w 7467600"/>
              <a:gd name="connsiteY200" fmla="*/ 4703069 h 6858000"/>
              <a:gd name="connsiteX201" fmla="*/ 684248 w 7467600"/>
              <a:gd name="connsiteY201" fmla="*/ 4706721 h 6858000"/>
              <a:gd name="connsiteX202" fmla="*/ 1423113 w 7467600"/>
              <a:gd name="connsiteY202" fmla="*/ 3874565 h 6858000"/>
              <a:gd name="connsiteX203" fmla="*/ 3316479 w 7467600"/>
              <a:gd name="connsiteY203" fmla="*/ 3872136 h 6858000"/>
              <a:gd name="connsiteX204" fmla="*/ 3546806 w 7467600"/>
              <a:gd name="connsiteY204" fmla="*/ 4356139 h 6858000"/>
              <a:gd name="connsiteX205" fmla="*/ 3364433 w 7467600"/>
              <a:gd name="connsiteY205" fmla="*/ 3953121 h 6858000"/>
              <a:gd name="connsiteX206" fmla="*/ 3316479 w 7467600"/>
              <a:gd name="connsiteY206" fmla="*/ 3872136 h 6858000"/>
              <a:gd name="connsiteX207" fmla="*/ 3291335 w 7467600"/>
              <a:gd name="connsiteY207" fmla="*/ 3767420 h 6858000"/>
              <a:gd name="connsiteX208" fmla="*/ 3390805 w 7467600"/>
              <a:gd name="connsiteY208" fmla="*/ 3937163 h 6858000"/>
              <a:gd name="connsiteX209" fmla="*/ 3579062 w 7467600"/>
              <a:gd name="connsiteY209" fmla="*/ 4359040 h 6858000"/>
              <a:gd name="connsiteX210" fmla="*/ 3467355 w 7467600"/>
              <a:gd name="connsiteY210" fmla="*/ 3988130 h 6858000"/>
              <a:gd name="connsiteX211" fmla="*/ 3310753 w 7467600"/>
              <a:gd name="connsiteY211" fmla="*/ 3787140 h 6858000"/>
              <a:gd name="connsiteX212" fmla="*/ 3291335 w 7467600"/>
              <a:gd name="connsiteY212" fmla="*/ 3767420 h 6858000"/>
              <a:gd name="connsiteX213" fmla="*/ 1635889 w 7467600"/>
              <a:gd name="connsiteY213" fmla="*/ 3709494 h 6858000"/>
              <a:gd name="connsiteX214" fmla="*/ 1634800 w 7467600"/>
              <a:gd name="connsiteY214" fmla="*/ 3731111 h 6858000"/>
              <a:gd name="connsiteX215" fmla="*/ 1635889 w 7467600"/>
              <a:gd name="connsiteY215" fmla="*/ 3709494 h 6858000"/>
              <a:gd name="connsiteX216" fmla="*/ 1510397 w 7467600"/>
              <a:gd name="connsiteY216" fmla="*/ 3684705 h 6858000"/>
              <a:gd name="connsiteX217" fmla="*/ 1146550 w 7467600"/>
              <a:gd name="connsiteY217" fmla="*/ 3802012 h 6858000"/>
              <a:gd name="connsiteX218" fmla="*/ 698834 w 7467600"/>
              <a:gd name="connsiteY218" fmla="*/ 3952272 h 6858000"/>
              <a:gd name="connsiteX219" fmla="*/ 34256 w 7467600"/>
              <a:gd name="connsiteY219" fmla="*/ 4347603 h 6858000"/>
              <a:gd name="connsiteX220" fmla="*/ 527241 w 7467600"/>
              <a:gd name="connsiteY220" fmla="*/ 4065078 h 6858000"/>
              <a:gd name="connsiteX221" fmla="*/ 1510397 w 7467600"/>
              <a:gd name="connsiteY221" fmla="*/ 3684705 h 6858000"/>
              <a:gd name="connsiteX222" fmla="*/ 1313114 w 7467600"/>
              <a:gd name="connsiteY222" fmla="*/ 3655216 h 6858000"/>
              <a:gd name="connsiteX223" fmla="*/ 1109304 w 7467600"/>
              <a:gd name="connsiteY223" fmla="*/ 3669030 h 6858000"/>
              <a:gd name="connsiteX224" fmla="*/ 8129 w 7467600"/>
              <a:gd name="connsiteY224" fmla="*/ 4330519 h 6858000"/>
              <a:gd name="connsiteX225" fmla="*/ 687572 w 7467600"/>
              <a:gd name="connsiteY225" fmla="*/ 3925629 h 6858000"/>
              <a:gd name="connsiteX226" fmla="*/ 1138365 w 7467600"/>
              <a:gd name="connsiteY226" fmla="*/ 3774515 h 6858000"/>
              <a:gd name="connsiteX227" fmla="*/ 1505579 w 7467600"/>
              <a:gd name="connsiteY227" fmla="*/ 3655526 h 6858000"/>
              <a:gd name="connsiteX228" fmla="*/ 1313114 w 7467600"/>
              <a:gd name="connsiteY228" fmla="*/ 3655216 h 6858000"/>
              <a:gd name="connsiteX229" fmla="*/ 3655073 w 7467600"/>
              <a:gd name="connsiteY229" fmla="*/ 3650884 h 6858000"/>
              <a:gd name="connsiteX230" fmla="*/ 3989938 w 7467600"/>
              <a:gd name="connsiteY230" fmla="*/ 3991685 h 6858000"/>
              <a:gd name="connsiteX231" fmla="*/ 4393907 w 7467600"/>
              <a:gd name="connsiteY231" fmla="*/ 4261258 h 6858000"/>
              <a:gd name="connsiteX232" fmla="*/ 4648051 w 7467600"/>
              <a:gd name="connsiteY232" fmla="*/ 4374051 h 6858000"/>
              <a:gd name="connsiteX233" fmla="*/ 4383389 w 7467600"/>
              <a:gd name="connsiteY233" fmla="*/ 4184369 h 6858000"/>
              <a:gd name="connsiteX234" fmla="*/ 4165508 w 7467600"/>
              <a:gd name="connsiteY234" fmla="*/ 4035196 h 6858000"/>
              <a:gd name="connsiteX235" fmla="*/ 4068162 w 7467600"/>
              <a:gd name="connsiteY235" fmla="*/ 3953394 h 6858000"/>
              <a:gd name="connsiteX236" fmla="*/ 3981416 w 7467600"/>
              <a:gd name="connsiteY236" fmla="*/ 3880482 h 6858000"/>
              <a:gd name="connsiteX237" fmla="*/ 3800147 w 7467600"/>
              <a:gd name="connsiteY237" fmla="*/ 3749872 h 6858000"/>
              <a:gd name="connsiteX238" fmla="*/ 3655073 w 7467600"/>
              <a:gd name="connsiteY238" fmla="*/ 3650884 h 6858000"/>
              <a:gd name="connsiteX239" fmla="*/ 3670252 w 7467600"/>
              <a:gd name="connsiteY239" fmla="*/ 3622798 h 6858000"/>
              <a:gd name="connsiteX240" fmla="*/ 3817258 w 7467600"/>
              <a:gd name="connsiteY240" fmla="*/ 3723577 h 6858000"/>
              <a:gd name="connsiteX241" fmla="*/ 4000461 w 7467600"/>
              <a:gd name="connsiteY241" fmla="*/ 3855966 h 6858000"/>
              <a:gd name="connsiteX242" fmla="*/ 4088180 w 7467600"/>
              <a:gd name="connsiteY242" fmla="*/ 3929774 h 6858000"/>
              <a:gd name="connsiteX243" fmla="*/ 4184555 w 7467600"/>
              <a:gd name="connsiteY243" fmla="*/ 4010683 h 6858000"/>
              <a:gd name="connsiteX244" fmla="*/ 4399563 w 7467600"/>
              <a:gd name="connsiteY244" fmla="*/ 4158106 h 6858000"/>
              <a:gd name="connsiteX245" fmla="*/ 4684469 w 7467600"/>
              <a:gd name="connsiteY245" fmla="*/ 4364680 h 6858000"/>
              <a:gd name="connsiteX246" fmla="*/ 4690271 w 7467600"/>
              <a:gd name="connsiteY246" fmla="*/ 4370034 h 6858000"/>
              <a:gd name="connsiteX247" fmla="*/ 4136093 w 7467600"/>
              <a:gd name="connsiteY247" fmla="*/ 3858466 h 6858000"/>
              <a:gd name="connsiteX248" fmla="*/ 3670252 w 7467600"/>
              <a:gd name="connsiteY248" fmla="*/ 3622798 h 6858000"/>
              <a:gd name="connsiteX249" fmla="*/ 4440129 w 7467600"/>
              <a:gd name="connsiteY249" fmla="*/ 3448571 h 6858000"/>
              <a:gd name="connsiteX250" fmla="*/ 4856525 w 7467600"/>
              <a:gd name="connsiteY250" fmla="*/ 3915351 h 6858000"/>
              <a:gd name="connsiteX251" fmla="*/ 5059055 w 7467600"/>
              <a:gd name="connsiteY251" fmla="*/ 4108918 h 6858000"/>
              <a:gd name="connsiteX252" fmla="*/ 5290070 w 7467600"/>
              <a:gd name="connsiteY252" fmla="*/ 4263619 h 6858000"/>
              <a:gd name="connsiteX253" fmla="*/ 4834991 w 7467600"/>
              <a:gd name="connsiteY253" fmla="*/ 3830985 h 6858000"/>
              <a:gd name="connsiteX254" fmla="*/ 4440129 w 7467600"/>
              <a:gd name="connsiteY254" fmla="*/ 3448571 h 6858000"/>
              <a:gd name="connsiteX255" fmla="*/ 4441737 w 7467600"/>
              <a:gd name="connsiteY255" fmla="*/ 3399734 h 6858000"/>
              <a:gd name="connsiteX256" fmla="*/ 4431236 w 7467600"/>
              <a:gd name="connsiteY256" fmla="*/ 3400954 h 6858000"/>
              <a:gd name="connsiteX257" fmla="*/ 4557150 w 7467600"/>
              <a:gd name="connsiteY257" fmla="*/ 3510023 h 6858000"/>
              <a:gd name="connsiteX258" fmla="*/ 4856936 w 7467600"/>
              <a:gd name="connsiteY258" fmla="*/ 3809146 h 6858000"/>
              <a:gd name="connsiteX259" fmla="*/ 5111996 w 7467600"/>
              <a:gd name="connsiteY259" fmla="*/ 4065759 h 6858000"/>
              <a:gd name="connsiteX260" fmla="*/ 5388878 w 7467600"/>
              <a:gd name="connsiteY260" fmla="*/ 4300185 h 6858000"/>
              <a:gd name="connsiteX261" fmla="*/ 5425556 w 7467600"/>
              <a:gd name="connsiteY261" fmla="*/ 4308967 h 6858000"/>
              <a:gd name="connsiteX262" fmla="*/ 4943646 w 7467600"/>
              <a:gd name="connsiteY262" fmla="*/ 3822916 h 6858000"/>
              <a:gd name="connsiteX263" fmla="*/ 4594837 w 7467600"/>
              <a:gd name="connsiteY263" fmla="*/ 3532274 h 6858000"/>
              <a:gd name="connsiteX264" fmla="*/ 4441737 w 7467600"/>
              <a:gd name="connsiteY264" fmla="*/ 3399734 h 6858000"/>
              <a:gd name="connsiteX265" fmla="*/ 5425834 w 7467600"/>
              <a:gd name="connsiteY265" fmla="*/ 3162785 h 6858000"/>
              <a:gd name="connsiteX266" fmla="*/ 5401644 w 7467600"/>
              <a:gd name="connsiteY266" fmla="*/ 3617847 h 6858000"/>
              <a:gd name="connsiteX267" fmla="*/ 5467256 w 7467600"/>
              <a:gd name="connsiteY267" fmla="*/ 4175494 h 6858000"/>
              <a:gd name="connsiteX268" fmla="*/ 5448069 w 7467600"/>
              <a:gd name="connsiteY268" fmla="*/ 3567554 h 6858000"/>
              <a:gd name="connsiteX269" fmla="*/ 5425834 w 7467600"/>
              <a:gd name="connsiteY269" fmla="*/ 3162785 h 6858000"/>
              <a:gd name="connsiteX270" fmla="*/ 1318687 w 7467600"/>
              <a:gd name="connsiteY270" fmla="*/ 3113840 h 6858000"/>
              <a:gd name="connsiteX271" fmla="*/ 1066793 w 7467600"/>
              <a:gd name="connsiteY271" fmla="*/ 3212171 h 6858000"/>
              <a:gd name="connsiteX272" fmla="*/ 993319 w 7467600"/>
              <a:gd name="connsiteY272" fmla="*/ 3247648 h 6858000"/>
              <a:gd name="connsiteX273" fmla="*/ 853081 w 7467600"/>
              <a:gd name="connsiteY273" fmla="*/ 3312410 h 6858000"/>
              <a:gd name="connsiteX274" fmla="*/ 805957 w 7467600"/>
              <a:gd name="connsiteY274" fmla="*/ 3330443 h 6858000"/>
              <a:gd name="connsiteX275" fmla="*/ 1318687 w 7467600"/>
              <a:gd name="connsiteY275" fmla="*/ 3113840 h 6858000"/>
              <a:gd name="connsiteX276" fmla="*/ 5453702 w 7467600"/>
              <a:gd name="connsiteY276" fmla="*/ 3090882 h 6858000"/>
              <a:gd name="connsiteX277" fmla="*/ 5480135 w 7467600"/>
              <a:gd name="connsiteY277" fmla="*/ 3565802 h 6858000"/>
              <a:gd name="connsiteX278" fmla="*/ 5499023 w 7467600"/>
              <a:gd name="connsiteY278" fmla="*/ 4166310 h 6858000"/>
              <a:gd name="connsiteX279" fmla="*/ 5547022 w 7467600"/>
              <a:gd name="connsiteY279" fmla="*/ 3607838 h 6858000"/>
              <a:gd name="connsiteX280" fmla="*/ 5515964 w 7467600"/>
              <a:gd name="connsiteY280" fmla="*/ 3378541 h 6858000"/>
              <a:gd name="connsiteX281" fmla="*/ 5453702 w 7467600"/>
              <a:gd name="connsiteY281" fmla="*/ 3090882 h 6858000"/>
              <a:gd name="connsiteX282" fmla="*/ 1238695 w 7467600"/>
              <a:gd name="connsiteY282" fmla="*/ 3076820 h 6858000"/>
              <a:gd name="connsiteX283" fmla="*/ 716371 w 7467600"/>
              <a:gd name="connsiteY283" fmla="*/ 3293249 h 6858000"/>
              <a:gd name="connsiteX284" fmla="*/ 579522 w 7467600"/>
              <a:gd name="connsiteY284" fmla="*/ 3371759 h 6858000"/>
              <a:gd name="connsiteX285" fmla="*/ 600288 w 7467600"/>
              <a:gd name="connsiteY285" fmla="*/ 3365555 h 6858000"/>
              <a:gd name="connsiteX286" fmla="*/ 840692 w 7467600"/>
              <a:gd name="connsiteY286" fmla="*/ 3284921 h 6858000"/>
              <a:gd name="connsiteX287" fmla="*/ 979248 w 7467600"/>
              <a:gd name="connsiteY287" fmla="*/ 3221003 h 6858000"/>
              <a:gd name="connsiteX288" fmla="*/ 1053282 w 7467600"/>
              <a:gd name="connsiteY288" fmla="*/ 3185247 h 6858000"/>
              <a:gd name="connsiteX289" fmla="*/ 1320603 w 7467600"/>
              <a:gd name="connsiteY289" fmla="*/ 3081281 h 6858000"/>
              <a:gd name="connsiteX290" fmla="*/ 1238695 w 7467600"/>
              <a:gd name="connsiteY290" fmla="*/ 3076820 h 6858000"/>
              <a:gd name="connsiteX291" fmla="*/ 5425627 w 7467600"/>
              <a:gd name="connsiteY291" fmla="*/ 2954192 h 6858000"/>
              <a:gd name="connsiteX292" fmla="*/ 5470770 w 7467600"/>
              <a:gd name="connsiteY292" fmla="*/ 3005435 h 6858000"/>
              <a:gd name="connsiteX293" fmla="*/ 5519779 w 7467600"/>
              <a:gd name="connsiteY293" fmla="*/ 4359223 h 6858000"/>
              <a:gd name="connsiteX294" fmla="*/ 5520293 w 7467600"/>
              <a:gd name="connsiteY294" fmla="*/ 4360602 h 6858000"/>
              <a:gd name="connsiteX295" fmla="*/ 5767221 w 7467600"/>
              <a:gd name="connsiteY295" fmla="*/ 4665564 h 6858000"/>
              <a:gd name="connsiteX296" fmla="*/ 6937169 w 7467600"/>
              <a:gd name="connsiteY296" fmla="*/ 4815941 h 6858000"/>
              <a:gd name="connsiteX297" fmla="*/ 6953922 w 7467600"/>
              <a:gd name="connsiteY297" fmla="*/ 4890068 h 6858000"/>
              <a:gd name="connsiteX298" fmla="*/ 6071359 w 7467600"/>
              <a:gd name="connsiteY298" fmla="*/ 4770770 h 6858000"/>
              <a:gd name="connsiteX299" fmla="*/ 6038839 w 7467600"/>
              <a:gd name="connsiteY299" fmla="*/ 4764474 h 6858000"/>
              <a:gd name="connsiteX300" fmla="*/ 6038706 w 7467600"/>
              <a:gd name="connsiteY300" fmla="*/ 4763847 h 6858000"/>
              <a:gd name="connsiteX301" fmla="*/ 6037784 w 7467600"/>
              <a:gd name="connsiteY301" fmla="*/ 4764270 h 6858000"/>
              <a:gd name="connsiteX302" fmla="*/ 6038839 w 7467600"/>
              <a:gd name="connsiteY302" fmla="*/ 4764474 h 6858000"/>
              <a:gd name="connsiteX303" fmla="*/ 6040338 w 7467600"/>
              <a:gd name="connsiteY303" fmla="*/ 4771418 h 6858000"/>
              <a:gd name="connsiteX304" fmla="*/ 6024488 w 7467600"/>
              <a:gd name="connsiteY304" fmla="*/ 4809903 h 6858000"/>
              <a:gd name="connsiteX305" fmla="*/ 5599771 w 7467600"/>
              <a:gd name="connsiteY305" fmla="*/ 5509652 h 6858000"/>
              <a:gd name="connsiteX306" fmla="*/ 5548843 w 7467600"/>
              <a:gd name="connsiteY306" fmla="*/ 5563845 h 6858000"/>
              <a:gd name="connsiteX307" fmla="*/ 5940952 w 7467600"/>
              <a:gd name="connsiteY307" fmla="*/ 6250028 h 6858000"/>
              <a:gd name="connsiteX308" fmla="*/ 6043441 w 7467600"/>
              <a:gd name="connsiteY308" fmla="*/ 6665847 h 6858000"/>
              <a:gd name="connsiteX309" fmla="*/ 6093432 w 7467600"/>
              <a:gd name="connsiteY309" fmla="*/ 6858000 h 6858000"/>
              <a:gd name="connsiteX310" fmla="*/ 6034344 w 7467600"/>
              <a:gd name="connsiteY310" fmla="*/ 6858000 h 6858000"/>
              <a:gd name="connsiteX311" fmla="*/ 6026679 w 7467600"/>
              <a:gd name="connsiteY311" fmla="*/ 6836959 h 6858000"/>
              <a:gd name="connsiteX312" fmla="*/ 5800441 w 7467600"/>
              <a:gd name="connsiteY312" fmla="*/ 6335286 h 6858000"/>
              <a:gd name="connsiteX313" fmla="*/ 5526562 w 7467600"/>
              <a:gd name="connsiteY313" fmla="*/ 5705388 h 6858000"/>
              <a:gd name="connsiteX314" fmla="*/ 5519640 w 7467600"/>
              <a:gd name="connsiteY314" fmla="*/ 5683774 h 6858000"/>
              <a:gd name="connsiteX315" fmla="*/ 5844559 w 7467600"/>
              <a:gd name="connsiteY315" fmla="*/ 6553349 h 6858000"/>
              <a:gd name="connsiteX316" fmla="*/ 5975994 w 7467600"/>
              <a:gd name="connsiteY316" fmla="*/ 6858000 h 6858000"/>
              <a:gd name="connsiteX317" fmla="*/ 5898547 w 7467600"/>
              <a:gd name="connsiteY317" fmla="*/ 6858000 h 6858000"/>
              <a:gd name="connsiteX318" fmla="*/ 5682041 w 7467600"/>
              <a:gd name="connsiteY318" fmla="*/ 6355860 h 6858000"/>
              <a:gd name="connsiteX319" fmla="*/ 5461758 w 7467600"/>
              <a:gd name="connsiteY319" fmla="*/ 5820220 h 6858000"/>
              <a:gd name="connsiteX320" fmla="*/ 5237282 w 7467600"/>
              <a:gd name="connsiteY320" fmla="*/ 6579086 h 6858000"/>
              <a:gd name="connsiteX321" fmla="*/ 5115009 w 7467600"/>
              <a:gd name="connsiteY321" fmla="*/ 6858000 h 6858000"/>
              <a:gd name="connsiteX322" fmla="*/ 5028074 w 7467600"/>
              <a:gd name="connsiteY322" fmla="*/ 6858000 h 6858000"/>
              <a:gd name="connsiteX323" fmla="*/ 5079508 w 7467600"/>
              <a:gd name="connsiteY323" fmla="*/ 6749074 h 6858000"/>
              <a:gd name="connsiteX324" fmla="*/ 5371846 w 7467600"/>
              <a:gd name="connsiteY324" fmla="*/ 5924413 h 6858000"/>
              <a:gd name="connsiteX325" fmla="*/ 5270512 w 7467600"/>
              <a:gd name="connsiteY325" fmla="*/ 6138975 h 6858000"/>
              <a:gd name="connsiteX326" fmla="*/ 5062409 w 7467600"/>
              <a:gd name="connsiteY326" fmla="*/ 6653544 h 6858000"/>
              <a:gd name="connsiteX327" fmla="*/ 5036628 w 7467600"/>
              <a:gd name="connsiteY327" fmla="*/ 6754247 h 6858000"/>
              <a:gd name="connsiteX328" fmla="*/ 5009112 w 7467600"/>
              <a:gd name="connsiteY328" fmla="*/ 6858000 h 6858000"/>
              <a:gd name="connsiteX329" fmla="*/ 4976679 w 7467600"/>
              <a:gd name="connsiteY329" fmla="*/ 6858000 h 6858000"/>
              <a:gd name="connsiteX330" fmla="*/ 5006537 w 7467600"/>
              <a:gd name="connsiteY330" fmla="*/ 6747068 h 6858000"/>
              <a:gd name="connsiteX331" fmla="*/ 5032723 w 7467600"/>
              <a:gd name="connsiteY331" fmla="*/ 6644957 h 6858000"/>
              <a:gd name="connsiteX332" fmla="*/ 5242949 w 7467600"/>
              <a:gd name="connsiteY332" fmla="*/ 6125175 h 6858000"/>
              <a:gd name="connsiteX333" fmla="*/ 5286321 w 7467600"/>
              <a:gd name="connsiteY333" fmla="*/ 6033555 h 6858000"/>
              <a:gd name="connsiteX334" fmla="*/ 5008210 w 7467600"/>
              <a:gd name="connsiteY334" fmla="*/ 6649194 h 6858000"/>
              <a:gd name="connsiteX335" fmla="*/ 4986321 w 7467600"/>
              <a:gd name="connsiteY335" fmla="*/ 6765687 h 6858000"/>
              <a:gd name="connsiteX336" fmla="*/ 4973474 w 7467600"/>
              <a:gd name="connsiteY336" fmla="*/ 6858000 h 6858000"/>
              <a:gd name="connsiteX337" fmla="*/ 4907178 w 7467600"/>
              <a:gd name="connsiteY337" fmla="*/ 6858000 h 6858000"/>
              <a:gd name="connsiteX338" fmla="*/ 4910810 w 7467600"/>
              <a:gd name="connsiteY338" fmla="*/ 6829660 h 6858000"/>
              <a:gd name="connsiteX339" fmla="*/ 4987461 w 7467600"/>
              <a:gd name="connsiteY339" fmla="*/ 6432994 h 6858000"/>
              <a:gd name="connsiteX340" fmla="*/ 5179262 w 7467600"/>
              <a:gd name="connsiteY340" fmla="*/ 6035044 h 6858000"/>
              <a:gd name="connsiteX341" fmla="*/ 4689678 w 7467600"/>
              <a:gd name="connsiteY341" fmla="*/ 6440241 h 6858000"/>
              <a:gd name="connsiteX342" fmla="*/ 4477543 w 7467600"/>
              <a:gd name="connsiteY342" fmla="*/ 6674836 h 6858000"/>
              <a:gd name="connsiteX343" fmla="*/ 4329957 w 7467600"/>
              <a:gd name="connsiteY343" fmla="*/ 6858000 h 6858000"/>
              <a:gd name="connsiteX344" fmla="*/ 4218595 w 7467600"/>
              <a:gd name="connsiteY344" fmla="*/ 6858000 h 6858000"/>
              <a:gd name="connsiteX345" fmla="*/ 4368888 w 7467600"/>
              <a:gd name="connsiteY345" fmla="*/ 6668412 h 6858000"/>
              <a:gd name="connsiteX346" fmla="*/ 4563091 w 7467600"/>
              <a:gd name="connsiteY346" fmla="*/ 6442508 h 6858000"/>
              <a:gd name="connsiteX347" fmla="*/ 5387324 w 7467600"/>
              <a:gd name="connsiteY347" fmla="*/ 5705830 h 6858000"/>
              <a:gd name="connsiteX348" fmla="*/ 5073620 w 7467600"/>
              <a:gd name="connsiteY348" fmla="*/ 5955437 h 6858000"/>
              <a:gd name="connsiteX349" fmla="*/ 4689789 w 7467600"/>
              <a:gd name="connsiteY349" fmla="*/ 6268382 h 6858000"/>
              <a:gd name="connsiteX350" fmla="*/ 4418722 w 7467600"/>
              <a:gd name="connsiteY350" fmla="*/ 6570886 h 6858000"/>
              <a:gd name="connsiteX351" fmla="*/ 4214944 w 7467600"/>
              <a:gd name="connsiteY351" fmla="*/ 6858000 h 6858000"/>
              <a:gd name="connsiteX352" fmla="*/ 4177898 w 7467600"/>
              <a:gd name="connsiteY352" fmla="*/ 6858000 h 6858000"/>
              <a:gd name="connsiteX353" fmla="*/ 4391597 w 7467600"/>
              <a:gd name="connsiteY353" fmla="*/ 6556370 h 6858000"/>
              <a:gd name="connsiteX354" fmla="*/ 4668889 w 7467600"/>
              <a:gd name="connsiteY354" fmla="*/ 6246399 h 6858000"/>
              <a:gd name="connsiteX355" fmla="*/ 5055427 w 7467600"/>
              <a:gd name="connsiteY355" fmla="*/ 5931476 h 6858000"/>
              <a:gd name="connsiteX356" fmla="*/ 5371814 w 7467600"/>
              <a:gd name="connsiteY356" fmla="*/ 5678975 h 6858000"/>
              <a:gd name="connsiteX357" fmla="*/ 4987918 w 7467600"/>
              <a:gd name="connsiteY357" fmla="*/ 5838701 h 6858000"/>
              <a:gd name="connsiteX358" fmla="*/ 4317146 w 7467600"/>
              <a:gd name="connsiteY358" fmla="*/ 6587716 h 6858000"/>
              <a:gd name="connsiteX359" fmla="*/ 4171627 w 7467600"/>
              <a:gd name="connsiteY359" fmla="*/ 6858000 h 6858000"/>
              <a:gd name="connsiteX360" fmla="*/ 4081585 w 7467600"/>
              <a:gd name="connsiteY360" fmla="*/ 6858000 h 6858000"/>
              <a:gd name="connsiteX361" fmla="*/ 4238603 w 7467600"/>
              <a:gd name="connsiteY361" fmla="*/ 6559341 h 6858000"/>
              <a:gd name="connsiteX362" fmla="*/ 4778333 w 7467600"/>
              <a:gd name="connsiteY362" fmla="*/ 5873626 h 6858000"/>
              <a:gd name="connsiteX363" fmla="*/ 5414185 w 7467600"/>
              <a:gd name="connsiteY363" fmla="*/ 5573882 h 6858000"/>
              <a:gd name="connsiteX364" fmla="*/ 5959648 w 7467600"/>
              <a:gd name="connsiteY364" fmla="*/ 4760797 h 6858000"/>
              <a:gd name="connsiteX365" fmla="*/ 5355019 w 7467600"/>
              <a:gd name="connsiteY365" fmla="*/ 4734672 h 6858000"/>
              <a:gd name="connsiteX366" fmla="*/ 5083565 w 7467600"/>
              <a:gd name="connsiteY366" fmla="*/ 5179121 h 6858000"/>
              <a:gd name="connsiteX367" fmla="*/ 4713577 w 7467600"/>
              <a:gd name="connsiteY367" fmla="*/ 5616803 h 6858000"/>
              <a:gd name="connsiteX368" fmla="*/ 3989559 w 7467600"/>
              <a:gd name="connsiteY368" fmla="*/ 6145945 h 6858000"/>
              <a:gd name="connsiteX369" fmla="*/ 3939824 w 7467600"/>
              <a:gd name="connsiteY369" fmla="*/ 6066900 h 6858000"/>
              <a:gd name="connsiteX370" fmla="*/ 4584537 w 7467600"/>
              <a:gd name="connsiteY370" fmla="*/ 5324826 h 6858000"/>
              <a:gd name="connsiteX371" fmla="*/ 5037105 w 7467600"/>
              <a:gd name="connsiteY371" fmla="*/ 5088765 h 6858000"/>
              <a:gd name="connsiteX372" fmla="*/ 5039930 w 7467600"/>
              <a:gd name="connsiteY372" fmla="*/ 5089585 h 6858000"/>
              <a:gd name="connsiteX373" fmla="*/ 5263764 w 7467600"/>
              <a:gd name="connsiteY373" fmla="*/ 4735525 h 6858000"/>
              <a:gd name="connsiteX374" fmla="*/ 4086300 w 7467600"/>
              <a:gd name="connsiteY374" fmla="*/ 4884599 h 6858000"/>
              <a:gd name="connsiteX375" fmla="*/ 4085485 w 7467600"/>
              <a:gd name="connsiteY375" fmla="*/ 4899070 h 6858000"/>
              <a:gd name="connsiteX376" fmla="*/ 3871915 w 7467600"/>
              <a:gd name="connsiteY376" fmla="*/ 5253645 h 6858000"/>
              <a:gd name="connsiteX377" fmla="*/ 3799374 w 7467600"/>
              <a:gd name="connsiteY377" fmla="*/ 5466127 h 6858000"/>
              <a:gd name="connsiteX378" fmla="*/ 3498850 w 7467600"/>
              <a:gd name="connsiteY378" fmla="*/ 6661888 h 6858000"/>
              <a:gd name="connsiteX379" fmla="*/ 3399216 w 7467600"/>
              <a:gd name="connsiteY379" fmla="*/ 6858000 h 6858000"/>
              <a:gd name="connsiteX380" fmla="*/ 3303688 w 7467600"/>
              <a:gd name="connsiteY380" fmla="*/ 6858000 h 6858000"/>
              <a:gd name="connsiteX381" fmla="*/ 3391774 w 7467600"/>
              <a:gd name="connsiteY381" fmla="*/ 6697181 h 6858000"/>
              <a:gd name="connsiteX382" fmla="*/ 3735540 w 7467600"/>
              <a:gd name="connsiteY382" fmla="*/ 5546923 h 6858000"/>
              <a:gd name="connsiteX383" fmla="*/ 3729438 w 7467600"/>
              <a:gd name="connsiteY383" fmla="*/ 5569058 h 6858000"/>
              <a:gd name="connsiteX384" fmla="*/ 3707782 w 7467600"/>
              <a:gd name="connsiteY384" fmla="*/ 5644908 h 6858000"/>
              <a:gd name="connsiteX385" fmla="*/ 3583827 w 7467600"/>
              <a:gd name="connsiteY385" fmla="*/ 6039215 h 6858000"/>
              <a:gd name="connsiteX386" fmla="*/ 3547861 w 7467600"/>
              <a:gd name="connsiteY386" fmla="*/ 6129609 h 6858000"/>
              <a:gd name="connsiteX387" fmla="*/ 3490905 w 7467600"/>
              <a:gd name="connsiteY387" fmla="*/ 6277660 h 6858000"/>
              <a:gd name="connsiteX388" fmla="*/ 3455859 w 7467600"/>
              <a:gd name="connsiteY388" fmla="*/ 6391301 h 6858000"/>
              <a:gd name="connsiteX389" fmla="*/ 3429112 w 7467600"/>
              <a:gd name="connsiteY389" fmla="*/ 6479469 h 6858000"/>
              <a:gd name="connsiteX390" fmla="*/ 3304862 w 7467600"/>
              <a:gd name="connsiteY390" fmla="*/ 6796476 h 6858000"/>
              <a:gd name="connsiteX391" fmla="*/ 3276071 w 7467600"/>
              <a:gd name="connsiteY391" fmla="*/ 6858000 h 6858000"/>
              <a:gd name="connsiteX392" fmla="*/ 3240805 w 7467600"/>
              <a:gd name="connsiteY392" fmla="*/ 6858000 h 6858000"/>
              <a:gd name="connsiteX393" fmla="*/ 3275917 w 7467600"/>
              <a:gd name="connsiteY393" fmla="*/ 6783192 h 6858000"/>
              <a:gd name="connsiteX394" fmla="*/ 3399358 w 7467600"/>
              <a:gd name="connsiteY394" fmla="*/ 6469011 h 6858000"/>
              <a:gd name="connsiteX395" fmla="*/ 3425650 w 7467600"/>
              <a:gd name="connsiteY395" fmla="*/ 6381333 h 6858000"/>
              <a:gd name="connsiteX396" fmla="*/ 3460661 w 7467600"/>
              <a:gd name="connsiteY396" fmla="*/ 6266763 h 6858000"/>
              <a:gd name="connsiteX397" fmla="*/ 3518021 w 7467600"/>
              <a:gd name="connsiteY397" fmla="*/ 6117298 h 6858000"/>
              <a:gd name="connsiteX398" fmla="*/ 3554035 w 7467600"/>
              <a:gd name="connsiteY398" fmla="*/ 6027832 h 6858000"/>
              <a:gd name="connsiteX399" fmla="*/ 3677174 w 7467600"/>
              <a:gd name="connsiteY399" fmla="*/ 5636351 h 6858000"/>
              <a:gd name="connsiteX400" fmla="*/ 3698819 w 7467600"/>
              <a:gd name="connsiteY400" fmla="*/ 5560503 h 6858000"/>
              <a:gd name="connsiteX401" fmla="*/ 3702094 w 7467600"/>
              <a:gd name="connsiteY401" fmla="*/ 5549194 h 6858000"/>
              <a:gd name="connsiteX402" fmla="*/ 3398355 w 7467600"/>
              <a:gd name="connsiteY402" fmla="*/ 6094603 h 6858000"/>
              <a:gd name="connsiteX403" fmla="*/ 3193941 w 7467600"/>
              <a:gd name="connsiteY403" fmla="*/ 6798775 h 6858000"/>
              <a:gd name="connsiteX404" fmla="*/ 3184140 w 7467600"/>
              <a:gd name="connsiteY404" fmla="*/ 6858000 h 6858000"/>
              <a:gd name="connsiteX405" fmla="*/ 3099978 w 7467600"/>
              <a:gd name="connsiteY405" fmla="*/ 6858000 h 6858000"/>
              <a:gd name="connsiteX406" fmla="*/ 3101556 w 7467600"/>
              <a:gd name="connsiteY406" fmla="*/ 6843337 h 6858000"/>
              <a:gd name="connsiteX407" fmla="*/ 3370162 w 7467600"/>
              <a:gd name="connsiteY407" fmla="*/ 5785550 h 6858000"/>
              <a:gd name="connsiteX408" fmla="*/ 3746477 w 7467600"/>
              <a:gd name="connsiteY408" fmla="*/ 5377889 h 6858000"/>
              <a:gd name="connsiteX409" fmla="*/ 3863399 w 7467600"/>
              <a:gd name="connsiteY409" fmla="*/ 5087257 h 6858000"/>
              <a:gd name="connsiteX410" fmla="*/ 3968712 w 7467600"/>
              <a:gd name="connsiteY410" fmla="*/ 4913989 h 6858000"/>
              <a:gd name="connsiteX411" fmla="*/ 2792390 w 7467600"/>
              <a:gd name="connsiteY411" fmla="*/ 5382974 h 6858000"/>
              <a:gd name="connsiteX412" fmla="*/ 2714982 w 7467600"/>
              <a:gd name="connsiteY412" fmla="*/ 5427051 h 6858000"/>
              <a:gd name="connsiteX413" fmla="*/ 2813361 w 7467600"/>
              <a:gd name="connsiteY413" fmla="*/ 6023912 h 6858000"/>
              <a:gd name="connsiteX414" fmla="*/ 2688430 w 7467600"/>
              <a:gd name="connsiteY414" fmla="*/ 6801564 h 6858000"/>
              <a:gd name="connsiteX415" fmla="*/ 2629626 w 7467600"/>
              <a:gd name="connsiteY415" fmla="*/ 6763394 h 6858000"/>
              <a:gd name="connsiteX416" fmla="*/ 2565328 w 7467600"/>
              <a:gd name="connsiteY416" fmla="*/ 5516399 h 6858000"/>
              <a:gd name="connsiteX417" fmla="*/ 1922999 w 7467600"/>
              <a:gd name="connsiteY417" fmla="*/ 5980343 h 6858000"/>
              <a:gd name="connsiteX418" fmla="*/ 1950261 w 7467600"/>
              <a:gd name="connsiteY418" fmla="*/ 6405858 h 6858000"/>
              <a:gd name="connsiteX419" fmla="*/ 2365554 w 7467600"/>
              <a:gd name="connsiteY419" fmla="*/ 6759107 h 6858000"/>
              <a:gd name="connsiteX420" fmla="*/ 2424142 w 7467600"/>
              <a:gd name="connsiteY420" fmla="*/ 6858000 h 6858000"/>
              <a:gd name="connsiteX421" fmla="*/ 2395994 w 7467600"/>
              <a:gd name="connsiteY421" fmla="*/ 6858000 h 6858000"/>
              <a:gd name="connsiteX422" fmla="*/ 2392863 w 7467600"/>
              <a:gd name="connsiteY422" fmla="*/ 6852964 h 6858000"/>
              <a:gd name="connsiteX423" fmla="*/ 2017589 w 7467600"/>
              <a:gd name="connsiteY423" fmla="*/ 6493982 h 6858000"/>
              <a:gd name="connsiteX424" fmla="*/ 2147336 w 7467600"/>
              <a:gd name="connsiteY424" fmla="*/ 6594052 h 6858000"/>
              <a:gd name="connsiteX425" fmla="*/ 2207047 w 7467600"/>
              <a:gd name="connsiteY425" fmla="*/ 6654540 h 6858000"/>
              <a:gd name="connsiteX426" fmla="*/ 2299106 w 7467600"/>
              <a:gd name="connsiteY426" fmla="*/ 6778931 h 6858000"/>
              <a:gd name="connsiteX427" fmla="*/ 2314430 w 7467600"/>
              <a:gd name="connsiteY427" fmla="*/ 6801144 h 6858000"/>
              <a:gd name="connsiteX428" fmla="*/ 2352406 w 7467600"/>
              <a:gd name="connsiteY428" fmla="*/ 6858000 h 6858000"/>
              <a:gd name="connsiteX429" fmla="*/ 2314492 w 7467600"/>
              <a:gd name="connsiteY429" fmla="*/ 6858000 h 6858000"/>
              <a:gd name="connsiteX430" fmla="*/ 2288095 w 7467600"/>
              <a:gd name="connsiteY430" fmla="*/ 6818030 h 6858000"/>
              <a:gd name="connsiteX431" fmla="*/ 2272768 w 7467600"/>
              <a:gd name="connsiteY431" fmla="*/ 6795822 h 6858000"/>
              <a:gd name="connsiteX432" fmla="*/ 2182715 w 7467600"/>
              <a:gd name="connsiteY432" fmla="*/ 6675071 h 6858000"/>
              <a:gd name="connsiteX433" fmla="*/ 2032061 w 7467600"/>
              <a:gd name="connsiteY433" fmla="*/ 6541380 h 6858000"/>
              <a:gd name="connsiteX434" fmla="*/ 2257220 w 7467600"/>
              <a:gd name="connsiteY434" fmla="*/ 6826257 h 6858000"/>
              <a:gd name="connsiteX435" fmla="*/ 2281324 w 7467600"/>
              <a:gd name="connsiteY435" fmla="*/ 6858000 h 6858000"/>
              <a:gd name="connsiteX436" fmla="*/ 2242860 w 7467600"/>
              <a:gd name="connsiteY436" fmla="*/ 6858000 h 6858000"/>
              <a:gd name="connsiteX437" fmla="*/ 2232818 w 7467600"/>
              <a:gd name="connsiteY437" fmla="*/ 6844926 h 6858000"/>
              <a:gd name="connsiteX438" fmla="*/ 1990172 w 7467600"/>
              <a:gd name="connsiteY438" fmla="*/ 6542121 h 6858000"/>
              <a:gd name="connsiteX439" fmla="*/ 2124090 w 7467600"/>
              <a:gd name="connsiteY439" fmla="*/ 6761017 h 6858000"/>
              <a:gd name="connsiteX440" fmla="*/ 2200380 w 7467600"/>
              <a:gd name="connsiteY440" fmla="*/ 6858000 h 6858000"/>
              <a:gd name="connsiteX441" fmla="*/ 2147507 w 7467600"/>
              <a:gd name="connsiteY441" fmla="*/ 6858000 h 6858000"/>
              <a:gd name="connsiteX442" fmla="*/ 2070668 w 7467600"/>
              <a:gd name="connsiteY442" fmla="*/ 6761520 h 6858000"/>
              <a:gd name="connsiteX443" fmla="*/ 1975142 w 7467600"/>
              <a:gd name="connsiteY443" fmla="*/ 6585570 h 6858000"/>
              <a:gd name="connsiteX444" fmla="*/ 2050035 w 7467600"/>
              <a:gd name="connsiteY444" fmla="*/ 6813345 h 6858000"/>
              <a:gd name="connsiteX445" fmla="*/ 2063025 w 7467600"/>
              <a:gd name="connsiteY445" fmla="*/ 6858000 h 6858000"/>
              <a:gd name="connsiteX446" fmla="*/ 2021675 w 7467600"/>
              <a:gd name="connsiteY446" fmla="*/ 6858000 h 6858000"/>
              <a:gd name="connsiteX447" fmla="*/ 2019308 w 7467600"/>
              <a:gd name="connsiteY447" fmla="*/ 6847118 h 6858000"/>
              <a:gd name="connsiteX448" fmla="*/ 1938835 w 7467600"/>
              <a:gd name="connsiteY448" fmla="*/ 6551160 h 6858000"/>
              <a:gd name="connsiteX449" fmla="*/ 1953230 w 7467600"/>
              <a:gd name="connsiteY449" fmla="*/ 6759699 h 6858000"/>
              <a:gd name="connsiteX450" fmla="*/ 1956763 w 7467600"/>
              <a:gd name="connsiteY450" fmla="*/ 6778191 h 6858000"/>
              <a:gd name="connsiteX451" fmla="*/ 1967925 w 7467600"/>
              <a:gd name="connsiteY451" fmla="*/ 6858000 h 6858000"/>
              <a:gd name="connsiteX452" fmla="*/ 1936622 w 7467600"/>
              <a:gd name="connsiteY452" fmla="*/ 6858000 h 6858000"/>
              <a:gd name="connsiteX453" fmla="*/ 1926261 w 7467600"/>
              <a:gd name="connsiteY453" fmla="*/ 6784064 h 6858000"/>
              <a:gd name="connsiteX454" fmla="*/ 1922724 w 7467600"/>
              <a:gd name="connsiteY454" fmla="*/ 6765577 h 6858000"/>
              <a:gd name="connsiteX455" fmla="*/ 1904650 w 7467600"/>
              <a:gd name="connsiteY455" fmla="*/ 6639616 h 6858000"/>
              <a:gd name="connsiteX456" fmla="*/ 1885273 w 7467600"/>
              <a:gd name="connsiteY456" fmla="*/ 6858000 h 6858000"/>
              <a:gd name="connsiteX457" fmla="*/ 1854363 w 7467600"/>
              <a:gd name="connsiteY457" fmla="*/ 6858000 h 6858000"/>
              <a:gd name="connsiteX458" fmla="*/ 1880391 w 7467600"/>
              <a:gd name="connsiteY458" fmla="*/ 6603796 h 6858000"/>
              <a:gd name="connsiteX459" fmla="*/ 1818273 w 7467600"/>
              <a:gd name="connsiteY459" fmla="*/ 6715729 h 6858000"/>
              <a:gd name="connsiteX460" fmla="*/ 1794691 w 7467600"/>
              <a:gd name="connsiteY460" fmla="*/ 6843239 h 6858000"/>
              <a:gd name="connsiteX461" fmla="*/ 1794914 w 7467600"/>
              <a:gd name="connsiteY461" fmla="*/ 6858000 h 6858000"/>
              <a:gd name="connsiteX462" fmla="*/ 1746128 w 7467600"/>
              <a:gd name="connsiteY462" fmla="*/ 6858000 h 6858000"/>
              <a:gd name="connsiteX463" fmla="*/ 1753934 w 7467600"/>
              <a:gd name="connsiteY463" fmla="*/ 6724796 h 6858000"/>
              <a:gd name="connsiteX464" fmla="*/ 1792053 w 7467600"/>
              <a:gd name="connsiteY464" fmla="*/ 6572396 h 6858000"/>
              <a:gd name="connsiteX465" fmla="*/ 1862248 w 7467600"/>
              <a:gd name="connsiteY465" fmla="*/ 6266397 h 6858000"/>
              <a:gd name="connsiteX466" fmla="*/ 1862250 w 7467600"/>
              <a:gd name="connsiteY466" fmla="*/ 6033531 h 6858000"/>
              <a:gd name="connsiteX467" fmla="*/ 1211999 w 7467600"/>
              <a:gd name="connsiteY467" fmla="*/ 6683610 h 6858000"/>
              <a:gd name="connsiteX468" fmla="*/ 1213266 w 7467600"/>
              <a:gd name="connsiteY468" fmla="*/ 6691947 h 6858000"/>
              <a:gd name="connsiteX469" fmla="*/ 1203370 w 7467600"/>
              <a:gd name="connsiteY469" fmla="*/ 6850676 h 6858000"/>
              <a:gd name="connsiteX470" fmla="*/ 1203671 w 7467600"/>
              <a:gd name="connsiteY470" fmla="*/ 6858000 h 6858000"/>
              <a:gd name="connsiteX471" fmla="*/ 1143180 w 7467600"/>
              <a:gd name="connsiteY471" fmla="*/ 6858000 h 6858000"/>
              <a:gd name="connsiteX472" fmla="*/ 1142176 w 7467600"/>
              <a:gd name="connsiteY472" fmla="*/ 6766045 h 6858000"/>
              <a:gd name="connsiteX473" fmla="*/ 1067484 w 7467600"/>
              <a:gd name="connsiteY473" fmla="*/ 6858000 h 6858000"/>
              <a:gd name="connsiteX474" fmla="*/ 953928 w 7467600"/>
              <a:gd name="connsiteY474" fmla="*/ 6858000 h 6858000"/>
              <a:gd name="connsiteX475" fmla="*/ 959715 w 7467600"/>
              <a:gd name="connsiteY475" fmla="*/ 6850185 h 6858000"/>
              <a:gd name="connsiteX476" fmla="*/ 1483788 w 7467600"/>
              <a:gd name="connsiteY476" fmla="*/ 6259174 h 6858000"/>
              <a:gd name="connsiteX477" fmla="*/ 1100671 w 7467600"/>
              <a:gd name="connsiteY477" fmla="*/ 6252137 h 6858000"/>
              <a:gd name="connsiteX478" fmla="*/ 1090144 w 7467600"/>
              <a:gd name="connsiteY478" fmla="*/ 6256748 h 6858000"/>
              <a:gd name="connsiteX479" fmla="*/ 1095872 w 7467600"/>
              <a:gd name="connsiteY479" fmla="*/ 6271892 h 6858000"/>
              <a:gd name="connsiteX480" fmla="*/ 262785 w 7467600"/>
              <a:gd name="connsiteY480" fmla="*/ 6845450 h 6858000"/>
              <a:gd name="connsiteX481" fmla="*/ 209968 w 7467600"/>
              <a:gd name="connsiteY481" fmla="*/ 6770713 h 6858000"/>
              <a:gd name="connsiteX482" fmla="*/ 873460 w 7467600"/>
              <a:gd name="connsiteY482" fmla="*/ 6253768 h 6858000"/>
              <a:gd name="connsiteX483" fmla="*/ 192686 w 7467600"/>
              <a:gd name="connsiteY483" fmla="*/ 5849257 h 6858000"/>
              <a:gd name="connsiteX484" fmla="*/ 4696 w 7467600"/>
              <a:gd name="connsiteY484" fmla="*/ 5697668 h 6858000"/>
              <a:gd name="connsiteX485" fmla="*/ 0 w 7467600"/>
              <a:gd name="connsiteY485" fmla="*/ 5689984 h 6858000"/>
              <a:gd name="connsiteX486" fmla="*/ 0 w 7467600"/>
              <a:gd name="connsiteY486" fmla="*/ 5513472 h 6858000"/>
              <a:gd name="connsiteX487" fmla="*/ 174101 w 7467600"/>
              <a:gd name="connsiteY487" fmla="*/ 5620277 h 6858000"/>
              <a:gd name="connsiteX488" fmla="*/ 891800 w 7467600"/>
              <a:gd name="connsiteY488" fmla="*/ 6036935 h 6858000"/>
              <a:gd name="connsiteX489" fmla="*/ 1072219 w 7467600"/>
              <a:gd name="connsiteY489" fmla="*/ 6169443 h 6858000"/>
              <a:gd name="connsiteX490" fmla="*/ 1074117 w 7467600"/>
              <a:gd name="connsiteY490" fmla="*/ 6170301 h 6858000"/>
              <a:gd name="connsiteX491" fmla="*/ 1083114 w 7467600"/>
              <a:gd name="connsiteY491" fmla="*/ 6174131 h 6858000"/>
              <a:gd name="connsiteX492" fmla="*/ 1543010 w 7467600"/>
              <a:gd name="connsiteY492" fmla="*/ 6191140 h 6858000"/>
              <a:gd name="connsiteX493" fmla="*/ 1551080 w 7467600"/>
              <a:gd name="connsiteY493" fmla="*/ 6195006 h 6858000"/>
              <a:gd name="connsiteX494" fmla="*/ 2345443 w 7467600"/>
              <a:gd name="connsiteY494" fmla="*/ 5549882 h 6858000"/>
              <a:gd name="connsiteX495" fmla="*/ 1721499 w 7467600"/>
              <a:gd name="connsiteY495" fmla="*/ 5599969 h 6858000"/>
              <a:gd name="connsiteX496" fmla="*/ 767716 w 7467600"/>
              <a:gd name="connsiteY496" fmla="*/ 5472768 h 6858000"/>
              <a:gd name="connsiteX497" fmla="*/ 722147 w 7467600"/>
              <a:gd name="connsiteY497" fmla="*/ 5393091 h 6858000"/>
              <a:gd name="connsiteX498" fmla="*/ 1485552 w 7467600"/>
              <a:gd name="connsiteY498" fmla="*/ 5313202 h 6858000"/>
              <a:gd name="connsiteX499" fmla="*/ 2143004 w 7467600"/>
              <a:gd name="connsiteY499" fmla="*/ 5402420 h 6858000"/>
              <a:gd name="connsiteX500" fmla="*/ 1933391 w 7467600"/>
              <a:gd name="connsiteY500" fmla="*/ 5156971 h 6858000"/>
              <a:gd name="connsiteX501" fmla="*/ 1827118 w 7467600"/>
              <a:gd name="connsiteY501" fmla="*/ 4968410 h 6858000"/>
              <a:gd name="connsiteX502" fmla="*/ 1837349 w 7467600"/>
              <a:gd name="connsiteY502" fmla="*/ 4956357 h 6858000"/>
              <a:gd name="connsiteX503" fmla="*/ 2162835 w 7467600"/>
              <a:gd name="connsiteY503" fmla="*/ 5187853 h 6858000"/>
              <a:gd name="connsiteX504" fmla="*/ 2257167 w 7467600"/>
              <a:gd name="connsiteY504" fmla="*/ 5462123 h 6858000"/>
              <a:gd name="connsiteX505" fmla="*/ 2261598 w 7467600"/>
              <a:gd name="connsiteY505" fmla="*/ 5467998 h 6858000"/>
              <a:gd name="connsiteX506" fmla="*/ 2437177 w 7467600"/>
              <a:gd name="connsiteY506" fmla="*/ 5479608 h 6858000"/>
              <a:gd name="connsiteX507" fmla="*/ 2445247 w 7467600"/>
              <a:gd name="connsiteY507" fmla="*/ 5483476 h 6858000"/>
              <a:gd name="connsiteX508" fmla="*/ 2743626 w 7467600"/>
              <a:gd name="connsiteY508" fmla="*/ 5304819 h 6858000"/>
              <a:gd name="connsiteX509" fmla="*/ 3048102 w 7467600"/>
              <a:gd name="connsiteY509" fmla="*/ 5150595 h 6858000"/>
              <a:gd name="connsiteX510" fmla="*/ 1799414 w 7467600"/>
              <a:gd name="connsiteY510" fmla="*/ 4694732 h 6858000"/>
              <a:gd name="connsiteX511" fmla="*/ 1771735 w 7467600"/>
              <a:gd name="connsiteY511" fmla="*/ 4619929 h 6858000"/>
              <a:gd name="connsiteX512" fmla="*/ 3104273 w 7467600"/>
              <a:gd name="connsiteY512" fmla="*/ 5076159 h 6858000"/>
              <a:gd name="connsiteX513" fmla="*/ 3113245 w 7467600"/>
              <a:gd name="connsiteY513" fmla="*/ 5090705 h 6858000"/>
              <a:gd name="connsiteX514" fmla="*/ 3126294 w 7467600"/>
              <a:gd name="connsiteY514" fmla="*/ 5114400 h 6858000"/>
              <a:gd name="connsiteX515" fmla="*/ 3937433 w 7467600"/>
              <a:gd name="connsiteY515" fmla="*/ 4830473 h 6858000"/>
              <a:gd name="connsiteX516" fmla="*/ 3590475 w 7467600"/>
              <a:gd name="connsiteY516" fmla="*/ 4597974 h 6858000"/>
              <a:gd name="connsiteX517" fmla="*/ 3100264 w 7467600"/>
              <a:gd name="connsiteY517" fmla="*/ 4579845 h 6858000"/>
              <a:gd name="connsiteX518" fmla="*/ 2183576 w 7467600"/>
              <a:gd name="connsiteY518" fmla="*/ 4227150 h 6858000"/>
              <a:gd name="connsiteX519" fmla="*/ 2151029 w 7467600"/>
              <a:gd name="connsiteY519" fmla="*/ 4146947 h 6858000"/>
              <a:gd name="connsiteX520" fmla="*/ 3563434 w 7467600"/>
              <a:gd name="connsiteY520" fmla="*/ 4469115 h 6858000"/>
              <a:gd name="connsiteX521" fmla="*/ 3177952 w 7467600"/>
              <a:gd name="connsiteY521" fmla="*/ 3657386 h 6858000"/>
              <a:gd name="connsiteX522" fmla="*/ 3189263 w 7467600"/>
              <a:gd name="connsiteY522" fmla="*/ 3625726 h 6858000"/>
              <a:gd name="connsiteX523" fmla="*/ 3560912 w 7467600"/>
              <a:gd name="connsiteY523" fmla="*/ 4079863 h 6858000"/>
              <a:gd name="connsiteX524" fmla="*/ 3626636 w 7467600"/>
              <a:gd name="connsiteY524" fmla="*/ 4512230 h 6858000"/>
              <a:gd name="connsiteX525" fmla="*/ 3653088 w 7467600"/>
              <a:gd name="connsiteY525" fmla="*/ 4521417 h 6858000"/>
              <a:gd name="connsiteX526" fmla="*/ 3988128 w 7467600"/>
              <a:gd name="connsiteY526" fmla="*/ 4817267 h 6858000"/>
              <a:gd name="connsiteX527" fmla="*/ 4830582 w 7467600"/>
              <a:gd name="connsiteY527" fmla="*/ 4676000 h 6858000"/>
              <a:gd name="connsiteX528" fmla="*/ 4830100 w 7467600"/>
              <a:gd name="connsiteY528" fmla="*/ 4675554 h 6858000"/>
              <a:gd name="connsiteX529" fmla="*/ 4036318 w 7467600"/>
              <a:gd name="connsiteY529" fmla="*/ 4147013 h 6858000"/>
              <a:gd name="connsiteX530" fmla="*/ 3432098 w 7467600"/>
              <a:gd name="connsiteY530" fmla="*/ 3537312 h 6858000"/>
              <a:gd name="connsiteX531" fmla="*/ 3446761 w 7467600"/>
              <a:gd name="connsiteY531" fmla="*/ 3461278 h 6858000"/>
              <a:gd name="connsiteX532" fmla="*/ 4419733 w 7467600"/>
              <a:gd name="connsiteY532" fmla="*/ 3963555 h 6858000"/>
              <a:gd name="connsiteX533" fmla="*/ 4781371 w 7467600"/>
              <a:gd name="connsiteY533" fmla="*/ 4458604 h 6858000"/>
              <a:gd name="connsiteX534" fmla="*/ 4780440 w 7467600"/>
              <a:gd name="connsiteY534" fmla="*/ 4470290 h 6858000"/>
              <a:gd name="connsiteX535" fmla="*/ 4898954 w 7467600"/>
              <a:gd name="connsiteY535" fmla="*/ 4662092 h 6858000"/>
              <a:gd name="connsiteX536" fmla="*/ 4900699 w 7467600"/>
              <a:gd name="connsiteY536" fmla="*/ 4670867 h 6858000"/>
              <a:gd name="connsiteX537" fmla="*/ 5714511 w 7467600"/>
              <a:gd name="connsiteY537" fmla="*/ 4663483 h 6858000"/>
              <a:gd name="connsiteX538" fmla="*/ 5464793 w 7467600"/>
              <a:gd name="connsiteY538" fmla="*/ 4393556 h 6858000"/>
              <a:gd name="connsiteX539" fmla="*/ 5461897 w 7467600"/>
              <a:gd name="connsiteY539" fmla="*/ 4390879 h 6858000"/>
              <a:gd name="connsiteX540" fmla="*/ 4294126 w 7467600"/>
              <a:gd name="connsiteY540" fmla="*/ 3303048 h 6858000"/>
              <a:gd name="connsiteX541" fmla="*/ 4305321 w 7467600"/>
              <a:gd name="connsiteY541" fmla="*/ 3256953 h 6858000"/>
              <a:gd name="connsiteX542" fmla="*/ 4949299 w 7467600"/>
              <a:gd name="connsiteY542" fmla="*/ 3766336 h 6858000"/>
              <a:gd name="connsiteX543" fmla="*/ 5291452 w 7467600"/>
              <a:gd name="connsiteY543" fmla="*/ 4076801 h 6858000"/>
              <a:gd name="connsiteX544" fmla="*/ 5434998 w 7467600"/>
              <a:gd name="connsiteY544" fmla="*/ 4254100 h 6858000"/>
              <a:gd name="connsiteX545" fmla="*/ 5351015 w 7467600"/>
              <a:gd name="connsiteY545" fmla="*/ 3760989 h 6858000"/>
              <a:gd name="connsiteX546" fmla="*/ 5413780 w 7467600"/>
              <a:gd name="connsiteY546" fmla="*/ 2966265 h 6858000"/>
              <a:gd name="connsiteX547" fmla="*/ 5425627 w 7467600"/>
              <a:gd name="connsiteY547" fmla="*/ 2954192 h 6858000"/>
              <a:gd name="connsiteX548" fmla="*/ 6604735 w 7467600"/>
              <a:gd name="connsiteY548" fmla="*/ 2041381 h 6858000"/>
              <a:gd name="connsiteX549" fmla="*/ 7204487 w 7467600"/>
              <a:gd name="connsiteY549" fmla="*/ 2742112 h 6858000"/>
              <a:gd name="connsiteX550" fmla="*/ 7131592 w 7467600"/>
              <a:gd name="connsiteY550" fmla="*/ 2672096 h 6858000"/>
              <a:gd name="connsiteX551" fmla="*/ 6996344 w 7467600"/>
              <a:gd name="connsiteY551" fmla="*/ 2518310 h 6858000"/>
              <a:gd name="connsiteX552" fmla="*/ 6735495 w 7467600"/>
              <a:gd name="connsiteY552" fmla="*/ 2196890 h 6858000"/>
              <a:gd name="connsiteX553" fmla="*/ 6721901 w 7467600"/>
              <a:gd name="connsiteY553" fmla="*/ 2179274 h 6858000"/>
              <a:gd name="connsiteX554" fmla="*/ 6604735 w 7467600"/>
              <a:gd name="connsiteY554" fmla="*/ 2041381 h 6858000"/>
              <a:gd name="connsiteX555" fmla="*/ 6591670 w 7467600"/>
              <a:gd name="connsiteY555" fmla="*/ 1988277 h 6858000"/>
              <a:gd name="connsiteX556" fmla="*/ 6747349 w 7467600"/>
              <a:gd name="connsiteY556" fmla="*/ 2160069 h 6858000"/>
              <a:gd name="connsiteX557" fmla="*/ 6760943 w 7467600"/>
              <a:gd name="connsiteY557" fmla="*/ 2177686 h 6858000"/>
              <a:gd name="connsiteX558" fmla="*/ 7021065 w 7467600"/>
              <a:gd name="connsiteY558" fmla="*/ 2498102 h 6858000"/>
              <a:gd name="connsiteX559" fmla="*/ 7155223 w 7467600"/>
              <a:gd name="connsiteY559" fmla="*/ 2650386 h 6858000"/>
              <a:gd name="connsiteX560" fmla="*/ 7203167 w 7467600"/>
              <a:gd name="connsiteY560" fmla="*/ 2697288 h 6858000"/>
              <a:gd name="connsiteX561" fmla="*/ 6937703 w 7467600"/>
              <a:gd name="connsiteY561" fmla="*/ 2321981 h 6858000"/>
              <a:gd name="connsiteX562" fmla="*/ 6591670 w 7467600"/>
              <a:gd name="connsiteY562" fmla="*/ 1988277 h 6858000"/>
              <a:gd name="connsiteX563" fmla="*/ 5798671 w 7467600"/>
              <a:gd name="connsiteY563" fmla="*/ 1981601 h 6858000"/>
              <a:gd name="connsiteX564" fmla="*/ 5754709 w 7467600"/>
              <a:gd name="connsiteY564" fmla="*/ 2071454 h 6858000"/>
              <a:gd name="connsiteX565" fmla="*/ 5763044 w 7467600"/>
              <a:gd name="connsiteY565" fmla="*/ 2842206 h 6858000"/>
              <a:gd name="connsiteX566" fmla="*/ 5764974 w 7467600"/>
              <a:gd name="connsiteY566" fmla="*/ 2799609 h 6858000"/>
              <a:gd name="connsiteX567" fmla="*/ 5767665 w 7467600"/>
              <a:gd name="connsiteY567" fmla="*/ 2666409 h 6858000"/>
              <a:gd name="connsiteX568" fmla="*/ 5763055 w 7467600"/>
              <a:gd name="connsiteY568" fmla="*/ 2579705 h 6858000"/>
              <a:gd name="connsiteX569" fmla="*/ 5758079 w 7467600"/>
              <a:gd name="connsiteY569" fmla="*/ 2492508 h 6858000"/>
              <a:gd name="connsiteX570" fmla="*/ 5779325 w 7467600"/>
              <a:gd name="connsiteY570" fmla="*/ 2197069 h 6858000"/>
              <a:gd name="connsiteX571" fmla="*/ 5798671 w 7467600"/>
              <a:gd name="connsiteY571" fmla="*/ 1981601 h 6858000"/>
              <a:gd name="connsiteX572" fmla="*/ 5829202 w 7467600"/>
              <a:gd name="connsiteY572" fmla="*/ 1971679 h 6858000"/>
              <a:gd name="connsiteX573" fmla="*/ 5809558 w 7467600"/>
              <a:gd name="connsiteY573" fmla="*/ 2198043 h 6858000"/>
              <a:gd name="connsiteX574" fmla="*/ 5788653 w 7467600"/>
              <a:gd name="connsiteY574" fmla="*/ 2489430 h 6858000"/>
              <a:gd name="connsiteX575" fmla="*/ 5793439 w 7467600"/>
              <a:gd name="connsiteY575" fmla="*/ 2575235 h 6858000"/>
              <a:gd name="connsiteX576" fmla="*/ 5796837 w 7467600"/>
              <a:gd name="connsiteY576" fmla="*/ 2637633 h 6858000"/>
              <a:gd name="connsiteX577" fmla="*/ 5818614 w 7467600"/>
              <a:gd name="connsiteY577" fmla="*/ 2473055 h 6858000"/>
              <a:gd name="connsiteX578" fmla="*/ 5829202 w 7467600"/>
              <a:gd name="connsiteY578" fmla="*/ 1971679 h 6858000"/>
              <a:gd name="connsiteX579" fmla="*/ 5911389 w 7467600"/>
              <a:gd name="connsiteY579" fmla="*/ 1898371 h 6858000"/>
              <a:gd name="connsiteX580" fmla="*/ 6237627 w 7467600"/>
              <a:gd name="connsiteY580" fmla="*/ 2231921 h 6858000"/>
              <a:gd name="connsiteX581" fmla="*/ 5911389 w 7467600"/>
              <a:gd name="connsiteY581" fmla="*/ 1898371 h 6858000"/>
              <a:gd name="connsiteX582" fmla="*/ 6944437 w 7467600"/>
              <a:gd name="connsiteY582" fmla="*/ 1575402 h 6858000"/>
              <a:gd name="connsiteX583" fmla="*/ 6304730 w 7467600"/>
              <a:gd name="connsiteY583" fmla="*/ 1766654 h 6858000"/>
              <a:gd name="connsiteX584" fmla="*/ 6944437 w 7467600"/>
              <a:gd name="connsiteY584" fmla="*/ 1575402 h 6858000"/>
              <a:gd name="connsiteX585" fmla="*/ 7019523 w 7467600"/>
              <a:gd name="connsiteY585" fmla="*/ 1519450 h 6858000"/>
              <a:gd name="connsiteX586" fmla="*/ 6298091 w 7467600"/>
              <a:gd name="connsiteY586" fmla="*/ 1737122 h 6858000"/>
              <a:gd name="connsiteX587" fmla="*/ 7019523 w 7467600"/>
              <a:gd name="connsiteY587" fmla="*/ 1519450 h 6858000"/>
              <a:gd name="connsiteX588" fmla="*/ 2399523 w 7467600"/>
              <a:gd name="connsiteY588" fmla="*/ 1428234 h 6858000"/>
              <a:gd name="connsiteX589" fmla="*/ 2224982 w 7467600"/>
              <a:gd name="connsiteY589" fmla="*/ 1826201 h 6858000"/>
              <a:gd name="connsiteX590" fmla="*/ 2096099 w 7467600"/>
              <a:gd name="connsiteY590" fmla="*/ 2345900 h 6858000"/>
              <a:gd name="connsiteX591" fmla="*/ 2283317 w 7467600"/>
              <a:gd name="connsiteY591" fmla="*/ 1796925 h 6858000"/>
              <a:gd name="connsiteX592" fmla="*/ 2399523 w 7467600"/>
              <a:gd name="connsiteY592" fmla="*/ 1428234 h 6858000"/>
              <a:gd name="connsiteX593" fmla="*/ 2448558 w 7467600"/>
              <a:gd name="connsiteY593" fmla="*/ 1373435 h 6858000"/>
              <a:gd name="connsiteX594" fmla="*/ 2312521 w 7467600"/>
              <a:gd name="connsiteY594" fmla="*/ 1806140 h 6858000"/>
              <a:gd name="connsiteX595" fmla="*/ 2127533 w 7467600"/>
              <a:gd name="connsiteY595" fmla="*/ 2348380 h 6858000"/>
              <a:gd name="connsiteX596" fmla="*/ 2358080 w 7467600"/>
              <a:gd name="connsiteY596" fmla="*/ 1866134 h 6858000"/>
              <a:gd name="connsiteX597" fmla="*/ 2407436 w 7467600"/>
              <a:gd name="connsiteY597" fmla="*/ 1651070 h 6858000"/>
              <a:gd name="connsiteX598" fmla="*/ 2448558 w 7467600"/>
              <a:gd name="connsiteY598" fmla="*/ 1373435 h 6858000"/>
              <a:gd name="connsiteX599" fmla="*/ 278707 w 7467600"/>
              <a:gd name="connsiteY599" fmla="*/ 1352270 h 6858000"/>
              <a:gd name="connsiteX600" fmla="*/ 321570 w 7467600"/>
              <a:gd name="connsiteY600" fmla="*/ 1861610 h 6858000"/>
              <a:gd name="connsiteX601" fmla="*/ 294281 w 7467600"/>
              <a:gd name="connsiteY601" fmla="*/ 1440658 h 6858000"/>
              <a:gd name="connsiteX602" fmla="*/ 278707 w 7467600"/>
              <a:gd name="connsiteY602" fmla="*/ 1352270 h 6858000"/>
              <a:gd name="connsiteX603" fmla="*/ 1423821 w 7467600"/>
              <a:gd name="connsiteY603" fmla="*/ 1351958 h 6858000"/>
              <a:gd name="connsiteX604" fmla="*/ 1638521 w 7467600"/>
              <a:gd name="connsiteY604" fmla="*/ 1908470 h 6858000"/>
              <a:gd name="connsiteX605" fmla="*/ 1754199 w 7467600"/>
              <a:gd name="connsiteY605" fmla="*/ 2149284 h 6858000"/>
              <a:gd name="connsiteX606" fmla="*/ 1908359 w 7467600"/>
              <a:gd name="connsiteY606" fmla="*/ 2364988 h 6858000"/>
              <a:gd name="connsiteX607" fmla="*/ 1647661 w 7467600"/>
              <a:gd name="connsiteY607" fmla="*/ 1825945 h 6858000"/>
              <a:gd name="connsiteX608" fmla="*/ 1423821 w 7467600"/>
              <a:gd name="connsiteY608" fmla="*/ 1351958 h 6858000"/>
              <a:gd name="connsiteX609" fmla="*/ 1431890 w 7467600"/>
              <a:gd name="connsiteY609" fmla="*/ 1306475 h 6858000"/>
              <a:gd name="connsiteX610" fmla="*/ 1507597 w 7467600"/>
              <a:gd name="connsiteY610" fmla="*/ 1446132 h 6858000"/>
              <a:gd name="connsiteX611" fmla="*/ 1674586 w 7467600"/>
              <a:gd name="connsiteY611" fmla="*/ 1813832 h 6858000"/>
              <a:gd name="connsiteX612" fmla="*/ 1815950 w 7467600"/>
              <a:gd name="connsiteY612" fmla="*/ 2128564 h 6858000"/>
              <a:gd name="connsiteX613" fmla="*/ 1984242 w 7467600"/>
              <a:gd name="connsiteY613" fmla="*/ 2430829 h 6858000"/>
              <a:gd name="connsiteX614" fmla="*/ 2014023 w 7467600"/>
              <a:gd name="connsiteY614" fmla="*/ 2450995 h 6858000"/>
              <a:gd name="connsiteX615" fmla="*/ 1747337 w 7467600"/>
              <a:gd name="connsiteY615" fmla="*/ 1855264 h 6858000"/>
              <a:gd name="connsiteX616" fmla="*/ 1533749 w 7467600"/>
              <a:gd name="connsiteY616" fmla="*/ 1478656 h 6858000"/>
              <a:gd name="connsiteX617" fmla="*/ 1431890 w 7467600"/>
              <a:gd name="connsiteY617" fmla="*/ 1306475 h 6858000"/>
              <a:gd name="connsiteX618" fmla="*/ 5052692 w 7467600"/>
              <a:gd name="connsiteY618" fmla="*/ 1292994 h 6858000"/>
              <a:gd name="connsiteX619" fmla="*/ 5200661 w 7467600"/>
              <a:gd name="connsiteY619" fmla="*/ 1635186 h 6858000"/>
              <a:gd name="connsiteX620" fmla="*/ 5297138 w 7467600"/>
              <a:gd name="connsiteY620" fmla="*/ 1906351 h 6858000"/>
              <a:gd name="connsiteX621" fmla="*/ 5052692 w 7467600"/>
              <a:gd name="connsiteY621" fmla="*/ 1292994 h 6858000"/>
              <a:gd name="connsiteX622" fmla="*/ 5009948 w 7467600"/>
              <a:gd name="connsiteY622" fmla="*/ 1273619 h 6858000"/>
              <a:gd name="connsiteX623" fmla="*/ 5121777 w 7467600"/>
              <a:gd name="connsiteY623" fmla="*/ 1654213 h 6858000"/>
              <a:gd name="connsiteX624" fmla="*/ 5293545 w 7467600"/>
              <a:gd name="connsiteY624" fmla="*/ 2072247 h 6858000"/>
              <a:gd name="connsiteX625" fmla="*/ 5294042 w 7467600"/>
              <a:gd name="connsiteY625" fmla="*/ 2065019 h 6858000"/>
              <a:gd name="connsiteX626" fmla="*/ 5171936 w 7467600"/>
              <a:gd name="connsiteY626" fmla="*/ 1647613 h 6858000"/>
              <a:gd name="connsiteX627" fmla="*/ 5009948 w 7467600"/>
              <a:gd name="connsiteY627" fmla="*/ 1273619 h 6858000"/>
              <a:gd name="connsiteX628" fmla="*/ 655236 w 7467600"/>
              <a:gd name="connsiteY628" fmla="*/ 1268632 h 6858000"/>
              <a:gd name="connsiteX629" fmla="*/ 839521 w 7467600"/>
              <a:gd name="connsiteY629" fmla="*/ 1685315 h 6858000"/>
              <a:gd name="connsiteX630" fmla="*/ 1109416 w 7467600"/>
              <a:gd name="connsiteY630" fmla="*/ 2061663 h 6858000"/>
              <a:gd name="connsiteX631" fmla="*/ 1298300 w 7467600"/>
              <a:gd name="connsiteY631" fmla="*/ 2247742 h 6858000"/>
              <a:gd name="connsiteX632" fmla="*/ 1125871 w 7467600"/>
              <a:gd name="connsiteY632" fmla="*/ 1989513 h 6858000"/>
              <a:gd name="connsiteX633" fmla="*/ 981574 w 7467600"/>
              <a:gd name="connsiteY633" fmla="*/ 1783157 h 6858000"/>
              <a:gd name="connsiteX634" fmla="*/ 922198 w 7467600"/>
              <a:gd name="connsiteY634" fmla="*/ 1677437 h 6858000"/>
              <a:gd name="connsiteX635" fmla="*/ 869293 w 7467600"/>
              <a:gd name="connsiteY635" fmla="*/ 1583214 h 6858000"/>
              <a:gd name="connsiteX636" fmla="*/ 751431 w 7467600"/>
              <a:gd name="connsiteY636" fmla="*/ 1405731 h 6858000"/>
              <a:gd name="connsiteX637" fmla="*/ 655236 w 7467600"/>
              <a:gd name="connsiteY637" fmla="*/ 1268632 h 6858000"/>
              <a:gd name="connsiteX638" fmla="*/ 6516292 w 7467600"/>
              <a:gd name="connsiteY638" fmla="*/ 1263064 h 6858000"/>
              <a:gd name="connsiteX639" fmla="*/ 5736320 w 7467600"/>
              <a:gd name="connsiteY639" fmla="*/ 1501803 h 6858000"/>
              <a:gd name="connsiteX640" fmla="*/ 6516292 w 7467600"/>
              <a:gd name="connsiteY640" fmla="*/ 1263064 h 6858000"/>
              <a:gd name="connsiteX641" fmla="*/ 291466 w 7467600"/>
              <a:gd name="connsiteY641" fmla="*/ 1250369 h 6858000"/>
              <a:gd name="connsiteX642" fmla="*/ 323180 w 7467600"/>
              <a:gd name="connsiteY642" fmla="*/ 1435283 h 6858000"/>
              <a:gd name="connsiteX643" fmla="*/ 349381 w 7467600"/>
              <a:gd name="connsiteY643" fmla="*/ 1875041 h 6858000"/>
              <a:gd name="connsiteX644" fmla="*/ 374363 w 7467600"/>
              <a:gd name="connsiteY644" fmla="*/ 1506494 h 6858000"/>
              <a:gd name="connsiteX645" fmla="*/ 302168 w 7467600"/>
              <a:gd name="connsiteY645" fmla="*/ 1274495 h 6858000"/>
              <a:gd name="connsiteX646" fmla="*/ 291466 w 7467600"/>
              <a:gd name="connsiteY646" fmla="*/ 1250369 h 6858000"/>
              <a:gd name="connsiteX647" fmla="*/ 678222 w 7467600"/>
              <a:gd name="connsiteY647" fmla="*/ 1248670 h 6858000"/>
              <a:gd name="connsiteX648" fmla="*/ 775536 w 7467600"/>
              <a:gd name="connsiteY648" fmla="*/ 1388015 h 6858000"/>
              <a:gd name="connsiteX649" fmla="*/ 894529 w 7467600"/>
              <a:gd name="connsiteY649" fmla="*/ 1567739 h 6858000"/>
              <a:gd name="connsiteX650" fmla="*/ 948000 w 7467600"/>
              <a:gd name="connsiteY650" fmla="*/ 1663088 h 6858000"/>
              <a:gd name="connsiteX651" fmla="*/ 1006812 w 7467600"/>
              <a:gd name="connsiteY651" fmla="*/ 1767683 h 6858000"/>
              <a:gd name="connsiteX652" fmla="*/ 1149133 w 7467600"/>
              <a:gd name="connsiteY652" fmla="*/ 1971513 h 6858000"/>
              <a:gd name="connsiteX653" fmla="*/ 1333952 w 7467600"/>
              <a:gd name="connsiteY653" fmla="*/ 2251620 h 6858000"/>
              <a:gd name="connsiteX654" fmla="*/ 1337329 w 7467600"/>
              <a:gd name="connsiteY654" fmla="*/ 2258350 h 6858000"/>
              <a:gd name="connsiteX655" fmla="*/ 1014726 w 7467600"/>
              <a:gd name="connsiteY655" fmla="*/ 1615556 h 6858000"/>
              <a:gd name="connsiteX656" fmla="*/ 678222 w 7467600"/>
              <a:gd name="connsiteY656" fmla="*/ 1248670 h 6858000"/>
              <a:gd name="connsiteX657" fmla="*/ 6691602 w 7467600"/>
              <a:gd name="connsiteY657" fmla="*/ 1140573 h 6858000"/>
              <a:gd name="connsiteX658" fmla="*/ 6571100 w 7467600"/>
              <a:gd name="connsiteY658" fmla="*/ 1183662 h 6858000"/>
              <a:gd name="connsiteX659" fmla="*/ 6241687 w 7467600"/>
              <a:gd name="connsiteY659" fmla="*/ 1257600 h 6858000"/>
              <a:gd name="connsiteX660" fmla="*/ 5693009 w 7467600"/>
              <a:gd name="connsiteY660" fmla="*/ 1478256 h 6858000"/>
              <a:gd name="connsiteX661" fmla="*/ 6548420 w 7467600"/>
              <a:gd name="connsiteY661" fmla="*/ 1214599 h 6858000"/>
              <a:gd name="connsiteX662" fmla="*/ 6605473 w 7467600"/>
              <a:gd name="connsiteY662" fmla="*/ 1184686 h 6858000"/>
              <a:gd name="connsiteX663" fmla="*/ 6691602 w 7467600"/>
              <a:gd name="connsiteY663" fmla="*/ 1140573 h 6858000"/>
              <a:gd name="connsiteX664" fmla="*/ 4002475 w 7467600"/>
              <a:gd name="connsiteY664" fmla="*/ 1037802 h 6858000"/>
              <a:gd name="connsiteX665" fmla="*/ 4000324 w 7467600"/>
              <a:gd name="connsiteY665" fmla="*/ 1039362 h 6858000"/>
              <a:gd name="connsiteX666" fmla="*/ 4002862 w 7467600"/>
              <a:gd name="connsiteY666" fmla="*/ 1042866 h 6858000"/>
              <a:gd name="connsiteX667" fmla="*/ 4002475 w 7467600"/>
              <a:gd name="connsiteY667" fmla="*/ 1037802 h 6858000"/>
              <a:gd name="connsiteX668" fmla="*/ 506322 w 7467600"/>
              <a:gd name="connsiteY668" fmla="*/ 1020997 h 6858000"/>
              <a:gd name="connsiteX669" fmla="*/ 533068 w 7467600"/>
              <a:gd name="connsiteY669" fmla="*/ 1029409 h 6858000"/>
              <a:gd name="connsiteX670" fmla="*/ 1232525 w 7467600"/>
              <a:gd name="connsiteY670" fmla="*/ 1804675 h 6858000"/>
              <a:gd name="connsiteX671" fmla="*/ 1388858 w 7467600"/>
              <a:gd name="connsiteY671" fmla="*/ 2368011 h 6858000"/>
              <a:gd name="connsiteX672" fmla="*/ 1384098 w 7467600"/>
              <a:gd name="connsiteY672" fmla="*/ 2378125 h 6858000"/>
              <a:gd name="connsiteX673" fmla="*/ 1425393 w 7467600"/>
              <a:gd name="connsiteY673" fmla="*/ 2589124 h 6858000"/>
              <a:gd name="connsiteX674" fmla="*/ 1424001 w 7467600"/>
              <a:gd name="connsiteY674" fmla="*/ 2597541 h 6858000"/>
              <a:gd name="connsiteX675" fmla="*/ 2152729 w 7467600"/>
              <a:gd name="connsiteY675" fmla="*/ 2864487 h 6858000"/>
              <a:gd name="connsiteX676" fmla="*/ 2020609 w 7467600"/>
              <a:gd name="connsiteY676" fmla="*/ 2539671 h 6858000"/>
              <a:gd name="connsiteX677" fmla="*/ 2018920 w 7467600"/>
              <a:gd name="connsiteY677" fmla="*/ 2536309 h 6858000"/>
              <a:gd name="connsiteX678" fmla="*/ 1342441 w 7467600"/>
              <a:gd name="connsiteY678" fmla="*/ 1173017 h 6858000"/>
              <a:gd name="connsiteX679" fmla="*/ 1367925 w 7467600"/>
              <a:gd name="connsiteY679" fmla="*/ 1135648 h 6858000"/>
              <a:gd name="connsiteX680" fmla="*/ 1771401 w 7467600"/>
              <a:gd name="connsiteY680" fmla="*/ 1806673 h 6858000"/>
              <a:gd name="connsiteX681" fmla="*/ 1972385 w 7467600"/>
              <a:gd name="connsiteY681" fmla="*/ 2198735 h 6858000"/>
              <a:gd name="connsiteX682" fmla="*/ 2040892 w 7467600"/>
              <a:gd name="connsiteY682" fmla="*/ 2405205 h 6858000"/>
              <a:gd name="connsiteX683" fmla="*/ 2131689 w 7467600"/>
              <a:gd name="connsiteY683" fmla="*/ 1936926 h 6858000"/>
              <a:gd name="connsiteX684" fmla="*/ 2454820 w 7467600"/>
              <a:gd name="connsiteY684" fmla="*/ 1248808 h 6858000"/>
              <a:gd name="connsiteX685" fmla="*/ 2492512 w 7467600"/>
              <a:gd name="connsiteY685" fmla="*/ 1302920 h 6858000"/>
              <a:gd name="connsiteX686" fmla="*/ 2081216 w 7467600"/>
              <a:gd name="connsiteY686" fmla="*/ 2527513 h 6858000"/>
              <a:gd name="connsiteX687" fmla="*/ 2081211 w 7467600"/>
              <a:gd name="connsiteY687" fmla="*/ 2528916 h 6858000"/>
              <a:gd name="connsiteX688" fmla="*/ 2199067 w 7467600"/>
              <a:gd name="connsiteY688" fmla="*/ 2884061 h 6858000"/>
              <a:gd name="connsiteX689" fmla="*/ 3192586 w 7467600"/>
              <a:gd name="connsiteY689" fmla="*/ 3411496 h 6858000"/>
              <a:gd name="connsiteX690" fmla="*/ 3182620 w 7467600"/>
              <a:gd name="connsiteY690" fmla="*/ 3483279 h 6858000"/>
              <a:gd name="connsiteX691" fmla="*/ 2435119 w 7467600"/>
              <a:gd name="connsiteY691" fmla="*/ 3080173 h 6858000"/>
              <a:gd name="connsiteX692" fmla="*/ 2410152 w 7467600"/>
              <a:gd name="connsiteY692" fmla="*/ 3063751 h 6858000"/>
              <a:gd name="connsiteX693" fmla="*/ 2408099 w 7467600"/>
              <a:gd name="connsiteY693" fmla="*/ 3064403 h 6858000"/>
              <a:gd name="connsiteX694" fmla="*/ 2407218 w 7467600"/>
              <a:gd name="connsiteY694" fmla="*/ 3070324 h 6858000"/>
              <a:gd name="connsiteX695" fmla="*/ 2380138 w 7467600"/>
              <a:gd name="connsiteY695" fmla="*/ 3099341 h 6858000"/>
              <a:gd name="connsiteX696" fmla="*/ 1765923 w 7467600"/>
              <a:gd name="connsiteY696" fmla="*/ 3581043 h 6858000"/>
              <a:gd name="connsiteX697" fmla="*/ 1702258 w 7467600"/>
              <a:gd name="connsiteY697" fmla="*/ 3612286 h 6858000"/>
              <a:gd name="connsiteX698" fmla="*/ 1538370 w 7467600"/>
              <a:gd name="connsiteY698" fmla="*/ 3811804 h 6858000"/>
              <a:gd name="connsiteX699" fmla="*/ 542867 w 7467600"/>
              <a:gd name="connsiteY699" fmla="*/ 4944092 h 6858000"/>
              <a:gd name="connsiteX700" fmla="*/ 515800 w 7467600"/>
              <a:gd name="connsiteY700" fmla="*/ 4862180 h 6858000"/>
              <a:gd name="connsiteX701" fmla="*/ 909145 w 7467600"/>
              <a:gd name="connsiteY701" fmla="*/ 4199225 h 6858000"/>
              <a:gd name="connsiteX702" fmla="*/ 1214067 w 7467600"/>
              <a:gd name="connsiteY702" fmla="*/ 3908561 h 6858000"/>
              <a:gd name="connsiteX703" fmla="*/ 640967 w 7467600"/>
              <a:gd name="connsiteY703" fmla="*/ 4105601 h 6858000"/>
              <a:gd name="connsiteX704" fmla="*/ 112563 w 7467600"/>
              <a:gd name="connsiteY704" fmla="*/ 4396952 h 6858000"/>
              <a:gd name="connsiteX705" fmla="*/ 0 w 7467600"/>
              <a:gd name="connsiteY705" fmla="*/ 4466006 h 6858000"/>
              <a:gd name="connsiteX706" fmla="*/ 0 w 7467600"/>
              <a:gd name="connsiteY706" fmla="*/ 4233763 h 6858000"/>
              <a:gd name="connsiteX707" fmla="*/ 36881 w 7467600"/>
              <a:gd name="connsiteY707" fmla="*/ 4200118 h 6858000"/>
              <a:gd name="connsiteX708" fmla="*/ 910534 w 7467600"/>
              <a:gd name="connsiteY708" fmla="*/ 3629753 h 6858000"/>
              <a:gd name="connsiteX709" fmla="*/ 1578717 w 7467600"/>
              <a:gd name="connsiteY709" fmla="*/ 3575982 h 6858000"/>
              <a:gd name="connsiteX710" fmla="*/ 2338780 w 7467600"/>
              <a:gd name="connsiteY710" fmla="*/ 3033725 h 6858000"/>
              <a:gd name="connsiteX711" fmla="*/ 1807991 w 7467600"/>
              <a:gd name="connsiteY711" fmla="*/ 2807184 h 6858000"/>
              <a:gd name="connsiteX712" fmla="*/ 1416358 w 7467600"/>
              <a:gd name="connsiteY712" fmla="*/ 3112571 h 6858000"/>
              <a:gd name="connsiteX713" fmla="*/ 939066 w 7467600"/>
              <a:gd name="connsiteY713" fmla="*/ 3378798 h 6858000"/>
              <a:gd name="connsiteX714" fmla="*/ 115099 w 7467600"/>
              <a:gd name="connsiteY714" fmla="*/ 3607650 h 6858000"/>
              <a:gd name="connsiteX715" fmla="*/ 97284 w 7467600"/>
              <a:gd name="connsiteY715" fmla="*/ 3520393 h 6858000"/>
              <a:gd name="connsiteX716" fmla="*/ 922050 w 7467600"/>
              <a:gd name="connsiteY716" fmla="*/ 3074867 h 6858000"/>
              <a:gd name="connsiteX717" fmla="*/ 1405265 w 7467600"/>
              <a:gd name="connsiteY717" fmla="*/ 3016319 h 6858000"/>
              <a:gd name="connsiteX718" fmla="*/ 1407512 w 7467600"/>
              <a:gd name="connsiteY718" fmla="*/ 3018001 h 6858000"/>
              <a:gd name="connsiteX719" fmla="*/ 1726266 w 7467600"/>
              <a:gd name="connsiteY719" fmla="*/ 2777274 h 6858000"/>
              <a:gd name="connsiteX720" fmla="*/ 625390 w 7467600"/>
              <a:gd name="connsiteY720" fmla="*/ 2514541 h 6858000"/>
              <a:gd name="connsiteX721" fmla="*/ 619799 w 7467600"/>
              <a:gd name="connsiteY721" fmla="*/ 2527180 h 6858000"/>
              <a:gd name="connsiteX722" fmla="*/ 310030 w 7467600"/>
              <a:gd name="connsiteY722" fmla="*/ 2771818 h 6858000"/>
              <a:gd name="connsiteX723" fmla="*/ 173877 w 7467600"/>
              <a:gd name="connsiteY723" fmla="*/ 2937056 h 6858000"/>
              <a:gd name="connsiteX724" fmla="*/ 77889 w 7467600"/>
              <a:gd name="connsiteY724" fmla="*/ 3138440 h 6858000"/>
              <a:gd name="connsiteX725" fmla="*/ 0 w 7467600"/>
              <a:gd name="connsiteY725" fmla="*/ 3271395 h 6858000"/>
              <a:gd name="connsiteX726" fmla="*/ 0 w 7467600"/>
              <a:gd name="connsiteY726" fmla="*/ 3153002 h 6858000"/>
              <a:gd name="connsiteX727" fmla="*/ 2386 w 7467600"/>
              <a:gd name="connsiteY727" fmla="*/ 3149203 h 6858000"/>
              <a:gd name="connsiteX728" fmla="*/ 89753 w 7467600"/>
              <a:gd name="connsiteY728" fmla="*/ 2987702 h 6858000"/>
              <a:gd name="connsiteX729" fmla="*/ 76869 w 7467600"/>
              <a:gd name="connsiteY729" fmla="*/ 3005404 h 6858000"/>
              <a:gd name="connsiteX730" fmla="*/ 32049 w 7467600"/>
              <a:gd name="connsiteY730" fmla="*/ 3065814 h 6858000"/>
              <a:gd name="connsiteX731" fmla="*/ 0 w 7467600"/>
              <a:gd name="connsiteY731" fmla="*/ 3108744 h 6858000"/>
              <a:gd name="connsiteX732" fmla="*/ 0 w 7467600"/>
              <a:gd name="connsiteY732" fmla="*/ 3058059 h 6858000"/>
              <a:gd name="connsiteX733" fmla="*/ 7610 w 7467600"/>
              <a:gd name="connsiteY733" fmla="*/ 3047889 h 6858000"/>
              <a:gd name="connsiteX734" fmla="*/ 52419 w 7467600"/>
              <a:gd name="connsiteY734" fmla="*/ 2987479 h 6858000"/>
              <a:gd name="connsiteX735" fmla="*/ 59142 w 7467600"/>
              <a:gd name="connsiteY735" fmla="*/ 2978488 h 6858000"/>
              <a:gd name="connsiteX736" fmla="*/ 0 w 7467600"/>
              <a:gd name="connsiteY736" fmla="*/ 3015334 h 6858000"/>
              <a:gd name="connsiteX737" fmla="*/ 0 w 7467600"/>
              <a:gd name="connsiteY737" fmla="*/ 2914286 h 6858000"/>
              <a:gd name="connsiteX738" fmla="*/ 36383 w 7467600"/>
              <a:gd name="connsiteY738" fmla="*/ 2901128 h 6858000"/>
              <a:gd name="connsiteX739" fmla="*/ 156329 w 7467600"/>
              <a:gd name="connsiteY739" fmla="*/ 2840533 h 6858000"/>
              <a:gd name="connsiteX740" fmla="*/ 358355 w 7467600"/>
              <a:gd name="connsiteY740" fmla="*/ 2620471 h 6858000"/>
              <a:gd name="connsiteX741" fmla="*/ 510577 w 7467600"/>
              <a:gd name="connsiteY741" fmla="*/ 2501244 h 6858000"/>
              <a:gd name="connsiteX742" fmla="*/ 211967 w 7467600"/>
              <a:gd name="connsiteY742" fmla="*/ 2479171 h 6858000"/>
              <a:gd name="connsiteX743" fmla="*/ 0 w 7467600"/>
              <a:gd name="connsiteY743" fmla="*/ 2476398 h 6858000"/>
              <a:gd name="connsiteX744" fmla="*/ 0 w 7467600"/>
              <a:gd name="connsiteY744" fmla="*/ 2389189 h 6858000"/>
              <a:gd name="connsiteX745" fmla="*/ 103062 w 7467600"/>
              <a:gd name="connsiteY745" fmla="*/ 2389518 h 6858000"/>
              <a:gd name="connsiteX746" fmla="*/ 510734 w 7467600"/>
              <a:gd name="connsiteY746" fmla="*/ 2416201 h 6858000"/>
              <a:gd name="connsiteX747" fmla="*/ 279257 w 7467600"/>
              <a:gd name="connsiteY747" fmla="*/ 2092102 h 6858000"/>
              <a:gd name="connsiteX748" fmla="*/ 65265 w 7467600"/>
              <a:gd name="connsiteY748" fmla="*/ 2006049 h 6858000"/>
              <a:gd name="connsiteX749" fmla="*/ 0 w 7467600"/>
              <a:gd name="connsiteY749" fmla="*/ 1982532 h 6858000"/>
              <a:gd name="connsiteX750" fmla="*/ 0 w 7467600"/>
              <a:gd name="connsiteY750" fmla="*/ 1912789 h 6858000"/>
              <a:gd name="connsiteX751" fmla="*/ 97460 w 7467600"/>
              <a:gd name="connsiteY751" fmla="*/ 1953725 h 6858000"/>
              <a:gd name="connsiteX752" fmla="*/ 221272 w 7467600"/>
              <a:gd name="connsiteY752" fmla="*/ 1980766 h 6858000"/>
              <a:gd name="connsiteX753" fmla="*/ 116765 w 7467600"/>
              <a:gd name="connsiteY753" fmla="*/ 1911033 h 6858000"/>
              <a:gd name="connsiteX754" fmla="*/ 16405 w 7467600"/>
              <a:gd name="connsiteY754" fmla="*/ 1803412 h 6858000"/>
              <a:gd name="connsiteX755" fmla="*/ 0 w 7467600"/>
              <a:gd name="connsiteY755" fmla="*/ 1784777 h 6858000"/>
              <a:gd name="connsiteX756" fmla="*/ 0 w 7467600"/>
              <a:gd name="connsiteY756" fmla="*/ 1740082 h 6858000"/>
              <a:gd name="connsiteX757" fmla="*/ 39394 w 7467600"/>
              <a:gd name="connsiteY757" fmla="*/ 1784856 h 6858000"/>
              <a:gd name="connsiteX758" fmla="*/ 135813 w 7467600"/>
              <a:gd name="connsiteY758" fmla="*/ 1888838 h 6858000"/>
              <a:gd name="connsiteX759" fmla="*/ 242575 w 7467600"/>
              <a:gd name="connsiteY759" fmla="*/ 1958841 h 6858000"/>
              <a:gd name="connsiteX760" fmla="*/ 82197 w 7467600"/>
              <a:gd name="connsiteY760" fmla="*/ 1754826 h 6858000"/>
              <a:gd name="connsiteX761" fmla="*/ 0 w 7467600"/>
              <a:gd name="connsiteY761" fmla="*/ 1679650 h 6858000"/>
              <a:gd name="connsiteX762" fmla="*/ 0 w 7467600"/>
              <a:gd name="connsiteY762" fmla="*/ 1602463 h 6858000"/>
              <a:gd name="connsiteX763" fmla="*/ 84689 w 7467600"/>
              <a:gd name="connsiteY763" fmla="*/ 1677442 h 6858000"/>
              <a:gd name="connsiteX764" fmla="*/ 298437 w 7467600"/>
              <a:gd name="connsiteY764" fmla="*/ 1968019 h 6858000"/>
              <a:gd name="connsiteX765" fmla="*/ 227269 w 7467600"/>
              <a:gd name="connsiteY765" fmla="*/ 1114064 h 6858000"/>
              <a:gd name="connsiteX766" fmla="*/ 248003 w 7467600"/>
              <a:gd name="connsiteY766" fmla="*/ 1089613 h 6858000"/>
              <a:gd name="connsiteX767" fmla="*/ 427020 w 7467600"/>
              <a:gd name="connsiteY767" fmla="*/ 1619803 h 6858000"/>
              <a:gd name="connsiteX768" fmla="*/ 340345 w 7467600"/>
              <a:gd name="connsiteY768" fmla="*/ 2027739 h 6858000"/>
              <a:gd name="connsiteX769" fmla="*/ 360865 w 7467600"/>
              <a:gd name="connsiteY769" fmla="*/ 2044827 h 6858000"/>
              <a:gd name="connsiteX770" fmla="*/ 560414 w 7467600"/>
              <a:gd name="connsiteY770" fmla="*/ 2421457 h 6858000"/>
              <a:gd name="connsiteX771" fmla="*/ 1359703 w 7467600"/>
              <a:gd name="connsiteY771" fmla="*/ 2578554 h 6858000"/>
              <a:gd name="connsiteX772" fmla="*/ 1359422 w 7467600"/>
              <a:gd name="connsiteY772" fmla="*/ 2577994 h 6858000"/>
              <a:gd name="connsiteX773" fmla="*/ 828701 w 7467600"/>
              <a:gd name="connsiteY773" fmla="*/ 1839520 h 6858000"/>
              <a:gd name="connsiteX774" fmla="*/ 494427 w 7467600"/>
              <a:gd name="connsiteY774" fmla="*/ 1092333 h 6858000"/>
              <a:gd name="connsiteX775" fmla="*/ 506322 w 7467600"/>
              <a:gd name="connsiteY775" fmla="*/ 1020997 h 6858000"/>
              <a:gd name="connsiteX776" fmla="*/ 4570198 w 7467600"/>
              <a:gd name="connsiteY776" fmla="*/ 978081 h 6858000"/>
              <a:gd name="connsiteX777" fmla="*/ 4523691 w 7467600"/>
              <a:gd name="connsiteY777" fmla="*/ 1127776 h 6858000"/>
              <a:gd name="connsiteX778" fmla="*/ 4509875 w 7467600"/>
              <a:gd name="connsiteY778" fmla="*/ 1167552 h 6858000"/>
              <a:gd name="connsiteX779" fmla="*/ 4478168 w 7467600"/>
              <a:gd name="connsiteY779" fmla="*/ 1260735 h 6858000"/>
              <a:gd name="connsiteX780" fmla="*/ 4409309 w 7467600"/>
              <a:gd name="connsiteY780" fmla="*/ 1666996 h 6858000"/>
              <a:gd name="connsiteX781" fmla="*/ 4370031 w 7467600"/>
              <a:gd name="connsiteY781" fmla="*/ 1955666 h 6858000"/>
              <a:gd name="connsiteX782" fmla="*/ 4570198 w 7467600"/>
              <a:gd name="connsiteY782" fmla="*/ 978081 h 6858000"/>
              <a:gd name="connsiteX783" fmla="*/ 4557898 w 7467600"/>
              <a:gd name="connsiteY783" fmla="*/ 900011 h 6858000"/>
              <a:gd name="connsiteX784" fmla="*/ 4344840 w 7467600"/>
              <a:gd name="connsiteY784" fmla="*/ 1922038 h 6858000"/>
              <a:gd name="connsiteX785" fmla="*/ 4378710 w 7467600"/>
              <a:gd name="connsiteY785" fmla="*/ 1665516 h 6858000"/>
              <a:gd name="connsiteX786" fmla="*/ 4448798 w 7467600"/>
              <a:gd name="connsiteY786" fmla="*/ 1253024 h 6858000"/>
              <a:gd name="connsiteX787" fmla="*/ 4480315 w 7467600"/>
              <a:gd name="connsiteY787" fmla="*/ 1158454 h 6858000"/>
              <a:gd name="connsiteX788" fmla="*/ 4494133 w 7467600"/>
              <a:gd name="connsiteY788" fmla="*/ 1118676 h 6858000"/>
              <a:gd name="connsiteX789" fmla="*/ 4557898 w 7467600"/>
              <a:gd name="connsiteY789" fmla="*/ 900011 h 6858000"/>
              <a:gd name="connsiteX790" fmla="*/ 5870151 w 7467600"/>
              <a:gd name="connsiteY790" fmla="*/ 898890 h 6858000"/>
              <a:gd name="connsiteX791" fmla="*/ 5861335 w 7467600"/>
              <a:gd name="connsiteY791" fmla="*/ 899177 h 6858000"/>
              <a:gd name="connsiteX792" fmla="*/ 5843702 w 7467600"/>
              <a:gd name="connsiteY792" fmla="*/ 899748 h 6858000"/>
              <a:gd name="connsiteX793" fmla="*/ 5651107 w 7467600"/>
              <a:gd name="connsiteY793" fmla="*/ 920306 h 6858000"/>
              <a:gd name="connsiteX794" fmla="*/ 5459407 w 7467600"/>
              <a:gd name="connsiteY794" fmla="*/ 940975 h 6858000"/>
              <a:gd name="connsiteX795" fmla="*/ 5374846 w 7467600"/>
              <a:gd name="connsiteY795" fmla="*/ 941988 h 6858000"/>
              <a:gd name="connsiteX796" fmla="*/ 5256105 w 7467600"/>
              <a:gd name="connsiteY796" fmla="*/ 945632 h 6858000"/>
              <a:gd name="connsiteX797" fmla="*/ 5107071 w 7467600"/>
              <a:gd name="connsiteY797" fmla="*/ 969720 h 6858000"/>
              <a:gd name="connsiteX798" fmla="*/ 4998681 w 7467600"/>
              <a:gd name="connsiteY798" fmla="*/ 988771 h 6858000"/>
              <a:gd name="connsiteX799" fmla="*/ 5870151 w 7467600"/>
              <a:gd name="connsiteY799" fmla="*/ 898890 h 6858000"/>
              <a:gd name="connsiteX800" fmla="*/ 5504425 w 7467600"/>
              <a:gd name="connsiteY800" fmla="*/ 848067 h 6858000"/>
              <a:gd name="connsiteX801" fmla="*/ 4968849 w 7467600"/>
              <a:gd name="connsiteY801" fmla="*/ 962318 h 6858000"/>
              <a:gd name="connsiteX802" fmla="*/ 5104039 w 7467600"/>
              <a:gd name="connsiteY802" fmla="*/ 940634 h 6858000"/>
              <a:gd name="connsiteX803" fmla="*/ 5256311 w 7467600"/>
              <a:gd name="connsiteY803" fmla="*/ 916490 h 6858000"/>
              <a:gd name="connsiteX804" fmla="*/ 5377381 w 7467600"/>
              <a:gd name="connsiteY804" fmla="*/ 912671 h 6858000"/>
              <a:gd name="connsiteX805" fmla="*/ 5460148 w 7467600"/>
              <a:gd name="connsiteY805" fmla="*/ 911442 h 6858000"/>
              <a:gd name="connsiteX806" fmla="*/ 5648971 w 7467600"/>
              <a:gd name="connsiteY806" fmla="*/ 891331 h 6858000"/>
              <a:gd name="connsiteX807" fmla="*/ 5844807 w 7467600"/>
              <a:gd name="connsiteY807" fmla="*/ 870718 h 6858000"/>
              <a:gd name="connsiteX808" fmla="*/ 5862975 w 7467600"/>
              <a:gd name="connsiteY808" fmla="*/ 869756 h 6858000"/>
              <a:gd name="connsiteX809" fmla="*/ 5920887 w 7467600"/>
              <a:gd name="connsiteY809" fmla="*/ 865929 h 6858000"/>
              <a:gd name="connsiteX810" fmla="*/ 5504425 w 7467600"/>
              <a:gd name="connsiteY810" fmla="*/ 848067 h 6858000"/>
              <a:gd name="connsiteX811" fmla="*/ 3607114 w 7467600"/>
              <a:gd name="connsiteY811" fmla="*/ 467441 h 6858000"/>
              <a:gd name="connsiteX812" fmla="*/ 3296242 w 7467600"/>
              <a:gd name="connsiteY812" fmla="*/ 807991 h 6858000"/>
              <a:gd name="connsiteX813" fmla="*/ 3174674 w 7467600"/>
              <a:gd name="connsiteY813" fmla="*/ 919759 h 6858000"/>
              <a:gd name="connsiteX814" fmla="*/ 3042978 w 7467600"/>
              <a:gd name="connsiteY814" fmla="*/ 1054894 h 6858000"/>
              <a:gd name="connsiteX815" fmla="*/ 2968914 w 7467600"/>
              <a:gd name="connsiteY815" fmla="*/ 1133756 h 6858000"/>
              <a:gd name="connsiteX816" fmla="*/ 3103823 w 7467600"/>
              <a:gd name="connsiteY816" fmla="*/ 1026814 h 6858000"/>
              <a:gd name="connsiteX817" fmla="*/ 3607114 w 7467600"/>
              <a:gd name="connsiteY817" fmla="*/ 467441 h 6858000"/>
              <a:gd name="connsiteX818" fmla="*/ 3744487 w 7467600"/>
              <a:gd name="connsiteY818" fmla="*/ 383136 h 6858000"/>
              <a:gd name="connsiteX819" fmla="*/ 3970213 w 7467600"/>
              <a:gd name="connsiteY819" fmla="*/ 995559 h 6858000"/>
              <a:gd name="connsiteX820" fmla="*/ 3744487 w 7467600"/>
              <a:gd name="connsiteY820" fmla="*/ 383136 h 6858000"/>
              <a:gd name="connsiteX821" fmla="*/ 3624562 w 7467600"/>
              <a:gd name="connsiteY821" fmla="*/ 367041 h 6858000"/>
              <a:gd name="connsiteX822" fmla="*/ 3489712 w 7467600"/>
              <a:gd name="connsiteY822" fmla="*/ 485386 h 6858000"/>
              <a:gd name="connsiteX823" fmla="*/ 3182994 w 7467600"/>
              <a:gd name="connsiteY823" fmla="*/ 828265 h 6858000"/>
              <a:gd name="connsiteX824" fmla="*/ 2892114 w 7467600"/>
              <a:gd name="connsiteY824" fmla="*/ 1172635 h 6858000"/>
              <a:gd name="connsiteX825" fmla="*/ 3021459 w 7467600"/>
              <a:gd name="connsiteY825" fmla="*/ 1035385 h 6858000"/>
              <a:gd name="connsiteX826" fmla="*/ 3153873 w 7467600"/>
              <a:gd name="connsiteY826" fmla="*/ 898971 h 6858000"/>
              <a:gd name="connsiteX827" fmla="*/ 3276511 w 7467600"/>
              <a:gd name="connsiteY827" fmla="*/ 786423 h 6858000"/>
              <a:gd name="connsiteX828" fmla="*/ 3584154 w 7467600"/>
              <a:gd name="connsiteY828" fmla="*/ 448218 h 6858000"/>
              <a:gd name="connsiteX829" fmla="*/ 3624562 w 7467600"/>
              <a:gd name="connsiteY829" fmla="*/ 367041 h 6858000"/>
              <a:gd name="connsiteX830" fmla="*/ 3766672 w 7467600"/>
              <a:gd name="connsiteY830" fmla="*/ 359429 h 6858000"/>
              <a:gd name="connsiteX831" fmla="*/ 3996338 w 7467600"/>
              <a:gd name="connsiteY831" fmla="*/ 968237 h 6858000"/>
              <a:gd name="connsiteX832" fmla="*/ 3766672 w 7467600"/>
              <a:gd name="connsiteY832" fmla="*/ 359429 h 6858000"/>
              <a:gd name="connsiteX833" fmla="*/ 5805386 w 7467600"/>
              <a:gd name="connsiteY833" fmla="*/ 239240 h 6858000"/>
              <a:gd name="connsiteX834" fmla="*/ 5736947 w 7467600"/>
              <a:gd name="connsiteY834" fmla="*/ 261367 h 6858000"/>
              <a:gd name="connsiteX835" fmla="*/ 5427012 w 7467600"/>
              <a:gd name="connsiteY835" fmla="*/ 311272 h 6858000"/>
              <a:gd name="connsiteX836" fmla="*/ 5147818 w 7467600"/>
              <a:gd name="connsiteY836" fmla="*/ 322112 h 6858000"/>
              <a:gd name="connsiteX837" fmla="*/ 5060854 w 7467600"/>
              <a:gd name="connsiteY837" fmla="*/ 311882 h 6858000"/>
              <a:gd name="connsiteX838" fmla="*/ 4945989 w 7467600"/>
              <a:gd name="connsiteY838" fmla="*/ 300516 h 6858000"/>
              <a:gd name="connsiteX839" fmla="*/ 5410479 w 7467600"/>
              <a:gd name="connsiteY839" fmla="*/ 348434 h 6858000"/>
              <a:gd name="connsiteX840" fmla="*/ 5805386 w 7467600"/>
              <a:gd name="connsiteY840" fmla="*/ 239240 h 6858000"/>
              <a:gd name="connsiteX841" fmla="*/ 5905192 w 7467600"/>
              <a:gd name="connsiteY841" fmla="*/ 163079 h 6858000"/>
              <a:gd name="connsiteX842" fmla="*/ 5865655 w 7467600"/>
              <a:gd name="connsiteY842" fmla="*/ 171901 h 6858000"/>
              <a:gd name="connsiteX843" fmla="*/ 5259740 w 7467600"/>
              <a:gd name="connsiteY843" fmla="*/ 257013 h 6858000"/>
              <a:gd name="connsiteX844" fmla="*/ 5208466 w 7467600"/>
              <a:gd name="connsiteY844" fmla="*/ 257550 h 6858000"/>
              <a:gd name="connsiteX845" fmla="*/ 4980204 w 7467600"/>
              <a:gd name="connsiteY845" fmla="*/ 271903 h 6858000"/>
              <a:gd name="connsiteX846" fmla="*/ 5068068 w 7467600"/>
              <a:gd name="connsiteY846" fmla="*/ 282244 h 6858000"/>
              <a:gd name="connsiteX847" fmla="*/ 5153231 w 7467600"/>
              <a:gd name="connsiteY847" fmla="*/ 292240 h 6858000"/>
              <a:gd name="connsiteX848" fmla="*/ 5426491 w 7467600"/>
              <a:gd name="connsiteY848" fmla="*/ 281128 h 6858000"/>
              <a:gd name="connsiteX849" fmla="*/ 5731212 w 7467600"/>
              <a:gd name="connsiteY849" fmla="*/ 231951 h 6858000"/>
              <a:gd name="connsiteX850" fmla="*/ 5905192 w 7467600"/>
              <a:gd name="connsiteY850" fmla="*/ 163079 h 6858000"/>
              <a:gd name="connsiteX851" fmla="*/ 5944437 w 7467600"/>
              <a:gd name="connsiteY851" fmla="*/ 113829 h 6858000"/>
              <a:gd name="connsiteX852" fmla="*/ 5825032 w 7467600"/>
              <a:gd name="connsiteY852" fmla="*/ 146405 h 6858000"/>
              <a:gd name="connsiteX853" fmla="*/ 4955599 w 7467600"/>
              <a:gd name="connsiteY853" fmla="*/ 247008 h 6858000"/>
              <a:gd name="connsiteX854" fmla="*/ 5210104 w 7467600"/>
              <a:gd name="connsiteY854" fmla="*/ 228123 h 6858000"/>
              <a:gd name="connsiteX855" fmla="*/ 5261015 w 7467600"/>
              <a:gd name="connsiteY855" fmla="*/ 227087 h 6858000"/>
              <a:gd name="connsiteX856" fmla="*/ 5861181 w 7467600"/>
              <a:gd name="connsiteY856" fmla="*/ 143093 h 6858000"/>
              <a:gd name="connsiteX857" fmla="*/ 5961252 w 7467600"/>
              <a:gd name="connsiteY857" fmla="*/ 114820 h 6858000"/>
              <a:gd name="connsiteX858" fmla="*/ 5944437 w 7467600"/>
              <a:gd name="connsiteY858" fmla="*/ 113829 h 6858000"/>
              <a:gd name="connsiteX859" fmla="*/ 3882765 w 7467600"/>
              <a:gd name="connsiteY859" fmla="*/ 0 h 6858000"/>
              <a:gd name="connsiteX860" fmla="*/ 3995099 w 7467600"/>
              <a:gd name="connsiteY860" fmla="*/ 0 h 6858000"/>
              <a:gd name="connsiteX861" fmla="*/ 4163818 w 7467600"/>
              <a:gd name="connsiteY861" fmla="*/ 234104 h 6858000"/>
              <a:gd name="connsiteX862" fmla="*/ 4172099 w 7467600"/>
              <a:gd name="connsiteY862" fmla="*/ 234207 h 6858000"/>
              <a:gd name="connsiteX863" fmla="*/ 4784282 w 7467600"/>
              <a:gd name="connsiteY863" fmla="*/ 276561 h 6858000"/>
              <a:gd name="connsiteX864" fmla="*/ 4801687 w 7467600"/>
              <a:gd name="connsiteY864" fmla="*/ 267764 h 6858000"/>
              <a:gd name="connsiteX865" fmla="*/ 6082788 w 7467600"/>
              <a:gd name="connsiteY865" fmla="*/ 64119 h 6858000"/>
              <a:gd name="connsiteX866" fmla="*/ 6099442 w 7467600"/>
              <a:gd name="connsiteY866" fmla="*/ 82568 h 6858000"/>
              <a:gd name="connsiteX867" fmla="*/ 4804137 w 7467600"/>
              <a:gd name="connsiteY867" fmla="*/ 320931 h 6858000"/>
              <a:gd name="connsiteX868" fmla="*/ 4227047 w 7467600"/>
              <a:gd name="connsiteY868" fmla="*/ 313415 h 6858000"/>
              <a:gd name="connsiteX869" fmla="*/ 4346041 w 7467600"/>
              <a:gd name="connsiteY869" fmla="*/ 456086 h 6858000"/>
              <a:gd name="connsiteX870" fmla="*/ 4870967 w 7467600"/>
              <a:gd name="connsiteY870" fmla="*/ 963061 h 6858000"/>
              <a:gd name="connsiteX871" fmla="*/ 4889647 w 7467600"/>
              <a:gd name="connsiteY871" fmla="*/ 957147 h 6858000"/>
              <a:gd name="connsiteX872" fmla="*/ 5422504 w 7467600"/>
              <a:gd name="connsiteY872" fmla="*/ 805191 h 6858000"/>
              <a:gd name="connsiteX873" fmla="*/ 6087656 w 7467600"/>
              <a:gd name="connsiteY873" fmla="*/ 826703 h 6858000"/>
              <a:gd name="connsiteX874" fmla="*/ 6058717 w 7467600"/>
              <a:gd name="connsiteY874" fmla="*/ 865992 h 6858000"/>
              <a:gd name="connsiteX875" fmla="*/ 4974153 w 7467600"/>
              <a:gd name="connsiteY875" fmla="*/ 1045456 h 6858000"/>
              <a:gd name="connsiteX876" fmla="*/ 5627835 w 7467600"/>
              <a:gd name="connsiteY876" fmla="*/ 1472077 h 6858000"/>
              <a:gd name="connsiteX877" fmla="*/ 5629817 w 7467600"/>
              <a:gd name="connsiteY877" fmla="*/ 1471412 h 6858000"/>
              <a:gd name="connsiteX878" fmla="*/ 5634124 w 7467600"/>
              <a:gd name="connsiteY878" fmla="*/ 1470572 h 6858000"/>
              <a:gd name="connsiteX879" fmla="*/ 5755832 w 7467600"/>
              <a:gd name="connsiteY879" fmla="*/ 1383886 h 6858000"/>
              <a:gd name="connsiteX880" fmla="*/ 6014186 w 7467600"/>
              <a:gd name="connsiteY880" fmla="*/ 1279799 h 6858000"/>
              <a:gd name="connsiteX881" fmla="*/ 6901619 w 7467600"/>
              <a:gd name="connsiteY881" fmla="*/ 1047874 h 6858000"/>
              <a:gd name="connsiteX882" fmla="*/ 6931566 w 7467600"/>
              <a:gd name="connsiteY882" fmla="*/ 1062034 h 6858000"/>
              <a:gd name="connsiteX883" fmla="*/ 5790982 w 7467600"/>
              <a:gd name="connsiteY883" fmla="*/ 1561380 h 6858000"/>
              <a:gd name="connsiteX884" fmla="*/ 6188971 w 7467600"/>
              <a:gd name="connsiteY884" fmla="*/ 1755168 h 6858000"/>
              <a:gd name="connsiteX885" fmla="*/ 6202446 w 7467600"/>
              <a:gd name="connsiteY885" fmla="*/ 1752268 h 6858000"/>
              <a:gd name="connsiteX886" fmla="*/ 7179560 w 7467600"/>
              <a:gd name="connsiteY886" fmla="*/ 1467551 h 6858000"/>
              <a:gd name="connsiteX887" fmla="*/ 7158730 w 7467600"/>
              <a:gd name="connsiteY887" fmla="*/ 1507835 h 6858000"/>
              <a:gd name="connsiteX888" fmla="*/ 6326959 w 7467600"/>
              <a:gd name="connsiteY888" fmla="*/ 1817686 h 6858000"/>
              <a:gd name="connsiteX889" fmla="*/ 6537433 w 7467600"/>
              <a:gd name="connsiteY889" fmla="*/ 1907790 h 6858000"/>
              <a:gd name="connsiteX890" fmla="*/ 6550221 w 7467600"/>
              <a:gd name="connsiteY890" fmla="*/ 1910729 h 6858000"/>
              <a:gd name="connsiteX891" fmla="*/ 6964438 w 7467600"/>
              <a:gd name="connsiteY891" fmla="*/ 2209505 h 6858000"/>
              <a:gd name="connsiteX892" fmla="*/ 7367862 w 7467600"/>
              <a:gd name="connsiteY892" fmla="*/ 2806833 h 6858000"/>
              <a:gd name="connsiteX893" fmla="*/ 7364329 w 7467600"/>
              <a:gd name="connsiteY893" fmla="*/ 2826907 h 6858000"/>
              <a:gd name="connsiteX894" fmla="*/ 7290545 w 7467600"/>
              <a:gd name="connsiteY894" fmla="*/ 2850663 h 6858000"/>
              <a:gd name="connsiteX895" fmla="*/ 6472036 w 7467600"/>
              <a:gd name="connsiteY895" fmla="*/ 1959003 h 6858000"/>
              <a:gd name="connsiteX896" fmla="*/ 5792897 w 7467600"/>
              <a:gd name="connsiteY896" fmla="*/ 1647747 h 6858000"/>
              <a:gd name="connsiteX897" fmla="*/ 5842751 w 7467600"/>
              <a:gd name="connsiteY897" fmla="*/ 1816112 h 6858000"/>
              <a:gd name="connsiteX898" fmla="*/ 5847424 w 7467600"/>
              <a:gd name="connsiteY898" fmla="*/ 1815776 h 6858000"/>
              <a:gd name="connsiteX899" fmla="*/ 6399821 w 7467600"/>
              <a:gd name="connsiteY899" fmla="*/ 2344799 h 6858000"/>
              <a:gd name="connsiteX900" fmla="*/ 6323232 w 7467600"/>
              <a:gd name="connsiteY900" fmla="*/ 2389634 h 6858000"/>
              <a:gd name="connsiteX901" fmla="*/ 5942958 w 7467600"/>
              <a:gd name="connsiteY901" fmla="*/ 2077708 h 6858000"/>
              <a:gd name="connsiteX902" fmla="*/ 5921559 w 7467600"/>
              <a:gd name="connsiteY902" fmla="*/ 2378596 h 6858000"/>
              <a:gd name="connsiteX903" fmla="*/ 5817651 w 7467600"/>
              <a:gd name="connsiteY903" fmla="*/ 3023919 h 6858000"/>
              <a:gd name="connsiteX904" fmla="*/ 5729634 w 7467600"/>
              <a:gd name="connsiteY904" fmla="*/ 3051849 h 6858000"/>
              <a:gd name="connsiteX905" fmla="*/ 5611018 w 7467600"/>
              <a:gd name="connsiteY905" fmla="*/ 2316769 h 6858000"/>
              <a:gd name="connsiteX906" fmla="*/ 5687608 w 7467600"/>
              <a:gd name="connsiteY906" fmla="*/ 2039972 h 6858000"/>
              <a:gd name="connsiteX907" fmla="*/ 5657554 w 7467600"/>
              <a:gd name="connsiteY907" fmla="*/ 1576445 h 6858000"/>
              <a:gd name="connsiteX908" fmla="*/ 5150475 w 7467600"/>
              <a:gd name="connsiteY908" fmla="*/ 1274012 h 6858000"/>
              <a:gd name="connsiteX909" fmla="*/ 5349142 w 7467600"/>
              <a:gd name="connsiteY909" fmla="*/ 2204405 h 6858000"/>
              <a:gd name="connsiteX910" fmla="*/ 5262214 w 7467600"/>
              <a:gd name="connsiteY910" fmla="*/ 2233836 h 6858000"/>
              <a:gd name="connsiteX911" fmla="*/ 4981539 w 7467600"/>
              <a:gd name="connsiteY911" fmla="*/ 1542201 h 6858000"/>
              <a:gd name="connsiteX912" fmla="*/ 4958461 w 7467600"/>
              <a:gd name="connsiteY912" fmla="*/ 1136957 h 6858000"/>
              <a:gd name="connsiteX913" fmla="*/ 4655015 w 7467600"/>
              <a:gd name="connsiteY913" fmla="*/ 891426 h 6858000"/>
              <a:gd name="connsiteX914" fmla="*/ 4348002 w 7467600"/>
              <a:gd name="connsiteY914" fmla="*/ 2205895 h 6858000"/>
              <a:gd name="connsiteX915" fmla="*/ 4262250 w 7467600"/>
              <a:gd name="connsiteY915" fmla="*/ 2219972 h 6858000"/>
              <a:gd name="connsiteX916" fmla="*/ 4550611 w 7467600"/>
              <a:gd name="connsiteY916" fmla="*/ 817540 h 6858000"/>
              <a:gd name="connsiteX917" fmla="*/ 4564418 w 7467600"/>
              <a:gd name="connsiteY917" fmla="*/ 808293 h 6858000"/>
              <a:gd name="connsiteX918" fmla="*/ 4266388 w 7467600"/>
              <a:gd name="connsiteY918" fmla="*/ 500083 h 6858000"/>
              <a:gd name="connsiteX919" fmla="*/ 4032842 w 7467600"/>
              <a:gd name="connsiteY919" fmla="*/ 211809 h 6858000"/>
              <a:gd name="connsiteX920" fmla="*/ 3882765 w 7467600"/>
              <a:gd name="connsiteY920" fmla="*/ 0 h 6858000"/>
              <a:gd name="connsiteX921" fmla="*/ 3721337 w 7467600"/>
              <a:gd name="connsiteY921" fmla="*/ 0 h 6858000"/>
              <a:gd name="connsiteX922" fmla="*/ 3797544 w 7467600"/>
              <a:gd name="connsiteY922" fmla="*/ 0 h 6858000"/>
              <a:gd name="connsiteX923" fmla="*/ 3775734 w 7467600"/>
              <a:gd name="connsiteY923" fmla="*/ 95131 h 6858000"/>
              <a:gd name="connsiteX924" fmla="*/ 3724807 w 7467600"/>
              <a:gd name="connsiteY924" fmla="*/ 272257 h 6858000"/>
              <a:gd name="connsiteX925" fmla="*/ 3726844 w 7467600"/>
              <a:gd name="connsiteY925" fmla="*/ 282988 h 6858000"/>
              <a:gd name="connsiteX926" fmla="*/ 3742664 w 7467600"/>
              <a:gd name="connsiteY926" fmla="*/ 279918 h 6858000"/>
              <a:gd name="connsiteX927" fmla="*/ 4103910 w 7467600"/>
              <a:gd name="connsiteY927" fmla="*/ 1161917 h 6858000"/>
              <a:gd name="connsiteX928" fmla="*/ 4020269 w 7467600"/>
              <a:gd name="connsiteY928" fmla="*/ 1200406 h 6858000"/>
              <a:gd name="connsiteX929" fmla="*/ 3674882 w 7467600"/>
              <a:gd name="connsiteY929" fmla="*/ 488524 h 6858000"/>
              <a:gd name="connsiteX930" fmla="*/ 3132682 w 7467600"/>
              <a:gd name="connsiteY930" fmla="*/ 1072284 h 6858000"/>
              <a:gd name="connsiteX931" fmla="*/ 2716346 w 7467600"/>
              <a:gd name="connsiteY931" fmla="*/ 1276376 h 6858000"/>
              <a:gd name="connsiteX932" fmla="*/ 2716772 w 7467600"/>
              <a:gd name="connsiteY932" fmla="*/ 1255462 h 6858000"/>
              <a:gd name="connsiteX933" fmla="*/ 3471096 w 7467600"/>
              <a:gd name="connsiteY933" fmla="*/ 437072 h 6858000"/>
              <a:gd name="connsiteX934" fmla="*/ 3639057 w 7467600"/>
              <a:gd name="connsiteY934" fmla="*/ 286334 h 6858000"/>
              <a:gd name="connsiteX935" fmla="*/ 3640309 w 7467600"/>
              <a:gd name="connsiteY935" fmla="*/ 284664 h 6858000"/>
              <a:gd name="connsiteX936" fmla="*/ 3646022 w 7467600"/>
              <a:gd name="connsiteY936" fmla="*/ 276711 h 6858000"/>
              <a:gd name="connsiteX937" fmla="*/ 3707943 w 7467600"/>
              <a:gd name="connsiteY937" fmla="*/ 65958 h 6858000"/>
              <a:gd name="connsiteX938" fmla="*/ 3721337 w 7467600"/>
              <a:gd name="connsiteY938" fmla="*/ 0 h 6858000"/>
              <a:gd name="connsiteX939" fmla="*/ 2867960 w 7467600"/>
              <a:gd name="connsiteY939" fmla="*/ 0 h 6858000"/>
              <a:gd name="connsiteX940" fmla="*/ 2926351 w 7467600"/>
              <a:gd name="connsiteY940" fmla="*/ 0 h 6858000"/>
              <a:gd name="connsiteX941" fmla="*/ 2902823 w 7467600"/>
              <a:gd name="connsiteY941" fmla="*/ 262929 h 6858000"/>
              <a:gd name="connsiteX942" fmla="*/ 2940663 w 7467600"/>
              <a:gd name="connsiteY942" fmla="*/ 140884 h 6858000"/>
              <a:gd name="connsiteX943" fmla="*/ 2947039 w 7467600"/>
              <a:gd name="connsiteY943" fmla="*/ 122524 h 6858000"/>
              <a:gd name="connsiteX944" fmla="*/ 2984316 w 7467600"/>
              <a:gd name="connsiteY944" fmla="*/ 0 h 6858000"/>
              <a:gd name="connsiteX945" fmla="*/ 3016114 w 7467600"/>
              <a:gd name="connsiteY945" fmla="*/ 0 h 6858000"/>
              <a:gd name="connsiteX946" fmla="*/ 2979949 w 7467600"/>
              <a:gd name="connsiteY946" fmla="*/ 119274 h 6858000"/>
              <a:gd name="connsiteX947" fmla="*/ 3023879 w 7467600"/>
              <a:gd name="connsiteY947" fmla="*/ 0 h 6858000"/>
              <a:gd name="connsiteX948" fmla="*/ 3105400 w 7467600"/>
              <a:gd name="connsiteY948" fmla="*/ 0 h 6858000"/>
              <a:gd name="connsiteX949" fmla="*/ 3094669 w 7467600"/>
              <a:gd name="connsiteY949" fmla="*/ 30308 h 6858000"/>
              <a:gd name="connsiteX950" fmla="*/ 2901945 w 7467600"/>
              <a:gd name="connsiteY950" fmla="*/ 466538 h 6858000"/>
              <a:gd name="connsiteX951" fmla="*/ 2815209 w 7467600"/>
              <a:gd name="connsiteY951" fmla="*/ 497361 h 6858000"/>
              <a:gd name="connsiteX952" fmla="*/ 2844845 w 7467600"/>
              <a:gd name="connsiteY952" fmla="*/ 127638 h 6858000"/>
              <a:gd name="connsiteX953" fmla="*/ 2867960 w 7467600"/>
              <a:gd name="connsiteY953" fmla="*/ 0 h 6858000"/>
              <a:gd name="connsiteX954" fmla="*/ 1057230 w 7467600"/>
              <a:gd name="connsiteY954" fmla="*/ 0 h 6858000"/>
              <a:gd name="connsiteX955" fmla="*/ 1111003 w 7467600"/>
              <a:gd name="connsiteY955" fmla="*/ 0 h 6858000"/>
              <a:gd name="connsiteX956" fmla="*/ 1125553 w 7467600"/>
              <a:gd name="connsiteY956" fmla="*/ 52588 h 6858000"/>
              <a:gd name="connsiteX957" fmla="*/ 1304276 w 7467600"/>
              <a:gd name="connsiteY957" fmla="*/ 476275 h 6858000"/>
              <a:gd name="connsiteX958" fmla="*/ 1492066 w 7467600"/>
              <a:gd name="connsiteY958" fmla="*/ 886333 h 6858000"/>
              <a:gd name="connsiteX959" fmla="*/ 1423698 w 7467600"/>
              <a:gd name="connsiteY959" fmla="*/ 710817 h 6858000"/>
              <a:gd name="connsiteX960" fmla="*/ 1357609 w 7467600"/>
              <a:gd name="connsiteY960" fmla="*/ 532892 h 6858000"/>
              <a:gd name="connsiteX961" fmla="*/ 1309550 w 7467600"/>
              <a:gd name="connsiteY961" fmla="*/ 374031 h 6858000"/>
              <a:gd name="connsiteX962" fmla="*/ 1193673 w 7467600"/>
              <a:gd name="connsiteY962" fmla="*/ 49533 h 6858000"/>
              <a:gd name="connsiteX963" fmla="*/ 1164391 w 7467600"/>
              <a:gd name="connsiteY963" fmla="*/ 0 h 6858000"/>
              <a:gd name="connsiteX964" fmla="*/ 1200666 w 7467600"/>
              <a:gd name="connsiteY964" fmla="*/ 0 h 6858000"/>
              <a:gd name="connsiteX965" fmla="*/ 1223408 w 7467600"/>
              <a:gd name="connsiteY965" fmla="*/ 38996 h 6858000"/>
              <a:gd name="connsiteX966" fmla="*/ 1339635 w 7467600"/>
              <a:gd name="connsiteY966" fmla="*/ 365517 h 6858000"/>
              <a:gd name="connsiteX967" fmla="*/ 1387469 w 7467600"/>
              <a:gd name="connsiteY967" fmla="*/ 523079 h 6858000"/>
              <a:gd name="connsiteX968" fmla="*/ 1452685 w 7467600"/>
              <a:gd name="connsiteY968" fmla="*/ 699806 h 6858000"/>
              <a:gd name="connsiteX969" fmla="*/ 1492092 w 7467600"/>
              <a:gd name="connsiteY969" fmla="*/ 800424 h 6858000"/>
              <a:gd name="connsiteX970" fmla="*/ 1455302 w 7467600"/>
              <a:gd name="connsiteY970" fmla="*/ 632913 h 6858000"/>
              <a:gd name="connsiteX971" fmla="*/ 1222336 w 7467600"/>
              <a:gd name="connsiteY971" fmla="*/ 9480 h 6858000"/>
              <a:gd name="connsiteX972" fmla="*/ 1214634 w 7467600"/>
              <a:gd name="connsiteY972" fmla="*/ 0 h 6858000"/>
              <a:gd name="connsiteX973" fmla="*/ 1289827 w 7467600"/>
              <a:gd name="connsiteY973" fmla="*/ 0 h 6858000"/>
              <a:gd name="connsiteX974" fmla="*/ 1321076 w 7467600"/>
              <a:gd name="connsiteY974" fmla="*/ 59722 h 6858000"/>
              <a:gd name="connsiteX975" fmla="*/ 1512579 w 7467600"/>
              <a:gd name="connsiteY975" fmla="*/ 626441 h 6858000"/>
              <a:gd name="connsiteX976" fmla="*/ 1506076 w 7467600"/>
              <a:gd name="connsiteY976" fmla="*/ 1089289 h 6858000"/>
              <a:gd name="connsiteX977" fmla="*/ 1486346 w 7467600"/>
              <a:gd name="connsiteY977" fmla="*/ 1079919 h 6858000"/>
              <a:gd name="connsiteX978" fmla="*/ 1070511 w 7467600"/>
              <a:gd name="connsiteY978" fmla="*/ 48609 h 6858000"/>
              <a:gd name="connsiteX979" fmla="*/ 1057230 w 7467600"/>
              <a:gd name="connsiteY979" fmla="*/ 0 h 6858000"/>
              <a:gd name="connsiteX980" fmla="*/ 43151 w 7467600"/>
              <a:gd name="connsiteY980" fmla="*/ 0 h 6858000"/>
              <a:gd name="connsiteX981" fmla="*/ 95283 w 7467600"/>
              <a:gd name="connsiteY981" fmla="*/ 0 h 6858000"/>
              <a:gd name="connsiteX982" fmla="*/ 300708 w 7467600"/>
              <a:gd name="connsiteY982" fmla="*/ 154571 h 6858000"/>
              <a:gd name="connsiteX983" fmla="*/ 530414 w 7467600"/>
              <a:gd name="connsiteY983" fmla="*/ 354673 h 6858000"/>
              <a:gd name="connsiteX984" fmla="*/ 333785 w 7467600"/>
              <a:gd name="connsiteY984" fmla="*/ 161564 h 6858000"/>
              <a:gd name="connsiteX985" fmla="*/ 147005 w 7467600"/>
              <a:gd name="connsiteY985" fmla="*/ 0 h 6858000"/>
              <a:gd name="connsiteX986" fmla="*/ 272509 w 7467600"/>
              <a:gd name="connsiteY986" fmla="*/ 0 h 6858000"/>
              <a:gd name="connsiteX987" fmla="*/ 326276 w 7467600"/>
              <a:gd name="connsiteY987" fmla="*/ 45847 h 6858000"/>
              <a:gd name="connsiteX988" fmla="*/ 823759 w 7467600"/>
              <a:gd name="connsiteY988" fmla="*/ 574145 h 6858000"/>
              <a:gd name="connsiteX989" fmla="*/ 811254 w 7467600"/>
              <a:gd name="connsiteY989" fmla="*/ 665546 h 6858000"/>
              <a:gd name="connsiteX990" fmla="*/ 154042 w 7467600"/>
              <a:gd name="connsiteY990" fmla="*/ 261522 h 6858000"/>
              <a:gd name="connsiteX991" fmla="*/ 13550 w 7467600"/>
              <a:gd name="connsiteY991" fmla="*/ 158423 h 6858000"/>
              <a:gd name="connsiteX992" fmla="*/ 0 w 7467600"/>
              <a:gd name="connsiteY992" fmla="*/ 146618 h 6858000"/>
              <a:gd name="connsiteX993" fmla="*/ 0 w 7467600"/>
              <a:gd name="connsiteY993" fmla="*/ 59161 h 6858000"/>
              <a:gd name="connsiteX994" fmla="*/ 45427 w 7467600"/>
              <a:gd name="connsiteY994" fmla="*/ 101078 h 6858000"/>
              <a:gd name="connsiteX995" fmla="*/ 630103 w 7467600"/>
              <a:gd name="connsiteY995" fmla="*/ 485885 h 6858000"/>
              <a:gd name="connsiteX996" fmla="*/ 532040 w 7467600"/>
              <a:gd name="connsiteY996" fmla="*/ 399359 h 6858000"/>
              <a:gd name="connsiteX997" fmla="*/ 517618 w 7467600"/>
              <a:gd name="connsiteY997" fmla="*/ 385726 h 6858000"/>
              <a:gd name="connsiteX998" fmla="*/ 285074 w 7467600"/>
              <a:gd name="connsiteY998" fmla="*/ 182755 h 6858000"/>
              <a:gd name="connsiteX999" fmla="*/ 43151 w 7467600"/>
              <a:gd name="connsiteY99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361850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1903353 w 7467600"/>
              <a:gd name="connsiteY143" fmla="*/ 5044827 h 6858000"/>
              <a:gd name="connsiteX144" fmla="*/ 1936931 w 7467600"/>
              <a:gd name="connsiteY144" fmla="*/ 5093954 h 6858000"/>
              <a:gd name="connsiteX145" fmla="*/ 2195868 w 7467600"/>
              <a:gd name="connsiteY145" fmla="*/ 5396574 h 6858000"/>
              <a:gd name="connsiteX146" fmla="*/ 2088852 w 7467600"/>
              <a:gd name="connsiteY146" fmla="*/ 5166123 h 6858000"/>
              <a:gd name="connsiteX147" fmla="*/ 1958241 w 7467600"/>
              <a:gd name="connsiteY147" fmla="*/ 5067955 h 6858000"/>
              <a:gd name="connsiteX148" fmla="*/ 1903353 w 7467600"/>
              <a:gd name="connsiteY148" fmla="*/ 5044827 h 6858000"/>
              <a:gd name="connsiteX149" fmla="*/ 1979378 w 7467600"/>
              <a:gd name="connsiteY149" fmla="*/ 4769504 h 6858000"/>
              <a:gd name="connsiteX150" fmla="*/ 2882120 w 7467600"/>
              <a:gd name="connsiteY150" fmla="*/ 5064547 h 6858000"/>
              <a:gd name="connsiteX151" fmla="*/ 2793103 w 7467600"/>
              <a:gd name="connsiteY151" fmla="*/ 5039699 h 6858000"/>
              <a:gd name="connsiteX152" fmla="*/ 2770041 w 7467600"/>
              <a:gd name="connsiteY152" fmla="*/ 5033634 h 6858000"/>
              <a:gd name="connsiteX153" fmla="*/ 1979378 w 7467600"/>
              <a:gd name="connsiteY153" fmla="*/ 4769504 h 6858000"/>
              <a:gd name="connsiteX154" fmla="*/ 1927410 w 7467600"/>
              <a:gd name="connsiteY154" fmla="*/ 4716164 h 6858000"/>
              <a:gd name="connsiteX155" fmla="*/ 1959587 w 7467600"/>
              <a:gd name="connsiteY155" fmla="*/ 4728849 h 6858000"/>
              <a:gd name="connsiteX156" fmla="*/ 2777707 w 7467600"/>
              <a:gd name="connsiteY156" fmla="*/ 5003991 h 6858000"/>
              <a:gd name="connsiteX157" fmla="*/ 2800768 w 7467600"/>
              <a:gd name="connsiteY157" fmla="*/ 5010056 h 6858000"/>
              <a:gd name="connsiteX158" fmla="*/ 2879408 w 7467600"/>
              <a:gd name="connsiteY158" fmla="*/ 5031590 h 6858000"/>
              <a:gd name="connsiteX159" fmla="*/ 2862295 w 7467600"/>
              <a:gd name="connsiteY159" fmla="*/ 5022958 h 6858000"/>
              <a:gd name="connsiteX160" fmla="*/ 2813343 w 7467600"/>
              <a:gd name="connsiteY160" fmla="*/ 4998369 h 6858000"/>
              <a:gd name="connsiteX161" fmla="*/ 2646245 w 7467600"/>
              <a:gd name="connsiteY161" fmla="*/ 4930999 h 6858000"/>
              <a:gd name="connsiteX162" fmla="*/ 1999243 w 7467600"/>
              <a:gd name="connsiteY162" fmla="*/ 4730524 h 6858000"/>
              <a:gd name="connsiteX163" fmla="*/ 1979527 w 7467600"/>
              <a:gd name="connsiteY163" fmla="*/ 4726651 h 6858000"/>
              <a:gd name="connsiteX164" fmla="*/ 1927410 w 7467600"/>
              <a:gd name="connsiteY164" fmla="*/ 4716164 h 6858000"/>
              <a:gd name="connsiteX165" fmla="*/ 1997014 w 7467600"/>
              <a:gd name="connsiteY165" fmla="*/ 4698007 h 6858000"/>
              <a:gd name="connsiteX166" fmla="*/ 2005458 w 7467600"/>
              <a:gd name="connsiteY166" fmla="*/ 4699540 h 6858000"/>
              <a:gd name="connsiteX167" fmla="*/ 2657186 w 7467600"/>
              <a:gd name="connsiteY167" fmla="*/ 4901687 h 6858000"/>
              <a:gd name="connsiteX168" fmla="*/ 2826662 w 7467600"/>
              <a:gd name="connsiteY168" fmla="*/ 4970362 h 6858000"/>
              <a:gd name="connsiteX169" fmla="*/ 2876100 w 7467600"/>
              <a:gd name="connsiteY169" fmla="*/ 4995397 h 6858000"/>
              <a:gd name="connsiteX170" fmla="*/ 3042600 w 7467600"/>
              <a:gd name="connsiteY170" fmla="*/ 5059532 h 6858000"/>
              <a:gd name="connsiteX171" fmla="*/ 1997014 w 7467600"/>
              <a:gd name="connsiteY171" fmla="*/ 4698007 h 6858000"/>
              <a:gd name="connsiteX172" fmla="*/ 2305292 w 7467600"/>
              <a:gd name="connsiteY172" fmla="*/ 4219492 h 6858000"/>
              <a:gd name="connsiteX173" fmla="*/ 3360922 w 7467600"/>
              <a:gd name="connsiteY173" fmla="*/ 4529373 h 6858000"/>
              <a:gd name="connsiteX174" fmla="*/ 3492420 w 7467600"/>
              <a:gd name="connsiteY174" fmla="*/ 4510145 h 6858000"/>
              <a:gd name="connsiteX175" fmla="*/ 3364086 w 7467600"/>
              <a:gd name="connsiteY175" fmla="*/ 4480340 h 6858000"/>
              <a:gd name="connsiteX176" fmla="*/ 3225818 w 7467600"/>
              <a:gd name="connsiteY176" fmla="*/ 4411822 h 6858000"/>
              <a:gd name="connsiteX177" fmla="*/ 3129696 w 7467600"/>
              <a:gd name="connsiteY177" fmla="*/ 4360704 h 6858000"/>
              <a:gd name="connsiteX178" fmla="*/ 2814545 w 7467600"/>
              <a:gd name="connsiteY178" fmla="*/ 4282955 h 6858000"/>
              <a:gd name="connsiteX179" fmla="*/ 2305292 w 7467600"/>
              <a:gd name="connsiteY179" fmla="*/ 4219492 h 6858000"/>
              <a:gd name="connsiteX180" fmla="*/ 2626982 w 7467600"/>
              <a:gd name="connsiteY180" fmla="*/ 4206450 h 6858000"/>
              <a:gd name="connsiteX181" fmla="*/ 2490617 w 7467600"/>
              <a:gd name="connsiteY181" fmla="*/ 4206951 h 6858000"/>
              <a:gd name="connsiteX182" fmla="*/ 2819869 w 7467600"/>
              <a:gd name="connsiteY182" fmla="*/ 4252936 h 6858000"/>
              <a:gd name="connsiteX183" fmla="*/ 3143018 w 7467600"/>
              <a:gd name="connsiteY183" fmla="*/ 4332698 h 6858000"/>
              <a:gd name="connsiteX184" fmla="*/ 3241520 w 7467600"/>
              <a:gd name="connsiteY184" fmla="*/ 4385112 h 6858000"/>
              <a:gd name="connsiteX185" fmla="*/ 3374575 w 7467600"/>
              <a:gd name="connsiteY185" fmla="*/ 4451517 h 6858000"/>
              <a:gd name="connsiteX186" fmla="*/ 3505221 w 7467600"/>
              <a:gd name="connsiteY186" fmla="*/ 4480757 h 6858000"/>
              <a:gd name="connsiteX187" fmla="*/ 2626982 w 7467600"/>
              <a:gd name="connsiteY187" fmla="*/ 4206450 h 6858000"/>
              <a:gd name="connsiteX188" fmla="*/ 1310106 w 7467600"/>
              <a:gd name="connsiteY188" fmla="*/ 3943217 h 6858000"/>
              <a:gd name="connsiteX189" fmla="*/ 854994 w 7467600"/>
              <a:gd name="connsiteY189" fmla="*/ 4399136 h 6858000"/>
              <a:gd name="connsiteX190" fmla="*/ 742462 w 7467600"/>
              <a:gd name="connsiteY190" fmla="*/ 4594648 h 6858000"/>
              <a:gd name="connsiteX191" fmla="*/ 820602 w 7467600"/>
              <a:gd name="connsiteY191" fmla="*/ 4485915 h 6858000"/>
              <a:gd name="connsiteX192" fmla="*/ 878295 w 7467600"/>
              <a:gd name="connsiteY192" fmla="*/ 4403594 h 6858000"/>
              <a:gd name="connsiteX193" fmla="*/ 1240607 w 7467600"/>
              <a:gd name="connsiteY193" fmla="*/ 4010401 h 6858000"/>
              <a:gd name="connsiteX194" fmla="*/ 1310106 w 7467600"/>
              <a:gd name="connsiteY194" fmla="*/ 3943217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316479 w 7467600"/>
              <a:gd name="connsiteY205" fmla="*/ 3872136 h 6858000"/>
              <a:gd name="connsiteX206" fmla="*/ 3291335 w 7467600"/>
              <a:gd name="connsiteY206" fmla="*/ 3767420 h 6858000"/>
              <a:gd name="connsiteX207" fmla="*/ 3390805 w 7467600"/>
              <a:gd name="connsiteY207" fmla="*/ 3937163 h 6858000"/>
              <a:gd name="connsiteX208" fmla="*/ 3579062 w 7467600"/>
              <a:gd name="connsiteY208" fmla="*/ 4359040 h 6858000"/>
              <a:gd name="connsiteX209" fmla="*/ 3467355 w 7467600"/>
              <a:gd name="connsiteY209" fmla="*/ 3988130 h 6858000"/>
              <a:gd name="connsiteX210" fmla="*/ 3310753 w 7467600"/>
              <a:gd name="connsiteY210" fmla="*/ 3787140 h 6858000"/>
              <a:gd name="connsiteX211" fmla="*/ 3291335 w 7467600"/>
              <a:gd name="connsiteY211" fmla="*/ 3767420 h 6858000"/>
              <a:gd name="connsiteX212" fmla="*/ 1635889 w 7467600"/>
              <a:gd name="connsiteY212" fmla="*/ 3709494 h 6858000"/>
              <a:gd name="connsiteX213" fmla="*/ 1634800 w 7467600"/>
              <a:gd name="connsiteY213" fmla="*/ 3731111 h 6858000"/>
              <a:gd name="connsiteX214" fmla="*/ 1635889 w 7467600"/>
              <a:gd name="connsiteY214" fmla="*/ 3709494 h 6858000"/>
              <a:gd name="connsiteX215" fmla="*/ 1510397 w 7467600"/>
              <a:gd name="connsiteY215" fmla="*/ 3684705 h 6858000"/>
              <a:gd name="connsiteX216" fmla="*/ 1146550 w 7467600"/>
              <a:gd name="connsiteY216" fmla="*/ 3802012 h 6858000"/>
              <a:gd name="connsiteX217" fmla="*/ 698834 w 7467600"/>
              <a:gd name="connsiteY217" fmla="*/ 3952272 h 6858000"/>
              <a:gd name="connsiteX218" fmla="*/ 34256 w 7467600"/>
              <a:gd name="connsiteY218" fmla="*/ 4347603 h 6858000"/>
              <a:gd name="connsiteX219" fmla="*/ 527241 w 7467600"/>
              <a:gd name="connsiteY219" fmla="*/ 4065078 h 6858000"/>
              <a:gd name="connsiteX220" fmla="*/ 1510397 w 7467600"/>
              <a:gd name="connsiteY220" fmla="*/ 3684705 h 6858000"/>
              <a:gd name="connsiteX221" fmla="*/ 1313114 w 7467600"/>
              <a:gd name="connsiteY221" fmla="*/ 3655216 h 6858000"/>
              <a:gd name="connsiteX222" fmla="*/ 1109304 w 7467600"/>
              <a:gd name="connsiteY222" fmla="*/ 3669030 h 6858000"/>
              <a:gd name="connsiteX223" fmla="*/ 8129 w 7467600"/>
              <a:gd name="connsiteY223" fmla="*/ 4330519 h 6858000"/>
              <a:gd name="connsiteX224" fmla="*/ 687572 w 7467600"/>
              <a:gd name="connsiteY224" fmla="*/ 3925629 h 6858000"/>
              <a:gd name="connsiteX225" fmla="*/ 1138365 w 7467600"/>
              <a:gd name="connsiteY225" fmla="*/ 3774515 h 6858000"/>
              <a:gd name="connsiteX226" fmla="*/ 1505579 w 7467600"/>
              <a:gd name="connsiteY226" fmla="*/ 3655526 h 6858000"/>
              <a:gd name="connsiteX227" fmla="*/ 1313114 w 7467600"/>
              <a:gd name="connsiteY227" fmla="*/ 3655216 h 6858000"/>
              <a:gd name="connsiteX228" fmla="*/ 3655073 w 7467600"/>
              <a:gd name="connsiteY228" fmla="*/ 3650884 h 6858000"/>
              <a:gd name="connsiteX229" fmla="*/ 3989938 w 7467600"/>
              <a:gd name="connsiteY229" fmla="*/ 3991685 h 6858000"/>
              <a:gd name="connsiteX230" fmla="*/ 4393907 w 7467600"/>
              <a:gd name="connsiteY230" fmla="*/ 4261258 h 6858000"/>
              <a:gd name="connsiteX231" fmla="*/ 4648051 w 7467600"/>
              <a:gd name="connsiteY231" fmla="*/ 4374051 h 6858000"/>
              <a:gd name="connsiteX232" fmla="*/ 4383389 w 7467600"/>
              <a:gd name="connsiteY232" fmla="*/ 4184369 h 6858000"/>
              <a:gd name="connsiteX233" fmla="*/ 4165508 w 7467600"/>
              <a:gd name="connsiteY233" fmla="*/ 4035196 h 6858000"/>
              <a:gd name="connsiteX234" fmla="*/ 4068162 w 7467600"/>
              <a:gd name="connsiteY234" fmla="*/ 3953394 h 6858000"/>
              <a:gd name="connsiteX235" fmla="*/ 3981416 w 7467600"/>
              <a:gd name="connsiteY235" fmla="*/ 3880482 h 6858000"/>
              <a:gd name="connsiteX236" fmla="*/ 3800147 w 7467600"/>
              <a:gd name="connsiteY236" fmla="*/ 3749872 h 6858000"/>
              <a:gd name="connsiteX237" fmla="*/ 3655073 w 7467600"/>
              <a:gd name="connsiteY237" fmla="*/ 3650884 h 6858000"/>
              <a:gd name="connsiteX238" fmla="*/ 3670252 w 7467600"/>
              <a:gd name="connsiteY238" fmla="*/ 3622798 h 6858000"/>
              <a:gd name="connsiteX239" fmla="*/ 3817258 w 7467600"/>
              <a:gd name="connsiteY239" fmla="*/ 3723577 h 6858000"/>
              <a:gd name="connsiteX240" fmla="*/ 4000461 w 7467600"/>
              <a:gd name="connsiteY240" fmla="*/ 3855966 h 6858000"/>
              <a:gd name="connsiteX241" fmla="*/ 4088180 w 7467600"/>
              <a:gd name="connsiteY241" fmla="*/ 3929774 h 6858000"/>
              <a:gd name="connsiteX242" fmla="*/ 4184555 w 7467600"/>
              <a:gd name="connsiteY242" fmla="*/ 4010683 h 6858000"/>
              <a:gd name="connsiteX243" fmla="*/ 4399563 w 7467600"/>
              <a:gd name="connsiteY243" fmla="*/ 4158106 h 6858000"/>
              <a:gd name="connsiteX244" fmla="*/ 4684469 w 7467600"/>
              <a:gd name="connsiteY244" fmla="*/ 4364680 h 6858000"/>
              <a:gd name="connsiteX245" fmla="*/ 4690271 w 7467600"/>
              <a:gd name="connsiteY245" fmla="*/ 4370034 h 6858000"/>
              <a:gd name="connsiteX246" fmla="*/ 4136093 w 7467600"/>
              <a:gd name="connsiteY246" fmla="*/ 3858466 h 6858000"/>
              <a:gd name="connsiteX247" fmla="*/ 3670252 w 7467600"/>
              <a:gd name="connsiteY247" fmla="*/ 3622798 h 6858000"/>
              <a:gd name="connsiteX248" fmla="*/ 4440129 w 7467600"/>
              <a:gd name="connsiteY248" fmla="*/ 3448571 h 6858000"/>
              <a:gd name="connsiteX249" fmla="*/ 4856525 w 7467600"/>
              <a:gd name="connsiteY249" fmla="*/ 3915351 h 6858000"/>
              <a:gd name="connsiteX250" fmla="*/ 5059055 w 7467600"/>
              <a:gd name="connsiteY250" fmla="*/ 4108918 h 6858000"/>
              <a:gd name="connsiteX251" fmla="*/ 5290070 w 7467600"/>
              <a:gd name="connsiteY251" fmla="*/ 4263619 h 6858000"/>
              <a:gd name="connsiteX252" fmla="*/ 4834991 w 7467600"/>
              <a:gd name="connsiteY252" fmla="*/ 3830985 h 6858000"/>
              <a:gd name="connsiteX253" fmla="*/ 4440129 w 7467600"/>
              <a:gd name="connsiteY253" fmla="*/ 3448571 h 6858000"/>
              <a:gd name="connsiteX254" fmla="*/ 4441737 w 7467600"/>
              <a:gd name="connsiteY254" fmla="*/ 3399734 h 6858000"/>
              <a:gd name="connsiteX255" fmla="*/ 4431236 w 7467600"/>
              <a:gd name="connsiteY255" fmla="*/ 3400954 h 6858000"/>
              <a:gd name="connsiteX256" fmla="*/ 4557150 w 7467600"/>
              <a:gd name="connsiteY256" fmla="*/ 3510023 h 6858000"/>
              <a:gd name="connsiteX257" fmla="*/ 4856936 w 7467600"/>
              <a:gd name="connsiteY257" fmla="*/ 3809146 h 6858000"/>
              <a:gd name="connsiteX258" fmla="*/ 5111996 w 7467600"/>
              <a:gd name="connsiteY258" fmla="*/ 4065759 h 6858000"/>
              <a:gd name="connsiteX259" fmla="*/ 5388878 w 7467600"/>
              <a:gd name="connsiteY259" fmla="*/ 4300185 h 6858000"/>
              <a:gd name="connsiteX260" fmla="*/ 5425556 w 7467600"/>
              <a:gd name="connsiteY260" fmla="*/ 4308967 h 6858000"/>
              <a:gd name="connsiteX261" fmla="*/ 4943646 w 7467600"/>
              <a:gd name="connsiteY261" fmla="*/ 3822916 h 6858000"/>
              <a:gd name="connsiteX262" fmla="*/ 4594837 w 7467600"/>
              <a:gd name="connsiteY262" fmla="*/ 3532274 h 6858000"/>
              <a:gd name="connsiteX263" fmla="*/ 4441737 w 7467600"/>
              <a:gd name="connsiteY263" fmla="*/ 3399734 h 6858000"/>
              <a:gd name="connsiteX264" fmla="*/ 5425834 w 7467600"/>
              <a:gd name="connsiteY264" fmla="*/ 3162785 h 6858000"/>
              <a:gd name="connsiteX265" fmla="*/ 5401644 w 7467600"/>
              <a:gd name="connsiteY265" fmla="*/ 3617847 h 6858000"/>
              <a:gd name="connsiteX266" fmla="*/ 5467256 w 7467600"/>
              <a:gd name="connsiteY266" fmla="*/ 4175494 h 6858000"/>
              <a:gd name="connsiteX267" fmla="*/ 5448069 w 7467600"/>
              <a:gd name="connsiteY267" fmla="*/ 3567554 h 6858000"/>
              <a:gd name="connsiteX268" fmla="*/ 5425834 w 7467600"/>
              <a:gd name="connsiteY268" fmla="*/ 3162785 h 6858000"/>
              <a:gd name="connsiteX269" fmla="*/ 1318687 w 7467600"/>
              <a:gd name="connsiteY269" fmla="*/ 3113840 h 6858000"/>
              <a:gd name="connsiteX270" fmla="*/ 1066793 w 7467600"/>
              <a:gd name="connsiteY270" fmla="*/ 3212171 h 6858000"/>
              <a:gd name="connsiteX271" fmla="*/ 993319 w 7467600"/>
              <a:gd name="connsiteY271" fmla="*/ 3247648 h 6858000"/>
              <a:gd name="connsiteX272" fmla="*/ 853081 w 7467600"/>
              <a:gd name="connsiteY272" fmla="*/ 3312410 h 6858000"/>
              <a:gd name="connsiteX273" fmla="*/ 805957 w 7467600"/>
              <a:gd name="connsiteY273" fmla="*/ 3330443 h 6858000"/>
              <a:gd name="connsiteX274" fmla="*/ 1318687 w 7467600"/>
              <a:gd name="connsiteY274" fmla="*/ 3113840 h 6858000"/>
              <a:gd name="connsiteX275" fmla="*/ 5453702 w 7467600"/>
              <a:gd name="connsiteY275" fmla="*/ 3090882 h 6858000"/>
              <a:gd name="connsiteX276" fmla="*/ 5480135 w 7467600"/>
              <a:gd name="connsiteY276" fmla="*/ 3565802 h 6858000"/>
              <a:gd name="connsiteX277" fmla="*/ 5499023 w 7467600"/>
              <a:gd name="connsiteY277" fmla="*/ 4166310 h 6858000"/>
              <a:gd name="connsiteX278" fmla="*/ 5547022 w 7467600"/>
              <a:gd name="connsiteY278" fmla="*/ 3607838 h 6858000"/>
              <a:gd name="connsiteX279" fmla="*/ 5515964 w 7467600"/>
              <a:gd name="connsiteY279" fmla="*/ 3378541 h 6858000"/>
              <a:gd name="connsiteX280" fmla="*/ 5453702 w 7467600"/>
              <a:gd name="connsiteY280" fmla="*/ 3090882 h 6858000"/>
              <a:gd name="connsiteX281" fmla="*/ 1238695 w 7467600"/>
              <a:gd name="connsiteY281" fmla="*/ 3076820 h 6858000"/>
              <a:gd name="connsiteX282" fmla="*/ 716371 w 7467600"/>
              <a:gd name="connsiteY282" fmla="*/ 3293249 h 6858000"/>
              <a:gd name="connsiteX283" fmla="*/ 579522 w 7467600"/>
              <a:gd name="connsiteY283" fmla="*/ 3371759 h 6858000"/>
              <a:gd name="connsiteX284" fmla="*/ 600288 w 7467600"/>
              <a:gd name="connsiteY284" fmla="*/ 3365555 h 6858000"/>
              <a:gd name="connsiteX285" fmla="*/ 840692 w 7467600"/>
              <a:gd name="connsiteY285" fmla="*/ 3284921 h 6858000"/>
              <a:gd name="connsiteX286" fmla="*/ 979248 w 7467600"/>
              <a:gd name="connsiteY286" fmla="*/ 3221003 h 6858000"/>
              <a:gd name="connsiteX287" fmla="*/ 1053282 w 7467600"/>
              <a:gd name="connsiteY287" fmla="*/ 3185247 h 6858000"/>
              <a:gd name="connsiteX288" fmla="*/ 1320603 w 7467600"/>
              <a:gd name="connsiteY288" fmla="*/ 3081281 h 6858000"/>
              <a:gd name="connsiteX289" fmla="*/ 1238695 w 7467600"/>
              <a:gd name="connsiteY289" fmla="*/ 3076820 h 6858000"/>
              <a:gd name="connsiteX290" fmla="*/ 5425627 w 7467600"/>
              <a:gd name="connsiteY290" fmla="*/ 2954192 h 6858000"/>
              <a:gd name="connsiteX291" fmla="*/ 5470770 w 7467600"/>
              <a:gd name="connsiteY291" fmla="*/ 3005435 h 6858000"/>
              <a:gd name="connsiteX292" fmla="*/ 5519779 w 7467600"/>
              <a:gd name="connsiteY292" fmla="*/ 4359223 h 6858000"/>
              <a:gd name="connsiteX293" fmla="*/ 5520293 w 7467600"/>
              <a:gd name="connsiteY293" fmla="*/ 4360602 h 6858000"/>
              <a:gd name="connsiteX294" fmla="*/ 5767221 w 7467600"/>
              <a:gd name="connsiteY294" fmla="*/ 4665564 h 6858000"/>
              <a:gd name="connsiteX295" fmla="*/ 6937169 w 7467600"/>
              <a:gd name="connsiteY295" fmla="*/ 4815941 h 6858000"/>
              <a:gd name="connsiteX296" fmla="*/ 6953922 w 7467600"/>
              <a:gd name="connsiteY296" fmla="*/ 4890068 h 6858000"/>
              <a:gd name="connsiteX297" fmla="*/ 6071359 w 7467600"/>
              <a:gd name="connsiteY297" fmla="*/ 4770770 h 6858000"/>
              <a:gd name="connsiteX298" fmla="*/ 6038839 w 7467600"/>
              <a:gd name="connsiteY298" fmla="*/ 4764474 h 6858000"/>
              <a:gd name="connsiteX299" fmla="*/ 6038706 w 7467600"/>
              <a:gd name="connsiteY299" fmla="*/ 4763847 h 6858000"/>
              <a:gd name="connsiteX300" fmla="*/ 6037784 w 7467600"/>
              <a:gd name="connsiteY300" fmla="*/ 4764270 h 6858000"/>
              <a:gd name="connsiteX301" fmla="*/ 6038839 w 7467600"/>
              <a:gd name="connsiteY301" fmla="*/ 4764474 h 6858000"/>
              <a:gd name="connsiteX302" fmla="*/ 6040338 w 7467600"/>
              <a:gd name="connsiteY302" fmla="*/ 4771418 h 6858000"/>
              <a:gd name="connsiteX303" fmla="*/ 6024488 w 7467600"/>
              <a:gd name="connsiteY303" fmla="*/ 4809903 h 6858000"/>
              <a:gd name="connsiteX304" fmla="*/ 5599771 w 7467600"/>
              <a:gd name="connsiteY304" fmla="*/ 5509652 h 6858000"/>
              <a:gd name="connsiteX305" fmla="*/ 5548843 w 7467600"/>
              <a:gd name="connsiteY305" fmla="*/ 5563845 h 6858000"/>
              <a:gd name="connsiteX306" fmla="*/ 5940952 w 7467600"/>
              <a:gd name="connsiteY306" fmla="*/ 6250028 h 6858000"/>
              <a:gd name="connsiteX307" fmla="*/ 6043441 w 7467600"/>
              <a:gd name="connsiteY307" fmla="*/ 6665847 h 6858000"/>
              <a:gd name="connsiteX308" fmla="*/ 6093432 w 7467600"/>
              <a:gd name="connsiteY308" fmla="*/ 6858000 h 6858000"/>
              <a:gd name="connsiteX309" fmla="*/ 6034344 w 7467600"/>
              <a:gd name="connsiteY309" fmla="*/ 6858000 h 6858000"/>
              <a:gd name="connsiteX310" fmla="*/ 6026679 w 7467600"/>
              <a:gd name="connsiteY310" fmla="*/ 6836959 h 6858000"/>
              <a:gd name="connsiteX311" fmla="*/ 5800441 w 7467600"/>
              <a:gd name="connsiteY311" fmla="*/ 6335286 h 6858000"/>
              <a:gd name="connsiteX312" fmla="*/ 5526562 w 7467600"/>
              <a:gd name="connsiteY312" fmla="*/ 5705388 h 6858000"/>
              <a:gd name="connsiteX313" fmla="*/ 5519640 w 7467600"/>
              <a:gd name="connsiteY313" fmla="*/ 5683774 h 6858000"/>
              <a:gd name="connsiteX314" fmla="*/ 5844559 w 7467600"/>
              <a:gd name="connsiteY314" fmla="*/ 6553349 h 6858000"/>
              <a:gd name="connsiteX315" fmla="*/ 5975994 w 7467600"/>
              <a:gd name="connsiteY315" fmla="*/ 6858000 h 6858000"/>
              <a:gd name="connsiteX316" fmla="*/ 5898547 w 7467600"/>
              <a:gd name="connsiteY316" fmla="*/ 6858000 h 6858000"/>
              <a:gd name="connsiteX317" fmla="*/ 5682041 w 7467600"/>
              <a:gd name="connsiteY317" fmla="*/ 6355860 h 6858000"/>
              <a:gd name="connsiteX318" fmla="*/ 5461758 w 7467600"/>
              <a:gd name="connsiteY318" fmla="*/ 5820220 h 6858000"/>
              <a:gd name="connsiteX319" fmla="*/ 5237282 w 7467600"/>
              <a:gd name="connsiteY319" fmla="*/ 6579086 h 6858000"/>
              <a:gd name="connsiteX320" fmla="*/ 5115009 w 7467600"/>
              <a:gd name="connsiteY320" fmla="*/ 6858000 h 6858000"/>
              <a:gd name="connsiteX321" fmla="*/ 5028074 w 7467600"/>
              <a:gd name="connsiteY321" fmla="*/ 6858000 h 6858000"/>
              <a:gd name="connsiteX322" fmla="*/ 5079508 w 7467600"/>
              <a:gd name="connsiteY322" fmla="*/ 6749074 h 6858000"/>
              <a:gd name="connsiteX323" fmla="*/ 5371846 w 7467600"/>
              <a:gd name="connsiteY323" fmla="*/ 5924413 h 6858000"/>
              <a:gd name="connsiteX324" fmla="*/ 5270512 w 7467600"/>
              <a:gd name="connsiteY324" fmla="*/ 6138975 h 6858000"/>
              <a:gd name="connsiteX325" fmla="*/ 5062409 w 7467600"/>
              <a:gd name="connsiteY325" fmla="*/ 6653544 h 6858000"/>
              <a:gd name="connsiteX326" fmla="*/ 5036628 w 7467600"/>
              <a:gd name="connsiteY326" fmla="*/ 6754247 h 6858000"/>
              <a:gd name="connsiteX327" fmla="*/ 5009112 w 7467600"/>
              <a:gd name="connsiteY327" fmla="*/ 6858000 h 6858000"/>
              <a:gd name="connsiteX328" fmla="*/ 4976679 w 7467600"/>
              <a:gd name="connsiteY328" fmla="*/ 6858000 h 6858000"/>
              <a:gd name="connsiteX329" fmla="*/ 5006537 w 7467600"/>
              <a:gd name="connsiteY329" fmla="*/ 6747068 h 6858000"/>
              <a:gd name="connsiteX330" fmla="*/ 5032723 w 7467600"/>
              <a:gd name="connsiteY330" fmla="*/ 6644957 h 6858000"/>
              <a:gd name="connsiteX331" fmla="*/ 5242949 w 7467600"/>
              <a:gd name="connsiteY331" fmla="*/ 6125175 h 6858000"/>
              <a:gd name="connsiteX332" fmla="*/ 5286321 w 7467600"/>
              <a:gd name="connsiteY332" fmla="*/ 6033555 h 6858000"/>
              <a:gd name="connsiteX333" fmla="*/ 5008210 w 7467600"/>
              <a:gd name="connsiteY333" fmla="*/ 6649194 h 6858000"/>
              <a:gd name="connsiteX334" fmla="*/ 4986321 w 7467600"/>
              <a:gd name="connsiteY334" fmla="*/ 6765687 h 6858000"/>
              <a:gd name="connsiteX335" fmla="*/ 4973474 w 7467600"/>
              <a:gd name="connsiteY335" fmla="*/ 6858000 h 6858000"/>
              <a:gd name="connsiteX336" fmla="*/ 4907178 w 7467600"/>
              <a:gd name="connsiteY336" fmla="*/ 6858000 h 6858000"/>
              <a:gd name="connsiteX337" fmla="*/ 4910810 w 7467600"/>
              <a:gd name="connsiteY337" fmla="*/ 6829660 h 6858000"/>
              <a:gd name="connsiteX338" fmla="*/ 4987461 w 7467600"/>
              <a:gd name="connsiteY338" fmla="*/ 6432994 h 6858000"/>
              <a:gd name="connsiteX339" fmla="*/ 5179262 w 7467600"/>
              <a:gd name="connsiteY339" fmla="*/ 6035044 h 6858000"/>
              <a:gd name="connsiteX340" fmla="*/ 4689678 w 7467600"/>
              <a:gd name="connsiteY340" fmla="*/ 6440241 h 6858000"/>
              <a:gd name="connsiteX341" fmla="*/ 4477543 w 7467600"/>
              <a:gd name="connsiteY341" fmla="*/ 6674836 h 6858000"/>
              <a:gd name="connsiteX342" fmla="*/ 4329957 w 7467600"/>
              <a:gd name="connsiteY342" fmla="*/ 6858000 h 6858000"/>
              <a:gd name="connsiteX343" fmla="*/ 4218595 w 7467600"/>
              <a:gd name="connsiteY343" fmla="*/ 6858000 h 6858000"/>
              <a:gd name="connsiteX344" fmla="*/ 4368888 w 7467600"/>
              <a:gd name="connsiteY344" fmla="*/ 6668412 h 6858000"/>
              <a:gd name="connsiteX345" fmla="*/ 4563091 w 7467600"/>
              <a:gd name="connsiteY345" fmla="*/ 6442508 h 6858000"/>
              <a:gd name="connsiteX346" fmla="*/ 5387324 w 7467600"/>
              <a:gd name="connsiteY346" fmla="*/ 5705830 h 6858000"/>
              <a:gd name="connsiteX347" fmla="*/ 5073620 w 7467600"/>
              <a:gd name="connsiteY347" fmla="*/ 5955437 h 6858000"/>
              <a:gd name="connsiteX348" fmla="*/ 4689789 w 7467600"/>
              <a:gd name="connsiteY348" fmla="*/ 6268382 h 6858000"/>
              <a:gd name="connsiteX349" fmla="*/ 4418722 w 7467600"/>
              <a:gd name="connsiteY349" fmla="*/ 6570886 h 6858000"/>
              <a:gd name="connsiteX350" fmla="*/ 4214944 w 7467600"/>
              <a:gd name="connsiteY350" fmla="*/ 6858000 h 6858000"/>
              <a:gd name="connsiteX351" fmla="*/ 4177898 w 7467600"/>
              <a:gd name="connsiteY351" fmla="*/ 6858000 h 6858000"/>
              <a:gd name="connsiteX352" fmla="*/ 4391597 w 7467600"/>
              <a:gd name="connsiteY352" fmla="*/ 6556370 h 6858000"/>
              <a:gd name="connsiteX353" fmla="*/ 4668889 w 7467600"/>
              <a:gd name="connsiteY353" fmla="*/ 6246399 h 6858000"/>
              <a:gd name="connsiteX354" fmla="*/ 5055427 w 7467600"/>
              <a:gd name="connsiteY354" fmla="*/ 5931476 h 6858000"/>
              <a:gd name="connsiteX355" fmla="*/ 5371814 w 7467600"/>
              <a:gd name="connsiteY355" fmla="*/ 5678975 h 6858000"/>
              <a:gd name="connsiteX356" fmla="*/ 4987918 w 7467600"/>
              <a:gd name="connsiteY356" fmla="*/ 5838701 h 6858000"/>
              <a:gd name="connsiteX357" fmla="*/ 4317146 w 7467600"/>
              <a:gd name="connsiteY357" fmla="*/ 6587716 h 6858000"/>
              <a:gd name="connsiteX358" fmla="*/ 4171627 w 7467600"/>
              <a:gd name="connsiteY358" fmla="*/ 6858000 h 6858000"/>
              <a:gd name="connsiteX359" fmla="*/ 4081585 w 7467600"/>
              <a:gd name="connsiteY359" fmla="*/ 6858000 h 6858000"/>
              <a:gd name="connsiteX360" fmla="*/ 4238603 w 7467600"/>
              <a:gd name="connsiteY360" fmla="*/ 6559341 h 6858000"/>
              <a:gd name="connsiteX361" fmla="*/ 4778333 w 7467600"/>
              <a:gd name="connsiteY361" fmla="*/ 5873626 h 6858000"/>
              <a:gd name="connsiteX362" fmla="*/ 5414185 w 7467600"/>
              <a:gd name="connsiteY362" fmla="*/ 5573882 h 6858000"/>
              <a:gd name="connsiteX363" fmla="*/ 5959648 w 7467600"/>
              <a:gd name="connsiteY363" fmla="*/ 4760797 h 6858000"/>
              <a:gd name="connsiteX364" fmla="*/ 5355019 w 7467600"/>
              <a:gd name="connsiteY364" fmla="*/ 4734672 h 6858000"/>
              <a:gd name="connsiteX365" fmla="*/ 5083565 w 7467600"/>
              <a:gd name="connsiteY365" fmla="*/ 5179121 h 6858000"/>
              <a:gd name="connsiteX366" fmla="*/ 4713577 w 7467600"/>
              <a:gd name="connsiteY366" fmla="*/ 5616803 h 6858000"/>
              <a:gd name="connsiteX367" fmla="*/ 3989559 w 7467600"/>
              <a:gd name="connsiteY367" fmla="*/ 6145945 h 6858000"/>
              <a:gd name="connsiteX368" fmla="*/ 3939824 w 7467600"/>
              <a:gd name="connsiteY368" fmla="*/ 6066900 h 6858000"/>
              <a:gd name="connsiteX369" fmla="*/ 4584537 w 7467600"/>
              <a:gd name="connsiteY369" fmla="*/ 5324826 h 6858000"/>
              <a:gd name="connsiteX370" fmla="*/ 5037105 w 7467600"/>
              <a:gd name="connsiteY370" fmla="*/ 5088765 h 6858000"/>
              <a:gd name="connsiteX371" fmla="*/ 5039930 w 7467600"/>
              <a:gd name="connsiteY371" fmla="*/ 5089585 h 6858000"/>
              <a:gd name="connsiteX372" fmla="*/ 5263764 w 7467600"/>
              <a:gd name="connsiteY372" fmla="*/ 4735525 h 6858000"/>
              <a:gd name="connsiteX373" fmla="*/ 4086300 w 7467600"/>
              <a:gd name="connsiteY373" fmla="*/ 4884599 h 6858000"/>
              <a:gd name="connsiteX374" fmla="*/ 4085485 w 7467600"/>
              <a:gd name="connsiteY374" fmla="*/ 4899070 h 6858000"/>
              <a:gd name="connsiteX375" fmla="*/ 3871915 w 7467600"/>
              <a:gd name="connsiteY375" fmla="*/ 5253645 h 6858000"/>
              <a:gd name="connsiteX376" fmla="*/ 3799374 w 7467600"/>
              <a:gd name="connsiteY376" fmla="*/ 5466127 h 6858000"/>
              <a:gd name="connsiteX377" fmla="*/ 3498850 w 7467600"/>
              <a:gd name="connsiteY377" fmla="*/ 6661888 h 6858000"/>
              <a:gd name="connsiteX378" fmla="*/ 3399216 w 7467600"/>
              <a:gd name="connsiteY378" fmla="*/ 6858000 h 6858000"/>
              <a:gd name="connsiteX379" fmla="*/ 3303688 w 7467600"/>
              <a:gd name="connsiteY379" fmla="*/ 6858000 h 6858000"/>
              <a:gd name="connsiteX380" fmla="*/ 3391774 w 7467600"/>
              <a:gd name="connsiteY380" fmla="*/ 6697181 h 6858000"/>
              <a:gd name="connsiteX381" fmla="*/ 3735540 w 7467600"/>
              <a:gd name="connsiteY381" fmla="*/ 5546923 h 6858000"/>
              <a:gd name="connsiteX382" fmla="*/ 3729438 w 7467600"/>
              <a:gd name="connsiteY382" fmla="*/ 5569058 h 6858000"/>
              <a:gd name="connsiteX383" fmla="*/ 3707782 w 7467600"/>
              <a:gd name="connsiteY383" fmla="*/ 5644908 h 6858000"/>
              <a:gd name="connsiteX384" fmla="*/ 3583827 w 7467600"/>
              <a:gd name="connsiteY384" fmla="*/ 6039215 h 6858000"/>
              <a:gd name="connsiteX385" fmla="*/ 3547861 w 7467600"/>
              <a:gd name="connsiteY385" fmla="*/ 6129609 h 6858000"/>
              <a:gd name="connsiteX386" fmla="*/ 3490905 w 7467600"/>
              <a:gd name="connsiteY386" fmla="*/ 6277660 h 6858000"/>
              <a:gd name="connsiteX387" fmla="*/ 3455859 w 7467600"/>
              <a:gd name="connsiteY387" fmla="*/ 6391301 h 6858000"/>
              <a:gd name="connsiteX388" fmla="*/ 3429112 w 7467600"/>
              <a:gd name="connsiteY388" fmla="*/ 6479469 h 6858000"/>
              <a:gd name="connsiteX389" fmla="*/ 3304862 w 7467600"/>
              <a:gd name="connsiteY389" fmla="*/ 6796476 h 6858000"/>
              <a:gd name="connsiteX390" fmla="*/ 3276071 w 7467600"/>
              <a:gd name="connsiteY390" fmla="*/ 6858000 h 6858000"/>
              <a:gd name="connsiteX391" fmla="*/ 3240805 w 7467600"/>
              <a:gd name="connsiteY391" fmla="*/ 6858000 h 6858000"/>
              <a:gd name="connsiteX392" fmla="*/ 3275917 w 7467600"/>
              <a:gd name="connsiteY392" fmla="*/ 6783192 h 6858000"/>
              <a:gd name="connsiteX393" fmla="*/ 3399358 w 7467600"/>
              <a:gd name="connsiteY393" fmla="*/ 6469011 h 6858000"/>
              <a:gd name="connsiteX394" fmla="*/ 3425650 w 7467600"/>
              <a:gd name="connsiteY394" fmla="*/ 6381333 h 6858000"/>
              <a:gd name="connsiteX395" fmla="*/ 3460661 w 7467600"/>
              <a:gd name="connsiteY395" fmla="*/ 6266763 h 6858000"/>
              <a:gd name="connsiteX396" fmla="*/ 3518021 w 7467600"/>
              <a:gd name="connsiteY396" fmla="*/ 6117298 h 6858000"/>
              <a:gd name="connsiteX397" fmla="*/ 3554035 w 7467600"/>
              <a:gd name="connsiteY397" fmla="*/ 6027832 h 6858000"/>
              <a:gd name="connsiteX398" fmla="*/ 3677174 w 7467600"/>
              <a:gd name="connsiteY398" fmla="*/ 5636351 h 6858000"/>
              <a:gd name="connsiteX399" fmla="*/ 3698819 w 7467600"/>
              <a:gd name="connsiteY399" fmla="*/ 5560503 h 6858000"/>
              <a:gd name="connsiteX400" fmla="*/ 3702094 w 7467600"/>
              <a:gd name="connsiteY400" fmla="*/ 5549194 h 6858000"/>
              <a:gd name="connsiteX401" fmla="*/ 3398355 w 7467600"/>
              <a:gd name="connsiteY401" fmla="*/ 6094603 h 6858000"/>
              <a:gd name="connsiteX402" fmla="*/ 3193941 w 7467600"/>
              <a:gd name="connsiteY402" fmla="*/ 6798775 h 6858000"/>
              <a:gd name="connsiteX403" fmla="*/ 3184140 w 7467600"/>
              <a:gd name="connsiteY403" fmla="*/ 6858000 h 6858000"/>
              <a:gd name="connsiteX404" fmla="*/ 3099978 w 7467600"/>
              <a:gd name="connsiteY404" fmla="*/ 6858000 h 6858000"/>
              <a:gd name="connsiteX405" fmla="*/ 3101556 w 7467600"/>
              <a:gd name="connsiteY405" fmla="*/ 6843337 h 6858000"/>
              <a:gd name="connsiteX406" fmla="*/ 3370162 w 7467600"/>
              <a:gd name="connsiteY406" fmla="*/ 5785550 h 6858000"/>
              <a:gd name="connsiteX407" fmla="*/ 3746477 w 7467600"/>
              <a:gd name="connsiteY407" fmla="*/ 5377889 h 6858000"/>
              <a:gd name="connsiteX408" fmla="*/ 3863399 w 7467600"/>
              <a:gd name="connsiteY408" fmla="*/ 5087257 h 6858000"/>
              <a:gd name="connsiteX409" fmla="*/ 3968712 w 7467600"/>
              <a:gd name="connsiteY409" fmla="*/ 4913989 h 6858000"/>
              <a:gd name="connsiteX410" fmla="*/ 2792390 w 7467600"/>
              <a:gd name="connsiteY410" fmla="*/ 5382974 h 6858000"/>
              <a:gd name="connsiteX411" fmla="*/ 2714982 w 7467600"/>
              <a:gd name="connsiteY411" fmla="*/ 5427051 h 6858000"/>
              <a:gd name="connsiteX412" fmla="*/ 2813361 w 7467600"/>
              <a:gd name="connsiteY412" fmla="*/ 6023912 h 6858000"/>
              <a:gd name="connsiteX413" fmla="*/ 2688430 w 7467600"/>
              <a:gd name="connsiteY413" fmla="*/ 6801564 h 6858000"/>
              <a:gd name="connsiteX414" fmla="*/ 2629626 w 7467600"/>
              <a:gd name="connsiteY414" fmla="*/ 6763394 h 6858000"/>
              <a:gd name="connsiteX415" fmla="*/ 2565328 w 7467600"/>
              <a:gd name="connsiteY415" fmla="*/ 5516399 h 6858000"/>
              <a:gd name="connsiteX416" fmla="*/ 1922999 w 7467600"/>
              <a:gd name="connsiteY416" fmla="*/ 5980343 h 6858000"/>
              <a:gd name="connsiteX417" fmla="*/ 1950261 w 7467600"/>
              <a:gd name="connsiteY417" fmla="*/ 6405858 h 6858000"/>
              <a:gd name="connsiteX418" fmla="*/ 2365554 w 7467600"/>
              <a:gd name="connsiteY418" fmla="*/ 6759107 h 6858000"/>
              <a:gd name="connsiteX419" fmla="*/ 2424142 w 7467600"/>
              <a:gd name="connsiteY419" fmla="*/ 6858000 h 6858000"/>
              <a:gd name="connsiteX420" fmla="*/ 2395994 w 7467600"/>
              <a:gd name="connsiteY420" fmla="*/ 6858000 h 6858000"/>
              <a:gd name="connsiteX421" fmla="*/ 2392863 w 7467600"/>
              <a:gd name="connsiteY421" fmla="*/ 6852964 h 6858000"/>
              <a:gd name="connsiteX422" fmla="*/ 2017589 w 7467600"/>
              <a:gd name="connsiteY422" fmla="*/ 6493982 h 6858000"/>
              <a:gd name="connsiteX423" fmla="*/ 2147336 w 7467600"/>
              <a:gd name="connsiteY423" fmla="*/ 6594052 h 6858000"/>
              <a:gd name="connsiteX424" fmla="*/ 2207047 w 7467600"/>
              <a:gd name="connsiteY424" fmla="*/ 6654540 h 6858000"/>
              <a:gd name="connsiteX425" fmla="*/ 2299106 w 7467600"/>
              <a:gd name="connsiteY425" fmla="*/ 6778931 h 6858000"/>
              <a:gd name="connsiteX426" fmla="*/ 2314430 w 7467600"/>
              <a:gd name="connsiteY426" fmla="*/ 6801144 h 6858000"/>
              <a:gd name="connsiteX427" fmla="*/ 2352406 w 7467600"/>
              <a:gd name="connsiteY427" fmla="*/ 6858000 h 6858000"/>
              <a:gd name="connsiteX428" fmla="*/ 2314492 w 7467600"/>
              <a:gd name="connsiteY428" fmla="*/ 6858000 h 6858000"/>
              <a:gd name="connsiteX429" fmla="*/ 2288095 w 7467600"/>
              <a:gd name="connsiteY429" fmla="*/ 6818030 h 6858000"/>
              <a:gd name="connsiteX430" fmla="*/ 2272768 w 7467600"/>
              <a:gd name="connsiteY430" fmla="*/ 6795822 h 6858000"/>
              <a:gd name="connsiteX431" fmla="*/ 2182715 w 7467600"/>
              <a:gd name="connsiteY431" fmla="*/ 6675071 h 6858000"/>
              <a:gd name="connsiteX432" fmla="*/ 2032061 w 7467600"/>
              <a:gd name="connsiteY432" fmla="*/ 6541380 h 6858000"/>
              <a:gd name="connsiteX433" fmla="*/ 2257220 w 7467600"/>
              <a:gd name="connsiteY433" fmla="*/ 6826257 h 6858000"/>
              <a:gd name="connsiteX434" fmla="*/ 2281324 w 7467600"/>
              <a:gd name="connsiteY434" fmla="*/ 6858000 h 6858000"/>
              <a:gd name="connsiteX435" fmla="*/ 2242860 w 7467600"/>
              <a:gd name="connsiteY435" fmla="*/ 6858000 h 6858000"/>
              <a:gd name="connsiteX436" fmla="*/ 2232818 w 7467600"/>
              <a:gd name="connsiteY436" fmla="*/ 6844926 h 6858000"/>
              <a:gd name="connsiteX437" fmla="*/ 1990172 w 7467600"/>
              <a:gd name="connsiteY437" fmla="*/ 6542121 h 6858000"/>
              <a:gd name="connsiteX438" fmla="*/ 2124090 w 7467600"/>
              <a:gd name="connsiteY438" fmla="*/ 6761017 h 6858000"/>
              <a:gd name="connsiteX439" fmla="*/ 2200380 w 7467600"/>
              <a:gd name="connsiteY439" fmla="*/ 6858000 h 6858000"/>
              <a:gd name="connsiteX440" fmla="*/ 2147507 w 7467600"/>
              <a:gd name="connsiteY440" fmla="*/ 6858000 h 6858000"/>
              <a:gd name="connsiteX441" fmla="*/ 2070668 w 7467600"/>
              <a:gd name="connsiteY441" fmla="*/ 6761520 h 6858000"/>
              <a:gd name="connsiteX442" fmla="*/ 1975142 w 7467600"/>
              <a:gd name="connsiteY442" fmla="*/ 6585570 h 6858000"/>
              <a:gd name="connsiteX443" fmla="*/ 2050035 w 7467600"/>
              <a:gd name="connsiteY443" fmla="*/ 6813345 h 6858000"/>
              <a:gd name="connsiteX444" fmla="*/ 2063025 w 7467600"/>
              <a:gd name="connsiteY444" fmla="*/ 6858000 h 6858000"/>
              <a:gd name="connsiteX445" fmla="*/ 2021675 w 7467600"/>
              <a:gd name="connsiteY445" fmla="*/ 6858000 h 6858000"/>
              <a:gd name="connsiteX446" fmla="*/ 2019308 w 7467600"/>
              <a:gd name="connsiteY446" fmla="*/ 6847118 h 6858000"/>
              <a:gd name="connsiteX447" fmla="*/ 1938835 w 7467600"/>
              <a:gd name="connsiteY447" fmla="*/ 6551160 h 6858000"/>
              <a:gd name="connsiteX448" fmla="*/ 1953230 w 7467600"/>
              <a:gd name="connsiteY448" fmla="*/ 6759699 h 6858000"/>
              <a:gd name="connsiteX449" fmla="*/ 1956763 w 7467600"/>
              <a:gd name="connsiteY449" fmla="*/ 6778191 h 6858000"/>
              <a:gd name="connsiteX450" fmla="*/ 1967925 w 7467600"/>
              <a:gd name="connsiteY450" fmla="*/ 6858000 h 6858000"/>
              <a:gd name="connsiteX451" fmla="*/ 1936622 w 7467600"/>
              <a:gd name="connsiteY451" fmla="*/ 6858000 h 6858000"/>
              <a:gd name="connsiteX452" fmla="*/ 1926261 w 7467600"/>
              <a:gd name="connsiteY452" fmla="*/ 6784064 h 6858000"/>
              <a:gd name="connsiteX453" fmla="*/ 1922724 w 7467600"/>
              <a:gd name="connsiteY453" fmla="*/ 6765577 h 6858000"/>
              <a:gd name="connsiteX454" fmla="*/ 1904650 w 7467600"/>
              <a:gd name="connsiteY454" fmla="*/ 6639616 h 6858000"/>
              <a:gd name="connsiteX455" fmla="*/ 1885273 w 7467600"/>
              <a:gd name="connsiteY455" fmla="*/ 6858000 h 6858000"/>
              <a:gd name="connsiteX456" fmla="*/ 1854363 w 7467600"/>
              <a:gd name="connsiteY456" fmla="*/ 6858000 h 6858000"/>
              <a:gd name="connsiteX457" fmla="*/ 1880391 w 7467600"/>
              <a:gd name="connsiteY457" fmla="*/ 6603796 h 6858000"/>
              <a:gd name="connsiteX458" fmla="*/ 1818273 w 7467600"/>
              <a:gd name="connsiteY458" fmla="*/ 6715729 h 6858000"/>
              <a:gd name="connsiteX459" fmla="*/ 1794691 w 7467600"/>
              <a:gd name="connsiteY459" fmla="*/ 6843239 h 6858000"/>
              <a:gd name="connsiteX460" fmla="*/ 1794914 w 7467600"/>
              <a:gd name="connsiteY460" fmla="*/ 6858000 h 6858000"/>
              <a:gd name="connsiteX461" fmla="*/ 1746128 w 7467600"/>
              <a:gd name="connsiteY461" fmla="*/ 6858000 h 6858000"/>
              <a:gd name="connsiteX462" fmla="*/ 1753934 w 7467600"/>
              <a:gd name="connsiteY462" fmla="*/ 6724796 h 6858000"/>
              <a:gd name="connsiteX463" fmla="*/ 1792053 w 7467600"/>
              <a:gd name="connsiteY463" fmla="*/ 6572396 h 6858000"/>
              <a:gd name="connsiteX464" fmla="*/ 1862248 w 7467600"/>
              <a:gd name="connsiteY464" fmla="*/ 6266397 h 6858000"/>
              <a:gd name="connsiteX465" fmla="*/ 1862250 w 7467600"/>
              <a:gd name="connsiteY465" fmla="*/ 6033531 h 6858000"/>
              <a:gd name="connsiteX466" fmla="*/ 1211999 w 7467600"/>
              <a:gd name="connsiteY466" fmla="*/ 6683610 h 6858000"/>
              <a:gd name="connsiteX467" fmla="*/ 1213266 w 7467600"/>
              <a:gd name="connsiteY467" fmla="*/ 6691947 h 6858000"/>
              <a:gd name="connsiteX468" fmla="*/ 1203370 w 7467600"/>
              <a:gd name="connsiteY468" fmla="*/ 6850676 h 6858000"/>
              <a:gd name="connsiteX469" fmla="*/ 1203671 w 7467600"/>
              <a:gd name="connsiteY469" fmla="*/ 6858000 h 6858000"/>
              <a:gd name="connsiteX470" fmla="*/ 1143180 w 7467600"/>
              <a:gd name="connsiteY470" fmla="*/ 6858000 h 6858000"/>
              <a:gd name="connsiteX471" fmla="*/ 1142176 w 7467600"/>
              <a:gd name="connsiteY471" fmla="*/ 6766045 h 6858000"/>
              <a:gd name="connsiteX472" fmla="*/ 1067484 w 7467600"/>
              <a:gd name="connsiteY472" fmla="*/ 6858000 h 6858000"/>
              <a:gd name="connsiteX473" fmla="*/ 953928 w 7467600"/>
              <a:gd name="connsiteY473" fmla="*/ 6858000 h 6858000"/>
              <a:gd name="connsiteX474" fmla="*/ 959715 w 7467600"/>
              <a:gd name="connsiteY474" fmla="*/ 6850185 h 6858000"/>
              <a:gd name="connsiteX475" fmla="*/ 1483788 w 7467600"/>
              <a:gd name="connsiteY475" fmla="*/ 6259174 h 6858000"/>
              <a:gd name="connsiteX476" fmla="*/ 1100671 w 7467600"/>
              <a:gd name="connsiteY476" fmla="*/ 6252137 h 6858000"/>
              <a:gd name="connsiteX477" fmla="*/ 1090144 w 7467600"/>
              <a:gd name="connsiteY477" fmla="*/ 6256748 h 6858000"/>
              <a:gd name="connsiteX478" fmla="*/ 1095872 w 7467600"/>
              <a:gd name="connsiteY478" fmla="*/ 6271892 h 6858000"/>
              <a:gd name="connsiteX479" fmla="*/ 262785 w 7467600"/>
              <a:gd name="connsiteY479" fmla="*/ 6845450 h 6858000"/>
              <a:gd name="connsiteX480" fmla="*/ 209968 w 7467600"/>
              <a:gd name="connsiteY480" fmla="*/ 6770713 h 6858000"/>
              <a:gd name="connsiteX481" fmla="*/ 873460 w 7467600"/>
              <a:gd name="connsiteY481" fmla="*/ 6253768 h 6858000"/>
              <a:gd name="connsiteX482" fmla="*/ 192686 w 7467600"/>
              <a:gd name="connsiteY482" fmla="*/ 5849257 h 6858000"/>
              <a:gd name="connsiteX483" fmla="*/ 4696 w 7467600"/>
              <a:gd name="connsiteY483" fmla="*/ 5697668 h 6858000"/>
              <a:gd name="connsiteX484" fmla="*/ 0 w 7467600"/>
              <a:gd name="connsiteY484" fmla="*/ 5689984 h 6858000"/>
              <a:gd name="connsiteX485" fmla="*/ 0 w 7467600"/>
              <a:gd name="connsiteY485" fmla="*/ 5513472 h 6858000"/>
              <a:gd name="connsiteX486" fmla="*/ 174101 w 7467600"/>
              <a:gd name="connsiteY486" fmla="*/ 5620277 h 6858000"/>
              <a:gd name="connsiteX487" fmla="*/ 891800 w 7467600"/>
              <a:gd name="connsiteY487" fmla="*/ 6036935 h 6858000"/>
              <a:gd name="connsiteX488" fmla="*/ 1072219 w 7467600"/>
              <a:gd name="connsiteY488" fmla="*/ 6169443 h 6858000"/>
              <a:gd name="connsiteX489" fmla="*/ 1074117 w 7467600"/>
              <a:gd name="connsiteY489" fmla="*/ 6170301 h 6858000"/>
              <a:gd name="connsiteX490" fmla="*/ 1083114 w 7467600"/>
              <a:gd name="connsiteY490" fmla="*/ 6174131 h 6858000"/>
              <a:gd name="connsiteX491" fmla="*/ 1543010 w 7467600"/>
              <a:gd name="connsiteY491" fmla="*/ 6191140 h 6858000"/>
              <a:gd name="connsiteX492" fmla="*/ 1551080 w 7467600"/>
              <a:gd name="connsiteY492" fmla="*/ 6195006 h 6858000"/>
              <a:gd name="connsiteX493" fmla="*/ 2345443 w 7467600"/>
              <a:gd name="connsiteY493" fmla="*/ 5549882 h 6858000"/>
              <a:gd name="connsiteX494" fmla="*/ 1721499 w 7467600"/>
              <a:gd name="connsiteY494" fmla="*/ 5599969 h 6858000"/>
              <a:gd name="connsiteX495" fmla="*/ 767716 w 7467600"/>
              <a:gd name="connsiteY495" fmla="*/ 5472768 h 6858000"/>
              <a:gd name="connsiteX496" fmla="*/ 722147 w 7467600"/>
              <a:gd name="connsiteY496" fmla="*/ 5393091 h 6858000"/>
              <a:gd name="connsiteX497" fmla="*/ 1485552 w 7467600"/>
              <a:gd name="connsiteY497" fmla="*/ 5313202 h 6858000"/>
              <a:gd name="connsiteX498" fmla="*/ 2143004 w 7467600"/>
              <a:gd name="connsiteY498" fmla="*/ 5402420 h 6858000"/>
              <a:gd name="connsiteX499" fmla="*/ 1933391 w 7467600"/>
              <a:gd name="connsiteY499" fmla="*/ 5156971 h 6858000"/>
              <a:gd name="connsiteX500" fmla="*/ 1827118 w 7467600"/>
              <a:gd name="connsiteY500" fmla="*/ 4968410 h 6858000"/>
              <a:gd name="connsiteX501" fmla="*/ 1837349 w 7467600"/>
              <a:gd name="connsiteY501" fmla="*/ 4956357 h 6858000"/>
              <a:gd name="connsiteX502" fmla="*/ 2162835 w 7467600"/>
              <a:gd name="connsiteY502" fmla="*/ 5187853 h 6858000"/>
              <a:gd name="connsiteX503" fmla="*/ 2257167 w 7467600"/>
              <a:gd name="connsiteY503" fmla="*/ 5462123 h 6858000"/>
              <a:gd name="connsiteX504" fmla="*/ 2261598 w 7467600"/>
              <a:gd name="connsiteY504" fmla="*/ 5467998 h 6858000"/>
              <a:gd name="connsiteX505" fmla="*/ 2437177 w 7467600"/>
              <a:gd name="connsiteY505" fmla="*/ 5479608 h 6858000"/>
              <a:gd name="connsiteX506" fmla="*/ 2445247 w 7467600"/>
              <a:gd name="connsiteY506" fmla="*/ 5483476 h 6858000"/>
              <a:gd name="connsiteX507" fmla="*/ 2743626 w 7467600"/>
              <a:gd name="connsiteY507" fmla="*/ 5304819 h 6858000"/>
              <a:gd name="connsiteX508" fmla="*/ 3048102 w 7467600"/>
              <a:gd name="connsiteY508" fmla="*/ 5150595 h 6858000"/>
              <a:gd name="connsiteX509" fmla="*/ 1799414 w 7467600"/>
              <a:gd name="connsiteY509" fmla="*/ 4694732 h 6858000"/>
              <a:gd name="connsiteX510" fmla="*/ 1771735 w 7467600"/>
              <a:gd name="connsiteY510" fmla="*/ 4619929 h 6858000"/>
              <a:gd name="connsiteX511" fmla="*/ 3104273 w 7467600"/>
              <a:gd name="connsiteY511" fmla="*/ 5076159 h 6858000"/>
              <a:gd name="connsiteX512" fmla="*/ 3113245 w 7467600"/>
              <a:gd name="connsiteY512" fmla="*/ 5090705 h 6858000"/>
              <a:gd name="connsiteX513" fmla="*/ 3126294 w 7467600"/>
              <a:gd name="connsiteY513" fmla="*/ 5114400 h 6858000"/>
              <a:gd name="connsiteX514" fmla="*/ 3937433 w 7467600"/>
              <a:gd name="connsiteY514" fmla="*/ 4830473 h 6858000"/>
              <a:gd name="connsiteX515" fmla="*/ 3590475 w 7467600"/>
              <a:gd name="connsiteY515" fmla="*/ 4597974 h 6858000"/>
              <a:gd name="connsiteX516" fmla="*/ 3100264 w 7467600"/>
              <a:gd name="connsiteY516" fmla="*/ 4579845 h 6858000"/>
              <a:gd name="connsiteX517" fmla="*/ 2183576 w 7467600"/>
              <a:gd name="connsiteY517" fmla="*/ 4227150 h 6858000"/>
              <a:gd name="connsiteX518" fmla="*/ 2151029 w 7467600"/>
              <a:gd name="connsiteY518" fmla="*/ 4146947 h 6858000"/>
              <a:gd name="connsiteX519" fmla="*/ 3563434 w 7467600"/>
              <a:gd name="connsiteY519" fmla="*/ 4469115 h 6858000"/>
              <a:gd name="connsiteX520" fmla="*/ 3177952 w 7467600"/>
              <a:gd name="connsiteY520" fmla="*/ 3657386 h 6858000"/>
              <a:gd name="connsiteX521" fmla="*/ 3189263 w 7467600"/>
              <a:gd name="connsiteY521" fmla="*/ 3625726 h 6858000"/>
              <a:gd name="connsiteX522" fmla="*/ 3560912 w 7467600"/>
              <a:gd name="connsiteY522" fmla="*/ 4079863 h 6858000"/>
              <a:gd name="connsiteX523" fmla="*/ 3626636 w 7467600"/>
              <a:gd name="connsiteY523" fmla="*/ 4512230 h 6858000"/>
              <a:gd name="connsiteX524" fmla="*/ 3653088 w 7467600"/>
              <a:gd name="connsiteY524" fmla="*/ 4521417 h 6858000"/>
              <a:gd name="connsiteX525" fmla="*/ 3988128 w 7467600"/>
              <a:gd name="connsiteY525" fmla="*/ 4817267 h 6858000"/>
              <a:gd name="connsiteX526" fmla="*/ 4830582 w 7467600"/>
              <a:gd name="connsiteY526" fmla="*/ 4676000 h 6858000"/>
              <a:gd name="connsiteX527" fmla="*/ 4830100 w 7467600"/>
              <a:gd name="connsiteY527" fmla="*/ 4675554 h 6858000"/>
              <a:gd name="connsiteX528" fmla="*/ 4036318 w 7467600"/>
              <a:gd name="connsiteY528" fmla="*/ 4147013 h 6858000"/>
              <a:gd name="connsiteX529" fmla="*/ 3432098 w 7467600"/>
              <a:gd name="connsiteY529" fmla="*/ 3537312 h 6858000"/>
              <a:gd name="connsiteX530" fmla="*/ 3446761 w 7467600"/>
              <a:gd name="connsiteY530" fmla="*/ 3461278 h 6858000"/>
              <a:gd name="connsiteX531" fmla="*/ 4419733 w 7467600"/>
              <a:gd name="connsiteY531" fmla="*/ 3963555 h 6858000"/>
              <a:gd name="connsiteX532" fmla="*/ 4781371 w 7467600"/>
              <a:gd name="connsiteY532" fmla="*/ 4458604 h 6858000"/>
              <a:gd name="connsiteX533" fmla="*/ 4780440 w 7467600"/>
              <a:gd name="connsiteY533" fmla="*/ 4470290 h 6858000"/>
              <a:gd name="connsiteX534" fmla="*/ 4898954 w 7467600"/>
              <a:gd name="connsiteY534" fmla="*/ 4662092 h 6858000"/>
              <a:gd name="connsiteX535" fmla="*/ 4900699 w 7467600"/>
              <a:gd name="connsiteY535" fmla="*/ 4670867 h 6858000"/>
              <a:gd name="connsiteX536" fmla="*/ 5714511 w 7467600"/>
              <a:gd name="connsiteY536" fmla="*/ 4663483 h 6858000"/>
              <a:gd name="connsiteX537" fmla="*/ 5464793 w 7467600"/>
              <a:gd name="connsiteY537" fmla="*/ 4393556 h 6858000"/>
              <a:gd name="connsiteX538" fmla="*/ 5461897 w 7467600"/>
              <a:gd name="connsiteY538" fmla="*/ 4390879 h 6858000"/>
              <a:gd name="connsiteX539" fmla="*/ 4294126 w 7467600"/>
              <a:gd name="connsiteY539" fmla="*/ 3303048 h 6858000"/>
              <a:gd name="connsiteX540" fmla="*/ 4305321 w 7467600"/>
              <a:gd name="connsiteY540" fmla="*/ 3256953 h 6858000"/>
              <a:gd name="connsiteX541" fmla="*/ 4949299 w 7467600"/>
              <a:gd name="connsiteY541" fmla="*/ 3766336 h 6858000"/>
              <a:gd name="connsiteX542" fmla="*/ 5291452 w 7467600"/>
              <a:gd name="connsiteY542" fmla="*/ 4076801 h 6858000"/>
              <a:gd name="connsiteX543" fmla="*/ 5434998 w 7467600"/>
              <a:gd name="connsiteY543" fmla="*/ 4254100 h 6858000"/>
              <a:gd name="connsiteX544" fmla="*/ 5351015 w 7467600"/>
              <a:gd name="connsiteY544" fmla="*/ 3760989 h 6858000"/>
              <a:gd name="connsiteX545" fmla="*/ 5413780 w 7467600"/>
              <a:gd name="connsiteY545" fmla="*/ 2966265 h 6858000"/>
              <a:gd name="connsiteX546" fmla="*/ 5425627 w 7467600"/>
              <a:gd name="connsiteY546" fmla="*/ 2954192 h 6858000"/>
              <a:gd name="connsiteX547" fmla="*/ 6604735 w 7467600"/>
              <a:gd name="connsiteY547" fmla="*/ 2041381 h 6858000"/>
              <a:gd name="connsiteX548" fmla="*/ 7204487 w 7467600"/>
              <a:gd name="connsiteY548" fmla="*/ 2742112 h 6858000"/>
              <a:gd name="connsiteX549" fmla="*/ 7131592 w 7467600"/>
              <a:gd name="connsiteY549" fmla="*/ 2672096 h 6858000"/>
              <a:gd name="connsiteX550" fmla="*/ 6996344 w 7467600"/>
              <a:gd name="connsiteY550" fmla="*/ 2518310 h 6858000"/>
              <a:gd name="connsiteX551" fmla="*/ 6735495 w 7467600"/>
              <a:gd name="connsiteY551" fmla="*/ 2196890 h 6858000"/>
              <a:gd name="connsiteX552" fmla="*/ 6721901 w 7467600"/>
              <a:gd name="connsiteY552" fmla="*/ 2179274 h 6858000"/>
              <a:gd name="connsiteX553" fmla="*/ 6604735 w 7467600"/>
              <a:gd name="connsiteY553" fmla="*/ 2041381 h 6858000"/>
              <a:gd name="connsiteX554" fmla="*/ 6591670 w 7467600"/>
              <a:gd name="connsiteY554" fmla="*/ 1988277 h 6858000"/>
              <a:gd name="connsiteX555" fmla="*/ 6747349 w 7467600"/>
              <a:gd name="connsiteY555" fmla="*/ 2160069 h 6858000"/>
              <a:gd name="connsiteX556" fmla="*/ 6760943 w 7467600"/>
              <a:gd name="connsiteY556" fmla="*/ 2177686 h 6858000"/>
              <a:gd name="connsiteX557" fmla="*/ 7021065 w 7467600"/>
              <a:gd name="connsiteY557" fmla="*/ 2498102 h 6858000"/>
              <a:gd name="connsiteX558" fmla="*/ 7155223 w 7467600"/>
              <a:gd name="connsiteY558" fmla="*/ 2650386 h 6858000"/>
              <a:gd name="connsiteX559" fmla="*/ 7203167 w 7467600"/>
              <a:gd name="connsiteY559" fmla="*/ 2697288 h 6858000"/>
              <a:gd name="connsiteX560" fmla="*/ 6937703 w 7467600"/>
              <a:gd name="connsiteY560" fmla="*/ 2321981 h 6858000"/>
              <a:gd name="connsiteX561" fmla="*/ 6591670 w 7467600"/>
              <a:gd name="connsiteY561" fmla="*/ 1988277 h 6858000"/>
              <a:gd name="connsiteX562" fmla="*/ 5798671 w 7467600"/>
              <a:gd name="connsiteY562" fmla="*/ 1981601 h 6858000"/>
              <a:gd name="connsiteX563" fmla="*/ 5754709 w 7467600"/>
              <a:gd name="connsiteY563" fmla="*/ 2071454 h 6858000"/>
              <a:gd name="connsiteX564" fmla="*/ 5763044 w 7467600"/>
              <a:gd name="connsiteY564" fmla="*/ 2842206 h 6858000"/>
              <a:gd name="connsiteX565" fmla="*/ 5764974 w 7467600"/>
              <a:gd name="connsiteY565" fmla="*/ 2799609 h 6858000"/>
              <a:gd name="connsiteX566" fmla="*/ 5767665 w 7467600"/>
              <a:gd name="connsiteY566" fmla="*/ 2666409 h 6858000"/>
              <a:gd name="connsiteX567" fmla="*/ 5763055 w 7467600"/>
              <a:gd name="connsiteY567" fmla="*/ 2579705 h 6858000"/>
              <a:gd name="connsiteX568" fmla="*/ 5758079 w 7467600"/>
              <a:gd name="connsiteY568" fmla="*/ 2492508 h 6858000"/>
              <a:gd name="connsiteX569" fmla="*/ 5779325 w 7467600"/>
              <a:gd name="connsiteY569" fmla="*/ 2197069 h 6858000"/>
              <a:gd name="connsiteX570" fmla="*/ 5798671 w 7467600"/>
              <a:gd name="connsiteY570" fmla="*/ 1981601 h 6858000"/>
              <a:gd name="connsiteX571" fmla="*/ 5829202 w 7467600"/>
              <a:gd name="connsiteY571" fmla="*/ 1971679 h 6858000"/>
              <a:gd name="connsiteX572" fmla="*/ 5809558 w 7467600"/>
              <a:gd name="connsiteY572" fmla="*/ 2198043 h 6858000"/>
              <a:gd name="connsiteX573" fmla="*/ 5788653 w 7467600"/>
              <a:gd name="connsiteY573" fmla="*/ 2489430 h 6858000"/>
              <a:gd name="connsiteX574" fmla="*/ 5793439 w 7467600"/>
              <a:gd name="connsiteY574" fmla="*/ 2575235 h 6858000"/>
              <a:gd name="connsiteX575" fmla="*/ 5796837 w 7467600"/>
              <a:gd name="connsiteY575" fmla="*/ 2637633 h 6858000"/>
              <a:gd name="connsiteX576" fmla="*/ 5818614 w 7467600"/>
              <a:gd name="connsiteY576" fmla="*/ 2473055 h 6858000"/>
              <a:gd name="connsiteX577" fmla="*/ 5829202 w 7467600"/>
              <a:gd name="connsiteY577" fmla="*/ 1971679 h 6858000"/>
              <a:gd name="connsiteX578" fmla="*/ 5911389 w 7467600"/>
              <a:gd name="connsiteY578" fmla="*/ 1898371 h 6858000"/>
              <a:gd name="connsiteX579" fmla="*/ 6237627 w 7467600"/>
              <a:gd name="connsiteY579" fmla="*/ 2231921 h 6858000"/>
              <a:gd name="connsiteX580" fmla="*/ 5911389 w 7467600"/>
              <a:gd name="connsiteY580" fmla="*/ 1898371 h 6858000"/>
              <a:gd name="connsiteX581" fmla="*/ 6944437 w 7467600"/>
              <a:gd name="connsiteY581" fmla="*/ 1575402 h 6858000"/>
              <a:gd name="connsiteX582" fmla="*/ 6304730 w 7467600"/>
              <a:gd name="connsiteY582" fmla="*/ 1766654 h 6858000"/>
              <a:gd name="connsiteX583" fmla="*/ 6944437 w 7467600"/>
              <a:gd name="connsiteY583" fmla="*/ 1575402 h 6858000"/>
              <a:gd name="connsiteX584" fmla="*/ 7019523 w 7467600"/>
              <a:gd name="connsiteY584" fmla="*/ 1519450 h 6858000"/>
              <a:gd name="connsiteX585" fmla="*/ 6298091 w 7467600"/>
              <a:gd name="connsiteY585" fmla="*/ 1737122 h 6858000"/>
              <a:gd name="connsiteX586" fmla="*/ 7019523 w 7467600"/>
              <a:gd name="connsiteY586" fmla="*/ 1519450 h 6858000"/>
              <a:gd name="connsiteX587" fmla="*/ 2399523 w 7467600"/>
              <a:gd name="connsiteY587" fmla="*/ 1428234 h 6858000"/>
              <a:gd name="connsiteX588" fmla="*/ 2224982 w 7467600"/>
              <a:gd name="connsiteY588" fmla="*/ 1826201 h 6858000"/>
              <a:gd name="connsiteX589" fmla="*/ 2096099 w 7467600"/>
              <a:gd name="connsiteY589" fmla="*/ 2345900 h 6858000"/>
              <a:gd name="connsiteX590" fmla="*/ 2283317 w 7467600"/>
              <a:gd name="connsiteY590" fmla="*/ 1796925 h 6858000"/>
              <a:gd name="connsiteX591" fmla="*/ 2399523 w 7467600"/>
              <a:gd name="connsiteY591" fmla="*/ 1428234 h 6858000"/>
              <a:gd name="connsiteX592" fmla="*/ 2448558 w 7467600"/>
              <a:gd name="connsiteY592" fmla="*/ 1373435 h 6858000"/>
              <a:gd name="connsiteX593" fmla="*/ 2312521 w 7467600"/>
              <a:gd name="connsiteY593" fmla="*/ 1806140 h 6858000"/>
              <a:gd name="connsiteX594" fmla="*/ 2127533 w 7467600"/>
              <a:gd name="connsiteY594" fmla="*/ 2348380 h 6858000"/>
              <a:gd name="connsiteX595" fmla="*/ 2358080 w 7467600"/>
              <a:gd name="connsiteY595" fmla="*/ 1866134 h 6858000"/>
              <a:gd name="connsiteX596" fmla="*/ 2407436 w 7467600"/>
              <a:gd name="connsiteY596" fmla="*/ 1651070 h 6858000"/>
              <a:gd name="connsiteX597" fmla="*/ 2448558 w 7467600"/>
              <a:gd name="connsiteY597" fmla="*/ 1373435 h 6858000"/>
              <a:gd name="connsiteX598" fmla="*/ 278707 w 7467600"/>
              <a:gd name="connsiteY598" fmla="*/ 1352270 h 6858000"/>
              <a:gd name="connsiteX599" fmla="*/ 321570 w 7467600"/>
              <a:gd name="connsiteY599" fmla="*/ 1861610 h 6858000"/>
              <a:gd name="connsiteX600" fmla="*/ 294281 w 7467600"/>
              <a:gd name="connsiteY600" fmla="*/ 1440658 h 6858000"/>
              <a:gd name="connsiteX601" fmla="*/ 278707 w 7467600"/>
              <a:gd name="connsiteY601" fmla="*/ 1352270 h 6858000"/>
              <a:gd name="connsiteX602" fmla="*/ 1423821 w 7467600"/>
              <a:gd name="connsiteY602" fmla="*/ 1351958 h 6858000"/>
              <a:gd name="connsiteX603" fmla="*/ 1638521 w 7467600"/>
              <a:gd name="connsiteY603" fmla="*/ 1908470 h 6858000"/>
              <a:gd name="connsiteX604" fmla="*/ 1754199 w 7467600"/>
              <a:gd name="connsiteY604" fmla="*/ 2149284 h 6858000"/>
              <a:gd name="connsiteX605" fmla="*/ 1908359 w 7467600"/>
              <a:gd name="connsiteY605" fmla="*/ 2364988 h 6858000"/>
              <a:gd name="connsiteX606" fmla="*/ 1647661 w 7467600"/>
              <a:gd name="connsiteY606" fmla="*/ 1825945 h 6858000"/>
              <a:gd name="connsiteX607" fmla="*/ 1423821 w 7467600"/>
              <a:gd name="connsiteY607" fmla="*/ 1351958 h 6858000"/>
              <a:gd name="connsiteX608" fmla="*/ 1431890 w 7467600"/>
              <a:gd name="connsiteY608" fmla="*/ 1306475 h 6858000"/>
              <a:gd name="connsiteX609" fmla="*/ 1507597 w 7467600"/>
              <a:gd name="connsiteY609" fmla="*/ 1446132 h 6858000"/>
              <a:gd name="connsiteX610" fmla="*/ 1674586 w 7467600"/>
              <a:gd name="connsiteY610" fmla="*/ 1813832 h 6858000"/>
              <a:gd name="connsiteX611" fmla="*/ 1815950 w 7467600"/>
              <a:gd name="connsiteY611" fmla="*/ 2128564 h 6858000"/>
              <a:gd name="connsiteX612" fmla="*/ 1984242 w 7467600"/>
              <a:gd name="connsiteY612" fmla="*/ 2430829 h 6858000"/>
              <a:gd name="connsiteX613" fmla="*/ 2014023 w 7467600"/>
              <a:gd name="connsiteY613" fmla="*/ 2450995 h 6858000"/>
              <a:gd name="connsiteX614" fmla="*/ 1747337 w 7467600"/>
              <a:gd name="connsiteY614" fmla="*/ 1855264 h 6858000"/>
              <a:gd name="connsiteX615" fmla="*/ 1533749 w 7467600"/>
              <a:gd name="connsiteY615" fmla="*/ 1478656 h 6858000"/>
              <a:gd name="connsiteX616" fmla="*/ 1431890 w 7467600"/>
              <a:gd name="connsiteY616" fmla="*/ 1306475 h 6858000"/>
              <a:gd name="connsiteX617" fmla="*/ 5052692 w 7467600"/>
              <a:gd name="connsiteY617" fmla="*/ 1292994 h 6858000"/>
              <a:gd name="connsiteX618" fmla="*/ 5200661 w 7467600"/>
              <a:gd name="connsiteY618" fmla="*/ 1635186 h 6858000"/>
              <a:gd name="connsiteX619" fmla="*/ 5297138 w 7467600"/>
              <a:gd name="connsiteY619" fmla="*/ 1906351 h 6858000"/>
              <a:gd name="connsiteX620" fmla="*/ 5052692 w 7467600"/>
              <a:gd name="connsiteY620" fmla="*/ 1292994 h 6858000"/>
              <a:gd name="connsiteX621" fmla="*/ 5009948 w 7467600"/>
              <a:gd name="connsiteY621" fmla="*/ 1273619 h 6858000"/>
              <a:gd name="connsiteX622" fmla="*/ 5121777 w 7467600"/>
              <a:gd name="connsiteY622" fmla="*/ 1654213 h 6858000"/>
              <a:gd name="connsiteX623" fmla="*/ 5293545 w 7467600"/>
              <a:gd name="connsiteY623" fmla="*/ 2072247 h 6858000"/>
              <a:gd name="connsiteX624" fmla="*/ 5294042 w 7467600"/>
              <a:gd name="connsiteY624" fmla="*/ 2065019 h 6858000"/>
              <a:gd name="connsiteX625" fmla="*/ 5171936 w 7467600"/>
              <a:gd name="connsiteY625" fmla="*/ 1647613 h 6858000"/>
              <a:gd name="connsiteX626" fmla="*/ 5009948 w 7467600"/>
              <a:gd name="connsiteY626" fmla="*/ 1273619 h 6858000"/>
              <a:gd name="connsiteX627" fmla="*/ 655236 w 7467600"/>
              <a:gd name="connsiteY627" fmla="*/ 1268632 h 6858000"/>
              <a:gd name="connsiteX628" fmla="*/ 839521 w 7467600"/>
              <a:gd name="connsiteY628" fmla="*/ 1685315 h 6858000"/>
              <a:gd name="connsiteX629" fmla="*/ 1109416 w 7467600"/>
              <a:gd name="connsiteY629" fmla="*/ 2061663 h 6858000"/>
              <a:gd name="connsiteX630" fmla="*/ 1298300 w 7467600"/>
              <a:gd name="connsiteY630" fmla="*/ 2247742 h 6858000"/>
              <a:gd name="connsiteX631" fmla="*/ 1125871 w 7467600"/>
              <a:gd name="connsiteY631" fmla="*/ 1989513 h 6858000"/>
              <a:gd name="connsiteX632" fmla="*/ 981574 w 7467600"/>
              <a:gd name="connsiteY632" fmla="*/ 1783157 h 6858000"/>
              <a:gd name="connsiteX633" fmla="*/ 922198 w 7467600"/>
              <a:gd name="connsiteY633" fmla="*/ 1677437 h 6858000"/>
              <a:gd name="connsiteX634" fmla="*/ 869293 w 7467600"/>
              <a:gd name="connsiteY634" fmla="*/ 1583214 h 6858000"/>
              <a:gd name="connsiteX635" fmla="*/ 751431 w 7467600"/>
              <a:gd name="connsiteY635" fmla="*/ 1405731 h 6858000"/>
              <a:gd name="connsiteX636" fmla="*/ 655236 w 7467600"/>
              <a:gd name="connsiteY636" fmla="*/ 1268632 h 6858000"/>
              <a:gd name="connsiteX637" fmla="*/ 6516292 w 7467600"/>
              <a:gd name="connsiteY637" fmla="*/ 1263064 h 6858000"/>
              <a:gd name="connsiteX638" fmla="*/ 5736320 w 7467600"/>
              <a:gd name="connsiteY638" fmla="*/ 1501803 h 6858000"/>
              <a:gd name="connsiteX639" fmla="*/ 6516292 w 7467600"/>
              <a:gd name="connsiteY639" fmla="*/ 1263064 h 6858000"/>
              <a:gd name="connsiteX640" fmla="*/ 291466 w 7467600"/>
              <a:gd name="connsiteY640" fmla="*/ 1250369 h 6858000"/>
              <a:gd name="connsiteX641" fmla="*/ 323180 w 7467600"/>
              <a:gd name="connsiteY641" fmla="*/ 1435283 h 6858000"/>
              <a:gd name="connsiteX642" fmla="*/ 349381 w 7467600"/>
              <a:gd name="connsiteY642" fmla="*/ 1875041 h 6858000"/>
              <a:gd name="connsiteX643" fmla="*/ 374363 w 7467600"/>
              <a:gd name="connsiteY643" fmla="*/ 1506494 h 6858000"/>
              <a:gd name="connsiteX644" fmla="*/ 302168 w 7467600"/>
              <a:gd name="connsiteY644" fmla="*/ 1274495 h 6858000"/>
              <a:gd name="connsiteX645" fmla="*/ 291466 w 7467600"/>
              <a:gd name="connsiteY645" fmla="*/ 1250369 h 6858000"/>
              <a:gd name="connsiteX646" fmla="*/ 678222 w 7467600"/>
              <a:gd name="connsiteY646" fmla="*/ 1248670 h 6858000"/>
              <a:gd name="connsiteX647" fmla="*/ 775536 w 7467600"/>
              <a:gd name="connsiteY647" fmla="*/ 1388015 h 6858000"/>
              <a:gd name="connsiteX648" fmla="*/ 894529 w 7467600"/>
              <a:gd name="connsiteY648" fmla="*/ 1567739 h 6858000"/>
              <a:gd name="connsiteX649" fmla="*/ 948000 w 7467600"/>
              <a:gd name="connsiteY649" fmla="*/ 1663088 h 6858000"/>
              <a:gd name="connsiteX650" fmla="*/ 1006812 w 7467600"/>
              <a:gd name="connsiteY650" fmla="*/ 1767683 h 6858000"/>
              <a:gd name="connsiteX651" fmla="*/ 1149133 w 7467600"/>
              <a:gd name="connsiteY651" fmla="*/ 1971513 h 6858000"/>
              <a:gd name="connsiteX652" fmla="*/ 1333952 w 7467600"/>
              <a:gd name="connsiteY652" fmla="*/ 2251620 h 6858000"/>
              <a:gd name="connsiteX653" fmla="*/ 1337329 w 7467600"/>
              <a:gd name="connsiteY653" fmla="*/ 2258350 h 6858000"/>
              <a:gd name="connsiteX654" fmla="*/ 1014726 w 7467600"/>
              <a:gd name="connsiteY654" fmla="*/ 1615556 h 6858000"/>
              <a:gd name="connsiteX655" fmla="*/ 678222 w 7467600"/>
              <a:gd name="connsiteY655" fmla="*/ 1248670 h 6858000"/>
              <a:gd name="connsiteX656" fmla="*/ 6691602 w 7467600"/>
              <a:gd name="connsiteY656" fmla="*/ 1140573 h 6858000"/>
              <a:gd name="connsiteX657" fmla="*/ 6571100 w 7467600"/>
              <a:gd name="connsiteY657" fmla="*/ 1183662 h 6858000"/>
              <a:gd name="connsiteX658" fmla="*/ 6241687 w 7467600"/>
              <a:gd name="connsiteY658" fmla="*/ 1257600 h 6858000"/>
              <a:gd name="connsiteX659" fmla="*/ 5693009 w 7467600"/>
              <a:gd name="connsiteY659" fmla="*/ 1478256 h 6858000"/>
              <a:gd name="connsiteX660" fmla="*/ 6548420 w 7467600"/>
              <a:gd name="connsiteY660" fmla="*/ 1214599 h 6858000"/>
              <a:gd name="connsiteX661" fmla="*/ 6605473 w 7467600"/>
              <a:gd name="connsiteY661" fmla="*/ 1184686 h 6858000"/>
              <a:gd name="connsiteX662" fmla="*/ 6691602 w 7467600"/>
              <a:gd name="connsiteY662" fmla="*/ 1140573 h 6858000"/>
              <a:gd name="connsiteX663" fmla="*/ 4002475 w 7467600"/>
              <a:gd name="connsiteY663" fmla="*/ 1037802 h 6858000"/>
              <a:gd name="connsiteX664" fmla="*/ 4000324 w 7467600"/>
              <a:gd name="connsiteY664" fmla="*/ 1039362 h 6858000"/>
              <a:gd name="connsiteX665" fmla="*/ 4002862 w 7467600"/>
              <a:gd name="connsiteY665" fmla="*/ 1042866 h 6858000"/>
              <a:gd name="connsiteX666" fmla="*/ 4002475 w 7467600"/>
              <a:gd name="connsiteY666" fmla="*/ 1037802 h 6858000"/>
              <a:gd name="connsiteX667" fmla="*/ 506322 w 7467600"/>
              <a:gd name="connsiteY667" fmla="*/ 1020997 h 6858000"/>
              <a:gd name="connsiteX668" fmla="*/ 533068 w 7467600"/>
              <a:gd name="connsiteY668" fmla="*/ 1029409 h 6858000"/>
              <a:gd name="connsiteX669" fmla="*/ 1232525 w 7467600"/>
              <a:gd name="connsiteY669" fmla="*/ 1804675 h 6858000"/>
              <a:gd name="connsiteX670" fmla="*/ 1388858 w 7467600"/>
              <a:gd name="connsiteY670" fmla="*/ 2368011 h 6858000"/>
              <a:gd name="connsiteX671" fmla="*/ 1384098 w 7467600"/>
              <a:gd name="connsiteY671" fmla="*/ 2378125 h 6858000"/>
              <a:gd name="connsiteX672" fmla="*/ 1425393 w 7467600"/>
              <a:gd name="connsiteY672" fmla="*/ 2589124 h 6858000"/>
              <a:gd name="connsiteX673" fmla="*/ 1424001 w 7467600"/>
              <a:gd name="connsiteY673" fmla="*/ 2597541 h 6858000"/>
              <a:gd name="connsiteX674" fmla="*/ 2152729 w 7467600"/>
              <a:gd name="connsiteY674" fmla="*/ 2864487 h 6858000"/>
              <a:gd name="connsiteX675" fmla="*/ 2020609 w 7467600"/>
              <a:gd name="connsiteY675" fmla="*/ 2539671 h 6858000"/>
              <a:gd name="connsiteX676" fmla="*/ 2018920 w 7467600"/>
              <a:gd name="connsiteY676" fmla="*/ 2536309 h 6858000"/>
              <a:gd name="connsiteX677" fmla="*/ 1342441 w 7467600"/>
              <a:gd name="connsiteY677" fmla="*/ 1173017 h 6858000"/>
              <a:gd name="connsiteX678" fmla="*/ 1367925 w 7467600"/>
              <a:gd name="connsiteY678" fmla="*/ 1135648 h 6858000"/>
              <a:gd name="connsiteX679" fmla="*/ 1771401 w 7467600"/>
              <a:gd name="connsiteY679" fmla="*/ 1806673 h 6858000"/>
              <a:gd name="connsiteX680" fmla="*/ 1972385 w 7467600"/>
              <a:gd name="connsiteY680" fmla="*/ 2198735 h 6858000"/>
              <a:gd name="connsiteX681" fmla="*/ 2040892 w 7467600"/>
              <a:gd name="connsiteY681" fmla="*/ 2405205 h 6858000"/>
              <a:gd name="connsiteX682" fmla="*/ 2131689 w 7467600"/>
              <a:gd name="connsiteY682" fmla="*/ 1936926 h 6858000"/>
              <a:gd name="connsiteX683" fmla="*/ 2454820 w 7467600"/>
              <a:gd name="connsiteY683" fmla="*/ 1248808 h 6858000"/>
              <a:gd name="connsiteX684" fmla="*/ 2492512 w 7467600"/>
              <a:gd name="connsiteY684" fmla="*/ 1302920 h 6858000"/>
              <a:gd name="connsiteX685" fmla="*/ 2081216 w 7467600"/>
              <a:gd name="connsiteY685" fmla="*/ 2527513 h 6858000"/>
              <a:gd name="connsiteX686" fmla="*/ 2081211 w 7467600"/>
              <a:gd name="connsiteY686" fmla="*/ 2528916 h 6858000"/>
              <a:gd name="connsiteX687" fmla="*/ 2199067 w 7467600"/>
              <a:gd name="connsiteY687" fmla="*/ 2884061 h 6858000"/>
              <a:gd name="connsiteX688" fmla="*/ 3192586 w 7467600"/>
              <a:gd name="connsiteY688" fmla="*/ 3411496 h 6858000"/>
              <a:gd name="connsiteX689" fmla="*/ 3182620 w 7467600"/>
              <a:gd name="connsiteY689" fmla="*/ 3483279 h 6858000"/>
              <a:gd name="connsiteX690" fmla="*/ 2435119 w 7467600"/>
              <a:gd name="connsiteY690" fmla="*/ 3080173 h 6858000"/>
              <a:gd name="connsiteX691" fmla="*/ 2410152 w 7467600"/>
              <a:gd name="connsiteY691" fmla="*/ 3063751 h 6858000"/>
              <a:gd name="connsiteX692" fmla="*/ 2408099 w 7467600"/>
              <a:gd name="connsiteY692" fmla="*/ 3064403 h 6858000"/>
              <a:gd name="connsiteX693" fmla="*/ 2407218 w 7467600"/>
              <a:gd name="connsiteY693" fmla="*/ 3070324 h 6858000"/>
              <a:gd name="connsiteX694" fmla="*/ 2380138 w 7467600"/>
              <a:gd name="connsiteY694" fmla="*/ 3099341 h 6858000"/>
              <a:gd name="connsiteX695" fmla="*/ 1765923 w 7467600"/>
              <a:gd name="connsiteY695" fmla="*/ 3581043 h 6858000"/>
              <a:gd name="connsiteX696" fmla="*/ 1702258 w 7467600"/>
              <a:gd name="connsiteY696" fmla="*/ 3612286 h 6858000"/>
              <a:gd name="connsiteX697" fmla="*/ 1538370 w 7467600"/>
              <a:gd name="connsiteY697" fmla="*/ 3811804 h 6858000"/>
              <a:gd name="connsiteX698" fmla="*/ 542867 w 7467600"/>
              <a:gd name="connsiteY698" fmla="*/ 4944092 h 6858000"/>
              <a:gd name="connsiteX699" fmla="*/ 515800 w 7467600"/>
              <a:gd name="connsiteY699" fmla="*/ 4862180 h 6858000"/>
              <a:gd name="connsiteX700" fmla="*/ 909145 w 7467600"/>
              <a:gd name="connsiteY700" fmla="*/ 4199225 h 6858000"/>
              <a:gd name="connsiteX701" fmla="*/ 1214067 w 7467600"/>
              <a:gd name="connsiteY701" fmla="*/ 3908561 h 6858000"/>
              <a:gd name="connsiteX702" fmla="*/ 640967 w 7467600"/>
              <a:gd name="connsiteY702" fmla="*/ 4105601 h 6858000"/>
              <a:gd name="connsiteX703" fmla="*/ 112563 w 7467600"/>
              <a:gd name="connsiteY703" fmla="*/ 4396952 h 6858000"/>
              <a:gd name="connsiteX704" fmla="*/ 0 w 7467600"/>
              <a:gd name="connsiteY704" fmla="*/ 4466006 h 6858000"/>
              <a:gd name="connsiteX705" fmla="*/ 0 w 7467600"/>
              <a:gd name="connsiteY705" fmla="*/ 4233763 h 6858000"/>
              <a:gd name="connsiteX706" fmla="*/ 36881 w 7467600"/>
              <a:gd name="connsiteY706" fmla="*/ 4200118 h 6858000"/>
              <a:gd name="connsiteX707" fmla="*/ 910534 w 7467600"/>
              <a:gd name="connsiteY707" fmla="*/ 3629753 h 6858000"/>
              <a:gd name="connsiteX708" fmla="*/ 1578717 w 7467600"/>
              <a:gd name="connsiteY708" fmla="*/ 3575982 h 6858000"/>
              <a:gd name="connsiteX709" fmla="*/ 2338780 w 7467600"/>
              <a:gd name="connsiteY709" fmla="*/ 3033725 h 6858000"/>
              <a:gd name="connsiteX710" fmla="*/ 1807991 w 7467600"/>
              <a:gd name="connsiteY710" fmla="*/ 2807184 h 6858000"/>
              <a:gd name="connsiteX711" fmla="*/ 1416358 w 7467600"/>
              <a:gd name="connsiteY711" fmla="*/ 3112571 h 6858000"/>
              <a:gd name="connsiteX712" fmla="*/ 939066 w 7467600"/>
              <a:gd name="connsiteY712" fmla="*/ 3378798 h 6858000"/>
              <a:gd name="connsiteX713" fmla="*/ 115099 w 7467600"/>
              <a:gd name="connsiteY713" fmla="*/ 3607650 h 6858000"/>
              <a:gd name="connsiteX714" fmla="*/ 97284 w 7467600"/>
              <a:gd name="connsiteY714" fmla="*/ 3520393 h 6858000"/>
              <a:gd name="connsiteX715" fmla="*/ 922050 w 7467600"/>
              <a:gd name="connsiteY715" fmla="*/ 3074867 h 6858000"/>
              <a:gd name="connsiteX716" fmla="*/ 1405265 w 7467600"/>
              <a:gd name="connsiteY716" fmla="*/ 3016319 h 6858000"/>
              <a:gd name="connsiteX717" fmla="*/ 1407512 w 7467600"/>
              <a:gd name="connsiteY717" fmla="*/ 3018001 h 6858000"/>
              <a:gd name="connsiteX718" fmla="*/ 1726266 w 7467600"/>
              <a:gd name="connsiteY718" fmla="*/ 2777274 h 6858000"/>
              <a:gd name="connsiteX719" fmla="*/ 625390 w 7467600"/>
              <a:gd name="connsiteY719" fmla="*/ 2514541 h 6858000"/>
              <a:gd name="connsiteX720" fmla="*/ 619799 w 7467600"/>
              <a:gd name="connsiteY720" fmla="*/ 2527180 h 6858000"/>
              <a:gd name="connsiteX721" fmla="*/ 310030 w 7467600"/>
              <a:gd name="connsiteY721" fmla="*/ 2771818 h 6858000"/>
              <a:gd name="connsiteX722" fmla="*/ 173877 w 7467600"/>
              <a:gd name="connsiteY722" fmla="*/ 2937056 h 6858000"/>
              <a:gd name="connsiteX723" fmla="*/ 77889 w 7467600"/>
              <a:gd name="connsiteY723" fmla="*/ 3138440 h 6858000"/>
              <a:gd name="connsiteX724" fmla="*/ 0 w 7467600"/>
              <a:gd name="connsiteY724" fmla="*/ 3271395 h 6858000"/>
              <a:gd name="connsiteX725" fmla="*/ 0 w 7467600"/>
              <a:gd name="connsiteY725" fmla="*/ 3153002 h 6858000"/>
              <a:gd name="connsiteX726" fmla="*/ 2386 w 7467600"/>
              <a:gd name="connsiteY726" fmla="*/ 3149203 h 6858000"/>
              <a:gd name="connsiteX727" fmla="*/ 89753 w 7467600"/>
              <a:gd name="connsiteY727" fmla="*/ 2987702 h 6858000"/>
              <a:gd name="connsiteX728" fmla="*/ 76869 w 7467600"/>
              <a:gd name="connsiteY728" fmla="*/ 3005404 h 6858000"/>
              <a:gd name="connsiteX729" fmla="*/ 32049 w 7467600"/>
              <a:gd name="connsiteY729" fmla="*/ 3065814 h 6858000"/>
              <a:gd name="connsiteX730" fmla="*/ 0 w 7467600"/>
              <a:gd name="connsiteY730" fmla="*/ 3108744 h 6858000"/>
              <a:gd name="connsiteX731" fmla="*/ 0 w 7467600"/>
              <a:gd name="connsiteY731" fmla="*/ 3058059 h 6858000"/>
              <a:gd name="connsiteX732" fmla="*/ 7610 w 7467600"/>
              <a:gd name="connsiteY732" fmla="*/ 3047889 h 6858000"/>
              <a:gd name="connsiteX733" fmla="*/ 52419 w 7467600"/>
              <a:gd name="connsiteY733" fmla="*/ 2987479 h 6858000"/>
              <a:gd name="connsiteX734" fmla="*/ 59142 w 7467600"/>
              <a:gd name="connsiteY734" fmla="*/ 2978488 h 6858000"/>
              <a:gd name="connsiteX735" fmla="*/ 0 w 7467600"/>
              <a:gd name="connsiteY735" fmla="*/ 3015334 h 6858000"/>
              <a:gd name="connsiteX736" fmla="*/ 0 w 7467600"/>
              <a:gd name="connsiteY736" fmla="*/ 2914286 h 6858000"/>
              <a:gd name="connsiteX737" fmla="*/ 36383 w 7467600"/>
              <a:gd name="connsiteY737" fmla="*/ 2901128 h 6858000"/>
              <a:gd name="connsiteX738" fmla="*/ 156329 w 7467600"/>
              <a:gd name="connsiteY738" fmla="*/ 2840533 h 6858000"/>
              <a:gd name="connsiteX739" fmla="*/ 358355 w 7467600"/>
              <a:gd name="connsiteY739" fmla="*/ 2620471 h 6858000"/>
              <a:gd name="connsiteX740" fmla="*/ 510577 w 7467600"/>
              <a:gd name="connsiteY740" fmla="*/ 2501244 h 6858000"/>
              <a:gd name="connsiteX741" fmla="*/ 211967 w 7467600"/>
              <a:gd name="connsiteY741" fmla="*/ 2479171 h 6858000"/>
              <a:gd name="connsiteX742" fmla="*/ 0 w 7467600"/>
              <a:gd name="connsiteY742" fmla="*/ 2476398 h 6858000"/>
              <a:gd name="connsiteX743" fmla="*/ 0 w 7467600"/>
              <a:gd name="connsiteY743" fmla="*/ 2389189 h 6858000"/>
              <a:gd name="connsiteX744" fmla="*/ 103062 w 7467600"/>
              <a:gd name="connsiteY744" fmla="*/ 2389518 h 6858000"/>
              <a:gd name="connsiteX745" fmla="*/ 510734 w 7467600"/>
              <a:gd name="connsiteY745" fmla="*/ 2416201 h 6858000"/>
              <a:gd name="connsiteX746" fmla="*/ 279257 w 7467600"/>
              <a:gd name="connsiteY746" fmla="*/ 2092102 h 6858000"/>
              <a:gd name="connsiteX747" fmla="*/ 65265 w 7467600"/>
              <a:gd name="connsiteY747" fmla="*/ 2006049 h 6858000"/>
              <a:gd name="connsiteX748" fmla="*/ 0 w 7467600"/>
              <a:gd name="connsiteY748" fmla="*/ 1982532 h 6858000"/>
              <a:gd name="connsiteX749" fmla="*/ 0 w 7467600"/>
              <a:gd name="connsiteY749" fmla="*/ 1912789 h 6858000"/>
              <a:gd name="connsiteX750" fmla="*/ 97460 w 7467600"/>
              <a:gd name="connsiteY750" fmla="*/ 1953725 h 6858000"/>
              <a:gd name="connsiteX751" fmla="*/ 221272 w 7467600"/>
              <a:gd name="connsiteY751" fmla="*/ 1980766 h 6858000"/>
              <a:gd name="connsiteX752" fmla="*/ 116765 w 7467600"/>
              <a:gd name="connsiteY752" fmla="*/ 1911033 h 6858000"/>
              <a:gd name="connsiteX753" fmla="*/ 16405 w 7467600"/>
              <a:gd name="connsiteY753" fmla="*/ 1803412 h 6858000"/>
              <a:gd name="connsiteX754" fmla="*/ 0 w 7467600"/>
              <a:gd name="connsiteY754" fmla="*/ 1784777 h 6858000"/>
              <a:gd name="connsiteX755" fmla="*/ 0 w 7467600"/>
              <a:gd name="connsiteY755" fmla="*/ 1740082 h 6858000"/>
              <a:gd name="connsiteX756" fmla="*/ 39394 w 7467600"/>
              <a:gd name="connsiteY756" fmla="*/ 1784856 h 6858000"/>
              <a:gd name="connsiteX757" fmla="*/ 135813 w 7467600"/>
              <a:gd name="connsiteY757" fmla="*/ 1888838 h 6858000"/>
              <a:gd name="connsiteX758" fmla="*/ 242575 w 7467600"/>
              <a:gd name="connsiteY758" fmla="*/ 1958841 h 6858000"/>
              <a:gd name="connsiteX759" fmla="*/ 82197 w 7467600"/>
              <a:gd name="connsiteY759" fmla="*/ 1754826 h 6858000"/>
              <a:gd name="connsiteX760" fmla="*/ 0 w 7467600"/>
              <a:gd name="connsiteY760" fmla="*/ 1679650 h 6858000"/>
              <a:gd name="connsiteX761" fmla="*/ 0 w 7467600"/>
              <a:gd name="connsiteY761" fmla="*/ 1602463 h 6858000"/>
              <a:gd name="connsiteX762" fmla="*/ 84689 w 7467600"/>
              <a:gd name="connsiteY762" fmla="*/ 1677442 h 6858000"/>
              <a:gd name="connsiteX763" fmla="*/ 298437 w 7467600"/>
              <a:gd name="connsiteY763" fmla="*/ 1968019 h 6858000"/>
              <a:gd name="connsiteX764" fmla="*/ 227269 w 7467600"/>
              <a:gd name="connsiteY764" fmla="*/ 1114064 h 6858000"/>
              <a:gd name="connsiteX765" fmla="*/ 248003 w 7467600"/>
              <a:gd name="connsiteY765" fmla="*/ 1089613 h 6858000"/>
              <a:gd name="connsiteX766" fmla="*/ 427020 w 7467600"/>
              <a:gd name="connsiteY766" fmla="*/ 1619803 h 6858000"/>
              <a:gd name="connsiteX767" fmla="*/ 340345 w 7467600"/>
              <a:gd name="connsiteY767" fmla="*/ 2027739 h 6858000"/>
              <a:gd name="connsiteX768" fmla="*/ 360865 w 7467600"/>
              <a:gd name="connsiteY768" fmla="*/ 2044827 h 6858000"/>
              <a:gd name="connsiteX769" fmla="*/ 560414 w 7467600"/>
              <a:gd name="connsiteY769" fmla="*/ 2421457 h 6858000"/>
              <a:gd name="connsiteX770" fmla="*/ 1359703 w 7467600"/>
              <a:gd name="connsiteY770" fmla="*/ 2578554 h 6858000"/>
              <a:gd name="connsiteX771" fmla="*/ 1359422 w 7467600"/>
              <a:gd name="connsiteY771" fmla="*/ 2577994 h 6858000"/>
              <a:gd name="connsiteX772" fmla="*/ 828701 w 7467600"/>
              <a:gd name="connsiteY772" fmla="*/ 1839520 h 6858000"/>
              <a:gd name="connsiteX773" fmla="*/ 494427 w 7467600"/>
              <a:gd name="connsiteY773" fmla="*/ 1092333 h 6858000"/>
              <a:gd name="connsiteX774" fmla="*/ 506322 w 7467600"/>
              <a:gd name="connsiteY774" fmla="*/ 1020997 h 6858000"/>
              <a:gd name="connsiteX775" fmla="*/ 4570198 w 7467600"/>
              <a:gd name="connsiteY775" fmla="*/ 978081 h 6858000"/>
              <a:gd name="connsiteX776" fmla="*/ 4523691 w 7467600"/>
              <a:gd name="connsiteY776" fmla="*/ 1127776 h 6858000"/>
              <a:gd name="connsiteX777" fmla="*/ 4509875 w 7467600"/>
              <a:gd name="connsiteY777" fmla="*/ 1167552 h 6858000"/>
              <a:gd name="connsiteX778" fmla="*/ 4478168 w 7467600"/>
              <a:gd name="connsiteY778" fmla="*/ 1260735 h 6858000"/>
              <a:gd name="connsiteX779" fmla="*/ 4409309 w 7467600"/>
              <a:gd name="connsiteY779" fmla="*/ 1666996 h 6858000"/>
              <a:gd name="connsiteX780" fmla="*/ 4370031 w 7467600"/>
              <a:gd name="connsiteY780" fmla="*/ 1955666 h 6858000"/>
              <a:gd name="connsiteX781" fmla="*/ 4570198 w 7467600"/>
              <a:gd name="connsiteY781" fmla="*/ 978081 h 6858000"/>
              <a:gd name="connsiteX782" fmla="*/ 4557898 w 7467600"/>
              <a:gd name="connsiteY782" fmla="*/ 900011 h 6858000"/>
              <a:gd name="connsiteX783" fmla="*/ 4344840 w 7467600"/>
              <a:gd name="connsiteY783" fmla="*/ 1922038 h 6858000"/>
              <a:gd name="connsiteX784" fmla="*/ 4378710 w 7467600"/>
              <a:gd name="connsiteY784" fmla="*/ 1665516 h 6858000"/>
              <a:gd name="connsiteX785" fmla="*/ 4448798 w 7467600"/>
              <a:gd name="connsiteY785" fmla="*/ 1253024 h 6858000"/>
              <a:gd name="connsiteX786" fmla="*/ 4480315 w 7467600"/>
              <a:gd name="connsiteY786" fmla="*/ 1158454 h 6858000"/>
              <a:gd name="connsiteX787" fmla="*/ 4494133 w 7467600"/>
              <a:gd name="connsiteY787" fmla="*/ 1118676 h 6858000"/>
              <a:gd name="connsiteX788" fmla="*/ 4557898 w 7467600"/>
              <a:gd name="connsiteY788" fmla="*/ 900011 h 6858000"/>
              <a:gd name="connsiteX789" fmla="*/ 5870151 w 7467600"/>
              <a:gd name="connsiteY789" fmla="*/ 898890 h 6858000"/>
              <a:gd name="connsiteX790" fmla="*/ 5861335 w 7467600"/>
              <a:gd name="connsiteY790" fmla="*/ 899177 h 6858000"/>
              <a:gd name="connsiteX791" fmla="*/ 5843702 w 7467600"/>
              <a:gd name="connsiteY791" fmla="*/ 899748 h 6858000"/>
              <a:gd name="connsiteX792" fmla="*/ 5651107 w 7467600"/>
              <a:gd name="connsiteY792" fmla="*/ 920306 h 6858000"/>
              <a:gd name="connsiteX793" fmla="*/ 5459407 w 7467600"/>
              <a:gd name="connsiteY793" fmla="*/ 940975 h 6858000"/>
              <a:gd name="connsiteX794" fmla="*/ 5374846 w 7467600"/>
              <a:gd name="connsiteY794" fmla="*/ 941988 h 6858000"/>
              <a:gd name="connsiteX795" fmla="*/ 5256105 w 7467600"/>
              <a:gd name="connsiteY795" fmla="*/ 945632 h 6858000"/>
              <a:gd name="connsiteX796" fmla="*/ 5107071 w 7467600"/>
              <a:gd name="connsiteY796" fmla="*/ 969720 h 6858000"/>
              <a:gd name="connsiteX797" fmla="*/ 4998681 w 7467600"/>
              <a:gd name="connsiteY797" fmla="*/ 988771 h 6858000"/>
              <a:gd name="connsiteX798" fmla="*/ 5870151 w 7467600"/>
              <a:gd name="connsiteY798" fmla="*/ 898890 h 6858000"/>
              <a:gd name="connsiteX799" fmla="*/ 5504425 w 7467600"/>
              <a:gd name="connsiteY799" fmla="*/ 848067 h 6858000"/>
              <a:gd name="connsiteX800" fmla="*/ 4968849 w 7467600"/>
              <a:gd name="connsiteY800" fmla="*/ 962318 h 6858000"/>
              <a:gd name="connsiteX801" fmla="*/ 5104039 w 7467600"/>
              <a:gd name="connsiteY801" fmla="*/ 940634 h 6858000"/>
              <a:gd name="connsiteX802" fmla="*/ 5256311 w 7467600"/>
              <a:gd name="connsiteY802" fmla="*/ 916490 h 6858000"/>
              <a:gd name="connsiteX803" fmla="*/ 5377381 w 7467600"/>
              <a:gd name="connsiteY803" fmla="*/ 912671 h 6858000"/>
              <a:gd name="connsiteX804" fmla="*/ 5460148 w 7467600"/>
              <a:gd name="connsiteY804" fmla="*/ 911442 h 6858000"/>
              <a:gd name="connsiteX805" fmla="*/ 5648971 w 7467600"/>
              <a:gd name="connsiteY805" fmla="*/ 891331 h 6858000"/>
              <a:gd name="connsiteX806" fmla="*/ 5844807 w 7467600"/>
              <a:gd name="connsiteY806" fmla="*/ 870718 h 6858000"/>
              <a:gd name="connsiteX807" fmla="*/ 5862975 w 7467600"/>
              <a:gd name="connsiteY807" fmla="*/ 869756 h 6858000"/>
              <a:gd name="connsiteX808" fmla="*/ 5920887 w 7467600"/>
              <a:gd name="connsiteY808" fmla="*/ 865929 h 6858000"/>
              <a:gd name="connsiteX809" fmla="*/ 5504425 w 7467600"/>
              <a:gd name="connsiteY809" fmla="*/ 848067 h 6858000"/>
              <a:gd name="connsiteX810" fmla="*/ 3607114 w 7467600"/>
              <a:gd name="connsiteY810" fmla="*/ 467441 h 6858000"/>
              <a:gd name="connsiteX811" fmla="*/ 3296242 w 7467600"/>
              <a:gd name="connsiteY811" fmla="*/ 807991 h 6858000"/>
              <a:gd name="connsiteX812" fmla="*/ 3174674 w 7467600"/>
              <a:gd name="connsiteY812" fmla="*/ 919759 h 6858000"/>
              <a:gd name="connsiteX813" fmla="*/ 3042978 w 7467600"/>
              <a:gd name="connsiteY813" fmla="*/ 1054894 h 6858000"/>
              <a:gd name="connsiteX814" fmla="*/ 2968914 w 7467600"/>
              <a:gd name="connsiteY814" fmla="*/ 1133756 h 6858000"/>
              <a:gd name="connsiteX815" fmla="*/ 3103823 w 7467600"/>
              <a:gd name="connsiteY815" fmla="*/ 1026814 h 6858000"/>
              <a:gd name="connsiteX816" fmla="*/ 3607114 w 7467600"/>
              <a:gd name="connsiteY816" fmla="*/ 467441 h 6858000"/>
              <a:gd name="connsiteX817" fmla="*/ 3744487 w 7467600"/>
              <a:gd name="connsiteY817" fmla="*/ 383136 h 6858000"/>
              <a:gd name="connsiteX818" fmla="*/ 3970213 w 7467600"/>
              <a:gd name="connsiteY818" fmla="*/ 995559 h 6858000"/>
              <a:gd name="connsiteX819" fmla="*/ 3744487 w 7467600"/>
              <a:gd name="connsiteY819" fmla="*/ 383136 h 6858000"/>
              <a:gd name="connsiteX820" fmla="*/ 3624562 w 7467600"/>
              <a:gd name="connsiteY820" fmla="*/ 367041 h 6858000"/>
              <a:gd name="connsiteX821" fmla="*/ 3489712 w 7467600"/>
              <a:gd name="connsiteY821" fmla="*/ 485386 h 6858000"/>
              <a:gd name="connsiteX822" fmla="*/ 3182994 w 7467600"/>
              <a:gd name="connsiteY822" fmla="*/ 828265 h 6858000"/>
              <a:gd name="connsiteX823" fmla="*/ 2892114 w 7467600"/>
              <a:gd name="connsiteY823" fmla="*/ 1172635 h 6858000"/>
              <a:gd name="connsiteX824" fmla="*/ 3021459 w 7467600"/>
              <a:gd name="connsiteY824" fmla="*/ 1035385 h 6858000"/>
              <a:gd name="connsiteX825" fmla="*/ 3153873 w 7467600"/>
              <a:gd name="connsiteY825" fmla="*/ 898971 h 6858000"/>
              <a:gd name="connsiteX826" fmla="*/ 3276511 w 7467600"/>
              <a:gd name="connsiteY826" fmla="*/ 786423 h 6858000"/>
              <a:gd name="connsiteX827" fmla="*/ 3584154 w 7467600"/>
              <a:gd name="connsiteY827" fmla="*/ 448218 h 6858000"/>
              <a:gd name="connsiteX828" fmla="*/ 3624562 w 7467600"/>
              <a:gd name="connsiteY828" fmla="*/ 367041 h 6858000"/>
              <a:gd name="connsiteX829" fmla="*/ 3766672 w 7467600"/>
              <a:gd name="connsiteY829" fmla="*/ 359429 h 6858000"/>
              <a:gd name="connsiteX830" fmla="*/ 3996338 w 7467600"/>
              <a:gd name="connsiteY830" fmla="*/ 968237 h 6858000"/>
              <a:gd name="connsiteX831" fmla="*/ 3766672 w 7467600"/>
              <a:gd name="connsiteY831" fmla="*/ 359429 h 6858000"/>
              <a:gd name="connsiteX832" fmla="*/ 5805386 w 7467600"/>
              <a:gd name="connsiteY832" fmla="*/ 239240 h 6858000"/>
              <a:gd name="connsiteX833" fmla="*/ 5736947 w 7467600"/>
              <a:gd name="connsiteY833" fmla="*/ 261367 h 6858000"/>
              <a:gd name="connsiteX834" fmla="*/ 5427012 w 7467600"/>
              <a:gd name="connsiteY834" fmla="*/ 311272 h 6858000"/>
              <a:gd name="connsiteX835" fmla="*/ 5147818 w 7467600"/>
              <a:gd name="connsiteY835" fmla="*/ 322112 h 6858000"/>
              <a:gd name="connsiteX836" fmla="*/ 5060854 w 7467600"/>
              <a:gd name="connsiteY836" fmla="*/ 311882 h 6858000"/>
              <a:gd name="connsiteX837" fmla="*/ 4945989 w 7467600"/>
              <a:gd name="connsiteY837" fmla="*/ 300516 h 6858000"/>
              <a:gd name="connsiteX838" fmla="*/ 5410479 w 7467600"/>
              <a:gd name="connsiteY838" fmla="*/ 348434 h 6858000"/>
              <a:gd name="connsiteX839" fmla="*/ 5805386 w 7467600"/>
              <a:gd name="connsiteY839" fmla="*/ 239240 h 6858000"/>
              <a:gd name="connsiteX840" fmla="*/ 5905192 w 7467600"/>
              <a:gd name="connsiteY840" fmla="*/ 163079 h 6858000"/>
              <a:gd name="connsiteX841" fmla="*/ 5865655 w 7467600"/>
              <a:gd name="connsiteY841" fmla="*/ 171901 h 6858000"/>
              <a:gd name="connsiteX842" fmla="*/ 5259740 w 7467600"/>
              <a:gd name="connsiteY842" fmla="*/ 257013 h 6858000"/>
              <a:gd name="connsiteX843" fmla="*/ 5208466 w 7467600"/>
              <a:gd name="connsiteY843" fmla="*/ 257550 h 6858000"/>
              <a:gd name="connsiteX844" fmla="*/ 4980204 w 7467600"/>
              <a:gd name="connsiteY844" fmla="*/ 271903 h 6858000"/>
              <a:gd name="connsiteX845" fmla="*/ 5068068 w 7467600"/>
              <a:gd name="connsiteY845" fmla="*/ 282244 h 6858000"/>
              <a:gd name="connsiteX846" fmla="*/ 5153231 w 7467600"/>
              <a:gd name="connsiteY846" fmla="*/ 292240 h 6858000"/>
              <a:gd name="connsiteX847" fmla="*/ 5426491 w 7467600"/>
              <a:gd name="connsiteY847" fmla="*/ 281128 h 6858000"/>
              <a:gd name="connsiteX848" fmla="*/ 5731212 w 7467600"/>
              <a:gd name="connsiteY848" fmla="*/ 231951 h 6858000"/>
              <a:gd name="connsiteX849" fmla="*/ 5905192 w 7467600"/>
              <a:gd name="connsiteY849" fmla="*/ 163079 h 6858000"/>
              <a:gd name="connsiteX850" fmla="*/ 5944437 w 7467600"/>
              <a:gd name="connsiteY850" fmla="*/ 113829 h 6858000"/>
              <a:gd name="connsiteX851" fmla="*/ 5825032 w 7467600"/>
              <a:gd name="connsiteY851" fmla="*/ 146405 h 6858000"/>
              <a:gd name="connsiteX852" fmla="*/ 4955599 w 7467600"/>
              <a:gd name="connsiteY852" fmla="*/ 247008 h 6858000"/>
              <a:gd name="connsiteX853" fmla="*/ 5210104 w 7467600"/>
              <a:gd name="connsiteY853" fmla="*/ 228123 h 6858000"/>
              <a:gd name="connsiteX854" fmla="*/ 5261015 w 7467600"/>
              <a:gd name="connsiteY854" fmla="*/ 227087 h 6858000"/>
              <a:gd name="connsiteX855" fmla="*/ 5861181 w 7467600"/>
              <a:gd name="connsiteY855" fmla="*/ 143093 h 6858000"/>
              <a:gd name="connsiteX856" fmla="*/ 5961252 w 7467600"/>
              <a:gd name="connsiteY856" fmla="*/ 114820 h 6858000"/>
              <a:gd name="connsiteX857" fmla="*/ 5944437 w 7467600"/>
              <a:gd name="connsiteY857" fmla="*/ 113829 h 6858000"/>
              <a:gd name="connsiteX858" fmla="*/ 3882765 w 7467600"/>
              <a:gd name="connsiteY858" fmla="*/ 0 h 6858000"/>
              <a:gd name="connsiteX859" fmla="*/ 3995099 w 7467600"/>
              <a:gd name="connsiteY859" fmla="*/ 0 h 6858000"/>
              <a:gd name="connsiteX860" fmla="*/ 4163818 w 7467600"/>
              <a:gd name="connsiteY860" fmla="*/ 234104 h 6858000"/>
              <a:gd name="connsiteX861" fmla="*/ 4172099 w 7467600"/>
              <a:gd name="connsiteY861" fmla="*/ 234207 h 6858000"/>
              <a:gd name="connsiteX862" fmla="*/ 4784282 w 7467600"/>
              <a:gd name="connsiteY862" fmla="*/ 276561 h 6858000"/>
              <a:gd name="connsiteX863" fmla="*/ 4801687 w 7467600"/>
              <a:gd name="connsiteY863" fmla="*/ 267764 h 6858000"/>
              <a:gd name="connsiteX864" fmla="*/ 6082788 w 7467600"/>
              <a:gd name="connsiteY864" fmla="*/ 64119 h 6858000"/>
              <a:gd name="connsiteX865" fmla="*/ 6099442 w 7467600"/>
              <a:gd name="connsiteY865" fmla="*/ 82568 h 6858000"/>
              <a:gd name="connsiteX866" fmla="*/ 4804137 w 7467600"/>
              <a:gd name="connsiteY866" fmla="*/ 320931 h 6858000"/>
              <a:gd name="connsiteX867" fmla="*/ 4227047 w 7467600"/>
              <a:gd name="connsiteY867" fmla="*/ 313415 h 6858000"/>
              <a:gd name="connsiteX868" fmla="*/ 4346041 w 7467600"/>
              <a:gd name="connsiteY868" fmla="*/ 456086 h 6858000"/>
              <a:gd name="connsiteX869" fmla="*/ 4870967 w 7467600"/>
              <a:gd name="connsiteY869" fmla="*/ 963061 h 6858000"/>
              <a:gd name="connsiteX870" fmla="*/ 4889647 w 7467600"/>
              <a:gd name="connsiteY870" fmla="*/ 957147 h 6858000"/>
              <a:gd name="connsiteX871" fmla="*/ 5422504 w 7467600"/>
              <a:gd name="connsiteY871" fmla="*/ 805191 h 6858000"/>
              <a:gd name="connsiteX872" fmla="*/ 6087656 w 7467600"/>
              <a:gd name="connsiteY872" fmla="*/ 826703 h 6858000"/>
              <a:gd name="connsiteX873" fmla="*/ 6058717 w 7467600"/>
              <a:gd name="connsiteY873" fmla="*/ 865992 h 6858000"/>
              <a:gd name="connsiteX874" fmla="*/ 4974153 w 7467600"/>
              <a:gd name="connsiteY874" fmla="*/ 1045456 h 6858000"/>
              <a:gd name="connsiteX875" fmla="*/ 5627835 w 7467600"/>
              <a:gd name="connsiteY875" fmla="*/ 1472077 h 6858000"/>
              <a:gd name="connsiteX876" fmla="*/ 5629817 w 7467600"/>
              <a:gd name="connsiteY876" fmla="*/ 1471412 h 6858000"/>
              <a:gd name="connsiteX877" fmla="*/ 5634124 w 7467600"/>
              <a:gd name="connsiteY877" fmla="*/ 1470572 h 6858000"/>
              <a:gd name="connsiteX878" fmla="*/ 5755832 w 7467600"/>
              <a:gd name="connsiteY878" fmla="*/ 1383886 h 6858000"/>
              <a:gd name="connsiteX879" fmla="*/ 6014186 w 7467600"/>
              <a:gd name="connsiteY879" fmla="*/ 1279799 h 6858000"/>
              <a:gd name="connsiteX880" fmla="*/ 6901619 w 7467600"/>
              <a:gd name="connsiteY880" fmla="*/ 1047874 h 6858000"/>
              <a:gd name="connsiteX881" fmla="*/ 6931566 w 7467600"/>
              <a:gd name="connsiteY881" fmla="*/ 1062034 h 6858000"/>
              <a:gd name="connsiteX882" fmla="*/ 5790982 w 7467600"/>
              <a:gd name="connsiteY882" fmla="*/ 1561380 h 6858000"/>
              <a:gd name="connsiteX883" fmla="*/ 6188971 w 7467600"/>
              <a:gd name="connsiteY883" fmla="*/ 1755168 h 6858000"/>
              <a:gd name="connsiteX884" fmla="*/ 6202446 w 7467600"/>
              <a:gd name="connsiteY884" fmla="*/ 1752268 h 6858000"/>
              <a:gd name="connsiteX885" fmla="*/ 7179560 w 7467600"/>
              <a:gd name="connsiteY885" fmla="*/ 1467551 h 6858000"/>
              <a:gd name="connsiteX886" fmla="*/ 7158730 w 7467600"/>
              <a:gd name="connsiteY886" fmla="*/ 1507835 h 6858000"/>
              <a:gd name="connsiteX887" fmla="*/ 6326959 w 7467600"/>
              <a:gd name="connsiteY887" fmla="*/ 1817686 h 6858000"/>
              <a:gd name="connsiteX888" fmla="*/ 6537433 w 7467600"/>
              <a:gd name="connsiteY888" fmla="*/ 1907790 h 6858000"/>
              <a:gd name="connsiteX889" fmla="*/ 6550221 w 7467600"/>
              <a:gd name="connsiteY889" fmla="*/ 1910729 h 6858000"/>
              <a:gd name="connsiteX890" fmla="*/ 6964438 w 7467600"/>
              <a:gd name="connsiteY890" fmla="*/ 2209505 h 6858000"/>
              <a:gd name="connsiteX891" fmla="*/ 7367862 w 7467600"/>
              <a:gd name="connsiteY891" fmla="*/ 2806833 h 6858000"/>
              <a:gd name="connsiteX892" fmla="*/ 7364329 w 7467600"/>
              <a:gd name="connsiteY892" fmla="*/ 2826907 h 6858000"/>
              <a:gd name="connsiteX893" fmla="*/ 7290545 w 7467600"/>
              <a:gd name="connsiteY893" fmla="*/ 2850663 h 6858000"/>
              <a:gd name="connsiteX894" fmla="*/ 6472036 w 7467600"/>
              <a:gd name="connsiteY894" fmla="*/ 1959003 h 6858000"/>
              <a:gd name="connsiteX895" fmla="*/ 5792897 w 7467600"/>
              <a:gd name="connsiteY895" fmla="*/ 1647747 h 6858000"/>
              <a:gd name="connsiteX896" fmla="*/ 5842751 w 7467600"/>
              <a:gd name="connsiteY896" fmla="*/ 1816112 h 6858000"/>
              <a:gd name="connsiteX897" fmla="*/ 5847424 w 7467600"/>
              <a:gd name="connsiteY897" fmla="*/ 1815776 h 6858000"/>
              <a:gd name="connsiteX898" fmla="*/ 6399821 w 7467600"/>
              <a:gd name="connsiteY898" fmla="*/ 2344799 h 6858000"/>
              <a:gd name="connsiteX899" fmla="*/ 6323232 w 7467600"/>
              <a:gd name="connsiteY899" fmla="*/ 2389634 h 6858000"/>
              <a:gd name="connsiteX900" fmla="*/ 5942958 w 7467600"/>
              <a:gd name="connsiteY900" fmla="*/ 2077708 h 6858000"/>
              <a:gd name="connsiteX901" fmla="*/ 5921559 w 7467600"/>
              <a:gd name="connsiteY901" fmla="*/ 2378596 h 6858000"/>
              <a:gd name="connsiteX902" fmla="*/ 5817651 w 7467600"/>
              <a:gd name="connsiteY902" fmla="*/ 3023919 h 6858000"/>
              <a:gd name="connsiteX903" fmla="*/ 5729634 w 7467600"/>
              <a:gd name="connsiteY903" fmla="*/ 3051849 h 6858000"/>
              <a:gd name="connsiteX904" fmla="*/ 5611018 w 7467600"/>
              <a:gd name="connsiteY904" fmla="*/ 2316769 h 6858000"/>
              <a:gd name="connsiteX905" fmla="*/ 5687608 w 7467600"/>
              <a:gd name="connsiteY905" fmla="*/ 2039972 h 6858000"/>
              <a:gd name="connsiteX906" fmla="*/ 5657554 w 7467600"/>
              <a:gd name="connsiteY906" fmla="*/ 1576445 h 6858000"/>
              <a:gd name="connsiteX907" fmla="*/ 5150475 w 7467600"/>
              <a:gd name="connsiteY907" fmla="*/ 1274012 h 6858000"/>
              <a:gd name="connsiteX908" fmla="*/ 5349142 w 7467600"/>
              <a:gd name="connsiteY908" fmla="*/ 2204405 h 6858000"/>
              <a:gd name="connsiteX909" fmla="*/ 5262214 w 7467600"/>
              <a:gd name="connsiteY909" fmla="*/ 2233836 h 6858000"/>
              <a:gd name="connsiteX910" fmla="*/ 4981539 w 7467600"/>
              <a:gd name="connsiteY910" fmla="*/ 1542201 h 6858000"/>
              <a:gd name="connsiteX911" fmla="*/ 4958461 w 7467600"/>
              <a:gd name="connsiteY911" fmla="*/ 1136957 h 6858000"/>
              <a:gd name="connsiteX912" fmla="*/ 4655015 w 7467600"/>
              <a:gd name="connsiteY912" fmla="*/ 891426 h 6858000"/>
              <a:gd name="connsiteX913" fmla="*/ 4348002 w 7467600"/>
              <a:gd name="connsiteY913" fmla="*/ 2205895 h 6858000"/>
              <a:gd name="connsiteX914" fmla="*/ 4262250 w 7467600"/>
              <a:gd name="connsiteY914" fmla="*/ 2219972 h 6858000"/>
              <a:gd name="connsiteX915" fmla="*/ 4550611 w 7467600"/>
              <a:gd name="connsiteY915" fmla="*/ 817540 h 6858000"/>
              <a:gd name="connsiteX916" fmla="*/ 4564418 w 7467600"/>
              <a:gd name="connsiteY916" fmla="*/ 808293 h 6858000"/>
              <a:gd name="connsiteX917" fmla="*/ 4266388 w 7467600"/>
              <a:gd name="connsiteY917" fmla="*/ 500083 h 6858000"/>
              <a:gd name="connsiteX918" fmla="*/ 4032842 w 7467600"/>
              <a:gd name="connsiteY918" fmla="*/ 211809 h 6858000"/>
              <a:gd name="connsiteX919" fmla="*/ 3882765 w 7467600"/>
              <a:gd name="connsiteY919" fmla="*/ 0 h 6858000"/>
              <a:gd name="connsiteX920" fmla="*/ 3721337 w 7467600"/>
              <a:gd name="connsiteY920" fmla="*/ 0 h 6858000"/>
              <a:gd name="connsiteX921" fmla="*/ 3797544 w 7467600"/>
              <a:gd name="connsiteY921" fmla="*/ 0 h 6858000"/>
              <a:gd name="connsiteX922" fmla="*/ 3775734 w 7467600"/>
              <a:gd name="connsiteY922" fmla="*/ 95131 h 6858000"/>
              <a:gd name="connsiteX923" fmla="*/ 3724807 w 7467600"/>
              <a:gd name="connsiteY923" fmla="*/ 272257 h 6858000"/>
              <a:gd name="connsiteX924" fmla="*/ 3726844 w 7467600"/>
              <a:gd name="connsiteY924" fmla="*/ 282988 h 6858000"/>
              <a:gd name="connsiteX925" fmla="*/ 3742664 w 7467600"/>
              <a:gd name="connsiteY925" fmla="*/ 279918 h 6858000"/>
              <a:gd name="connsiteX926" fmla="*/ 4103910 w 7467600"/>
              <a:gd name="connsiteY926" fmla="*/ 1161917 h 6858000"/>
              <a:gd name="connsiteX927" fmla="*/ 4020269 w 7467600"/>
              <a:gd name="connsiteY927" fmla="*/ 1200406 h 6858000"/>
              <a:gd name="connsiteX928" fmla="*/ 3674882 w 7467600"/>
              <a:gd name="connsiteY928" fmla="*/ 488524 h 6858000"/>
              <a:gd name="connsiteX929" fmla="*/ 3132682 w 7467600"/>
              <a:gd name="connsiteY929" fmla="*/ 1072284 h 6858000"/>
              <a:gd name="connsiteX930" fmla="*/ 2716346 w 7467600"/>
              <a:gd name="connsiteY930" fmla="*/ 1276376 h 6858000"/>
              <a:gd name="connsiteX931" fmla="*/ 2716772 w 7467600"/>
              <a:gd name="connsiteY931" fmla="*/ 1255462 h 6858000"/>
              <a:gd name="connsiteX932" fmla="*/ 3471096 w 7467600"/>
              <a:gd name="connsiteY932" fmla="*/ 437072 h 6858000"/>
              <a:gd name="connsiteX933" fmla="*/ 3639057 w 7467600"/>
              <a:gd name="connsiteY933" fmla="*/ 286334 h 6858000"/>
              <a:gd name="connsiteX934" fmla="*/ 3640309 w 7467600"/>
              <a:gd name="connsiteY934" fmla="*/ 284664 h 6858000"/>
              <a:gd name="connsiteX935" fmla="*/ 3646022 w 7467600"/>
              <a:gd name="connsiteY935" fmla="*/ 276711 h 6858000"/>
              <a:gd name="connsiteX936" fmla="*/ 3707943 w 7467600"/>
              <a:gd name="connsiteY936" fmla="*/ 65958 h 6858000"/>
              <a:gd name="connsiteX937" fmla="*/ 3721337 w 7467600"/>
              <a:gd name="connsiteY937" fmla="*/ 0 h 6858000"/>
              <a:gd name="connsiteX938" fmla="*/ 2867960 w 7467600"/>
              <a:gd name="connsiteY938" fmla="*/ 0 h 6858000"/>
              <a:gd name="connsiteX939" fmla="*/ 2926351 w 7467600"/>
              <a:gd name="connsiteY939" fmla="*/ 0 h 6858000"/>
              <a:gd name="connsiteX940" fmla="*/ 2902823 w 7467600"/>
              <a:gd name="connsiteY940" fmla="*/ 262929 h 6858000"/>
              <a:gd name="connsiteX941" fmla="*/ 2940663 w 7467600"/>
              <a:gd name="connsiteY941" fmla="*/ 140884 h 6858000"/>
              <a:gd name="connsiteX942" fmla="*/ 2947039 w 7467600"/>
              <a:gd name="connsiteY942" fmla="*/ 122524 h 6858000"/>
              <a:gd name="connsiteX943" fmla="*/ 2984316 w 7467600"/>
              <a:gd name="connsiteY943" fmla="*/ 0 h 6858000"/>
              <a:gd name="connsiteX944" fmla="*/ 3016114 w 7467600"/>
              <a:gd name="connsiteY944" fmla="*/ 0 h 6858000"/>
              <a:gd name="connsiteX945" fmla="*/ 2979949 w 7467600"/>
              <a:gd name="connsiteY945" fmla="*/ 119274 h 6858000"/>
              <a:gd name="connsiteX946" fmla="*/ 3023879 w 7467600"/>
              <a:gd name="connsiteY946" fmla="*/ 0 h 6858000"/>
              <a:gd name="connsiteX947" fmla="*/ 3105400 w 7467600"/>
              <a:gd name="connsiteY947" fmla="*/ 0 h 6858000"/>
              <a:gd name="connsiteX948" fmla="*/ 3094669 w 7467600"/>
              <a:gd name="connsiteY948" fmla="*/ 30308 h 6858000"/>
              <a:gd name="connsiteX949" fmla="*/ 2901945 w 7467600"/>
              <a:gd name="connsiteY949" fmla="*/ 466538 h 6858000"/>
              <a:gd name="connsiteX950" fmla="*/ 2815209 w 7467600"/>
              <a:gd name="connsiteY950" fmla="*/ 497361 h 6858000"/>
              <a:gd name="connsiteX951" fmla="*/ 2844845 w 7467600"/>
              <a:gd name="connsiteY951" fmla="*/ 127638 h 6858000"/>
              <a:gd name="connsiteX952" fmla="*/ 2867960 w 7467600"/>
              <a:gd name="connsiteY952" fmla="*/ 0 h 6858000"/>
              <a:gd name="connsiteX953" fmla="*/ 1057230 w 7467600"/>
              <a:gd name="connsiteY953" fmla="*/ 0 h 6858000"/>
              <a:gd name="connsiteX954" fmla="*/ 1111003 w 7467600"/>
              <a:gd name="connsiteY954" fmla="*/ 0 h 6858000"/>
              <a:gd name="connsiteX955" fmla="*/ 1125553 w 7467600"/>
              <a:gd name="connsiteY955" fmla="*/ 52588 h 6858000"/>
              <a:gd name="connsiteX956" fmla="*/ 1304276 w 7467600"/>
              <a:gd name="connsiteY956" fmla="*/ 476275 h 6858000"/>
              <a:gd name="connsiteX957" fmla="*/ 1492066 w 7467600"/>
              <a:gd name="connsiteY957" fmla="*/ 886333 h 6858000"/>
              <a:gd name="connsiteX958" fmla="*/ 1423698 w 7467600"/>
              <a:gd name="connsiteY958" fmla="*/ 710817 h 6858000"/>
              <a:gd name="connsiteX959" fmla="*/ 1357609 w 7467600"/>
              <a:gd name="connsiteY959" fmla="*/ 532892 h 6858000"/>
              <a:gd name="connsiteX960" fmla="*/ 1309550 w 7467600"/>
              <a:gd name="connsiteY960" fmla="*/ 374031 h 6858000"/>
              <a:gd name="connsiteX961" fmla="*/ 1193673 w 7467600"/>
              <a:gd name="connsiteY961" fmla="*/ 49533 h 6858000"/>
              <a:gd name="connsiteX962" fmla="*/ 1164391 w 7467600"/>
              <a:gd name="connsiteY962" fmla="*/ 0 h 6858000"/>
              <a:gd name="connsiteX963" fmla="*/ 1200666 w 7467600"/>
              <a:gd name="connsiteY963" fmla="*/ 0 h 6858000"/>
              <a:gd name="connsiteX964" fmla="*/ 1223408 w 7467600"/>
              <a:gd name="connsiteY964" fmla="*/ 38996 h 6858000"/>
              <a:gd name="connsiteX965" fmla="*/ 1339635 w 7467600"/>
              <a:gd name="connsiteY965" fmla="*/ 365517 h 6858000"/>
              <a:gd name="connsiteX966" fmla="*/ 1387469 w 7467600"/>
              <a:gd name="connsiteY966" fmla="*/ 523079 h 6858000"/>
              <a:gd name="connsiteX967" fmla="*/ 1452685 w 7467600"/>
              <a:gd name="connsiteY967" fmla="*/ 699806 h 6858000"/>
              <a:gd name="connsiteX968" fmla="*/ 1492092 w 7467600"/>
              <a:gd name="connsiteY968" fmla="*/ 800424 h 6858000"/>
              <a:gd name="connsiteX969" fmla="*/ 1455302 w 7467600"/>
              <a:gd name="connsiteY969" fmla="*/ 632913 h 6858000"/>
              <a:gd name="connsiteX970" fmla="*/ 1222336 w 7467600"/>
              <a:gd name="connsiteY970" fmla="*/ 9480 h 6858000"/>
              <a:gd name="connsiteX971" fmla="*/ 1214634 w 7467600"/>
              <a:gd name="connsiteY971" fmla="*/ 0 h 6858000"/>
              <a:gd name="connsiteX972" fmla="*/ 1289827 w 7467600"/>
              <a:gd name="connsiteY972" fmla="*/ 0 h 6858000"/>
              <a:gd name="connsiteX973" fmla="*/ 1321076 w 7467600"/>
              <a:gd name="connsiteY973" fmla="*/ 59722 h 6858000"/>
              <a:gd name="connsiteX974" fmla="*/ 1512579 w 7467600"/>
              <a:gd name="connsiteY974" fmla="*/ 626441 h 6858000"/>
              <a:gd name="connsiteX975" fmla="*/ 1506076 w 7467600"/>
              <a:gd name="connsiteY975" fmla="*/ 1089289 h 6858000"/>
              <a:gd name="connsiteX976" fmla="*/ 1486346 w 7467600"/>
              <a:gd name="connsiteY976" fmla="*/ 1079919 h 6858000"/>
              <a:gd name="connsiteX977" fmla="*/ 1070511 w 7467600"/>
              <a:gd name="connsiteY977" fmla="*/ 48609 h 6858000"/>
              <a:gd name="connsiteX978" fmla="*/ 1057230 w 7467600"/>
              <a:gd name="connsiteY978" fmla="*/ 0 h 6858000"/>
              <a:gd name="connsiteX979" fmla="*/ 43151 w 7467600"/>
              <a:gd name="connsiteY979" fmla="*/ 0 h 6858000"/>
              <a:gd name="connsiteX980" fmla="*/ 95283 w 7467600"/>
              <a:gd name="connsiteY980" fmla="*/ 0 h 6858000"/>
              <a:gd name="connsiteX981" fmla="*/ 300708 w 7467600"/>
              <a:gd name="connsiteY981" fmla="*/ 154571 h 6858000"/>
              <a:gd name="connsiteX982" fmla="*/ 530414 w 7467600"/>
              <a:gd name="connsiteY982" fmla="*/ 354673 h 6858000"/>
              <a:gd name="connsiteX983" fmla="*/ 333785 w 7467600"/>
              <a:gd name="connsiteY983" fmla="*/ 161564 h 6858000"/>
              <a:gd name="connsiteX984" fmla="*/ 147005 w 7467600"/>
              <a:gd name="connsiteY984" fmla="*/ 0 h 6858000"/>
              <a:gd name="connsiteX985" fmla="*/ 272509 w 7467600"/>
              <a:gd name="connsiteY985" fmla="*/ 0 h 6858000"/>
              <a:gd name="connsiteX986" fmla="*/ 326276 w 7467600"/>
              <a:gd name="connsiteY986" fmla="*/ 45847 h 6858000"/>
              <a:gd name="connsiteX987" fmla="*/ 823759 w 7467600"/>
              <a:gd name="connsiteY987" fmla="*/ 574145 h 6858000"/>
              <a:gd name="connsiteX988" fmla="*/ 811254 w 7467600"/>
              <a:gd name="connsiteY988" fmla="*/ 665546 h 6858000"/>
              <a:gd name="connsiteX989" fmla="*/ 154042 w 7467600"/>
              <a:gd name="connsiteY989" fmla="*/ 261522 h 6858000"/>
              <a:gd name="connsiteX990" fmla="*/ 13550 w 7467600"/>
              <a:gd name="connsiteY990" fmla="*/ 158423 h 6858000"/>
              <a:gd name="connsiteX991" fmla="*/ 0 w 7467600"/>
              <a:gd name="connsiteY991" fmla="*/ 146618 h 6858000"/>
              <a:gd name="connsiteX992" fmla="*/ 0 w 7467600"/>
              <a:gd name="connsiteY992" fmla="*/ 59161 h 6858000"/>
              <a:gd name="connsiteX993" fmla="*/ 45427 w 7467600"/>
              <a:gd name="connsiteY993" fmla="*/ 101078 h 6858000"/>
              <a:gd name="connsiteX994" fmla="*/ 630103 w 7467600"/>
              <a:gd name="connsiteY994" fmla="*/ 485885 h 6858000"/>
              <a:gd name="connsiteX995" fmla="*/ 532040 w 7467600"/>
              <a:gd name="connsiteY995" fmla="*/ 399359 h 6858000"/>
              <a:gd name="connsiteX996" fmla="*/ 517618 w 7467600"/>
              <a:gd name="connsiteY996" fmla="*/ 385726 h 6858000"/>
              <a:gd name="connsiteX997" fmla="*/ 285074 w 7467600"/>
              <a:gd name="connsiteY997" fmla="*/ 182755 h 6858000"/>
              <a:gd name="connsiteX998" fmla="*/ 43151 w 7467600"/>
              <a:gd name="connsiteY99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97634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1903353 w 7467600"/>
              <a:gd name="connsiteY142" fmla="*/ 5044827 h 6858000"/>
              <a:gd name="connsiteX143" fmla="*/ 1936931 w 7467600"/>
              <a:gd name="connsiteY143" fmla="*/ 5093954 h 6858000"/>
              <a:gd name="connsiteX144" fmla="*/ 2195868 w 7467600"/>
              <a:gd name="connsiteY144" fmla="*/ 5396574 h 6858000"/>
              <a:gd name="connsiteX145" fmla="*/ 2088852 w 7467600"/>
              <a:gd name="connsiteY145" fmla="*/ 5166123 h 6858000"/>
              <a:gd name="connsiteX146" fmla="*/ 1958241 w 7467600"/>
              <a:gd name="connsiteY146" fmla="*/ 5067955 h 6858000"/>
              <a:gd name="connsiteX147" fmla="*/ 1903353 w 7467600"/>
              <a:gd name="connsiteY147" fmla="*/ 5044827 h 6858000"/>
              <a:gd name="connsiteX148" fmla="*/ 1979378 w 7467600"/>
              <a:gd name="connsiteY148" fmla="*/ 4769504 h 6858000"/>
              <a:gd name="connsiteX149" fmla="*/ 2882120 w 7467600"/>
              <a:gd name="connsiteY149" fmla="*/ 5064547 h 6858000"/>
              <a:gd name="connsiteX150" fmla="*/ 2793103 w 7467600"/>
              <a:gd name="connsiteY150" fmla="*/ 5039699 h 6858000"/>
              <a:gd name="connsiteX151" fmla="*/ 2770041 w 7467600"/>
              <a:gd name="connsiteY151" fmla="*/ 5033634 h 6858000"/>
              <a:gd name="connsiteX152" fmla="*/ 1979378 w 7467600"/>
              <a:gd name="connsiteY152" fmla="*/ 4769504 h 6858000"/>
              <a:gd name="connsiteX153" fmla="*/ 1927410 w 7467600"/>
              <a:gd name="connsiteY153" fmla="*/ 4716164 h 6858000"/>
              <a:gd name="connsiteX154" fmla="*/ 1959587 w 7467600"/>
              <a:gd name="connsiteY154" fmla="*/ 4728849 h 6858000"/>
              <a:gd name="connsiteX155" fmla="*/ 2777707 w 7467600"/>
              <a:gd name="connsiteY155" fmla="*/ 5003991 h 6858000"/>
              <a:gd name="connsiteX156" fmla="*/ 2800768 w 7467600"/>
              <a:gd name="connsiteY156" fmla="*/ 5010056 h 6858000"/>
              <a:gd name="connsiteX157" fmla="*/ 2879408 w 7467600"/>
              <a:gd name="connsiteY157" fmla="*/ 5031590 h 6858000"/>
              <a:gd name="connsiteX158" fmla="*/ 2862295 w 7467600"/>
              <a:gd name="connsiteY158" fmla="*/ 5022958 h 6858000"/>
              <a:gd name="connsiteX159" fmla="*/ 2813343 w 7467600"/>
              <a:gd name="connsiteY159" fmla="*/ 4998369 h 6858000"/>
              <a:gd name="connsiteX160" fmla="*/ 2646245 w 7467600"/>
              <a:gd name="connsiteY160" fmla="*/ 4930999 h 6858000"/>
              <a:gd name="connsiteX161" fmla="*/ 1999243 w 7467600"/>
              <a:gd name="connsiteY161" fmla="*/ 4730524 h 6858000"/>
              <a:gd name="connsiteX162" fmla="*/ 1979527 w 7467600"/>
              <a:gd name="connsiteY162" fmla="*/ 4726651 h 6858000"/>
              <a:gd name="connsiteX163" fmla="*/ 1927410 w 7467600"/>
              <a:gd name="connsiteY163" fmla="*/ 4716164 h 6858000"/>
              <a:gd name="connsiteX164" fmla="*/ 1997014 w 7467600"/>
              <a:gd name="connsiteY164" fmla="*/ 4698007 h 6858000"/>
              <a:gd name="connsiteX165" fmla="*/ 2005458 w 7467600"/>
              <a:gd name="connsiteY165" fmla="*/ 4699540 h 6858000"/>
              <a:gd name="connsiteX166" fmla="*/ 2657186 w 7467600"/>
              <a:gd name="connsiteY166" fmla="*/ 4901687 h 6858000"/>
              <a:gd name="connsiteX167" fmla="*/ 2826662 w 7467600"/>
              <a:gd name="connsiteY167" fmla="*/ 4970362 h 6858000"/>
              <a:gd name="connsiteX168" fmla="*/ 2876100 w 7467600"/>
              <a:gd name="connsiteY168" fmla="*/ 4995397 h 6858000"/>
              <a:gd name="connsiteX169" fmla="*/ 3042600 w 7467600"/>
              <a:gd name="connsiteY169" fmla="*/ 5059532 h 6858000"/>
              <a:gd name="connsiteX170" fmla="*/ 1997014 w 7467600"/>
              <a:gd name="connsiteY170" fmla="*/ 4698007 h 6858000"/>
              <a:gd name="connsiteX171" fmla="*/ 2305292 w 7467600"/>
              <a:gd name="connsiteY171" fmla="*/ 4219492 h 6858000"/>
              <a:gd name="connsiteX172" fmla="*/ 3360922 w 7467600"/>
              <a:gd name="connsiteY172" fmla="*/ 4529373 h 6858000"/>
              <a:gd name="connsiteX173" fmla="*/ 3492420 w 7467600"/>
              <a:gd name="connsiteY173" fmla="*/ 4510145 h 6858000"/>
              <a:gd name="connsiteX174" fmla="*/ 3364086 w 7467600"/>
              <a:gd name="connsiteY174" fmla="*/ 4480340 h 6858000"/>
              <a:gd name="connsiteX175" fmla="*/ 3225818 w 7467600"/>
              <a:gd name="connsiteY175" fmla="*/ 4411822 h 6858000"/>
              <a:gd name="connsiteX176" fmla="*/ 3129696 w 7467600"/>
              <a:gd name="connsiteY176" fmla="*/ 4360704 h 6858000"/>
              <a:gd name="connsiteX177" fmla="*/ 2814545 w 7467600"/>
              <a:gd name="connsiteY177" fmla="*/ 4282955 h 6858000"/>
              <a:gd name="connsiteX178" fmla="*/ 2305292 w 7467600"/>
              <a:gd name="connsiteY178" fmla="*/ 4219492 h 6858000"/>
              <a:gd name="connsiteX179" fmla="*/ 2626982 w 7467600"/>
              <a:gd name="connsiteY179" fmla="*/ 4206450 h 6858000"/>
              <a:gd name="connsiteX180" fmla="*/ 2490617 w 7467600"/>
              <a:gd name="connsiteY180" fmla="*/ 4206951 h 6858000"/>
              <a:gd name="connsiteX181" fmla="*/ 2819869 w 7467600"/>
              <a:gd name="connsiteY181" fmla="*/ 4252936 h 6858000"/>
              <a:gd name="connsiteX182" fmla="*/ 3143018 w 7467600"/>
              <a:gd name="connsiteY182" fmla="*/ 4332698 h 6858000"/>
              <a:gd name="connsiteX183" fmla="*/ 3241520 w 7467600"/>
              <a:gd name="connsiteY183" fmla="*/ 4385112 h 6858000"/>
              <a:gd name="connsiteX184" fmla="*/ 3374575 w 7467600"/>
              <a:gd name="connsiteY184" fmla="*/ 4451517 h 6858000"/>
              <a:gd name="connsiteX185" fmla="*/ 3505221 w 7467600"/>
              <a:gd name="connsiteY185" fmla="*/ 4480757 h 6858000"/>
              <a:gd name="connsiteX186" fmla="*/ 2626982 w 7467600"/>
              <a:gd name="connsiteY186" fmla="*/ 4206450 h 6858000"/>
              <a:gd name="connsiteX187" fmla="*/ 1310106 w 7467600"/>
              <a:gd name="connsiteY187" fmla="*/ 3943217 h 6858000"/>
              <a:gd name="connsiteX188" fmla="*/ 854994 w 7467600"/>
              <a:gd name="connsiteY188" fmla="*/ 4399136 h 6858000"/>
              <a:gd name="connsiteX189" fmla="*/ 742462 w 7467600"/>
              <a:gd name="connsiteY189" fmla="*/ 4594648 h 6858000"/>
              <a:gd name="connsiteX190" fmla="*/ 820602 w 7467600"/>
              <a:gd name="connsiteY190" fmla="*/ 4485915 h 6858000"/>
              <a:gd name="connsiteX191" fmla="*/ 878295 w 7467600"/>
              <a:gd name="connsiteY191" fmla="*/ 4403594 h 6858000"/>
              <a:gd name="connsiteX192" fmla="*/ 1240607 w 7467600"/>
              <a:gd name="connsiteY192" fmla="*/ 4010401 h 6858000"/>
              <a:gd name="connsiteX193" fmla="*/ 1310106 w 7467600"/>
              <a:gd name="connsiteY193" fmla="*/ 3943217 h 6858000"/>
              <a:gd name="connsiteX194" fmla="*/ 1423113 w 7467600"/>
              <a:gd name="connsiteY194" fmla="*/ 3874565 h 6858000"/>
              <a:gd name="connsiteX195" fmla="*/ 1260565 w 7467600"/>
              <a:gd name="connsiteY195" fmla="*/ 4031982 h 6858000"/>
              <a:gd name="connsiteX196" fmla="*/ 901900 w 7467600"/>
              <a:gd name="connsiteY196" fmla="*/ 4421236 h 6858000"/>
              <a:gd name="connsiteX197" fmla="*/ 845044 w 7467600"/>
              <a:gd name="connsiteY197" fmla="*/ 4502436 h 6858000"/>
              <a:gd name="connsiteX198" fmla="*/ 685926 w 7467600"/>
              <a:gd name="connsiteY198" fmla="*/ 4703069 h 6858000"/>
              <a:gd name="connsiteX199" fmla="*/ 684248 w 7467600"/>
              <a:gd name="connsiteY199" fmla="*/ 4706721 h 6858000"/>
              <a:gd name="connsiteX200" fmla="*/ 1423113 w 7467600"/>
              <a:gd name="connsiteY200" fmla="*/ 3874565 h 6858000"/>
              <a:gd name="connsiteX201" fmla="*/ 3316479 w 7467600"/>
              <a:gd name="connsiteY201" fmla="*/ 3872136 h 6858000"/>
              <a:gd name="connsiteX202" fmla="*/ 3546806 w 7467600"/>
              <a:gd name="connsiteY202" fmla="*/ 4356139 h 6858000"/>
              <a:gd name="connsiteX203" fmla="*/ 3364433 w 7467600"/>
              <a:gd name="connsiteY203" fmla="*/ 3953121 h 6858000"/>
              <a:gd name="connsiteX204" fmla="*/ 3316479 w 7467600"/>
              <a:gd name="connsiteY204" fmla="*/ 3872136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55073 w 7467600"/>
              <a:gd name="connsiteY236" fmla="*/ 3650884 h 6858000"/>
              <a:gd name="connsiteX237" fmla="*/ 3670252 w 7467600"/>
              <a:gd name="connsiteY237" fmla="*/ 3622798 h 6858000"/>
              <a:gd name="connsiteX238" fmla="*/ 3817258 w 7467600"/>
              <a:gd name="connsiteY238" fmla="*/ 3723577 h 6858000"/>
              <a:gd name="connsiteX239" fmla="*/ 4000461 w 7467600"/>
              <a:gd name="connsiteY239" fmla="*/ 3855966 h 6858000"/>
              <a:gd name="connsiteX240" fmla="*/ 4088180 w 7467600"/>
              <a:gd name="connsiteY240" fmla="*/ 3929774 h 6858000"/>
              <a:gd name="connsiteX241" fmla="*/ 4184555 w 7467600"/>
              <a:gd name="connsiteY241" fmla="*/ 4010683 h 6858000"/>
              <a:gd name="connsiteX242" fmla="*/ 4399563 w 7467600"/>
              <a:gd name="connsiteY242" fmla="*/ 4158106 h 6858000"/>
              <a:gd name="connsiteX243" fmla="*/ 4684469 w 7467600"/>
              <a:gd name="connsiteY243" fmla="*/ 4364680 h 6858000"/>
              <a:gd name="connsiteX244" fmla="*/ 4690271 w 7467600"/>
              <a:gd name="connsiteY244" fmla="*/ 4370034 h 6858000"/>
              <a:gd name="connsiteX245" fmla="*/ 4136093 w 7467600"/>
              <a:gd name="connsiteY245" fmla="*/ 3858466 h 6858000"/>
              <a:gd name="connsiteX246" fmla="*/ 3670252 w 7467600"/>
              <a:gd name="connsiteY246" fmla="*/ 3622798 h 6858000"/>
              <a:gd name="connsiteX247" fmla="*/ 4440129 w 7467600"/>
              <a:gd name="connsiteY247" fmla="*/ 3448571 h 6858000"/>
              <a:gd name="connsiteX248" fmla="*/ 4856525 w 7467600"/>
              <a:gd name="connsiteY248" fmla="*/ 3915351 h 6858000"/>
              <a:gd name="connsiteX249" fmla="*/ 5059055 w 7467600"/>
              <a:gd name="connsiteY249" fmla="*/ 4108918 h 6858000"/>
              <a:gd name="connsiteX250" fmla="*/ 5290070 w 7467600"/>
              <a:gd name="connsiteY250" fmla="*/ 4263619 h 6858000"/>
              <a:gd name="connsiteX251" fmla="*/ 4834991 w 7467600"/>
              <a:gd name="connsiteY251" fmla="*/ 3830985 h 6858000"/>
              <a:gd name="connsiteX252" fmla="*/ 4440129 w 7467600"/>
              <a:gd name="connsiteY252" fmla="*/ 3448571 h 6858000"/>
              <a:gd name="connsiteX253" fmla="*/ 4441737 w 7467600"/>
              <a:gd name="connsiteY253" fmla="*/ 3399734 h 6858000"/>
              <a:gd name="connsiteX254" fmla="*/ 4431236 w 7467600"/>
              <a:gd name="connsiteY254" fmla="*/ 3400954 h 6858000"/>
              <a:gd name="connsiteX255" fmla="*/ 4557150 w 7467600"/>
              <a:gd name="connsiteY255" fmla="*/ 3510023 h 6858000"/>
              <a:gd name="connsiteX256" fmla="*/ 4856936 w 7467600"/>
              <a:gd name="connsiteY256" fmla="*/ 3809146 h 6858000"/>
              <a:gd name="connsiteX257" fmla="*/ 5111996 w 7467600"/>
              <a:gd name="connsiteY257" fmla="*/ 4065759 h 6858000"/>
              <a:gd name="connsiteX258" fmla="*/ 5388878 w 7467600"/>
              <a:gd name="connsiteY258" fmla="*/ 4300185 h 6858000"/>
              <a:gd name="connsiteX259" fmla="*/ 5425556 w 7467600"/>
              <a:gd name="connsiteY259" fmla="*/ 4308967 h 6858000"/>
              <a:gd name="connsiteX260" fmla="*/ 4943646 w 7467600"/>
              <a:gd name="connsiteY260" fmla="*/ 3822916 h 6858000"/>
              <a:gd name="connsiteX261" fmla="*/ 4594837 w 7467600"/>
              <a:gd name="connsiteY261" fmla="*/ 3532274 h 6858000"/>
              <a:gd name="connsiteX262" fmla="*/ 4441737 w 7467600"/>
              <a:gd name="connsiteY262" fmla="*/ 3399734 h 6858000"/>
              <a:gd name="connsiteX263" fmla="*/ 5425834 w 7467600"/>
              <a:gd name="connsiteY263" fmla="*/ 3162785 h 6858000"/>
              <a:gd name="connsiteX264" fmla="*/ 5401644 w 7467600"/>
              <a:gd name="connsiteY264" fmla="*/ 3617847 h 6858000"/>
              <a:gd name="connsiteX265" fmla="*/ 5467256 w 7467600"/>
              <a:gd name="connsiteY265" fmla="*/ 4175494 h 6858000"/>
              <a:gd name="connsiteX266" fmla="*/ 5448069 w 7467600"/>
              <a:gd name="connsiteY266" fmla="*/ 3567554 h 6858000"/>
              <a:gd name="connsiteX267" fmla="*/ 5425834 w 7467600"/>
              <a:gd name="connsiteY267" fmla="*/ 3162785 h 6858000"/>
              <a:gd name="connsiteX268" fmla="*/ 1318687 w 7467600"/>
              <a:gd name="connsiteY268" fmla="*/ 3113840 h 6858000"/>
              <a:gd name="connsiteX269" fmla="*/ 1066793 w 7467600"/>
              <a:gd name="connsiteY269" fmla="*/ 3212171 h 6858000"/>
              <a:gd name="connsiteX270" fmla="*/ 993319 w 7467600"/>
              <a:gd name="connsiteY270" fmla="*/ 3247648 h 6858000"/>
              <a:gd name="connsiteX271" fmla="*/ 853081 w 7467600"/>
              <a:gd name="connsiteY271" fmla="*/ 3312410 h 6858000"/>
              <a:gd name="connsiteX272" fmla="*/ 805957 w 7467600"/>
              <a:gd name="connsiteY272" fmla="*/ 3330443 h 6858000"/>
              <a:gd name="connsiteX273" fmla="*/ 1318687 w 7467600"/>
              <a:gd name="connsiteY273" fmla="*/ 3113840 h 6858000"/>
              <a:gd name="connsiteX274" fmla="*/ 5453702 w 7467600"/>
              <a:gd name="connsiteY274" fmla="*/ 3090882 h 6858000"/>
              <a:gd name="connsiteX275" fmla="*/ 5480135 w 7467600"/>
              <a:gd name="connsiteY275" fmla="*/ 3565802 h 6858000"/>
              <a:gd name="connsiteX276" fmla="*/ 5499023 w 7467600"/>
              <a:gd name="connsiteY276" fmla="*/ 4166310 h 6858000"/>
              <a:gd name="connsiteX277" fmla="*/ 5547022 w 7467600"/>
              <a:gd name="connsiteY277" fmla="*/ 3607838 h 6858000"/>
              <a:gd name="connsiteX278" fmla="*/ 5515964 w 7467600"/>
              <a:gd name="connsiteY278" fmla="*/ 3378541 h 6858000"/>
              <a:gd name="connsiteX279" fmla="*/ 5453702 w 7467600"/>
              <a:gd name="connsiteY279" fmla="*/ 3090882 h 6858000"/>
              <a:gd name="connsiteX280" fmla="*/ 1238695 w 7467600"/>
              <a:gd name="connsiteY280" fmla="*/ 3076820 h 6858000"/>
              <a:gd name="connsiteX281" fmla="*/ 716371 w 7467600"/>
              <a:gd name="connsiteY281" fmla="*/ 3293249 h 6858000"/>
              <a:gd name="connsiteX282" fmla="*/ 579522 w 7467600"/>
              <a:gd name="connsiteY282" fmla="*/ 3371759 h 6858000"/>
              <a:gd name="connsiteX283" fmla="*/ 600288 w 7467600"/>
              <a:gd name="connsiteY283" fmla="*/ 3365555 h 6858000"/>
              <a:gd name="connsiteX284" fmla="*/ 840692 w 7467600"/>
              <a:gd name="connsiteY284" fmla="*/ 3284921 h 6858000"/>
              <a:gd name="connsiteX285" fmla="*/ 979248 w 7467600"/>
              <a:gd name="connsiteY285" fmla="*/ 3221003 h 6858000"/>
              <a:gd name="connsiteX286" fmla="*/ 1053282 w 7467600"/>
              <a:gd name="connsiteY286" fmla="*/ 3185247 h 6858000"/>
              <a:gd name="connsiteX287" fmla="*/ 1320603 w 7467600"/>
              <a:gd name="connsiteY287" fmla="*/ 3081281 h 6858000"/>
              <a:gd name="connsiteX288" fmla="*/ 1238695 w 7467600"/>
              <a:gd name="connsiteY288" fmla="*/ 3076820 h 6858000"/>
              <a:gd name="connsiteX289" fmla="*/ 5425627 w 7467600"/>
              <a:gd name="connsiteY289" fmla="*/ 2954192 h 6858000"/>
              <a:gd name="connsiteX290" fmla="*/ 5470770 w 7467600"/>
              <a:gd name="connsiteY290" fmla="*/ 3005435 h 6858000"/>
              <a:gd name="connsiteX291" fmla="*/ 5519779 w 7467600"/>
              <a:gd name="connsiteY291" fmla="*/ 4359223 h 6858000"/>
              <a:gd name="connsiteX292" fmla="*/ 5520293 w 7467600"/>
              <a:gd name="connsiteY292" fmla="*/ 4360602 h 6858000"/>
              <a:gd name="connsiteX293" fmla="*/ 5767221 w 7467600"/>
              <a:gd name="connsiteY293" fmla="*/ 4665564 h 6858000"/>
              <a:gd name="connsiteX294" fmla="*/ 6937169 w 7467600"/>
              <a:gd name="connsiteY294" fmla="*/ 4815941 h 6858000"/>
              <a:gd name="connsiteX295" fmla="*/ 6953922 w 7467600"/>
              <a:gd name="connsiteY295" fmla="*/ 4890068 h 6858000"/>
              <a:gd name="connsiteX296" fmla="*/ 6071359 w 7467600"/>
              <a:gd name="connsiteY296" fmla="*/ 4770770 h 6858000"/>
              <a:gd name="connsiteX297" fmla="*/ 6038839 w 7467600"/>
              <a:gd name="connsiteY297" fmla="*/ 4764474 h 6858000"/>
              <a:gd name="connsiteX298" fmla="*/ 6038706 w 7467600"/>
              <a:gd name="connsiteY298" fmla="*/ 4763847 h 6858000"/>
              <a:gd name="connsiteX299" fmla="*/ 6037784 w 7467600"/>
              <a:gd name="connsiteY299" fmla="*/ 4764270 h 6858000"/>
              <a:gd name="connsiteX300" fmla="*/ 6038839 w 7467600"/>
              <a:gd name="connsiteY300" fmla="*/ 4764474 h 6858000"/>
              <a:gd name="connsiteX301" fmla="*/ 6040338 w 7467600"/>
              <a:gd name="connsiteY301" fmla="*/ 4771418 h 6858000"/>
              <a:gd name="connsiteX302" fmla="*/ 6024488 w 7467600"/>
              <a:gd name="connsiteY302" fmla="*/ 4809903 h 6858000"/>
              <a:gd name="connsiteX303" fmla="*/ 5599771 w 7467600"/>
              <a:gd name="connsiteY303" fmla="*/ 5509652 h 6858000"/>
              <a:gd name="connsiteX304" fmla="*/ 5548843 w 7467600"/>
              <a:gd name="connsiteY304" fmla="*/ 5563845 h 6858000"/>
              <a:gd name="connsiteX305" fmla="*/ 5940952 w 7467600"/>
              <a:gd name="connsiteY305" fmla="*/ 6250028 h 6858000"/>
              <a:gd name="connsiteX306" fmla="*/ 6043441 w 7467600"/>
              <a:gd name="connsiteY306" fmla="*/ 6665847 h 6858000"/>
              <a:gd name="connsiteX307" fmla="*/ 6093432 w 7467600"/>
              <a:gd name="connsiteY307" fmla="*/ 6858000 h 6858000"/>
              <a:gd name="connsiteX308" fmla="*/ 6034344 w 7467600"/>
              <a:gd name="connsiteY308" fmla="*/ 6858000 h 6858000"/>
              <a:gd name="connsiteX309" fmla="*/ 6026679 w 7467600"/>
              <a:gd name="connsiteY309" fmla="*/ 6836959 h 6858000"/>
              <a:gd name="connsiteX310" fmla="*/ 5800441 w 7467600"/>
              <a:gd name="connsiteY310" fmla="*/ 6335286 h 6858000"/>
              <a:gd name="connsiteX311" fmla="*/ 5526562 w 7467600"/>
              <a:gd name="connsiteY311" fmla="*/ 5705388 h 6858000"/>
              <a:gd name="connsiteX312" fmla="*/ 5519640 w 7467600"/>
              <a:gd name="connsiteY312" fmla="*/ 5683774 h 6858000"/>
              <a:gd name="connsiteX313" fmla="*/ 5844559 w 7467600"/>
              <a:gd name="connsiteY313" fmla="*/ 6553349 h 6858000"/>
              <a:gd name="connsiteX314" fmla="*/ 5975994 w 7467600"/>
              <a:gd name="connsiteY314" fmla="*/ 6858000 h 6858000"/>
              <a:gd name="connsiteX315" fmla="*/ 5898547 w 7467600"/>
              <a:gd name="connsiteY315" fmla="*/ 6858000 h 6858000"/>
              <a:gd name="connsiteX316" fmla="*/ 5682041 w 7467600"/>
              <a:gd name="connsiteY316" fmla="*/ 6355860 h 6858000"/>
              <a:gd name="connsiteX317" fmla="*/ 5461758 w 7467600"/>
              <a:gd name="connsiteY317" fmla="*/ 5820220 h 6858000"/>
              <a:gd name="connsiteX318" fmla="*/ 5237282 w 7467600"/>
              <a:gd name="connsiteY318" fmla="*/ 6579086 h 6858000"/>
              <a:gd name="connsiteX319" fmla="*/ 5115009 w 7467600"/>
              <a:gd name="connsiteY319" fmla="*/ 6858000 h 6858000"/>
              <a:gd name="connsiteX320" fmla="*/ 5028074 w 7467600"/>
              <a:gd name="connsiteY320" fmla="*/ 6858000 h 6858000"/>
              <a:gd name="connsiteX321" fmla="*/ 5079508 w 7467600"/>
              <a:gd name="connsiteY321" fmla="*/ 6749074 h 6858000"/>
              <a:gd name="connsiteX322" fmla="*/ 5371846 w 7467600"/>
              <a:gd name="connsiteY322" fmla="*/ 5924413 h 6858000"/>
              <a:gd name="connsiteX323" fmla="*/ 5270512 w 7467600"/>
              <a:gd name="connsiteY323" fmla="*/ 6138975 h 6858000"/>
              <a:gd name="connsiteX324" fmla="*/ 5062409 w 7467600"/>
              <a:gd name="connsiteY324" fmla="*/ 6653544 h 6858000"/>
              <a:gd name="connsiteX325" fmla="*/ 5036628 w 7467600"/>
              <a:gd name="connsiteY325" fmla="*/ 6754247 h 6858000"/>
              <a:gd name="connsiteX326" fmla="*/ 5009112 w 7467600"/>
              <a:gd name="connsiteY326" fmla="*/ 6858000 h 6858000"/>
              <a:gd name="connsiteX327" fmla="*/ 4976679 w 7467600"/>
              <a:gd name="connsiteY327" fmla="*/ 6858000 h 6858000"/>
              <a:gd name="connsiteX328" fmla="*/ 5006537 w 7467600"/>
              <a:gd name="connsiteY328" fmla="*/ 6747068 h 6858000"/>
              <a:gd name="connsiteX329" fmla="*/ 5032723 w 7467600"/>
              <a:gd name="connsiteY329" fmla="*/ 6644957 h 6858000"/>
              <a:gd name="connsiteX330" fmla="*/ 5242949 w 7467600"/>
              <a:gd name="connsiteY330" fmla="*/ 6125175 h 6858000"/>
              <a:gd name="connsiteX331" fmla="*/ 5286321 w 7467600"/>
              <a:gd name="connsiteY331" fmla="*/ 6033555 h 6858000"/>
              <a:gd name="connsiteX332" fmla="*/ 5008210 w 7467600"/>
              <a:gd name="connsiteY332" fmla="*/ 6649194 h 6858000"/>
              <a:gd name="connsiteX333" fmla="*/ 4986321 w 7467600"/>
              <a:gd name="connsiteY333" fmla="*/ 6765687 h 6858000"/>
              <a:gd name="connsiteX334" fmla="*/ 4973474 w 7467600"/>
              <a:gd name="connsiteY334" fmla="*/ 6858000 h 6858000"/>
              <a:gd name="connsiteX335" fmla="*/ 4907178 w 7467600"/>
              <a:gd name="connsiteY335" fmla="*/ 6858000 h 6858000"/>
              <a:gd name="connsiteX336" fmla="*/ 4910810 w 7467600"/>
              <a:gd name="connsiteY336" fmla="*/ 6829660 h 6858000"/>
              <a:gd name="connsiteX337" fmla="*/ 4987461 w 7467600"/>
              <a:gd name="connsiteY337" fmla="*/ 6432994 h 6858000"/>
              <a:gd name="connsiteX338" fmla="*/ 5179262 w 7467600"/>
              <a:gd name="connsiteY338" fmla="*/ 6035044 h 6858000"/>
              <a:gd name="connsiteX339" fmla="*/ 4689678 w 7467600"/>
              <a:gd name="connsiteY339" fmla="*/ 6440241 h 6858000"/>
              <a:gd name="connsiteX340" fmla="*/ 4477543 w 7467600"/>
              <a:gd name="connsiteY340" fmla="*/ 6674836 h 6858000"/>
              <a:gd name="connsiteX341" fmla="*/ 4329957 w 7467600"/>
              <a:gd name="connsiteY341" fmla="*/ 6858000 h 6858000"/>
              <a:gd name="connsiteX342" fmla="*/ 4218595 w 7467600"/>
              <a:gd name="connsiteY342" fmla="*/ 6858000 h 6858000"/>
              <a:gd name="connsiteX343" fmla="*/ 4368888 w 7467600"/>
              <a:gd name="connsiteY343" fmla="*/ 6668412 h 6858000"/>
              <a:gd name="connsiteX344" fmla="*/ 4563091 w 7467600"/>
              <a:gd name="connsiteY344" fmla="*/ 6442508 h 6858000"/>
              <a:gd name="connsiteX345" fmla="*/ 5387324 w 7467600"/>
              <a:gd name="connsiteY345" fmla="*/ 5705830 h 6858000"/>
              <a:gd name="connsiteX346" fmla="*/ 5073620 w 7467600"/>
              <a:gd name="connsiteY346" fmla="*/ 5955437 h 6858000"/>
              <a:gd name="connsiteX347" fmla="*/ 4689789 w 7467600"/>
              <a:gd name="connsiteY347" fmla="*/ 6268382 h 6858000"/>
              <a:gd name="connsiteX348" fmla="*/ 4418722 w 7467600"/>
              <a:gd name="connsiteY348" fmla="*/ 6570886 h 6858000"/>
              <a:gd name="connsiteX349" fmla="*/ 4214944 w 7467600"/>
              <a:gd name="connsiteY349" fmla="*/ 6858000 h 6858000"/>
              <a:gd name="connsiteX350" fmla="*/ 4177898 w 7467600"/>
              <a:gd name="connsiteY350" fmla="*/ 6858000 h 6858000"/>
              <a:gd name="connsiteX351" fmla="*/ 4391597 w 7467600"/>
              <a:gd name="connsiteY351" fmla="*/ 6556370 h 6858000"/>
              <a:gd name="connsiteX352" fmla="*/ 4668889 w 7467600"/>
              <a:gd name="connsiteY352" fmla="*/ 6246399 h 6858000"/>
              <a:gd name="connsiteX353" fmla="*/ 5055427 w 7467600"/>
              <a:gd name="connsiteY353" fmla="*/ 5931476 h 6858000"/>
              <a:gd name="connsiteX354" fmla="*/ 5371814 w 7467600"/>
              <a:gd name="connsiteY354" fmla="*/ 5678975 h 6858000"/>
              <a:gd name="connsiteX355" fmla="*/ 4987918 w 7467600"/>
              <a:gd name="connsiteY355" fmla="*/ 5838701 h 6858000"/>
              <a:gd name="connsiteX356" fmla="*/ 4317146 w 7467600"/>
              <a:gd name="connsiteY356" fmla="*/ 6587716 h 6858000"/>
              <a:gd name="connsiteX357" fmla="*/ 4171627 w 7467600"/>
              <a:gd name="connsiteY357" fmla="*/ 6858000 h 6858000"/>
              <a:gd name="connsiteX358" fmla="*/ 4081585 w 7467600"/>
              <a:gd name="connsiteY358" fmla="*/ 6858000 h 6858000"/>
              <a:gd name="connsiteX359" fmla="*/ 4238603 w 7467600"/>
              <a:gd name="connsiteY359" fmla="*/ 6559341 h 6858000"/>
              <a:gd name="connsiteX360" fmla="*/ 4778333 w 7467600"/>
              <a:gd name="connsiteY360" fmla="*/ 5873626 h 6858000"/>
              <a:gd name="connsiteX361" fmla="*/ 5414185 w 7467600"/>
              <a:gd name="connsiteY361" fmla="*/ 5573882 h 6858000"/>
              <a:gd name="connsiteX362" fmla="*/ 5959648 w 7467600"/>
              <a:gd name="connsiteY362" fmla="*/ 4760797 h 6858000"/>
              <a:gd name="connsiteX363" fmla="*/ 5355019 w 7467600"/>
              <a:gd name="connsiteY363" fmla="*/ 4734672 h 6858000"/>
              <a:gd name="connsiteX364" fmla="*/ 5083565 w 7467600"/>
              <a:gd name="connsiteY364" fmla="*/ 5179121 h 6858000"/>
              <a:gd name="connsiteX365" fmla="*/ 4713577 w 7467600"/>
              <a:gd name="connsiteY365" fmla="*/ 5616803 h 6858000"/>
              <a:gd name="connsiteX366" fmla="*/ 3989559 w 7467600"/>
              <a:gd name="connsiteY366" fmla="*/ 6145945 h 6858000"/>
              <a:gd name="connsiteX367" fmla="*/ 3939824 w 7467600"/>
              <a:gd name="connsiteY367" fmla="*/ 6066900 h 6858000"/>
              <a:gd name="connsiteX368" fmla="*/ 4584537 w 7467600"/>
              <a:gd name="connsiteY368" fmla="*/ 5324826 h 6858000"/>
              <a:gd name="connsiteX369" fmla="*/ 5037105 w 7467600"/>
              <a:gd name="connsiteY369" fmla="*/ 5088765 h 6858000"/>
              <a:gd name="connsiteX370" fmla="*/ 5039930 w 7467600"/>
              <a:gd name="connsiteY370" fmla="*/ 5089585 h 6858000"/>
              <a:gd name="connsiteX371" fmla="*/ 5263764 w 7467600"/>
              <a:gd name="connsiteY371" fmla="*/ 4735525 h 6858000"/>
              <a:gd name="connsiteX372" fmla="*/ 4086300 w 7467600"/>
              <a:gd name="connsiteY372" fmla="*/ 4884599 h 6858000"/>
              <a:gd name="connsiteX373" fmla="*/ 4085485 w 7467600"/>
              <a:gd name="connsiteY373" fmla="*/ 4899070 h 6858000"/>
              <a:gd name="connsiteX374" fmla="*/ 3871915 w 7467600"/>
              <a:gd name="connsiteY374" fmla="*/ 5253645 h 6858000"/>
              <a:gd name="connsiteX375" fmla="*/ 3799374 w 7467600"/>
              <a:gd name="connsiteY375" fmla="*/ 5466127 h 6858000"/>
              <a:gd name="connsiteX376" fmla="*/ 3498850 w 7467600"/>
              <a:gd name="connsiteY376" fmla="*/ 6661888 h 6858000"/>
              <a:gd name="connsiteX377" fmla="*/ 3399216 w 7467600"/>
              <a:gd name="connsiteY377" fmla="*/ 6858000 h 6858000"/>
              <a:gd name="connsiteX378" fmla="*/ 3303688 w 7467600"/>
              <a:gd name="connsiteY378" fmla="*/ 6858000 h 6858000"/>
              <a:gd name="connsiteX379" fmla="*/ 3391774 w 7467600"/>
              <a:gd name="connsiteY379" fmla="*/ 6697181 h 6858000"/>
              <a:gd name="connsiteX380" fmla="*/ 3735540 w 7467600"/>
              <a:gd name="connsiteY380" fmla="*/ 5546923 h 6858000"/>
              <a:gd name="connsiteX381" fmla="*/ 3729438 w 7467600"/>
              <a:gd name="connsiteY381" fmla="*/ 5569058 h 6858000"/>
              <a:gd name="connsiteX382" fmla="*/ 3707782 w 7467600"/>
              <a:gd name="connsiteY382" fmla="*/ 5644908 h 6858000"/>
              <a:gd name="connsiteX383" fmla="*/ 3583827 w 7467600"/>
              <a:gd name="connsiteY383" fmla="*/ 6039215 h 6858000"/>
              <a:gd name="connsiteX384" fmla="*/ 3547861 w 7467600"/>
              <a:gd name="connsiteY384" fmla="*/ 6129609 h 6858000"/>
              <a:gd name="connsiteX385" fmla="*/ 3490905 w 7467600"/>
              <a:gd name="connsiteY385" fmla="*/ 6277660 h 6858000"/>
              <a:gd name="connsiteX386" fmla="*/ 3455859 w 7467600"/>
              <a:gd name="connsiteY386" fmla="*/ 6391301 h 6858000"/>
              <a:gd name="connsiteX387" fmla="*/ 3429112 w 7467600"/>
              <a:gd name="connsiteY387" fmla="*/ 6479469 h 6858000"/>
              <a:gd name="connsiteX388" fmla="*/ 3304862 w 7467600"/>
              <a:gd name="connsiteY388" fmla="*/ 6796476 h 6858000"/>
              <a:gd name="connsiteX389" fmla="*/ 3276071 w 7467600"/>
              <a:gd name="connsiteY389" fmla="*/ 6858000 h 6858000"/>
              <a:gd name="connsiteX390" fmla="*/ 3240805 w 7467600"/>
              <a:gd name="connsiteY390" fmla="*/ 6858000 h 6858000"/>
              <a:gd name="connsiteX391" fmla="*/ 3275917 w 7467600"/>
              <a:gd name="connsiteY391" fmla="*/ 6783192 h 6858000"/>
              <a:gd name="connsiteX392" fmla="*/ 3399358 w 7467600"/>
              <a:gd name="connsiteY392" fmla="*/ 6469011 h 6858000"/>
              <a:gd name="connsiteX393" fmla="*/ 3425650 w 7467600"/>
              <a:gd name="connsiteY393" fmla="*/ 6381333 h 6858000"/>
              <a:gd name="connsiteX394" fmla="*/ 3460661 w 7467600"/>
              <a:gd name="connsiteY394" fmla="*/ 6266763 h 6858000"/>
              <a:gd name="connsiteX395" fmla="*/ 3518021 w 7467600"/>
              <a:gd name="connsiteY395" fmla="*/ 6117298 h 6858000"/>
              <a:gd name="connsiteX396" fmla="*/ 3554035 w 7467600"/>
              <a:gd name="connsiteY396" fmla="*/ 6027832 h 6858000"/>
              <a:gd name="connsiteX397" fmla="*/ 3677174 w 7467600"/>
              <a:gd name="connsiteY397" fmla="*/ 5636351 h 6858000"/>
              <a:gd name="connsiteX398" fmla="*/ 3698819 w 7467600"/>
              <a:gd name="connsiteY398" fmla="*/ 5560503 h 6858000"/>
              <a:gd name="connsiteX399" fmla="*/ 3702094 w 7467600"/>
              <a:gd name="connsiteY399" fmla="*/ 5549194 h 6858000"/>
              <a:gd name="connsiteX400" fmla="*/ 3398355 w 7467600"/>
              <a:gd name="connsiteY400" fmla="*/ 6094603 h 6858000"/>
              <a:gd name="connsiteX401" fmla="*/ 3193941 w 7467600"/>
              <a:gd name="connsiteY401" fmla="*/ 6798775 h 6858000"/>
              <a:gd name="connsiteX402" fmla="*/ 3184140 w 7467600"/>
              <a:gd name="connsiteY402" fmla="*/ 6858000 h 6858000"/>
              <a:gd name="connsiteX403" fmla="*/ 3099978 w 7467600"/>
              <a:gd name="connsiteY403" fmla="*/ 6858000 h 6858000"/>
              <a:gd name="connsiteX404" fmla="*/ 3101556 w 7467600"/>
              <a:gd name="connsiteY404" fmla="*/ 6843337 h 6858000"/>
              <a:gd name="connsiteX405" fmla="*/ 3370162 w 7467600"/>
              <a:gd name="connsiteY405" fmla="*/ 5785550 h 6858000"/>
              <a:gd name="connsiteX406" fmla="*/ 3746477 w 7467600"/>
              <a:gd name="connsiteY406" fmla="*/ 5377889 h 6858000"/>
              <a:gd name="connsiteX407" fmla="*/ 3863399 w 7467600"/>
              <a:gd name="connsiteY407" fmla="*/ 5087257 h 6858000"/>
              <a:gd name="connsiteX408" fmla="*/ 3968712 w 7467600"/>
              <a:gd name="connsiteY408" fmla="*/ 4913989 h 6858000"/>
              <a:gd name="connsiteX409" fmla="*/ 2792390 w 7467600"/>
              <a:gd name="connsiteY409" fmla="*/ 5382974 h 6858000"/>
              <a:gd name="connsiteX410" fmla="*/ 2714982 w 7467600"/>
              <a:gd name="connsiteY410" fmla="*/ 5427051 h 6858000"/>
              <a:gd name="connsiteX411" fmla="*/ 2813361 w 7467600"/>
              <a:gd name="connsiteY411" fmla="*/ 6023912 h 6858000"/>
              <a:gd name="connsiteX412" fmla="*/ 2688430 w 7467600"/>
              <a:gd name="connsiteY412" fmla="*/ 6801564 h 6858000"/>
              <a:gd name="connsiteX413" fmla="*/ 2629626 w 7467600"/>
              <a:gd name="connsiteY413" fmla="*/ 6763394 h 6858000"/>
              <a:gd name="connsiteX414" fmla="*/ 2565328 w 7467600"/>
              <a:gd name="connsiteY414" fmla="*/ 5516399 h 6858000"/>
              <a:gd name="connsiteX415" fmla="*/ 1922999 w 7467600"/>
              <a:gd name="connsiteY415" fmla="*/ 5980343 h 6858000"/>
              <a:gd name="connsiteX416" fmla="*/ 1950261 w 7467600"/>
              <a:gd name="connsiteY416" fmla="*/ 6405858 h 6858000"/>
              <a:gd name="connsiteX417" fmla="*/ 2365554 w 7467600"/>
              <a:gd name="connsiteY417" fmla="*/ 6759107 h 6858000"/>
              <a:gd name="connsiteX418" fmla="*/ 2424142 w 7467600"/>
              <a:gd name="connsiteY418" fmla="*/ 6858000 h 6858000"/>
              <a:gd name="connsiteX419" fmla="*/ 2395994 w 7467600"/>
              <a:gd name="connsiteY419" fmla="*/ 6858000 h 6858000"/>
              <a:gd name="connsiteX420" fmla="*/ 2392863 w 7467600"/>
              <a:gd name="connsiteY420" fmla="*/ 6852964 h 6858000"/>
              <a:gd name="connsiteX421" fmla="*/ 2017589 w 7467600"/>
              <a:gd name="connsiteY421" fmla="*/ 6493982 h 6858000"/>
              <a:gd name="connsiteX422" fmla="*/ 2147336 w 7467600"/>
              <a:gd name="connsiteY422" fmla="*/ 6594052 h 6858000"/>
              <a:gd name="connsiteX423" fmla="*/ 2207047 w 7467600"/>
              <a:gd name="connsiteY423" fmla="*/ 6654540 h 6858000"/>
              <a:gd name="connsiteX424" fmla="*/ 2299106 w 7467600"/>
              <a:gd name="connsiteY424" fmla="*/ 6778931 h 6858000"/>
              <a:gd name="connsiteX425" fmla="*/ 2314430 w 7467600"/>
              <a:gd name="connsiteY425" fmla="*/ 6801144 h 6858000"/>
              <a:gd name="connsiteX426" fmla="*/ 2352406 w 7467600"/>
              <a:gd name="connsiteY426" fmla="*/ 6858000 h 6858000"/>
              <a:gd name="connsiteX427" fmla="*/ 2314492 w 7467600"/>
              <a:gd name="connsiteY427" fmla="*/ 6858000 h 6858000"/>
              <a:gd name="connsiteX428" fmla="*/ 2288095 w 7467600"/>
              <a:gd name="connsiteY428" fmla="*/ 6818030 h 6858000"/>
              <a:gd name="connsiteX429" fmla="*/ 2272768 w 7467600"/>
              <a:gd name="connsiteY429" fmla="*/ 6795822 h 6858000"/>
              <a:gd name="connsiteX430" fmla="*/ 2182715 w 7467600"/>
              <a:gd name="connsiteY430" fmla="*/ 6675071 h 6858000"/>
              <a:gd name="connsiteX431" fmla="*/ 2032061 w 7467600"/>
              <a:gd name="connsiteY431" fmla="*/ 6541380 h 6858000"/>
              <a:gd name="connsiteX432" fmla="*/ 2257220 w 7467600"/>
              <a:gd name="connsiteY432" fmla="*/ 6826257 h 6858000"/>
              <a:gd name="connsiteX433" fmla="*/ 2281324 w 7467600"/>
              <a:gd name="connsiteY433" fmla="*/ 6858000 h 6858000"/>
              <a:gd name="connsiteX434" fmla="*/ 2242860 w 7467600"/>
              <a:gd name="connsiteY434" fmla="*/ 6858000 h 6858000"/>
              <a:gd name="connsiteX435" fmla="*/ 2232818 w 7467600"/>
              <a:gd name="connsiteY435" fmla="*/ 6844926 h 6858000"/>
              <a:gd name="connsiteX436" fmla="*/ 1990172 w 7467600"/>
              <a:gd name="connsiteY436" fmla="*/ 6542121 h 6858000"/>
              <a:gd name="connsiteX437" fmla="*/ 2124090 w 7467600"/>
              <a:gd name="connsiteY437" fmla="*/ 6761017 h 6858000"/>
              <a:gd name="connsiteX438" fmla="*/ 2200380 w 7467600"/>
              <a:gd name="connsiteY438" fmla="*/ 6858000 h 6858000"/>
              <a:gd name="connsiteX439" fmla="*/ 2147507 w 7467600"/>
              <a:gd name="connsiteY439" fmla="*/ 6858000 h 6858000"/>
              <a:gd name="connsiteX440" fmla="*/ 2070668 w 7467600"/>
              <a:gd name="connsiteY440" fmla="*/ 6761520 h 6858000"/>
              <a:gd name="connsiteX441" fmla="*/ 1975142 w 7467600"/>
              <a:gd name="connsiteY441" fmla="*/ 6585570 h 6858000"/>
              <a:gd name="connsiteX442" fmla="*/ 2050035 w 7467600"/>
              <a:gd name="connsiteY442" fmla="*/ 6813345 h 6858000"/>
              <a:gd name="connsiteX443" fmla="*/ 2063025 w 7467600"/>
              <a:gd name="connsiteY443" fmla="*/ 6858000 h 6858000"/>
              <a:gd name="connsiteX444" fmla="*/ 2021675 w 7467600"/>
              <a:gd name="connsiteY444" fmla="*/ 6858000 h 6858000"/>
              <a:gd name="connsiteX445" fmla="*/ 2019308 w 7467600"/>
              <a:gd name="connsiteY445" fmla="*/ 6847118 h 6858000"/>
              <a:gd name="connsiteX446" fmla="*/ 1938835 w 7467600"/>
              <a:gd name="connsiteY446" fmla="*/ 6551160 h 6858000"/>
              <a:gd name="connsiteX447" fmla="*/ 1953230 w 7467600"/>
              <a:gd name="connsiteY447" fmla="*/ 6759699 h 6858000"/>
              <a:gd name="connsiteX448" fmla="*/ 1956763 w 7467600"/>
              <a:gd name="connsiteY448" fmla="*/ 6778191 h 6858000"/>
              <a:gd name="connsiteX449" fmla="*/ 1967925 w 7467600"/>
              <a:gd name="connsiteY449" fmla="*/ 6858000 h 6858000"/>
              <a:gd name="connsiteX450" fmla="*/ 1936622 w 7467600"/>
              <a:gd name="connsiteY450" fmla="*/ 6858000 h 6858000"/>
              <a:gd name="connsiteX451" fmla="*/ 1926261 w 7467600"/>
              <a:gd name="connsiteY451" fmla="*/ 6784064 h 6858000"/>
              <a:gd name="connsiteX452" fmla="*/ 1922724 w 7467600"/>
              <a:gd name="connsiteY452" fmla="*/ 6765577 h 6858000"/>
              <a:gd name="connsiteX453" fmla="*/ 1904650 w 7467600"/>
              <a:gd name="connsiteY453" fmla="*/ 6639616 h 6858000"/>
              <a:gd name="connsiteX454" fmla="*/ 1885273 w 7467600"/>
              <a:gd name="connsiteY454" fmla="*/ 6858000 h 6858000"/>
              <a:gd name="connsiteX455" fmla="*/ 1854363 w 7467600"/>
              <a:gd name="connsiteY455" fmla="*/ 6858000 h 6858000"/>
              <a:gd name="connsiteX456" fmla="*/ 1880391 w 7467600"/>
              <a:gd name="connsiteY456" fmla="*/ 6603796 h 6858000"/>
              <a:gd name="connsiteX457" fmla="*/ 1818273 w 7467600"/>
              <a:gd name="connsiteY457" fmla="*/ 6715729 h 6858000"/>
              <a:gd name="connsiteX458" fmla="*/ 1794691 w 7467600"/>
              <a:gd name="connsiteY458" fmla="*/ 6843239 h 6858000"/>
              <a:gd name="connsiteX459" fmla="*/ 1794914 w 7467600"/>
              <a:gd name="connsiteY459" fmla="*/ 6858000 h 6858000"/>
              <a:gd name="connsiteX460" fmla="*/ 1746128 w 7467600"/>
              <a:gd name="connsiteY460" fmla="*/ 6858000 h 6858000"/>
              <a:gd name="connsiteX461" fmla="*/ 1753934 w 7467600"/>
              <a:gd name="connsiteY461" fmla="*/ 6724796 h 6858000"/>
              <a:gd name="connsiteX462" fmla="*/ 1792053 w 7467600"/>
              <a:gd name="connsiteY462" fmla="*/ 6572396 h 6858000"/>
              <a:gd name="connsiteX463" fmla="*/ 1862248 w 7467600"/>
              <a:gd name="connsiteY463" fmla="*/ 6266397 h 6858000"/>
              <a:gd name="connsiteX464" fmla="*/ 1862250 w 7467600"/>
              <a:gd name="connsiteY464" fmla="*/ 6033531 h 6858000"/>
              <a:gd name="connsiteX465" fmla="*/ 1211999 w 7467600"/>
              <a:gd name="connsiteY465" fmla="*/ 6683610 h 6858000"/>
              <a:gd name="connsiteX466" fmla="*/ 1213266 w 7467600"/>
              <a:gd name="connsiteY466" fmla="*/ 6691947 h 6858000"/>
              <a:gd name="connsiteX467" fmla="*/ 1203370 w 7467600"/>
              <a:gd name="connsiteY467" fmla="*/ 6850676 h 6858000"/>
              <a:gd name="connsiteX468" fmla="*/ 1203671 w 7467600"/>
              <a:gd name="connsiteY468" fmla="*/ 6858000 h 6858000"/>
              <a:gd name="connsiteX469" fmla="*/ 1143180 w 7467600"/>
              <a:gd name="connsiteY469" fmla="*/ 6858000 h 6858000"/>
              <a:gd name="connsiteX470" fmla="*/ 1142176 w 7467600"/>
              <a:gd name="connsiteY470" fmla="*/ 6766045 h 6858000"/>
              <a:gd name="connsiteX471" fmla="*/ 1067484 w 7467600"/>
              <a:gd name="connsiteY471" fmla="*/ 6858000 h 6858000"/>
              <a:gd name="connsiteX472" fmla="*/ 953928 w 7467600"/>
              <a:gd name="connsiteY472" fmla="*/ 6858000 h 6858000"/>
              <a:gd name="connsiteX473" fmla="*/ 959715 w 7467600"/>
              <a:gd name="connsiteY473" fmla="*/ 6850185 h 6858000"/>
              <a:gd name="connsiteX474" fmla="*/ 1483788 w 7467600"/>
              <a:gd name="connsiteY474" fmla="*/ 6259174 h 6858000"/>
              <a:gd name="connsiteX475" fmla="*/ 1100671 w 7467600"/>
              <a:gd name="connsiteY475" fmla="*/ 6252137 h 6858000"/>
              <a:gd name="connsiteX476" fmla="*/ 1090144 w 7467600"/>
              <a:gd name="connsiteY476" fmla="*/ 6256748 h 6858000"/>
              <a:gd name="connsiteX477" fmla="*/ 1095872 w 7467600"/>
              <a:gd name="connsiteY477" fmla="*/ 6271892 h 6858000"/>
              <a:gd name="connsiteX478" fmla="*/ 262785 w 7467600"/>
              <a:gd name="connsiteY478" fmla="*/ 6845450 h 6858000"/>
              <a:gd name="connsiteX479" fmla="*/ 209968 w 7467600"/>
              <a:gd name="connsiteY479" fmla="*/ 6770713 h 6858000"/>
              <a:gd name="connsiteX480" fmla="*/ 873460 w 7467600"/>
              <a:gd name="connsiteY480" fmla="*/ 6253768 h 6858000"/>
              <a:gd name="connsiteX481" fmla="*/ 192686 w 7467600"/>
              <a:gd name="connsiteY481" fmla="*/ 5849257 h 6858000"/>
              <a:gd name="connsiteX482" fmla="*/ 4696 w 7467600"/>
              <a:gd name="connsiteY482" fmla="*/ 5697668 h 6858000"/>
              <a:gd name="connsiteX483" fmla="*/ 0 w 7467600"/>
              <a:gd name="connsiteY483" fmla="*/ 5689984 h 6858000"/>
              <a:gd name="connsiteX484" fmla="*/ 0 w 7467600"/>
              <a:gd name="connsiteY484" fmla="*/ 5513472 h 6858000"/>
              <a:gd name="connsiteX485" fmla="*/ 174101 w 7467600"/>
              <a:gd name="connsiteY485" fmla="*/ 5620277 h 6858000"/>
              <a:gd name="connsiteX486" fmla="*/ 891800 w 7467600"/>
              <a:gd name="connsiteY486" fmla="*/ 6036935 h 6858000"/>
              <a:gd name="connsiteX487" fmla="*/ 1072219 w 7467600"/>
              <a:gd name="connsiteY487" fmla="*/ 6169443 h 6858000"/>
              <a:gd name="connsiteX488" fmla="*/ 1074117 w 7467600"/>
              <a:gd name="connsiteY488" fmla="*/ 6170301 h 6858000"/>
              <a:gd name="connsiteX489" fmla="*/ 1083114 w 7467600"/>
              <a:gd name="connsiteY489" fmla="*/ 6174131 h 6858000"/>
              <a:gd name="connsiteX490" fmla="*/ 1543010 w 7467600"/>
              <a:gd name="connsiteY490" fmla="*/ 6191140 h 6858000"/>
              <a:gd name="connsiteX491" fmla="*/ 1551080 w 7467600"/>
              <a:gd name="connsiteY491" fmla="*/ 6195006 h 6858000"/>
              <a:gd name="connsiteX492" fmla="*/ 2345443 w 7467600"/>
              <a:gd name="connsiteY492" fmla="*/ 5549882 h 6858000"/>
              <a:gd name="connsiteX493" fmla="*/ 1721499 w 7467600"/>
              <a:gd name="connsiteY493" fmla="*/ 5599969 h 6858000"/>
              <a:gd name="connsiteX494" fmla="*/ 767716 w 7467600"/>
              <a:gd name="connsiteY494" fmla="*/ 5472768 h 6858000"/>
              <a:gd name="connsiteX495" fmla="*/ 722147 w 7467600"/>
              <a:gd name="connsiteY495" fmla="*/ 5393091 h 6858000"/>
              <a:gd name="connsiteX496" fmla="*/ 1485552 w 7467600"/>
              <a:gd name="connsiteY496" fmla="*/ 5313202 h 6858000"/>
              <a:gd name="connsiteX497" fmla="*/ 2143004 w 7467600"/>
              <a:gd name="connsiteY497" fmla="*/ 5402420 h 6858000"/>
              <a:gd name="connsiteX498" fmla="*/ 1933391 w 7467600"/>
              <a:gd name="connsiteY498" fmla="*/ 5156971 h 6858000"/>
              <a:gd name="connsiteX499" fmla="*/ 1827118 w 7467600"/>
              <a:gd name="connsiteY499" fmla="*/ 4968410 h 6858000"/>
              <a:gd name="connsiteX500" fmla="*/ 1837349 w 7467600"/>
              <a:gd name="connsiteY500" fmla="*/ 4956357 h 6858000"/>
              <a:gd name="connsiteX501" fmla="*/ 2162835 w 7467600"/>
              <a:gd name="connsiteY501" fmla="*/ 5187853 h 6858000"/>
              <a:gd name="connsiteX502" fmla="*/ 2257167 w 7467600"/>
              <a:gd name="connsiteY502" fmla="*/ 5462123 h 6858000"/>
              <a:gd name="connsiteX503" fmla="*/ 2261598 w 7467600"/>
              <a:gd name="connsiteY503" fmla="*/ 5467998 h 6858000"/>
              <a:gd name="connsiteX504" fmla="*/ 2437177 w 7467600"/>
              <a:gd name="connsiteY504" fmla="*/ 5479608 h 6858000"/>
              <a:gd name="connsiteX505" fmla="*/ 2445247 w 7467600"/>
              <a:gd name="connsiteY505" fmla="*/ 5483476 h 6858000"/>
              <a:gd name="connsiteX506" fmla="*/ 2743626 w 7467600"/>
              <a:gd name="connsiteY506" fmla="*/ 5304819 h 6858000"/>
              <a:gd name="connsiteX507" fmla="*/ 3048102 w 7467600"/>
              <a:gd name="connsiteY507" fmla="*/ 5150595 h 6858000"/>
              <a:gd name="connsiteX508" fmla="*/ 1799414 w 7467600"/>
              <a:gd name="connsiteY508" fmla="*/ 4694732 h 6858000"/>
              <a:gd name="connsiteX509" fmla="*/ 1771735 w 7467600"/>
              <a:gd name="connsiteY509" fmla="*/ 4619929 h 6858000"/>
              <a:gd name="connsiteX510" fmla="*/ 3104273 w 7467600"/>
              <a:gd name="connsiteY510" fmla="*/ 5076159 h 6858000"/>
              <a:gd name="connsiteX511" fmla="*/ 3113245 w 7467600"/>
              <a:gd name="connsiteY511" fmla="*/ 5090705 h 6858000"/>
              <a:gd name="connsiteX512" fmla="*/ 3126294 w 7467600"/>
              <a:gd name="connsiteY512" fmla="*/ 5114400 h 6858000"/>
              <a:gd name="connsiteX513" fmla="*/ 3937433 w 7467600"/>
              <a:gd name="connsiteY513" fmla="*/ 4830473 h 6858000"/>
              <a:gd name="connsiteX514" fmla="*/ 3590475 w 7467600"/>
              <a:gd name="connsiteY514" fmla="*/ 4597974 h 6858000"/>
              <a:gd name="connsiteX515" fmla="*/ 3100264 w 7467600"/>
              <a:gd name="connsiteY515" fmla="*/ 4579845 h 6858000"/>
              <a:gd name="connsiteX516" fmla="*/ 2183576 w 7467600"/>
              <a:gd name="connsiteY516" fmla="*/ 4227150 h 6858000"/>
              <a:gd name="connsiteX517" fmla="*/ 2151029 w 7467600"/>
              <a:gd name="connsiteY517" fmla="*/ 4146947 h 6858000"/>
              <a:gd name="connsiteX518" fmla="*/ 3563434 w 7467600"/>
              <a:gd name="connsiteY518" fmla="*/ 4469115 h 6858000"/>
              <a:gd name="connsiteX519" fmla="*/ 3177952 w 7467600"/>
              <a:gd name="connsiteY519" fmla="*/ 3657386 h 6858000"/>
              <a:gd name="connsiteX520" fmla="*/ 3189263 w 7467600"/>
              <a:gd name="connsiteY520" fmla="*/ 3625726 h 6858000"/>
              <a:gd name="connsiteX521" fmla="*/ 3560912 w 7467600"/>
              <a:gd name="connsiteY521" fmla="*/ 4079863 h 6858000"/>
              <a:gd name="connsiteX522" fmla="*/ 3626636 w 7467600"/>
              <a:gd name="connsiteY522" fmla="*/ 4512230 h 6858000"/>
              <a:gd name="connsiteX523" fmla="*/ 3653088 w 7467600"/>
              <a:gd name="connsiteY523" fmla="*/ 4521417 h 6858000"/>
              <a:gd name="connsiteX524" fmla="*/ 3988128 w 7467600"/>
              <a:gd name="connsiteY524" fmla="*/ 4817267 h 6858000"/>
              <a:gd name="connsiteX525" fmla="*/ 4830582 w 7467600"/>
              <a:gd name="connsiteY525" fmla="*/ 4676000 h 6858000"/>
              <a:gd name="connsiteX526" fmla="*/ 4830100 w 7467600"/>
              <a:gd name="connsiteY526" fmla="*/ 4675554 h 6858000"/>
              <a:gd name="connsiteX527" fmla="*/ 4036318 w 7467600"/>
              <a:gd name="connsiteY527" fmla="*/ 4147013 h 6858000"/>
              <a:gd name="connsiteX528" fmla="*/ 3432098 w 7467600"/>
              <a:gd name="connsiteY528" fmla="*/ 3537312 h 6858000"/>
              <a:gd name="connsiteX529" fmla="*/ 3446761 w 7467600"/>
              <a:gd name="connsiteY529" fmla="*/ 3461278 h 6858000"/>
              <a:gd name="connsiteX530" fmla="*/ 4419733 w 7467600"/>
              <a:gd name="connsiteY530" fmla="*/ 3963555 h 6858000"/>
              <a:gd name="connsiteX531" fmla="*/ 4781371 w 7467600"/>
              <a:gd name="connsiteY531" fmla="*/ 4458604 h 6858000"/>
              <a:gd name="connsiteX532" fmla="*/ 4780440 w 7467600"/>
              <a:gd name="connsiteY532" fmla="*/ 4470290 h 6858000"/>
              <a:gd name="connsiteX533" fmla="*/ 4898954 w 7467600"/>
              <a:gd name="connsiteY533" fmla="*/ 4662092 h 6858000"/>
              <a:gd name="connsiteX534" fmla="*/ 4900699 w 7467600"/>
              <a:gd name="connsiteY534" fmla="*/ 4670867 h 6858000"/>
              <a:gd name="connsiteX535" fmla="*/ 5714511 w 7467600"/>
              <a:gd name="connsiteY535" fmla="*/ 4663483 h 6858000"/>
              <a:gd name="connsiteX536" fmla="*/ 5464793 w 7467600"/>
              <a:gd name="connsiteY536" fmla="*/ 4393556 h 6858000"/>
              <a:gd name="connsiteX537" fmla="*/ 5461897 w 7467600"/>
              <a:gd name="connsiteY537" fmla="*/ 4390879 h 6858000"/>
              <a:gd name="connsiteX538" fmla="*/ 4294126 w 7467600"/>
              <a:gd name="connsiteY538" fmla="*/ 3303048 h 6858000"/>
              <a:gd name="connsiteX539" fmla="*/ 4305321 w 7467600"/>
              <a:gd name="connsiteY539" fmla="*/ 3256953 h 6858000"/>
              <a:gd name="connsiteX540" fmla="*/ 4949299 w 7467600"/>
              <a:gd name="connsiteY540" fmla="*/ 3766336 h 6858000"/>
              <a:gd name="connsiteX541" fmla="*/ 5291452 w 7467600"/>
              <a:gd name="connsiteY541" fmla="*/ 4076801 h 6858000"/>
              <a:gd name="connsiteX542" fmla="*/ 5434998 w 7467600"/>
              <a:gd name="connsiteY542" fmla="*/ 4254100 h 6858000"/>
              <a:gd name="connsiteX543" fmla="*/ 5351015 w 7467600"/>
              <a:gd name="connsiteY543" fmla="*/ 3760989 h 6858000"/>
              <a:gd name="connsiteX544" fmla="*/ 5413780 w 7467600"/>
              <a:gd name="connsiteY544" fmla="*/ 2966265 h 6858000"/>
              <a:gd name="connsiteX545" fmla="*/ 5425627 w 7467600"/>
              <a:gd name="connsiteY545" fmla="*/ 2954192 h 6858000"/>
              <a:gd name="connsiteX546" fmla="*/ 6604735 w 7467600"/>
              <a:gd name="connsiteY546" fmla="*/ 2041381 h 6858000"/>
              <a:gd name="connsiteX547" fmla="*/ 7204487 w 7467600"/>
              <a:gd name="connsiteY547" fmla="*/ 2742112 h 6858000"/>
              <a:gd name="connsiteX548" fmla="*/ 7131592 w 7467600"/>
              <a:gd name="connsiteY548" fmla="*/ 2672096 h 6858000"/>
              <a:gd name="connsiteX549" fmla="*/ 6996344 w 7467600"/>
              <a:gd name="connsiteY549" fmla="*/ 2518310 h 6858000"/>
              <a:gd name="connsiteX550" fmla="*/ 6735495 w 7467600"/>
              <a:gd name="connsiteY550" fmla="*/ 2196890 h 6858000"/>
              <a:gd name="connsiteX551" fmla="*/ 6721901 w 7467600"/>
              <a:gd name="connsiteY551" fmla="*/ 2179274 h 6858000"/>
              <a:gd name="connsiteX552" fmla="*/ 6604735 w 7467600"/>
              <a:gd name="connsiteY552" fmla="*/ 2041381 h 6858000"/>
              <a:gd name="connsiteX553" fmla="*/ 6591670 w 7467600"/>
              <a:gd name="connsiteY553" fmla="*/ 1988277 h 6858000"/>
              <a:gd name="connsiteX554" fmla="*/ 6747349 w 7467600"/>
              <a:gd name="connsiteY554" fmla="*/ 2160069 h 6858000"/>
              <a:gd name="connsiteX555" fmla="*/ 6760943 w 7467600"/>
              <a:gd name="connsiteY555" fmla="*/ 2177686 h 6858000"/>
              <a:gd name="connsiteX556" fmla="*/ 7021065 w 7467600"/>
              <a:gd name="connsiteY556" fmla="*/ 2498102 h 6858000"/>
              <a:gd name="connsiteX557" fmla="*/ 7155223 w 7467600"/>
              <a:gd name="connsiteY557" fmla="*/ 2650386 h 6858000"/>
              <a:gd name="connsiteX558" fmla="*/ 7203167 w 7467600"/>
              <a:gd name="connsiteY558" fmla="*/ 2697288 h 6858000"/>
              <a:gd name="connsiteX559" fmla="*/ 6937703 w 7467600"/>
              <a:gd name="connsiteY559" fmla="*/ 2321981 h 6858000"/>
              <a:gd name="connsiteX560" fmla="*/ 6591670 w 7467600"/>
              <a:gd name="connsiteY560" fmla="*/ 1988277 h 6858000"/>
              <a:gd name="connsiteX561" fmla="*/ 5798671 w 7467600"/>
              <a:gd name="connsiteY561" fmla="*/ 1981601 h 6858000"/>
              <a:gd name="connsiteX562" fmla="*/ 5754709 w 7467600"/>
              <a:gd name="connsiteY562" fmla="*/ 2071454 h 6858000"/>
              <a:gd name="connsiteX563" fmla="*/ 5763044 w 7467600"/>
              <a:gd name="connsiteY563" fmla="*/ 2842206 h 6858000"/>
              <a:gd name="connsiteX564" fmla="*/ 5764974 w 7467600"/>
              <a:gd name="connsiteY564" fmla="*/ 2799609 h 6858000"/>
              <a:gd name="connsiteX565" fmla="*/ 5767665 w 7467600"/>
              <a:gd name="connsiteY565" fmla="*/ 2666409 h 6858000"/>
              <a:gd name="connsiteX566" fmla="*/ 5763055 w 7467600"/>
              <a:gd name="connsiteY566" fmla="*/ 2579705 h 6858000"/>
              <a:gd name="connsiteX567" fmla="*/ 5758079 w 7467600"/>
              <a:gd name="connsiteY567" fmla="*/ 2492508 h 6858000"/>
              <a:gd name="connsiteX568" fmla="*/ 5779325 w 7467600"/>
              <a:gd name="connsiteY568" fmla="*/ 2197069 h 6858000"/>
              <a:gd name="connsiteX569" fmla="*/ 5798671 w 7467600"/>
              <a:gd name="connsiteY569" fmla="*/ 1981601 h 6858000"/>
              <a:gd name="connsiteX570" fmla="*/ 5829202 w 7467600"/>
              <a:gd name="connsiteY570" fmla="*/ 1971679 h 6858000"/>
              <a:gd name="connsiteX571" fmla="*/ 5809558 w 7467600"/>
              <a:gd name="connsiteY571" fmla="*/ 2198043 h 6858000"/>
              <a:gd name="connsiteX572" fmla="*/ 5788653 w 7467600"/>
              <a:gd name="connsiteY572" fmla="*/ 2489430 h 6858000"/>
              <a:gd name="connsiteX573" fmla="*/ 5793439 w 7467600"/>
              <a:gd name="connsiteY573" fmla="*/ 2575235 h 6858000"/>
              <a:gd name="connsiteX574" fmla="*/ 5796837 w 7467600"/>
              <a:gd name="connsiteY574" fmla="*/ 2637633 h 6858000"/>
              <a:gd name="connsiteX575" fmla="*/ 5818614 w 7467600"/>
              <a:gd name="connsiteY575" fmla="*/ 2473055 h 6858000"/>
              <a:gd name="connsiteX576" fmla="*/ 5829202 w 7467600"/>
              <a:gd name="connsiteY576" fmla="*/ 1971679 h 6858000"/>
              <a:gd name="connsiteX577" fmla="*/ 5911389 w 7467600"/>
              <a:gd name="connsiteY577" fmla="*/ 1898371 h 6858000"/>
              <a:gd name="connsiteX578" fmla="*/ 6237627 w 7467600"/>
              <a:gd name="connsiteY578" fmla="*/ 2231921 h 6858000"/>
              <a:gd name="connsiteX579" fmla="*/ 5911389 w 7467600"/>
              <a:gd name="connsiteY579" fmla="*/ 1898371 h 6858000"/>
              <a:gd name="connsiteX580" fmla="*/ 6944437 w 7467600"/>
              <a:gd name="connsiteY580" fmla="*/ 1575402 h 6858000"/>
              <a:gd name="connsiteX581" fmla="*/ 6304730 w 7467600"/>
              <a:gd name="connsiteY581" fmla="*/ 1766654 h 6858000"/>
              <a:gd name="connsiteX582" fmla="*/ 6944437 w 7467600"/>
              <a:gd name="connsiteY582" fmla="*/ 1575402 h 6858000"/>
              <a:gd name="connsiteX583" fmla="*/ 7019523 w 7467600"/>
              <a:gd name="connsiteY583" fmla="*/ 1519450 h 6858000"/>
              <a:gd name="connsiteX584" fmla="*/ 6298091 w 7467600"/>
              <a:gd name="connsiteY584" fmla="*/ 1737122 h 6858000"/>
              <a:gd name="connsiteX585" fmla="*/ 7019523 w 7467600"/>
              <a:gd name="connsiteY585" fmla="*/ 1519450 h 6858000"/>
              <a:gd name="connsiteX586" fmla="*/ 2399523 w 7467600"/>
              <a:gd name="connsiteY586" fmla="*/ 1428234 h 6858000"/>
              <a:gd name="connsiteX587" fmla="*/ 2224982 w 7467600"/>
              <a:gd name="connsiteY587" fmla="*/ 1826201 h 6858000"/>
              <a:gd name="connsiteX588" fmla="*/ 2096099 w 7467600"/>
              <a:gd name="connsiteY588" fmla="*/ 2345900 h 6858000"/>
              <a:gd name="connsiteX589" fmla="*/ 2283317 w 7467600"/>
              <a:gd name="connsiteY589" fmla="*/ 1796925 h 6858000"/>
              <a:gd name="connsiteX590" fmla="*/ 2399523 w 7467600"/>
              <a:gd name="connsiteY590" fmla="*/ 1428234 h 6858000"/>
              <a:gd name="connsiteX591" fmla="*/ 2448558 w 7467600"/>
              <a:gd name="connsiteY591" fmla="*/ 1373435 h 6858000"/>
              <a:gd name="connsiteX592" fmla="*/ 2312521 w 7467600"/>
              <a:gd name="connsiteY592" fmla="*/ 1806140 h 6858000"/>
              <a:gd name="connsiteX593" fmla="*/ 2127533 w 7467600"/>
              <a:gd name="connsiteY593" fmla="*/ 2348380 h 6858000"/>
              <a:gd name="connsiteX594" fmla="*/ 2358080 w 7467600"/>
              <a:gd name="connsiteY594" fmla="*/ 1866134 h 6858000"/>
              <a:gd name="connsiteX595" fmla="*/ 2407436 w 7467600"/>
              <a:gd name="connsiteY595" fmla="*/ 1651070 h 6858000"/>
              <a:gd name="connsiteX596" fmla="*/ 2448558 w 7467600"/>
              <a:gd name="connsiteY596" fmla="*/ 1373435 h 6858000"/>
              <a:gd name="connsiteX597" fmla="*/ 278707 w 7467600"/>
              <a:gd name="connsiteY597" fmla="*/ 1352270 h 6858000"/>
              <a:gd name="connsiteX598" fmla="*/ 321570 w 7467600"/>
              <a:gd name="connsiteY598" fmla="*/ 1861610 h 6858000"/>
              <a:gd name="connsiteX599" fmla="*/ 294281 w 7467600"/>
              <a:gd name="connsiteY599" fmla="*/ 1440658 h 6858000"/>
              <a:gd name="connsiteX600" fmla="*/ 278707 w 7467600"/>
              <a:gd name="connsiteY600" fmla="*/ 1352270 h 6858000"/>
              <a:gd name="connsiteX601" fmla="*/ 1423821 w 7467600"/>
              <a:gd name="connsiteY601" fmla="*/ 1351958 h 6858000"/>
              <a:gd name="connsiteX602" fmla="*/ 1638521 w 7467600"/>
              <a:gd name="connsiteY602" fmla="*/ 1908470 h 6858000"/>
              <a:gd name="connsiteX603" fmla="*/ 1754199 w 7467600"/>
              <a:gd name="connsiteY603" fmla="*/ 2149284 h 6858000"/>
              <a:gd name="connsiteX604" fmla="*/ 1908359 w 7467600"/>
              <a:gd name="connsiteY604" fmla="*/ 2364988 h 6858000"/>
              <a:gd name="connsiteX605" fmla="*/ 1647661 w 7467600"/>
              <a:gd name="connsiteY605" fmla="*/ 1825945 h 6858000"/>
              <a:gd name="connsiteX606" fmla="*/ 1423821 w 7467600"/>
              <a:gd name="connsiteY606" fmla="*/ 1351958 h 6858000"/>
              <a:gd name="connsiteX607" fmla="*/ 1431890 w 7467600"/>
              <a:gd name="connsiteY607" fmla="*/ 1306475 h 6858000"/>
              <a:gd name="connsiteX608" fmla="*/ 1507597 w 7467600"/>
              <a:gd name="connsiteY608" fmla="*/ 1446132 h 6858000"/>
              <a:gd name="connsiteX609" fmla="*/ 1674586 w 7467600"/>
              <a:gd name="connsiteY609" fmla="*/ 1813832 h 6858000"/>
              <a:gd name="connsiteX610" fmla="*/ 1815950 w 7467600"/>
              <a:gd name="connsiteY610" fmla="*/ 2128564 h 6858000"/>
              <a:gd name="connsiteX611" fmla="*/ 1984242 w 7467600"/>
              <a:gd name="connsiteY611" fmla="*/ 2430829 h 6858000"/>
              <a:gd name="connsiteX612" fmla="*/ 2014023 w 7467600"/>
              <a:gd name="connsiteY612" fmla="*/ 2450995 h 6858000"/>
              <a:gd name="connsiteX613" fmla="*/ 1747337 w 7467600"/>
              <a:gd name="connsiteY613" fmla="*/ 1855264 h 6858000"/>
              <a:gd name="connsiteX614" fmla="*/ 1533749 w 7467600"/>
              <a:gd name="connsiteY614" fmla="*/ 1478656 h 6858000"/>
              <a:gd name="connsiteX615" fmla="*/ 1431890 w 7467600"/>
              <a:gd name="connsiteY615" fmla="*/ 1306475 h 6858000"/>
              <a:gd name="connsiteX616" fmla="*/ 5052692 w 7467600"/>
              <a:gd name="connsiteY616" fmla="*/ 1292994 h 6858000"/>
              <a:gd name="connsiteX617" fmla="*/ 5200661 w 7467600"/>
              <a:gd name="connsiteY617" fmla="*/ 1635186 h 6858000"/>
              <a:gd name="connsiteX618" fmla="*/ 5297138 w 7467600"/>
              <a:gd name="connsiteY618" fmla="*/ 1906351 h 6858000"/>
              <a:gd name="connsiteX619" fmla="*/ 5052692 w 7467600"/>
              <a:gd name="connsiteY619" fmla="*/ 1292994 h 6858000"/>
              <a:gd name="connsiteX620" fmla="*/ 5009948 w 7467600"/>
              <a:gd name="connsiteY620" fmla="*/ 1273619 h 6858000"/>
              <a:gd name="connsiteX621" fmla="*/ 5121777 w 7467600"/>
              <a:gd name="connsiteY621" fmla="*/ 1654213 h 6858000"/>
              <a:gd name="connsiteX622" fmla="*/ 5293545 w 7467600"/>
              <a:gd name="connsiteY622" fmla="*/ 2072247 h 6858000"/>
              <a:gd name="connsiteX623" fmla="*/ 5294042 w 7467600"/>
              <a:gd name="connsiteY623" fmla="*/ 2065019 h 6858000"/>
              <a:gd name="connsiteX624" fmla="*/ 5171936 w 7467600"/>
              <a:gd name="connsiteY624" fmla="*/ 1647613 h 6858000"/>
              <a:gd name="connsiteX625" fmla="*/ 5009948 w 7467600"/>
              <a:gd name="connsiteY625" fmla="*/ 1273619 h 6858000"/>
              <a:gd name="connsiteX626" fmla="*/ 655236 w 7467600"/>
              <a:gd name="connsiteY626" fmla="*/ 1268632 h 6858000"/>
              <a:gd name="connsiteX627" fmla="*/ 839521 w 7467600"/>
              <a:gd name="connsiteY627" fmla="*/ 1685315 h 6858000"/>
              <a:gd name="connsiteX628" fmla="*/ 1109416 w 7467600"/>
              <a:gd name="connsiteY628" fmla="*/ 2061663 h 6858000"/>
              <a:gd name="connsiteX629" fmla="*/ 1298300 w 7467600"/>
              <a:gd name="connsiteY629" fmla="*/ 2247742 h 6858000"/>
              <a:gd name="connsiteX630" fmla="*/ 1125871 w 7467600"/>
              <a:gd name="connsiteY630" fmla="*/ 1989513 h 6858000"/>
              <a:gd name="connsiteX631" fmla="*/ 981574 w 7467600"/>
              <a:gd name="connsiteY631" fmla="*/ 1783157 h 6858000"/>
              <a:gd name="connsiteX632" fmla="*/ 922198 w 7467600"/>
              <a:gd name="connsiteY632" fmla="*/ 1677437 h 6858000"/>
              <a:gd name="connsiteX633" fmla="*/ 869293 w 7467600"/>
              <a:gd name="connsiteY633" fmla="*/ 1583214 h 6858000"/>
              <a:gd name="connsiteX634" fmla="*/ 751431 w 7467600"/>
              <a:gd name="connsiteY634" fmla="*/ 1405731 h 6858000"/>
              <a:gd name="connsiteX635" fmla="*/ 655236 w 7467600"/>
              <a:gd name="connsiteY635" fmla="*/ 1268632 h 6858000"/>
              <a:gd name="connsiteX636" fmla="*/ 6516292 w 7467600"/>
              <a:gd name="connsiteY636" fmla="*/ 1263064 h 6858000"/>
              <a:gd name="connsiteX637" fmla="*/ 5736320 w 7467600"/>
              <a:gd name="connsiteY637" fmla="*/ 1501803 h 6858000"/>
              <a:gd name="connsiteX638" fmla="*/ 6516292 w 7467600"/>
              <a:gd name="connsiteY638" fmla="*/ 1263064 h 6858000"/>
              <a:gd name="connsiteX639" fmla="*/ 291466 w 7467600"/>
              <a:gd name="connsiteY639" fmla="*/ 1250369 h 6858000"/>
              <a:gd name="connsiteX640" fmla="*/ 323180 w 7467600"/>
              <a:gd name="connsiteY640" fmla="*/ 1435283 h 6858000"/>
              <a:gd name="connsiteX641" fmla="*/ 349381 w 7467600"/>
              <a:gd name="connsiteY641" fmla="*/ 1875041 h 6858000"/>
              <a:gd name="connsiteX642" fmla="*/ 374363 w 7467600"/>
              <a:gd name="connsiteY642" fmla="*/ 1506494 h 6858000"/>
              <a:gd name="connsiteX643" fmla="*/ 302168 w 7467600"/>
              <a:gd name="connsiteY643" fmla="*/ 1274495 h 6858000"/>
              <a:gd name="connsiteX644" fmla="*/ 291466 w 7467600"/>
              <a:gd name="connsiteY644" fmla="*/ 1250369 h 6858000"/>
              <a:gd name="connsiteX645" fmla="*/ 678222 w 7467600"/>
              <a:gd name="connsiteY645" fmla="*/ 1248670 h 6858000"/>
              <a:gd name="connsiteX646" fmla="*/ 775536 w 7467600"/>
              <a:gd name="connsiteY646" fmla="*/ 1388015 h 6858000"/>
              <a:gd name="connsiteX647" fmla="*/ 894529 w 7467600"/>
              <a:gd name="connsiteY647" fmla="*/ 1567739 h 6858000"/>
              <a:gd name="connsiteX648" fmla="*/ 948000 w 7467600"/>
              <a:gd name="connsiteY648" fmla="*/ 1663088 h 6858000"/>
              <a:gd name="connsiteX649" fmla="*/ 1006812 w 7467600"/>
              <a:gd name="connsiteY649" fmla="*/ 1767683 h 6858000"/>
              <a:gd name="connsiteX650" fmla="*/ 1149133 w 7467600"/>
              <a:gd name="connsiteY650" fmla="*/ 1971513 h 6858000"/>
              <a:gd name="connsiteX651" fmla="*/ 1333952 w 7467600"/>
              <a:gd name="connsiteY651" fmla="*/ 2251620 h 6858000"/>
              <a:gd name="connsiteX652" fmla="*/ 1337329 w 7467600"/>
              <a:gd name="connsiteY652" fmla="*/ 2258350 h 6858000"/>
              <a:gd name="connsiteX653" fmla="*/ 1014726 w 7467600"/>
              <a:gd name="connsiteY653" fmla="*/ 1615556 h 6858000"/>
              <a:gd name="connsiteX654" fmla="*/ 678222 w 7467600"/>
              <a:gd name="connsiteY654" fmla="*/ 1248670 h 6858000"/>
              <a:gd name="connsiteX655" fmla="*/ 6691602 w 7467600"/>
              <a:gd name="connsiteY655" fmla="*/ 1140573 h 6858000"/>
              <a:gd name="connsiteX656" fmla="*/ 6571100 w 7467600"/>
              <a:gd name="connsiteY656" fmla="*/ 1183662 h 6858000"/>
              <a:gd name="connsiteX657" fmla="*/ 6241687 w 7467600"/>
              <a:gd name="connsiteY657" fmla="*/ 1257600 h 6858000"/>
              <a:gd name="connsiteX658" fmla="*/ 5693009 w 7467600"/>
              <a:gd name="connsiteY658" fmla="*/ 1478256 h 6858000"/>
              <a:gd name="connsiteX659" fmla="*/ 6548420 w 7467600"/>
              <a:gd name="connsiteY659" fmla="*/ 1214599 h 6858000"/>
              <a:gd name="connsiteX660" fmla="*/ 6605473 w 7467600"/>
              <a:gd name="connsiteY660" fmla="*/ 1184686 h 6858000"/>
              <a:gd name="connsiteX661" fmla="*/ 6691602 w 7467600"/>
              <a:gd name="connsiteY661" fmla="*/ 1140573 h 6858000"/>
              <a:gd name="connsiteX662" fmla="*/ 4002475 w 7467600"/>
              <a:gd name="connsiteY662" fmla="*/ 1037802 h 6858000"/>
              <a:gd name="connsiteX663" fmla="*/ 4000324 w 7467600"/>
              <a:gd name="connsiteY663" fmla="*/ 1039362 h 6858000"/>
              <a:gd name="connsiteX664" fmla="*/ 4002862 w 7467600"/>
              <a:gd name="connsiteY664" fmla="*/ 1042866 h 6858000"/>
              <a:gd name="connsiteX665" fmla="*/ 4002475 w 7467600"/>
              <a:gd name="connsiteY665" fmla="*/ 1037802 h 6858000"/>
              <a:gd name="connsiteX666" fmla="*/ 506322 w 7467600"/>
              <a:gd name="connsiteY666" fmla="*/ 1020997 h 6858000"/>
              <a:gd name="connsiteX667" fmla="*/ 533068 w 7467600"/>
              <a:gd name="connsiteY667" fmla="*/ 1029409 h 6858000"/>
              <a:gd name="connsiteX668" fmla="*/ 1232525 w 7467600"/>
              <a:gd name="connsiteY668" fmla="*/ 1804675 h 6858000"/>
              <a:gd name="connsiteX669" fmla="*/ 1388858 w 7467600"/>
              <a:gd name="connsiteY669" fmla="*/ 2368011 h 6858000"/>
              <a:gd name="connsiteX670" fmla="*/ 1384098 w 7467600"/>
              <a:gd name="connsiteY670" fmla="*/ 2378125 h 6858000"/>
              <a:gd name="connsiteX671" fmla="*/ 1425393 w 7467600"/>
              <a:gd name="connsiteY671" fmla="*/ 2589124 h 6858000"/>
              <a:gd name="connsiteX672" fmla="*/ 1424001 w 7467600"/>
              <a:gd name="connsiteY672" fmla="*/ 2597541 h 6858000"/>
              <a:gd name="connsiteX673" fmla="*/ 2152729 w 7467600"/>
              <a:gd name="connsiteY673" fmla="*/ 2864487 h 6858000"/>
              <a:gd name="connsiteX674" fmla="*/ 2020609 w 7467600"/>
              <a:gd name="connsiteY674" fmla="*/ 2539671 h 6858000"/>
              <a:gd name="connsiteX675" fmla="*/ 2018920 w 7467600"/>
              <a:gd name="connsiteY675" fmla="*/ 2536309 h 6858000"/>
              <a:gd name="connsiteX676" fmla="*/ 1342441 w 7467600"/>
              <a:gd name="connsiteY676" fmla="*/ 1173017 h 6858000"/>
              <a:gd name="connsiteX677" fmla="*/ 1367925 w 7467600"/>
              <a:gd name="connsiteY677" fmla="*/ 1135648 h 6858000"/>
              <a:gd name="connsiteX678" fmla="*/ 1771401 w 7467600"/>
              <a:gd name="connsiteY678" fmla="*/ 1806673 h 6858000"/>
              <a:gd name="connsiteX679" fmla="*/ 1972385 w 7467600"/>
              <a:gd name="connsiteY679" fmla="*/ 2198735 h 6858000"/>
              <a:gd name="connsiteX680" fmla="*/ 2040892 w 7467600"/>
              <a:gd name="connsiteY680" fmla="*/ 2405205 h 6858000"/>
              <a:gd name="connsiteX681" fmla="*/ 2131689 w 7467600"/>
              <a:gd name="connsiteY681" fmla="*/ 1936926 h 6858000"/>
              <a:gd name="connsiteX682" fmla="*/ 2454820 w 7467600"/>
              <a:gd name="connsiteY682" fmla="*/ 1248808 h 6858000"/>
              <a:gd name="connsiteX683" fmla="*/ 2492512 w 7467600"/>
              <a:gd name="connsiteY683" fmla="*/ 1302920 h 6858000"/>
              <a:gd name="connsiteX684" fmla="*/ 2081216 w 7467600"/>
              <a:gd name="connsiteY684" fmla="*/ 2527513 h 6858000"/>
              <a:gd name="connsiteX685" fmla="*/ 2081211 w 7467600"/>
              <a:gd name="connsiteY685" fmla="*/ 2528916 h 6858000"/>
              <a:gd name="connsiteX686" fmla="*/ 2199067 w 7467600"/>
              <a:gd name="connsiteY686" fmla="*/ 2884061 h 6858000"/>
              <a:gd name="connsiteX687" fmla="*/ 3192586 w 7467600"/>
              <a:gd name="connsiteY687" fmla="*/ 3411496 h 6858000"/>
              <a:gd name="connsiteX688" fmla="*/ 3182620 w 7467600"/>
              <a:gd name="connsiteY688" fmla="*/ 3483279 h 6858000"/>
              <a:gd name="connsiteX689" fmla="*/ 2435119 w 7467600"/>
              <a:gd name="connsiteY689" fmla="*/ 3080173 h 6858000"/>
              <a:gd name="connsiteX690" fmla="*/ 2410152 w 7467600"/>
              <a:gd name="connsiteY690" fmla="*/ 3063751 h 6858000"/>
              <a:gd name="connsiteX691" fmla="*/ 2408099 w 7467600"/>
              <a:gd name="connsiteY691" fmla="*/ 3064403 h 6858000"/>
              <a:gd name="connsiteX692" fmla="*/ 2407218 w 7467600"/>
              <a:gd name="connsiteY692" fmla="*/ 3070324 h 6858000"/>
              <a:gd name="connsiteX693" fmla="*/ 2380138 w 7467600"/>
              <a:gd name="connsiteY693" fmla="*/ 3099341 h 6858000"/>
              <a:gd name="connsiteX694" fmla="*/ 1765923 w 7467600"/>
              <a:gd name="connsiteY694" fmla="*/ 3581043 h 6858000"/>
              <a:gd name="connsiteX695" fmla="*/ 1702258 w 7467600"/>
              <a:gd name="connsiteY695" fmla="*/ 3612286 h 6858000"/>
              <a:gd name="connsiteX696" fmla="*/ 1538370 w 7467600"/>
              <a:gd name="connsiteY696" fmla="*/ 3811804 h 6858000"/>
              <a:gd name="connsiteX697" fmla="*/ 542867 w 7467600"/>
              <a:gd name="connsiteY697" fmla="*/ 4944092 h 6858000"/>
              <a:gd name="connsiteX698" fmla="*/ 515800 w 7467600"/>
              <a:gd name="connsiteY698" fmla="*/ 4862180 h 6858000"/>
              <a:gd name="connsiteX699" fmla="*/ 909145 w 7467600"/>
              <a:gd name="connsiteY699" fmla="*/ 4199225 h 6858000"/>
              <a:gd name="connsiteX700" fmla="*/ 1214067 w 7467600"/>
              <a:gd name="connsiteY700" fmla="*/ 3908561 h 6858000"/>
              <a:gd name="connsiteX701" fmla="*/ 640967 w 7467600"/>
              <a:gd name="connsiteY701" fmla="*/ 4105601 h 6858000"/>
              <a:gd name="connsiteX702" fmla="*/ 112563 w 7467600"/>
              <a:gd name="connsiteY702" fmla="*/ 4396952 h 6858000"/>
              <a:gd name="connsiteX703" fmla="*/ 0 w 7467600"/>
              <a:gd name="connsiteY703" fmla="*/ 4466006 h 6858000"/>
              <a:gd name="connsiteX704" fmla="*/ 0 w 7467600"/>
              <a:gd name="connsiteY704" fmla="*/ 4233763 h 6858000"/>
              <a:gd name="connsiteX705" fmla="*/ 36881 w 7467600"/>
              <a:gd name="connsiteY705" fmla="*/ 4200118 h 6858000"/>
              <a:gd name="connsiteX706" fmla="*/ 910534 w 7467600"/>
              <a:gd name="connsiteY706" fmla="*/ 3629753 h 6858000"/>
              <a:gd name="connsiteX707" fmla="*/ 1578717 w 7467600"/>
              <a:gd name="connsiteY707" fmla="*/ 3575982 h 6858000"/>
              <a:gd name="connsiteX708" fmla="*/ 2338780 w 7467600"/>
              <a:gd name="connsiteY708" fmla="*/ 3033725 h 6858000"/>
              <a:gd name="connsiteX709" fmla="*/ 1807991 w 7467600"/>
              <a:gd name="connsiteY709" fmla="*/ 2807184 h 6858000"/>
              <a:gd name="connsiteX710" fmla="*/ 1416358 w 7467600"/>
              <a:gd name="connsiteY710" fmla="*/ 3112571 h 6858000"/>
              <a:gd name="connsiteX711" fmla="*/ 939066 w 7467600"/>
              <a:gd name="connsiteY711" fmla="*/ 3378798 h 6858000"/>
              <a:gd name="connsiteX712" fmla="*/ 115099 w 7467600"/>
              <a:gd name="connsiteY712" fmla="*/ 3607650 h 6858000"/>
              <a:gd name="connsiteX713" fmla="*/ 97284 w 7467600"/>
              <a:gd name="connsiteY713" fmla="*/ 3520393 h 6858000"/>
              <a:gd name="connsiteX714" fmla="*/ 922050 w 7467600"/>
              <a:gd name="connsiteY714" fmla="*/ 3074867 h 6858000"/>
              <a:gd name="connsiteX715" fmla="*/ 1405265 w 7467600"/>
              <a:gd name="connsiteY715" fmla="*/ 3016319 h 6858000"/>
              <a:gd name="connsiteX716" fmla="*/ 1407512 w 7467600"/>
              <a:gd name="connsiteY716" fmla="*/ 3018001 h 6858000"/>
              <a:gd name="connsiteX717" fmla="*/ 1726266 w 7467600"/>
              <a:gd name="connsiteY717" fmla="*/ 2777274 h 6858000"/>
              <a:gd name="connsiteX718" fmla="*/ 625390 w 7467600"/>
              <a:gd name="connsiteY718" fmla="*/ 2514541 h 6858000"/>
              <a:gd name="connsiteX719" fmla="*/ 619799 w 7467600"/>
              <a:gd name="connsiteY719" fmla="*/ 2527180 h 6858000"/>
              <a:gd name="connsiteX720" fmla="*/ 310030 w 7467600"/>
              <a:gd name="connsiteY720" fmla="*/ 2771818 h 6858000"/>
              <a:gd name="connsiteX721" fmla="*/ 173877 w 7467600"/>
              <a:gd name="connsiteY721" fmla="*/ 2937056 h 6858000"/>
              <a:gd name="connsiteX722" fmla="*/ 77889 w 7467600"/>
              <a:gd name="connsiteY722" fmla="*/ 3138440 h 6858000"/>
              <a:gd name="connsiteX723" fmla="*/ 0 w 7467600"/>
              <a:gd name="connsiteY723" fmla="*/ 3271395 h 6858000"/>
              <a:gd name="connsiteX724" fmla="*/ 0 w 7467600"/>
              <a:gd name="connsiteY724" fmla="*/ 3153002 h 6858000"/>
              <a:gd name="connsiteX725" fmla="*/ 2386 w 7467600"/>
              <a:gd name="connsiteY725" fmla="*/ 3149203 h 6858000"/>
              <a:gd name="connsiteX726" fmla="*/ 89753 w 7467600"/>
              <a:gd name="connsiteY726" fmla="*/ 2987702 h 6858000"/>
              <a:gd name="connsiteX727" fmla="*/ 76869 w 7467600"/>
              <a:gd name="connsiteY727" fmla="*/ 3005404 h 6858000"/>
              <a:gd name="connsiteX728" fmla="*/ 32049 w 7467600"/>
              <a:gd name="connsiteY728" fmla="*/ 3065814 h 6858000"/>
              <a:gd name="connsiteX729" fmla="*/ 0 w 7467600"/>
              <a:gd name="connsiteY729" fmla="*/ 3108744 h 6858000"/>
              <a:gd name="connsiteX730" fmla="*/ 0 w 7467600"/>
              <a:gd name="connsiteY730" fmla="*/ 3058059 h 6858000"/>
              <a:gd name="connsiteX731" fmla="*/ 7610 w 7467600"/>
              <a:gd name="connsiteY731" fmla="*/ 3047889 h 6858000"/>
              <a:gd name="connsiteX732" fmla="*/ 52419 w 7467600"/>
              <a:gd name="connsiteY732" fmla="*/ 2987479 h 6858000"/>
              <a:gd name="connsiteX733" fmla="*/ 59142 w 7467600"/>
              <a:gd name="connsiteY733" fmla="*/ 2978488 h 6858000"/>
              <a:gd name="connsiteX734" fmla="*/ 0 w 7467600"/>
              <a:gd name="connsiteY734" fmla="*/ 3015334 h 6858000"/>
              <a:gd name="connsiteX735" fmla="*/ 0 w 7467600"/>
              <a:gd name="connsiteY735" fmla="*/ 2914286 h 6858000"/>
              <a:gd name="connsiteX736" fmla="*/ 36383 w 7467600"/>
              <a:gd name="connsiteY736" fmla="*/ 2901128 h 6858000"/>
              <a:gd name="connsiteX737" fmla="*/ 156329 w 7467600"/>
              <a:gd name="connsiteY737" fmla="*/ 2840533 h 6858000"/>
              <a:gd name="connsiteX738" fmla="*/ 358355 w 7467600"/>
              <a:gd name="connsiteY738" fmla="*/ 2620471 h 6858000"/>
              <a:gd name="connsiteX739" fmla="*/ 510577 w 7467600"/>
              <a:gd name="connsiteY739" fmla="*/ 2501244 h 6858000"/>
              <a:gd name="connsiteX740" fmla="*/ 211967 w 7467600"/>
              <a:gd name="connsiteY740" fmla="*/ 2479171 h 6858000"/>
              <a:gd name="connsiteX741" fmla="*/ 0 w 7467600"/>
              <a:gd name="connsiteY741" fmla="*/ 2476398 h 6858000"/>
              <a:gd name="connsiteX742" fmla="*/ 0 w 7467600"/>
              <a:gd name="connsiteY742" fmla="*/ 2389189 h 6858000"/>
              <a:gd name="connsiteX743" fmla="*/ 103062 w 7467600"/>
              <a:gd name="connsiteY743" fmla="*/ 2389518 h 6858000"/>
              <a:gd name="connsiteX744" fmla="*/ 510734 w 7467600"/>
              <a:gd name="connsiteY744" fmla="*/ 2416201 h 6858000"/>
              <a:gd name="connsiteX745" fmla="*/ 279257 w 7467600"/>
              <a:gd name="connsiteY745" fmla="*/ 2092102 h 6858000"/>
              <a:gd name="connsiteX746" fmla="*/ 65265 w 7467600"/>
              <a:gd name="connsiteY746" fmla="*/ 2006049 h 6858000"/>
              <a:gd name="connsiteX747" fmla="*/ 0 w 7467600"/>
              <a:gd name="connsiteY747" fmla="*/ 1982532 h 6858000"/>
              <a:gd name="connsiteX748" fmla="*/ 0 w 7467600"/>
              <a:gd name="connsiteY748" fmla="*/ 1912789 h 6858000"/>
              <a:gd name="connsiteX749" fmla="*/ 97460 w 7467600"/>
              <a:gd name="connsiteY749" fmla="*/ 1953725 h 6858000"/>
              <a:gd name="connsiteX750" fmla="*/ 221272 w 7467600"/>
              <a:gd name="connsiteY750" fmla="*/ 1980766 h 6858000"/>
              <a:gd name="connsiteX751" fmla="*/ 116765 w 7467600"/>
              <a:gd name="connsiteY751" fmla="*/ 1911033 h 6858000"/>
              <a:gd name="connsiteX752" fmla="*/ 16405 w 7467600"/>
              <a:gd name="connsiteY752" fmla="*/ 1803412 h 6858000"/>
              <a:gd name="connsiteX753" fmla="*/ 0 w 7467600"/>
              <a:gd name="connsiteY753" fmla="*/ 1784777 h 6858000"/>
              <a:gd name="connsiteX754" fmla="*/ 0 w 7467600"/>
              <a:gd name="connsiteY754" fmla="*/ 1740082 h 6858000"/>
              <a:gd name="connsiteX755" fmla="*/ 39394 w 7467600"/>
              <a:gd name="connsiteY755" fmla="*/ 1784856 h 6858000"/>
              <a:gd name="connsiteX756" fmla="*/ 135813 w 7467600"/>
              <a:gd name="connsiteY756" fmla="*/ 1888838 h 6858000"/>
              <a:gd name="connsiteX757" fmla="*/ 242575 w 7467600"/>
              <a:gd name="connsiteY757" fmla="*/ 1958841 h 6858000"/>
              <a:gd name="connsiteX758" fmla="*/ 82197 w 7467600"/>
              <a:gd name="connsiteY758" fmla="*/ 1754826 h 6858000"/>
              <a:gd name="connsiteX759" fmla="*/ 0 w 7467600"/>
              <a:gd name="connsiteY759" fmla="*/ 1679650 h 6858000"/>
              <a:gd name="connsiteX760" fmla="*/ 0 w 7467600"/>
              <a:gd name="connsiteY760" fmla="*/ 1602463 h 6858000"/>
              <a:gd name="connsiteX761" fmla="*/ 84689 w 7467600"/>
              <a:gd name="connsiteY761" fmla="*/ 1677442 h 6858000"/>
              <a:gd name="connsiteX762" fmla="*/ 298437 w 7467600"/>
              <a:gd name="connsiteY762" fmla="*/ 1968019 h 6858000"/>
              <a:gd name="connsiteX763" fmla="*/ 227269 w 7467600"/>
              <a:gd name="connsiteY763" fmla="*/ 1114064 h 6858000"/>
              <a:gd name="connsiteX764" fmla="*/ 248003 w 7467600"/>
              <a:gd name="connsiteY764" fmla="*/ 1089613 h 6858000"/>
              <a:gd name="connsiteX765" fmla="*/ 427020 w 7467600"/>
              <a:gd name="connsiteY765" fmla="*/ 1619803 h 6858000"/>
              <a:gd name="connsiteX766" fmla="*/ 340345 w 7467600"/>
              <a:gd name="connsiteY766" fmla="*/ 2027739 h 6858000"/>
              <a:gd name="connsiteX767" fmla="*/ 360865 w 7467600"/>
              <a:gd name="connsiteY767" fmla="*/ 2044827 h 6858000"/>
              <a:gd name="connsiteX768" fmla="*/ 560414 w 7467600"/>
              <a:gd name="connsiteY768" fmla="*/ 2421457 h 6858000"/>
              <a:gd name="connsiteX769" fmla="*/ 1359703 w 7467600"/>
              <a:gd name="connsiteY769" fmla="*/ 2578554 h 6858000"/>
              <a:gd name="connsiteX770" fmla="*/ 1359422 w 7467600"/>
              <a:gd name="connsiteY770" fmla="*/ 2577994 h 6858000"/>
              <a:gd name="connsiteX771" fmla="*/ 828701 w 7467600"/>
              <a:gd name="connsiteY771" fmla="*/ 1839520 h 6858000"/>
              <a:gd name="connsiteX772" fmla="*/ 494427 w 7467600"/>
              <a:gd name="connsiteY772" fmla="*/ 1092333 h 6858000"/>
              <a:gd name="connsiteX773" fmla="*/ 506322 w 7467600"/>
              <a:gd name="connsiteY773" fmla="*/ 1020997 h 6858000"/>
              <a:gd name="connsiteX774" fmla="*/ 4570198 w 7467600"/>
              <a:gd name="connsiteY774" fmla="*/ 978081 h 6858000"/>
              <a:gd name="connsiteX775" fmla="*/ 4523691 w 7467600"/>
              <a:gd name="connsiteY775" fmla="*/ 1127776 h 6858000"/>
              <a:gd name="connsiteX776" fmla="*/ 4509875 w 7467600"/>
              <a:gd name="connsiteY776" fmla="*/ 1167552 h 6858000"/>
              <a:gd name="connsiteX777" fmla="*/ 4478168 w 7467600"/>
              <a:gd name="connsiteY777" fmla="*/ 1260735 h 6858000"/>
              <a:gd name="connsiteX778" fmla="*/ 4409309 w 7467600"/>
              <a:gd name="connsiteY778" fmla="*/ 1666996 h 6858000"/>
              <a:gd name="connsiteX779" fmla="*/ 4370031 w 7467600"/>
              <a:gd name="connsiteY779" fmla="*/ 1955666 h 6858000"/>
              <a:gd name="connsiteX780" fmla="*/ 4570198 w 7467600"/>
              <a:gd name="connsiteY780" fmla="*/ 978081 h 6858000"/>
              <a:gd name="connsiteX781" fmla="*/ 4557898 w 7467600"/>
              <a:gd name="connsiteY781" fmla="*/ 900011 h 6858000"/>
              <a:gd name="connsiteX782" fmla="*/ 4344840 w 7467600"/>
              <a:gd name="connsiteY782" fmla="*/ 1922038 h 6858000"/>
              <a:gd name="connsiteX783" fmla="*/ 4378710 w 7467600"/>
              <a:gd name="connsiteY783" fmla="*/ 1665516 h 6858000"/>
              <a:gd name="connsiteX784" fmla="*/ 4448798 w 7467600"/>
              <a:gd name="connsiteY784" fmla="*/ 1253024 h 6858000"/>
              <a:gd name="connsiteX785" fmla="*/ 4480315 w 7467600"/>
              <a:gd name="connsiteY785" fmla="*/ 1158454 h 6858000"/>
              <a:gd name="connsiteX786" fmla="*/ 4494133 w 7467600"/>
              <a:gd name="connsiteY786" fmla="*/ 1118676 h 6858000"/>
              <a:gd name="connsiteX787" fmla="*/ 4557898 w 7467600"/>
              <a:gd name="connsiteY787" fmla="*/ 900011 h 6858000"/>
              <a:gd name="connsiteX788" fmla="*/ 5870151 w 7467600"/>
              <a:gd name="connsiteY788" fmla="*/ 898890 h 6858000"/>
              <a:gd name="connsiteX789" fmla="*/ 5861335 w 7467600"/>
              <a:gd name="connsiteY789" fmla="*/ 899177 h 6858000"/>
              <a:gd name="connsiteX790" fmla="*/ 5843702 w 7467600"/>
              <a:gd name="connsiteY790" fmla="*/ 899748 h 6858000"/>
              <a:gd name="connsiteX791" fmla="*/ 5651107 w 7467600"/>
              <a:gd name="connsiteY791" fmla="*/ 920306 h 6858000"/>
              <a:gd name="connsiteX792" fmla="*/ 5459407 w 7467600"/>
              <a:gd name="connsiteY792" fmla="*/ 940975 h 6858000"/>
              <a:gd name="connsiteX793" fmla="*/ 5374846 w 7467600"/>
              <a:gd name="connsiteY793" fmla="*/ 941988 h 6858000"/>
              <a:gd name="connsiteX794" fmla="*/ 5256105 w 7467600"/>
              <a:gd name="connsiteY794" fmla="*/ 945632 h 6858000"/>
              <a:gd name="connsiteX795" fmla="*/ 5107071 w 7467600"/>
              <a:gd name="connsiteY795" fmla="*/ 969720 h 6858000"/>
              <a:gd name="connsiteX796" fmla="*/ 4998681 w 7467600"/>
              <a:gd name="connsiteY796" fmla="*/ 988771 h 6858000"/>
              <a:gd name="connsiteX797" fmla="*/ 5870151 w 7467600"/>
              <a:gd name="connsiteY797" fmla="*/ 898890 h 6858000"/>
              <a:gd name="connsiteX798" fmla="*/ 5504425 w 7467600"/>
              <a:gd name="connsiteY798" fmla="*/ 848067 h 6858000"/>
              <a:gd name="connsiteX799" fmla="*/ 4968849 w 7467600"/>
              <a:gd name="connsiteY799" fmla="*/ 962318 h 6858000"/>
              <a:gd name="connsiteX800" fmla="*/ 5104039 w 7467600"/>
              <a:gd name="connsiteY800" fmla="*/ 940634 h 6858000"/>
              <a:gd name="connsiteX801" fmla="*/ 5256311 w 7467600"/>
              <a:gd name="connsiteY801" fmla="*/ 916490 h 6858000"/>
              <a:gd name="connsiteX802" fmla="*/ 5377381 w 7467600"/>
              <a:gd name="connsiteY802" fmla="*/ 912671 h 6858000"/>
              <a:gd name="connsiteX803" fmla="*/ 5460148 w 7467600"/>
              <a:gd name="connsiteY803" fmla="*/ 911442 h 6858000"/>
              <a:gd name="connsiteX804" fmla="*/ 5648971 w 7467600"/>
              <a:gd name="connsiteY804" fmla="*/ 891331 h 6858000"/>
              <a:gd name="connsiteX805" fmla="*/ 5844807 w 7467600"/>
              <a:gd name="connsiteY805" fmla="*/ 870718 h 6858000"/>
              <a:gd name="connsiteX806" fmla="*/ 5862975 w 7467600"/>
              <a:gd name="connsiteY806" fmla="*/ 869756 h 6858000"/>
              <a:gd name="connsiteX807" fmla="*/ 5920887 w 7467600"/>
              <a:gd name="connsiteY807" fmla="*/ 865929 h 6858000"/>
              <a:gd name="connsiteX808" fmla="*/ 5504425 w 7467600"/>
              <a:gd name="connsiteY808" fmla="*/ 848067 h 6858000"/>
              <a:gd name="connsiteX809" fmla="*/ 3607114 w 7467600"/>
              <a:gd name="connsiteY809" fmla="*/ 467441 h 6858000"/>
              <a:gd name="connsiteX810" fmla="*/ 3296242 w 7467600"/>
              <a:gd name="connsiteY810" fmla="*/ 807991 h 6858000"/>
              <a:gd name="connsiteX811" fmla="*/ 3174674 w 7467600"/>
              <a:gd name="connsiteY811" fmla="*/ 919759 h 6858000"/>
              <a:gd name="connsiteX812" fmla="*/ 3042978 w 7467600"/>
              <a:gd name="connsiteY812" fmla="*/ 1054894 h 6858000"/>
              <a:gd name="connsiteX813" fmla="*/ 2968914 w 7467600"/>
              <a:gd name="connsiteY813" fmla="*/ 1133756 h 6858000"/>
              <a:gd name="connsiteX814" fmla="*/ 3103823 w 7467600"/>
              <a:gd name="connsiteY814" fmla="*/ 1026814 h 6858000"/>
              <a:gd name="connsiteX815" fmla="*/ 3607114 w 7467600"/>
              <a:gd name="connsiteY815" fmla="*/ 467441 h 6858000"/>
              <a:gd name="connsiteX816" fmla="*/ 3744487 w 7467600"/>
              <a:gd name="connsiteY816" fmla="*/ 383136 h 6858000"/>
              <a:gd name="connsiteX817" fmla="*/ 3970213 w 7467600"/>
              <a:gd name="connsiteY817" fmla="*/ 995559 h 6858000"/>
              <a:gd name="connsiteX818" fmla="*/ 3744487 w 7467600"/>
              <a:gd name="connsiteY818" fmla="*/ 383136 h 6858000"/>
              <a:gd name="connsiteX819" fmla="*/ 3624562 w 7467600"/>
              <a:gd name="connsiteY819" fmla="*/ 367041 h 6858000"/>
              <a:gd name="connsiteX820" fmla="*/ 3489712 w 7467600"/>
              <a:gd name="connsiteY820" fmla="*/ 485386 h 6858000"/>
              <a:gd name="connsiteX821" fmla="*/ 3182994 w 7467600"/>
              <a:gd name="connsiteY821" fmla="*/ 828265 h 6858000"/>
              <a:gd name="connsiteX822" fmla="*/ 2892114 w 7467600"/>
              <a:gd name="connsiteY822" fmla="*/ 1172635 h 6858000"/>
              <a:gd name="connsiteX823" fmla="*/ 3021459 w 7467600"/>
              <a:gd name="connsiteY823" fmla="*/ 1035385 h 6858000"/>
              <a:gd name="connsiteX824" fmla="*/ 3153873 w 7467600"/>
              <a:gd name="connsiteY824" fmla="*/ 898971 h 6858000"/>
              <a:gd name="connsiteX825" fmla="*/ 3276511 w 7467600"/>
              <a:gd name="connsiteY825" fmla="*/ 786423 h 6858000"/>
              <a:gd name="connsiteX826" fmla="*/ 3584154 w 7467600"/>
              <a:gd name="connsiteY826" fmla="*/ 448218 h 6858000"/>
              <a:gd name="connsiteX827" fmla="*/ 3624562 w 7467600"/>
              <a:gd name="connsiteY827" fmla="*/ 367041 h 6858000"/>
              <a:gd name="connsiteX828" fmla="*/ 3766672 w 7467600"/>
              <a:gd name="connsiteY828" fmla="*/ 359429 h 6858000"/>
              <a:gd name="connsiteX829" fmla="*/ 3996338 w 7467600"/>
              <a:gd name="connsiteY829" fmla="*/ 968237 h 6858000"/>
              <a:gd name="connsiteX830" fmla="*/ 3766672 w 7467600"/>
              <a:gd name="connsiteY830" fmla="*/ 359429 h 6858000"/>
              <a:gd name="connsiteX831" fmla="*/ 5805386 w 7467600"/>
              <a:gd name="connsiteY831" fmla="*/ 239240 h 6858000"/>
              <a:gd name="connsiteX832" fmla="*/ 5736947 w 7467600"/>
              <a:gd name="connsiteY832" fmla="*/ 261367 h 6858000"/>
              <a:gd name="connsiteX833" fmla="*/ 5427012 w 7467600"/>
              <a:gd name="connsiteY833" fmla="*/ 311272 h 6858000"/>
              <a:gd name="connsiteX834" fmla="*/ 5147818 w 7467600"/>
              <a:gd name="connsiteY834" fmla="*/ 322112 h 6858000"/>
              <a:gd name="connsiteX835" fmla="*/ 5060854 w 7467600"/>
              <a:gd name="connsiteY835" fmla="*/ 311882 h 6858000"/>
              <a:gd name="connsiteX836" fmla="*/ 4945989 w 7467600"/>
              <a:gd name="connsiteY836" fmla="*/ 300516 h 6858000"/>
              <a:gd name="connsiteX837" fmla="*/ 5410479 w 7467600"/>
              <a:gd name="connsiteY837" fmla="*/ 348434 h 6858000"/>
              <a:gd name="connsiteX838" fmla="*/ 5805386 w 7467600"/>
              <a:gd name="connsiteY838" fmla="*/ 239240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882765 w 7467600"/>
              <a:gd name="connsiteY918" fmla="*/ 0 h 6858000"/>
              <a:gd name="connsiteX919" fmla="*/ 3721337 w 7467600"/>
              <a:gd name="connsiteY919" fmla="*/ 0 h 6858000"/>
              <a:gd name="connsiteX920" fmla="*/ 3797544 w 7467600"/>
              <a:gd name="connsiteY920" fmla="*/ 0 h 6858000"/>
              <a:gd name="connsiteX921" fmla="*/ 3775734 w 7467600"/>
              <a:gd name="connsiteY921" fmla="*/ 95131 h 6858000"/>
              <a:gd name="connsiteX922" fmla="*/ 3724807 w 7467600"/>
              <a:gd name="connsiteY922" fmla="*/ 272257 h 6858000"/>
              <a:gd name="connsiteX923" fmla="*/ 3726844 w 7467600"/>
              <a:gd name="connsiteY923" fmla="*/ 282988 h 6858000"/>
              <a:gd name="connsiteX924" fmla="*/ 3742664 w 7467600"/>
              <a:gd name="connsiteY924" fmla="*/ 279918 h 6858000"/>
              <a:gd name="connsiteX925" fmla="*/ 4103910 w 7467600"/>
              <a:gd name="connsiteY925" fmla="*/ 1161917 h 6858000"/>
              <a:gd name="connsiteX926" fmla="*/ 4020269 w 7467600"/>
              <a:gd name="connsiteY926" fmla="*/ 1200406 h 6858000"/>
              <a:gd name="connsiteX927" fmla="*/ 3674882 w 7467600"/>
              <a:gd name="connsiteY927" fmla="*/ 488524 h 6858000"/>
              <a:gd name="connsiteX928" fmla="*/ 3132682 w 7467600"/>
              <a:gd name="connsiteY928" fmla="*/ 1072284 h 6858000"/>
              <a:gd name="connsiteX929" fmla="*/ 2716346 w 7467600"/>
              <a:gd name="connsiteY929" fmla="*/ 1276376 h 6858000"/>
              <a:gd name="connsiteX930" fmla="*/ 2716772 w 7467600"/>
              <a:gd name="connsiteY930" fmla="*/ 1255462 h 6858000"/>
              <a:gd name="connsiteX931" fmla="*/ 3471096 w 7467600"/>
              <a:gd name="connsiteY931" fmla="*/ 437072 h 6858000"/>
              <a:gd name="connsiteX932" fmla="*/ 3639057 w 7467600"/>
              <a:gd name="connsiteY932" fmla="*/ 286334 h 6858000"/>
              <a:gd name="connsiteX933" fmla="*/ 3640309 w 7467600"/>
              <a:gd name="connsiteY933" fmla="*/ 284664 h 6858000"/>
              <a:gd name="connsiteX934" fmla="*/ 3646022 w 7467600"/>
              <a:gd name="connsiteY934" fmla="*/ 276711 h 6858000"/>
              <a:gd name="connsiteX935" fmla="*/ 3707943 w 7467600"/>
              <a:gd name="connsiteY935" fmla="*/ 65958 h 6858000"/>
              <a:gd name="connsiteX936" fmla="*/ 3721337 w 7467600"/>
              <a:gd name="connsiteY936" fmla="*/ 0 h 6858000"/>
              <a:gd name="connsiteX937" fmla="*/ 2867960 w 7467600"/>
              <a:gd name="connsiteY937" fmla="*/ 0 h 6858000"/>
              <a:gd name="connsiteX938" fmla="*/ 2926351 w 7467600"/>
              <a:gd name="connsiteY938" fmla="*/ 0 h 6858000"/>
              <a:gd name="connsiteX939" fmla="*/ 2902823 w 7467600"/>
              <a:gd name="connsiteY939" fmla="*/ 262929 h 6858000"/>
              <a:gd name="connsiteX940" fmla="*/ 2940663 w 7467600"/>
              <a:gd name="connsiteY940" fmla="*/ 140884 h 6858000"/>
              <a:gd name="connsiteX941" fmla="*/ 2947039 w 7467600"/>
              <a:gd name="connsiteY941" fmla="*/ 122524 h 6858000"/>
              <a:gd name="connsiteX942" fmla="*/ 2984316 w 7467600"/>
              <a:gd name="connsiteY942" fmla="*/ 0 h 6858000"/>
              <a:gd name="connsiteX943" fmla="*/ 3016114 w 7467600"/>
              <a:gd name="connsiteY943" fmla="*/ 0 h 6858000"/>
              <a:gd name="connsiteX944" fmla="*/ 2979949 w 7467600"/>
              <a:gd name="connsiteY944" fmla="*/ 119274 h 6858000"/>
              <a:gd name="connsiteX945" fmla="*/ 3023879 w 7467600"/>
              <a:gd name="connsiteY945" fmla="*/ 0 h 6858000"/>
              <a:gd name="connsiteX946" fmla="*/ 3105400 w 7467600"/>
              <a:gd name="connsiteY946" fmla="*/ 0 h 6858000"/>
              <a:gd name="connsiteX947" fmla="*/ 3094669 w 7467600"/>
              <a:gd name="connsiteY947" fmla="*/ 30308 h 6858000"/>
              <a:gd name="connsiteX948" fmla="*/ 2901945 w 7467600"/>
              <a:gd name="connsiteY948" fmla="*/ 466538 h 6858000"/>
              <a:gd name="connsiteX949" fmla="*/ 2815209 w 7467600"/>
              <a:gd name="connsiteY949" fmla="*/ 497361 h 6858000"/>
              <a:gd name="connsiteX950" fmla="*/ 2844845 w 7467600"/>
              <a:gd name="connsiteY950" fmla="*/ 127638 h 6858000"/>
              <a:gd name="connsiteX951" fmla="*/ 2867960 w 7467600"/>
              <a:gd name="connsiteY951" fmla="*/ 0 h 6858000"/>
              <a:gd name="connsiteX952" fmla="*/ 1057230 w 7467600"/>
              <a:gd name="connsiteY952" fmla="*/ 0 h 6858000"/>
              <a:gd name="connsiteX953" fmla="*/ 1111003 w 7467600"/>
              <a:gd name="connsiteY953" fmla="*/ 0 h 6858000"/>
              <a:gd name="connsiteX954" fmla="*/ 1125553 w 7467600"/>
              <a:gd name="connsiteY954" fmla="*/ 52588 h 6858000"/>
              <a:gd name="connsiteX955" fmla="*/ 1304276 w 7467600"/>
              <a:gd name="connsiteY955" fmla="*/ 476275 h 6858000"/>
              <a:gd name="connsiteX956" fmla="*/ 1492066 w 7467600"/>
              <a:gd name="connsiteY956" fmla="*/ 886333 h 6858000"/>
              <a:gd name="connsiteX957" fmla="*/ 1423698 w 7467600"/>
              <a:gd name="connsiteY957" fmla="*/ 710817 h 6858000"/>
              <a:gd name="connsiteX958" fmla="*/ 1357609 w 7467600"/>
              <a:gd name="connsiteY958" fmla="*/ 532892 h 6858000"/>
              <a:gd name="connsiteX959" fmla="*/ 1309550 w 7467600"/>
              <a:gd name="connsiteY959" fmla="*/ 374031 h 6858000"/>
              <a:gd name="connsiteX960" fmla="*/ 1193673 w 7467600"/>
              <a:gd name="connsiteY960" fmla="*/ 49533 h 6858000"/>
              <a:gd name="connsiteX961" fmla="*/ 1164391 w 7467600"/>
              <a:gd name="connsiteY961" fmla="*/ 0 h 6858000"/>
              <a:gd name="connsiteX962" fmla="*/ 1200666 w 7467600"/>
              <a:gd name="connsiteY962" fmla="*/ 0 h 6858000"/>
              <a:gd name="connsiteX963" fmla="*/ 1223408 w 7467600"/>
              <a:gd name="connsiteY963" fmla="*/ 38996 h 6858000"/>
              <a:gd name="connsiteX964" fmla="*/ 1339635 w 7467600"/>
              <a:gd name="connsiteY964" fmla="*/ 365517 h 6858000"/>
              <a:gd name="connsiteX965" fmla="*/ 1387469 w 7467600"/>
              <a:gd name="connsiteY965" fmla="*/ 523079 h 6858000"/>
              <a:gd name="connsiteX966" fmla="*/ 1452685 w 7467600"/>
              <a:gd name="connsiteY966" fmla="*/ 699806 h 6858000"/>
              <a:gd name="connsiteX967" fmla="*/ 1492092 w 7467600"/>
              <a:gd name="connsiteY967" fmla="*/ 800424 h 6858000"/>
              <a:gd name="connsiteX968" fmla="*/ 1455302 w 7467600"/>
              <a:gd name="connsiteY968" fmla="*/ 632913 h 6858000"/>
              <a:gd name="connsiteX969" fmla="*/ 1222336 w 7467600"/>
              <a:gd name="connsiteY969" fmla="*/ 9480 h 6858000"/>
              <a:gd name="connsiteX970" fmla="*/ 1214634 w 7467600"/>
              <a:gd name="connsiteY970" fmla="*/ 0 h 6858000"/>
              <a:gd name="connsiteX971" fmla="*/ 1289827 w 7467600"/>
              <a:gd name="connsiteY971" fmla="*/ 0 h 6858000"/>
              <a:gd name="connsiteX972" fmla="*/ 1321076 w 7467600"/>
              <a:gd name="connsiteY972" fmla="*/ 59722 h 6858000"/>
              <a:gd name="connsiteX973" fmla="*/ 1512579 w 7467600"/>
              <a:gd name="connsiteY973" fmla="*/ 626441 h 6858000"/>
              <a:gd name="connsiteX974" fmla="*/ 1506076 w 7467600"/>
              <a:gd name="connsiteY974" fmla="*/ 1089289 h 6858000"/>
              <a:gd name="connsiteX975" fmla="*/ 1486346 w 7467600"/>
              <a:gd name="connsiteY975" fmla="*/ 1079919 h 6858000"/>
              <a:gd name="connsiteX976" fmla="*/ 1070511 w 7467600"/>
              <a:gd name="connsiteY976" fmla="*/ 48609 h 6858000"/>
              <a:gd name="connsiteX977" fmla="*/ 1057230 w 7467600"/>
              <a:gd name="connsiteY977" fmla="*/ 0 h 6858000"/>
              <a:gd name="connsiteX978" fmla="*/ 43151 w 7467600"/>
              <a:gd name="connsiteY978" fmla="*/ 0 h 6858000"/>
              <a:gd name="connsiteX979" fmla="*/ 95283 w 7467600"/>
              <a:gd name="connsiteY979" fmla="*/ 0 h 6858000"/>
              <a:gd name="connsiteX980" fmla="*/ 300708 w 7467600"/>
              <a:gd name="connsiteY980" fmla="*/ 154571 h 6858000"/>
              <a:gd name="connsiteX981" fmla="*/ 530414 w 7467600"/>
              <a:gd name="connsiteY981" fmla="*/ 354673 h 6858000"/>
              <a:gd name="connsiteX982" fmla="*/ 333785 w 7467600"/>
              <a:gd name="connsiteY982" fmla="*/ 161564 h 6858000"/>
              <a:gd name="connsiteX983" fmla="*/ 147005 w 7467600"/>
              <a:gd name="connsiteY983" fmla="*/ 0 h 6858000"/>
              <a:gd name="connsiteX984" fmla="*/ 272509 w 7467600"/>
              <a:gd name="connsiteY984" fmla="*/ 0 h 6858000"/>
              <a:gd name="connsiteX985" fmla="*/ 326276 w 7467600"/>
              <a:gd name="connsiteY985" fmla="*/ 45847 h 6858000"/>
              <a:gd name="connsiteX986" fmla="*/ 823759 w 7467600"/>
              <a:gd name="connsiteY986" fmla="*/ 574145 h 6858000"/>
              <a:gd name="connsiteX987" fmla="*/ 811254 w 7467600"/>
              <a:gd name="connsiteY987" fmla="*/ 665546 h 6858000"/>
              <a:gd name="connsiteX988" fmla="*/ 154042 w 7467600"/>
              <a:gd name="connsiteY988" fmla="*/ 261522 h 6858000"/>
              <a:gd name="connsiteX989" fmla="*/ 13550 w 7467600"/>
              <a:gd name="connsiteY989" fmla="*/ 158423 h 6858000"/>
              <a:gd name="connsiteX990" fmla="*/ 0 w 7467600"/>
              <a:gd name="connsiteY990" fmla="*/ 146618 h 6858000"/>
              <a:gd name="connsiteX991" fmla="*/ 0 w 7467600"/>
              <a:gd name="connsiteY991" fmla="*/ 59161 h 6858000"/>
              <a:gd name="connsiteX992" fmla="*/ 45427 w 7467600"/>
              <a:gd name="connsiteY992" fmla="*/ 101078 h 6858000"/>
              <a:gd name="connsiteX993" fmla="*/ 630103 w 7467600"/>
              <a:gd name="connsiteY993" fmla="*/ 485885 h 6858000"/>
              <a:gd name="connsiteX994" fmla="*/ 532040 w 7467600"/>
              <a:gd name="connsiteY994" fmla="*/ 399359 h 6858000"/>
              <a:gd name="connsiteX995" fmla="*/ 517618 w 7467600"/>
              <a:gd name="connsiteY995" fmla="*/ 385726 h 6858000"/>
              <a:gd name="connsiteX996" fmla="*/ 285074 w 7467600"/>
              <a:gd name="connsiteY996" fmla="*/ 182755 h 6858000"/>
              <a:gd name="connsiteX997" fmla="*/ 43151 w 7467600"/>
              <a:gd name="connsiteY99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53035 w 7467600"/>
              <a:gd name="connsiteY127" fmla="*/ 519731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1903353 w 7467600"/>
              <a:gd name="connsiteY141" fmla="*/ 5044827 h 6858000"/>
              <a:gd name="connsiteX142" fmla="*/ 1936931 w 7467600"/>
              <a:gd name="connsiteY142" fmla="*/ 5093954 h 6858000"/>
              <a:gd name="connsiteX143" fmla="*/ 2195868 w 7467600"/>
              <a:gd name="connsiteY143" fmla="*/ 5396574 h 6858000"/>
              <a:gd name="connsiteX144" fmla="*/ 2088852 w 7467600"/>
              <a:gd name="connsiteY144" fmla="*/ 5166123 h 6858000"/>
              <a:gd name="connsiteX145" fmla="*/ 1958241 w 7467600"/>
              <a:gd name="connsiteY145" fmla="*/ 5067955 h 6858000"/>
              <a:gd name="connsiteX146" fmla="*/ 1903353 w 7467600"/>
              <a:gd name="connsiteY146" fmla="*/ 5044827 h 6858000"/>
              <a:gd name="connsiteX147" fmla="*/ 1979378 w 7467600"/>
              <a:gd name="connsiteY147" fmla="*/ 4769504 h 6858000"/>
              <a:gd name="connsiteX148" fmla="*/ 2882120 w 7467600"/>
              <a:gd name="connsiteY148" fmla="*/ 5064547 h 6858000"/>
              <a:gd name="connsiteX149" fmla="*/ 2793103 w 7467600"/>
              <a:gd name="connsiteY149" fmla="*/ 5039699 h 6858000"/>
              <a:gd name="connsiteX150" fmla="*/ 2770041 w 7467600"/>
              <a:gd name="connsiteY150" fmla="*/ 5033634 h 6858000"/>
              <a:gd name="connsiteX151" fmla="*/ 1979378 w 7467600"/>
              <a:gd name="connsiteY151" fmla="*/ 4769504 h 6858000"/>
              <a:gd name="connsiteX152" fmla="*/ 1927410 w 7467600"/>
              <a:gd name="connsiteY152" fmla="*/ 4716164 h 6858000"/>
              <a:gd name="connsiteX153" fmla="*/ 1959587 w 7467600"/>
              <a:gd name="connsiteY153" fmla="*/ 4728849 h 6858000"/>
              <a:gd name="connsiteX154" fmla="*/ 2777707 w 7467600"/>
              <a:gd name="connsiteY154" fmla="*/ 5003991 h 6858000"/>
              <a:gd name="connsiteX155" fmla="*/ 2800768 w 7467600"/>
              <a:gd name="connsiteY155" fmla="*/ 5010056 h 6858000"/>
              <a:gd name="connsiteX156" fmla="*/ 2879408 w 7467600"/>
              <a:gd name="connsiteY156" fmla="*/ 5031590 h 6858000"/>
              <a:gd name="connsiteX157" fmla="*/ 2862295 w 7467600"/>
              <a:gd name="connsiteY157" fmla="*/ 5022958 h 6858000"/>
              <a:gd name="connsiteX158" fmla="*/ 2813343 w 7467600"/>
              <a:gd name="connsiteY158" fmla="*/ 4998369 h 6858000"/>
              <a:gd name="connsiteX159" fmla="*/ 2646245 w 7467600"/>
              <a:gd name="connsiteY159" fmla="*/ 4930999 h 6858000"/>
              <a:gd name="connsiteX160" fmla="*/ 1999243 w 7467600"/>
              <a:gd name="connsiteY160" fmla="*/ 4730524 h 6858000"/>
              <a:gd name="connsiteX161" fmla="*/ 1979527 w 7467600"/>
              <a:gd name="connsiteY161" fmla="*/ 4726651 h 6858000"/>
              <a:gd name="connsiteX162" fmla="*/ 1927410 w 7467600"/>
              <a:gd name="connsiteY162" fmla="*/ 4716164 h 6858000"/>
              <a:gd name="connsiteX163" fmla="*/ 1997014 w 7467600"/>
              <a:gd name="connsiteY163" fmla="*/ 4698007 h 6858000"/>
              <a:gd name="connsiteX164" fmla="*/ 2005458 w 7467600"/>
              <a:gd name="connsiteY164" fmla="*/ 4699540 h 6858000"/>
              <a:gd name="connsiteX165" fmla="*/ 2657186 w 7467600"/>
              <a:gd name="connsiteY165" fmla="*/ 4901687 h 6858000"/>
              <a:gd name="connsiteX166" fmla="*/ 2826662 w 7467600"/>
              <a:gd name="connsiteY166" fmla="*/ 4970362 h 6858000"/>
              <a:gd name="connsiteX167" fmla="*/ 2876100 w 7467600"/>
              <a:gd name="connsiteY167" fmla="*/ 4995397 h 6858000"/>
              <a:gd name="connsiteX168" fmla="*/ 3042600 w 7467600"/>
              <a:gd name="connsiteY168" fmla="*/ 5059532 h 6858000"/>
              <a:gd name="connsiteX169" fmla="*/ 1997014 w 7467600"/>
              <a:gd name="connsiteY169" fmla="*/ 4698007 h 6858000"/>
              <a:gd name="connsiteX170" fmla="*/ 2305292 w 7467600"/>
              <a:gd name="connsiteY170" fmla="*/ 4219492 h 6858000"/>
              <a:gd name="connsiteX171" fmla="*/ 3360922 w 7467600"/>
              <a:gd name="connsiteY171" fmla="*/ 4529373 h 6858000"/>
              <a:gd name="connsiteX172" fmla="*/ 3492420 w 7467600"/>
              <a:gd name="connsiteY172" fmla="*/ 4510145 h 6858000"/>
              <a:gd name="connsiteX173" fmla="*/ 3364086 w 7467600"/>
              <a:gd name="connsiteY173" fmla="*/ 4480340 h 6858000"/>
              <a:gd name="connsiteX174" fmla="*/ 3225818 w 7467600"/>
              <a:gd name="connsiteY174" fmla="*/ 4411822 h 6858000"/>
              <a:gd name="connsiteX175" fmla="*/ 3129696 w 7467600"/>
              <a:gd name="connsiteY175" fmla="*/ 4360704 h 6858000"/>
              <a:gd name="connsiteX176" fmla="*/ 2814545 w 7467600"/>
              <a:gd name="connsiteY176" fmla="*/ 4282955 h 6858000"/>
              <a:gd name="connsiteX177" fmla="*/ 2305292 w 7467600"/>
              <a:gd name="connsiteY177" fmla="*/ 4219492 h 6858000"/>
              <a:gd name="connsiteX178" fmla="*/ 2626982 w 7467600"/>
              <a:gd name="connsiteY178" fmla="*/ 4206450 h 6858000"/>
              <a:gd name="connsiteX179" fmla="*/ 2490617 w 7467600"/>
              <a:gd name="connsiteY179" fmla="*/ 4206951 h 6858000"/>
              <a:gd name="connsiteX180" fmla="*/ 2819869 w 7467600"/>
              <a:gd name="connsiteY180" fmla="*/ 4252936 h 6858000"/>
              <a:gd name="connsiteX181" fmla="*/ 3143018 w 7467600"/>
              <a:gd name="connsiteY181" fmla="*/ 4332698 h 6858000"/>
              <a:gd name="connsiteX182" fmla="*/ 3241520 w 7467600"/>
              <a:gd name="connsiteY182" fmla="*/ 4385112 h 6858000"/>
              <a:gd name="connsiteX183" fmla="*/ 3374575 w 7467600"/>
              <a:gd name="connsiteY183" fmla="*/ 4451517 h 6858000"/>
              <a:gd name="connsiteX184" fmla="*/ 3505221 w 7467600"/>
              <a:gd name="connsiteY184" fmla="*/ 4480757 h 6858000"/>
              <a:gd name="connsiteX185" fmla="*/ 2626982 w 7467600"/>
              <a:gd name="connsiteY185" fmla="*/ 4206450 h 6858000"/>
              <a:gd name="connsiteX186" fmla="*/ 1310106 w 7467600"/>
              <a:gd name="connsiteY186" fmla="*/ 3943217 h 6858000"/>
              <a:gd name="connsiteX187" fmla="*/ 854994 w 7467600"/>
              <a:gd name="connsiteY187" fmla="*/ 4399136 h 6858000"/>
              <a:gd name="connsiteX188" fmla="*/ 742462 w 7467600"/>
              <a:gd name="connsiteY188" fmla="*/ 4594648 h 6858000"/>
              <a:gd name="connsiteX189" fmla="*/ 820602 w 7467600"/>
              <a:gd name="connsiteY189" fmla="*/ 4485915 h 6858000"/>
              <a:gd name="connsiteX190" fmla="*/ 878295 w 7467600"/>
              <a:gd name="connsiteY190" fmla="*/ 4403594 h 6858000"/>
              <a:gd name="connsiteX191" fmla="*/ 1240607 w 7467600"/>
              <a:gd name="connsiteY191" fmla="*/ 4010401 h 6858000"/>
              <a:gd name="connsiteX192" fmla="*/ 1310106 w 7467600"/>
              <a:gd name="connsiteY192" fmla="*/ 3943217 h 6858000"/>
              <a:gd name="connsiteX193" fmla="*/ 1423113 w 7467600"/>
              <a:gd name="connsiteY193" fmla="*/ 3874565 h 6858000"/>
              <a:gd name="connsiteX194" fmla="*/ 1260565 w 7467600"/>
              <a:gd name="connsiteY194" fmla="*/ 4031982 h 6858000"/>
              <a:gd name="connsiteX195" fmla="*/ 901900 w 7467600"/>
              <a:gd name="connsiteY195" fmla="*/ 4421236 h 6858000"/>
              <a:gd name="connsiteX196" fmla="*/ 845044 w 7467600"/>
              <a:gd name="connsiteY196" fmla="*/ 4502436 h 6858000"/>
              <a:gd name="connsiteX197" fmla="*/ 685926 w 7467600"/>
              <a:gd name="connsiteY197" fmla="*/ 4703069 h 6858000"/>
              <a:gd name="connsiteX198" fmla="*/ 684248 w 7467600"/>
              <a:gd name="connsiteY198" fmla="*/ 4706721 h 6858000"/>
              <a:gd name="connsiteX199" fmla="*/ 1423113 w 7467600"/>
              <a:gd name="connsiteY199" fmla="*/ 3874565 h 6858000"/>
              <a:gd name="connsiteX200" fmla="*/ 3316479 w 7467600"/>
              <a:gd name="connsiteY200" fmla="*/ 3872136 h 6858000"/>
              <a:gd name="connsiteX201" fmla="*/ 3546806 w 7467600"/>
              <a:gd name="connsiteY201" fmla="*/ 4356139 h 6858000"/>
              <a:gd name="connsiteX202" fmla="*/ 3364433 w 7467600"/>
              <a:gd name="connsiteY202" fmla="*/ 3953121 h 6858000"/>
              <a:gd name="connsiteX203" fmla="*/ 3316479 w 7467600"/>
              <a:gd name="connsiteY203" fmla="*/ 3872136 h 6858000"/>
              <a:gd name="connsiteX204" fmla="*/ 3291335 w 7467600"/>
              <a:gd name="connsiteY204" fmla="*/ 3767420 h 6858000"/>
              <a:gd name="connsiteX205" fmla="*/ 3390805 w 7467600"/>
              <a:gd name="connsiteY205" fmla="*/ 3937163 h 6858000"/>
              <a:gd name="connsiteX206" fmla="*/ 3579062 w 7467600"/>
              <a:gd name="connsiteY206" fmla="*/ 4359040 h 6858000"/>
              <a:gd name="connsiteX207" fmla="*/ 3467355 w 7467600"/>
              <a:gd name="connsiteY207" fmla="*/ 3988130 h 6858000"/>
              <a:gd name="connsiteX208" fmla="*/ 3310753 w 7467600"/>
              <a:gd name="connsiteY208" fmla="*/ 3787140 h 6858000"/>
              <a:gd name="connsiteX209" fmla="*/ 3291335 w 7467600"/>
              <a:gd name="connsiteY209" fmla="*/ 3767420 h 6858000"/>
              <a:gd name="connsiteX210" fmla="*/ 1635889 w 7467600"/>
              <a:gd name="connsiteY210" fmla="*/ 3709494 h 6858000"/>
              <a:gd name="connsiteX211" fmla="*/ 1634800 w 7467600"/>
              <a:gd name="connsiteY211" fmla="*/ 3731111 h 6858000"/>
              <a:gd name="connsiteX212" fmla="*/ 1635889 w 7467600"/>
              <a:gd name="connsiteY212" fmla="*/ 3709494 h 6858000"/>
              <a:gd name="connsiteX213" fmla="*/ 1510397 w 7467600"/>
              <a:gd name="connsiteY213" fmla="*/ 3684705 h 6858000"/>
              <a:gd name="connsiteX214" fmla="*/ 1146550 w 7467600"/>
              <a:gd name="connsiteY214" fmla="*/ 3802012 h 6858000"/>
              <a:gd name="connsiteX215" fmla="*/ 698834 w 7467600"/>
              <a:gd name="connsiteY215" fmla="*/ 3952272 h 6858000"/>
              <a:gd name="connsiteX216" fmla="*/ 34256 w 7467600"/>
              <a:gd name="connsiteY216" fmla="*/ 4347603 h 6858000"/>
              <a:gd name="connsiteX217" fmla="*/ 527241 w 7467600"/>
              <a:gd name="connsiteY217" fmla="*/ 4065078 h 6858000"/>
              <a:gd name="connsiteX218" fmla="*/ 1510397 w 7467600"/>
              <a:gd name="connsiteY218" fmla="*/ 3684705 h 6858000"/>
              <a:gd name="connsiteX219" fmla="*/ 1313114 w 7467600"/>
              <a:gd name="connsiteY219" fmla="*/ 3655216 h 6858000"/>
              <a:gd name="connsiteX220" fmla="*/ 1109304 w 7467600"/>
              <a:gd name="connsiteY220" fmla="*/ 3669030 h 6858000"/>
              <a:gd name="connsiteX221" fmla="*/ 8129 w 7467600"/>
              <a:gd name="connsiteY221" fmla="*/ 4330519 h 6858000"/>
              <a:gd name="connsiteX222" fmla="*/ 687572 w 7467600"/>
              <a:gd name="connsiteY222" fmla="*/ 3925629 h 6858000"/>
              <a:gd name="connsiteX223" fmla="*/ 1138365 w 7467600"/>
              <a:gd name="connsiteY223" fmla="*/ 3774515 h 6858000"/>
              <a:gd name="connsiteX224" fmla="*/ 1505579 w 7467600"/>
              <a:gd name="connsiteY224" fmla="*/ 3655526 h 6858000"/>
              <a:gd name="connsiteX225" fmla="*/ 1313114 w 7467600"/>
              <a:gd name="connsiteY225" fmla="*/ 3655216 h 6858000"/>
              <a:gd name="connsiteX226" fmla="*/ 3655073 w 7467600"/>
              <a:gd name="connsiteY226" fmla="*/ 3650884 h 6858000"/>
              <a:gd name="connsiteX227" fmla="*/ 3989938 w 7467600"/>
              <a:gd name="connsiteY227" fmla="*/ 3991685 h 6858000"/>
              <a:gd name="connsiteX228" fmla="*/ 4393907 w 7467600"/>
              <a:gd name="connsiteY228" fmla="*/ 4261258 h 6858000"/>
              <a:gd name="connsiteX229" fmla="*/ 4648051 w 7467600"/>
              <a:gd name="connsiteY229" fmla="*/ 4374051 h 6858000"/>
              <a:gd name="connsiteX230" fmla="*/ 4383389 w 7467600"/>
              <a:gd name="connsiteY230" fmla="*/ 4184369 h 6858000"/>
              <a:gd name="connsiteX231" fmla="*/ 4165508 w 7467600"/>
              <a:gd name="connsiteY231" fmla="*/ 4035196 h 6858000"/>
              <a:gd name="connsiteX232" fmla="*/ 4068162 w 7467600"/>
              <a:gd name="connsiteY232" fmla="*/ 3953394 h 6858000"/>
              <a:gd name="connsiteX233" fmla="*/ 3981416 w 7467600"/>
              <a:gd name="connsiteY233" fmla="*/ 3880482 h 6858000"/>
              <a:gd name="connsiteX234" fmla="*/ 3800147 w 7467600"/>
              <a:gd name="connsiteY234" fmla="*/ 3749872 h 6858000"/>
              <a:gd name="connsiteX235" fmla="*/ 3655073 w 7467600"/>
              <a:gd name="connsiteY235" fmla="*/ 3650884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5425834 w 7467600"/>
              <a:gd name="connsiteY266" fmla="*/ 3162785 h 6858000"/>
              <a:gd name="connsiteX267" fmla="*/ 1318687 w 7467600"/>
              <a:gd name="connsiteY267" fmla="*/ 3113840 h 6858000"/>
              <a:gd name="connsiteX268" fmla="*/ 1066793 w 7467600"/>
              <a:gd name="connsiteY268" fmla="*/ 3212171 h 6858000"/>
              <a:gd name="connsiteX269" fmla="*/ 993319 w 7467600"/>
              <a:gd name="connsiteY269" fmla="*/ 3247648 h 6858000"/>
              <a:gd name="connsiteX270" fmla="*/ 853081 w 7467600"/>
              <a:gd name="connsiteY270" fmla="*/ 3312410 h 6858000"/>
              <a:gd name="connsiteX271" fmla="*/ 805957 w 7467600"/>
              <a:gd name="connsiteY271" fmla="*/ 3330443 h 6858000"/>
              <a:gd name="connsiteX272" fmla="*/ 1318687 w 7467600"/>
              <a:gd name="connsiteY272" fmla="*/ 3113840 h 6858000"/>
              <a:gd name="connsiteX273" fmla="*/ 5453702 w 7467600"/>
              <a:gd name="connsiteY273" fmla="*/ 3090882 h 6858000"/>
              <a:gd name="connsiteX274" fmla="*/ 5480135 w 7467600"/>
              <a:gd name="connsiteY274" fmla="*/ 3565802 h 6858000"/>
              <a:gd name="connsiteX275" fmla="*/ 5499023 w 7467600"/>
              <a:gd name="connsiteY275" fmla="*/ 4166310 h 6858000"/>
              <a:gd name="connsiteX276" fmla="*/ 5547022 w 7467600"/>
              <a:gd name="connsiteY276" fmla="*/ 3607838 h 6858000"/>
              <a:gd name="connsiteX277" fmla="*/ 5515964 w 7467600"/>
              <a:gd name="connsiteY277" fmla="*/ 3378541 h 6858000"/>
              <a:gd name="connsiteX278" fmla="*/ 5453702 w 7467600"/>
              <a:gd name="connsiteY278" fmla="*/ 3090882 h 6858000"/>
              <a:gd name="connsiteX279" fmla="*/ 1238695 w 7467600"/>
              <a:gd name="connsiteY279" fmla="*/ 3076820 h 6858000"/>
              <a:gd name="connsiteX280" fmla="*/ 716371 w 7467600"/>
              <a:gd name="connsiteY280" fmla="*/ 3293249 h 6858000"/>
              <a:gd name="connsiteX281" fmla="*/ 579522 w 7467600"/>
              <a:gd name="connsiteY281" fmla="*/ 3371759 h 6858000"/>
              <a:gd name="connsiteX282" fmla="*/ 600288 w 7467600"/>
              <a:gd name="connsiteY282" fmla="*/ 3365555 h 6858000"/>
              <a:gd name="connsiteX283" fmla="*/ 840692 w 7467600"/>
              <a:gd name="connsiteY283" fmla="*/ 3284921 h 6858000"/>
              <a:gd name="connsiteX284" fmla="*/ 979248 w 7467600"/>
              <a:gd name="connsiteY284" fmla="*/ 3221003 h 6858000"/>
              <a:gd name="connsiteX285" fmla="*/ 1053282 w 7467600"/>
              <a:gd name="connsiteY285" fmla="*/ 3185247 h 6858000"/>
              <a:gd name="connsiteX286" fmla="*/ 1320603 w 7467600"/>
              <a:gd name="connsiteY286" fmla="*/ 3081281 h 6858000"/>
              <a:gd name="connsiteX287" fmla="*/ 1238695 w 7467600"/>
              <a:gd name="connsiteY287" fmla="*/ 3076820 h 6858000"/>
              <a:gd name="connsiteX288" fmla="*/ 5425627 w 7467600"/>
              <a:gd name="connsiteY288" fmla="*/ 2954192 h 6858000"/>
              <a:gd name="connsiteX289" fmla="*/ 5470770 w 7467600"/>
              <a:gd name="connsiteY289" fmla="*/ 3005435 h 6858000"/>
              <a:gd name="connsiteX290" fmla="*/ 5519779 w 7467600"/>
              <a:gd name="connsiteY290" fmla="*/ 4359223 h 6858000"/>
              <a:gd name="connsiteX291" fmla="*/ 5520293 w 7467600"/>
              <a:gd name="connsiteY291" fmla="*/ 4360602 h 6858000"/>
              <a:gd name="connsiteX292" fmla="*/ 5767221 w 7467600"/>
              <a:gd name="connsiteY292" fmla="*/ 4665564 h 6858000"/>
              <a:gd name="connsiteX293" fmla="*/ 6937169 w 7467600"/>
              <a:gd name="connsiteY293" fmla="*/ 4815941 h 6858000"/>
              <a:gd name="connsiteX294" fmla="*/ 6953922 w 7467600"/>
              <a:gd name="connsiteY294" fmla="*/ 4890068 h 6858000"/>
              <a:gd name="connsiteX295" fmla="*/ 6071359 w 7467600"/>
              <a:gd name="connsiteY295" fmla="*/ 4770770 h 6858000"/>
              <a:gd name="connsiteX296" fmla="*/ 6038839 w 7467600"/>
              <a:gd name="connsiteY296" fmla="*/ 4764474 h 6858000"/>
              <a:gd name="connsiteX297" fmla="*/ 6038706 w 7467600"/>
              <a:gd name="connsiteY297" fmla="*/ 4763847 h 6858000"/>
              <a:gd name="connsiteX298" fmla="*/ 6037784 w 7467600"/>
              <a:gd name="connsiteY298" fmla="*/ 4764270 h 6858000"/>
              <a:gd name="connsiteX299" fmla="*/ 6038839 w 7467600"/>
              <a:gd name="connsiteY299" fmla="*/ 4764474 h 6858000"/>
              <a:gd name="connsiteX300" fmla="*/ 6040338 w 7467600"/>
              <a:gd name="connsiteY300" fmla="*/ 4771418 h 6858000"/>
              <a:gd name="connsiteX301" fmla="*/ 6024488 w 7467600"/>
              <a:gd name="connsiteY301" fmla="*/ 4809903 h 6858000"/>
              <a:gd name="connsiteX302" fmla="*/ 5599771 w 7467600"/>
              <a:gd name="connsiteY302" fmla="*/ 5509652 h 6858000"/>
              <a:gd name="connsiteX303" fmla="*/ 5548843 w 7467600"/>
              <a:gd name="connsiteY303" fmla="*/ 5563845 h 6858000"/>
              <a:gd name="connsiteX304" fmla="*/ 5940952 w 7467600"/>
              <a:gd name="connsiteY304" fmla="*/ 6250028 h 6858000"/>
              <a:gd name="connsiteX305" fmla="*/ 6043441 w 7467600"/>
              <a:gd name="connsiteY305" fmla="*/ 6665847 h 6858000"/>
              <a:gd name="connsiteX306" fmla="*/ 6093432 w 7467600"/>
              <a:gd name="connsiteY306" fmla="*/ 6858000 h 6858000"/>
              <a:gd name="connsiteX307" fmla="*/ 6034344 w 7467600"/>
              <a:gd name="connsiteY307" fmla="*/ 6858000 h 6858000"/>
              <a:gd name="connsiteX308" fmla="*/ 6026679 w 7467600"/>
              <a:gd name="connsiteY308" fmla="*/ 6836959 h 6858000"/>
              <a:gd name="connsiteX309" fmla="*/ 5800441 w 7467600"/>
              <a:gd name="connsiteY309" fmla="*/ 6335286 h 6858000"/>
              <a:gd name="connsiteX310" fmla="*/ 5526562 w 7467600"/>
              <a:gd name="connsiteY310" fmla="*/ 5705388 h 6858000"/>
              <a:gd name="connsiteX311" fmla="*/ 5519640 w 7467600"/>
              <a:gd name="connsiteY311" fmla="*/ 5683774 h 6858000"/>
              <a:gd name="connsiteX312" fmla="*/ 5844559 w 7467600"/>
              <a:gd name="connsiteY312" fmla="*/ 6553349 h 6858000"/>
              <a:gd name="connsiteX313" fmla="*/ 5975994 w 7467600"/>
              <a:gd name="connsiteY313" fmla="*/ 6858000 h 6858000"/>
              <a:gd name="connsiteX314" fmla="*/ 5898547 w 7467600"/>
              <a:gd name="connsiteY314" fmla="*/ 6858000 h 6858000"/>
              <a:gd name="connsiteX315" fmla="*/ 5682041 w 7467600"/>
              <a:gd name="connsiteY315" fmla="*/ 6355860 h 6858000"/>
              <a:gd name="connsiteX316" fmla="*/ 5461758 w 7467600"/>
              <a:gd name="connsiteY316" fmla="*/ 5820220 h 6858000"/>
              <a:gd name="connsiteX317" fmla="*/ 5237282 w 7467600"/>
              <a:gd name="connsiteY317" fmla="*/ 6579086 h 6858000"/>
              <a:gd name="connsiteX318" fmla="*/ 5115009 w 7467600"/>
              <a:gd name="connsiteY318" fmla="*/ 6858000 h 6858000"/>
              <a:gd name="connsiteX319" fmla="*/ 5028074 w 7467600"/>
              <a:gd name="connsiteY319" fmla="*/ 6858000 h 6858000"/>
              <a:gd name="connsiteX320" fmla="*/ 5079508 w 7467600"/>
              <a:gd name="connsiteY320" fmla="*/ 6749074 h 6858000"/>
              <a:gd name="connsiteX321" fmla="*/ 5371846 w 7467600"/>
              <a:gd name="connsiteY321" fmla="*/ 5924413 h 6858000"/>
              <a:gd name="connsiteX322" fmla="*/ 5270512 w 7467600"/>
              <a:gd name="connsiteY322" fmla="*/ 6138975 h 6858000"/>
              <a:gd name="connsiteX323" fmla="*/ 5062409 w 7467600"/>
              <a:gd name="connsiteY323" fmla="*/ 6653544 h 6858000"/>
              <a:gd name="connsiteX324" fmla="*/ 5036628 w 7467600"/>
              <a:gd name="connsiteY324" fmla="*/ 6754247 h 6858000"/>
              <a:gd name="connsiteX325" fmla="*/ 5009112 w 7467600"/>
              <a:gd name="connsiteY325" fmla="*/ 6858000 h 6858000"/>
              <a:gd name="connsiteX326" fmla="*/ 4976679 w 7467600"/>
              <a:gd name="connsiteY326" fmla="*/ 6858000 h 6858000"/>
              <a:gd name="connsiteX327" fmla="*/ 5006537 w 7467600"/>
              <a:gd name="connsiteY327" fmla="*/ 6747068 h 6858000"/>
              <a:gd name="connsiteX328" fmla="*/ 5032723 w 7467600"/>
              <a:gd name="connsiteY328" fmla="*/ 6644957 h 6858000"/>
              <a:gd name="connsiteX329" fmla="*/ 5242949 w 7467600"/>
              <a:gd name="connsiteY329" fmla="*/ 6125175 h 6858000"/>
              <a:gd name="connsiteX330" fmla="*/ 5286321 w 7467600"/>
              <a:gd name="connsiteY330" fmla="*/ 6033555 h 6858000"/>
              <a:gd name="connsiteX331" fmla="*/ 5008210 w 7467600"/>
              <a:gd name="connsiteY331" fmla="*/ 6649194 h 6858000"/>
              <a:gd name="connsiteX332" fmla="*/ 4986321 w 7467600"/>
              <a:gd name="connsiteY332" fmla="*/ 6765687 h 6858000"/>
              <a:gd name="connsiteX333" fmla="*/ 4973474 w 7467600"/>
              <a:gd name="connsiteY333" fmla="*/ 6858000 h 6858000"/>
              <a:gd name="connsiteX334" fmla="*/ 4907178 w 7467600"/>
              <a:gd name="connsiteY334" fmla="*/ 6858000 h 6858000"/>
              <a:gd name="connsiteX335" fmla="*/ 4910810 w 7467600"/>
              <a:gd name="connsiteY335" fmla="*/ 6829660 h 6858000"/>
              <a:gd name="connsiteX336" fmla="*/ 4987461 w 7467600"/>
              <a:gd name="connsiteY336" fmla="*/ 6432994 h 6858000"/>
              <a:gd name="connsiteX337" fmla="*/ 5179262 w 7467600"/>
              <a:gd name="connsiteY337" fmla="*/ 6035044 h 6858000"/>
              <a:gd name="connsiteX338" fmla="*/ 4689678 w 7467600"/>
              <a:gd name="connsiteY338" fmla="*/ 6440241 h 6858000"/>
              <a:gd name="connsiteX339" fmla="*/ 4477543 w 7467600"/>
              <a:gd name="connsiteY339" fmla="*/ 6674836 h 6858000"/>
              <a:gd name="connsiteX340" fmla="*/ 4329957 w 7467600"/>
              <a:gd name="connsiteY340" fmla="*/ 6858000 h 6858000"/>
              <a:gd name="connsiteX341" fmla="*/ 4218595 w 7467600"/>
              <a:gd name="connsiteY341" fmla="*/ 6858000 h 6858000"/>
              <a:gd name="connsiteX342" fmla="*/ 4368888 w 7467600"/>
              <a:gd name="connsiteY342" fmla="*/ 6668412 h 6858000"/>
              <a:gd name="connsiteX343" fmla="*/ 4563091 w 7467600"/>
              <a:gd name="connsiteY343" fmla="*/ 6442508 h 6858000"/>
              <a:gd name="connsiteX344" fmla="*/ 5387324 w 7467600"/>
              <a:gd name="connsiteY344" fmla="*/ 5705830 h 6858000"/>
              <a:gd name="connsiteX345" fmla="*/ 5073620 w 7467600"/>
              <a:gd name="connsiteY345" fmla="*/ 5955437 h 6858000"/>
              <a:gd name="connsiteX346" fmla="*/ 4689789 w 7467600"/>
              <a:gd name="connsiteY346" fmla="*/ 6268382 h 6858000"/>
              <a:gd name="connsiteX347" fmla="*/ 4418722 w 7467600"/>
              <a:gd name="connsiteY347" fmla="*/ 6570886 h 6858000"/>
              <a:gd name="connsiteX348" fmla="*/ 4214944 w 7467600"/>
              <a:gd name="connsiteY348" fmla="*/ 6858000 h 6858000"/>
              <a:gd name="connsiteX349" fmla="*/ 4177898 w 7467600"/>
              <a:gd name="connsiteY349" fmla="*/ 6858000 h 6858000"/>
              <a:gd name="connsiteX350" fmla="*/ 4391597 w 7467600"/>
              <a:gd name="connsiteY350" fmla="*/ 6556370 h 6858000"/>
              <a:gd name="connsiteX351" fmla="*/ 4668889 w 7467600"/>
              <a:gd name="connsiteY351" fmla="*/ 6246399 h 6858000"/>
              <a:gd name="connsiteX352" fmla="*/ 5055427 w 7467600"/>
              <a:gd name="connsiteY352" fmla="*/ 5931476 h 6858000"/>
              <a:gd name="connsiteX353" fmla="*/ 5371814 w 7467600"/>
              <a:gd name="connsiteY353" fmla="*/ 5678975 h 6858000"/>
              <a:gd name="connsiteX354" fmla="*/ 4987918 w 7467600"/>
              <a:gd name="connsiteY354" fmla="*/ 5838701 h 6858000"/>
              <a:gd name="connsiteX355" fmla="*/ 4317146 w 7467600"/>
              <a:gd name="connsiteY355" fmla="*/ 6587716 h 6858000"/>
              <a:gd name="connsiteX356" fmla="*/ 4171627 w 7467600"/>
              <a:gd name="connsiteY356" fmla="*/ 6858000 h 6858000"/>
              <a:gd name="connsiteX357" fmla="*/ 4081585 w 7467600"/>
              <a:gd name="connsiteY357" fmla="*/ 6858000 h 6858000"/>
              <a:gd name="connsiteX358" fmla="*/ 4238603 w 7467600"/>
              <a:gd name="connsiteY358" fmla="*/ 6559341 h 6858000"/>
              <a:gd name="connsiteX359" fmla="*/ 4778333 w 7467600"/>
              <a:gd name="connsiteY359" fmla="*/ 5873626 h 6858000"/>
              <a:gd name="connsiteX360" fmla="*/ 5414185 w 7467600"/>
              <a:gd name="connsiteY360" fmla="*/ 5573882 h 6858000"/>
              <a:gd name="connsiteX361" fmla="*/ 5959648 w 7467600"/>
              <a:gd name="connsiteY361" fmla="*/ 4760797 h 6858000"/>
              <a:gd name="connsiteX362" fmla="*/ 5355019 w 7467600"/>
              <a:gd name="connsiteY362" fmla="*/ 4734672 h 6858000"/>
              <a:gd name="connsiteX363" fmla="*/ 5083565 w 7467600"/>
              <a:gd name="connsiteY363" fmla="*/ 5179121 h 6858000"/>
              <a:gd name="connsiteX364" fmla="*/ 4713577 w 7467600"/>
              <a:gd name="connsiteY364" fmla="*/ 5616803 h 6858000"/>
              <a:gd name="connsiteX365" fmla="*/ 3989559 w 7467600"/>
              <a:gd name="connsiteY365" fmla="*/ 6145945 h 6858000"/>
              <a:gd name="connsiteX366" fmla="*/ 3939824 w 7467600"/>
              <a:gd name="connsiteY366" fmla="*/ 6066900 h 6858000"/>
              <a:gd name="connsiteX367" fmla="*/ 4584537 w 7467600"/>
              <a:gd name="connsiteY367" fmla="*/ 5324826 h 6858000"/>
              <a:gd name="connsiteX368" fmla="*/ 5037105 w 7467600"/>
              <a:gd name="connsiteY368" fmla="*/ 5088765 h 6858000"/>
              <a:gd name="connsiteX369" fmla="*/ 5039930 w 7467600"/>
              <a:gd name="connsiteY369" fmla="*/ 5089585 h 6858000"/>
              <a:gd name="connsiteX370" fmla="*/ 5263764 w 7467600"/>
              <a:gd name="connsiteY370" fmla="*/ 4735525 h 6858000"/>
              <a:gd name="connsiteX371" fmla="*/ 4086300 w 7467600"/>
              <a:gd name="connsiteY371" fmla="*/ 4884599 h 6858000"/>
              <a:gd name="connsiteX372" fmla="*/ 4085485 w 7467600"/>
              <a:gd name="connsiteY372" fmla="*/ 4899070 h 6858000"/>
              <a:gd name="connsiteX373" fmla="*/ 3871915 w 7467600"/>
              <a:gd name="connsiteY373" fmla="*/ 5253645 h 6858000"/>
              <a:gd name="connsiteX374" fmla="*/ 3799374 w 7467600"/>
              <a:gd name="connsiteY374" fmla="*/ 5466127 h 6858000"/>
              <a:gd name="connsiteX375" fmla="*/ 3498850 w 7467600"/>
              <a:gd name="connsiteY375" fmla="*/ 6661888 h 6858000"/>
              <a:gd name="connsiteX376" fmla="*/ 3399216 w 7467600"/>
              <a:gd name="connsiteY376" fmla="*/ 6858000 h 6858000"/>
              <a:gd name="connsiteX377" fmla="*/ 3303688 w 7467600"/>
              <a:gd name="connsiteY377" fmla="*/ 6858000 h 6858000"/>
              <a:gd name="connsiteX378" fmla="*/ 3391774 w 7467600"/>
              <a:gd name="connsiteY378" fmla="*/ 6697181 h 6858000"/>
              <a:gd name="connsiteX379" fmla="*/ 3735540 w 7467600"/>
              <a:gd name="connsiteY379" fmla="*/ 5546923 h 6858000"/>
              <a:gd name="connsiteX380" fmla="*/ 3729438 w 7467600"/>
              <a:gd name="connsiteY380" fmla="*/ 5569058 h 6858000"/>
              <a:gd name="connsiteX381" fmla="*/ 3707782 w 7467600"/>
              <a:gd name="connsiteY381" fmla="*/ 5644908 h 6858000"/>
              <a:gd name="connsiteX382" fmla="*/ 3583827 w 7467600"/>
              <a:gd name="connsiteY382" fmla="*/ 6039215 h 6858000"/>
              <a:gd name="connsiteX383" fmla="*/ 3547861 w 7467600"/>
              <a:gd name="connsiteY383" fmla="*/ 6129609 h 6858000"/>
              <a:gd name="connsiteX384" fmla="*/ 3490905 w 7467600"/>
              <a:gd name="connsiteY384" fmla="*/ 6277660 h 6858000"/>
              <a:gd name="connsiteX385" fmla="*/ 3455859 w 7467600"/>
              <a:gd name="connsiteY385" fmla="*/ 6391301 h 6858000"/>
              <a:gd name="connsiteX386" fmla="*/ 3429112 w 7467600"/>
              <a:gd name="connsiteY386" fmla="*/ 6479469 h 6858000"/>
              <a:gd name="connsiteX387" fmla="*/ 3304862 w 7467600"/>
              <a:gd name="connsiteY387" fmla="*/ 6796476 h 6858000"/>
              <a:gd name="connsiteX388" fmla="*/ 3276071 w 7467600"/>
              <a:gd name="connsiteY388" fmla="*/ 6858000 h 6858000"/>
              <a:gd name="connsiteX389" fmla="*/ 3240805 w 7467600"/>
              <a:gd name="connsiteY389" fmla="*/ 6858000 h 6858000"/>
              <a:gd name="connsiteX390" fmla="*/ 3275917 w 7467600"/>
              <a:gd name="connsiteY390" fmla="*/ 6783192 h 6858000"/>
              <a:gd name="connsiteX391" fmla="*/ 3399358 w 7467600"/>
              <a:gd name="connsiteY391" fmla="*/ 6469011 h 6858000"/>
              <a:gd name="connsiteX392" fmla="*/ 3425650 w 7467600"/>
              <a:gd name="connsiteY392" fmla="*/ 6381333 h 6858000"/>
              <a:gd name="connsiteX393" fmla="*/ 3460661 w 7467600"/>
              <a:gd name="connsiteY393" fmla="*/ 6266763 h 6858000"/>
              <a:gd name="connsiteX394" fmla="*/ 3518021 w 7467600"/>
              <a:gd name="connsiteY394" fmla="*/ 6117298 h 6858000"/>
              <a:gd name="connsiteX395" fmla="*/ 3554035 w 7467600"/>
              <a:gd name="connsiteY395" fmla="*/ 6027832 h 6858000"/>
              <a:gd name="connsiteX396" fmla="*/ 3677174 w 7467600"/>
              <a:gd name="connsiteY396" fmla="*/ 5636351 h 6858000"/>
              <a:gd name="connsiteX397" fmla="*/ 3698819 w 7467600"/>
              <a:gd name="connsiteY397" fmla="*/ 5560503 h 6858000"/>
              <a:gd name="connsiteX398" fmla="*/ 3702094 w 7467600"/>
              <a:gd name="connsiteY398" fmla="*/ 5549194 h 6858000"/>
              <a:gd name="connsiteX399" fmla="*/ 3398355 w 7467600"/>
              <a:gd name="connsiteY399" fmla="*/ 6094603 h 6858000"/>
              <a:gd name="connsiteX400" fmla="*/ 3193941 w 7467600"/>
              <a:gd name="connsiteY400" fmla="*/ 6798775 h 6858000"/>
              <a:gd name="connsiteX401" fmla="*/ 3184140 w 7467600"/>
              <a:gd name="connsiteY401" fmla="*/ 6858000 h 6858000"/>
              <a:gd name="connsiteX402" fmla="*/ 3099978 w 7467600"/>
              <a:gd name="connsiteY402" fmla="*/ 6858000 h 6858000"/>
              <a:gd name="connsiteX403" fmla="*/ 3101556 w 7467600"/>
              <a:gd name="connsiteY403" fmla="*/ 6843337 h 6858000"/>
              <a:gd name="connsiteX404" fmla="*/ 3370162 w 7467600"/>
              <a:gd name="connsiteY404" fmla="*/ 5785550 h 6858000"/>
              <a:gd name="connsiteX405" fmla="*/ 3746477 w 7467600"/>
              <a:gd name="connsiteY405" fmla="*/ 5377889 h 6858000"/>
              <a:gd name="connsiteX406" fmla="*/ 3863399 w 7467600"/>
              <a:gd name="connsiteY406" fmla="*/ 5087257 h 6858000"/>
              <a:gd name="connsiteX407" fmla="*/ 3968712 w 7467600"/>
              <a:gd name="connsiteY407" fmla="*/ 4913989 h 6858000"/>
              <a:gd name="connsiteX408" fmla="*/ 2792390 w 7467600"/>
              <a:gd name="connsiteY408" fmla="*/ 5382974 h 6858000"/>
              <a:gd name="connsiteX409" fmla="*/ 2714982 w 7467600"/>
              <a:gd name="connsiteY409" fmla="*/ 5427051 h 6858000"/>
              <a:gd name="connsiteX410" fmla="*/ 2813361 w 7467600"/>
              <a:gd name="connsiteY410" fmla="*/ 6023912 h 6858000"/>
              <a:gd name="connsiteX411" fmla="*/ 2688430 w 7467600"/>
              <a:gd name="connsiteY411" fmla="*/ 6801564 h 6858000"/>
              <a:gd name="connsiteX412" fmla="*/ 2629626 w 7467600"/>
              <a:gd name="connsiteY412" fmla="*/ 6763394 h 6858000"/>
              <a:gd name="connsiteX413" fmla="*/ 2565328 w 7467600"/>
              <a:gd name="connsiteY413" fmla="*/ 5516399 h 6858000"/>
              <a:gd name="connsiteX414" fmla="*/ 1922999 w 7467600"/>
              <a:gd name="connsiteY414" fmla="*/ 5980343 h 6858000"/>
              <a:gd name="connsiteX415" fmla="*/ 1950261 w 7467600"/>
              <a:gd name="connsiteY415" fmla="*/ 6405858 h 6858000"/>
              <a:gd name="connsiteX416" fmla="*/ 2365554 w 7467600"/>
              <a:gd name="connsiteY416" fmla="*/ 6759107 h 6858000"/>
              <a:gd name="connsiteX417" fmla="*/ 2424142 w 7467600"/>
              <a:gd name="connsiteY417" fmla="*/ 6858000 h 6858000"/>
              <a:gd name="connsiteX418" fmla="*/ 2395994 w 7467600"/>
              <a:gd name="connsiteY418" fmla="*/ 6858000 h 6858000"/>
              <a:gd name="connsiteX419" fmla="*/ 2392863 w 7467600"/>
              <a:gd name="connsiteY419" fmla="*/ 6852964 h 6858000"/>
              <a:gd name="connsiteX420" fmla="*/ 2017589 w 7467600"/>
              <a:gd name="connsiteY420" fmla="*/ 6493982 h 6858000"/>
              <a:gd name="connsiteX421" fmla="*/ 2147336 w 7467600"/>
              <a:gd name="connsiteY421" fmla="*/ 6594052 h 6858000"/>
              <a:gd name="connsiteX422" fmla="*/ 2207047 w 7467600"/>
              <a:gd name="connsiteY422" fmla="*/ 6654540 h 6858000"/>
              <a:gd name="connsiteX423" fmla="*/ 2299106 w 7467600"/>
              <a:gd name="connsiteY423" fmla="*/ 6778931 h 6858000"/>
              <a:gd name="connsiteX424" fmla="*/ 2314430 w 7467600"/>
              <a:gd name="connsiteY424" fmla="*/ 6801144 h 6858000"/>
              <a:gd name="connsiteX425" fmla="*/ 2352406 w 7467600"/>
              <a:gd name="connsiteY425" fmla="*/ 6858000 h 6858000"/>
              <a:gd name="connsiteX426" fmla="*/ 2314492 w 7467600"/>
              <a:gd name="connsiteY426" fmla="*/ 6858000 h 6858000"/>
              <a:gd name="connsiteX427" fmla="*/ 2288095 w 7467600"/>
              <a:gd name="connsiteY427" fmla="*/ 6818030 h 6858000"/>
              <a:gd name="connsiteX428" fmla="*/ 2272768 w 7467600"/>
              <a:gd name="connsiteY428" fmla="*/ 6795822 h 6858000"/>
              <a:gd name="connsiteX429" fmla="*/ 2182715 w 7467600"/>
              <a:gd name="connsiteY429" fmla="*/ 6675071 h 6858000"/>
              <a:gd name="connsiteX430" fmla="*/ 2032061 w 7467600"/>
              <a:gd name="connsiteY430" fmla="*/ 6541380 h 6858000"/>
              <a:gd name="connsiteX431" fmla="*/ 2257220 w 7467600"/>
              <a:gd name="connsiteY431" fmla="*/ 6826257 h 6858000"/>
              <a:gd name="connsiteX432" fmla="*/ 2281324 w 7467600"/>
              <a:gd name="connsiteY432" fmla="*/ 6858000 h 6858000"/>
              <a:gd name="connsiteX433" fmla="*/ 2242860 w 7467600"/>
              <a:gd name="connsiteY433" fmla="*/ 6858000 h 6858000"/>
              <a:gd name="connsiteX434" fmla="*/ 2232818 w 7467600"/>
              <a:gd name="connsiteY434" fmla="*/ 6844926 h 6858000"/>
              <a:gd name="connsiteX435" fmla="*/ 1990172 w 7467600"/>
              <a:gd name="connsiteY435" fmla="*/ 6542121 h 6858000"/>
              <a:gd name="connsiteX436" fmla="*/ 2124090 w 7467600"/>
              <a:gd name="connsiteY436" fmla="*/ 6761017 h 6858000"/>
              <a:gd name="connsiteX437" fmla="*/ 2200380 w 7467600"/>
              <a:gd name="connsiteY437" fmla="*/ 6858000 h 6858000"/>
              <a:gd name="connsiteX438" fmla="*/ 2147507 w 7467600"/>
              <a:gd name="connsiteY438" fmla="*/ 6858000 h 6858000"/>
              <a:gd name="connsiteX439" fmla="*/ 2070668 w 7467600"/>
              <a:gd name="connsiteY439" fmla="*/ 6761520 h 6858000"/>
              <a:gd name="connsiteX440" fmla="*/ 1975142 w 7467600"/>
              <a:gd name="connsiteY440" fmla="*/ 6585570 h 6858000"/>
              <a:gd name="connsiteX441" fmla="*/ 2050035 w 7467600"/>
              <a:gd name="connsiteY441" fmla="*/ 6813345 h 6858000"/>
              <a:gd name="connsiteX442" fmla="*/ 2063025 w 7467600"/>
              <a:gd name="connsiteY442" fmla="*/ 6858000 h 6858000"/>
              <a:gd name="connsiteX443" fmla="*/ 2021675 w 7467600"/>
              <a:gd name="connsiteY443" fmla="*/ 6858000 h 6858000"/>
              <a:gd name="connsiteX444" fmla="*/ 2019308 w 7467600"/>
              <a:gd name="connsiteY444" fmla="*/ 6847118 h 6858000"/>
              <a:gd name="connsiteX445" fmla="*/ 1938835 w 7467600"/>
              <a:gd name="connsiteY445" fmla="*/ 6551160 h 6858000"/>
              <a:gd name="connsiteX446" fmla="*/ 1953230 w 7467600"/>
              <a:gd name="connsiteY446" fmla="*/ 6759699 h 6858000"/>
              <a:gd name="connsiteX447" fmla="*/ 1956763 w 7467600"/>
              <a:gd name="connsiteY447" fmla="*/ 6778191 h 6858000"/>
              <a:gd name="connsiteX448" fmla="*/ 1967925 w 7467600"/>
              <a:gd name="connsiteY448" fmla="*/ 6858000 h 6858000"/>
              <a:gd name="connsiteX449" fmla="*/ 1936622 w 7467600"/>
              <a:gd name="connsiteY449" fmla="*/ 6858000 h 6858000"/>
              <a:gd name="connsiteX450" fmla="*/ 1926261 w 7467600"/>
              <a:gd name="connsiteY450" fmla="*/ 6784064 h 6858000"/>
              <a:gd name="connsiteX451" fmla="*/ 1922724 w 7467600"/>
              <a:gd name="connsiteY451" fmla="*/ 6765577 h 6858000"/>
              <a:gd name="connsiteX452" fmla="*/ 1904650 w 7467600"/>
              <a:gd name="connsiteY452" fmla="*/ 6639616 h 6858000"/>
              <a:gd name="connsiteX453" fmla="*/ 1885273 w 7467600"/>
              <a:gd name="connsiteY453" fmla="*/ 6858000 h 6858000"/>
              <a:gd name="connsiteX454" fmla="*/ 1854363 w 7467600"/>
              <a:gd name="connsiteY454" fmla="*/ 6858000 h 6858000"/>
              <a:gd name="connsiteX455" fmla="*/ 1880391 w 7467600"/>
              <a:gd name="connsiteY455" fmla="*/ 6603796 h 6858000"/>
              <a:gd name="connsiteX456" fmla="*/ 1818273 w 7467600"/>
              <a:gd name="connsiteY456" fmla="*/ 6715729 h 6858000"/>
              <a:gd name="connsiteX457" fmla="*/ 1794691 w 7467600"/>
              <a:gd name="connsiteY457" fmla="*/ 6843239 h 6858000"/>
              <a:gd name="connsiteX458" fmla="*/ 1794914 w 7467600"/>
              <a:gd name="connsiteY458" fmla="*/ 6858000 h 6858000"/>
              <a:gd name="connsiteX459" fmla="*/ 1746128 w 7467600"/>
              <a:gd name="connsiteY459" fmla="*/ 6858000 h 6858000"/>
              <a:gd name="connsiteX460" fmla="*/ 1753934 w 7467600"/>
              <a:gd name="connsiteY460" fmla="*/ 6724796 h 6858000"/>
              <a:gd name="connsiteX461" fmla="*/ 1792053 w 7467600"/>
              <a:gd name="connsiteY461" fmla="*/ 6572396 h 6858000"/>
              <a:gd name="connsiteX462" fmla="*/ 1862248 w 7467600"/>
              <a:gd name="connsiteY462" fmla="*/ 6266397 h 6858000"/>
              <a:gd name="connsiteX463" fmla="*/ 1862250 w 7467600"/>
              <a:gd name="connsiteY463" fmla="*/ 6033531 h 6858000"/>
              <a:gd name="connsiteX464" fmla="*/ 1211999 w 7467600"/>
              <a:gd name="connsiteY464" fmla="*/ 6683610 h 6858000"/>
              <a:gd name="connsiteX465" fmla="*/ 1213266 w 7467600"/>
              <a:gd name="connsiteY465" fmla="*/ 6691947 h 6858000"/>
              <a:gd name="connsiteX466" fmla="*/ 1203370 w 7467600"/>
              <a:gd name="connsiteY466" fmla="*/ 6850676 h 6858000"/>
              <a:gd name="connsiteX467" fmla="*/ 1203671 w 7467600"/>
              <a:gd name="connsiteY467" fmla="*/ 6858000 h 6858000"/>
              <a:gd name="connsiteX468" fmla="*/ 1143180 w 7467600"/>
              <a:gd name="connsiteY468" fmla="*/ 6858000 h 6858000"/>
              <a:gd name="connsiteX469" fmla="*/ 1142176 w 7467600"/>
              <a:gd name="connsiteY469" fmla="*/ 6766045 h 6858000"/>
              <a:gd name="connsiteX470" fmla="*/ 1067484 w 7467600"/>
              <a:gd name="connsiteY470" fmla="*/ 6858000 h 6858000"/>
              <a:gd name="connsiteX471" fmla="*/ 953928 w 7467600"/>
              <a:gd name="connsiteY471" fmla="*/ 6858000 h 6858000"/>
              <a:gd name="connsiteX472" fmla="*/ 959715 w 7467600"/>
              <a:gd name="connsiteY472" fmla="*/ 6850185 h 6858000"/>
              <a:gd name="connsiteX473" fmla="*/ 1483788 w 7467600"/>
              <a:gd name="connsiteY473" fmla="*/ 6259174 h 6858000"/>
              <a:gd name="connsiteX474" fmla="*/ 1100671 w 7467600"/>
              <a:gd name="connsiteY474" fmla="*/ 6252137 h 6858000"/>
              <a:gd name="connsiteX475" fmla="*/ 1090144 w 7467600"/>
              <a:gd name="connsiteY475" fmla="*/ 6256748 h 6858000"/>
              <a:gd name="connsiteX476" fmla="*/ 1095872 w 7467600"/>
              <a:gd name="connsiteY476" fmla="*/ 6271892 h 6858000"/>
              <a:gd name="connsiteX477" fmla="*/ 262785 w 7467600"/>
              <a:gd name="connsiteY477" fmla="*/ 6845450 h 6858000"/>
              <a:gd name="connsiteX478" fmla="*/ 209968 w 7467600"/>
              <a:gd name="connsiteY478" fmla="*/ 6770713 h 6858000"/>
              <a:gd name="connsiteX479" fmla="*/ 873460 w 7467600"/>
              <a:gd name="connsiteY479" fmla="*/ 6253768 h 6858000"/>
              <a:gd name="connsiteX480" fmla="*/ 192686 w 7467600"/>
              <a:gd name="connsiteY480" fmla="*/ 5849257 h 6858000"/>
              <a:gd name="connsiteX481" fmla="*/ 4696 w 7467600"/>
              <a:gd name="connsiteY481" fmla="*/ 5697668 h 6858000"/>
              <a:gd name="connsiteX482" fmla="*/ 0 w 7467600"/>
              <a:gd name="connsiteY482" fmla="*/ 5689984 h 6858000"/>
              <a:gd name="connsiteX483" fmla="*/ 0 w 7467600"/>
              <a:gd name="connsiteY483" fmla="*/ 5513472 h 6858000"/>
              <a:gd name="connsiteX484" fmla="*/ 174101 w 7467600"/>
              <a:gd name="connsiteY484" fmla="*/ 5620277 h 6858000"/>
              <a:gd name="connsiteX485" fmla="*/ 891800 w 7467600"/>
              <a:gd name="connsiteY485" fmla="*/ 6036935 h 6858000"/>
              <a:gd name="connsiteX486" fmla="*/ 1072219 w 7467600"/>
              <a:gd name="connsiteY486" fmla="*/ 6169443 h 6858000"/>
              <a:gd name="connsiteX487" fmla="*/ 1074117 w 7467600"/>
              <a:gd name="connsiteY487" fmla="*/ 6170301 h 6858000"/>
              <a:gd name="connsiteX488" fmla="*/ 1083114 w 7467600"/>
              <a:gd name="connsiteY488" fmla="*/ 6174131 h 6858000"/>
              <a:gd name="connsiteX489" fmla="*/ 1543010 w 7467600"/>
              <a:gd name="connsiteY489" fmla="*/ 6191140 h 6858000"/>
              <a:gd name="connsiteX490" fmla="*/ 1551080 w 7467600"/>
              <a:gd name="connsiteY490" fmla="*/ 6195006 h 6858000"/>
              <a:gd name="connsiteX491" fmla="*/ 2345443 w 7467600"/>
              <a:gd name="connsiteY491" fmla="*/ 5549882 h 6858000"/>
              <a:gd name="connsiteX492" fmla="*/ 1721499 w 7467600"/>
              <a:gd name="connsiteY492" fmla="*/ 5599969 h 6858000"/>
              <a:gd name="connsiteX493" fmla="*/ 767716 w 7467600"/>
              <a:gd name="connsiteY493" fmla="*/ 5472768 h 6858000"/>
              <a:gd name="connsiteX494" fmla="*/ 722147 w 7467600"/>
              <a:gd name="connsiteY494" fmla="*/ 5393091 h 6858000"/>
              <a:gd name="connsiteX495" fmla="*/ 1485552 w 7467600"/>
              <a:gd name="connsiteY495" fmla="*/ 5313202 h 6858000"/>
              <a:gd name="connsiteX496" fmla="*/ 2143004 w 7467600"/>
              <a:gd name="connsiteY496" fmla="*/ 5402420 h 6858000"/>
              <a:gd name="connsiteX497" fmla="*/ 1933391 w 7467600"/>
              <a:gd name="connsiteY497" fmla="*/ 5156971 h 6858000"/>
              <a:gd name="connsiteX498" fmla="*/ 1827118 w 7467600"/>
              <a:gd name="connsiteY498" fmla="*/ 4968410 h 6858000"/>
              <a:gd name="connsiteX499" fmla="*/ 1837349 w 7467600"/>
              <a:gd name="connsiteY499" fmla="*/ 4956357 h 6858000"/>
              <a:gd name="connsiteX500" fmla="*/ 2162835 w 7467600"/>
              <a:gd name="connsiteY500" fmla="*/ 5187853 h 6858000"/>
              <a:gd name="connsiteX501" fmla="*/ 2257167 w 7467600"/>
              <a:gd name="connsiteY501" fmla="*/ 5462123 h 6858000"/>
              <a:gd name="connsiteX502" fmla="*/ 2261598 w 7467600"/>
              <a:gd name="connsiteY502" fmla="*/ 5467998 h 6858000"/>
              <a:gd name="connsiteX503" fmla="*/ 2437177 w 7467600"/>
              <a:gd name="connsiteY503" fmla="*/ 5479608 h 6858000"/>
              <a:gd name="connsiteX504" fmla="*/ 2445247 w 7467600"/>
              <a:gd name="connsiteY504" fmla="*/ 5483476 h 6858000"/>
              <a:gd name="connsiteX505" fmla="*/ 2743626 w 7467600"/>
              <a:gd name="connsiteY505" fmla="*/ 5304819 h 6858000"/>
              <a:gd name="connsiteX506" fmla="*/ 3048102 w 7467600"/>
              <a:gd name="connsiteY506" fmla="*/ 5150595 h 6858000"/>
              <a:gd name="connsiteX507" fmla="*/ 1799414 w 7467600"/>
              <a:gd name="connsiteY507" fmla="*/ 4694732 h 6858000"/>
              <a:gd name="connsiteX508" fmla="*/ 1771735 w 7467600"/>
              <a:gd name="connsiteY508" fmla="*/ 4619929 h 6858000"/>
              <a:gd name="connsiteX509" fmla="*/ 3104273 w 7467600"/>
              <a:gd name="connsiteY509" fmla="*/ 5076159 h 6858000"/>
              <a:gd name="connsiteX510" fmla="*/ 3113245 w 7467600"/>
              <a:gd name="connsiteY510" fmla="*/ 5090705 h 6858000"/>
              <a:gd name="connsiteX511" fmla="*/ 3126294 w 7467600"/>
              <a:gd name="connsiteY511" fmla="*/ 5114400 h 6858000"/>
              <a:gd name="connsiteX512" fmla="*/ 3937433 w 7467600"/>
              <a:gd name="connsiteY512" fmla="*/ 4830473 h 6858000"/>
              <a:gd name="connsiteX513" fmla="*/ 3590475 w 7467600"/>
              <a:gd name="connsiteY513" fmla="*/ 4597974 h 6858000"/>
              <a:gd name="connsiteX514" fmla="*/ 3100264 w 7467600"/>
              <a:gd name="connsiteY514" fmla="*/ 4579845 h 6858000"/>
              <a:gd name="connsiteX515" fmla="*/ 2183576 w 7467600"/>
              <a:gd name="connsiteY515" fmla="*/ 4227150 h 6858000"/>
              <a:gd name="connsiteX516" fmla="*/ 2151029 w 7467600"/>
              <a:gd name="connsiteY516" fmla="*/ 4146947 h 6858000"/>
              <a:gd name="connsiteX517" fmla="*/ 3563434 w 7467600"/>
              <a:gd name="connsiteY517" fmla="*/ 4469115 h 6858000"/>
              <a:gd name="connsiteX518" fmla="*/ 3177952 w 7467600"/>
              <a:gd name="connsiteY518" fmla="*/ 3657386 h 6858000"/>
              <a:gd name="connsiteX519" fmla="*/ 3189263 w 7467600"/>
              <a:gd name="connsiteY519" fmla="*/ 3625726 h 6858000"/>
              <a:gd name="connsiteX520" fmla="*/ 3560912 w 7467600"/>
              <a:gd name="connsiteY520" fmla="*/ 4079863 h 6858000"/>
              <a:gd name="connsiteX521" fmla="*/ 3626636 w 7467600"/>
              <a:gd name="connsiteY521" fmla="*/ 4512230 h 6858000"/>
              <a:gd name="connsiteX522" fmla="*/ 3653088 w 7467600"/>
              <a:gd name="connsiteY522" fmla="*/ 4521417 h 6858000"/>
              <a:gd name="connsiteX523" fmla="*/ 3988128 w 7467600"/>
              <a:gd name="connsiteY523" fmla="*/ 4817267 h 6858000"/>
              <a:gd name="connsiteX524" fmla="*/ 4830582 w 7467600"/>
              <a:gd name="connsiteY524" fmla="*/ 4676000 h 6858000"/>
              <a:gd name="connsiteX525" fmla="*/ 4830100 w 7467600"/>
              <a:gd name="connsiteY525" fmla="*/ 4675554 h 6858000"/>
              <a:gd name="connsiteX526" fmla="*/ 4036318 w 7467600"/>
              <a:gd name="connsiteY526" fmla="*/ 4147013 h 6858000"/>
              <a:gd name="connsiteX527" fmla="*/ 3432098 w 7467600"/>
              <a:gd name="connsiteY527" fmla="*/ 3537312 h 6858000"/>
              <a:gd name="connsiteX528" fmla="*/ 3446761 w 7467600"/>
              <a:gd name="connsiteY528" fmla="*/ 3461278 h 6858000"/>
              <a:gd name="connsiteX529" fmla="*/ 4419733 w 7467600"/>
              <a:gd name="connsiteY529" fmla="*/ 3963555 h 6858000"/>
              <a:gd name="connsiteX530" fmla="*/ 4781371 w 7467600"/>
              <a:gd name="connsiteY530" fmla="*/ 4458604 h 6858000"/>
              <a:gd name="connsiteX531" fmla="*/ 4780440 w 7467600"/>
              <a:gd name="connsiteY531" fmla="*/ 4470290 h 6858000"/>
              <a:gd name="connsiteX532" fmla="*/ 4898954 w 7467600"/>
              <a:gd name="connsiteY532" fmla="*/ 4662092 h 6858000"/>
              <a:gd name="connsiteX533" fmla="*/ 4900699 w 7467600"/>
              <a:gd name="connsiteY533" fmla="*/ 4670867 h 6858000"/>
              <a:gd name="connsiteX534" fmla="*/ 5714511 w 7467600"/>
              <a:gd name="connsiteY534" fmla="*/ 4663483 h 6858000"/>
              <a:gd name="connsiteX535" fmla="*/ 5464793 w 7467600"/>
              <a:gd name="connsiteY535" fmla="*/ 4393556 h 6858000"/>
              <a:gd name="connsiteX536" fmla="*/ 5461897 w 7467600"/>
              <a:gd name="connsiteY536" fmla="*/ 4390879 h 6858000"/>
              <a:gd name="connsiteX537" fmla="*/ 4294126 w 7467600"/>
              <a:gd name="connsiteY537" fmla="*/ 3303048 h 6858000"/>
              <a:gd name="connsiteX538" fmla="*/ 4305321 w 7467600"/>
              <a:gd name="connsiteY538" fmla="*/ 3256953 h 6858000"/>
              <a:gd name="connsiteX539" fmla="*/ 4949299 w 7467600"/>
              <a:gd name="connsiteY539" fmla="*/ 3766336 h 6858000"/>
              <a:gd name="connsiteX540" fmla="*/ 5291452 w 7467600"/>
              <a:gd name="connsiteY540" fmla="*/ 4076801 h 6858000"/>
              <a:gd name="connsiteX541" fmla="*/ 5434998 w 7467600"/>
              <a:gd name="connsiteY541" fmla="*/ 4254100 h 6858000"/>
              <a:gd name="connsiteX542" fmla="*/ 5351015 w 7467600"/>
              <a:gd name="connsiteY542" fmla="*/ 3760989 h 6858000"/>
              <a:gd name="connsiteX543" fmla="*/ 5413780 w 7467600"/>
              <a:gd name="connsiteY543" fmla="*/ 2966265 h 6858000"/>
              <a:gd name="connsiteX544" fmla="*/ 5425627 w 7467600"/>
              <a:gd name="connsiteY544" fmla="*/ 2954192 h 6858000"/>
              <a:gd name="connsiteX545" fmla="*/ 6604735 w 7467600"/>
              <a:gd name="connsiteY545" fmla="*/ 2041381 h 6858000"/>
              <a:gd name="connsiteX546" fmla="*/ 7204487 w 7467600"/>
              <a:gd name="connsiteY546" fmla="*/ 2742112 h 6858000"/>
              <a:gd name="connsiteX547" fmla="*/ 7131592 w 7467600"/>
              <a:gd name="connsiteY547" fmla="*/ 2672096 h 6858000"/>
              <a:gd name="connsiteX548" fmla="*/ 6996344 w 7467600"/>
              <a:gd name="connsiteY548" fmla="*/ 2518310 h 6858000"/>
              <a:gd name="connsiteX549" fmla="*/ 6735495 w 7467600"/>
              <a:gd name="connsiteY549" fmla="*/ 2196890 h 6858000"/>
              <a:gd name="connsiteX550" fmla="*/ 6721901 w 7467600"/>
              <a:gd name="connsiteY550" fmla="*/ 2179274 h 6858000"/>
              <a:gd name="connsiteX551" fmla="*/ 6604735 w 7467600"/>
              <a:gd name="connsiteY551" fmla="*/ 2041381 h 6858000"/>
              <a:gd name="connsiteX552" fmla="*/ 6591670 w 7467600"/>
              <a:gd name="connsiteY552" fmla="*/ 1988277 h 6858000"/>
              <a:gd name="connsiteX553" fmla="*/ 6747349 w 7467600"/>
              <a:gd name="connsiteY553" fmla="*/ 2160069 h 6858000"/>
              <a:gd name="connsiteX554" fmla="*/ 6760943 w 7467600"/>
              <a:gd name="connsiteY554" fmla="*/ 2177686 h 6858000"/>
              <a:gd name="connsiteX555" fmla="*/ 7021065 w 7467600"/>
              <a:gd name="connsiteY555" fmla="*/ 2498102 h 6858000"/>
              <a:gd name="connsiteX556" fmla="*/ 7155223 w 7467600"/>
              <a:gd name="connsiteY556" fmla="*/ 2650386 h 6858000"/>
              <a:gd name="connsiteX557" fmla="*/ 7203167 w 7467600"/>
              <a:gd name="connsiteY557" fmla="*/ 2697288 h 6858000"/>
              <a:gd name="connsiteX558" fmla="*/ 6937703 w 7467600"/>
              <a:gd name="connsiteY558" fmla="*/ 2321981 h 6858000"/>
              <a:gd name="connsiteX559" fmla="*/ 6591670 w 7467600"/>
              <a:gd name="connsiteY559" fmla="*/ 1988277 h 6858000"/>
              <a:gd name="connsiteX560" fmla="*/ 5798671 w 7467600"/>
              <a:gd name="connsiteY560" fmla="*/ 1981601 h 6858000"/>
              <a:gd name="connsiteX561" fmla="*/ 5754709 w 7467600"/>
              <a:gd name="connsiteY561" fmla="*/ 2071454 h 6858000"/>
              <a:gd name="connsiteX562" fmla="*/ 5763044 w 7467600"/>
              <a:gd name="connsiteY562" fmla="*/ 2842206 h 6858000"/>
              <a:gd name="connsiteX563" fmla="*/ 5764974 w 7467600"/>
              <a:gd name="connsiteY563" fmla="*/ 2799609 h 6858000"/>
              <a:gd name="connsiteX564" fmla="*/ 5767665 w 7467600"/>
              <a:gd name="connsiteY564" fmla="*/ 2666409 h 6858000"/>
              <a:gd name="connsiteX565" fmla="*/ 5763055 w 7467600"/>
              <a:gd name="connsiteY565" fmla="*/ 2579705 h 6858000"/>
              <a:gd name="connsiteX566" fmla="*/ 5758079 w 7467600"/>
              <a:gd name="connsiteY566" fmla="*/ 2492508 h 6858000"/>
              <a:gd name="connsiteX567" fmla="*/ 5779325 w 7467600"/>
              <a:gd name="connsiteY567" fmla="*/ 2197069 h 6858000"/>
              <a:gd name="connsiteX568" fmla="*/ 5798671 w 7467600"/>
              <a:gd name="connsiteY568" fmla="*/ 1981601 h 6858000"/>
              <a:gd name="connsiteX569" fmla="*/ 5829202 w 7467600"/>
              <a:gd name="connsiteY569" fmla="*/ 1971679 h 6858000"/>
              <a:gd name="connsiteX570" fmla="*/ 5809558 w 7467600"/>
              <a:gd name="connsiteY570" fmla="*/ 2198043 h 6858000"/>
              <a:gd name="connsiteX571" fmla="*/ 5788653 w 7467600"/>
              <a:gd name="connsiteY571" fmla="*/ 2489430 h 6858000"/>
              <a:gd name="connsiteX572" fmla="*/ 5793439 w 7467600"/>
              <a:gd name="connsiteY572" fmla="*/ 2575235 h 6858000"/>
              <a:gd name="connsiteX573" fmla="*/ 5796837 w 7467600"/>
              <a:gd name="connsiteY573" fmla="*/ 2637633 h 6858000"/>
              <a:gd name="connsiteX574" fmla="*/ 5818614 w 7467600"/>
              <a:gd name="connsiteY574" fmla="*/ 2473055 h 6858000"/>
              <a:gd name="connsiteX575" fmla="*/ 5829202 w 7467600"/>
              <a:gd name="connsiteY575" fmla="*/ 1971679 h 6858000"/>
              <a:gd name="connsiteX576" fmla="*/ 5911389 w 7467600"/>
              <a:gd name="connsiteY576" fmla="*/ 1898371 h 6858000"/>
              <a:gd name="connsiteX577" fmla="*/ 6237627 w 7467600"/>
              <a:gd name="connsiteY577" fmla="*/ 2231921 h 6858000"/>
              <a:gd name="connsiteX578" fmla="*/ 5911389 w 7467600"/>
              <a:gd name="connsiteY578" fmla="*/ 1898371 h 6858000"/>
              <a:gd name="connsiteX579" fmla="*/ 6944437 w 7467600"/>
              <a:gd name="connsiteY579" fmla="*/ 1575402 h 6858000"/>
              <a:gd name="connsiteX580" fmla="*/ 6304730 w 7467600"/>
              <a:gd name="connsiteY580" fmla="*/ 1766654 h 6858000"/>
              <a:gd name="connsiteX581" fmla="*/ 6944437 w 7467600"/>
              <a:gd name="connsiteY581" fmla="*/ 1575402 h 6858000"/>
              <a:gd name="connsiteX582" fmla="*/ 7019523 w 7467600"/>
              <a:gd name="connsiteY582" fmla="*/ 1519450 h 6858000"/>
              <a:gd name="connsiteX583" fmla="*/ 6298091 w 7467600"/>
              <a:gd name="connsiteY583" fmla="*/ 1737122 h 6858000"/>
              <a:gd name="connsiteX584" fmla="*/ 7019523 w 7467600"/>
              <a:gd name="connsiteY584" fmla="*/ 1519450 h 6858000"/>
              <a:gd name="connsiteX585" fmla="*/ 2399523 w 7467600"/>
              <a:gd name="connsiteY585" fmla="*/ 1428234 h 6858000"/>
              <a:gd name="connsiteX586" fmla="*/ 2224982 w 7467600"/>
              <a:gd name="connsiteY586" fmla="*/ 1826201 h 6858000"/>
              <a:gd name="connsiteX587" fmla="*/ 2096099 w 7467600"/>
              <a:gd name="connsiteY587" fmla="*/ 2345900 h 6858000"/>
              <a:gd name="connsiteX588" fmla="*/ 2283317 w 7467600"/>
              <a:gd name="connsiteY588" fmla="*/ 1796925 h 6858000"/>
              <a:gd name="connsiteX589" fmla="*/ 2399523 w 7467600"/>
              <a:gd name="connsiteY589" fmla="*/ 1428234 h 6858000"/>
              <a:gd name="connsiteX590" fmla="*/ 2448558 w 7467600"/>
              <a:gd name="connsiteY590" fmla="*/ 1373435 h 6858000"/>
              <a:gd name="connsiteX591" fmla="*/ 2312521 w 7467600"/>
              <a:gd name="connsiteY591" fmla="*/ 1806140 h 6858000"/>
              <a:gd name="connsiteX592" fmla="*/ 2127533 w 7467600"/>
              <a:gd name="connsiteY592" fmla="*/ 2348380 h 6858000"/>
              <a:gd name="connsiteX593" fmla="*/ 2358080 w 7467600"/>
              <a:gd name="connsiteY593" fmla="*/ 1866134 h 6858000"/>
              <a:gd name="connsiteX594" fmla="*/ 2407436 w 7467600"/>
              <a:gd name="connsiteY594" fmla="*/ 1651070 h 6858000"/>
              <a:gd name="connsiteX595" fmla="*/ 2448558 w 7467600"/>
              <a:gd name="connsiteY595" fmla="*/ 1373435 h 6858000"/>
              <a:gd name="connsiteX596" fmla="*/ 278707 w 7467600"/>
              <a:gd name="connsiteY596" fmla="*/ 1352270 h 6858000"/>
              <a:gd name="connsiteX597" fmla="*/ 321570 w 7467600"/>
              <a:gd name="connsiteY597" fmla="*/ 1861610 h 6858000"/>
              <a:gd name="connsiteX598" fmla="*/ 294281 w 7467600"/>
              <a:gd name="connsiteY598" fmla="*/ 1440658 h 6858000"/>
              <a:gd name="connsiteX599" fmla="*/ 278707 w 7467600"/>
              <a:gd name="connsiteY599" fmla="*/ 1352270 h 6858000"/>
              <a:gd name="connsiteX600" fmla="*/ 1423821 w 7467600"/>
              <a:gd name="connsiteY600" fmla="*/ 1351958 h 6858000"/>
              <a:gd name="connsiteX601" fmla="*/ 1638521 w 7467600"/>
              <a:gd name="connsiteY601" fmla="*/ 1908470 h 6858000"/>
              <a:gd name="connsiteX602" fmla="*/ 1754199 w 7467600"/>
              <a:gd name="connsiteY602" fmla="*/ 2149284 h 6858000"/>
              <a:gd name="connsiteX603" fmla="*/ 1908359 w 7467600"/>
              <a:gd name="connsiteY603" fmla="*/ 2364988 h 6858000"/>
              <a:gd name="connsiteX604" fmla="*/ 1647661 w 7467600"/>
              <a:gd name="connsiteY604" fmla="*/ 1825945 h 6858000"/>
              <a:gd name="connsiteX605" fmla="*/ 1423821 w 7467600"/>
              <a:gd name="connsiteY605" fmla="*/ 1351958 h 6858000"/>
              <a:gd name="connsiteX606" fmla="*/ 1431890 w 7467600"/>
              <a:gd name="connsiteY606" fmla="*/ 1306475 h 6858000"/>
              <a:gd name="connsiteX607" fmla="*/ 1507597 w 7467600"/>
              <a:gd name="connsiteY607" fmla="*/ 1446132 h 6858000"/>
              <a:gd name="connsiteX608" fmla="*/ 1674586 w 7467600"/>
              <a:gd name="connsiteY608" fmla="*/ 1813832 h 6858000"/>
              <a:gd name="connsiteX609" fmla="*/ 1815950 w 7467600"/>
              <a:gd name="connsiteY609" fmla="*/ 2128564 h 6858000"/>
              <a:gd name="connsiteX610" fmla="*/ 1984242 w 7467600"/>
              <a:gd name="connsiteY610" fmla="*/ 2430829 h 6858000"/>
              <a:gd name="connsiteX611" fmla="*/ 2014023 w 7467600"/>
              <a:gd name="connsiteY611" fmla="*/ 2450995 h 6858000"/>
              <a:gd name="connsiteX612" fmla="*/ 1747337 w 7467600"/>
              <a:gd name="connsiteY612" fmla="*/ 1855264 h 6858000"/>
              <a:gd name="connsiteX613" fmla="*/ 1533749 w 7467600"/>
              <a:gd name="connsiteY613" fmla="*/ 1478656 h 6858000"/>
              <a:gd name="connsiteX614" fmla="*/ 1431890 w 7467600"/>
              <a:gd name="connsiteY614" fmla="*/ 1306475 h 6858000"/>
              <a:gd name="connsiteX615" fmla="*/ 5052692 w 7467600"/>
              <a:gd name="connsiteY615" fmla="*/ 1292994 h 6858000"/>
              <a:gd name="connsiteX616" fmla="*/ 5200661 w 7467600"/>
              <a:gd name="connsiteY616" fmla="*/ 1635186 h 6858000"/>
              <a:gd name="connsiteX617" fmla="*/ 5297138 w 7467600"/>
              <a:gd name="connsiteY617" fmla="*/ 1906351 h 6858000"/>
              <a:gd name="connsiteX618" fmla="*/ 5052692 w 7467600"/>
              <a:gd name="connsiteY618" fmla="*/ 1292994 h 6858000"/>
              <a:gd name="connsiteX619" fmla="*/ 5009948 w 7467600"/>
              <a:gd name="connsiteY619" fmla="*/ 1273619 h 6858000"/>
              <a:gd name="connsiteX620" fmla="*/ 5121777 w 7467600"/>
              <a:gd name="connsiteY620" fmla="*/ 1654213 h 6858000"/>
              <a:gd name="connsiteX621" fmla="*/ 5293545 w 7467600"/>
              <a:gd name="connsiteY621" fmla="*/ 2072247 h 6858000"/>
              <a:gd name="connsiteX622" fmla="*/ 5294042 w 7467600"/>
              <a:gd name="connsiteY622" fmla="*/ 2065019 h 6858000"/>
              <a:gd name="connsiteX623" fmla="*/ 5171936 w 7467600"/>
              <a:gd name="connsiteY623" fmla="*/ 1647613 h 6858000"/>
              <a:gd name="connsiteX624" fmla="*/ 5009948 w 7467600"/>
              <a:gd name="connsiteY624" fmla="*/ 1273619 h 6858000"/>
              <a:gd name="connsiteX625" fmla="*/ 655236 w 7467600"/>
              <a:gd name="connsiteY625" fmla="*/ 1268632 h 6858000"/>
              <a:gd name="connsiteX626" fmla="*/ 839521 w 7467600"/>
              <a:gd name="connsiteY626" fmla="*/ 1685315 h 6858000"/>
              <a:gd name="connsiteX627" fmla="*/ 1109416 w 7467600"/>
              <a:gd name="connsiteY627" fmla="*/ 2061663 h 6858000"/>
              <a:gd name="connsiteX628" fmla="*/ 1298300 w 7467600"/>
              <a:gd name="connsiteY628" fmla="*/ 2247742 h 6858000"/>
              <a:gd name="connsiteX629" fmla="*/ 1125871 w 7467600"/>
              <a:gd name="connsiteY629" fmla="*/ 1989513 h 6858000"/>
              <a:gd name="connsiteX630" fmla="*/ 981574 w 7467600"/>
              <a:gd name="connsiteY630" fmla="*/ 1783157 h 6858000"/>
              <a:gd name="connsiteX631" fmla="*/ 922198 w 7467600"/>
              <a:gd name="connsiteY631" fmla="*/ 1677437 h 6858000"/>
              <a:gd name="connsiteX632" fmla="*/ 869293 w 7467600"/>
              <a:gd name="connsiteY632" fmla="*/ 1583214 h 6858000"/>
              <a:gd name="connsiteX633" fmla="*/ 751431 w 7467600"/>
              <a:gd name="connsiteY633" fmla="*/ 1405731 h 6858000"/>
              <a:gd name="connsiteX634" fmla="*/ 655236 w 7467600"/>
              <a:gd name="connsiteY634" fmla="*/ 1268632 h 6858000"/>
              <a:gd name="connsiteX635" fmla="*/ 6516292 w 7467600"/>
              <a:gd name="connsiteY635" fmla="*/ 1263064 h 6858000"/>
              <a:gd name="connsiteX636" fmla="*/ 5736320 w 7467600"/>
              <a:gd name="connsiteY636" fmla="*/ 1501803 h 6858000"/>
              <a:gd name="connsiteX637" fmla="*/ 6516292 w 7467600"/>
              <a:gd name="connsiteY637" fmla="*/ 1263064 h 6858000"/>
              <a:gd name="connsiteX638" fmla="*/ 291466 w 7467600"/>
              <a:gd name="connsiteY638" fmla="*/ 1250369 h 6858000"/>
              <a:gd name="connsiteX639" fmla="*/ 323180 w 7467600"/>
              <a:gd name="connsiteY639" fmla="*/ 1435283 h 6858000"/>
              <a:gd name="connsiteX640" fmla="*/ 349381 w 7467600"/>
              <a:gd name="connsiteY640" fmla="*/ 1875041 h 6858000"/>
              <a:gd name="connsiteX641" fmla="*/ 374363 w 7467600"/>
              <a:gd name="connsiteY641" fmla="*/ 1506494 h 6858000"/>
              <a:gd name="connsiteX642" fmla="*/ 302168 w 7467600"/>
              <a:gd name="connsiteY642" fmla="*/ 1274495 h 6858000"/>
              <a:gd name="connsiteX643" fmla="*/ 291466 w 7467600"/>
              <a:gd name="connsiteY643" fmla="*/ 1250369 h 6858000"/>
              <a:gd name="connsiteX644" fmla="*/ 678222 w 7467600"/>
              <a:gd name="connsiteY644" fmla="*/ 1248670 h 6858000"/>
              <a:gd name="connsiteX645" fmla="*/ 775536 w 7467600"/>
              <a:gd name="connsiteY645" fmla="*/ 1388015 h 6858000"/>
              <a:gd name="connsiteX646" fmla="*/ 894529 w 7467600"/>
              <a:gd name="connsiteY646" fmla="*/ 1567739 h 6858000"/>
              <a:gd name="connsiteX647" fmla="*/ 948000 w 7467600"/>
              <a:gd name="connsiteY647" fmla="*/ 1663088 h 6858000"/>
              <a:gd name="connsiteX648" fmla="*/ 1006812 w 7467600"/>
              <a:gd name="connsiteY648" fmla="*/ 1767683 h 6858000"/>
              <a:gd name="connsiteX649" fmla="*/ 1149133 w 7467600"/>
              <a:gd name="connsiteY649" fmla="*/ 1971513 h 6858000"/>
              <a:gd name="connsiteX650" fmla="*/ 1333952 w 7467600"/>
              <a:gd name="connsiteY650" fmla="*/ 2251620 h 6858000"/>
              <a:gd name="connsiteX651" fmla="*/ 1337329 w 7467600"/>
              <a:gd name="connsiteY651" fmla="*/ 2258350 h 6858000"/>
              <a:gd name="connsiteX652" fmla="*/ 1014726 w 7467600"/>
              <a:gd name="connsiteY652" fmla="*/ 1615556 h 6858000"/>
              <a:gd name="connsiteX653" fmla="*/ 678222 w 7467600"/>
              <a:gd name="connsiteY653" fmla="*/ 1248670 h 6858000"/>
              <a:gd name="connsiteX654" fmla="*/ 6691602 w 7467600"/>
              <a:gd name="connsiteY654" fmla="*/ 1140573 h 6858000"/>
              <a:gd name="connsiteX655" fmla="*/ 6571100 w 7467600"/>
              <a:gd name="connsiteY655" fmla="*/ 1183662 h 6858000"/>
              <a:gd name="connsiteX656" fmla="*/ 6241687 w 7467600"/>
              <a:gd name="connsiteY656" fmla="*/ 1257600 h 6858000"/>
              <a:gd name="connsiteX657" fmla="*/ 5693009 w 7467600"/>
              <a:gd name="connsiteY657" fmla="*/ 1478256 h 6858000"/>
              <a:gd name="connsiteX658" fmla="*/ 6548420 w 7467600"/>
              <a:gd name="connsiteY658" fmla="*/ 1214599 h 6858000"/>
              <a:gd name="connsiteX659" fmla="*/ 6605473 w 7467600"/>
              <a:gd name="connsiteY659" fmla="*/ 1184686 h 6858000"/>
              <a:gd name="connsiteX660" fmla="*/ 6691602 w 7467600"/>
              <a:gd name="connsiteY660" fmla="*/ 1140573 h 6858000"/>
              <a:gd name="connsiteX661" fmla="*/ 4002475 w 7467600"/>
              <a:gd name="connsiteY661" fmla="*/ 1037802 h 6858000"/>
              <a:gd name="connsiteX662" fmla="*/ 4000324 w 7467600"/>
              <a:gd name="connsiteY662" fmla="*/ 1039362 h 6858000"/>
              <a:gd name="connsiteX663" fmla="*/ 4002862 w 7467600"/>
              <a:gd name="connsiteY663" fmla="*/ 1042866 h 6858000"/>
              <a:gd name="connsiteX664" fmla="*/ 4002475 w 7467600"/>
              <a:gd name="connsiteY664" fmla="*/ 1037802 h 6858000"/>
              <a:gd name="connsiteX665" fmla="*/ 506322 w 7467600"/>
              <a:gd name="connsiteY665" fmla="*/ 1020997 h 6858000"/>
              <a:gd name="connsiteX666" fmla="*/ 533068 w 7467600"/>
              <a:gd name="connsiteY666" fmla="*/ 1029409 h 6858000"/>
              <a:gd name="connsiteX667" fmla="*/ 1232525 w 7467600"/>
              <a:gd name="connsiteY667" fmla="*/ 1804675 h 6858000"/>
              <a:gd name="connsiteX668" fmla="*/ 1388858 w 7467600"/>
              <a:gd name="connsiteY668" fmla="*/ 2368011 h 6858000"/>
              <a:gd name="connsiteX669" fmla="*/ 1384098 w 7467600"/>
              <a:gd name="connsiteY669" fmla="*/ 2378125 h 6858000"/>
              <a:gd name="connsiteX670" fmla="*/ 1425393 w 7467600"/>
              <a:gd name="connsiteY670" fmla="*/ 2589124 h 6858000"/>
              <a:gd name="connsiteX671" fmla="*/ 1424001 w 7467600"/>
              <a:gd name="connsiteY671" fmla="*/ 2597541 h 6858000"/>
              <a:gd name="connsiteX672" fmla="*/ 2152729 w 7467600"/>
              <a:gd name="connsiteY672" fmla="*/ 2864487 h 6858000"/>
              <a:gd name="connsiteX673" fmla="*/ 2020609 w 7467600"/>
              <a:gd name="connsiteY673" fmla="*/ 2539671 h 6858000"/>
              <a:gd name="connsiteX674" fmla="*/ 2018920 w 7467600"/>
              <a:gd name="connsiteY674" fmla="*/ 2536309 h 6858000"/>
              <a:gd name="connsiteX675" fmla="*/ 1342441 w 7467600"/>
              <a:gd name="connsiteY675" fmla="*/ 1173017 h 6858000"/>
              <a:gd name="connsiteX676" fmla="*/ 1367925 w 7467600"/>
              <a:gd name="connsiteY676" fmla="*/ 1135648 h 6858000"/>
              <a:gd name="connsiteX677" fmla="*/ 1771401 w 7467600"/>
              <a:gd name="connsiteY677" fmla="*/ 1806673 h 6858000"/>
              <a:gd name="connsiteX678" fmla="*/ 1972385 w 7467600"/>
              <a:gd name="connsiteY678" fmla="*/ 2198735 h 6858000"/>
              <a:gd name="connsiteX679" fmla="*/ 2040892 w 7467600"/>
              <a:gd name="connsiteY679" fmla="*/ 2405205 h 6858000"/>
              <a:gd name="connsiteX680" fmla="*/ 2131689 w 7467600"/>
              <a:gd name="connsiteY680" fmla="*/ 1936926 h 6858000"/>
              <a:gd name="connsiteX681" fmla="*/ 2454820 w 7467600"/>
              <a:gd name="connsiteY681" fmla="*/ 1248808 h 6858000"/>
              <a:gd name="connsiteX682" fmla="*/ 2492512 w 7467600"/>
              <a:gd name="connsiteY682" fmla="*/ 1302920 h 6858000"/>
              <a:gd name="connsiteX683" fmla="*/ 2081216 w 7467600"/>
              <a:gd name="connsiteY683" fmla="*/ 2527513 h 6858000"/>
              <a:gd name="connsiteX684" fmla="*/ 2081211 w 7467600"/>
              <a:gd name="connsiteY684" fmla="*/ 2528916 h 6858000"/>
              <a:gd name="connsiteX685" fmla="*/ 2199067 w 7467600"/>
              <a:gd name="connsiteY685" fmla="*/ 2884061 h 6858000"/>
              <a:gd name="connsiteX686" fmla="*/ 3192586 w 7467600"/>
              <a:gd name="connsiteY686" fmla="*/ 3411496 h 6858000"/>
              <a:gd name="connsiteX687" fmla="*/ 3182620 w 7467600"/>
              <a:gd name="connsiteY687" fmla="*/ 3483279 h 6858000"/>
              <a:gd name="connsiteX688" fmla="*/ 2435119 w 7467600"/>
              <a:gd name="connsiteY688" fmla="*/ 3080173 h 6858000"/>
              <a:gd name="connsiteX689" fmla="*/ 2410152 w 7467600"/>
              <a:gd name="connsiteY689" fmla="*/ 3063751 h 6858000"/>
              <a:gd name="connsiteX690" fmla="*/ 2408099 w 7467600"/>
              <a:gd name="connsiteY690" fmla="*/ 3064403 h 6858000"/>
              <a:gd name="connsiteX691" fmla="*/ 2407218 w 7467600"/>
              <a:gd name="connsiteY691" fmla="*/ 3070324 h 6858000"/>
              <a:gd name="connsiteX692" fmla="*/ 2380138 w 7467600"/>
              <a:gd name="connsiteY692" fmla="*/ 3099341 h 6858000"/>
              <a:gd name="connsiteX693" fmla="*/ 1765923 w 7467600"/>
              <a:gd name="connsiteY693" fmla="*/ 3581043 h 6858000"/>
              <a:gd name="connsiteX694" fmla="*/ 1702258 w 7467600"/>
              <a:gd name="connsiteY694" fmla="*/ 3612286 h 6858000"/>
              <a:gd name="connsiteX695" fmla="*/ 1538370 w 7467600"/>
              <a:gd name="connsiteY695" fmla="*/ 3811804 h 6858000"/>
              <a:gd name="connsiteX696" fmla="*/ 542867 w 7467600"/>
              <a:gd name="connsiteY696" fmla="*/ 4944092 h 6858000"/>
              <a:gd name="connsiteX697" fmla="*/ 515800 w 7467600"/>
              <a:gd name="connsiteY697" fmla="*/ 4862180 h 6858000"/>
              <a:gd name="connsiteX698" fmla="*/ 909145 w 7467600"/>
              <a:gd name="connsiteY698" fmla="*/ 4199225 h 6858000"/>
              <a:gd name="connsiteX699" fmla="*/ 1214067 w 7467600"/>
              <a:gd name="connsiteY699" fmla="*/ 3908561 h 6858000"/>
              <a:gd name="connsiteX700" fmla="*/ 640967 w 7467600"/>
              <a:gd name="connsiteY700" fmla="*/ 4105601 h 6858000"/>
              <a:gd name="connsiteX701" fmla="*/ 112563 w 7467600"/>
              <a:gd name="connsiteY701" fmla="*/ 4396952 h 6858000"/>
              <a:gd name="connsiteX702" fmla="*/ 0 w 7467600"/>
              <a:gd name="connsiteY702" fmla="*/ 4466006 h 6858000"/>
              <a:gd name="connsiteX703" fmla="*/ 0 w 7467600"/>
              <a:gd name="connsiteY703" fmla="*/ 4233763 h 6858000"/>
              <a:gd name="connsiteX704" fmla="*/ 36881 w 7467600"/>
              <a:gd name="connsiteY704" fmla="*/ 4200118 h 6858000"/>
              <a:gd name="connsiteX705" fmla="*/ 910534 w 7467600"/>
              <a:gd name="connsiteY705" fmla="*/ 3629753 h 6858000"/>
              <a:gd name="connsiteX706" fmla="*/ 1578717 w 7467600"/>
              <a:gd name="connsiteY706" fmla="*/ 3575982 h 6858000"/>
              <a:gd name="connsiteX707" fmla="*/ 2338780 w 7467600"/>
              <a:gd name="connsiteY707" fmla="*/ 3033725 h 6858000"/>
              <a:gd name="connsiteX708" fmla="*/ 1807991 w 7467600"/>
              <a:gd name="connsiteY708" fmla="*/ 2807184 h 6858000"/>
              <a:gd name="connsiteX709" fmla="*/ 1416358 w 7467600"/>
              <a:gd name="connsiteY709" fmla="*/ 3112571 h 6858000"/>
              <a:gd name="connsiteX710" fmla="*/ 939066 w 7467600"/>
              <a:gd name="connsiteY710" fmla="*/ 3378798 h 6858000"/>
              <a:gd name="connsiteX711" fmla="*/ 115099 w 7467600"/>
              <a:gd name="connsiteY711" fmla="*/ 3607650 h 6858000"/>
              <a:gd name="connsiteX712" fmla="*/ 97284 w 7467600"/>
              <a:gd name="connsiteY712" fmla="*/ 3520393 h 6858000"/>
              <a:gd name="connsiteX713" fmla="*/ 922050 w 7467600"/>
              <a:gd name="connsiteY713" fmla="*/ 3074867 h 6858000"/>
              <a:gd name="connsiteX714" fmla="*/ 1405265 w 7467600"/>
              <a:gd name="connsiteY714" fmla="*/ 3016319 h 6858000"/>
              <a:gd name="connsiteX715" fmla="*/ 1407512 w 7467600"/>
              <a:gd name="connsiteY715" fmla="*/ 3018001 h 6858000"/>
              <a:gd name="connsiteX716" fmla="*/ 1726266 w 7467600"/>
              <a:gd name="connsiteY716" fmla="*/ 2777274 h 6858000"/>
              <a:gd name="connsiteX717" fmla="*/ 625390 w 7467600"/>
              <a:gd name="connsiteY717" fmla="*/ 2514541 h 6858000"/>
              <a:gd name="connsiteX718" fmla="*/ 619799 w 7467600"/>
              <a:gd name="connsiteY718" fmla="*/ 2527180 h 6858000"/>
              <a:gd name="connsiteX719" fmla="*/ 310030 w 7467600"/>
              <a:gd name="connsiteY719" fmla="*/ 2771818 h 6858000"/>
              <a:gd name="connsiteX720" fmla="*/ 173877 w 7467600"/>
              <a:gd name="connsiteY720" fmla="*/ 2937056 h 6858000"/>
              <a:gd name="connsiteX721" fmla="*/ 77889 w 7467600"/>
              <a:gd name="connsiteY721" fmla="*/ 3138440 h 6858000"/>
              <a:gd name="connsiteX722" fmla="*/ 0 w 7467600"/>
              <a:gd name="connsiteY722" fmla="*/ 3271395 h 6858000"/>
              <a:gd name="connsiteX723" fmla="*/ 0 w 7467600"/>
              <a:gd name="connsiteY723" fmla="*/ 3153002 h 6858000"/>
              <a:gd name="connsiteX724" fmla="*/ 2386 w 7467600"/>
              <a:gd name="connsiteY724" fmla="*/ 3149203 h 6858000"/>
              <a:gd name="connsiteX725" fmla="*/ 89753 w 7467600"/>
              <a:gd name="connsiteY725" fmla="*/ 2987702 h 6858000"/>
              <a:gd name="connsiteX726" fmla="*/ 76869 w 7467600"/>
              <a:gd name="connsiteY726" fmla="*/ 3005404 h 6858000"/>
              <a:gd name="connsiteX727" fmla="*/ 32049 w 7467600"/>
              <a:gd name="connsiteY727" fmla="*/ 3065814 h 6858000"/>
              <a:gd name="connsiteX728" fmla="*/ 0 w 7467600"/>
              <a:gd name="connsiteY728" fmla="*/ 3108744 h 6858000"/>
              <a:gd name="connsiteX729" fmla="*/ 0 w 7467600"/>
              <a:gd name="connsiteY729" fmla="*/ 3058059 h 6858000"/>
              <a:gd name="connsiteX730" fmla="*/ 7610 w 7467600"/>
              <a:gd name="connsiteY730" fmla="*/ 3047889 h 6858000"/>
              <a:gd name="connsiteX731" fmla="*/ 52419 w 7467600"/>
              <a:gd name="connsiteY731" fmla="*/ 2987479 h 6858000"/>
              <a:gd name="connsiteX732" fmla="*/ 59142 w 7467600"/>
              <a:gd name="connsiteY732" fmla="*/ 2978488 h 6858000"/>
              <a:gd name="connsiteX733" fmla="*/ 0 w 7467600"/>
              <a:gd name="connsiteY733" fmla="*/ 3015334 h 6858000"/>
              <a:gd name="connsiteX734" fmla="*/ 0 w 7467600"/>
              <a:gd name="connsiteY734" fmla="*/ 2914286 h 6858000"/>
              <a:gd name="connsiteX735" fmla="*/ 36383 w 7467600"/>
              <a:gd name="connsiteY735" fmla="*/ 2901128 h 6858000"/>
              <a:gd name="connsiteX736" fmla="*/ 156329 w 7467600"/>
              <a:gd name="connsiteY736" fmla="*/ 2840533 h 6858000"/>
              <a:gd name="connsiteX737" fmla="*/ 358355 w 7467600"/>
              <a:gd name="connsiteY737" fmla="*/ 2620471 h 6858000"/>
              <a:gd name="connsiteX738" fmla="*/ 510577 w 7467600"/>
              <a:gd name="connsiteY738" fmla="*/ 2501244 h 6858000"/>
              <a:gd name="connsiteX739" fmla="*/ 211967 w 7467600"/>
              <a:gd name="connsiteY739" fmla="*/ 2479171 h 6858000"/>
              <a:gd name="connsiteX740" fmla="*/ 0 w 7467600"/>
              <a:gd name="connsiteY740" fmla="*/ 2476398 h 6858000"/>
              <a:gd name="connsiteX741" fmla="*/ 0 w 7467600"/>
              <a:gd name="connsiteY741" fmla="*/ 2389189 h 6858000"/>
              <a:gd name="connsiteX742" fmla="*/ 103062 w 7467600"/>
              <a:gd name="connsiteY742" fmla="*/ 2389518 h 6858000"/>
              <a:gd name="connsiteX743" fmla="*/ 510734 w 7467600"/>
              <a:gd name="connsiteY743" fmla="*/ 2416201 h 6858000"/>
              <a:gd name="connsiteX744" fmla="*/ 279257 w 7467600"/>
              <a:gd name="connsiteY744" fmla="*/ 2092102 h 6858000"/>
              <a:gd name="connsiteX745" fmla="*/ 65265 w 7467600"/>
              <a:gd name="connsiteY745" fmla="*/ 2006049 h 6858000"/>
              <a:gd name="connsiteX746" fmla="*/ 0 w 7467600"/>
              <a:gd name="connsiteY746" fmla="*/ 1982532 h 6858000"/>
              <a:gd name="connsiteX747" fmla="*/ 0 w 7467600"/>
              <a:gd name="connsiteY747" fmla="*/ 1912789 h 6858000"/>
              <a:gd name="connsiteX748" fmla="*/ 97460 w 7467600"/>
              <a:gd name="connsiteY748" fmla="*/ 1953725 h 6858000"/>
              <a:gd name="connsiteX749" fmla="*/ 221272 w 7467600"/>
              <a:gd name="connsiteY749" fmla="*/ 1980766 h 6858000"/>
              <a:gd name="connsiteX750" fmla="*/ 116765 w 7467600"/>
              <a:gd name="connsiteY750" fmla="*/ 1911033 h 6858000"/>
              <a:gd name="connsiteX751" fmla="*/ 16405 w 7467600"/>
              <a:gd name="connsiteY751" fmla="*/ 1803412 h 6858000"/>
              <a:gd name="connsiteX752" fmla="*/ 0 w 7467600"/>
              <a:gd name="connsiteY752" fmla="*/ 1784777 h 6858000"/>
              <a:gd name="connsiteX753" fmla="*/ 0 w 7467600"/>
              <a:gd name="connsiteY753" fmla="*/ 1740082 h 6858000"/>
              <a:gd name="connsiteX754" fmla="*/ 39394 w 7467600"/>
              <a:gd name="connsiteY754" fmla="*/ 1784856 h 6858000"/>
              <a:gd name="connsiteX755" fmla="*/ 135813 w 7467600"/>
              <a:gd name="connsiteY755" fmla="*/ 1888838 h 6858000"/>
              <a:gd name="connsiteX756" fmla="*/ 242575 w 7467600"/>
              <a:gd name="connsiteY756" fmla="*/ 1958841 h 6858000"/>
              <a:gd name="connsiteX757" fmla="*/ 82197 w 7467600"/>
              <a:gd name="connsiteY757" fmla="*/ 1754826 h 6858000"/>
              <a:gd name="connsiteX758" fmla="*/ 0 w 7467600"/>
              <a:gd name="connsiteY758" fmla="*/ 1679650 h 6858000"/>
              <a:gd name="connsiteX759" fmla="*/ 0 w 7467600"/>
              <a:gd name="connsiteY759" fmla="*/ 1602463 h 6858000"/>
              <a:gd name="connsiteX760" fmla="*/ 84689 w 7467600"/>
              <a:gd name="connsiteY760" fmla="*/ 1677442 h 6858000"/>
              <a:gd name="connsiteX761" fmla="*/ 298437 w 7467600"/>
              <a:gd name="connsiteY761" fmla="*/ 1968019 h 6858000"/>
              <a:gd name="connsiteX762" fmla="*/ 227269 w 7467600"/>
              <a:gd name="connsiteY762" fmla="*/ 1114064 h 6858000"/>
              <a:gd name="connsiteX763" fmla="*/ 248003 w 7467600"/>
              <a:gd name="connsiteY763" fmla="*/ 1089613 h 6858000"/>
              <a:gd name="connsiteX764" fmla="*/ 427020 w 7467600"/>
              <a:gd name="connsiteY764" fmla="*/ 1619803 h 6858000"/>
              <a:gd name="connsiteX765" fmla="*/ 340345 w 7467600"/>
              <a:gd name="connsiteY765" fmla="*/ 2027739 h 6858000"/>
              <a:gd name="connsiteX766" fmla="*/ 360865 w 7467600"/>
              <a:gd name="connsiteY766" fmla="*/ 2044827 h 6858000"/>
              <a:gd name="connsiteX767" fmla="*/ 560414 w 7467600"/>
              <a:gd name="connsiteY767" fmla="*/ 2421457 h 6858000"/>
              <a:gd name="connsiteX768" fmla="*/ 1359703 w 7467600"/>
              <a:gd name="connsiteY768" fmla="*/ 2578554 h 6858000"/>
              <a:gd name="connsiteX769" fmla="*/ 1359422 w 7467600"/>
              <a:gd name="connsiteY769" fmla="*/ 2577994 h 6858000"/>
              <a:gd name="connsiteX770" fmla="*/ 828701 w 7467600"/>
              <a:gd name="connsiteY770" fmla="*/ 1839520 h 6858000"/>
              <a:gd name="connsiteX771" fmla="*/ 494427 w 7467600"/>
              <a:gd name="connsiteY771" fmla="*/ 1092333 h 6858000"/>
              <a:gd name="connsiteX772" fmla="*/ 506322 w 7467600"/>
              <a:gd name="connsiteY772" fmla="*/ 1020997 h 6858000"/>
              <a:gd name="connsiteX773" fmla="*/ 4570198 w 7467600"/>
              <a:gd name="connsiteY773" fmla="*/ 978081 h 6858000"/>
              <a:gd name="connsiteX774" fmla="*/ 4523691 w 7467600"/>
              <a:gd name="connsiteY774" fmla="*/ 1127776 h 6858000"/>
              <a:gd name="connsiteX775" fmla="*/ 4509875 w 7467600"/>
              <a:gd name="connsiteY775" fmla="*/ 1167552 h 6858000"/>
              <a:gd name="connsiteX776" fmla="*/ 4478168 w 7467600"/>
              <a:gd name="connsiteY776" fmla="*/ 1260735 h 6858000"/>
              <a:gd name="connsiteX777" fmla="*/ 4409309 w 7467600"/>
              <a:gd name="connsiteY777" fmla="*/ 1666996 h 6858000"/>
              <a:gd name="connsiteX778" fmla="*/ 4370031 w 7467600"/>
              <a:gd name="connsiteY778" fmla="*/ 1955666 h 6858000"/>
              <a:gd name="connsiteX779" fmla="*/ 4570198 w 7467600"/>
              <a:gd name="connsiteY779" fmla="*/ 978081 h 6858000"/>
              <a:gd name="connsiteX780" fmla="*/ 4557898 w 7467600"/>
              <a:gd name="connsiteY780" fmla="*/ 900011 h 6858000"/>
              <a:gd name="connsiteX781" fmla="*/ 4344840 w 7467600"/>
              <a:gd name="connsiteY781" fmla="*/ 1922038 h 6858000"/>
              <a:gd name="connsiteX782" fmla="*/ 4378710 w 7467600"/>
              <a:gd name="connsiteY782" fmla="*/ 1665516 h 6858000"/>
              <a:gd name="connsiteX783" fmla="*/ 4448798 w 7467600"/>
              <a:gd name="connsiteY783" fmla="*/ 1253024 h 6858000"/>
              <a:gd name="connsiteX784" fmla="*/ 4480315 w 7467600"/>
              <a:gd name="connsiteY784" fmla="*/ 1158454 h 6858000"/>
              <a:gd name="connsiteX785" fmla="*/ 4494133 w 7467600"/>
              <a:gd name="connsiteY785" fmla="*/ 1118676 h 6858000"/>
              <a:gd name="connsiteX786" fmla="*/ 4557898 w 7467600"/>
              <a:gd name="connsiteY786" fmla="*/ 900011 h 6858000"/>
              <a:gd name="connsiteX787" fmla="*/ 5870151 w 7467600"/>
              <a:gd name="connsiteY787" fmla="*/ 898890 h 6858000"/>
              <a:gd name="connsiteX788" fmla="*/ 5861335 w 7467600"/>
              <a:gd name="connsiteY788" fmla="*/ 899177 h 6858000"/>
              <a:gd name="connsiteX789" fmla="*/ 5843702 w 7467600"/>
              <a:gd name="connsiteY789" fmla="*/ 899748 h 6858000"/>
              <a:gd name="connsiteX790" fmla="*/ 5651107 w 7467600"/>
              <a:gd name="connsiteY790" fmla="*/ 920306 h 6858000"/>
              <a:gd name="connsiteX791" fmla="*/ 5459407 w 7467600"/>
              <a:gd name="connsiteY791" fmla="*/ 940975 h 6858000"/>
              <a:gd name="connsiteX792" fmla="*/ 5374846 w 7467600"/>
              <a:gd name="connsiteY792" fmla="*/ 941988 h 6858000"/>
              <a:gd name="connsiteX793" fmla="*/ 5256105 w 7467600"/>
              <a:gd name="connsiteY793" fmla="*/ 945632 h 6858000"/>
              <a:gd name="connsiteX794" fmla="*/ 5107071 w 7467600"/>
              <a:gd name="connsiteY794" fmla="*/ 969720 h 6858000"/>
              <a:gd name="connsiteX795" fmla="*/ 4998681 w 7467600"/>
              <a:gd name="connsiteY795" fmla="*/ 988771 h 6858000"/>
              <a:gd name="connsiteX796" fmla="*/ 5870151 w 7467600"/>
              <a:gd name="connsiteY796" fmla="*/ 898890 h 6858000"/>
              <a:gd name="connsiteX797" fmla="*/ 5504425 w 7467600"/>
              <a:gd name="connsiteY797" fmla="*/ 848067 h 6858000"/>
              <a:gd name="connsiteX798" fmla="*/ 4968849 w 7467600"/>
              <a:gd name="connsiteY798" fmla="*/ 962318 h 6858000"/>
              <a:gd name="connsiteX799" fmla="*/ 5104039 w 7467600"/>
              <a:gd name="connsiteY799" fmla="*/ 940634 h 6858000"/>
              <a:gd name="connsiteX800" fmla="*/ 5256311 w 7467600"/>
              <a:gd name="connsiteY800" fmla="*/ 916490 h 6858000"/>
              <a:gd name="connsiteX801" fmla="*/ 5377381 w 7467600"/>
              <a:gd name="connsiteY801" fmla="*/ 912671 h 6858000"/>
              <a:gd name="connsiteX802" fmla="*/ 5460148 w 7467600"/>
              <a:gd name="connsiteY802" fmla="*/ 911442 h 6858000"/>
              <a:gd name="connsiteX803" fmla="*/ 5648971 w 7467600"/>
              <a:gd name="connsiteY803" fmla="*/ 891331 h 6858000"/>
              <a:gd name="connsiteX804" fmla="*/ 5844807 w 7467600"/>
              <a:gd name="connsiteY804" fmla="*/ 870718 h 6858000"/>
              <a:gd name="connsiteX805" fmla="*/ 5862975 w 7467600"/>
              <a:gd name="connsiteY805" fmla="*/ 869756 h 6858000"/>
              <a:gd name="connsiteX806" fmla="*/ 5920887 w 7467600"/>
              <a:gd name="connsiteY806" fmla="*/ 865929 h 6858000"/>
              <a:gd name="connsiteX807" fmla="*/ 5504425 w 7467600"/>
              <a:gd name="connsiteY807" fmla="*/ 848067 h 6858000"/>
              <a:gd name="connsiteX808" fmla="*/ 3607114 w 7467600"/>
              <a:gd name="connsiteY808" fmla="*/ 467441 h 6858000"/>
              <a:gd name="connsiteX809" fmla="*/ 3296242 w 7467600"/>
              <a:gd name="connsiteY809" fmla="*/ 807991 h 6858000"/>
              <a:gd name="connsiteX810" fmla="*/ 3174674 w 7467600"/>
              <a:gd name="connsiteY810" fmla="*/ 919759 h 6858000"/>
              <a:gd name="connsiteX811" fmla="*/ 3042978 w 7467600"/>
              <a:gd name="connsiteY811" fmla="*/ 1054894 h 6858000"/>
              <a:gd name="connsiteX812" fmla="*/ 2968914 w 7467600"/>
              <a:gd name="connsiteY812" fmla="*/ 1133756 h 6858000"/>
              <a:gd name="connsiteX813" fmla="*/ 3103823 w 7467600"/>
              <a:gd name="connsiteY813" fmla="*/ 1026814 h 6858000"/>
              <a:gd name="connsiteX814" fmla="*/ 3607114 w 7467600"/>
              <a:gd name="connsiteY814" fmla="*/ 467441 h 6858000"/>
              <a:gd name="connsiteX815" fmla="*/ 3744487 w 7467600"/>
              <a:gd name="connsiteY815" fmla="*/ 383136 h 6858000"/>
              <a:gd name="connsiteX816" fmla="*/ 3970213 w 7467600"/>
              <a:gd name="connsiteY816" fmla="*/ 995559 h 6858000"/>
              <a:gd name="connsiteX817" fmla="*/ 3744487 w 7467600"/>
              <a:gd name="connsiteY817" fmla="*/ 383136 h 6858000"/>
              <a:gd name="connsiteX818" fmla="*/ 3624562 w 7467600"/>
              <a:gd name="connsiteY818" fmla="*/ 367041 h 6858000"/>
              <a:gd name="connsiteX819" fmla="*/ 3489712 w 7467600"/>
              <a:gd name="connsiteY819" fmla="*/ 485386 h 6858000"/>
              <a:gd name="connsiteX820" fmla="*/ 3182994 w 7467600"/>
              <a:gd name="connsiteY820" fmla="*/ 828265 h 6858000"/>
              <a:gd name="connsiteX821" fmla="*/ 2892114 w 7467600"/>
              <a:gd name="connsiteY821" fmla="*/ 1172635 h 6858000"/>
              <a:gd name="connsiteX822" fmla="*/ 3021459 w 7467600"/>
              <a:gd name="connsiteY822" fmla="*/ 1035385 h 6858000"/>
              <a:gd name="connsiteX823" fmla="*/ 3153873 w 7467600"/>
              <a:gd name="connsiteY823" fmla="*/ 898971 h 6858000"/>
              <a:gd name="connsiteX824" fmla="*/ 3276511 w 7467600"/>
              <a:gd name="connsiteY824" fmla="*/ 786423 h 6858000"/>
              <a:gd name="connsiteX825" fmla="*/ 3584154 w 7467600"/>
              <a:gd name="connsiteY825" fmla="*/ 448218 h 6858000"/>
              <a:gd name="connsiteX826" fmla="*/ 3624562 w 7467600"/>
              <a:gd name="connsiteY826" fmla="*/ 367041 h 6858000"/>
              <a:gd name="connsiteX827" fmla="*/ 3766672 w 7467600"/>
              <a:gd name="connsiteY827" fmla="*/ 359429 h 6858000"/>
              <a:gd name="connsiteX828" fmla="*/ 3996338 w 7467600"/>
              <a:gd name="connsiteY828" fmla="*/ 968237 h 6858000"/>
              <a:gd name="connsiteX829" fmla="*/ 3766672 w 7467600"/>
              <a:gd name="connsiteY829" fmla="*/ 359429 h 6858000"/>
              <a:gd name="connsiteX830" fmla="*/ 5805386 w 7467600"/>
              <a:gd name="connsiteY830" fmla="*/ 239240 h 6858000"/>
              <a:gd name="connsiteX831" fmla="*/ 5736947 w 7467600"/>
              <a:gd name="connsiteY831" fmla="*/ 261367 h 6858000"/>
              <a:gd name="connsiteX832" fmla="*/ 5427012 w 7467600"/>
              <a:gd name="connsiteY832" fmla="*/ 311272 h 6858000"/>
              <a:gd name="connsiteX833" fmla="*/ 5147818 w 7467600"/>
              <a:gd name="connsiteY833" fmla="*/ 322112 h 6858000"/>
              <a:gd name="connsiteX834" fmla="*/ 5060854 w 7467600"/>
              <a:gd name="connsiteY834" fmla="*/ 311882 h 6858000"/>
              <a:gd name="connsiteX835" fmla="*/ 4945989 w 7467600"/>
              <a:gd name="connsiteY835" fmla="*/ 300516 h 6858000"/>
              <a:gd name="connsiteX836" fmla="*/ 5410479 w 7467600"/>
              <a:gd name="connsiteY836" fmla="*/ 348434 h 6858000"/>
              <a:gd name="connsiteX837" fmla="*/ 5805386 w 7467600"/>
              <a:gd name="connsiteY837" fmla="*/ 239240 h 6858000"/>
              <a:gd name="connsiteX838" fmla="*/ 5905192 w 7467600"/>
              <a:gd name="connsiteY838" fmla="*/ 163079 h 6858000"/>
              <a:gd name="connsiteX839" fmla="*/ 5865655 w 7467600"/>
              <a:gd name="connsiteY839" fmla="*/ 171901 h 6858000"/>
              <a:gd name="connsiteX840" fmla="*/ 5259740 w 7467600"/>
              <a:gd name="connsiteY840" fmla="*/ 257013 h 6858000"/>
              <a:gd name="connsiteX841" fmla="*/ 5208466 w 7467600"/>
              <a:gd name="connsiteY841" fmla="*/ 257550 h 6858000"/>
              <a:gd name="connsiteX842" fmla="*/ 4980204 w 7467600"/>
              <a:gd name="connsiteY842" fmla="*/ 271903 h 6858000"/>
              <a:gd name="connsiteX843" fmla="*/ 5068068 w 7467600"/>
              <a:gd name="connsiteY843" fmla="*/ 282244 h 6858000"/>
              <a:gd name="connsiteX844" fmla="*/ 5153231 w 7467600"/>
              <a:gd name="connsiteY844" fmla="*/ 292240 h 6858000"/>
              <a:gd name="connsiteX845" fmla="*/ 5426491 w 7467600"/>
              <a:gd name="connsiteY845" fmla="*/ 281128 h 6858000"/>
              <a:gd name="connsiteX846" fmla="*/ 5731212 w 7467600"/>
              <a:gd name="connsiteY846" fmla="*/ 231951 h 6858000"/>
              <a:gd name="connsiteX847" fmla="*/ 5905192 w 7467600"/>
              <a:gd name="connsiteY847" fmla="*/ 163079 h 6858000"/>
              <a:gd name="connsiteX848" fmla="*/ 5944437 w 7467600"/>
              <a:gd name="connsiteY848" fmla="*/ 113829 h 6858000"/>
              <a:gd name="connsiteX849" fmla="*/ 5825032 w 7467600"/>
              <a:gd name="connsiteY849" fmla="*/ 146405 h 6858000"/>
              <a:gd name="connsiteX850" fmla="*/ 4955599 w 7467600"/>
              <a:gd name="connsiteY850" fmla="*/ 247008 h 6858000"/>
              <a:gd name="connsiteX851" fmla="*/ 5210104 w 7467600"/>
              <a:gd name="connsiteY851" fmla="*/ 228123 h 6858000"/>
              <a:gd name="connsiteX852" fmla="*/ 5261015 w 7467600"/>
              <a:gd name="connsiteY852" fmla="*/ 227087 h 6858000"/>
              <a:gd name="connsiteX853" fmla="*/ 5861181 w 7467600"/>
              <a:gd name="connsiteY853" fmla="*/ 143093 h 6858000"/>
              <a:gd name="connsiteX854" fmla="*/ 5961252 w 7467600"/>
              <a:gd name="connsiteY854" fmla="*/ 114820 h 6858000"/>
              <a:gd name="connsiteX855" fmla="*/ 5944437 w 7467600"/>
              <a:gd name="connsiteY855" fmla="*/ 113829 h 6858000"/>
              <a:gd name="connsiteX856" fmla="*/ 3882765 w 7467600"/>
              <a:gd name="connsiteY856" fmla="*/ 0 h 6858000"/>
              <a:gd name="connsiteX857" fmla="*/ 3995099 w 7467600"/>
              <a:gd name="connsiteY857" fmla="*/ 0 h 6858000"/>
              <a:gd name="connsiteX858" fmla="*/ 4163818 w 7467600"/>
              <a:gd name="connsiteY858" fmla="*/ 234104 h 6858000"/>
              <a:gd name="connsiteX859" fmla="*/ 4172099 w 7467600"/>
              <a:gd name="connsiteY859" fmla="*/ 234207 h 6858000"/>
              <a:gd name="connsiteX860" fmla="*/ 4784282 w 7467600"/>
              <a:gd name="connsiteY860" fmla="*/ 276561 h 6858000"/>
              <a:gd name="connsiteX861" fmla="*/ 4801687 w 7467600"/>
              <a:gd name="connsiteY861" fmla="*/ 267764 h 6858000"/>
              <a:gd name="connsiteX862" fmla="*/ 6082788 w 7467600"/>
              <a:gd name="connsiteY862" fmla="*/ 64119 h 6858000"/>
              <a:gd name="connsiteX863" fmla="*/ 6099442 w 7467600"/>
              <a:gd name="connsiteY863" fmla="*/ 82568 h 6858000"/>
              <a:gd name="connsiteX864" fmla="*/ 4804137 w 7467600"/>
              <a:gd name="connsiteY864" fmla="*/ 320931 h 6858000"/>
              <a:gd name="connsiteX865" fmla="*/ 4227047 w 7467600"/>
              <a:gd name="connsiteY865" fmla="*/ 313415 h 6858000"/>
              <a:gd name="connsiteX866" fmla="*/ 4346041 w 7467600"/>
              <a:gd name="connsiteY866" fmla="*/ 456086 h 6858000"/>
              <a:gd name="connsiteX867" fmla="*/ 4870967 w 7467600"/>
              <a:gd name="connsiteY867" fmla="*/ 963061 h 6858000"/>
              <a:gd name="connsiteX868" fmla="*/ 4889647 w 7467600"/>
              <a:gd name="connsiteY868" fmla="*/ 957147 h 6858000"/>
              <a:gd name="connsiteX869" fmla="*/ 5422504 w 7467600"/>
              <a:gd name="connsiteY869" fmla="*/ 805191 h 6858000"/>
              <a:gd name="connsiteX870" fmla="*/ 6087656 w 7467600"/>
              <a:gd name="connsiteY870" fmla="*/ 826703 h 6858000"/>
              <a:gd name="connsiteX871" fmla="*/ 6058717 w 7467600"/>
              <a:gd name="connsiteY871" fmla="*/ 865992 h 6858000"/>
              <a:gd name="connsiteX872" fmla="*/ 4974153 w 7467600"/>
              <a:gd name="connsiteY872" fmla="*/ 1045456 h 6858000"/>
              <a:gd name="connsiteX873" fmla="*/ 5627835 w 7467600"/>
              <a:gd name="connsiteY873" fmla="*/ 1472077 h 6858000"/>
              <a:gd name="connsiteX874" fmla="*/ 5629817 w 7467600"/>
              <a:gd name="connsiteY874" fmla="*/ 1471412 h 6858000"/>
              <a:gd name="connsiteX875" fmla="*/ 5634124 w 7467600"/>
              <a:gd name="connsiteY875" fmla="*/ 1470572 h 6858000"/>
              <a:gd name="connsiteX876" fmla="*/ 5755832 w 7467600"/>
              <a:gd name="connsiteY876" fmla="*/ 1383886 h 6858000"/>
              <a:gd name="connsiteX877" fmla="*/ 6014186 w 7467600"/>
              <a:gd name="connsiteY877" fmla="*/ 1279799 h 6858000"/>
              <a:gd name="connsiteX878" fmla="*/ 6901619 w 7467600"/>
              <a:gd name="connsiteY878" fmla="*/ 1047874 h 6858000"/>
              <a:gd name="connsiteX879" fmla="*/ 6931566 w 7467600"/>
              <a:gd name="connsiteY879" fmla="*/ 1062034 h 6858000"/>
              <a:gd name="connsiteX880" fmla="*/ 5790982 w 7467600"/>
              <a:gd name="connsiteY880" fmla="*/ 1561380 h 6858000"/>
              <a:gd name="connsiteX881" fmla="*/ 6188971 w 7467600"/>
              <a:gd name="connsiteY881" fmla="*/ 1755168 h 6858000"/>
              <a:gd name="connsiteX882" fmla="*/ 6202446 w 7467600"/>
              <a:gd name="connsiteY882" fmla="*/ 1752268 h 6858000"/>
              <a:gd name="connsiteX883" fmla="*/ 7179560 w 7467600"/>
              <a:gd name="connsiteY883" fmla="*/ 1467551 h 6858000"/>
              <a:gd name="connsiteX884" fmla="*/ 7158730 w 7467600"/>
              <a:gd name="connsiteY884" fmla="*/ 1507835 h 6858000"/>
              <a:gd name="connsiteX885" fmla="*/ 6326959 w 7467600"/>
              <a:gd name="connsiteY885" fmla="*/ 1817686 h 6858000"/>
              <a:gd name="connsiteX886" fmla="*/ 6537433 w 7467600"/>
              <a:gd name="connsiteY886" fmla="*/ 1907790 h 6858000"/>
              <a:gd name="connsiteX887" fmla="*/ 6550221 w 7467600"/>
              <a:gd name="connsiteY887" fmla="*/ 1910729 h 6858000"/>
              <a:gd name="connsiteX888" fmla="*/ 6964438 w 7467600"/>
              <a:gd name="connsiteY888" fmla="*/ 2209505 h 6858000"/>
              <a:gd name="connsiteX889" fmla="*/ 7367862 w 7467600"/>
              <a:gd name="connsiteY889" fmla="*/ 2806833 h 6858000"/>
              <a:gd name="connsiteX890" fmla="*/ 7364329 w 7467600"/>
              <a:gd name="connsiteY890" fmla="*/ 2826907 h 6858000"/>
              <a:gd name="connsiteX891" fmla="*/ 7290545 w 7467600"/>
              <a:gd name="connsiteY891" fmla="*/ 2850663 h 6858000"/>
              <a:gd name="connsiteX892" fmla="*/ 6472036 w 7467600"/>
              <a:gd name="connsiteY892" fmla="*/ 1959003 h 6858000"/>
              <a:gd name="connsiteX893" fmla="*/ 5792897 w 7467600"/>
              <a:gd name="connsiteY893" fmla="*/ 1647747 h 6858000"/>
              <a:gd name="connsiteX894" fmla="*/ 5842751 w 7467600"/>
              <a:gd name="connsiteY894" fmla="*/ 1816112 h 6858000"/>
              <a:gd name="connsiteX895" fmla="*/ 5847424 w 7467600"/>
              <a:gd name="connsiteY895" fmla="*/ 1815776 h 6858000"/>
              <a:gd name="connsiteX896" fmla="*/ 6399821 w 7467600"/>
              <a:gd name="connsiteY896" fmla="*/ 2344799 h 6858000"/>
              <a:gd name="connsiteX897" fmla="*/ 6323232 w 7467600"/>
              <a:gd name="connsiteY897" fmla="*/ 2389634 h 6858000"/>
              <a:gd name="connsiteX898" fmla="*/ 5942958 w 7467600"/>
              <a:gd name="connsiteY898" fmla="*/ 2077708 h 6858000"/>
              <a:gd name="connsiteX899" fmla="*/ 5921559 w 7467600"/>
              <a:gd name="connsiteY899" fmla="*/ 2378596 h 6858000"/>
              <a:gd name="connsiteX900" fmla="*/ 5817651 w 7467600"/>
              <a:gd name="connsiteY900" fmla="*/ 3023919 h 6858000"/>
              <a:gd name="connsiteX901" fmla="*/ 5729634 w 7467600"/>
              <a:gd name="connsiteY901" fmla="*/ 3051849 h 6858000"/>
              <a:gd name="connsiteX902" fmla="*/ 5611018 w 7467600"/>
              <a:gd name="connsiteY902" fmla="*/ 2316769 h 6858000"/>
              <a:gd name="connsiteX903" fmla="*/ 5687608 w 7467600"/>
              <a:gd name="connsiteY903" fmla="*/ 2039972 h 6858000"/>
              <a:gd name="connsiteX904" fmla="*/ 5657554 w 7467600"/>
              <a:gd name="connsiteY904" fmla="*/ 1576445 h 6858000"/>
              <a:gd name="connsiteX905" fmla="*/ 5150475 w 7467600"/>
              <a:gd name="connsiteY905" fmla="*/ 1274012 h 6858000"/>
              <a:gd name="connsiteX906" fmla="*/ 5349142 w 7467600"/>
              <a:gd name="connsiteY906" fmla="*/ 2204405 h 6858000"/>
              <a:gd name="connsiteX907" fmla="*/ 5262214 w 7467600"/>
              <a:gd name="connsiteY907" fmla="*/ 2233836 h 6858000"/>
              <a:gd name="connsiteX908" fmla="*/ 4981539 w 7467600"/>
              <a:gd name="connsiteY908" fmla="*/ 1542201 h 6858000"/>
              <a:gd name="connsiteX909" fmla="*/ 4958461 w 7467600"/>
              <a:gd name="connsiteY909" fmla="*/ 1136957 h 6858000"/>
              <a:gd name="connsiteX910" fmla="*/ 4655015 w 7467600"/>
              <a:gd name="connsiteY910" fmla="*/ 891426 h 6858000"/>
              <a:gd name="connsiteX911" fmla="*/ 4348002 w 7467600"/>
              <a:gd name="connsiteY911" fmla="*/ 2205895 h 6858000"/>
              <a:gd name="connsiteX912" fmla="*/ 4262250 w 7467600"/>
              <a:gd name="connsiteY912" fmla="*/ 2219972 h 6858000"/>
              <a:gd name="connsiteX913" fmla="*/ 4550611 w 7467600"/>
              <a:gd name="connsiteY913" fmla="*/ 817540 h 6858000"/>
              <a:gd name="connsiteX914" fmla="*/ 4564418 w 7467600"/>
              <a:gd name="connsiteY914" fmla="*/ 808293 h 6858000"/>
              <a:gd name="connsiteX915" fmla="*/ 4266388 w 7467600"/>
              <a:gd name="connsiteY915" fmla="*/ 500083 h 6858000"/>
              <a:gd name="connsiteX916" fmla="*/ 4032842 w 7467600"/>
              <a:gd name="connsiteY916" fmla="*/ 211809 h 6858000"/>
              <a:gd name="connsiteX917" fmla="*/ 3882765 w 7467600"/>
              <a:gd name="connsiteY917" fmla="*/ 0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3721337 w 7467600"/>
              <a:gd name="connsiteY935" fmla="*/ 0 h 6858000"/>
              <a:gd name="connsiteX936" fmla="*/ 2867960 w 7467600"/>
              <a:gd name="connsiteY936" fmla="*/ 0 h 6858000"/>
              <a:gd name="connsiteX937" fmla="*/ 2926351 w 7467600"/>
              <a:gd name="connsiteY937" fmla="*/ 0 h 6858000"/>
              <a:gd name="connsiteX938" fmla="*/ 2902823 w 7467600"/>
              <a:gd name="connsiteY938" fmla="*/ 262929 h 6858000"/>
              <a:gd name="connsiteX939" fmla="*/ 2940663 w 7467600"/>
              <a:gd name="connsiteY939" fmla="*/ 140884 h 6858000"/>
              <a:gd name="connsiteX940" fmla="*/ 2947039 w 7467600"/>
              <a:gd name="connsiteY940" fmla="*/ 122524 h 6858000"/>
              <a:gd name="connsiteX941" fmla="*/ 2984316 w 7467600"/>
              <a:gd name="connsiteY941" fmla="*/ 0 h 6858000"/>
              <a:gd name="connsiteX942" fmla="*/ 3016114 w 7467600"/>
              <a:gd name="connsiteY942" fmla="*/ 0 h 6858000"/>
              <a:gd name="connsiteX943" fmla="*/ 2979949 w 7467600"/>
              <a:gd name="connsiteY943" fmla="*/ 119274 h 6858000"/>
              <a:gd name="connsiteX944" fmla="*/ 3023879 w 7467600"/>
              <a:gd name="connsiteY944" fmla="*/ 0 h 6858000"/>
              <a:gd name="connsiteX945" fmla="*/ 3105400 w 7467600"/>
              <a:gd name="connsiteY945" fmla="*/ 0 h 6858000"/>
              <a:gd name="connsiteX946" fmla="*/ 3094669 w 7467600"/>
              <a:gd name="connsiteY946" fmla="*/ 30308 h 6858000"/>
              <a:gd name="connsiteX947" fmla="*/ 2901945 w 7467600"/>
              <a:gd name="connsiteY947" fmla="*/ 466538 h 6858000"/>
              <a:gd name="connsiteX948" fmla="*/ 2815209 w 7467600"/>
              <a:gd name="connsiteY948" fmla="*/ 497361 h 6858000"/>
              <a:gd name="connsiteX949" fmla="*/ 2844845 w 7467600"/>
              <a:gd name="connsiteY949" fmla="*/ 127638 h 6858000"/>
              <a:gd name="connsiteX950" fmla="*/ 2867960 w 7467600"/>
              <a:gd name="connsiteY950" fmla="*/ 0 h 6858000"/>
              <a:gd name="connsiteX951" fmla="*/ 1057230 w 7467600"/>
              <a:gd name="connsiteY951" fmla="*/ 0 h 6858000"/>
              <a:gd name="connsiteX952" fmla="*/ 1111003 w 7467600"/>
              <a:gd name="connsiteY952" fmla="*/ 0 h 6858000"/>
              <a:gd name="connsiteX953" fmla="*/ 1125553 w 7467600"/>
              <a:gd name="connsiteY953" fmla="*/ 52588 h 6858000"/>
              <a:gd name="connsiteX954" fmla="*/ 1304276 w 7467600"/>
              <a:gd name="connsiteY954" fmla="*/ 476275 h 6858000"/>
              <a:gd name="connsiteX955" fmla="*/ 1492066 w 7467600"/>
              <a:gd name="connsiteY955" fmla="*/ 886333 h 6858000"/>
              <a:gd name="connsiteX956" fmla="*/ 1423698 w 7467600"/>
              <a:gd name="connsiteY956" fmla="*/ 710817 h 6858000"/>
              <a:gd name="connsiteX957" fmla="*/ 1357609 w 7467600"/>
              <a:gd name="connsiteY957" fmla="*/ 532892 h 6858000"/>
              <a:gd name="connsiteX958" fmla="*/ 1309550 w 7467600"/>
              <a:gd name="connsiteY958" fmla="*/ 374031 h 6858000"/>
              <a:gd name="connsiteX959" fmla="*/ 1193673 w 7467600"/>
              <a:gd name="connsiteY959" fmla="*/ 49533 h 6858000"/>
              <a:gd name="connsiteX960" fmla="*/ 1164391 w 7467600"/>
              <a:gd name="connsiteY960" fmla="*/ 0 h 6858000"/>
              <a:gd name="connsiteX961" fmla="*/ 1200666 w 7467600"/>
              <a:gd name="connsiteY961" fmla="*/ 0 h 6858000"/>
              <a:gd name="connsiteX962" fmla="*/ 1223408 w 7467600"/>
              <a:gd name="connsiteY962" fmla="*/ 38996 h 6858000"/>
              <a:gd name="connsiteX963" fmla="*/ 1339635 w 7467600"/>
              <a:gd name="connsiteY963" fmla="*/ 365517 h 6858000"/>
              <a:gd name="connsiteX964" fmla="*/ 1387469 w 7467600"/>
              <a:gd name="connsiteY964" fmla="*/ 523079 h 6858000"/>
              <a:gd name="connsiteX965" fmla="*/ 1452685 w 7467600"/>
              <a:gd name="connsiteY965" fmla="*/ 699806 h 6858000"/>
              <a:gd name="connsiteX966" fmla="*/ 1492092 w 7467600"/>
              <a:gd name="connsiteY966" fmla="*/ 800424 h 6858000"/>
              <a:gd name="connsiteX967" fmla="*/ 1455302 w 7467600"/>
              <a:gd name="connsiteY967" fmla="*/ 632913 h 6858000"/>
              <a:gd name="connsiteX968" fmla="*/ 1222336 w 7467600"/>
              <a:gd name="connsiteY968" fmla="*/ 9480 h 6858000"/>
              <a:gd name="connsiteX969" fmla="*/ 1214634 w 7467600"/>
              <a:gd name="connsiteY969" fmla="*/ 0 h 6858000"/>
              <a:gd name="connsiteX970" fmla="*/ 1289827 w 7467600"/>
              <a:gd name="connsiteY970" fmla="*/ 0 h 6858000"/>
              <a:gd name="connsiteX971" fmla="*/ 1321076 w 7467600"/>
              <a:gd name="connsiteY971" fmla="*/ 59722 h 6858000"/>
              <a:gd name="connsiteX972" fmla="*/ 1512579 w 7467600"/>
              <a:gd name="connsiteY972" fmla="*/ 626441 h 6858000"/>
              <a:gd name="connsiteX973" fmla="*/ 1506076 w 7467600"/>
              <a:gd name="connsiteY973" fmla="*/ 1089289 h 6858000"/>
              <a:gd name="connsiteX974" fmla="*/ 1486346 w 7467600"/>
              <a:gd name="connsiteY974" fmla="*/ 1079919 h 6858000"/>
              <a:gd name="connsiteX975" fmla="*/ 1070511 w 7467600"/>
              <a:gd name="connsiteY975" fmla="*/ 48609 h 6858000"/>
              <a:gd name="connsiteX976" fmla="*/ 1057230 w 7467600"/>
              <a:gd name="connsiteY976" fmla="*/ 0 h 6858000"/>
              <a:gd name="connsiteX977" fmla="*/ 43151 w 7467600"/>
              <a:gd name="connsiteY977" fmla="*/ 0 h 6858000"/>
              <a:gd name="connsiteX978" fmla="*/ 95283 w 7467600"/>
              <a:gd name="connsiteY978" fmla="*/ 0 h 6858000"/>
              <a:gd name="connsiteX979" fmla="*/ 300708 w 7467600"/>
              <a:gd name="connsiteY979" fmla="*/ 154571 h 6858000"/>
              <a:gd name="connsiteX980" fmla="*/ 530414 w 7467600"/>
              <a:gd name="connsiteY980" fmla="*/ 354673 h 6858000"/>
              <a:gd name="connsiteX981" fmla="*/ 333785 w 7467600"/>
              <a:gd name="connsiteY981" fmla="*/ 161564 h 6858000"/>
              <a:gd name="connsiteX982" fmla="*/ 147005 w 7467600"/>
              <a:gd name="connsiteY982" fmla="*/ 0 h 6858000"/>
              <a:gd name="connsiteX983" fmla="*/ 272509 w 7467600"/>
              <a:gd name="connsiteY983" fmla="*/ 0 h 6858000"/>
              <a:gd name="connsiteX984" fmla="*/ 326276 w 7467600"/>
              <a:gd name="connsiteY984" fmla="*/ 45847 h 6858000"/>
              <a:gd name="connsiteX985" fmla="*/ 823759 w 7467600"/>
              <a:gd name="connsiteY985" fmla="*/ 574145 h 6858000"/>
              <a:gd name="connsiteX986" fmla="*/ 811254 w 7467600"/>
              <a:gd name="connsiteY986" fmla="*/ 665546 h 6858000"/>
              <a:gd name="connsiteX987" fmla="*/ 154042 w 7467600"/>
              <a:gd name="connsiteY987" fmla="*/ 261522 h 6858000"/>
              <a:gd name="connsiteX988" fmla="*/ 13550 w 7467600"/>
              <a:gd name="connsiteY988" fmla="*/ 158423 h 6858000"/>
              <a:gd name="connsiteX989" fmla="*/ 0 w 7467600"/>
              <a:gd name="connsiteY989" fmla="*/ 146618 h 6858000"/>
              <a:gd name="connsiteX990" fmla="*/ 0 w 7467600"/>
              <a:gd name="connsiteY990" fmla="*/ 59161 h 6858000"/>
              <a:gd name="connsiteX991" fmla="*/ 45427 w 7467600"/>
              <a:gd name="connsiteY991" fmla="*/ 101078 h 6858000"/>
              <a:gd name="connsiteX992" fmla="*/ 630103 w 7467600"/>
              <a:gd name="connsiteY992" fmla="*/ 485885 h 6858000"/>
              <a:gd name="connsiteX993" fmla="*/ 532040 w 7467600"/>
              <a:gd name="connsiteY993" fmla="*/ 399359 h 6858000"/>
              <a:gd name="connsiteX994" fmla="*/ 517618 w 7467600"/>
              <a:gd name="connsiteY994" fmla="*/ 385726 h 6858000"/>
              <a:gd name="connsiteX995" fmla="*/ 285074 w 7467600"/>
              <a:gd name="connsiteY995" fmla="*/ 182755 h 6858000"/>
              <a:gd name="connsiteX996" fmla="*/ 43151 w 7467600"/>
              <a:gd name="connsiteY99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27465 w 7467600"/>
              <a:gd name="connsiteY127" fmla="*/ 5174181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1903353 w 7467600"/>
              <a:gd name="connsiteY140" fmla="*/ 5044827 h 6858000"/>
              <a:gd name="connsiteX141" fmla="*/ 1936931 w 7467600"/>
              <a:gd name="connsiteY141" fmla="*/ 5093954 h 6858000"/>
              <a:gd name="connsiteX142" fmla="*/ 2195868 w 7467600"/>
              <a:gd name="connsiteY142" fmla="*/ 5396574 h 6858000"/>
              <a:gd name="connsiteX143" fmla="*/ 2088852 w 7467600"/>
              <a:gd name="connsiteY143" fmla="*/ 5166123 h 6858000"/>
              <a:gd name="connsiteX144" fmla="*/ 1958241 w 7467600"/>
              <a:gd name="connsiteY144" fmla="*/ 5067955 h 6858000"/>
              <a:gd name="connsiteX145" fmla="*/ 1903353 w 7467600"/>
              <a:gd name="connsiteY145" fmla="*/ 5044827 h 6858000"/>
              <a:gd name="connsiteX146" fmla="*/ 1979378 w 7467600"/>
              <a:gd name="connsiteY146" fmla="*/ 4769504 h 6858000"/>
              <a:gd name="connsiteX147" fmla="*/ 2882120 w 7467600"/>
              <a:gd name="connsiteY147" fmla="*/ 5064547 h 6858000"/>
              <a:gd name="connsiteX148" fmla="*/ 2793103 w 7467600"/>
              <a:gd name="connsiteY148" fmla="*/ 5039699 h 6858000"/>
              <a:gd name="connsiteX149" fmla="*/ 2770041 w 7467600"/>
              <a:gd name="connsiteY149" fmla="*/ 5033634 h 6858000"/>
              <a:gd name="connsiteX150" fmla="*/ 1979378 w 7467600"/>
              <a:gd name="connsiteY150" fmla="*/ 4769504 h 6858000"/>
              <a:gd name="connsiteX151" fmla="*/ 1927410 w 7467600"/>
              <a:gd name="connsiteY151" fmla="*/ 4716164 h 6858000"/>
              <a:gd name="connsiteX152" fmla="*/ 1959587 w 7467600"/>
              <a:gd name="connsiteY152" fmla="*/ 4728849 h 6858000"/>
              <a:gd name="connsiteX153" fmla="*/ 2777707 w 7467600"/>
              <a:gd name="connsiteY153" fmla="*/ 5003991 h 6858000"/>
              <a:gd name="connsiteX154" fmla="*/ 2800768 w 7467600"/>
              <a:gd name="connsiteY154" fmla="*/ 5010056 h 6858000"/>
              <a:gd name="connsiteX155" fmla="*/ 2879408 w 7467600"/>
              <a:gd name="connsiteY155" fmla="*/ 5031590 h 6858000"/>
              <a:gd name="connsiteX156" fmla="*/ 2862295 w 7467600"/>
              <a:gd name="connsiteY156" fmla="*/ 5022958 h 6858000"/>
              <a:gd name="connsiteX157" fmla="*/ 2813343 w 7467600"/>
              <a:gd name="connsiteY157" fmla="*/ 4998369 h 6858000"/>
              <a:gd name="connsiteX158" fmla="*/ 2646245 w 7467600"/>
              <a:gd name="connsiteY158" fmla="*/ 4930999 h 6858000"/>
              <a:gd name="connsiteX159" fmla="*/ 1999243 w 7467600"/>
              <a:gd name="connsiteY159" fmla="*/ 4730524 h 6858000"/>
              <a:gd name="connsiteX160" fmla="*/ 1979527 w 7467600"/>
              <a:gd name="connsiteY160" fmla="*/ 4726651 h 6858000"/>
              <a:gd name="connsiteX161" fmla="*/ 1927410 w 7467600"/>
              <a:gd name="connsiteY161" fmla="*/ 4716164 h 6858000"/>
              <a:gd name="connsiteX162" fmla="*/ 1997014 w 7467600"/>
              <a:gd name="connsiteY162" fmla="*/ 4698007 h 6858000"/>
              <a:gd name="connsiteX163" fmla="*/ 2005458 w 7467600"/>
              <a:gd name="connsiteY163" fmla="*/ 4699540 h 6858000"/>
              <a:gd name="connsiteX164" fmla="*/ 2657186 w 7467600"/>
              <a:gd name="connsiteY164" fmla="*/ 4901687 h 6858000"/>
              <a:gd name="connsiteX165" fmla="*/ 2826662 w 7467600"/>
              <a:gd name="connsiteY165" fmla="*/ 4970362 h 6858000"/>
              <a:gd name="connsiteX166" fmla="*/ 2876100 w 7467600"/>
              <a:gd name="connsiteY166" fmla="*/ 4995397 h 6858000"/>
              <a:gd name="connsiteX167" fmla="*/ 3042600 w 7467600"/>
              <a:gd name="connsiteY167" fmla="*/ 5059532 h 6858000"/>
              <a:gd name="connsiteX168" fmla="*/ 1997014 w 7467600"/>
              <a:gd name="connsiteY168" fmla="*/ 4698007 h 6858000"/>
              <a:gd name="connsiteX169" fmla="*/ 2305292 w 7467600"/>
              <a:gd name="connsiteY169" fmla="*/ 4219492 h 6858000"/>
              <a:gd name="connsiteX170" fmla="*/ 3360922 w 7467600"/>
              <a:gd name="connsiteY170" fmla="*/ 4529373 h 6858000"/>
              <a:gd name="connsiteX171" fmla="*/ 3492420 w 7467600"/>
              <a:gd name="connsiteY171" fmla="*/ 4510145 h 6858000"/>
              <a:gd name="connsiteX172" fmla="*/ 3364086 w 7467600"/>
              <a:gd name="connsiteY172" fmla="*/ 4480340 h 6858000"/>
              <a:gd name="connsiteX173" fmla="*/ 3225818 w 7467600"/>
              <a:gd name="connsiteY173" fmla="*/ 4411822 h 6858000"/>
              <a:gd name="connsiteX174" fmla="*/ 3129696 w 7467600"/>
              <a:gd name="connsiteY174" fmla="*/ 4360704 h 6858000"/>
              <a:gd name="connsiteX175" fmla="*/ 2814545 w 7467600"/>
              <a:gd name="connsiteY175" fmla="*/ 4282955 h 6858000"/>
              <a:gd name="connsiteX176" fmla="*/ 2305292 w 7467600"/>
              <a:gd name="connsiteY176" fmla="*/ 4219492 h 6858000"/>
              <a:gd name="connsiteX177" fmla="*/ 2626982 w 7467600"/>
              <a:gd name="connsiteY177" fmla="*/ 4206450 h 6858000"/>
              <a:gd name="connsiteX178" fmla="*/ 2490617 w 7467600"/>
              <a:gd name="connsiteY178" fmla="*/ 4206951 h 6858000"/>
              <a:gd name="connsiteX179" fmla="*/ 2819869 w 7467600"/>
              <a:gd name="connsiteY179" fmla="*/ 4252936 h 6858000"/>
              <a:gd name="connsiteX180" fmla="*/ 3143018 w 7467600"/>
              <a:gd name="connsiteY180" fmla="*/ 4332698 h 6858000"/>
              <a:gd name="connsiteX181" fmla="*/ 3241520 w 7467600"/>
              <a:gd name="connsiteY181" fmla="*/ 4385112 h 6858000"/>
              <a:gd name="connsiteX182" fmla="*/ 3374575 w 7467600"/>
              <a:gd name="connsiteY182" fmla="*/ 4451517 h 6858000"/>
              <a:gd name="connsiteX183" fmla="*/ 3505221 w 7467600"/>
              <a:gd name="connsiteY183" fmla="*/ 4480757 h 6858000"/>
              <a:gd name="connsiteX184" fmla="*/ 2626982 w 7467600"/>
              <a:gd name="connsiteY184" fmla="*/ 4206450 h 6858000"/>
              <a:gd name="connsiteX185" fmla="*/ 1310106 w 7467600"/>
              <a:gd name="connsiteY185" fmla="*/ 3943217 h 6858000"/>
              <a:gd name="connsiteX186" fmla="*/ 854994 w 7467600"/>
              <a:gd name="connsiteY186" fmla="*/ 4399136 h 6858000"/>
              <a:gd name="connsiteX187" fmla="*/ 742462 w 7467600"/>
              <a:gd name="connsiteY187" fmla="*/ 4594648 h 6858000"/>
              <a:gd name="connsiteX188" fmla="*/ 820602 w 7467600"/>
              <a:gd name="connsiteY188" fmla="*/ 4485915 h 6858000"/>
              <a:gd name="connsiteX189" fmla="*/ 878295 w 7467600"/>
              <a:gd name="connsiteY189" fmla="*/ 4403594 h 6858000"/>
              <a:gd name="connsiteX190" fmla="*/ 1240607 w 7467600"/>
              <a:gd name="connsiteY190" fmla="*/ 4010401 h 6858000"/>
              <a:gd name="connsiteX191" fmla="*/ 1310106 w 7467600"/>
              <a:gd name="connsiteY191" fmla="*/ 3943217 h 6858000"/>
              <a:gd name="connsiteX192" fmla="*/ 1423113 w 7467600"/>
              <a:gd name="connsiteY192" fmla="*/ 3874565 h 6858000"/>
              <a:gd name="connsiteX193" fmla="*/ 1260565 w 7467600"/>
              <a:gd name="connsiteY193" fmla="*/ 4031982 h 6858000"/>
              <a:gd name="connsiteX194" fmla="*/ 901900 w 7467600"/>
              <a:gd name="connsiteY194" fmla="*/ 4421236 h 6858000"/>
              <a:gd name="connsiteX195" fmla="*/ 845044 w 7467600"/>
              <a:gd name="connsiteY195" fmla="*/ 4502436 h 6858000"/>
              <a:gd name="connsiteX196" fmla="*/ 685926 w 7467600"/>
              <a:gd name="connsiteY196" fmla="*/ 4703069 h 6858000"/>
              <a:gd name="connsiteX197" fmla="*/ 684248 w 7467600"/>
              <a:gd name="connsiteY197" fmla="*/ 4706721 h 6858000"/>
              <a:gd name="connsiteX198" fmla="*/ 1423113 w 7467600"/>
              <a:gd name="connsiteY198" fmla="*/ 3874565 h 6858000"/>
              <a:gd name="connsiteX199" fmla="*/ 3316479 w 7467600"/>
              <a:gd name="connsiteY199" fmla="*/ 3872136 h 6858000"/>
              <a:gd name="connsiteX200" fmla="*/ 3546806 w 7467600"/>
              <a:gd name="connsiteY200" fmla="*/ 4356139 h 6858000"/>
              <a:gd name="connsiteX201" fmla="*/ 3364433 w 7467600"/>
              <a:gd name="connsiteY201" fmla="*/ 3953121 h 6858000"/>
              <a:gd name="connsiteX202" fmla="*/ 3316479 w 7467600"/>
              <a:gd name="connsiteY202" fmla="*/ 3872136 h 6858000"/>
              <a:gd name="connsiteX203" fmla="*/ 3291335 w 7467600"/>
              <a:gd name="connsiteY203" fmla="*/ 3767420 h 6858000"/>
              <a:gd name="connsiteX204" fmla="*/ 3390805 w 7467600"/>
              <a:gd name="connsiteY204" fmla="*/ 3937163 h 6858000"/>
              <a:gd name="connsiteX205" fmla="*/ 3579062 w 7467600"/>
              <a:gd name="connsiteY205" fmla="*/ 4359040 h 6858000"/>
              <a:gd name="connsiteX206" fmla="*/ 3467355 w 7467600"/>
              <a:gd name="connsiteY206" fmla="*/ 3988130 h 6858000"/>
              <a:gd name="connsiteX207" fmla="*/ 3310753 w 7467600"/>
              <a:gd name="connsiteY207" fmla="*/ 3787140 h 6858000"/>
              <a:gd name="connsiteX208" fmla="*/ 3291335 w 7467600"/>
              <a:gd name="connsiteY208" fmla="*/ 3767420 h 6858000"/>
              <a:gd name="connsiteX209" fmla="*/ 1635889 w 7467600"/>
              <a:gd name="connsiteY209" fmla="*/ 3709494 h 6858000"/>
              <a:gd name="connsiteX210" fmla="*/ 1634800 w 7467600"/>
              <a:gd name="connsiteY210" fmla="*/ 3731111 h 6858000"/>
              <a:gd name="connsiteX211" fmla="*/ 1635889 w 7467600"/>
              <a:gd name="connsiteY211" fmla="*/ 3709494 h 6858000"/>
              <a:gd name="connsiteX212" fmla="*/ 1510397 w 7467600"/>
              <a:gd name="connsiteY212" fmla="*/ 3684705 h 6858000"/>
              <a:gd name="connsiteX213" fmla="*/ 1146550 w 7467600"/>
              <a:gd name="connsiteY213" fmla="*/ 3802012 h 6858000"/>
              <a:gd name="connsiteX214" fmla="*/ 698834 w 7467600"/>
              <a:gd name="connsiteY214" fmla="*/ 3952272 h 6858000"/>
              <a:gd name="connsiteX215" fmla="*/ 34256 w 7467600"/>
              <a:gd name="connsiteY215" fmla="*/ 4347603 h 6858000"/>
              <a:gd name="connsiteX216" fmla="*/ 527241 w 7467600"/>
              <a:gd name="connsiteY216" fmla="*/ 4065078 h 6858000"/>
              <a:gd name="connsiteX217" fmla="*/ 1510397 w 7467600"/>
              <a:gd name="connsiteY217" fmla="*/ 3684705 h 6858000"/>
              <a:gd name="connsiteX218" fmla="*/ 1313114 w 7467600"/>
              <a:gd name="connsiteY218" fmla="*/ 3655216 h 6858000"/>
              <a:gd name="connsiteX219" fmla="*/ 1109304 w 7467600"/>
              <a:gd name="connsiteY219" fmla="*/ 3669030 h 6858000"/>
              <a:gd name="connsiteX220" fmla="*/ 8129 w 7467600"/>
              <a:gd name="connsiteY220" fmla="*/ 4330519 h 6858000"/>
              <a:gd name="connsiteX221" fmla="*/ 687572 w 7467600"/>
              <a:gd name="connsiteY221" fmla="*/ 3925629 h 6858000"/>
              <a:gd name="connsiteX222" fmla="*/ 1138365 w 7467600"/>
              <a:gd name="connsiteY222" fmla="*/ 3774515 h 6858000"/>
              <a:gd name="connsiteX223" fmla="*/ 1505579 w 7467600"/>
              <a:gd name="connsiteY223" fmla="*/ 3655526 h 6858000"/>
              <a:gd name="connsiteX224" fmla="*/ 1313114 w 7467600"/>
              <a:gd name="connsiteY224" fmla="*/ 3655216 h 6858000"/>
              <a:gd name="connsiteX225" fmla="*/ 3655073 w 7467600"/>
              <a:gd name="connsiteY225" fmla="*/ 3650884 h 6858000"/>
              <a:gd name="connsiteX226" fmla="*/ 3989938 w 7467600"/>
              <a:gd name="connsiteY226" fmla="*/ 3991685 h 6858000"/>
              <a:gd name="connsiteX227" fmla="*/ 4393907 w 7467600"/>
              <a:gd name="connsiteY227" fmla="*/ 4261258 h 6858000"/>
              <a:gd name="connsiteX228" fmla="*/ 4648051 w 7467600"/>
              <a:gd name="connsiteY228" fmla="*/ 4374051 h 6858000"/>
              <a:gd name="connsiteX229" fmla="*/ 4383389 w 7467600"/>
              <a:gd name="connsiteY229" fmla="*/ 4184369 h 6858000"/>
              <a:gd name="connsiteX230" fmla="*/ 4165508 w 7467600"/>
              <a:gd name="connsiteY230" fmla="*/ 4035196 h 6858000"/>
              <a:gd name="connsiteX231" fmla="*/ 4068162 w 7467600"/>
              <a:gd name="connsiteY231" fmla="*/ 3953394 h 6858000"/>
              <a:gd name="connsiteX232" fmla="*/ 3981416 w 7467600"/>
              <a:gd name="connsiteY232" fmla="*/ 3880482 h 6858000"/>
              <a:gd name="connsiteX233" fmla="*/ 3800147 w 7467600"/>
              <a:gd name="connsiteY233" fmla="*/ 3749872 h 6858000"/>
              <a:gd name="connsiteX234" fmla="*/ 3655073 w 7467600"/>
              <a:gd name="connsiteY234" fmla="*/ 3650884 h 6858000"/>
              <a:gd name="connsiteX235" fmla="*/ 3670252 w 7467600"/>
              <a:gd name="connsiteY235" fmla="*/ 3622798 h 6858000"/>
              <a:gd name="connsiteX236" fmla="*/ 3817258 w 7467600"/>
              <a:gd name="connsiteY236" fmla="*/ 3723577 h 6858000"/>
              <a:gd name="connsiteX237" fmla="*/ 4000461 w 7467600"/>
              <a:gd name="connsiteY237" fmla="*/ 3855966 h 6858000"/>
              <a:gd name="connsiteX238" fmla="*/ 4088180 w 7467600"/>
              <a:gd name="connsiteY238" fmla="*/ 3929774 h 6858000"/>
              <a:gd name="connsiteX239" fmla="*/ 4184555 w 7467600"/>
              <a:gd name="connsiteY239" fmla="*/ 4010683 h 6858000"/>
              <a:gd name="connsiteX240" fmla="*/ 4399563 w 7467600"/>
              <a:gd name="connsiteY240" fmla="*/ 4158106 h 6858000"/>
              <a:gd name="connsiteX241" fmla="*/ 4684469 w 7467600"/>
              <a:gd name="connsiteY241" fmla="*/ 4364680 h 6858000"/>
              <a:gd name="connsiteX242" fmla="*/ 4690271 w 7467600"/>
              <a:gd name="connsiteY242" fmla="*/ 4370034 h 6858000"/>
              <a:gd name="connsiteX243" fmla="*/ 4136093 w 7467600"/>
              <a:gd name="connsiteY243" fmla="*/ 3858466 h 6858000"/>
              <a:gd name="connsiteX244" fmla="*/ 3670252 w 7467600"/>
              <a:gd name="connsiteY244" fmla="*/ 3622798 h 6858000"/>
              <a:gd name="connsiteX245" fmla="*/ 4440129 w 7467600"/>
              <a:gd name="connsiteY245" fmla="*/ 3448571 h 6858000"/>
              <a:gd name="connsiteX246" fmla="*/ 4856525 w 7467600"/>
              <a:gd name="connsiteY246" fmla="*/ 3915351 h 6858000"/>
              <a:gd name="connsiteX247" fmla="*/ 5059055 w 7467600"/>
              <a:gd name="connsiteY247" fmla="*/ 4108918 h 6858000"/>
              <a:gd name="connsiteX248" fmla="*/ 5290070 w 7467600"/>
              <a:gd name="connsiteY248" fmla="*/ 4263619 h 6858000"/>
              <a:gd name="connsiteX249" fmla="*/ 4834991 w 7467600"/>
              <a:gd name="connsiteY249" fmla="*/ 3830985 h 6858000"/>
              <a:gd name="connsiteX250" fmla="*/ 4440129 w 7467600"/>
              <a:gd name="connsiteY250" fmla="*/ 3448571 h 6858000"/>
              <a:gd name="connsiteX251" fmla="*/ 4441737 w 7467600"/>
              <a:gd name="connsiteY251" fmla="*/ 3399734 h 6858000"/>
              <a:gd name="connsiteX252" fmla="*/ 4431236 w 7467600"/>
              <a:gd name="connsiteY252" fmla="*/ 3400954 h 6858000"/>
              <a:gd name="connsiteX253" fmla="*/ 4557150 w 7467600"/>
              <a:gd name="connsiteY253" fmla="*/ 3510023 h 6858000"/>
              <a:gd name="connsiteX254" fmla="*/ 4856936 w 7467600"/>
              <a:gd name="connsiteY254" fmla="*/ 3809146 h 6858000"/>
              <a:gd name="connsiteX255" fmla="*/ 5111996 w 7467600"/>
              <a:gd name="connsiteY255" fmla="*/ 4065759 h 6858000"/>
              <a:gd name="connsiteX256" fmla="*/ 5388878 w 7467600"/>
              <a:gd name="connsiteY256" fmla="*/ 4300185 h 6858000"/>
              <a:gd name="connsiteX257" fmla="*/ 5425556 w 7467600"/>
              <a:gd name="connsiteY257" fmla="*/ 4308967 h 6858000"/>
              <a:gd name="connsiteX258" fmla="*/ 4943646 w 7467600"/>
              <a:gd name="connsiteY258" fmla="*/ 3822916 h 6858000"/>
              <a:gd name="connsiteX259" fmla="*/ 4594837 w 7467600"/>
              <a:gd name="connsiteY259" fmla="*/ 3532274 h 6858000"/>
              <a:gd name="connsiteX260" fmla="*/ 4441737 w 7467600"/>
              <a:gd name="connsiteY260" fmla="*/ 3399734 h 6858000"/>
              <a:gd name="connsiteX261" fmla="*/ 5425834 w 7467600"/>
              <a:gd name="connsiteY261" fmla="*/ 3162785 h 6858000"/>
              <a:gd name="connsiteX262" fmla="*/ 5401644 w 7467600"/>
              <a:gd name="connsiteY262" fmla="*/ 3617847 h 6858000"/>
              <a:gd name="connsiteX263" fmla="*/ 5467256 w 7467600"/>
              <a:gd name="connsiteY263" fmla="*/ 4175494 h 6858000"/>
              <a:gd name="connsiteX264" fmla="*/ 5448069 w 7467600"/>
              <a:gd name="connsiteY264" fmla="*/ 3567554 h 6858000"/>
              <a:gd name="connsiteX265" fmla="*/ 5425834 w 7467600"/>
              <a:gd name="connsiteY265" fmla="*/ 3162785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399523 w 7467600"/>
              <a:gd name="connsiteY588" fmla="*/ 1428234 h 6858000"/>
              <a:gd name="connsiteX589" fmla="*/ 2448558 w 7467600"/>
              <a:gd name="connsiteY589" fmla="*/ 1373435 h 6858000"/>
              <a:gd name="connsiteX590" fmla="*/ 2312521 w 7467600"/>
              <a:gd name="connsiteY590" fmla="*/ 1806140 h 6858000"/>
              <a:gd name="connsiteX591" fmla="*/ 2127533 w 7467600"/>
              <a:gd name="connsiteY591" fmla="*/ 2348380 h 6858000"/>
              <a:gd name="connsiteX592" fmla="*/ 2358080 w 7467600"/>
              <a:gd name="connsiteY592" fmla="*/ 1866134 h 6858000"/>
              <a:gd name="connsiteX593" fmla="*/ 2407436 w 7467600"/>
              <a:gd name="connsiteY593" fmla="*/ 1651070 h 6858000"/>
              <a:gd name="connsiteX594" fmla="*/ 2448558 w 7467600"/>
              <a:gd name="connsiteY594" fmla="*/ 1373435 h 6858000"/>
              <a:gd name="connsiteX595" fmla="*/ 278707 w 7467600"/>
              <a:gd name="connsiteY595" fmla="*/ 1352270 h 6858000"/>
              <a:gd name="connsiteX596" fmla="*/ 321570 w 7467600"/>
              <a:gd name="connsiteY596" fmla="*/ 1861610 h 6858000"/>
              <a:gd name="connsiteX597" fmla="*/ 294281 w 7467600"/>
              <a:gd name="connsiteY597" fmla="*/ 1440658 h 6858000"/>
              <a:gd name="connsiteX598" fmla="*/ 278707 w 7467600"/>
              <a:gd name="connsiteY598" fmla="*/ 1352270 h 6858000"/>
              <a:gd name="connsiteX599" fmla="*/ 1423821 w 7467600"/>
              <a:gd name="connsiteY599" fmla="*/ 1351958 h 6858000"/>
              <a:gd name="connsiteX600" fmla="*/ 1638521 w 7467600"/>
              <a:gd name="connsiteY600" fmla="*/ 1908470 h 6858000"/>
              <a:gd name="connsiteX601" fmla="*/ 1754199 w 7467600"/>
              <a:gd name="connsiteY601" fmla="*/ 2149284 h 6858000"/>
              <a:gd name="connsiteX602" fmla="*/ 1908359 w 7467600"/>
              <a:gd name="connsiteY602" fmla="*/ 2364988 h 6858000"/>
              <a:gd name="connsiteX603" fmla="*/ 1647661 w 7467600"/>
              <a:gd name="connsiteY603" fmla="*/ 1825945 h 6858000"/>
              <a:gd name="connsiteX604" fmla="*/ 1423821 w 7467600"/>
              <a:gd name="connsiteY604" fmla="*/ 1351958 h 6858000"/>
              <a:gd name="connsiteX605" fmla="*/ 1431890 w 7467600"/>
              <a:gd name="connsiteY605" fmla="*/ 1306475 h 6858000"/>
              <a:gd name="connsiteX606" fmla="*/ 1507597 w 7467600"/>
              <a:gd name="connsiteY606" fmla="*/ 1446132 h 6858000"/>
              <a:gd name="connsiteX607" fmla="*/ 1674586 w 7467600"/>
              <a:gd name="connsiteY607" fmla="*/ 1813832 h 6858000"/>
              <a:gd name="connsiteX608" fmla="*/ 1815950 w 7467600"/>
              <a:gd name="connsiteY608" fmla="*/ 2128564 h 6858000"/>
              <a:gd name="connsiteX609" fmla="*/ 1984242 w 7467600"/>
              <a:gd name="connsiteY609" fmla="*/ 2430829 h 6858000"/>
              <a:gd name="connsiteX610" fmla="*/ 2014023 w 7467600"/>
              <a:gd name="connsiteY610" fmla="*/ 2450995 h 6858000"/>
              <a:gd name="connsiteX611" fmla="*/ 1747337 w 7467600"/>
              <a:gd name="connsiteY611" fmla="*/ 1855264 h 6858000"/>
              <a:gd name="connsiteX612" fmla="*/ 1533749 w 7467600"/>
              <a:gd name="connsiteY612" fmla="*/ 1478656 h 6858000"/>
              <a:gd name="connsiteX613" fmla="*/ 1431890 w 7467600"/>
              <a:gd name="connsiteY613" fmla="*/ 1306475 h 6858000"/>
              <a:gd name="connsiteX614" fmla="*/ 5052692 w 7467600"/>
              <a:gd name="connsiteY614" fmla="*/ 1292994 h 6858000"/>
              <a:gd name="connsiteX615" fmla="*/ 5200661 w 7467600"/>
              <a:gd name="connsiteY615" fmla="*/ 1635186 h 6858000"/>
              <a:gd name="connsiteX616" fmla="*/ 5297138 w 7467600"/>
              <a:gd name="connsiteY616" fmla="*/ 1906351 h 6858000"/>
              <a:gd name="connsiteX617" fmla="*/ 5052692 w 7467600"/>
              <a:gd name="connsiteY617" fmla="*/ 1292994 h 6858000"/>
              <a:gd name="connsiteX618" fmla="*/ 5009948 w 7467600"/>
              <a:gd name="connsiteY618" fmla="*/ 1273619 h 6858000"/>
              <a:gd name="connsiteX619" fmla="*/ 5121777 w 7467600"/>
              <a:gd name="connsiteY619" fmla="*/ 1654213 h 6858000"/>
              <a:gd name="connsiteX620" fmla="*/ 5293545 w 7467600"/>
              <a:gd name="connsiteY620" fmla="*/ 2072247 h 6858000"/>
              <a:gd name="connsiteX621" fmla="*/ 5294042 w 7467600"/>
              <a:gd name="connsiteY621" fmla="*/ 2065019 h 6858000"/>
              <a:gd name="connsiteX622" fmla="*/ 5171936 w 7467600"/>
              <a:gd name="connsiteY622" fmla="*/ 1647613 h 6858000"/>
              <a:gd name="connsiteX623" fmla="*/ 5009948 w 7467600"/>
              <a:gd name="connsiteY623" fmla="*/ 1273619 h 6858000"/>
              <a:gd name="connsiteX624" fmla="*/ 655236 w 7467600"/>
              <a:gd name="connsiteY624" fmla="*/ 1268632 h 6858000"/>
              <a:gd name="connsiteX625" fmla="*/ 839521 w 7467600"/>
              <a:gd name="connsiteY625" fmla="*/ 1685315 h 6858000"/>
              <a:gd name="connsiteX626" fmla="*/ 1109416 w 7467600"/>
              <a:gd name="connsiteY626" fmla="*/ 2061663 h 6858000"/>
              <a:gd name="connsiteX627" fmla="*/ 1298300 w 7467600"/>
              <a:gd name="connsiteY627" fmla="*/ 2247742 h 6858000"/>
              <a:gd name="connsiteX628" fmla="*/ 1125871 w 7467600"/>
              <a:gd name="connsiteY628" fmla="*/ 1989513 h 6858000"/>
              <a:gd name="connsiteX629" fmla="*/ 981574 w 7467600"/>
              <a:gd name="connsiteY629" fmla="*/ 1783157 h 6858000"/>
              <a:gd name="connsiteX630" fmla="*/ 922198 w 7467600"/>
              <a:gd name="connsiteY630" fmla="*/ 1677437 h 6858000"/>
              <a:gd name="connsiteX631" fmla="*/ 869293 w 7467600"/>
              <a:gd name="connsiteY631" fmla="*/ 1583214 h 6858000"/>
              <a:gd name="connsiteX632" fmla="*/ 751431 w 7467600"/>
              <a:gd name="connsiteY632" fmla="*/ 1405731 h 6858000"/>
              <a:gd name="connsiteX633" fmla="*/ 655236 w 7467600"/>
              <a:gd name="connsiteY633" fmla="*/ 1268632 h 6858000"/>
              <a:gd name="connsiteX634" fmla="*/ 6516292 w 7467600"/>
              <a:gd name="connsiteY634" fmla="*/ 1263064 h 6858000"/>
              <a:gd name="connsiteX635" fmla="*/ 5736320 w 7467600"/>
              <a:gd name="connsiteY635" fmla="*/ 1501803 h 6858000"/>
              <a:gd name="connsiteX636" fmla="*/ 6516292 w 7467600"/>
              <a:gd name="connsiteY636" fmla="*/ 1263064 h 6858000"/>
              <a:gd name="connsiteX637" fmla="*/ 291466 w 7467600"/>
              <a:gd name="connsiteY637" fmla="*/ 1250369 h 6858000"/>
              <a:gd name="connsiteX638" fmla="*/ 323180 w 7467600"/>
              <a:gd name="connsiteY638" fmla="*/ 1435283 h 6858000"/>
              <a:gd name="connsiteX639" fmla="*/ 349381 w 7467600"/>
              <a:gd name="connsiteY639" fmla="*/ 1875041 h 6858000"/>
              <a:gd name="connsiteX640" fmla="*/ 374363 w 7467600"/>
              <a:gd name="connsiteY640" fmla="*/ 1506494 h 6858000"/>
              <a:gd name="connsiteX641" fmla="*/ 302168 w 7467600"/>
              <a:gd name="connsiteY641" fmla="*/ 1274495 h 6858000"/>
              <a:gd name="connsiteX642" fmla="*/ 291466 w 7467600"/>
              <a:gd name="connsiteY642" fmla="*/ 1250369 h 6858000"/>
              <a:gd name="connsiteX643" fmla="*/ 678222 w 7467600"/>
              <a:gd name="connsiteY643" fmla="*/ 1248670 h 6858000"/>
              <a:gd name="connsiteX644" fmla="*/ 775536 w 7467600"/>
              <a:gd name="connsiteY644" fmla="*/ 1388015 h 6858000"/>
              <a:gd name="connsiteX645" fmla="*/ 894529 w 7467600"/>
              <a:gd name="connsiteY645" fmla="*/ 1567739 h 6858000"/>
              <a:gd name="connsiteX646" fmla="*/ 948000 w 7467600"/>
              <a:gd name="connsiteY646" fmla="*/ 1663088 h 6858000"/>
              <a:gd name="connsiteX647" fmla="*/ 1006812 w 7467600"/>
              <a:gd name="connsiteY647" fmla="*/ 1767683 h 6858000"/>
              <a:gd name="connsiteX648" fmla="*/ 1149133 w 7467600"/>
              <a:gd name="connsiteY648" fmla="*/ 1971513 h 6858000"/>
              <a:gd name="connsiteX649" fmla="*/ 1333952 w 7467600"/>
              <a:gd name="connsiteY649" fmla="*/ 2251620 h 6858000"/>
              <a:gd name="connsiteX650" fmla="*/ 1337329 w 7467600"/>
              <a:gd name="connsiteY650" fmla="*/ 2258350 h 6858000"/>
              <a:gd name="connsiteX651" fmla="*/ 1014726 w 7467600"/>
              <a:gd name="connsiteY651" fmla="*/ 1615556 h 6858000"/>
              <a:gd name="connsiteX652" fmla="*/ 678222 w 7467600"/>
              <a:gd name="connsiteY652" fmla="*/ 1248670 h 6858000"/>
              <a:gd name="connsiteX653" fmla="*/ 6691602 w 7467600"/>
              <a:gd name="connsiteY653" fmla="*/ 1140573 h 6858000"/>
              <a:gd name="connsiteX654" fmla="*/ 6571100 w 7467600"/>
              <a:gd name="connsiteY654" fmla="*/ 1183662 h 6858000"/>
              <a:gd name="connsiteX655" fmla="*/ 6241687 w 7467600"/>
              <a:gd name="connsiteY655" fmla="*/ 1257600 h 6858000"/>
              <a:gd name="connsiteX656" fmla="*/ 5693009 w 7467600"/>
              <a:gd name="connsiteY656" fmla="*/ 1478256 h 6858000"/>
              <a:gd name="connsiteX657" fmla="*/ 6548420 w 7467600"/>
              <a:gd name="connsiteY657" fmla="*/ 1214599 h 6858000"/>
              <a:gd name="connsiteX658" fmla="*/ 6605473 w 7467600"/>
              <a:gd name="connsiteY658" fmla="*/ 1184686 h 6858000"/>
              <a:gd name="connsiteX659" fmla="*/ 6691602 w 7467600"/>
              <a:gd name="connsiteY659" fmla="*/ 1140573 h 6858000"/>
              <a:gd name="connsiteX660" fmla="*/ 4002475 w 7467600"/>
              <a:gd name="connsiteY660" fmla="*/ 1037802 h 6858000"/>
              <a:gd name="connsiteX661" fmla="*/ 4000324 w 7467600"/>
              <a:gd name="connsiteY661" fmla="*/ 1039362 h 6858000"/>
              <a:gd name="connsiteX662" fmla="*/ 4002862 w 7467600"/>
              <a:gd name="connsiteY662" fmla="*/ 1042866 h 6858000"/>
              <a:gd name="connsiteX663" fmla="*/ 4002475 w 7467600"/>
              <a:gd name="connsiteY663" fmla="*/ 1037802 h 6858000"/>
              <a:gd name="connsiteX664" fmla="*/ 506322 w 7467600"/>
              <a:gd name="connsiteY664" fmla="*/ 1020997 h 6858000"/>
              <a:gd name="connsiteX665" fmla="*/ 533068 w 7467600"/>
              <a:gd name="connsiteY665" fmla="*/ 1029409 h 6858000"/>
              <a:gd name="connsiteX666" fmla="*/ 1232525 w 7467600"/>
              <a:gd name="connsiteY666" fmla="*/ 1804675 h 6858000"/>
              <a:gd name="connsiteX667" fmla="*/ 1388858 w 7467600"/>
              <a:gd name="connsiteY667" fmla="*/ 2368011 h 6858000"/>
              <a:gd name="connsiteX668" fmla="*/ 1384098 w 7467600"/>
              <a:gd name="connsiteY668" fmla="*/ 2378125 h 6858000"/>
              <a:gd name="connsiteX669" fmla="*/ 1425393 w 7467600"/>
              <a:gd name="connsiteY669" fmla="*/ 2589124 h 6858000"/>
              <a:gd name="connsiteX670" fmla="*/ 1424001 w 7467600"/>
              <a:gd name="connsiteY670" fmla="*/ 2597541 h 6858000"/>
              <a:gd name="connsiteX671" fmla="*/ 2152729 w 7467600"/>
              <a:gd name="connsiteY671" fmla="*/ 2864487 h 6858000"/>
              <a:gd name="connsiteX672" fmla="*/ 2020609 w 7467600"/>
              <a:gd name="connsiteY672" fmla="*/ 2539671 h 6858000"/>
              <a:gd name="connsiteX673" fmla="*/ 2018920 w 7467600"/>
              <a:gd name="connsiteY673" fmla="*/ 2536309 h 6858000"/>
              <a:gd name="connsiteX674" fmla="*/ 1342441 w 7467600"/>
              <a:gd name="connsiteY674" fmla="*/ 1173017 h 6858000"/>
              <a:gd name="connsiteX675" fmla="*/ 1367925 w 7467600"/>
              <a:gd name="connsiteY675" fmla="*/ 1135648 h 6858000"/>
              <a:gd name="connsiteX676" fmla="*/ 1771401 w 7467600"/>
              <a:gd name="connsiteY676" fmla="*/ 1806673 h 6858000"/>
              <a:gd name="connsiteX677" fmla="*/ 1972385 w 7467600"/>
              <a:gd name="connsiteY677" fmla="*/ 2198735 h 6858000"/>
              <a:gd name="connsiteX678" fmla="*/ 2040892 w 7467600"/>
              <a:gd name="connsiteY678" fmla="*/ 2405205 h 6858000"/>
              <a:gd name="connsiteX679" fmla="*/ 2131689 w 7467600"/>
              <a:gd name="connsiteY679" fmla="*/ 1936926 h 6858000"/>
              <a:gd name="connsiteX680" fmla="*/ 2454820 w 7467600"/>
              <a:gd name="connsiteY680" fmla="*/ 1248808 h 6858000"/>
              <a:gd name="connsiteX681" fmla="*/ 2492512 w 7467600"/>
              <a:gd name="connsiteY681" fmla="*/ 1302920 h 6858000"/>
              <a:gd name="connsiteX682" fmla="*/ 2081216 w 7467600"/>
              <a:gd name="connsiteY682" fmla="*/ 2527513 h 6858000"/>
              <a:gd name="connsiteX683" fmla="*/ 2081211 w 7467600"/>
              <a:gd name="connsiteY683" fmla="*/ 2528916 h 6858000"/>
              <a:gd name="connsiteX684" fmla="*/ 2199067 w 7467600"/>
              <a:gd name="connsiteY684" fmla="*/ 2884061 h 6858000"/>
              <a:gd name="connsiteX685" fmla="*/ 3192586 w 7467600"/>
              <a:gd name="connsiteY685" fmla="*/ 3411496 h 6858000"/>
              <a:gd name="connsiteX686" fmla="*/ 3182620 w 7467600"/>
              <a:gd name="connsiteY686" fmla="*/ 3483279 h 6858000"/>
              <a:gd name="connsiteX687" fmla="*/ 2435119 w 7467600"/>
              <a:gd name="connsiteY687" fmla="*/ 3080173 h 6858000"/>
              <a:gd name="connsiteX688" fmla="*/ 2410152 w 7467600"/>
              <a:gd name="connsiteY688" fmla="*/ 3063751 h 6858000"/>
              <a:gd name="connsiteX689" fmla="*/ 2408099 w 7467600"/>
              <a:gd name="connsiteY689" fmla="*/ 3064403 h 6858000"/>
              <a:gd name="connsiteX690" fmla="*/ 2407218 w 7467600"/>
              <a:gd name="connsiteY690" fmla="*/ 3070324 h 6858000"/>
              <a:gd name="connsiteX691" fmla="*/ 2380138 w 7467600"/>
              <a:gd name="connsiteY691" fmla="*/ 3099341 h 6858000"/>
              <a:gd name="connsiteX692" fmla="*/ 1765923 w 7467600"/>
              <a:gd name="connsiteY692" fmla="*/ 3581043 h 6858000"/>
              <a:gd name="connsiteX693" fmla="*/ 1702258 w 7467600"/>
              <a:gd name="connsiteY693" fmla="*/ 3612286 h 6858000"/>
              <a:gd name="connsiteX694" fmla="*/ 1538370 w 7467600"/>
              <a:gd name="connsiteY694" fmla="*/ 3811804 h 6858000"/>
              <a:gd name="connsiteX695" fmla="*/ 542867 w 7467600"/>
              <a:gd name="connsiteY695" fmla="*/ 4944092 h 6858000"/>
              <a:gd name="connsiteX696" fmla="*/ 515800 w 7467600"/>
              <a:gd name="connsiteY696" fmla="*/ 4862180 h 6858000"/>
              <a:gd name="connsiteX697" fmla="*/ 909145 w 7467600"/>
              <a:gd name="connsiteY697" fmla="*/ 4199225 h 6858000"/>
              <a:gd name="connsiteX698" fmla="*/ 1214067 w 7467600"/>
              <a:gd name="connsiteY698" fmla="*/ 3908561 h 6858000"/>
              <a:gd name="connsiteX699" fmla="*/ 640967 w 7467600"/>
              <a:gd name="connsiteY699" fmla="*/ 4105601 h 6858000"/>
              <a:gd name="connsiteX700" fmla="*/ 112563 w 7467600"/>
              <a:gd name="connsiteY700" fmla="*/ 4396952 h 6858000"/>
              <a:gd name="connsiteX701" fmla="*/ 0 w 7467600"/>
              <a:gd name="connsiteY701" fmla="*/ 4466006 h 6858000"/>
              <a:gd name="connsiteX702" fmla="*/ 0 w 7467600"/>
              <a:gd name="connsiteY702" fmla="*/ 4233763 h 6858000"/>
              <a:gd name="connsiteX703" fmla="*/ 36881 w 7467600"/>
              <a:gd name="connsiteY703" fmla="*/ 4200118 h 6858000"/>
              <a:gd name="connsiteX704" fmla="*/ 910534 w 7467600"/>
              <a:gd name="connsiteY704" fmla="*/ 3629753 h 6858000"/>
              <a:gd name="connsiteX705" fmla="*/ 1578717 w 7467600"/>
              <a:gd name="connsiteY705" fmla="*/ 3575982 h 6858000"/>
              <a:gd name="connsiteX706" fmla="*/ 2338780 w 7467600"/>
              <a:gd name="connsiteY706" fmla="*/ 3033725 h 6858000"/>
              <a:gd name="connsiteX707" fmla="*/ 1807991 w 7467600"/>
              <a:gd name="connsiteY707" fmla="*/ 2807184 h 6858000"/>
              <a:gd name="connsiteX708" fmla="*/ 1416358 w 7467600"/>
              <a:gd name="connsiteY708" fmla="*/ 3112571 h 6858000"/>
              <a:gd name="connsiteX709" fmla="*/ 939066 w 7467600"/>
              <a:gd name="connsiteY709" fmla="*/ 3378798 h 6858000"/>
              <a:gd name="connsiteX710" fmla="*/ 115099 w 7467600"/>
              <a:gd name="connsiteY710" fmla="*/ 3607650 h 6858000"/>
              <a:gd name="connsiteX711" fmla="*/ 97284 w 7467600"/>
              <a:gd name="connsiteY711" fmla="*/ 3520393 h 6858000"/>
              <a:gd name="connsiteX712" fmla="*/ 922050 w 7467600"/>
              <a:gd name="connsiteY712" fmla="*/ 3074867 h 6858000"/>
              <a:gd name="connsiteX713" fmla="*/ 1405265 w 7467600"/>
              <a:gd name="connsiteY713" fmla="*/ 3016319 h 6858000"/>
              <a:gd name="connsiteX714" fmla="*/ 1407512 w 7467600"/>
              <a:gd name="connsiteY714" fmla="*/ 3018001 h 6858000"/>
              <a:gd name="connsiteX715" fmla="*/ 1726266 w 7467600"/>
              <a:gd name="connsiteY715" fmla="*/ 2777274 h 6858000"/>
              <a:gd name="connsiteX716" fmla="*/ 625390 w 7467600"/>
              <a:gd name="connsiteY716" fmla="*/ 2514541 h 6858000"/>
              <a:gd name="connsiteX717" fmla="*/ 619799 w 7467600"/>
              <a:gd name="connsiteY717" fmla="*/ 2527180 h 6858000"/>
              <a:gd name="connsiteX718" fmla="*/ 310030 w 7467600"/>
              <a:gd name="connsiteY718" fmla="*/ 2771818 h 6858000"/>
              <a:gd name="connsiteX719" fmla="*/ 173877 w 7467600"/>
              <a:gd name="connsiteY719" fmla="*/ 2937056 h 6858000"/>
              <a:gd name="connsiteX720" fmla="*/ 77889 w 7467600"/>
              <a:gd name="connsiteY720" fmla="*/ 3138440 h 6858000"/>
              <a:gd name="connsiteX721" fmla="*/ 0 w 7467600"/>
              <a:gd name="connsiteY721" fmla="*/ 3271395 h 6858000"/>
              <a:gd name="connsiteX722" fmla="*/ 0 w 7467600"/>
              <a:gd name="connsiteY722" fmla="*/ 3153002 h 6858000"/>
              <a:gd name="connsiteX723" fmla="*/ 2386 w 7467600"/>
              <a:gd name="connsiteY723" fmla="*/ 3149203 h 6858000"/>
              <a:gd name="connsiteX724" fmla="*/ 89753 w 7467600"/>
              <a:gd name="connsiteY724" fmla="*/ 2987702 h 6858000"/>
              <a:gd name="connsiteX725" fmla="*/ 76869 w 7467600"/>
              <a:gd name="connsiteY725" fmla="*/ 3005404 h 6858000"/>
              <a:gd name="connsiteX726" fmla="*/ 32049 w 7467600"/>
              <a:gd name="connsiteY726" fmla="*/ 3065814 h 6858000"/>
              <a:gd name="connsiteX727" fmla="*/ 0 w 7467600"/>
              <a:gd name="connsiteY727" fmla="*/ 3108744 h 6858000"/>
              <a:gd name="connsiteX728" fmla="*/ 0 w 7467600"/>
              <a:gd name="connsiteY728" fmla="*/ 3058059 h 6858000"/>
              <a:gd name="connsiteX729" fmla="*/ 7610 w 7467600"/>
              <a:gd name="connsiteY729" fmla="*/ 3047889 h 6858000"/>
              <a:gd name="connsiteX730" fmla="*/ 52419 w 7467600"/>
              <a:gd name="connsiteY730" fmla="*/ 2987479 h 6858000"/>
              <a:gd name="connsiteX731" fmla="*/ 59142 w 7467600"/>
              <a:gd name="connsiteY731" fmla="*/ 2978488 h 6858000"/>
              <a:gd name="connsiteX732" fmla="*/ 0 w 7467600"/>
              <a:gd name="connsiteY732" fmla="*/ 3015334 h 6858000"/>
              <a:gd name="connsiteX733" fmla="*/ 0 w 7467600"/>
              <a:gd name="connsiteY733" fmla="*/ 2914286 h 6858000"/>
              <a:gd name="connsiteX734" fmla="*/ 36383 w 7467600"/>
              <a:gd name="connsiteY734" fmla="*/ 2901128 h 6858000"/>
              <a:gd name="connsiteX735" fmla="*/ 156329 w 7467600"/>
              <a:gd name="connsiteY735" fmla="*/ 2840533 h 6858000"/>
              <a:gd name="connsiteX736" fmla="*/ 358355 w 7467600"/>
              <a:gd name="connsiteY736" fmla="*/ 2620471 h 6858000"/>
              <a:gd name="connsiteX737" fmla="*/ 510577 w 7467600"/>
              <a:gd name="connsiteY737" fmla="*/ 2501244 h 6858000"/>
              <a:gd name="connsiteX738" fmla="*/ 211967 w 7467600"/>
              <a:gd name="connsiteY738" fmla="*/ 2479171 h 6858000"/>
              <a:gd name="connsiteX739" fmla="*/ 0 w 7467600"/>
              <a:gd name="connsiteY739" fmla="*/ 2476398 h 6858000"/>
              <a:gd name="connsiteX740" fmla="*/ 0 w 7467600"/>
              <a:gd name="connsiteY740" fmla="*/ 2389189 h 6858000"/>
              <a:gd name="connsiteX741" fmla="*/ 103062 w 7467600"/>
              <a:gd name="connsiteY741" fmla="*/ 2389518 h 6858000"/>
              <a:gd name="connsiteX742" fmla="*/ 510734 w 7467600"/>
              <a:gd name="connsiteY742" fmla="*/ 2416201 h 6858000"/>
              <a:gd name="connsiteX743" fmla="*/ 279257 w 7467600"/>
              <a:gd name="connsiteY743" fmla="*/ 2092102 h 6858000"/>
              <a:gd name="connsiteX744" fmla="*/ 65265 w 7467600"/>
              <a:gd name="connsiteY744" fmla="*/ 2006049 h 6858000"/>
              <a:gd name="connsiteX745" fmla="*/ 0 w 7467600"/>
              <a:gd name="connsiteY745" fmla="*/ 1982532 h 6858000"/>
              <a:gd name="connsiteX746" fmla="*/ 0 w 7467600"/>
              <a:gd name="connsiteY746" fmla="*/ 1912789 h 6858000"/>
              <a:gd name="connsiteX747" fmla="*/ 97460 w 7467600"/>
              <a:gd name="connsiteY747" fmla="*/ 1953725 h 6858000"/>
              <a:gd name="connsiteX748" fmla="*/ 221272 w 7467600"/>
              <a:gd name="connsiteY748" fmla="*/ 1980766 h 6858000"/>
              <a:gd name="connsiteX749" fmla="*/ 116765 w 7467600"/>
              <a:gd name="connsiteY749" fmla="*/ 1911033 h 6858000"/>
              <a:gd name="connsiteX750" fmla="*/ 16405 w 7467600"/>
              <a:gd name="connsiteY750" fmla="*/ 1803412 h 6858000"/>
              <a:gd name="connsiteX751" fmla="*/ 0 w 7467600"/>
              <a:gd name="connsiteY751" fmla="*/ 1784777 h 6858000"/>
              <a:gd name="connsiteX752" fmla="*/ 0 w 7467600"/>
              <a:gd name="connsiteY752" fmla="*/ 1740082 h 6858000"/>
              <a:gd name="connsiteX753" fmla="*/ 39394 w 7467600"/>
              <a:gd name="connsiteY753" fmla="*/ 1784856 h 6858000"/>
              <a:gd name="connsiteX754" fmla="*/ 135813 w 7467600"/>
              <a:gd name="connsiteY754" fmla="*/ 1888838 h 6858000"/>
              <a:gd name="connsiteX755" fmla="*/ 242575 w 7467600"/>
              <a:gd name="connsiteY755" fmla="*/ 1958841 h 6858000"/>
              <a:gd name="connsiteX756" fmla="*/ 82197 w 7467600"/>
              <a:gd name="connsiteY756" fmla="*/ 1754826 h 6858000"/>
              <a:gd name="connsiteX757" fmla="*/ 0 w 7467600"/>
              <a:gd name="connsiteY757" fmla="*/ 1679650 h 6858000"/>
              <a:gd name="connsiteX758" fmla="*/ 0 w 7467600"/>
              <a:gd name="connsiteY758" fmla="*/ 1602463 h 6858000"/>
              <a:gd name="connsiteX759" fmla="*/ 84689 w 7467600"/>
              <a:gd name="connsiteY759" fmla="*/ 1677442 h 6858000"/>
              <a:gd name="connsiteX760" fmla="*/ 298437 w 7467600"/>
              <a:gd name="connsiteY760" fmla="*/ 1968019 h 6858000"/>
              <a:gd name="connsiteX761" fmla="*/ 227269 w 7467600"/>
              <a:gd name="connsiteY761" fmla="*/ 1114064 h 6858000"/>
              <a:gd name="connsiteX762" fmla="*/ 248003 w 7467600"/>
              <a:gd name="connsiteY762" fmla="*/ 1089613 h 6858000"/>
              <a:gd name="connsiteX763" fmla="*/ 427020 w 7467600"/>
              <a:gd name="connsiteY763" fmla="*/ 1619803 h 6858000"/>
              <a:gd name="connsiteX764" fmla="*/ 340345 w 7467600"/>
              <a:gd name="connsiteY764" fmla="*/ 2027739 h 6858000"/>
              <a:gd name="connsiteX765" fmla="*/ 360865 w 7467600"/>
              <a:gd name="connsiteY765" fmla="*/ 2044827 h 6858000"/>
              <a:gd name="connsiteX766" fmla="*/ 560414 w 7467600"/>
              <a:gd name="connsiteY766" fmla="*/ 2421457 h 6858000"/>
              <a:gd name="connsiteX767" fmla="*/ 1359703 w 7467600"/>
              <a:gd name="connsiteY767" fmla="*/ 2578554 h 6858000"/>
              <a:gd name="connsiteX768" fmla="*/ 1359422 w 7467600"/>
              <a:gd name="connsiteY768" fmla="*/ 2577994 h 6858000"/>
              <a:gd name="connsiteX769" fmla="*/ 828701 w 7467600"/>
              <a:gd name="connsiteY769" fmla="*/ 1839520 h 6858000"/>
              <a:gd name="connsiteX770" fmla="*/ 494427 w 7467600"/>
              <a:gd name="connsiteY770" fmla="*/ 1092333 h 6858000"/>
              <a:gd name="connsiteX771" fmla="*/ 506322 w 7467600"/>
              <a:gd name="connsiteY771" fmla="*/ 1020997 h 6858000"/>
              <a:gd name="connsiteX772" fmla="*/ 4570198 w 7467600"/>
              <a:gd name="connsiteY772" fmla="*/ 978081 h 6858000"/>
              <a:gd name="connsiteX773" fmla="*/ 4523691 w 7467600"/>
              <a:gd name="connsiteY773" fmla="*/ 1127776 h 6858000"/>
              <a:gd name="connsiteX774" fmla="*/ 4509875 w 7467600"/>
              <a:gd name="connsiteY774" fmla="*/ 1167552 h 6858000"/>
              <a:gd name="connsiteX775" fmla="*/ 4478168 w 7467600"/>
              <a:gd name="connsiteY775" fmla="*/ 1260735 h 6858000"/>
              <a:gd name="connsiteX776" fmla="*/ 4409309 w 7467600"/>
              <a:gd name="connsiteY776" fmla="*/ 1666996 h 6858000"/>
              <a:gd name="connsiteX777" fmla="*/ 4370031 w 7467600"/>
              <a:gd name="connsiteY777" fmla="*/ 1955666 h 6858000"/>
              <a:gd name="connsiteX778" fmla="*/ 4570198 w 7467600"/>
              <a:gd name="connsiteY778" fmla="*/ 978081 h 6858000"/>
              <a:gd name="connsiteX779" fmla="*/ 4557898 w 7467600"/>
              <a:gd name="connsiteY779" fmla="*/ 900011 h 6858000"/>
              <a:gd name="connsiteX780" fmla="*/ 4344840 w 7467600"/>
              <a:gd name="connsiteY780" fmla="*/ 1922038 h 6858000"/>
              <a:gd name="connsiteX781" fmla="*/ 4378710 w 7467600"/>
              <a:gd name="connsiteY781" fmla="*/ 1665516 h 6858000"/>
              <a:gd name="connsiteX782" fmla="*/ 4448798 w 7467600"/>
              <a:gd name="connsiteY782" fmla="*/ 1253024 h 6858000"/>
              <a:gd name="connsiteX783" fmla="*/ 4480315 w 7467600"/>
              <a:gd name="connsiteY783" fmla="*/ 1158454 h 6858000"/>
              <a:gd name="connsiteX784" fmla="*/ 4494133 w 7467600"/>
              <a:gd name="connsiteY784" fmla="*/ 1118676 h 6858000"/>
              <a:gd name="connsiteX785" fmla="*/ 4557898 w 7467600"/>
              <a:gd name="connsiteY785" fmla="*/ 900011 h 6858000"/>
              <a:gd name="connsiteX786" fmla="*/ 5870151 w 7467600"/>
              <a:gd name="connsiteY786" fmla="*/ 898890 h 6858000"/>
              <a:gd name="connsiteX787" fmla="*/ 5861335 w 7467600"/>
              <a:gd name="connsiteY787" fmla="*/ 899177 h 6858000"/>
              <a:gd name="connsiteX788" fmla="*/ 5843702 w 7467600"/>
              <a:gd name="connsiteY788" fmla="*/ 899748 h 6858000"/>
              <a:gd name="connsiteX789" fmla="*/ 5651107 w 7467600"/>
              <a:gd name="connsiteY789" fmla="*/ 920306 h 6858000"/>
              <a:gd name="connsiteX790" fmla="*/ 5459407 w 7467600"/>
              <a:gd name="connsiteY790" fmla="*/ 940975 h 6858000"/>
              <a:gd name="connsiteX791" fmla="*/ 5374846 w 7467600"/>
              <a:gd name="connsiteY791" fmla="*/ 941988 h 6858000"/>
              <a:gd name="connsiteX792" fmla="*/ 5256105 w 7467600"/>
              <a:gd name="connsiteY792" fmla="*/ 945632 h 6858000"/>
              <a:gd name="connsiteX793" fmla="*/ 5107071 w 7467600"/>
              <a:gd name="connsiteY793" fmla="*/ 969720 h 6858000"/>
              <a:gd name="connsiteX794" fmla="*/ 4998681 w 7467600"/>
              <a:gd name="connsiteY794" fmla="*/ 988771 h 6858000"/>
              <a:gd name="connsiteX795" fmla="*/ 5870151 w 7467600"/>
              <a:gd name="connsiteY795" fmla="*/ 898890 h 6858000"/>
              <a:gd name="connsiteX796" fmla="*/ 5504425 w 7467600"/>
              <a:gd name="connsiteY796" fmla="*/ 848067 h 6858000"/>
              <a:gd name="connsiteX797" fmla="*/ 4968849 w 7467600"/>
              <a:gd name="connsiteY797" fmla="*/ 962318 h 6858000"/>
              <a:gd name="connsiteX798" fmla="*/ 5104039 w 7467600"/>
              <a:gd name="connsiteY798" fmla="*/ 940634 h 6858000"/>
              <a:gd name="connsiteX799" fmla="*/ 5256311 w 7467600"/>
              <a:gd name="connsiteY799" fmla="*/ 916490 h 6858000"/>
              <a:gd name="connsiteX800" fmla="*/ 5377381 w 7467600"/>
              <a:gd name="connsiteY800" fmla="*/ 912671 h 6858000"/>
              <a:gd name="connsiteX801" fmla="*/ 5460148 w 7467600"/>
              <a:gd name="connsiteY801" fmla="*/ 911442 h 6858000"/>
              <a:gd name="connsiteX802" fmla="*/ 5648971 w 7467600"/>
              <a:gd name="connsiteY802" fmla="*/ 891331 h 6858000"/>
              <a:gd name="connsiteX803" fmla="*/ 5844807 w 7467600"/>
              <a:gd name="connsiteY803" fmla="*/ 870718 h 6858000"/>
              <a:gd name="connsiteX804" fmla="*/ 5862975 w 7467600"/>
              <a:gd name="connsiteY804" fmla="*/ 869756 h 6858000"/>
              <a:gd name="connsiteX805" fmla="*/ 5920887 w 7467600"/>
              <a:gd name="connsiteY805" fmla="*/ 865929 h 6858000"/>
              <a:gd name="connsiteX806" fmla="*/ 5504425 w 7467600"/>
              <a:gd name="connsiteY806" fmla="*/ 848067 h 6858000"/>
              <a:gd name="connsiteX807" fmla="*/ 3607114 w 7467600"/>
              <a:gd name="connsiteY807" fmla="*/ 467441 h 6858000"/>
              <a:gd name="connsiteX808" fmla="*/ 3296242 w 7467600"/>
              <a:gd name="connsiteY808" fmla="*/ 807991 h 6858000"/>
              <a:gd name="connsiteX809" fmla="*/ 3174674 w 7467600"/>
              <a:gd name="connsiteY809" fmla="*/ 919759 h 6858000"/>
              <a:gd name="connsiteX810" fmla="*/ 3042978 w 7467600"/>
              <a:gd name="connsiteY810" fmla="*/ 1054894 h 6858000"/>
              <a:gd name="connsiteX811" fmla="*/ 2968914 w 7467600"/>
              <a:gd name="connsiteY811" fmla="*/ 1133756 h 6858000"/>
              <a:gd name="connsiteX812" fmla="*/ 3103823 w 7467600"/>
              <a:gd name="connsiteY812" fmla="*/ 1026814 h 6858000"/>
              <a:gd name="connsiteX813" fmla="*/ 3607114 w 7467600"/>
              <a:gd name="connsiteY813" fmla="*/ 467441 h 6858000"/>
              <a:gd name="connsiteX814" fmla="*/ 3744487 w 7467600"/>
              <a:gd name="connsiteY814" fmla="*/ 383136 h 6858000"/>
              <a:gd name="connsiteX815" fmla="*/ 3970213 w 7467600"/>
              <a:gd name="connsiteY815" fmla="*/ 995559 h 6858000"/>
              <a:gd name="connsiteX816" fmla="*/ 3744487 w 7467600"/>
              <a:gd name="connsiteY816" fmla="*/ 383136 h 6858000"/>
              <a:gd name="connsiteX817" fmla="*/ 3624562 w 7467600"/>
              <a:gd name="connsiteY817" fmla="*/ 367041 h 6858000"/>
              <a:gd name="connsiteX818" fmla="*/ 3489712 w 7467600"/>
              <a:gd name="connsiteY818" fmla="*/ 485386 h 6858000"/>
              <a:gd name="connsiteX819" fmla="*/ 3182994 w 7467600"/>
              <a:gd name="connsiteY819" fmla="*/ 828265 h 6858000"/>
              <a:gd name="connsiteX820" fmla="*/ 2892114 w 7467600"/>
              <a:gd name="connsiteY820" fmla="*/ 1172635 h 6858000"/>
              <a:gd name="connsiteX821" fmla="*/ 3021459 w 7467600"/>
              <a:gd name="connsiteY821" fmla="*/ 1035385 h 6858000"/>
              <a:gd name="connsiteX822" fmla="*/ 3153873 w 7467600"/>
              <a:gd name="connsiteY822" fmla="*/ 898971 h 6858000"/>
              <a:gd name="connsiteX823" fmla="*/ 3276511 w 7467600"/>
              <a:gd name="connsiteY823" fmla="*/ 786423 h 6858000"/>
              <a:gd name="connsiteX824" fmla="*/ 3584154 w 7467600"/>
              <a:gd name="connsiteY824" fmla="*/ 448218 h 6858000"/>
              <a:gd name="connsiteX825" fmla="*/ 3624562 w 7467600"/>
              <a:gd name="connsiteY825" fmla="*/ 367041 h 6858000"/>
              <a:gd name="connsiteX826" fmla="*/ 3766672 w 7467600"/>
              <a:gd name="connsiteY826" fmla="*/ 359429 h 6858000"/>
              <a:gd name="connsiteX827" fmla="*/ 3996338 w 7467600"/>
              <a:gd name="connsiteY827" fmla="*/ 968237 h 6858000"/>
              <a:gd name="connsiteX828" fmla="*/ 3766672 w 7467600"/>
              <a:gd name="connsiteY828" fmla="*/ 359429 h 6858000"/>
              <a:gd name="connsiteX829" fmla="*/ 5805386 w 7467600"/>
              <a:gd name="connsiteY829" fmla="*/ 239240 h 6858000"/>
              <a:gd name="connsiteX830" fmla="*/ 5736947 w 7467600"/>
              <a:gd name="connsiteY830" fmla="*/ 261367 h 6858000"/>
              <a:gd name="connsiteX831" fmla="*/ 5427012 w 7467600"/>
              <a:gd name="connsiteY831" fmla="*/ 311272 h 6858000"/>
              <a:gd name="connsiteX832" fmla="*/ 5147818 w 7467600"/>
              <a:gd name="connsiteY832" fmla="*/ 322112 h 6858000"/>
              <a:gd name="connsiteX833" fmla="*/ 5060854 w 7467600"/>
              <a:gd name="connsiteY833" fmla="*/ 311882 h 6858000"/>
              <a:gd name="connsiteX834" fmla="*/ 4945989 w 7467600"/>
              <a:gd name="connsiteY834" fmla="*/ 300516 h 6858000"/>
              <a:gd name="connsiteX835" fmla="*/ 5410479 w 7467600"/>
              <a:gd name="connsiteY835" fmla="*/ 348434 h 6858000"/>
              <a:gd name="connsiteX836" fmla="*/ 5805386 w 7467600"/>
              <a:gd name="connsiteY836" fmla="*/ 239240 h 6858000"/>
              <a:gd name="connsiteX837" fmla="*/ 5905192 w 7467600"/>
              <a:gd name="connsiteY837" fmla="*/ 163079 h 6858000"/>
              <a:gd name="connsiteX838" fmla="*/ 5865655 w 7467600"/>
              <a:gd name="connsiteY838" fmla="*/ 171901 h 6858000"/>
              <a:gd name="connsiteX839" fmla="*/ 5259740 w 7467600"/>
              <a:gd name="connsiteY839" fmla="*/ 257013 h 6858000"/>
              <a:gd name="connsiteX840" fmla="*/ 5208466 w 7467600"/>
              <a:gd name="connsiteY840" fmla="*/ 257550 h 6858000"/>
              <a:gd name="connsiteX841" fmla="*/ 4980204 w 7467600"/>
              <a:gd name="connsiteY841" fmla="*/ 271903 h 6858000"/>
              <a:gd name="connsiteX842" fmla="*/ 5068068 w 7467600"/>
              <a:gd name="connsiteY842" fmla="*/ 282244 h 6858000"/>
              <a:gd name="connsiteX843" fmla="*/ 5153231 w 7467600"/>
              <a:gd name="connsiteY843" fmla="*/ 292240 h 6858000"/>
              <a:gd name="connsiteX844" fmla="*/ 5426491 w 7467600"/>
              <a:gd name="connsiteY844" fmla="*/ 281128 h 6858000"/>
              <a:gd name="connsiteX845" fmla="*/ 5731212 w 7467600"/>
              <a:gd name="connsiteY845" fmla="*/ 231951 h 6858000"/>
              <a:gd name="connsiteX846" fmla="*/ 5905192 w 7467600"/>
              <a:gd name="connsiteY846" fmla="*/ 163079 h 6858000"/>
              <a:gd name="connsiteX847" fmla="*/ 5944437 w 7467600"/>
              <a:gd name="connsiteY847" fmla="*/ 113829 h 6858000"/>
              <a:gd name="connsiteX848" fmla="*/ 5825032 w 7467600"/>
              <a:gd name="connsiteY848" fmla="*/ 146405 h 6858000"/>
              <a:gd name="connsiteX849" fmla="*/ 4955599 w 7467600"/>
              <a:gd name="connsiteY849" fmla="*/ 247008 h 6858000"/>
              <a:gd name="connsiteX850" fmla="*/ 5210104 w 7467600"/>
              <a:gd name="connsiteY850" fmla="*/ 228123 h 6858000"/>
              <a:gd name="connsiteX851" fmla="*/ 5261015 w 7467600"/>
              <a:gd name="connsiteY851" fmla="*/ 227087 h 6858000"/>
              <a:gd name="connsiteX852" fmla="*/ 5861181 w 7467600"/>
              <a:gd name="connsiteY852" fmla="*/ 143093 h 6858000"/>
              <a:gd name="connsiteX853" fmla="*/ 5961252 w 7467600"/>
              <a:gd name="connsiteY853" fmla="*/ 114820 h 6858000"/>
              <a:gd name="connsiteX854" fmla="*/ 5944437 w 7467600"/>
              <a:gd name="connsiteY854" fmla="*/ 113829 h 6858000"/>
              <a:gd name="connsiteX855" fmla="*/ 3882765 w 7467600"/>
              <a:gd name="connsiteY855" fmla="*/ 0 h 6858000"/>
              <a:gd name="connsiteX856" fmla="*/ 3995099 w 7467600"/>
              <a:gd name="connsiteY856" fmla="*/ 0 h 6858000"/>
              <a:gd name="connsiteX857" fmla="*/ 4163818 w 7467600"/>
              <a:gd name="connsiteY857" fmla="*/ 234104 h 6858000"/>
              <a:gd name="connsiteX858" fmla="*/ 4172099 w 7467600"/>
              <a:gd name="connsiteY858" fmla="*/ 234207 h 6858000"/>
              <a:gd name="connsiteX859" fmla="*/ 4784282 w 7467600"/>
              <a:gd name="connsiteY859" fmla="*/ 276561 h 6858000"/>
              <a:gd name="connsiteX860" fmla="*/ 4801687 w 7467600"/>
              <a:gd name="connsiteY860" fmla="*/ 267764 h 6858000"/>
              <a:gd name="connsiteX861" fmla="*/ 6082788 w 7467600"/>
              <a:gd name="connsiteY861" fmla="*/ 64119 h 6858000"/>
              <a:gd name="connsiteX862" fmla="*/ 6099442 w 7467600"/>
              <a:gd name="connsiteY862" fmla="*/ 82568 h 6858000"/>
              <a:gd name="connsiteX863" fmla="*/ 4804137 w 7467600"/>
              <a:gd name="connsiteY863" fmla="*/ 320931 h 6858000"/>
              <a:gd name="connsiteX864" fmla="*/ 4227047 w 7467600"/>
              <a:gd name="connsiteY864" fmla="*/ 313415 h 6858000"/>
              <a:gd name="connsiteX865" fmla="*/ 4346041 w 7467600"/>
              <a:gd name="connsiteY865" fmla="*/ 456086 h 6858000"/>
              <a:gd name="connsiteX866" fmla="*/ 4870967 w 7467600"/>
              <a:gd name="connsiteY866" fmla="*/ 963061 h 6858000"/>
              <a:gd name="connsiteX867" fmla="*/ 4889647 w 7467600"/>
              <a:gd name="connsiteY867" fmla="*/ 957147 h 6858000"/>
              <a:gd name="connsiteX868" fmla="*/ 5422504 w 7467600"/>
              <a:gd name="connsiteY868" fmla="*/ 805191 h 6858000"/>
              <a:gd name="connsiteX869" fmla="*/ 6087656 w 7467600"/>
              <a:gd name="connsiteY869" fmla="*/ 826703 h 6858000"/>
              <a:gd name="connsiteX870" fmla="*/ 6058717 w 7467600"/>
              <a:gd name="connsiteY870" fmla="*/ 865992 h 6858000"/>
              <a:gd name="connsiteX871" fmla="*/ 4974153 w 7467600"/>
              <a:gd name="connsiteY871" fmla="*/ 1045456 h 6858000"/>
              <a:gd name="connsiteX872" fmla="*/ 5627835 w 7467600"/>
              <a:gd name="connsiteY872" fmla="*/ 1472077 h 6858000"/>
              <a:gd name="connsiteX873" fmla="*/ 5629817 w 7467600"/>
              <a:gd name="connsiteY873" fmla="*/ 1471412 h 6858000"/>
              <a:gd name="connsiteX874" fmla="*/ 5634124 w 7467600"/>
              <a:gd name="connsiteY874" fmla="*/ 1470572 h 6858000"/>
              <a:gd name="connsiteX875" fmla="*/ 5755832 w 7467600"/>
              <a:gd name="connsiteY875" fmla="*/ 1383886 h 6858000"/>
              <a:gd name="connsiteX876" fmla="*/ 6014186 w 7467600"/>
              <a:gd name="connsiteY876" fmla="*/ 1279799 h 6858000"/>
              <a:gd name="connsiteX877" fmla="*/ 6901619 w 7467600"/>
              <a:gd name="connsiteY877" fmla="*/ 1047874 h 6858000"/>
              <a:gd name="connsiteX878" fmla="*/ 6931566 w 7467600"/>
              <a:gd name="connsiteY878" fmla="*/ 1062034 h 6858000"/>
              <a:gd name="connsiteX879" fmla="*/ 5790982 w 7467600"/>
              <a:gd name="connsiteY879" fmla="*/ 1561380 h 6858000"/>
              <a:gd name="connsiteX880" fmla="*/ 6188971 w 7467600"/>
              <a:gd name="connsiteY880" fmla="*/ 1755168 h 6858000"/>
              <a:gd name="connsiteX881" fmla="*/ 6202446 w 7467600"/>
              <a:gd name="connsiteY881" fmla="*/ 1752268 h 6858000"/>
              <a:gd name="connsiteX882" fmla="*/ 7179560 w 7467600"/>
              <a:gd name="connsiteY882" fmla="*/ 1467551 h 6858000"/>
              <a:gd name="connsiteX883" fmla="*/ 7158730 w 7467600"/>
              <a:gd name="connsiteY883" fmla="*/ 1507835 h 6858000"/>
              <a:gd name="connsiteX884" fmla="*/ 6326959 w 7467600"/>
              <a:gd name="connsiteY884" fmla="*/ 1817686 h 6858000"/>
              <a:gd name="connsiteX885" fmla="*/ 6537433 w 7467600"/>
              <a:gd name="connsiteY885" fmla="*/ 1907790 h 6858000"/>
              <a:gd name="connsiteX886" fmla="*/ 6550221 w 7467600"/>
              <a:gd name="connsiteY886" fmla="*/ 1910729 h 6858000"/>
              <a:gd name="connsiteX887" fmla="*/ 6964438 w 7467600"/>
              <a:gd name="connsiteY887" fmla="*/ 2209505 h 6858000"/>
              <a:gd name="connsiteX888" fmla="*/ 7367862 w 7467600"/>
              <a:gd name="connsiteY888" fmla="*/ 2806833 h 6858000"/>
              <a:gd name="connsiteX889" fmla="*/ 7364329 w 7467600"/>
              <a:gd name="connsiteY889" fmla="*/ 2826907 h 6858000"/>
              <a:gd name="connsiteX890" fmla="*/ 7290545 w 7467600"/>
              <a:gd name="connsiteY890" fmla="*/ 2850663 h 6858000"/>
              <a:gd name="connsiteX891" fmla="*/ 6472036 w 7467600"/>
              <a:gd name="connsiteY891" fmla="*/ 1959003 h 6858000"/>
              <a:gd name="connsiteX892" fmla="*/ 5792897 w 7467600"/>
              <a:gd name="connsiteY892" fmla="*/ 1647747 h 6858000"/>
              <a:gd name="connsiteX893" fmla="*/ 5842751 w 7467600"/>
              <a:gd name="connsiteY893" fmla="*/ 1816112 h 6858000"/>
              <a:gd name="connsiteX894" fmla="*/ 5847424 w 7467600"/>
              <a:gd name="connsiteY894" fmla="*/ 1815776 h 6858000"/>
              <a:gd name="connsiteX895" fmla="*/ 6399821 w 7467600"/>
              <a:gd name="connsiteY895" fmla="*/ 2344799 h 6858000"/>
              <a:gd name="connsiteX896" fmla="*/ 6323232 w 7467600"/>
              <a:gd name="connsiteY896" fmla="*/ 2389634 h 6858000"/>
              <a:gd name="connsiteX897" fmla="*/ 5942958 w 7467600"/>
              <a:gd name="connsiteY897" fmla="*/ 2077708 h 6858000"/>
              <a:gd name="connsiteX898" fmla="*/ 5921559 w 7467600"/>
              <a:gd name="connsiteY898" fmla="*/ 2378596 h 6858000"/>
              <a:gd name="connsiteX899" fmla="*/ 5817651 w 7467600"/>
              <a:gd name="connsiteY899" fmla="*/ 3023919 h 6858000"/>
              <a:gd name="connsiteX900" fmla="*/ 5729634 w 7467600"/>
              <a:gd name="connsiteY900" fmla="*/ 3051849 h 6858000"/>
              <a:gd name="connsiteX901" fmla="*/ 5611018 w 7467600"/>
              <a:gd name="connsiteY901" fmla="*/ 2316769 h 6858000"/>
              <a:gd name="connsiteX902" fmla="*/ 5687608 w 7467600"/>
              <a:gd name="connsiteY902" fmla="*/ 2039972 h 6858000"/>
              <a:gd name="connsiteX903" fmla="*/ 5657554 w 7467600"/>
              <a:gd name="connsiteY903" fmla="*/ 1576445 h 6858000"/>
              <a:gd name="connsiteX904" fmla="*/ 5150475 w 7467600"/>
              <a:gd name="connsiteY904" fmla="*/ 1274012 h 6858000"/>
              <a:gd name="connsiteX905" fmla="*/ 5349142 w 7467600"/>
              <a:gd name="connsiteY905" fmla="*/ 2204405 h 6858000"/>
              <a:gd name="connsiteX906" fmla="*/ 5262214 w 7467600"/>
              <a:gd name="connsiteY906" fmla="*/ 2233836 h 6858000"/>
              <a:gd name="connsiteX907" fmla="*/ 4981539 w 7467600"/>
              <a:gd name="connsiteY907" fmla="*/ 1542201 h 6858000"/>
              <a:gd name="connsiteX908" fmla="*/ 4958461 w 7467600"/>
              <a:gd name="connsiteY908" fmla="*/ 1136957 h 6858000"/>
              <a:gd name="connsiteX909" fmla="*/ 4655015 w 7467600"/>
              <a:gd name="connsiteY909" fmla="*/ 891426 h 6858000"/>
              <a:gd name="connsiteX910" fmla="*/ 4348002 w 7467600"/>
              <a:gd name="connsiteY910" fmla="*/ 2205895 h 6858000"/>
              <a:gd name="connsiteX911" fmla="*/ 4262250 w 7467600"/>
              <a:gd name="connsiteY911" fmla="*/ 2219972 h 6858000"/>
              <a:gd name="connsiteX912" fmla="*/ 4550611 w 7467600"/>
              <a:gd name="connsiteY912" fmla="*/ 817540 h 6858000"/>
              <a:gd name="connsiteX913" fmla="*/ 4564418 w 7467600"/>
              <a:gd name="connsiteY913" fmla="*/ 808293 h 6858000"/>
              <a:gd name="connsiteX914" fmla="*/ 4266388 w 7467600"/>
              <a:gd name="connsiteY914" fmla="*/ 500083 h 6858000"/>
              <a:gd name="connsiteX915" fmla="*/ 4032842 w 7467600"/>
              <a:gd name="connsiteY915" fmla="*/ 211809 h 6858000"/>
              <a:gd name="connsiteX916" fmla="*/ 3882765 w 7467600"/>
              <a:gd name="connsiteY916" fmla="*/ 0 h 6858000"/>
              <a:gd name="connsiteX917" fmla="*/ 3721337 w 7467600"/>
              <a:gd name="connsiteY917" fmla="*/ 0 h 6858000"/>
              <a:gd name="connsiteX918" fmla="*/ 3797544 w 7467600"/>
              <a:gd name="connsiteY918" fmla="*/ 0 h 6858000"/>
              <a:gd name="connsiteX919" fmla="*/ 3775734 w 7467600"/>
              <a:gd name="connsiteY919" fmla="*/ 95131 h 6858000"/>
              <a:gd name="connsiteX920" fmla="*/ 3724807 w 7467600"/>
              <a:gd name="connsiteY920" fmla="*/ 272257 h 6858000"/>
              <a:gd name="connsiteX921" fmla="*/ 3726844 w 7467600"/>
              <a:gd name="connsiteY921" fmla="*/ 282988 h 6858000"/>
              <a:gd name="connsiteX922" fmla="*/ 3742664 w 7467600"/>
              <a:gd name="connsiteY922" fmla="*/ 279918 h 6858000"/>
              <a:gd name="connsiteX923" fmla="*/ 4103910 w 7467600"/>
              <a:gd name="connsiteY923" fmla="*/ 1161917 h 6858000"/>
              <a:gd name="connsiteX924" fmla="*/ 4020269 w 7467600"/>
              <a:gd name="connsiteY924" fmla="*/ 1200406 h 6858000"/>
              <a:gd name="connsiteX925" fmla="*/ 3674882 w 7467600"/>
              <a:gd name="connsiteY925" fmla="*/ 488524 h 6858000"/>
              <a:gd name="connsiteX926" fmla="*/ 3132682 w 7467600"/>
              <a:gd name="connsiteY926" fmla="*/ 1072284 h 6858000"/>
              <a:gd name="connsiteX927" fmla="*/ 2716346 w 7467600"/>
              <a:gd name="connsiteY927" fmla="*/ 1276376 h 6858000"/>
              <a:gd name="connsiteX928" fmla="*/ 2716772 w 7467600"/>
              <a:gd name="connsiteY928" fmla="*/ 1255462 h 6858000"/>
              <a:gd name="connsiteX929" fmla="*/ 3471096 w 7467600"/>
              <a:gd name="connsiteY929" fmla="*/ 437072 h 6858000"/>
              <a:gd name="connsiteX930" fmla="*/ 3639057 w 7467600"/>
              <a:gd name="connsiteY930" fmla="*/ 286334 h 6858000"/>
              <a:gd name="connsiteX931" fmla="*/ 3640309 w 7467600"/>
              <a:gd name="connsiteY931" fmla="*/ 284664 h 6858000"/>
              <a:gd name="connsiteX932" fmla="*/ 3646022 w 7467600"/>
              <a:gd name="connsiteY932" fmla="*/ 276711 h 6858000"/>
              <a:gd name="connsiteX933" fmla="*/ 3707943 w 7467600"/>
              <a:gd name="connsiteY933" fmla="*/ 65958 h 6858000"/>
              <a:gd name="connsiteX934" fmla="*/ 3721337 w 7467600"/>
              <a:gd name="connsiteY934" fmla="*/ 0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2867960 w 7467600"/>
              <a:gd name="connsiteY949" fmla="*/ 0 h 6858000"/>
              <a:gd name="connsiteX950" fmla="*/ 1057230 w 7467600"/>
              <a:gd name="connsiteY950" fmla="*/ 0 h 6858000"/>
              <a:gd name="connsiteX951" fmla="*/ 1111003 w 7467600"/>
              <a:gd name="connsiteY951" fmla="*/ 0 h 6858000"/>
              <a:gd name="connsiteX952" fmla="*/ 1125553 w 7467600"/>
              <a:gd name="connsiteY952" fmla="*/ 52588 h 6858000"/>
              <a:gd name="connsiteX953" fmla="*/ 1304276 w 7467600"/>
              <a:gd name="connsiteY953" fmla="*/ 476275 h 6858000"/>
              <a:gd name="connsiteX954" fmla="*/ 1492066 w 7467600"/>
              <a:gd name="connsiteY954" fmla="*/ 886333 h 6858000"/>
              <a:gd name="connsiteX955" fmla="*/ 1423698 w 7467600"/>
              <a:gd name="connsiteY955" fmla="*/ 710817 h 6858000"/>
              <a:gd name="connsiteX956" fmla="*/ 1357609 w 7467600"/>
              <a:gd name="connsiteY956" fmla="*/ 532892 h 6858000"/>
              <a:gd name="connsiteX957" fmla="*/ 1309550 w 7467600"/>
              <a:gd name="connsiteY957" fmla="*/ 374031 h 6858000"/>
              <a:gd name="connsiteX958" fmla="*/ 1193673 w 7467600"/>
              <a:gd name="connsiteY958" fmla="*/ 49533 h 6858000"/>
              <a:gd name="connsiteX959" fmla="*/ 1164391 w 7467600"/>
              <a:gd name="connsiteY959" fmla="*/ 0 h 6858000"/>
              <a:gd name="connsiteX960" fmla="*/ 1200666 w 7467600"/>
              <a:gd name="connsiteY960" fmla="*/ 0 h 6858000"/>
              <a:gd name="connsiteX961" fmla="*/ 1223408 w 7467600"/>
              <a:gd name="connsiteY961" fmla="*/ 38996 h 6858000"/>
              <a:gd name="connsiteX962" fmla="*/ 1339635 w 7467600"/>
              <a:gd name="connsiteY962" fmla="*/ 365517 h 6858000"/>
              <a:gd name="connsiteX963" fmla="*/ 1387469 w 7467600"/>
              <a:gd name="connsiteY963" fmla="*/ 523079 h 6858000"/>
              <a:gd name="connsiteX964" fmla="*/ 1452685 w 7467600"/>
              <a:gd name="connsiteY964" fmla="*/ 699806 h 6858000"/>
              <a:gd name="connsiteX965" fmla="*/ 1492092 w 7467600"/>
              <a:gd name="connsiteY965" fmla="*/ 800424 h 6858000"/>
              <a:gd name="connsiteX966" fmla="*/ 1455302 w 7467600"/>
              <a:gd name="connsiteY966" fmla="*/ 632913 h 6858000"/>
              <a:gd name="connsiteX967" fmla="*/ 1222336 w 7467600"/>
              <a:gd name="connsiteY967" fmla="*/ 9480 h 6858000"/>
              <a:gd name="connsiteX968" fmla="*/ 1214634 w 7467600"/>
              <a:gd name="connsiteY968" fmla="*/ 0 h 6858000"/>
              <a:gd name="connsiteX969" fmla="*/ 1289827 w 7467600"/>
              <a:gd name="connsiteY969" fmla="*/ 0 h 6858000"/>
              <a:gd name="connsiteX970" fmla="*/ 1321076 w 7467600"/>
              <a:gd name="connsiteY970" fmla="*/ 59722 h 6858000"/>
              <a:gd name="connsiteX971" fmla="*/ 1512579 w 7467600"/>
              <a:gd name="connsiteY971" fmla="*/ 626441 h 6858000"/>
              <a:gd name="connsiteX972" fmla="*/ 1506076 w 7467600"/>
              <a:gd name="connsiteY972" fmla="*/ 1089289 h 6858000"/>
              <a:gd name="connsiteX973" fmla="*/ 1486346 w 7467600"/>
              <a:gd name="connsiteY973" fmla="*/ 1079919 h 6858000"/>
              <a:gd name="connsiteX974" fmla="*/ 1070511 w 7467600"/>
              <a:gd name="connsiteY974" fmla="*/ 48609 h 6858000"/>
              <a:gd name="connsiteX975" fmla="*/ 1057230 w 7467600"/>
              <a:gd name="connsiteY975" fmla="*/ 0 h 6858000"/>
              <a:gd name="connsiteX976" fmla="*/ 43151 w 7467600"/>
              <a:gd name="connsiteY976" fmla="*/ 0 h 6858000"/>
              <a:gd name="connsiteX977" fmla="*/ 95283 w 7467600"/>
              <a:gd name="connsiteY977" fmla="*/ 0 h 6858000"/>
              <a:gd name="connsiteX978" fmla="*/ 300708 w 7467600"/>
              <a:gd name="connsiteY978" fmla="*/ 154571 h 6858000"/>
              <a:gd name="connsiteX979" fmla="*/ 530414 w 7467600"/>
              <a:gd name="connsiteY979" fmla="*/ 354673 h 6858000"/>
              <a:gd name="connsiteX980" fmla="*/ 333785 w 7467600"/>
              <a:gd name="connsiteY980" fmla="*/ 161564 h 6858000"/>
              <a:gd name="connsiteX981" fmla="*/ 147005 w 7467600"/>
              <a:gd name="connsiteY981" fmla="*/ 0 h 6858000"/>
              <a:gd name="connsiteX982" fmla="*/ 272509 w 7467600"/>
              <a:gd name="connsiteY982" fmla="*/ 0 h 6858000"/>
              <a:gd name="connsiteX983" fmla="*/ 326276 w 7467600"/>
              <a:gd name="connsiteY983" fmla="*/ 45847 h 6858000"/>
              <a:gd name="connsiteX984" fmla="*/ 823759 w 7467600"/>
              <a:gd name="connsiteY984" fmla="*/ 574145 h 6858000"/>
              <a:gd name="connsiteX985" fmla="*/ 811254 w 7467600"/>
              <a:gd name="connsiteY985" fmla="*/ 665546 h 6858000"/>
              <a:gd name="connsiteX986" fmla="*/ 154042 w 7467600"/>
              <a:gd name="connsiteY986" fmla="*/ 261522 h 6858000"/>
              <a:gd name="connsiteX987" fmla="*/ 13550 w 7467600"/>
              <a:gd name="connsiteY987" fmla="*/ 158423 h 6858000"/>
              <a:gd name="connsiteX988" fmla="*/ 0 w 7467600"/>
              <a:gd name="connsiteY988" fmla="*/ 146618 h 6858000"/>
              <a:gd name="connsiteX989" fmla="*/ 0 w 7467600"/>
              <a:gd name="connsiteY989" fmla="*/ 59161 h 6858000"/>
              <a:gd name="connsiteX990" fmla="*/ 45427 w 7467600"/>
              <a:gd name="connsiteY990" fmla="*/ 101078 h 6858000"/>
              <a:gd name="connsiteX991" fmla="*/ 630103 w 7467600"/>
              <a:gd name="connsiteY991" fmla="*/ 485885 h 6858000"/>
              <a:gd name="connsiteX992" fmla="*/ 532040 w 7467600"/>
              <a:gd name="connsiteY992" fmla="*/ 399359 h 6858000"/>
              <a:gd name="connsiteX993" fmla="*/ 517618 w 7467600"/>
              <a:gd name="connsiteY993" fmla="*/ 385726 h 6858000"/>
              <a:gd name="connsiteX994" fmla="*/ 285074 w 7467600"/>
              <a:gd name="connsiteY994" fmla="*/ 182755 h 6858000"/>
              <a:gd name="connsiteX995" fmla="*/ 43151 w 7467600"/>
              <a:gd name="connsiteY99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1903353 w 7467600"/>
              <a:gd name="connsiteY139" fmla="*/ 5044827 h 6858000"/>
              <a:gd name="connsiteX140" fmla="*/ 1936931 w 7467600"/>
              <a:gd name="connsiteY140" fmla="*/ 5093954 h 6858000"/>
              <a:gd name="connsiteX141" fmla="*/ 2195868 w 7467600"/>
              <a:gd name="connsiteY141" fmla="*/ 5396574 h 6858000"/>
              <a:gd name="connsiteX142" fmla="*/ 2088852 w 7467600"/>
              <a:gd name="connsiteY142" fmla="*/ 5166123 h 6858000"/>
              <a:gd name="connsiteX143" fmla="*/ 1958241 w 7467600"/>
              <a:gd name="connsiteY143" fmla="*/ 5067955 h 6858000"/>
              <a:gd name="connsiteX144" fmla="*/ 1903353 w 7467600"/>
              <a:gd name="connsiteY144" fmla="*/ 5044827 h 6858000"/>
              <a:gd name="connsiteX145" fmla="*/ 1979378 w 7467600"/>
              <a:gd name="connsiteY145" fmla="*/ 4769504 h 6858000"/>
              <a:gd name="connsiteX146" fmla="*/ 2882120 w 7467600"/>
              <a:gd name="connsiteY146" fmla="*/ 5064547 h 6858000"/>
              <a:gd name="connsiteX147" fmla="*/ 2793103 w 7467600"/>
              <a:gd name="connsiteY147" fmla="*/ 5039699 h 6858000"/>
              <a:gd name="connsiteX148" fmla="*/ 2770041 w 7467600"/>
              <a:gd name="connsiteY148" fmla="*/ 5033634 h 6858000"/>
              <a:gd name="connsiteX149" fmla="*/ 1979378 w 7467600"/>
              <a:gd name="connsiteY149" fmla="*/ 4769504 h 6858000"/>
              <a:gd name="connsiteX150" fmla="*/ 1927410 w 7467600"/>
              <a:gd name="connsiteY150" fmla="*/ 4716164 h 6858000"/>
              <a:gd name="connsiteX151" fmla="*/ 1959587 w 7467600"/>
              <a:gd name="connsiteY151" fmla="*/ 4728849 h 6858000"/>
              <a:gd name="connsiteX152" fmla="*/ 2777707 w 7467600"/>
              <a:gd name="connsiteY152" fmla="*/ 5003991 h 6858000"/>
              <a:gd name="connsiteX153" fmla="*/ 2800768 w 7467600"/>
              <a:gd name="connsiteY153" fmla="*/ 5010056 h 6858000"/>
              <a:gd name="connsiteX154" fmla="*/ 2879408 w 7467600"/>
              <a:gd name="connsiteY154" fmla="*/ 5031590 h 6858000"/>
              <a:gd name="connsiteX155" fmla="*/ 2862295 w 7467600"/>
              <a:gd name="connsiteY155" fmla="*/ 5022958 h 6858000"/>
              <a:gd name="connsiteX156" fmla="*/ 2813343 w 7467600"/>
              <a:gd name="connsiteY156" fmla="*/ 4998369 h 6858000"/>
              <a:gd name="connsiteX157" fmla="*/ 2646245 w 7467600"/>
              <a:gd name="connsiteY157" fmla="*/ 4930999 h 6858000"/>
              <a:gd name="connsiteX158" fmla="*/ 1999243 w 7467600"/>
              <a:gd name="connsiteY158" fmla="*/ 4730524 h 6858000"/>
              <a:gd name="connsiteX159" fmla="*/ 1979527 w 7467600"/>
              <a:gd name="connsiteY159" fmla="*/ 4726651 h 6858000"/>
              <a:gd name="connsiteX160" fmla="*/ 1927410 w 7467600"/>
              <a:gd name="connsiteY160" fmla="*/ 4716164 h 6858000"/>
              <a:gd name="connsiteX161" fmla="*/ 1997014 w 7467600"/>
              <a:gd name="connsiteY161" fmla="*/ 4698007 h 6858000"/>
              <a:gd name="connsiteX162" fmla="*/ 2005458 w 7467600"/>
              <a:gd name="connsiteY162" fmla="*/ 4699540 h 6858000"/>
              <a:gd name="connsiteX163" fmla="*/ 2657186 w 7467600"/>
              <a:gd name="connsiteY163" fmla="*/ 4901687 h 6858000"/>
              <a:gd name="connsiteX164" fmla="*/ 2826662 w 7467600"/>
              <a:gd name="connsiteY164" fmla="*/ 4970362 h 6858000"/>
              <a:gd name="connsiteX165" fmla="*/ 2876100 w 7467600"/>
              <a:gd name="connsiteY165" fmla="*/ 4995397 h 6858000"/>
              <a:gd name="connsiteX166" fmla="*/ 3042600 w 7467600"/>
              <a:gd name="connsiteY166" fmla="*/ 5059532 h 6858000"/>
              <a:gd name="connsiteX167" fmla="*/ 1997014 w 7467600"/>
              <a:gd name="connsiteY167" fmla="*/ 4698007 h 6858000"/>
              <a:gd name="connsiteX168" fmla="*/ 2305292 w 7467600"/>
              <a:gd name="connsiteY168" fmla="*/ 4219492 h 6858000"/>
              <a:gd name="connsiteX169" fmla="*/ 3360922 w 7467600"/>
              <a:gd name="connsiteY169" fmla="*/ 4529373 h 6858000"/>
              <a:gd name="connsiteX170" fmla="*/ 3492420 w 7467600"/>
              <a:gd name="connsiteY170" fmla="*/ 4510145 h 6858000"/>
              <a:gd name="connsiteX171" fmla="*/ 3364086 w 7467600"/>
              <a:gd name="connsiteY171" fmla="*/ 4480340 h 6858000"/>
              <a:gd name="connsiteX172" fmla="*/ 3225818 w 7467600"/>
              <a:gd name="connsiteY172" fmla="*/ 4411822 h 6858000"/>
              <a:gd name="connsiteX173" fmla="*/ 3129696 w 7467600"/>
              <a:gd name="connsiteY173" fmla="*/ 4360704 h 6858000"/>
              <a:gd name="connsiteX174" fmla="*/ 2814545 w 7467600"/>
              <a:gd name="connsiteY174" fmla="*/ 4282955 h 6858000"/>
              <a:gd name="connsiteX175" fmla="*/ 2305292 w 7467600"/>
              <a:gd name="connsiteY175" fmla="*/ 4219492 h 6858000"/>
              <a:gd name="connsiteX176" fmla="*/ 2626982 w 7467600"/>
              <a:gd name="connsiteY176" fmla="*/ 4206450 h 6858000"/>
              <a:gd name="connsiteX177" fmla="*/ 2490617 w 7467600"/>
              <a:gd name="connsiteY177" fmla="*/ 4206951 h 6858000"/>
              <a:gd name="connsiteX178" fmla="*/ 2819869 w 7467600"/>
              <a:gd name="connsiteY178" fmla="*/ 4252936 h 6858000"/>
              <a:gd name="connsiteX179" fmla="*/ 3143018 w 7467600"/>
              <a:gd name="connsiteY179" fmla="*/ 4332698 h 6858000"/>
              <a:gd name="connsiteX180" fmla="*/ 3241520 w 7467600"/>
              <a:gd name="connsiteY180" fmla="*/ 4385112 h 6858000"/>
              <a:gd name="connsiteX181" fmla="*/ 3374575 w 7467600"/>
              <a:gd name="connsiteY181" fmla="*/ 4451517 h 6858000"/>
              <a:gd name="connsiteX182" fmla="*/ 3505221 w 7467600"/>
              <a:gd name="connsiteY182" fmla="*/ 4480757 h 6858000"/>
              <a:gd name="connsiteX183" fmla="*/ 2626982 w 7467600"/>
              <a:gd name="connsiteY183" fmla="*/ 4206450 h 6858000"/>
              <a:gd name="connsiteX184" fmla="*/ 1310106 w 7467600"/>
              <a:gd name="connsiteY184" fmla="*/ 3943217 h 6858000"/>
              <a:gd name="connsiteX185" fmla="*/ 854994 w 7467600"/>
              <a:gd name="connsiteY185" fmla="*/ 4399136 h 6858000"/>
              <a:gd name="connsiteX186" fmla="*/ 742462 w 7467600"/>
              <a:gd name="connsiteY186" fmla="*/ 4594648 h 6858000"/>
              <a:gd name="connsiteX187" fmla="*/ 820602 w 7467600"/>
              <a:gd name="connsiteY187" fmla="*/ 4485915 h 6858000"/>
              <a:gd name="connsiteX188" fmla="*/ 878295 w 7467600"/>
              <a:gd name="connsiteY188" fmla="*/ 4403594 h 6858000"/>
              <a:gd name="connsiteX189" fmla="*/ 1240607 w 7467600"/>
              <a:gd name="connsiteY189" fmla="*/ 4010401 h 6858000"/>
              <a:gd name="connsiteX190" fmla="*/ 1310106 w 7467600"/>
              <a:gd name="connsiteY190" fmla="*/ 3943217 h 6858000"/>
              <a:gd name="connsiteX191" fmla="*/ 1423113 w 7467600"/>
              <a:gd name="connsiteY191" fmla="*/ 3874565 h 6858000"/>
              <a:gd name="connsiteX192" fmla="*/ 1260565 w 7467600"/>
              <a:gd name="connsiteY192" fmla="*/ 4031982 h 6858000"/>
              <a:gd name="connsiteX193" fmla="*/ 901900 w 7467600"/>
              <a:gd name="connsiteY193" fmla="*/ 4421236 h 6858000"/>
              <a:gd name="connsiteX194" fmla="*/ 845044 w 7467600"/>
              <a:gd name="connsiteY194" fmla="*/ 4502436 h 6858000"/>
              <a:gd name="connsiteX195" fmla="*/ 685926 w 7467600"/>
              <a:gd name="connsiteY195" fmla="*/ 4703069 h 6858000"/>
              <a:gd name="connsiteX196" fmla="*/ 684248 w 7467600"/>
              <a:gd name="connsiteY196" fmla="*/ 4706721 h 6858000"/>
              <a:gd name="connsiteX197" fmla="*/ 1423113 w 7467600"/>
              <a:gd name="connsiteY197" fmla="*/ 3874565 h 6858000"/>
              <a:gd name="connsiteX198" fmla="*/ 3316479 w 7467600"/>
              <a:gd name="connsiteY198" fmla="*/ 3872136 h 6858000"/>
              <a:gd name="connsiteX199" fmla="*/ 3546806 w 7467600"/>
              <a:gd name="connsiteY199" fmla="*/ 4356139 h 6858000"/>
              <a:gd name="connsiteX200" fmla="*/ 3364433 w 7467600"/>
              <a:gd name="connsiteY200" fmla="*/ 3953121 h 6858000"/>
              <a:gd name="connsiteX201" fmla="*/ 3316479 w 7467600"/>
              <a:gd name="connsiteY201" fmla="*/ 3872136 h 6858000"/>
              <a:gd name="connsiteX202" fmla="*/ 3291335 w 7467600"/>
              <a:gd name="connsiteY202" fmla="*/ 3767420 h 6858000"/>
              <a:gd name="connsiteX203" fmla="*/ 3390805 w 7467600"/>
              <a:gd name="connsiteY203" fmla="*/ 3937163 h 6858000"/>
              <a:gd name="connsiteX204" fmla="*/ 3579062 w 7467600"/>
              <a:gd name="connsiteY204" fmla="*/ 4359040 h 6858000"/>
              <a:gd name="connsiteX205" fmla="*/ 3467355 w 7467600"/>
              <a:gd name="connsiteY205" fmla="*/ 3988130 h 6858000"/>
              <a:gd name="connsiteX206" fmla="*/ 3310753 w 7467600"/>
              <a:gd name="connsiteY206" fmla="*/ 3787140 h 6858000"/>
              <a:gd name="connsiteX207" fmla="*/ 3291335 w 7467600"/>
              <a:gd name="connsiteY207" fmla="*/ 3767420 h 6858000"/>
              <a:gd name="connsiteX208" fmla="*/ 1635889 w 7467600"/>
              <a:gd name="connsiteY208" fmla="*/ 3709494 h 6858000"/>
              <a:gd name="connsiteX209" fmla="*/ 1634800 w 7467600"/>
              <a:gd name="connsiteY209" fmla="*/ 3731111 h 6858000"/>
              <a:gd name="connsiteX210" fmla="*/ 1635889 w 7467600"/>
              <a:gd name="connsiteY210" fmla="*/ 3709494 h 6858000"/>
              <a:gd name="connsiteX211" fmla="*/ 1510397 w 7467600"/>
              <a:gd name="connsiteY211" fmla="*/ 3684705 h 6858000"/>
              <a:gd name="connsiteX212" fmla="*/ 1146550 w 7467600"/>
              <a:gd name="connsiteY212" fmla="*/ 3802012 h 6858000"/>
              <a:gd name="connsiteX213" fmla="*/ 698834 w 7467600"/>
              <a:gd name="connsiteY213" fmla="*/ 3952272 h 6858000"/>
              <a:gd name="connsiteX214" fmla="*/ 34256 w 7467600"/>
              <a:gd name="connsiteY214" fmla="*/ 4347603 h 6858000"/>
              <a:gd name="connsiteX215" fmla="*/ 527241 w 7467600"/>
              <a:gd name="connsiteY215" fmla="*/ 4065078 h 6858000"/>
              <a:gd name="connsiteX216" fmla="*/ 1510397 w 7467600"/>
              <a:gd name="connsiteY216" fmla="*/ 3684705 h 6858000"/>
              <a:gd name="connsiteX217" fmla="*/ 1313114 w 7467600"/>
              <a:gd name="connsiteY217" fmla="*/ 3655216 h 6858000"/>
              <a:gd name="connsiteX218" fmla="*/ 1109304 w 7467600"/>
              <a:gd name="connsiteY218" fmla="*/ 3669030 h 6858000"/>
              <a:gd name="connsiteX219" fmla="*/ 8129 w 7467600"/>
              <a:gd name="connsiteY219" fmla="*/ 4330519 h 6858000"/>
              <a:gd name="connsiteX220" fmla="*/ 687572 w 7467600"/>
              <a:gd name="connsiteY220" fmla="*/ 3925629 h 6858000"/>
              <a:gd name="connsiteX221" fmla="*/ 1138365 w 7467600"/>
              <a:gd name="connsiteY221" fmla="*/ 3774515 h 6858000"/>
              <a:gd name="connsiteX222" fmla="*/ 1505579 w 7467600"/>
              <a:gd name="connsiteY222" fmla="*/ 3655526 h 6858000"/>
              <a:gd name="connsiteX223" fmla="*/ 1313114 w 7467600"/>
              <a:gd name="connsiteY223" fmla="*/ 3655216 h 6858000"/>
              <a:gd name="connsiteX224" fmla="*/ 3655073 w 7467600"/>
              <a:gd name="connsiteY224" fmla="*/ 3650884 h 6858000"/>
              <a:gd name="connsiteX225" fmla="*/ 3989938 w 7467600"/>
              <a:gd name="connsiteY225" fmla="*/ 3991685 h 6858000"/>
              <a:gd name="connsiteX226" fmla="*/ 4393907 w 7467600"/>
              <a:gd name="connsiteY226" fmla="*/ 4261258 h 6858000"/>
              <a:gd name="connsiteX227" fmla="*/ 4648051 w 7467600"/>
              <a:gd name="connsiteY227" fmla="*/ 4374051 h 6858000"/>
              <a:gd name="connsiteX228" fmla="*/ 4383389 w 7467600"/>
              <a:gd name="connsiteY228" fmla="*/ 4184369 h 6858000"/>
              <a:gd name="connsiteX229" fmla="*/ 4165508 w 7467600"/>
              <a:gd name="connsiteY229" fmla="*/ 4035196 h 6858000"/>
              <a:gd name="connsiteX230" fmla="*/ 4068162 w 7467600"/>
              <a:gd name="connsiteY230" fmla="*/ 3953394 h 6858000"/>
              <a:gd name="connsiteX231" fmla="*/ 3981416 w 7467600"/>
              <a:gd name="connsiteY231" fmla="*/ 3880482 h 6858000"/>
              <a:gd name="connsiteX232" fmla="*/ 3800147 w 7467600"/>
              <a:gd name="connsiteY232" fmla="*/ 3749872 h 6858000"/>
              <a:gd name="connsiteX233" fmla="*/ 3655073 w 7467600"/>
              <a:gd name="connsiteY233" fmla="*/ 3650884 h 6858000"/>
              <a:gd name="connsiteX234" fmla="*/ 3670252 w 7467600"/>
              <a:gd name="connsiteY234" fmla="*/ 3622798 h 6858000"/>
              <a:gd name="connsiteX235" fmla="*/ 3817258 w 7467600"/>
              <a:gd name="connsiteY235" fmla="*/ 3723577 h 6858000"/>
              <a:gd name="connsiteX236" fmla="*/ 4000461 w 7467600"/>
              <a:gd name="connsiteY236" fmla="*/ 3855966 h 6858000"/>
              <a:gd name="connsiteX237" fmla="*/ 4088180 w 7467600"/>
              <a:gd name="connsiteY237" fmla="*/ 3929774 h 6858000"/>
              <a:gd name="connsiteX238" fmla="*/ 4184555 w 7467600"/>
              <a:gd name="connsiteY238" fmla="*/ 4010683 h 6858000"/>
              <a:gd name="connsiteX239" fmla="*/ 4399563 w 7467600"/>
              <a:gd name="connsiteY239" fmla="*/ 4158106 h 6858000"/>
              <a:gd name="connsiteX240" fmla="*/ 4684469 w 7467600"/>
              <a:gd name="connsiteY240" fmla="*/ 4364680 h 6858000"/>
              <a:gd name="connsiteX241" fmla="*/ 4690271 w 7467600"/>
              <a:gd name="connsiteY241" fmla="*/ 4370034 h 6858000"/>
              <a:gd name="connsiteX242" fmla="*/ 4136093 w 7467600"/>
              <a:gd name="connsiteY242" fmla="*/ 3858466 h 6858000"/>
              <a:gd name="connsiteX243" fmla="*/ 3670252 w 7467600"/>
              <a:gd name="connsiteY243" fmla="*/ 3622798 h 6858000"/>
              <a:gd name="connsiteX244" fmla="*/ 4440129 w 7467600"/>
              <a:gd name="connsiteY244" fmla="*/ 3448571 h 6858000"/>
              <a:gd name="connsiteX245" fmla="*/ 4856525 w 7467600"/>
              <a:gd name="connsiteY245" fmla="*/ 3915351 h 6858000"/>
              <a:gd name="connsiteX246" fmla="*/ 5059055 w 7467600"/>
              <a:gd name="connsiteY246" fmla="*/ 4108918 h 6858000"/>
              <a:gd name="connsiteX247" fmla="*/ 5290070 w 7467600"/>
              <a:gd name="connsiteY247" fmla="*/ 4263619 h 6858000"/>
              <a:gd name="connsiteX248" fmla="*/ 4834991 w 7467600"/>
              <a:gd name="connsiteY248" fmla="*/ 3830985 h 6858000"/>
              <a:gd name="connsiteX249" fmla="*/ 4440129 w 7467600"/>
              <a:gd name="connsiteY249" fmla="*/ 3448571 h 6858000"/>
              <a:gd name="connsiteX250" fmla="*/ 4441737 w 7467600"/>
              <a:gd name="connsiteY250" fmla="*/ 3399734 h 6858000"/>
              <a:gd name="connsiteX251" fmla="*/ 4431236 w 7467600"/>
              <a:gd name="connsiteY251" fmla="*/ 3400954 h 6858000"/>
              <a:gd name="connsiteX252" fmla="*/ 4557150 w 7467600"/>
              <a:gd name="connsiteY252" fmla="*/ 3510023 h 6858000"/>
              <a:gd name="connsiteX253" fmla="*/ 4856936 w 7467600"/>
              <a:gd name="connsiteY253" fmla="*/ 3809146 h 6858000"/>
              <a:gd name="connsiteX254" fmla="*/ 5111996 w 7467600"/>
              <a:gd name="connsiteY254" fmla="*/ 4065759 h 6858000"/>
              <a:gd name="connsiteX255" fmla="*/ 5388878 w 7467600"/>
              <a:gd name="connsiteY255" fmla="*/ 4300185 h 6858000"/>
              <a:gd name="connsiteX256" fmla="*/ 5425556 w 7467600"/>
              <a:gd name="connsiteY256" fmla="*/ 4308967 h 6858000"/>
              <a:gd name="connsiteX257" fmla="*/ 4943646 w 7467600"/>
              <a:gd name="connsiteY257" fmla="*/ 3822916 h 6858000"/>
              <a:gd name="connsiteX258" fmla="*/ 4594837 w 7467600"/>
              <a:gd name="connsiteY258" fmla="*/ 3532274 h 6858000"/>
              <a:gd name="connsiteX259" fmla="*/ 4441737 w 7467600"/>
              <a:gd name="connsiteY259" fmla="*/ 3399734 h 6858000"/>
              <a:gd name="connsiteX260" fmla="*/ 5425834 w 7467600"/>
              <a:gd name="connsiteY260" fmla="*/ 3162785 h 6858000"/>
              <a:gd name="connsiteX261" fmla="*/ 5401644 w 7467600"/>
              <a:gd name="connsiteY261" fmla="*/ 3617847 h 6858000"/>
              <a:gd name="connsiteX262" fmla="*/ 5467256 w 7467600"/>
              <a:gd name="connsiteY262" fmla="*/ 4175494 h 6858000"/>
              <a:gd name="connsiteX263" fmla="*/ 5448069 w 7467600"/>
              <a:gd name="connsiteY263" fmla="*/ 3567554 h 6858000"/>
              <a:gd name="connsiteX264" fmla="*/ 5425834 w 7467600"/>
              <a:gd name="connsiteY264" fmla="*/ 3162785 h 6858000"/>
              <a:gd name="connsiteX265" fmla="*/ 1318687 w 7467600"/>
              <a:gd name="connsiteY265" fmla="*/ 3113840 h 6858000"/>
              <a:gd name="connsiteX266" fmla="*/ 1066793 w 7467600"/>
              <a:gd name="connsiteY266" fmla="*/ 3212171 h 6858000"/>
              <a:gd name="connsiteX267" fmla="*/ 993319 w 7467600"/>
              <a:gd name="connsiteY267" fmla="*/ 3247648 h 6858000"/>
              <a:gd name="connsiteX268" fmla="*/ 853081 w 7467600"/>
              <a:gd name="connsiteY268" fmla="*/ 3312410 h 6858000"/>
              <a:gd name="connsiteX269" fmla="*/ 805957 w 7467600"/>
              <a:gd name="connsiteY269" fmla="*/ 3330443 h 6858000"/>
              <a:gd name="connsiteX270" fmla="*/ 1318687 w 7467600"/>
              <a:gd name="connsiteY270" fmla="*/ 3113840 h 6858000"/>
              <a:gd name="connsiteX271" fmla="*/ 5453702 w 7467600"/>
              <a:gd name="connsiteY271" fmla="*/ 3090882 h 6858000"/>
              <a:gd name="connsiteX272" fmla="*/ 5480135 w 7467600"/>
              <a:gd name="connsiteY272" fmla="*/ 3565802 h 6858000"/>
              <a:gd name="connsiteX273" fmla="*/ 5499023 w 7467600"/>
              <a:gd name="connsiteY273" fmla="*/ 4166310 h 6858000"/>
              <a:gd name="connsiteX274" fmla="*/ 5547022 w 7467600"/>
              <a:gd name="connsiteY274" fmla="*/ 3607838 h 6858000"/>
              <a:gd name="connsiteX275" fmla="*/ 5515964 w 7467600"/>
              <a:gd name="connsiteY275" fmla="*/ 3378541 h 6858000"/>
              <a:gd name="connsiteX276" fmla="*/ 5453702 w 7467600"/>
              <a:gd name="connsiteY276" fmla="*/ 3090882 h 6858000"/>
              <a:gd name="connsiteX277" fmla="*/ 1238695 w 7467600"/>
              <a:gd name="connsiteY277" fmla="*/ 3076820 h 6858000"/>
              <a:gd name="connsiteX278" fmla="*/ 716371 w 7467600"/>
              <a:gd name="connsiteY278" fmla="*/ 3293249 h 6858000"/>
              <a:gd name="connsiteX279" fmla="*/ 579522 w 7467600"/>
              <a:gd name="connsiteY279" fmla="*/ 3371759 h 6858000"/>
              <a:gd name="connsiteX280" fmla="*/ 600288 w 7467600"/>
              <a:gd name="connsiteY280" fmla="*/ 3365555 h 6858000"/>
              <a:gd name="connsiteX281" fmla="*/ 840692 w 7467600"/>
              <a:gd name="connsiteY281" fmla="*/ 3284921 h 6858000"/>
              <a:gd name="connsiteX282" fmla="*/ 979248 w 7467600"/>
              <a:gd name="connsiteY282" fmla="*/ 3221003 h 6858000"/>
              <a:gd name="connsiteX283" fmla="*/ 1053282 w 7467600"/>
              <a:gd name="connsiteY283" fmla="*/ 3185247 h 6858000"/>
              <a:gd name="connsiteX284" fmla="*/ 1320603 w 7467600"/>
              <a:gd name="connsiteY284" fmla="*/ 3081281 h 6858000"/>
              <a:gd name="connsiteX285" fmla="*/ 1238695 w 7467600"/>
              <a:gd name="connsiteY285" fmla="*/ 3076820 h 6858000"/>
              <a:gd name="connsiteX286" fmla="*/ 5425627 w 7467600"/>
              <a:gd name="connsiteY286" fmla="*/ 2954192 h 6858000"/>
              <a:gd name="connsiteX287" fmla="*/ 5470770 w 7467600"/>
              <a:gd name="connsiteY287" fmla="*/ 3005435 h 6858000"/>
              <a:gd name="connsiteX288" fmla="*/ 5519779 w 7467600"/>
              <a:gd name="connsiteY288" fmla="*/ 4359223 h 6858000"/>
              <a:gd name="connsiteX289" fmla="*/ 5520293 w 7467600"/>
              <a:gd name="connsiteY289" fmla="*/ 4360602 h 6858000"/>
              <a:gd name="connsiteX290" fmla="*/ 5767221 w 7467600"/>
              <a:gd name="connsiteY290" fmla="*/ 4665564 h 6858000"/>
              <a:gd name="connsiteX291" fmla="*/ 6937169 w 7467600"/>
              <a:gd name="connsiteY291" fmla="*/ 4815941 h 6858000"/>
              <a:gd name="connsiteX292" fmla="*/ 6953922 w 7467600"/>
              <a:gd name="connsiteY292" fmla="*/ 4890068 h 6858000"/>
              <a:gd name="connsiteX293" fmla="*/ 6071359 w 7467600"/>
              <a:gd name="connsiteY293" fmla="*/ 4770770 h 6858000"/>
              <a:gd name="connsiteX294" fmla="*/ 6038839 w 7467600"/>
              <a:gd name="connsiteY294" fmla="*/ 4764474 h 6858000"/>
              <a:gd name="connsiteX295" fmla="*/ 6038706 w 7467600"/>
              <a:gd name="connsiteY295" fmla="*/ 4763847 h 6858000"/>
              <a:gd name="connsiteX296" fmla="*/ 6037784 w 7467600"/>
              <a:gd name="connsiteY296" fmla="*/ 4764270 h 6858000"/>
              <a:gd name="connsiteX297" fmla="*/ 6038839 w 7467600"/>
              <a:gd name="connsiteY297" fmla="*/ 4764474 h 6858000"/>
              <a:gd name="connsiteX298" fmla="*/ 6040338 w 7467600"/>
              <a:gd name="connsiteY298" fmla="*/ 4771418 h 6858000"/>
              <a:gd name="connsiteX299" fmla="*/ 6024488 w 7467600"/>
              <a:gd name="connsiteY299" fmla="*/ 4809903 h 6858000"/>
              <a:gd name="connsiteX300" fmla="*/ 5599771 w 7467600"/>
              <a:gd name="connsiteY300" fmla="*/ 5509652 h 6858000"/>
              <a:gd name="connsiteX301" fmla="*/ 5548843 w 7467600"/>
              <a:gd name="connsiteY301" fmla="*/ 5563845 h 6858000"/>
              <a:gd name="connsiteX302" fmla="*/ 5940952 w 7467600"/>
              <a:gd name="connsiteY302" fmla="*/ 6250028 h 6858000"/>
              <a:gd name="connsiteX303" fmla="*/ 6043441 w 7467600"/>
              <a:gd name="connsiteY303" fmla="*/ 6665847 h 6858000"/>
              <a:gd name="connsiteX304" fmla="*/ 6093432 w 7467600"/>
              <a:gd name="connsiteY304" fmla="*/ 6858000 h 6858000"/>
              <a:gd name="connsiteX305" fmla="*/ 6034344 w 7467600"/>
              <a:gd name="connsiteY305" fmla="*/ 6858000 h 6858000"/>
              <a:gd name="connsiteX306" fmla="*/ 6026679 w 7467600"/>
              <a:gd name="connsiteY306" fmla="*/ 6836959 h 6858000"/>
              <a:gd name="connsiteX307" fmla="*/ 5800441 w 7467600"/>
              <a:gd name="connsiteY307" fmla="*/ 6335286 h 6858000"/>
              <a:gd name="connsiteX308" fmla="*/ 5526562 w 7467600"/>
              <a:gd name="connsiteY308" fmla="*/ 5705388 h 6858000"/>
              <a:gd name="connsiteX309" fmla="*/ 5519640 w 7467600"/>
              <a:gd name="connsiteY309" fmla="*/ 5683774 h 6858000"/>
              <a:gd name="connsiteX310" fmla="*/ 5844559 w 7467600"/>
              <a:gd name="connsiteY310" fmla="*/ 6553349 h 6858000"/>
              <a:gd name="connsiteX311" fmla="*/ 5975994 w 7467600"/>
              <a:gd name="connsiteY311" fmla="*/ 6858000 h 6858000"/>
              <a:gd name="connsiteX312" fmla="*/ 5898547 w 7467600"/>
              <a:gd name="connsiteY312" fmla="*/ 6858000 h 6858000"/>
              <a:gd name="connsiteX313" fmla="*/ 5682041 w 7467600"/>
              <a:gd name="connsiteY313" fmla="*/ 6355860 h 6858000"/>
              <a:gd name="connsiteX314" fmla="*/ 5461758 w 7467600"/>
              <a:gd name="connsiteY314" fmla="*/ 5820220 h 6858000"/>
              <a:gd name="connsiteX315" fmla="*/ 5237282 w 7467600"/>
              <a:gd name="connsiteY315" fmla="*/ 6579086 h 6858000"/>
              <a:gd name="connsiteX316" fmla="*/ 5115009 w 7467600"/>
              <a:gd name="connsiteY316" fmla="*/ 6858000 h 6858000"/>
              <a:gd name="connsiteX317" fmla="*/ 5028074 w 7467600"/>
              <a:gd name="connsiteY317" fmla="*/ 6858000 h 6858000"/>
              <a:gd name="connsiteX318" fmla="*/ 5079508 w 7467600"/>
              <a:gd name="connsiteY318" fmla="*/ 6749074 h 6858000"/>
              <a:gd name="connsiteX319" fmla="*/ 5371846 w 7467600"/>
              <a:gd name="connsiteY319" fmla="*/ 5924413 h 6858000"/>
              <a:gd name="connsiteX320" fmla="*/ 5270512 w 7467600"/>
              <a:gd name="connsiteY320" fmla="*/ 6138975 h 6858000"/>
              <a:gd name="connsiteX321" fmla="*/ 5062409 w 7467600"/>
              <a:gd name="connsiteY321" fmla="*/ 6653544 h 6858000"/>
              <a:gd name="connsiteX322" fmla="*/ 5036628 w 7467600"/>
              <a:gd name="connsiteY322" fmla="*/ 6754247 h 6858000"/>
              <a:gd name="connsiteX323" fmla="*/ 5009112 w 7467600"/>
              <a:gd name="connsiteY323" fmla="*/ 6858000 h 6858000"/>
              <a:gd name="connsiteX324" fmla="*/ 4976679 w 7467600"/>
              <a:gd name="connsiteY324" fmla="*/ 6858000 h 6858000"/>
              <a:gd name="connsiteX325" fmla="*/ 5006537 w 7467600"/>
              <a:gd name="connsiteY325" fmla="*/ 6747068 h 6858000"/>
              <a:gd name="connsiteX326" fmla="*/ 5032723 w 7467600"/>
              <a:gd name="connsiteY326" fmla="*/ 6644957 h 6858000"/>
              <a:gd name="connsiteX327" fmla="*/ 5242949 w 7467600"/>
              <a:gd name="connsiteY327" fmla="*/ 6125175 h 6858000"/>
              <a:gd name="connsiteX328" fmla="*/ 5286321 w 7467600"/>
              <a:gd name="connsiteY328" fmla="*/ 6033555 h 6858000"/>
              <a:gd name="connsiteX329" fmla="*/ 5008210 w 7467600"/>
              <a:gd name="connsiteY329" fmla="*/ 6649194 h 6858000"/>
              <a:gd name="connsiteX330" fmla="*/ 4986321 w 7467600"/>
              <a:gd name="connsiteY330" fmla="*/ 6765687 h 6858000"/>
              <a:gd name="connsiteX331" fmla="*/ 4973474 w 7467600"/>
              <a:gd name="connsiteY331" fmla="*/ 6858000 h 6858000"/>
              <a:gd name="connsiteX332" fmla="*/ 4907178 w 7467600"/>
              <a:gd name="connsiteY332" fmla="*/ 6858000 h 6858000"/>
              <a:gd name="connsiteX333" fmla="*/ 4910810 w 7467600"/>
              <a:gd name="connsiteY333" fmla="*/ 6829660 h 6858000"/>
              <a:gd name="connsiteX334" fmla="*/ 4987461 w 7467600"/>
              <a:gd name="connsiteY334" fmla="*/ 6432994 h 6858000"/>
              <a:gd name="connsiteX335" fmla="*/ 5179262 w 7467600"/>
              <a:gd name="connsiteY335" fmla="*/ 6035044 h 6858000"/>
              <a:gd name="connsiteX336" fmla="*/ 4689678 w 7467600"/>
              <a:gd name="connsiteY336" fmla="*/ 6440241 h 6858000"/>
              <a:gd name="connsiteX337" fmla="*/ 4477543 w 7467600"/>
              <a:gd name="connsiteY337" fmla="*/ 6674836 h 6858000"/>
              <a:gd name="connsiteX338" fmla="*/ 4329957 w 7467600"/>
              <a:gd name="connsiteY338" fmla="*/ 6858000 h 6858000"/>
              <a:gd name="connsiteX339" fmla="*/ 4218595 w 7467600"/>
              <a:gd name="connsiteY339" fmla="*/ 6858000 h 6858000"/>
              <a:gd name="connsiteX340" fmla="*/ 4368888 w 7467600"/>
              <a:gd name="connsiteY340" fmla="*/ 6668412 h 6858000"/>
              <a:gd name="connsiteX341" fmla="*/ 4563091 w 7467600"/>
              <a:gd name="connsiteY341" fmla="*/ 6442508 h 6858000"/>
              <a:gd name="connsiteX342" fmla="*/ 5387324 w 7467600"/>
              <a:gd name="connsiteY342" fmla="*/ 5705830 h 6858000"/>
              <a:gd name="connsiteX343" fmla="*/ 5073620 w 7467600"/>
              <a:gd name="connsiteY343" fmla="*/ 5955437 h 6858000"/>
              <a:gd name="connsiteX344" fmla="*/ 4689789 w 7467600"/>
              <a:gd name="connsiteY344" fmla="*/ 6268382 h 6858000"/>
              <a:gd name="connsiteX345" fmla="*/ 4418722 w 7467600"/>
              <a:gd name="connsiteY345" fmla="*/ 6570886 h 6858000"/>
              <a:gd name="connsiteX346" fmla="*/ 4214944 w 7467600"/>
              <a:gd name="connsiteY346" fmla="*/ 6858000 h 6858000"/>
              <a:gd name="connsiteX347" fmla="*/ 4177898 w 7467600"/>
              <a:gd name="connsiteY347" fmla="*/ 6858000 h 6858000"/>
              <a:gd name="connsiteX348" fmla="*/ 4391597 w 7467600"/>
              <a:gd name="connsiteY348" fmla="*/ 6556370 h 6858000"/>
              <a:gd name="connsiteX349" fmla="*/ 4668889 w 7467600"/>
              <a:gd name="connsiteY349" fmla="*/ 6246399 h 6858000"/>
              <a:gd name="connsiteX350" fmla="*/ 5055427 w 7467600"/>
              <a:gd name="connsiteY350" fmla="*/ 5931476 h 6858000"/>
              <a:gd name="connsiteX351" fmla="*/ 5371814 w 7467600"/>
              <a:gd name="connsiteY351" fmla="*/ 5678975 h 6858000"/>
              <a:gd name="connsiteX352" fmla="*/ 4987918 w 7467600"/>
              <a:gd name="connsiteY352" fmla="*/ 5838701 h 6858000"/>
              <a:gd name="connsiteX353" fmla="*/ 4317146 w 7467600"/>
              <a:gd name="connsiteY353" fmla="*/ 6587716 h 6858000"/>
              <a:gd name="connsiteX354" fmla="*/ 4171627 w 7467600"/>
              <a:gd name="connsiteY354" fmla="*/ 6858000 h 6858000"/>
              <a:gd name="connsiteX355" fmla="*/ 4081585 w 7467600"/>
              <a:gd name="connsiteY355" fmla="*/ 6858000 h 6858000"/>
              <a:gd name="connsiteX356" fmla="*/ 4238603 w 7467600"/>
              <a:gd name="connsiteY356" fmla="*/ 6559341 h 6858000"/>
              <a:gd name="connsiteX357" fmla="*/ 4778333 w 7467600"/>
              <a:gd name="connsiteY357" fmla="*/ 5873626 h 6858000"/>
              <a:gd name="connsiteX358" fmla="*/ 5414185 w 7467600"/>
              <a:gd name="connsiteY358" fmla="*/ 5573882 h 6858000"/>
              <a:gd name="connsiteX359" fmla="*/ 5959648 w 7467600"/>
              <a:gd name="connsiteY359" fmla="*/ 4760797 h 6858000"/>
              <a:gd name="connsiteX360" fmla="*/ 5355019 w 7467600"/>
              <a:gd name="connsiteY360" fmla="*/ 4734672 h 6858000"/>
              <a:gd name="connsiteX361" fmla="*/ 5083565 w 7467600"/>
              <a:gd name="connsiteY361" fmla="*/ 5179121 h 6858000"/>
              <a:gd name="connsiteX362" fmla="*/ 4713577 w 7467600"/>
              <a:gd name="connsiteY362" fmla="*/ 5616803 h 6858000"/>
              <a:gd name="connsiteX363" fmla="*/ 3989559 w 7467600"/>
              <a:gd name="connsiteY363" fmla="*/ 6145945 h 6858000"/>
              <a:gd name="connsiteX364" fmla="*/ 3939824 w 7467600"/>
              <a:gd name="connsiteY364" fmla="*/ 6066900 h 6858000"/>
              <a:gd name="connsiteX365" fmla="*/ 4584537 w 7467600"/>
              <a:gd name="connsiteY365" fmla="*/ 5324826 h 6858000"/>
              <a:gd name="connsiteX366" fmla="*/ 5037105 w 7467600"/>
              <a:gd name="connsiteY366" fmla="*/ 5088765 h 6858000"/>
              <a:gd name="connsiteX367" fmla="*/ 5039930 w 7467600"/>
              <a:gd name="connsiteY367" fmla="*/ 5089585 h 6858000"/>
              <a:gd name="connsiteX368" fmla="*/ 5263764 w 7467600"/>
              <a:gd name="connsiteY368" fmla="*/ 4735525 h 6858000"/>
              <a:gd name="connsiteX369" fmla="*/ 4086300 w 7467600"/>
              <a:gd name="connsiteY369" fmla="*/ 4884599 h 6858000"/>
              <a:gd name="connsiteX370" fmla="*/ 4085485 w 7467600"/>
              <a:gd name="connsiteY370" fmla="*/ 4899070 h 6858000"/>
              <a:gd name="connsiteX371" fmla="*/ 3871915 w 7467600"/>
              <a:gd name="connsiteY371" fmla="*/ 5253645 h 6858000"/>
              <a:gd name="connsiteX372" fmla="*/ 3799374 w 7467600"/>
              <a:gd name="connsiteY372" fmla="*/ 5466127 h 6858000"/>
              <a:gd name="connsiteX373" fmla="*/ 3498850 w 7467600"/>
              <a:gd name="connsiteY373" fmla="*/ 6661888 h 6858000"/>
              <a:gd name="connsiteX374" fmla="*/ 3399216 w 7467600"/>
              <a:gd name="connsiteY374" fmla="*/ 6858000 h 6858000"/>
              <a:gd name="connsiteX375" fmla="*/ 3303688 w 7467600"/>
              <a:gd name="connsiteY375" fmla="*/ 6858000 h 6858000"/>
              <a:gd name="connsiteX376" fmla="*/ 3391774 w 7467600"/>
              <a:gd name="connsiteY376" fmla="*/ 6697181 h 6858000"/>
              <a:gd name="connsiteX377" fmla="*/ 3735540 w 7467600"/>
              <a:gd name="connsiteY377" fmla="*/ 5546923 h 6858000"/>
              <a:gd name="connsiteX378" fmla="*/ 3729438 w 7467600"/>
              <a:gd name="connsiteY378" fmla="*/ 5569058 h 6858000"/>
              <a:gd name="connsiteX379" fmla="*/ 3707782 w 7467600"/>
              <a:gd name="connsiteY379" fmla="*/ 5644908 h 6858000"/>
              <a:gd name="connsiteX380" fmla="*/ 3583827 w 7467600"/>
              <a:gd name="connsiteY380" fmla="*/ 6039215 h 6858000"/>
              <a:gd name="connsiteX381" fmla="*/ 3547861 w 7467600"/>
              <a:gd name="connsiteY381" fmla="*/ 6129609 h 6858000"/>
              <a:gd name="connsiteX382" fmla="*/ 3490905 w 7467600"/>
              <a:gd name="connsiteY382" fmla="*/ 6277660 h 6858000"/>
              <a:gd name="connsiteX383" fmla="*/ 3455859 w 7467600"/>
              <a:gd name="connsiteY383" fmla="*/ 6391301 h 6858000"/>
              <a:gd name="connsiteX384" fmla="*/ 3429112 w 7467600"/>
              <a:gd name="connsiteY384" fmla="*/ 6479469 h 6858000"/>
              <a:gd name="connsiteX385" fmla="*/ 3304862 w 7467600"/>
              <a:gd name="connsiteY385" fmla="*/ 6796476 h 6858000"/>
              <a:gd name="connsiteX386" fmla="*/ 3276071 w 7467600"/>
              <a:gd name="connsiteY386" fmla="*/ 6858000 h 6858000"/>
              <a:gd name="connsiteX387" fmla="*/ 3240805 w 7467600"/>
              <a:gd name="connsiteY387" fmla="*/ 6858000 h 6858000"/>
              <a:gd name="connsiteX388" fmla="*/ 3275917 w 7467600"/>
              <a:gd name="connsiteY388" fmla="*/ 6783192 h 6858000"/>
              <a:gd name="connsiteX389" fmla="*/ 3399358 w 7467600"/>
              <a:gd name="connsiteY389" fmla="*/ 6469011 h 6858000"/>
              <a:gd name="connsiteX390" fmla="*/ 3425650 w 7467600"/>
              <a:gd name="connsiteY390" fmla="*/ 6381333 h 6858000"/>
              <a:gd name="connsiteX391" fmla="*/ 3460661 w 7467600"/>
              <a:gd name="connsiteY391" fmla="*/ 6266763 h 6858000"/>
              <a:gd name="connsiteX392" fmla="*/ 3518021 w 7467600"/>
              <a:gd name="connsiteY392" fmla="*/ 6117298 h 6858000"/>
              <a:gd name="connsiteX393" fmla="*/ 3554035 w 7467600"/>
              <a:gd name="connsiteY393" fmla="*/ 6027832 h 6858000"/>
              <a:gd name="connsiteX394" fmla="*/ 3677174 w 7467600"/>
              <a:gd name="connsiteY394" fmla="*/ 5636351 h 6858000"/>
              <a:gd name="connsiteX395" fmla="*/ 3698819 w 7467600"/>
              <a:gd name="connsiteY395" fmla="*/ 5560503 h 6858000"/>
              <a:gd name="connsiteX396" fmla="*/ 3702094 w 7467600"/>
              <a:gd name="connsiteY396" fmla="*/ 5549194 h 6858000"/>
              <a:gd name="connsiteX397" fmla="*/ 3398355 w 7467600"/>
              <a:gd name="connsiteY397" fmla="*/ 6094603 h 6858000"/>
              <a:gd name="connsiteX398" fmla="*/ 3193941 w 7467600"/>
              <a:gd name="connsiteY398" fmla="*/ 6798775 h 6858000"/>
              <a:gd name="connsiteX399" fmla="*/ 3184140 w 7467600"/>
              <a:gd name="connsiteY399" fmla="*/ 6858000 h 6858000"/>
              <a:gd name="connsiteX400" fmla="*/ 3099978 w 7467600"/>
              <a:gd name="connsiteY400" fmla="*/ 6858000 h 6858000"/>
              <a:gd name="connsiteX401" fmla="*/ 3101556 w 7467600"/>
              <a:gd name="connsiteY401" fmla="*/ 6843337 h 6858000"/>
              <a:gd name="connsiteX402" fmla="*/ 3370162 w 7467600"/>
              <a:gd name="connsiteY402" fmla="*/ 5785550 h 6858000"/>
              <a:gd name="connsiteX403" fmla="*/ 3746477 w 7467600"/>
              <a:gd name="connsiteY403" fmla="*/ 5377889 h 6858000"/>
              <a:gd name="connsiteX404" fmla="*/ 3863399 w 7467600"/>
              <a:gd name="connsiteY404" fmla="*/ 5087257 h 6858000"/>
              <a:gd name="connsiteX405" fmla="*/ 3968712 w 7467600"/>
              <a:gd name="connsiteY405" fmla="*/ 4913989 h 6858000"/>
              <a:gd name="connsiteX406" fmla="*/ 2792390 w 7467600"/>
              <a:gd name="connsiteY406" fmla="*/ 5382974 h 6858000"/>
              <a:gd name="connsiteX407" fmla="*/ 2714982 w 7467600"/>
              <a:gd name="connsiteY407" fmla="*/ 5427051 h 6858000"/>
              <a:gd name="connsiteX408" fmla="*/ 2813361 w 7467600"/>
              <a:gd name="connsiteY408" fmla="*/ 6023912 h 6858000"/>
              <a:gd name="connsiteX409" fmla="*/ 2688430 w 7467600"/>
              <a:gd name="connsiteY409" fmla="*/ 6801564 h 6858000"/>
              <a:gd name="connsiteX410" fmla="*/ 2629626 w 7467600"/>
              <a:gd name="connsiteY410" fmla="*/ 6763394 h 6858000"/>
              <a:gd name="connsiteX411" fmla="*/ 2565328 w 7467600"/>
              <a:gd name="connsiteY411" fmla="*/ 5516399 h 6858000"/>
              <a:gd name="connsiteX412" fmla="*/ 1922999 w 7467600"/>
              <a:gd name="connsiteY412" fmla="*/ 5980343 h 6858000"/>
              <a:gd name="connsiteX413" fmla="*/ 1950261 w 7467600"/>
              <a:gd name="connsiteY413" fmla="*/ 6405858 h 6858000"/>
              <a:gd name="connsiteX414" fmla="*/ 2365554 w 7467600"/>
              <a:gd name="connsiteY414" fmla="*/ 6759107 h 6858000"/>
              <a:gd name="connsiteX415" fmla="*/ 2424142 w 7467600"/>
              <a:gd name="connsiteY415" fmla="*/ 6858000 h 6858000"/>
              <a:gd name="connsiteX416" fmla="*/ 2395994 w 7467600"/>
              <a:gd name="connsiteY416" fmla="*/ 6858000 h 6858000"/>
              <a:gd name="connsiteX417" fmla="*/ 2392863 w 7467600"/>
              <a:gd name="connsiteY417" fmla="*/ 6852964 h 6858000"/>
              <a:gd name="connsiteX418" fmla="*/ 2017589 w 7467600"/>
              <a:gd name="connsiteY418" fmla="*/ 6493982 h 6858000"/>
              <a:gd name="connsiteX419" fmla="*/ 2147336 w 7467600"/>
              <a:gd name="connsiteY419" fmla="*/ 6594052 h 6858000"/>
              <a:gd name="connsiteX420" fmla="*/ 2207047 w 7467600"/>
              <a:gd name="connsiteY420" fmla="*/ 6654540 h 6858000"/>
              <a:gd name="connsiteX421" fmla="*/ 2299106 w 7467600"/>
              <a:gd name="connsiteY421" fmla="*/ 6778931 h 6858000"/>
              <a:gd name="connsiteX422" fmla="*/ 2314430 w 7467600"/>
              <a:gd name="connsiteY422" fmla="*/ 6801144 h 6858000"/>
              <a:gd name="connsiteX423" fmla="*/ 2352406 w 7467600"/>
              <a:gd name="connsiteY423" fmla="*/ 6858000 h 6858000"/>
              <a:gd name="connsiteX424" fmla="*/ 2314492 w 7467600"/>
              <a:gd name="connsiteY424" fmla="*/ 6858000 h 6858000"/>
              <a:gd name="connsiteX425" fmla="*/ 2288095 w 7467600"/>
              <a:gd name="connsiteY425" fmla="*/ 6818030 h 6858000"/>
              <a:gd name="connsiteX426" fmla="*/ 2272768 w 7467600"/>
              <a:gd name="connsiteY426" fmla="*/ 6795822 h 6858000"/>
              <a:gd name="connsiteX427" fmla="*/ 2182715 w 7467600"/>
              <a:gd name="connsiteY427" fmla="*/ 6675071 h 6858000"/>
              <a:gd name="connsiteX428" fmla="*/ 2032061 w 7467600"/>
              <a:gd name="connsiteY428" fmla="*/ 6541380 h 6858000"/>
              <a:gd name="connsiteX429" fmla="*/ 2257220 w 7467600"/>
              <a:gd name="connsiteY429" fmla="*/ 6826257 h 6858000"/>
              <a:gd name="connsiteX430" fmla="*/ 2281324 w 7467600"/>
              <a:gd name="connsiteY430" fmla="*/ 6858000 h 6858000"/>
              <a:gd name="connsiteX431" fmla="*/ 2242860 w 7467600"/>
              <a:gd name="connsiteY431" fmla="*/ 6858000 h 6858000"/>
              <a:gd name="connsiteX432" fmla="*/ 2232818 w 7467600"/>
              <a:gd name="connsiteY432" fmla="*/ 6844926 h 6858000"/>
              <a:gd name="connsiteX433" fmla="*/ 1990172 w 7467600"/>
              <a:gd name="connsiteY433" fmla="*/ 6542121 h 6858000"/>
              <a:gd name="connsiteX434" fmla="*/ 2124090 w 7467600"/>
              <a:gd name="connsiteY434" fmla="*/ 6761017 h 6858000"/>
              <a:gd name="connsiteX435" fmla="*/ 2200380 w 7467600"/>
              <a:gd name="connsiteY435" fmla="*/ 6858000 h 6858000"/>
              <a:gd name="connsiteX436" fmla="*/ 2147507 w 7467600"/>
              <a:gd name="connsiteY436" fmla="*/ 6858000 h 6858000"/>
              <a:gd name="connsiteX437" fmla="*/ 2070668 w 7467600"/>
              <a:gd name="connsiteY437" fmla="*/ 6761520 h 6858000"/>
              <a:gd name="connsiteX438" fmla="*/ 1975142 w 7467600"/>
              <a:gd name="connsiteY438" fmla="*/ 6585570 h 6858000"/>
              <a:gd name="connsiteX439" fmla="*/ 2050035 w 7467600"/>
              <a:gd name="connsiteY439" fmla="*/ 6813345 h 6858000"/>
              <a:gd name="connsiteX440" fmla="*/ 2063025 w 7467600"/>
              <a:gd name="connsiteY440" fmla="*/ 6858000 h 6858000"/>
              <a:gd name="connsiteX441" fmla="*/ 2021675 w 7467600"/>
              <a:gd name="connsiteY441" fmla="*/ 6858000 h 6858000"/>
              <a:gd name="connsiteX442" fmla="*/ 2019308 w 7467600"/>
              <a:gd name="connsiteY442" fmla="*/ 6847118 h 6858000"/>
              <a:gd name="connsiteX443" fmla="*/ 1938835 w 7467600"/>
              <a:gd name="connsiteY443" fmla="*/ 6551160 h 6858000"/>
              <a:gd name="connsiteX444" fmla="*/ 1953230 w 7467600"/>
              <a:gd name="connsiteY444" fmla="*/ 6759699 h 6858000"/>
              <a:gd name="connsiteX445" fmla="*/ 1956763 w 7467600"/>
              <a:gd name="connsiteY445" fmla="*/ 6778191 h 6858000"/>
              <a:gd name="connsiteX446" fmla="*/ 1967925 w 7467600"/>
              <a:gd name="connsiteY446" fmla="*/ 6858000 h 6858000"/>
              <a:gd name="connsiteX447" fmla="*/ 1936622 w 7467600"/>
              <a:gd name="connsiteY447" fmla="*/ 6858000 h 6858000"/>
              <a:gd name="connsiteX448" fmla="*/ 1926261 w 7467600"/>
              <a:gd name="connsiteY448" fmla="*/ 6784064 h 6858000"/>
              <a:gd name="connsiteX449" fmla="*/ 1922724 w 7467600"/>
              <a:gd name="connsiteY449" fmla="*/ 6765577 h 6858000"/>
              <a:gd name="connsiteX450" fmla="*/ 1904650 w 7467600"/>
              <a:gd name="connsiteY450" fmla="*/ 6639616 h 6858000"/>
              <a:gd name="connsiteX451" fmla="*/ 1885273 w 7467600"/>
              <a:gd name="connsiteY451" fmla="*/ 6858000 h 6858000"/>
              <a:gd name="connsiteX452" fmla="*/ 1854363 w 7467600"/>
              <a:gd name="connsiteY452" fmla="*/ 6858000 h 6858000"/>
              <a:gd name="connsiteX453" fmla="*/ 1880391 w 7467600"/>
              <a:gd name="connsiteY453" fmla="*/ 6603796 h 6858000"/>
              <a:gd name="connsiteX454" fmla="*/ 1818273 w 7467600"/>
              <a:gd name="connsiteY454" fmla="*/ 6715729 h 6858000"/>
              <a:gd name="connsiteX455" fmla="*/ 1794691 w 7467600"/>
              <a:gd name="connsiteY455" fmla="*/ 6843239 h 6858000"/>
              <a:gd name="connsiteX456" fmla="*/ 1794914 w 7467600"/>
              <a:gd name="connsiteY456" fmla="*/ 6858000 h 6858000"/>
              <a:gd name="connsiteX457" fmla="*/ 1746128 w 7467600"/>
              <a:gd name="connsiteY457" fmla="*/ 6858000 h 6858000"/>
              <a:gd name="connsiteX458" fmla="*/ 1753934 w 7467600"/>
              <a:gd name="connsiteY458" fmla="*/ 6724796 h 6858000"/>
              <a:gd name="connsiteX459" fmla="*/ 1792053 w 7467600"/>
              <a:gd name="connsiteY459" fmla="*/ 6572396 h 6858000"/>
              <a:gd name="connsiteX460" fmla="*/ 1862248 w 7467600"/>
              <a:gd name="connsiteY460" fmla="*/ 6266397 h 6858000"/>
              <a:gd name="connsiteX461" fmla="*/ 1862250 w 7467600"/>
              <a:gd name="connsiteY461" fmla="*/ 6033531 h 6858000"/>
              <a:gd name="connsiteX462" fmla="*/ 1211999 w 7467600"/>
              <a:gd name="connsiteY462" fmla="*/ 6683610 h 6858000"/>
              <a:gd name="connsiteX463" fmla="*/ 1213266 w 7467600"/>
              <a:gd name="connsiteY463" fmla="*/ 6691947 h 6858000"/>
              <a:gd name="connsiteX464" fmla="*/ 1203370 w 7467600"/>
              <a:gd name="connsiteY464" fmla="*/ 6850676 h 6858000"/>
              <a:gd name="connsiteX465" fmla="*/ 1203671 w 7467600"/>
              <a:gd name="connsiteY465" fmla="*/ 6858000 h 6858000"/>
              <a:gd name="connsiteX466" fmla="*/ 1143180 w 7467600"/>
              <a:gd name="connsiteY466" fmla="*/ 6858000 h 6858000"/>
              <a:gd name="connsiteX467" fmla="*/ 1142176 w 7467600"/>
              <a:gd name="connsiteY467" fmla="*/ 6766045 h 6858000"/>
              <a:gd name="connsiteX468" fmla="*/ 1067484 w 7467600"/>
              <a:gd name="connsiteY468" fmla="*/ 6858000 h 6858000"/>
              <a:gd name="connsiteX469" fmla="*/ 953928 w 7467600"/>
              <a:gd name="connsiteY469" fmla="*/ 6858000 h 6858000"/>
              <a:gd name="connsiteX470" fmla="*/ 959715 w 7467600"/>
              <a:gd name="connsiteY470" fmla="*/ 6850185 h 6858000"/>
              <a:gd name="connsiteX471" fmla="*/ 1483788 w 7467600"/>
              <a:gd name="connsiteY471" fmla="*/ 6259174 h 6858000"/>
              <a:gd name="connsiteX472" fmla="*/ 1100671 w 7467600"/>
              <a:gd name="connsiteY472" fmla="*/ 6252137 h 6858000"/>
              <a:gd name="connsiteX473" fmla="*/ 1090144 w 7467600"/>
              <a:gd name="connsiteY473" fmla="*/ 6256748 h 6858000"/>
              <a:gd name="connsiteX474" fmla="*/ 1095872 w 7467600"/>
              <a:gd name="connsiteY474" fmla="*/ 6271892 h 6858000"/>
              <a:gd name="connsiteX475" fmla="*/ 262785 w 7467600"/>
              <a:gd name="connsiteY475" fmla="*/ 6845450 h 6858000"/>
              <a:gd name="connsiteX476" fmla="*/ 209968 w 7467600"/>
              <a:gd name="connsiteY476" fmla="*/ 6770713 h 6858000"/>
              <a:gd name="connsiteX477" fmla="*/ 873460 w 7467600"/>
              <a:gd name="connsiteY477" fmla="*/ 6253768 h 6858000"/>
              <a:gd name="connsiteX478" fmla="*/ 192686 w 7467600"/>
              <a:gd name="connsiteY478" fmla="*/ 5849257 h 6858000"/>
              <a:gd name="connsiteX479" fmla="*/ 4696 w 7467600"/>
              <a:gd name="connsiteY479" fmla="*/ 5697668 h 6858000"/>
              <a:gd name="connsiteX480" fmla="*/ 0 w 7467600"/>
              <a:gd name="connsiteY480" fmla="*/ 5689984 h 6858000"/>
              <a:gd name="connsiteX481" fmla="*/ 0 w 7467600"/>
              <a:gd name="connsiteY481" fmla="*/ 5513472 h 6858000"/>
              <a:gd name="connsiteX482" fmla="*/ 174101 w 7467600"/>
              <a:gd name="connsiteY482" fmla="*/ 5620277 h 6858000"/>
              <a:gd name="connsiteX483" fmla="*/ 891800 w 7467600"/>
              <a:gd name="connsiteY483" fmla="*/ 6036935 h 6858000"/>
              <a:gd name="connsiteX484" fmla="*/ 1072219 w 7467600"/>
              <a:gd name="connsiteY484" fmla="*/ 6169443 h 6858000"/>
              <a:gd name="connsiteX485" fmla="*/ 1074117 w 7467600"/>
              <a:gd name="connsiteY485" fmla="*/ 6170301 h 6858000"/>
              <a:gd name="connsiteX486" fmla="*/ 1083114 w 7467600"/>
              <a:gd name="connsiteY486" fmla="*/ 6174131 h 6858000"/>
              <a:gd name="connsiteX487" fmla="*/ 1543010 w 7467600"/>
              <a:gd name="connsiteY487" fmla="*/ 6191140 h 6858000"/>
              <a:gd name="connsiteX488" fmla="*/ 1551080 w 7467600"/>
              <a:gd name="connsiteY488" fmla="*/ 6195006 h 6858000"/>
              <a:gd name="connsiteX489" fmla="*/ 2345443 w 7467600"/>
              <a:gd name="connsiteY489" fmla="*/ 5549882 h 6858000"/>
              <a:gd name="connsiteX490" fmla="*/ 1721499 w 7467600"/>
              <a:gd name="connsiteY490" fmla="*/ 5599969 h 6858000"/>
              <a:gd name="connsiteX491" fmla="*/ 767716 w 7467600"/>
              <a:gd name="connsiteY491" fmla="*/ 5472768 h 6858000"/>
              <a:gd name="connsiteX492" fmla="*/ 722147 w 7467600"/>
              <a:gd name="connsiteY492" fmla="*/ 5393091 h 6858000"/>
              <a:gd name="connsiteX493" fmla="*/ 1485552 w 7467600"/>
              <a:gd name="connsiteY493" fmla="*/ 5313202 h 6858000"/>
              <a:gd name="connsiteX494" fmla="*/ 2143004 w 7467600"/>
              <a:gd name="connsiteY494" fmla="*/ 5402420 h 6858000"/>
              <a:gd name="connsiteX495" fmla="*/ 1933391 w 7467600"/>
              <a:gd name="connsiteY495" fmla="*/ 5156971 h 6858000"/>
              <a:gd name="connsiteX496" fmla="*/ 1827118 w 7467600"/>
              <a:gd name="connsiteY496" fmla="*/ 4968410 h 6858000"/>
              <a:gd name="connsiteX497" fmla="*/ 1837349 w 7467600"/>
              <a:gd name="connsiteY497" fmla="*/ 4956357 h 6858000"/>
              <a:gd name="connsiteX498" fmla="*/ 2162835 w 7467600"/>
              <a:gd name="connsiteY498" fmla="*/ 5187853 h 6858000"/>
              <a:gd name="connsiteX499" fmla="*/ 2257167 w 7467600"/>
              <a:gd name="connsiteY499" fmla="*/ 5462123 h 6858000"/>
              <a:gd name="connsiteX500" fmla="*/ 2261598 w 7467600"/>
              <a:gd name="connsiteY500" fmla="*/ 5467998 h 6858000"/>
              <a:gd name="connsiteX501" fmla="*/ 2437177 w 7467600"/>
              <a:gd name="connsiteY501" fmla="*/ 5479608 h 6858000"/>
              <a:gd name="connsiteX502" fmla="*/ 2445247 w 7467600"/>
              <a:gd name="connsiteY502" fmla="*/ 5483476 h 6858000"/>
              <a:gd name="connsiteX503" fmla="*/ 2743626 w 7467600"/>
              <a:gd name="connsiteY503" fmla="*/ 5304819 h 6858000"/>
              <a:gd name="connsiteX504" fmla="*/ 3048102 w 7467600"/>
              <a:gd name="connsiteY504" fmla="*/ 5150595 h 6858000"/>
              <a:gd name="connsiteX505" fmla="*/ 1799414 w 7467600"/>
              <a:gd name="connsiteY505" fmla="*/ 4694732 h 6858000"/>
              <a:gd name="connsiteX506" fmla="*/ 1771735 w 7467600"/>
              <a:gd name="connsiteY506" fmla="*/ 4619929 h 6858000"/>
              <a:gd name="connsiteX507" fmla="*/ 3104273 w 7467600"/>
              <a:gd name="connsiteY507" fmla="*/ 5076159 h 6858000"/>
              <a:gd name="connsiteX508" fmla="*/ 3113245 w 7467600"/>
              <a:gd name="connsiteY508" fmla="*/ 5090705 h 6858000"/>
              <a:gd name="connsiteX509" fmla="*/ 3126294 w 7467600"/>
              <a:gd name="connsiteY509" fmla="*/ 5114400 h 6858000"/>
              <a:gd name="connsiteX510" fmla="*/ 3937433 w 7467600"/>
              <a:gd name="connsiteY510" fmla="*/ 4830473 h 6858000"/>
              <a:gd name="connsiteX511" fmla="*/ 3590475 w 7467600"/>
              <a:gd name="connsiteY511" fmla="*/ 4597974 h 6858000"/>
              <a:gd name="connsiteX512" fmla="*/ 3100264 w 7467600"/>
              <a:gd name="connsiteY512" fmla="*/ 4579845 h 6858000"/>
              <a:gd name="connsiteX513" fmla="*/ 2183576 w 7467600"/>
              <a:gd name="connsiteY513" fmla="*/ 4227150 h 6858000"/>
              <a:gd name="connsiteX514" fmla="*/ 2151029 w 7467600"/>
              <a:gd name="connsiteY514" fmla="*/ 4146947 h 6858000"/>
              <a:gd name="connsiteX515" fmla="*/ 3563434 w 7467600"/>
              <a:gd name="connsiteY515" fmla="*/ 4469115 h 6858000"/>
              <a:gd name="connsiteX516" fmla="*/ 3177952 w 7467600"/>
              <a:gd name="connsiteY516" fmla="*/ 3657386 h 6858000"/>
              <a:gd name="connsiteX517" fmla="*/ 3189263 w 7467600"/>
              <a:gd name="connsiteY517" fmla="*/ 3625726 h 6858000"/>
              <a:gd name="connsiteX518" fmla="*/ 3560912 w 7467600"/>
              <a:gd name="connsiteY518" fmla="*/ 4079863 h 6858000"/>
              <a:gd name="connsiteX519" fmla="*/ 3626636 w 7467600"/>
              <a:gd name="connsiteY519" fmla="*/ 4512230 h 6858000"/>
              <a:gd name="connsiteX520" fmla="*/ 3653088 w 7467600"/>
              <a:gd name="connsiteY520" fmla="*/ 4521417 h 6858000"/>
              <a:gd name="connsiteX521" fmla="*/ 3988128 w 7467600"/>
              <a:gd name="connsiteY521" fmla="*/ 4817267 h 6858000"/>
              <a:gd name="connsiteX522" fmla="*/ 4830582 w 7467600"/>
              <a:gd name="connsiteY522" fmla="*/ 4676000 h 6858000"/>
              <a:gd name="connsiteX523" fmla="*/ 4830100 w 7467600"/>
              <a:gd name="connsiteY523" fmla="*/ 4675554 h 6858000"/>
              <a:gd name="connsiteX524" fmla="*/ 4036318 w 7467600"/>
              <a:gd name="connsiteY524" fmla="*/ 4147013 h 6858000"/>
              <a:gd name="connsiteX525" fmla="*/ 3432098 w 7467600"/>
              <a:gd name="connsiteY525" fmla="*/ 3537312 h 6858000"/>
              <a:gd name="connsiteX526" fmla="*/ 3446761 w 7467600"/>
              <a:gd name="connsiteY526" fmla="*/ 3461278 h 6858000"/>
              <a:gd name="connsiteX527" fmla="*/ 4419733 w 7467600"/>
              <a:gd name="connsiteY527" fmla="*/ 3963555 h 6858000"/>
              <a:gd name="connsiteX528" fmla="*/ 4781371 w 7467600"/>
              <a:gd name="connsiteY528" fmla="*/ 4458604 h 6858000"/>
              <a:gd name="connsiteX529" fmla="*/ 4780440 w 7467600"/>
              <a:gd name="connsiteY529" fmla="*/ 4470290 h 6858000"/>
              <a:gd name="connsiteX530" fmla="*/ 4898954 w 7467600"/>
              <a:gd name="connsiteY530" fmla="*/ 4662092 h 6858000"/>
              <a:gd name="connsiteX531" fmla="*/ 4900699 w 7467600"/>
              <a:gd name="connsiteY531" fmla="*/ 4670867 h 6858000"/>
              <a:gd name="connsiteX532" fmla="*/ 5714511 w 7467600"/>
              <a:gd name="connsiteY532" fmla="*/ 4663483 h 6858000"/>
              <a:gd name="connsiteX533" fmla="*/ 5464793 w 7467600"/>
              <a:gd name="connsiteY533" fmla="*/ 4393556 h 6858000"/>
              <a:gd name="connsiteX534" fmla="*/ 5461897 w 7467600"/>
              <a:gd name="connsiteY534" fmla="*/ 4390879 h 6858000"/>
              <a:gd name="connsiteX535" fmla="*/ 4294126 w 7467600"/>
              <a:gd name="connsiteY535" fmla="*/ 3303048 h 6858000"/>
              <a:gd name="connsiteX536" fmla="*/ 4305321 w 7467600"/>
              <a:gd name="connsiteY536" fmla="*/ 3256953 h 6858000"/>
              <a:gd name="connsiteX537" fmla="*/ 4949299 w 7467600"/>
              <a:gd name="connsiteY537" fmla="*/ 3766336 h 6858000"/>
              <a:gd name="connsiteX538" fmla="*/ 5291452 w 7467600"/>
              <a:gd name="connsiteY538" fmla="*/ 4076801 h 6858000"/>
              <a:gd name="connsiteX539" fmla="*/ 5434998 w 7467600"/>
              <a:gd name="connsiteY539" fmla="*/ 4254100 h 6858000"/>
              <a:gd name="connsiteX540" fmla="*/ 5351015 w 7467600"/>
              <a:gd name="connsiteY540" fmla="*/ 3760989 h 6858000"/>
              <a:gd name="connsiteX541" fmla="*/ 5413780 w 7467600"/>
              <a:gd name="connsiteY541" fmla="*/ 2966265 h 6858000"/>
              <a:gd name="connsiteX542" fmla="*/ 5425627 w 7467600"/>
              <a:gd name="connsiteY542" fmla="*/ 2954192 h 6858000"/>
              <a:gd name="connsiteX543" fmla="*/ 6604735 w 7467600"/>
              <a:gd name="connsiteY543" fmla="*/ 2041381 h 6858000"/>
              <a:gd name="connsiteX544" fmla="*/ 7204487 w 7467600"/>
              <a:gd name="connsiteY544" fmla="*/ 2742112 h 6858000"/>
              <a:gd name="connsiteX545" fmla="*/ 7131592 w 7467600"/>
              <a:gd name="connsiteY545" fmla="*/ 2672096 h 6858000"/>
              <a:gd name="connsiteX546" fmla="*/ 6996344 w 7467600"/>
              <a:gd name="connsiteY546" fmla="*/ 2518310 h 6858000"/>
              <a:gd name="connsiteX547" fmla="*/ 6735495 w 7467600"/>
              <a:gd name="connsiteY547" fmla="*/ 2196890 h 6858000"/>
              <a:gd name="connsiteX548" fmla="*/ 6721901 w 7467600"/>
              <a:gd name="connsiteY548" fmla="*/ 2179274 h 6858000"/>
              <a:gd name="connsiteX549" fmla="*/ 6604735 w 7467600"/>
              <a:gd name="connsiteY549" fmla="*/ 2041381 h 6858000"/>
              <a:gd name="connsiteX550" fmla="*/ 6591670 w 7467600"/>
              <a:gd name="connsiteY550" fmla="*/ 1988277 h 6858000"/>
              <a:gd name="connsiteX551" fmla="*/ 6747349 w 7467600"/>
              <a:gd name="connsiteY551" fmla="*/ 2160069 h 6858000"/>
              <a:gd name="connsiteX552" fmla="*/ 6760943 w 7467600"/>
              <a:gd name="connsiteY552" fmla="*/ 2177686 h 6858000"/>
              <a:gd name="connsiteX553" fmla="*/ 7021065 w 7467600"/>
              <a:gd name="connsiteY553" fmla="*/ 2498102 h 6858000"/>
              <a:gd name="connsiteX554" fmla="*/ 7155223 w 7467600"/>
              <a:gd name="connsiteY554" fmla="*/ 2650386 h 6858000"/>
              <a:gd name="connsiteX555" fmla="*/ 7203167 w 7467600"/>
              <a:gd name="connsiteY555" fmla="*/ 2697288 h 6858000"/>
              <a:gd name="connsiteX556" fmla="*/ 6937703 w 7467600"/>
              <a:gd name="connsiteY556" fmla="*/ 2321981 h 6858000"/>
              <a:gd name="connsiteX557" fmla="*/ 6591670 w 7467600"/>
              <a:gd name="connsiteY557" fmla="*/ 1988277 h 6858000"/>
              <a:gd name="connsiteX558" fmla="*/ 5798671 w 7467600"/>
              <a:gd name="connsiteY558" fmla="*/ 1981601 h 6858000"/>
              <a:gd name="connsiteX559" fmla="*/ 5754709 w 7467600"/>
              <a:gd name="connsiteY559" fmla="*/ 2071454 h 6858000"/>
              <a:gd name="connsiteX560" fmla="*/ 5763044 w 7467600"/>
              <a:gd name="connsiteY560" fmla="*/ 2842206 h 6858000"/>
              <a:gd name="connsiteX561" fmla="*/ 5764974 w 7467600"/>
              <a:gd name="connsiteY561" fmla="*/ 2799609 h 6858000"/>
              <a:gd name="connsiteX562" fmla="*/ 5767665 w 7467600"/>
              <a:gd name="connsiteY562" fmla="*/ 2666409 h 6858000"/>
              <a:gd name="connsiteX563" fmla="*/ 5763055 w 7467600"/>
              <a:gd name="connsiteY563" fmla="*/ 2579705 h 6858000"/>
              <a:gd name="connsiteX564" fmla="*/ 5758079 w 7467600"/>
              <a:gd name="connsiteY564" fmla="*/ 2492508 h 6858000"/>
              <a:gd name="connsiteX565" fmla="*/ 5779325 w 7467600"/>
              <a:gd name="connsiteY565" fmla="*/ 2197069 h 6858000"/>
              <a:gd name="connsiteX566" fmla="*/ 5798671 w 7467600"/>
              <a:gd name="connsiteY566" fmla="*/ 1981601 h 6858000"/>
              <a:gd name="connsiteX567" fmla="*/ 5829202 w 7467600"/>
              <a:gd name="connsiteY567" fmla="*/ 1971679 h 6858000"/>
              <a:gd name="connsiteX568" fmla="*/ 5809558 w 7467600"/>
              <a:gd name="connsiteY568" fmla="*/ 2198043 h 6858000"/>
              <a:gd name="connsiteX569" fmla="*/ 5788653 w 7467600"/>
              <a:gd name="connsiteY569" fmla="*/ 2489430 h 6858000"/>
              <a:gd name="connsiteX570" fmla="*/ 5793439 w 7467600"/>
              <a:gd name="connsiteY570" fmla="*/ 2575235 h 6858000"/>
              <a:gd name="connsiteX571" fmla="*/ 5796837 w 7467600"/>
              <a:gd name="connsiteY571" fmla="*/ 2637633 h 6858000"/>
              <a:gd name="connsiteX572" fmla="*/ 5818614 w 7467600"/>
              <a:gd name="connsiteY572" fmla="*/ 2473055 h 6858000"/>
              <a:gd name="connsiteX573" fmla="*/ 5829202 w 7467600"/>
              <a:gd name="connsiteY573" fmla="*/ 1971679 h 6858000"/>
              <a:gd name="connsiteX574" fmla="*/ 5911389 w 7467600"/>
              <a:gd name="connsiteY574" fmla="*/ 1898371 h 6858000"/>
              <a:gd name="connsiteX575" fmla="*/ 6237627 w 7467600"/>
              <a:gd name="connsiteY575" fmla="*/ 2231921 h 6858000"/>
              <a:gd name="connsiteX576" fmla="*/ 5911389 w 7467600"/>
              <a:gd name="connsiteY576" fmla="*/ 1898371 h 6858000"/>
              <a:gd name="connsiteX577" fmla="*/ 6944437 w 7467600"/>
              <a:gd name="connsiteY577" fmla="*/ 1575402 h 6858000"/>
              <a:gd name="connsiteX578" fmla="*/ 6304730 w 7467600"/>
              <a:gd name="connsiteY578" fmla="*/ 1766654 h 6858000"/>
              <a:gd name="connsiteX579" fmla="*/ 6944437 w 7467600"/>
              <a:gd name="connsiteY579" fmla="*/ 1575402 h 6858000"/>
              <a:gd name="connsiteX580" fmla="*/ 7019523 w 7467600"/>
              <a:gd name="connsiteY580" fmla="*/ 1519450 h 6858000"/>
              <a:gd name="connsiteX581" fmla="*/ 6298091 w 7467600"/>
              <a:gd name="connsiteY581" fmla="*/ 1737122 h 6858000"/>
              <a:gd name="connsiteX582" fmla="*/ 7019523 w 7467600"/>
              <a:gd name="connsiteY582" fmla="*/ 1519450 h 6858000"/>
              <a:gd name="connsiteX583" fmla="*/ 2399523 w 7467600"/>
              <a:gd name="connsiteY583" fmla="*/ 1428234 h 6858000"/>
              <a:gd name="connsiteX584" fmla="*/ 2224982 w 7467600"/>
              <a:gd name="connsiteY584" fmla="*/ 1826201 h 6858000"/>
              <a:gd name="connsiteX585" fmla="*/ 2096099 w 7467600"/>
              <a:gd name="connsiteY585" fmla="*/ 2345900 h 6858000"/>
              <a:gd name="connsiteX586" fmla="*/ 2283317 w 7467600"/>
              <a:gd name="connsiteY586" fmla="*/ 1796925 h 6858000"/>
              <a:gd name="connsiteX587" fmla="*/ 2399523 w 7467600"/>
              <a:gd name="connsiteY587" fmla="*/ 1428234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278707 w 7467600"/>
              <a:gd name="connsiteY597" fmla="*/ 1352270 h 6858000"/>
              <a:gd name="connsiteX598" fmla="*/ 1423821 w 7467600"/>
              <a:gd name="connsiteY598" fmla="*/ 1351958 h 6858000"/>
              <a:gd name="connsiteX599" fmla="*/ 1638521 w 7467600"/>
              <a:gd name="connsiteY599" fmla="*/ 1908470 h 6858000"/>
              <a:gd name="connsiteX600" fmla="*/ 1754199 w 7467600"/>
              <a:gd name="connsiteY600" fmla="*/ 2149284 h 6858000"/>
              <a:gd name="connsiteX601" fmla="*/ 1908359 w 7467600"/>
              <a:gd name="connsiteY601" fmla="*/ 2364988 h 6858000"/>
              <a:gd name="connsiteX602" fmla="*/ 1647661 w 7467600"/>
              <a:gd name="connsiteY602" fmla="*/ 1825945 h 6858000"/>
              <a:gd name="connsiteX603" fmla="*/ 1423821 w 7467600"/>
              <a:gd name="connsiteY603" fmla="*/ 1351958 h 6858000"/>
              <a:gd name="connsiteX604" fmla="*/ 1431890 w 7467600"/>
              <a:gd name="connsiteY604" fmla="*/ 1306475 h 6858000"/>
              <a:gd name="connsiteX605" fmla="*/ 1507597 w 7467600"/>
              <a:gd name="connsiteY605" fmla="*/ 1446132 h 6858000"/>
              <a:gd name="connsiteX606" fmla="*/ 1674586 w 7467600"/>
              <a:gd name="connsiteY606" fmla="*/ 1813832 h 6858000"/>
              <a:gd name="connsiteX607" fmla="*/ 1815950 w 7467600"/>
              <a:gd name="connsiteY607" fmla="*/ 2128564 h 6858000"/>
              <a:gd name="connsiteX608" fmla="*/ 1984242 w 7467600"/>
              <a:gd name="connsiteY608" fmla="*/ 2430829 h 6858000"/>
              <a:gd name="connsiteX609" fmla="*/ 2014023 w 7467600"/>
              <a:gd name="connsiteY609" fmla="*/ 2450995 h 6858000"/>
              <a:gd name="connsiteX610" fmla="*/ 1747337 w 7467600"/>
              <a:gd name="connsiteY610" fmla="*/ 1855264 h 6858000"/>
              <a:gd name="connsiteX611" fmla="*/ 1533749 w 7467600"/>
              <a:gd name="connsiteY611" fmla="*/ 1478656 h 6858000"/>
              <a:gd name="connsiteX612" fmla="*/ 1431890 w 7467600"/>
              <a:gd name="connsiteY612" fmla="*/ 1306475 h 6858000"/>
              <a:gd name="connsiteX613" fmla="*/ 5052692 w 7467600"/>
              <a:gd name="connsiteY613" fmla="*/ 1292994 h 6858000"/>
              <a:gd name="connsiteX614" fmla="*/ 5200661 w 7467600"/>
              <a:gd name="connsiteY614" fmla="*/ 1635186 h 6858000"/>
              <a:gd name="connsiteX615" fmla="*/ 5297138 w 7467600"/>
              <a:gd name="connsiteY615" fmla="*/ 1906351 h 6858000"/>
              <a:gd name="connsiteX616" fmla="*/ 5052692 w 7467600"/>
              <a:gd name="connsiteY616" fmla="*/ 1292994 h 6858000"/>
              <a:gd name="connsiteX617" fmla="*/ 5009948 w 7467600"/>
              <a:gd name="connsiteY617" fmla="*/ 1273619 h 6858000"/>
              <a:gd name="connsiteX618" fmla="*/ 5121777 w 7467600"/>
              <a:gd name="connsiteY618" fmla="*/ 1654213 h 6858000"/>
              <a:gd name="connsiteX619" fmla="*/ 5293545 w 7467600"/>
              <a:gd name="connsiteY619" fmla="*/ 2072247 h 6858000"/>
              <a:gd name="connsiteX620" fmla="*/ 5294042 w 7467600"/>
              <a:gd name="connsiteY620" fmla="*/ 2065019 h 6858000"/>
              <a:gd name="connsiteX621" fmla="*/ 5171936 w 7467600"/>
              <a:gd name="connsiteY621" fmla="*/ 1647613 h 6858000"/>
              <a:gd name="connsiteX622" fmla="*/ 5009948 w 7467600"/>
              <a:gd name="connsiteY622" fmla="*/ 1273619 h 6858000"/>
              <a:gd name="connsiteX623" fmla="*/ 655236 w 7467600"/>
              <a:gd name="connsiteY623" fmla="*/ 1268632 h 6858000"/>
              <a:gd name="connsiteX624" fmla="*/ 839521 w 7467600"/>
              <a:gd name="connsiteY624" fmla="*/ 1685315 h 6858000"/>
              <a:gd name="connsiteX625" fmla="*/ 1109416 w 7467600"/>
              <a:gd name="connsiteY625" fmla="*/ 2061663 h 6858000"/>
              <a:gd name="connsiteX626" fmla="*/ 1298300 w 7467600"/>
              <a:gd name="connsiteY626" fmla="*/ 2247742 h 6858000"/>
              <a:gd name="connsiteX627" fmla="*/ 1125871 w 7467600"/>
              <a:gd name="connsiteY627" fmla="*/ 1989513 h 6858000"/>
              <a:gd name="connsiteX628" fmla="*/ 981574 w 7467600"/>
              <a:gd name="connsiteY628" fmla="*/ 1783157 h 6858000"/>
              <a:gd name="connsiteX629" fmla="*/ 922198 w 7467600"/>
              <a:gd name="connsiteY629" fmla="*/ 1677437 h 6858000"/>
              <a:gd name="connsiteX630" fmla="*/ 869293 w 7467600"/>
              <a:gd name="connsiteY630" fmla="*/ 1583214 h 6858000"/>
              <a:gd name="connsiteX631" fmla="*/ 751431 w 7467600"/>
              <a:gd name="connsiteY631" fmla="*/ 1405731 h 6858000"/>
              <a:gd name="connsiteX632" fmla="*/ 655236 w 7467600"/>
              <a:gd name="connsiteY632" fmla="*/ 1268632 h 6858000"/>
              <a:gd name="connsiteX633" fmla="*/ 6516292 w 7467600"/>
              <a:gd name="connsiteY633" fmla="*/ 1263064 h 6858000"/>
              <a:gd name="connsiteX634" fmla="*/ 5736320 w 7467600"/>
              <a:gd name="connsiteY634" fmla="*/ 1501803 h 6858000"/>
              <a:gd name="connsiteX635" fmla="*/ 6516292 w 7467600"/>
              <a:gd name="connsiteY635" fmla="*/ 1263064 h 6858000"/>
              <a:gd name="connsiteX636" fmla="*/ 291466 w 7467600"/>
              <a:gd name="connsiteY636" fmla="*/ 1250369 h 6858000"/>
              <a:gd name="connsiteX637" fmla="*/ 323180 w 7467600"/>
              <a:gd name="connsiteY637" fmla="*/ 1435283 h 6858000"/>
              <a:gd name="connsiteX638" fmla="*/ 349381 w 7467600"/>
              <a:gd name="connsiteY638" fmla="*/ 1875041 h 6858000"/>
              <a:gd name="connsiteX639" fmla="*/ 374363 w 7467600"/>
              <a:gd name="connsiteY639" fmla="*/ 1506494 h 6858000"/>
              <a:gd name="connsiteX640" fmla="*/ 302168 w 7467600"/>
              <a:gd name="connsiteY640" fmla="*/ 1274495 h 6858000"/>
              <a:gd name="connsiteX641" fmla="*/ 291466 w 7467600"/>
              <a:gd name="connsiteY641" fmla="*/ 1250369 h 6858000"/>
              <a:gd name="connsiteX642" fmla="*/ 678222 w 7467600"/>
              <a:gd name="connsiteY642" fmla="*/ 1248670 h 6858000"/>
              <a:gd name="connsiteX643" fmla="*/ 775536 w 7467600"/>
              <a:gd name="connsiteY643" fmla="*/ 1388015 h 6858000"/>
              <a:gd name="connsiteX644" fmla="*/ 894529 w 7467600"/>
              <a:gd name="connsiteY644" fmla="*/ 1567739 h 6858000"/>
              <a:gd name="connsiteX645" fmla="*/ 948000 w 7467600"/>
              <a:gd name="connsiteY645" fmla="*/ 1663088 h 6858000"/>
              <a:gd name="connsiteX646" fmla="*/ 1006812 w 7467600"/>
              <a:gd name="connsiteY646" fmla="*/ 1767683 h 6858000"/>
              <a:gd name="connsiteX647" fmla="*/ 1149133 w 7467600"/>
              <a:gd name="connsiteY647" fmla="*/ 1971513 h 6858000"/>
              <a:gd name="connsiteX648" fmla="*/ 1333952 w 7467600"/>
              <a:gd name="connsiteY648" fmla="*/ 2251620 h 6858000"/>
              <a:gd name="connsiteX649" fmla="*/ 1337329 w 7467600"/>
              <a:gd name="connsiteY649" fmla="*/ 2258350 h 6858000"/>
              <a:gd name="connsiteX650" fmla="*/ 1014726 w 7467600"/>
              <a:gd name="connsiteY650" fmla="*/ 1615556 h 6858000"/>
              <a:gd name="connsiteX651" fmla="*/ 678222 w 7467600"/>
              <a:gd name="connsiteY651" fmla="*/ 1248670 h 6858000"/>
              <a:gd name="connsiteX652" fmla="*/ 6691602 w 7467600"/>
              <a:gd name="connsiteY652" fmla="*/ 1140573 h 6858000"/>
              <a:gd name="connsiteX653" fmla="*/ 6571100 w 7467600"/>
              <a:gd name="connsiteY653" fmla="*/ 1183662 h 6858000"/>
              <a:gd name="connsiteX654" fmla="*/ 6241687 w 7467600"/>
              <a:gd name="connsiteY654" fmla="*/ 1257600 h 6858000"/>
              <a:gd name="connsiteX655" fmla="*/ 5693009 w 7467600"/>
              <a:gd name="connsiteY655" fmla="*/ 1478256 h 6858000"/>
              <a:gd name="connsiteX656" fmla="*/ 6548420 w 7467600"/>
              <a:gd name="connsiteY656" fmla="*/ 1214599 h 6858000"/>
              <a:gd name="connsiteX657" fmla="*/ 6605473 w 7467600"/>
              <a:gd name="connsiteY657" fmla="*/ 1184686 h 6858000"/>
              <a:gd name="connsiteX658" fmla="*/ 6691602 w 7467600"/>
              <a:gd name="connsiteY658" fmla="*/ 1140573 h 6858000"/>
              <a:gd name="connsiteX659" fmla="*/ 4002475 w 7467600"/>
              <a:gd name="connsiteY659" fmla="*/ 1037802 h 6858000"/>
              <a:gd name="connsiteX660" fmla="*/ 4000324 w 7467600"/>
              <a:gd name="connsiteY660" fmla="*/ 1039362 h 6858000"/>
              <a:gd name="connsiteX661" fmla="*/ 4002862 w 7467600"/>
              <a:gd name="connsiteY661" fmla="*/ 1042866 h 6858000"/>
              <a:gd name="connsiteX662" fmla="*/ 4002475 w 7467600"/>
              <a:gd name="connsiteY662" fmla="*/ 1037802 h 6858000"/>
              <a:gd name="connsiteX663" fmla="*/ 506322 w 7467600"/>
              <a:gd name="connsiteY663" fmla="*/ 1020997 h 6858000"/>
              <a:gd name="connsiteX664" fmla="*/ 533068 w 7467600"/>
              <a:gd name="connsiteY664" fmla="*/ 1029409 h 6858000"/>
              <a:gd name="connsiteX665" fmla="*/ 1232525 w 7467600"/>
              <a:gd name="connsiteY665" fmla="*/ 1804675 h 6858000"/>
              <a:gd name="connsiteX666" fmla="*/ 1388858 w 7467600"/>
              <a:gd name="connsiteY666" fmla="*/ 2368011 h 6858000"/>
              <a:gd name="connsiteX667" fmla="*/ 1384098 w 7467600"/>
              <a:gd name="connsiteY667" fmla="*/ 2378125 h 6858000"/>
              <a:gd name="connsiteX668" fmla="*/ 1425393 w 7467600"/>
              <a:gd name="connsiteY668" fmla="*/ 2589124 h 6858000"/>
              <a:gd name="connsiteX669" fmla="*/ 1424001 w 7467600"/>
              <a:gd name="connsiteY669" fmla="*/ 2597541 h 6858000"/>
              <a:gd name="connsiteX670" fmla="*/ 2152729 w 7467600"/>
              <a:gd name="connsiteY670" fmla="*/ 2864487 h 6858000"/>
              <a:gd name="connsiteX671" fmla="*/ 2020609 w 7467600"/>
              <a:gd name="connsiteY671" fmla="*/ 2539671 h 6858000"/>
              <a:gd name="connsiteX672" fmla="*/ 2018920 w 7467600"/>
              <a:gd name="connsiteY672" fmla="*/ 2536309 h 6858000"/>
              <a:gd name="connsiteX673" fmla="*/ 1342441 w 7467600"/>
              <a:gd name="connsiteY673" fmla="*/ 1173017 h 6858000"/>
              <a:gd name="connsiteX674" fmla="*/ 1367925 w 7467600"/>
              <a:gd name="connsiteY674" fmla="*/ 1135648 h 6858000"/>
              <a:gd name="connsiteX675" fmla="*/ 1771401 w 7467600"/>
              <a:gd name="connsiteY675" fmla="*/ 1806673 h 6858000"/>
              <a:gd name="connsiteX676" fmla="*/ 1972385 w 7467600"/>
              <a:gd name="connsiteY676" fmla="*/ 2198735 h 6858000"/>
              <a:gd name="connsiteX677" fmla="*/ 2040892 w 7467600"/>
              <a:gd name="connsiteY677" fmla="*/ 2405205 h 6858000"/>
              <a:gd name="connsiteX678" fmla="*/ 2131689 w 7467600"/>
              <a:gd name="connsiteY678" fmla="*/ 1936926 h 6858000"/>
              <a:gd name="connsiteX679" fmla="*/ 2454820 w 7467600"/>
              <a:gd name="connsiteY679" fmla="*/ 1248808 h 6858000"/>
              <a:gd name="connsiteX680" fmla="*/ 2492512 w 7467600"/>
              <a:gd name="connsiteY680" fmla="*/ 1302920 h 6858000"/>
              <a:gd name="connsiteX681" fmla="*/ 2081216 w 7467600"/>
              <a:gd name="connsiteY681" fmla="*/ 2527513 h 6858000"/>
              <a:gd name="connsiteX682" fmla="*/ 2081211 w 7467600"/>
              <a:gd name="connsiteY682" fmla="*/ 2528916 h 6858000"/>
              <a:gd name="connsiteX683" fmla="*/ 2199067 w 7467600"/>
              <a:gd name="connsiteY683" fmla="*/ 2884061 h 6858000"/>
              <a:gd name="connsiteX684" fmla="*/ 3192586 w 7467600"/>
              <a:gd name="connsiteY684" fmla="*/ 3411496 h 6858000"/>
              <a:gd name="connsiteX685" fmla="*/ 3182620 w 7467600"/>
              <a:gd name="connsiteY685" fmla="*/ 3483279 h 6858000"/>
              <a:gd name="connsiteX686" fmla="*/ 2435119 w 7467600"/>
              <a:gd name="connsiteY686" fmla="*/ 3080173 h 6858000"/>
              <a:gd name="connsiteX687" fmla="*/ 2410152 w 7467600"/>
              <a:gd name="connsiteY687" fmla="*/ 3063751 h 6858000"/>
              <a:gd name="connsiteX688" fmla="*/ 2408099 w 7467600"/>
              <a:gd name="connsiteY688" fmla="*/ 3064403 h 6858000"/>
              <a:gd name="connsiteX689" fmla="*/ 2407218 w 7467600"/>
              <a:gd name="connsiteY689" fmla="*/ 3070324 h 6858000"/>
              <a:gd name="connsiteX690" fmla="*/ 2380138 w 7467600"/>
              <a:gd name="connsiteY690" fmla="*/ 3099341 h 6858000"/>
              <a:gd name="connsiteX691" fmla="*/ 1765923 w 7467600"/>
              <a:gd name="connsiteY691" fmla="*/ 3581043 h 6858000"/>
              <a:gd name="connsiteX692" fmla="*/ 1702258 w 7467600"/>
              <a:gd name="connsiteY692" fmla="*/ 3612286 h 6858000"/>
              <a:gd name="connsiteX693" fmla="*/ 1538370 w 7467600"/>
              <a:gd name="connsiteY693" fmla="*/ 3811804 h 6858000"/>
              <a:gd name="connsiteX694" fmla="*/ 542867 w 7467600"/>
              <a:gd name="connsiteY694" fmla="*/ 4944092 h 6858000"/>
              <a:gd name="connsiteX695" fmla="*/ 515800 w 7467600"/>
              <a:gd name="connsiteY695" fmla="*/ 4862180 h 6858000"/>
              <a:gd name="connsiteX696" fmla="*/ 909145 w 7467600"/>
              <a:gd name="connsiteY696" fmla="*/ 4199225 h 6858000"/>
              <a:gd name="connsiteX697" fmla="*/ 1214067 w 7467600"/>
              <a:gd name="connsiteY697" fmla="*/ 3908561 h 6858000"/>
              <a:gd name="connsiteX698" fmla="*/ 640967 w 7467600"/>
              <a:gd name="connsiteY698" fmla="*/ 4105601 h 6858000"/>
              <a:gd name="connsiteX699" fmla="*/ 112563 w 7467600"/>
              <a:gd name="connsiteY699" fmla="*/ 4396952 h 6858000"/>
              <a:gd name="connsiteX700" fmla="*/ 0 w 7467600"/>
              <a:gd name="connsiteY700" fmla="*/ 4466006 h 6858000"/>
              <a:gd name="connsiteX701" fmla="*/ 0 w 7467600"/>
              <a:gd name="connsiteY701" fmla="*/ 4233763 h 6858000"/>
              <a:gd name="connsiteX702" fmla="*/ 36881 w 7467600"/>
              <a:gd name="connsiteY702" fmla="*/ 4200118 h 6858000"/>
              <a:gd name="connsiteX703" fmla="*/ 910534 w 7467600"/>
              <a:gd name="connsiteY703" fmla="*/ 3629753 h 6858000"/>
              <a:gd name="connsiteX704" fmla="*/ 1578717 w 7467600"/>
              <a:gd name="connsiteY704" fmla="*/ 3575982 h 6858000"/>
              <a:gd name="connsiteX705" fmla="*/ 2338780 w 7467600"/>
              <a:gd name="connsiteY705" fmla="*/ 3033725 h 6858000"/>
              <a:gd name="connsiteX706" fmla="*/ 1807991 w 7467600"/>
              <a:gd name="connsiteY706" fmla="*/ 2807184 h 6858000"/>
              <a:gd name="connsiteX707" fmla="*/ 1416358 w 7467600"/>
              <a:gd name="connsiteY707" fmla="*/ 3112571 h 6858000"/>
              <a:gd name="connsiteX708" fmla="*/ 939066 w 7467600"/>
              <a:gd name="connsiteY708" fmla="*/ 3378798 h 6858000"/>
              <a:gd name="connsiteX709" fmla="*/ 115099 w 7467600"/>
              <a:gd name="connsiteY709" fmla="*/ 3607650 h 6858000"/>
              <a:gd name="connsiteX710" fmla="*/ 97284 w 7467600"/>
              <a:gd name="connsiteY710" fmla="*/ 3520393 h 6858000"/>
              <a:gd name="connsiteX711" fmla="*/ 922050 w 7467600"/>
              <a:gd name="connsiteY711" fmla="*/ 3074867 h 6858000"/>
              <a:gd name="connsiteX712" fmla="*/ 1405265 w 7467600"/>
              <a:gd name="connsiteY712" fmla="*/ 3016319 h 6858000"/>
              <a:gd name="connsiteX713" fmla="*/ 1407512 w 7467600"/>
              <a:gd name="connsiteY713" fmla="*/ 3018001 h 6858000"/>
              <a:gd name="connsiteX714" fmla="*/ 1726266 w 7467600"/>
              <a:gd name="connsiteY714" fmla="*/ 2777274 h 6858000"/>
              <a:gd name="connsiteX715" fmla="*/ 625390 w 7467600"/>
              <a:gd name="connsiteY715" fmla="*/ 2514541 h 6858000"/>
              <a:gd name="connsiteX716" fmla="*/ 619799 w 7467600"/>
              <a:gd name="connsiteY716" fmla="*/ 2527180 h 6858000"/>
              <a:gd name="connsiteX717" fmla="*/ 310030 w 7467600"/>
              <a:gd name="connsiteY717" fmla="*/ 2771818 h 6858000"/>
              <a:gd name="connsiteX718" fmla="*/ 173877 w 7467600"/>
              <a:gd name="connsiteY718" fmla="*/ 2937056 h 6858000"/>
              <a:gd name="connsiteX719" fmla="*/ 77889 w 7467600"/>
              <a:gd name="connsiteY719" fmla="*/ 3138440 h 6858000"/>
              <a:gd name="connsiteX720" fmla="*/ 0 w 7467600"/>
              <a:gd name="connsiteY720" fmla="*/ 3271395 h 6858000"/>
              <a:gd name="connsiteX721" fmla="*/ 0 w 7467600"/>
              <a:gd name="connsiteY721" fmla="*/ 3153002 h 6858000"/>
              <a:gd name="connsiteX722" fmla="*/ 2386 w 7467600"/>
              <a:gd name="connsiteY722" fmla="*/ 3149203 h 6858000"/>
              <a:gd name="connsiteX723" fmla="*/ 89753 w 7467600"/>
              <a:gd name="connsiteY723" fmla="*/ 2987702 h 6858000"/>
              <a:gd name="connsiteX724" fmla="*/ 76869 w 7467600"/>
              <a:gd name="connsiteY724" fmla="*/ 3005404 h 6858000"/>
              <a:gd name="connsiteX725" fmla="*/ 32049 w 7467600"/>
              <a:gd name="connsiteY725" fmla="*/ 3065814 h 6858000"/>
              <a:gd name="connsiteX726" fmla="*/ 0 w 7467600"/>
              <a:gd name="connsiteY726" fmla="*/ 3108744 h 6858000"/>
              <a:gd name="connsiteX727" fmla="*/ 0 w 7467600"/>
              <a:gd name="connsiteY727" fmla="*/ 3058059 h 6858000"/>
              <a:gd name="connsiteX728" fmla="*/ 7610 w 7467600"/>
              <a:gd name="connsiteY728" fmla="*/ 3047889 h 6858000"/>
              <a:gd name="connsiteX729" fmla="*/ 52419 w 7467600"/>
              <a:gd name="connsiteY729" fmla="*/ 2987479 h 6858000"/>
              <a:gd name="connsiteX730" fmla="*/ 59142 w 7467600"/>
              <a:gd name="connsiteY730" fmla="*/ 2978488 h 6858000"/>
              <a:gd name="connsiteX731" fmla="*/ 0 w 7467600"/>
              <a:gd name="connsiteY731" fmla="*/ 3015334 h 6858000"/>
              <a:gd name="connsiteX732" fmla="*/ 0 w 7467600"/>
              <a:gd name="connsiteY732" fmla="*/ 2914286 h 6858000"/>
              <a:gd name="connsiteX733" fmla="*/ 36383 w 7467600"/>
              <a:gd name="connsiteY733" fmla="*/ 2901128 h 6858000"/>
              <a:gd name="connsiteX734" fmla="*/ 156329 w 7467600"/>
              <a:gd name="connsiteY734" fmla="*/ 2840533 h 6858000"/>
              <a:gd name="connsiteX735" fmla="*/ 358355 w 7467600"/>
              <a:gd name="connsiteY735" fmla="*/ 2620471 h 6858000"/>
              <a:gd name="connsiteX736" fmla="*/ 510577 w 7467600"/>
              <a:gd name="connsiteY736" fmla="*/ 2501244 h 6858000"/>
              <a:gd name="connsiteX737" fmla="*/ 211967 w 7467600"/>
              <a:gd name="connsiteY737" fmla="*/ 2479171 h 6858000"/>
              <a:gd name="connsiteX738" fmla="*/ 0 w 7467600"/>
              <a:gd name="connsiteY738" fmla="*/ 2476398 h 6858000"/>
              <a:gd name="connsiteX739" fmla="*/ 0 w 7467600"/>
              <a:gd name="connsiteY739" fmla="*/ 2389189 h 6858000"/>
              <a:gd name="connsiteX740" fmla="*/ 103062 w 7467600"/>
              <a:gd name="connsiteY740" fmla="*/ 2389518 h 6858000"/>
              <a:gd name="connsiteX741" fmla="*/ 510734 w 7467600"/>
              <a:gd name="connsiteY741" fmla="*/ 2416201 h 6858000"/>
              <a:gd name="connsiteX742" fmla="*/ 279257 w 7467600"/>
              <a:gd name="connsiteY742" fmla="*/ 2092102 h 6858000"/>
              <a:gd name="connsiteX743" fmla="*/ 65265 w 7467600"/>
              <a:gd name="connsiteY743" fmla="*/ 2006049 h 6858000"/>
              <a:gd name="connsiteX744" fmla="*/ 0 w 7467600"/>
              <a:gd name="connsiteY744" fmla="*/ 1982532 h 6858000"/>
              <a:gd name="connsiteX745" fmla="*/ 0 w 7467600"/>
              <a:gd name="connsiteY745" fmla="*/ 1912789 h 6858000"/>
              <a:gd name="connsiteX746" fmla="*/ 97460 w 7467600"/>
              <a:gd name="connsiteY746" fmla="*/ 1953725 h 6858000"/>
              <a:gd name="connsiteX747" fmla="*/ 221272 w 7467600"/>
              <a:gd name="connsiteY747" fmla="*/ 1980766 h 6858000"/>
              <a:gd name="connsiteX748" fmla="*/ 116765 w 7467600"/>
              <a:gd name="connsiteY748" fmla="*/ 1911033 h 6858000"/>
              <a:gd name="connsiteX749" fmla="*/ 16405 w 7467600"/>
              <a:gd name="connsiteY749" fmla="*/ 1803412 h 6858000"/>
              <a:gd name="connsiteX750" fmla="*/ 0 w 7467600"/>
              <a:gd name="connsiteY750" fmla="*/ 1784777 h 6858000"/>
              <a:gd name="connsiteX751" fmla="*/ 0 w 7467600"/>
              <a:gd name="connsiteY751" fmla="*/ 1740082 h 6858000"/>
              <a:gd name="connsiteX752" fmla="*/ 39394 w 7467600"/>
              <a:gd name="connsiteY752" fmla="*/ 1784856 h 6858000"/>
              <a:gd name="connsiteX753" fmla="*/ 135813 w 7467600"/>
              <a:gd name="connsiteY753" fmla="*/ 1888838 h 6858000"/>
              <a:gd name="connsiteX754" fmla="*/ 242575 w 7467600"/>
              <a:gd name="connsiteY754" fmla="*/ 1958841 h 6858000"/>
              <a:gd name="connsiteX755" fmla="*/ 82197 w 7467600"/>
              <a:gd name="connsiteY755" fmla="*/ 1754826 h 6858000"/>
              <a:gd name="connsiteX756" fmla="*/ 0 w 7467600"/>
              <a:gd name="connsiteY756" fmla="*/ 1679650 h 6858000"/>
              <a:gd name="connsiteX757" fmla="*/ 0 w 7467600"/>
              <a:gd name="connsiteY757" fmla="*/ 1602463 h 6858000"/>
              <a:gd name="connsiteX758" fmla="*/ 84689 w 7467600"/>
              <a:gd name="connsiteY758" fmla="*/ 1677442 h 6858000"/>
              <a:gd name="connsiteX759" fmla="*/ 298437 w 7467600"/>
              <a:gd name="connsiteY759" fmla="*/ 1968019 h 6858000"/>
              <a:gd name="connsiteX760" fmla="*/ 227269 w 7467600"/>
              <a:gd name="connsiteY760" fmla="*/ 1114064 h 6858000"/>
              <a:gd name="connsiteX761" fmla="*/ 248003 w 7467600"/>
              <a:gd name="connsiteY761" fmla="*/ 1089613 h 6858000"/>
              <a:gd name="connsiteX762" fmla="*/ 427020 w 7467600"/>
              <a:gd name="connsiteY762" fmla="*/ 1619803 h 6858000"/>
              <a:gd name="connsiteX763" fmla="*/ 340345 w 7467600"/>
              <a:gd name="connsiteY763" fmla="*/ 2027739 h 6858000"/>
              <a:gd name="connsiteX764" fmla="*/ 360865 w 7467600"/>
              <a:gd name="connsiteY764" fmla="*/ 2044827 h 6858000"/>
              <a:gd name="connsiteX765" fmla="*/ 560414 w 7467600"/>
              <a:gd name="connsiteY765" fmla="*/ 2421457 h 6858000"/>
              <a:gd name="connsiteX766" fmla="*/ 1359703 w 7467600"/>
              <a:gd name="connsiteY766" fmla="*/ 2578554 h 6858000"/>
              <a:gd name="connsiteX767" fmla="*/ 1359422 w 7467600"/>
              <a:gd name="connsiteY767" fmla="*/ 2577994 h 6858000"/>
              <a:gd name="connsiteX768" fmla="*/ 828701 w 7467600"/>
              <a:gd name="connsiteY768" fmla="*/ 1839520 h 6858000"/>
              <a:gd name="connsiteX769" fmla="*/ 494427 w 7467600"/>
              <a:gd name="connsiteY769" fmla="*/ 1092333 h 6858000"/>
              <a:gd name="connsiteX770" fmla="*/ 506322 w 7467600"/>
              <a:gd name="connsiteY770" fmla="*/ 1020997 h 6858000"/>
              <a:gd name="connsiteX771" fmla="*/ 4570198 w 7467600"/>
              <a:gd name="connsiteY771" fmla="*/ 978081 h 6858000"/>
              <a:gd name="connsiteX772" fmla="*/ 4523691 w 7467600"/>
              <a:gd name="connsiteY772" fmla="*/ 1127776 h 6858000"/>
              <a:gd name="connsiteX773" fmla="*/ 4509875 w 7467600"/>
              <a:gd name="connsiteY773" fmla="*/ 1167552 h 6858000"/>
              <a:gd name="connsiteX774" fmla="*/ 4478168 w 7467600"/>
              <a:gd name="connsiteY774" fmla="*/ 1260735 h 6858000"/>
              <a:gd name="connsiteX775" fmla="*/ 4409309 w 7467600"/>
              <a:gd name="connsiteY775" fmla="*/ 1666996 h 6858000"/>
              <a:gd name="connsiteX776" fmla="*/ 4370031 w 7467600"/>
              <a:gd name="connsiteY776" fmla="*/ 1955666 h 6858000"/>
              <a:gd name="connsiteX777" fmla="*/ 4570198 w 7467600"/>
              <a:gd name="connsiteY777" fmla="*/ 978081 h 6858000"/>
              <a:gd name="connsiteX778" fmla="*/ 4557898 w 7467600"/>
              <a:gd name="connsiteY778" fmla="*/ 900011 h 6858000"/>
              <a:gd name="connsiteX779" fmla="*/ 4344840 w 7467600"/>
              <a:gd name="connsiteY779" fmla="*/ 1922038 h 6858000"/>
              <a:gd name="connsiteX780" fmla="*/ 4378710 w 7467600"/>
              <a:gd name="connsiteY780" fmla="*/ 1665516 h 6858000"/>
              <a:gd name="connsiteX781" fmla="*/ 4448798 w 7467600"/>
              <a:gd name="connsiteY781" fmla="*/ 1253024 h 6858000"/>
              <a:gd name="connsiteX782" fmla="*/ 4480315 w 7467600"/>
              <a:gd name="connsiteY782" fmla="*/ 1158454 h 6858000"/>
              <a:gd name="connsiteX783" fmla="*/ 4494133 w 7467600"/>
              <a:gd name="connsiteY783" fmla="*/ 1118676 h 6858000"/>
              <a:gd name="connsiteX784" fmla="*/ 4557898 w 7467600"/>
              <a:gd name="connsiteY784" fmla="*/ 900011 h 6858000"/>
              <a:gd name="connsiteX785" fmla="*/ 5870151 w 7467600"/>
              <a:gd name="connsiteY785" fmla="*/ 898890 h 6858000"/>
              <a:gd name="connsiteX786" fmla="*/ 5861335 w 7467600"/>
              <a:gd name="connsiteY786" fmla="*/ 899177 h 6858000"/>
              <a:gd name="connsiteX787" fmla="*/ 5843702 w 7467600"/>
              <a:gd name="connsiteY787" fmla="*/ 899748 h 6858000"/>
              <a:gd name="connsiteX788" fmla="*/ 5651107 w 7467600"/>
              <a:gd name="connsiteY788" fmla="*/ 920306 h 6858000"/>
              <a:gd name="connsiteX789" fmla="*/ 5459407 w 7467600"/>
              <a:gd name="connsiteY789" fmla="*/ 940975 h 6858000"/>
              <a:gd name="connsiteX790" fmla="*/ 5374846 w 7467600"/>
              <a:gd name="connsiteY790" fmla="*/ 941988 h 6858000"/>
              <a:gd name="connsiteX791" fmla="*/ 5256105 w 7467600"/>
              <a:gd name="connsiteY791" fmla="*/ 945632 h 6858000"/>
              <a:gd name="connsiteX792" fmla="*/ 5107071 w 7467600"/>
              <a:gd name="connsiteY792" fmla="*/ 969720 h 6858000"/>
              <a:gd name="connsiteX793" fmla="*/ 4998681 w 7467600"/>
              <a:gd name="connsiteY793" fmla="*/ 988771 h 6858000"/>
              <a:gd name="connsiteX794" fmla="*/ 5870151 w 7467600"/>
              <a:gd name="connsiteY794" fmla="*/ 898890 h 6858000"/>
              <a:gd name="connsiteX795" fmla="*/ 5504425 w 7467600"/>
              <a:gd name="connsiteY795" fmla="*/ 848067 h 6858000"/>
              <a:gd name="connsiteX796" fmla="*/ 4968849 w 7467600"/>
              <a:gd name="connsiteY796" fmla="*/ 962318 h 6858000"/>
              <a:gd name="connsiteX797" fmla="*/ 5104039 w 7467600"/>
              <a:gd name="connsiteY797" fmla="*/ 940634 h 6858000"/>
              <a:gd name="connsiteX798" fmla="*/ 5256311 w 7467600"/>
              <a:gd name="connsiteY798" fmla="*/ 916490 h 6858000"/>
              <a:gd name="connsiteX799" fmla="*/ 5377381 w 7467600"/>
              <a:gd name="connsiteY799" fmla="*/ 912671 h 6858000"/>
              <a:gd name="connsiteX800" fmla="*/ 5460148 w 7467600"/>
              <a:gd name="connsiteY800" fmla="*/ 911442 h 6858000"/>
              <a:gd name="connsiteX801" fmla="*/ 5648971 w 7467600"/>
              <a:gd name="connsiteY801" fmla="*/ 891331 h 6858000"/>
              <a:gd name="connsiteX802" fmla="*/ 5844807 w 7467600"/>
              <a:gd name="connsiteY802" fmla="*/ 870718 h 6858000"/>
              <a:gd name="connsiteX803" fmla="*/ 5862975 w 7467600"/>
              <a:gd name="connsiteY803" fmla="*/ 869756 h 6858000"/>
              <a:gd name="connsiteX804" fmla="*/ 5920887 w 7467600"/>
              <a:gd name="connsiteY804" fmla="*/ 865929 h 6858000"/>
              <a:gd name="connsiteX805" fmla="*/ 5504425 w 7467600"/>
              <a:gd name="connsiteY805" fmla="*/ 848067 h 6858000"/>
              <a:gd name="connsiteX806" fmla="*/ 3607114 w 7467600"/>
              <a:gd name="connsiteY806" fmla="*/ 467441 h 6858000"/>
              <a:gd name="connsiteX807" fmla="*/ 3296242 w 7467600"/>
              <a:gd name="connsiteY807" fmla="*/ 807991 h 6858000"/>
              <a:gd name="connsiteX808" fmla="*/ 3174674 w 7467600"/>
              <a:gd name="connsiteY808" fmla="*/ 919759 h 6858000"/>
              <a:gd name="connsiteX809" fmla="*/ 3042978 w 7467600"/>
              <a:gd name="connsiteY809" fmla="*/ 1054894 h 6858000"/>
              <a:gd name="connsiteX810" fmla="*/ 2968914 w 7467600"/>
              <a:gd name="connsiteY810" fmla="*/ 1133756 h 6858000"/>
              <a:gd name="connsiteX811" fmla="*/ 3103823 w 7467600"/>
              <a:gd name="connsiteY811" fmla="*/ 1026814 h 6858000"/>
              <a:gd name="connsiteX812" fmla="*/ 3607114 w 7467600"/>
              <a:gd name="connsiteY812" fmla="*/ 467441 h 6858000"/>
              <a:gd name="connsiteX813" fmla="*/ 3744487 w 7467600"/>
              <a:gd name="connsiteY813" fmla="*/ 383136 h 6858000"/>
              <a:gd name="connsiteX814" fmla="*/ 3970213 w 7467600"/>
              <a:gd name="connsiteY814" fmla="*/ 995559 h 6858000"/>
              <a:gd name="connsiteX815" fmla="*/ 3744487 w 7467600"/>
              <a:gd name="connsiteY815" fmla="*/ 383136 h 6858000"/>
              <a:gd name="connsiteX816" fmla="*/ 3624562 w 7467600"/>
              <a:gd name="connsiteY816" fmla="*/ 367041 h 6858000"/>
              <a:gd name="connsiteX817" fmla="*/ 3489712 w 7467600"/>
              <a:gd name="connsiteY817" fmla="*/ 485386 h 6858000"/>
              <a:gd name="connsiteX818" fmla="*/ 3182994 w 7467600"/>
              <a:gd name="connsiteY818" fmla="*/ 828265 h 6858000"/>
              <a:gd name="connsiteX819" fmla="*/ 2892114 w 7467600"/>
              <a:gd name="connsiteY819" fmla="*/ 1172635 h 6858000"/>
              <a:gd name="connsiteX820" fmla="*/ 3021459 w 7467600"/>
              <a:gd name="connsiteY820" fmla="*/ 1035385 h 6858000"/>
              <a:gd name="connsiteX821" fmla="*/ 3153873 w 7467600"/>
              <a:gd name="connsiteY821" fmla="*/ 898971 h 6858000"/>
              <a:gd name="connsiteX822" fmla="*/ 3276511 w 7467600"/>
              <a:gd name="connsiteY822" fmla="*/ 786423 h 6858000"/>
              <a:gd name="connsiteX823" fmla="*/ 3584154 w 7467600"/>
              <a:gd name="connsiteY823" fmla="*/ 448218 h 6858000"/>
              <a:gd name="connsiteX824" fmla="*/ 3624562 w 7467600"/>
              <a:gd name="connsiteY824" fmla="*/ 367041 h 6858000"/>
              <a:gd name="connsiteX825" fmla="*/ 3766672 w 7467600"/>
              <a:gd name="connsiteY825" fmla="*/ 359429 h 6858000"/>
              <a:gd name="connsiteX826" fmla="*/ 3996338 w 7467600"/>
              <a:gd name="connsiteY826" fmla="*/ 968237 h 6858000"/>
              <a:gd name="connsiteX827" fmla="*/ 3766672 w 7467600"/>
              <a:gd name="connsiteY827" fmla="*/ 359429 h 6858000"/>
              <a:gd name="connsiteX828" fmla="*/ 5805386 w 7467600"/>
              <a:gd name="connsiteY828" fmla="*/ 239240 h 6858000"/>
              <a:gd name="connsiteX829" fmla="*/ 5736947 w 7467600"/>
              <a:gd name="connsiteY829" fmla="*/ 261367 h 6858000"/>
              <a:gd name="connsiteX830" fmla="*/ 5427012 w 7467600"/>
              <a:gd name="connsiteY830" fmla="*/ 311272 h 6858000"/>
              <a:gd name="connsiteX831" fmla="*/ 5147818 w 7467600"/>
              <a:gd name="connsiteY831" fmla="*/ 322112 h 6858000"/>
              <a:gd name="connsiteX832" fmla="*/ 5060854 w 7467600"/>
              <a:gd name="connsiteY832" fmla="*/ 311882 h 6858000"/>
              <a:gd name="connsiteX833" fmla="*/ 4945989 w 7467600"/>
              <a:gd name="connsiteY833" fmla="*/ 300516 h 6858000"/>
              <a:gd name="connsiteX834" fmla="*/ 5410479 w 7467600"/>
              <a:gd name="connsiteY834" fmla="*/ 348434 h 6858000"/>
              <a:gd name="connsiteX835" fmla="*/ 5805386 w 7467600"/>
              <a:gd name="connsiteY835" fmla="*/ 239240 h 6858000"/>
              <a:gd name="connsiteX836" fmla="*/ 5905192 w 7467600"/>
              <a:gd name="connsiteY836" fmla="*/ 163079 h 6858000"/>
              <a:gd name="connsiteX837" fmla="*/ 5865655 w 7467600"/>
              <a:gd name="connsiteY837" fmla="*/ 171901 h 6858000"/>
              <a:gd name="connsiteX838" fmla="*/ 5259740 w 7467600"/>
              <a:gd name="connsiteY838" fmla="*/ 257013 h 6858000"/>
              <a:gd name="connsiteX839" fmla="*/ 5208466 w 7467600"/>
              <a:gd name="connsiteY839" fmla="*/ 257550 h 6858000"/>
              <a:gd name="connsiteX840" fmla="*/ 4980204 w 7467600"/>
              <a:gd name="connsiteY840" fmla="*/ 271903 h 6858000"/>
              <a:gd name="connsiteX841" fmla="*/ 5068068 w 7467600"/>
              <a:gd name="connsiteY841" fmla="*/ 282244 h 6858000"/>
              <a:gd name="connsiteX842" fmla="*/ 5153231 w 7467600"/>
              <a:gd name="connsiteY842" fmla="*/ 292240 h 6858000"/>
              <a:gd name="connsiteX843" fmla="*/ 5426491 w 7467600"/>
              <a:gd name="connsiteY843" fmla="*/ 281128 h 6858000"/>
              <a:gd name="connsiteX844" fmla="*/ 5731212 w 7467600"/>
              <a:gd name="connsiteY844" fmla="*/ 231951 h 6858000"/>
              <a:gd name="connsiteX845" fmla="*/ 5905192 w 7467600"/>
              <a:gd name="connsiteY845" fmla="*/ 163079 h 6858000"/>
              <a:gd name="connsiteX846" fmla="*/ 5944437 w 7467600"/>
              <a:gd name="connsiteY846" fmla="*/ 113829 h 6858000"/>
              <a:gd name="connsiteX847" fmla="*/ 5825032 w 7467600"/>
              <a:gd name="connsiteY847" fmla="*/ 146405 h 6858000"/>
              <a:gd name="connsiteX848" fmla="*/ 4955599 w 7467600"/>
              <a:gd name="connsiteY848" fmla="*/ 247008 h 6858000"/>
              <a:gd name="connsiteX849" fmla="*/ 5210104 w 7467600"/>
              <a:gd name="connsiteY849" fmla="*/ 228123 h 6858000"/>
              <a:gd name="connsiteX850" fmla="*/ 5261015 w 7467600"/>
              <a:gd name="connsiteY850" fmla="*/ 227087 h 6858000"/>
              <a:gd name="connsiteX851" fmla="*/ 5861181 w 7467600"/>
              <a:gd name="connsiteY851" fmla="*/ 143093 h 6858000"/>
              <a:gd name="connsiteX852" fmla="*/ 5961252 w 7467600"/>
              <a:gd name="connsiteY852" fmla="*/ 114820 h 6858000"/>
              <a:gd name="connsiteX853" fmla="*/ 5944437 w 7467600"/>
              <a:gd name="connsiteY853" fmla="*/ 113829 h 6858000"/>
              <a:gd name="connsiteX854" fmla="*/ 3882765 w 7467600"/>
              <a:gd name="connsiteY854" fmla="*/ 0 h 6858000"/>
              <a:gd name="connsiteX855" fmla="*/ 3995099 w 7467600"/>
              <a:gd name="connsiteY855" fmla="*/ 0 h 6858000"/>
              <a:gd name="connsiteX856" fmla="*/ 4163818 w 7467600"/>
              <a:gd name="connsiteY856" fmla="*/ 234104 h 6858000"/>
              <a:gd name="connsiteX857" fmla="*/ 4172099 w 7467600"/>
              <a:gd name="connsiteY857" fmla="*/ 234207 h 6858000"/>
              <a:gd name="connsiteX858" fmla="*/ 4784282 w 7467600"/>
              <a:gd name="connsiteY858" fmla="*/ 276561 h 6858000"/>
              <a:gd name="connsiteX859" fmla="*/ 4801687 w 7467600"/>
              <a:gd name="connsiteY859" fmla="*/ 267764 h 6858000"/>
              <a:gd name="connsiteX860" fmla="*/ 6082788 w 7467600"/>
              <a:gd name="connsiteY860" fmla="*/ 64119 h 6858000"/>
              <a:gd name="connsiteX861" fmla="*/ 6099442 w 7467600"/>
              <a:gd name="connsiteY861" fmla="*/ 82568 h 6858000"/>
              <a:gd name="connsiteX862" fmla="*/ 4804137 w 7467600"/>
              <a:gd name="connsiteY862" fmla="*/ 320931 h 6858000"/>
              <a:gd name="connsiteX863" fmla="*/ 4227047 w 7467600"/>
              <a:gd name="connsiteY863" fmla="*/ 313415 h 6858000"/>
              <a:gd name="connsiteX864" fmla="*/ 4346041 w 7467600"/>
              <a:gd name="connsiteY864" fmla="*/ 456086 h 6858000"/>
              <a:gd name="connsiteX865" fmla="*/ 4870967 w 7467600"/>
              <a:gd name="connsiteY865" fmla="*/ 963061 h 6858000"/>
              <a:gd name="connsiteX866" fmla="*/ 4889647 w 7467600"/>
              <a:gd name="connsiteY866" fmla="*/ 957147 h 6858000"/>
              <a:gd name="connsiteX867" fmla="*/ 5422504 w 7467600"/>
              <a:gd name="connsiteY867" fmla="*/ 805191 h 6858000"/>
              <a:gd name="connsiteX868" fmla="*/ 6087656 w 7467600"/>
              <a:gd name="connsiteY868" fmla="*/ 826703 h 6858000"/>
              <a:gd name="connsiteX869" fmla="*/ 6058717 w 7467600"/>
              <a:gd name="connsiteY869" fmla="*/ 865992 h 6858000"/>
              <a:gd name="connsiteX870" fmla="*/ 4974153 w 7467600"/>
              <a:gd name="connsiteY870" fmla="*/ 1045456 h 6858000"/>
              <a:gd name="connsiteX871" fmla="*/ 5627835 w 7467600"/>
              <a:gd name="connsiteY871" fmla="*/ 1472077 h 6858000"/>
              <a:gd name="connsiteX872" fmla="*/ 5629817 w 7467600"/>
              <a:gd name="connsiteY872" fmla="*/ 1471412 h 6858000"/>
              <a:gd name="connsiteX873" fmla="*/ 5634124 w 7467600"/>
              <a:gd name="connsiteY873" fmla="*/ 1470572 h 6858000"/>
              <a:gd name="connsiteX874" fmla="*/ 5755832 w 7467600"/>
              <a:gd name="connsiteY874" fmla="*/ 1383886 h 6858000"/>
              <a:gd name="connsiteX875" fmla="*/ 6014186 w 7467600"/>
              <a:gd name="connsiteY875" fmla="*/ 1279799 h 6858000"/>
              <a:gd name="connsiteX876" fmla="*/ 6901619 w 7467600"/>
              <a:gd name="connsiteY876" fmla="*/ 1047874 h 6858000"/>
              <a:gd name="connsiteX877" fmla="*/ 6931566 w 7467600"/>
              <a:gd name="connsiteY877" fmla="*/ 1062034 h 6858000"/>
              <a:gd name="connsiteX878" fmla="*/ 5790982 w 7467600"/>
              <a:gd name="connsiteY878" fmla="*/ 1561380 h 6858000"/>
              <a:gd name="connsiteX879" fmla="*/ 6188971 w 7467600"/>
              <a:gd name="connsiteY879" fmla="*/ 1755168 h 6858000"/>
              <a:gd name="connsiteX880" fmla="*/ 6202446 w 7467600"/>
              <a:gd name="connsiteY880" fmla="*/ 1752268 h 6858000"/>
              <a:gd name="connsiteX881" fmla="*/ 7179560 w 7467600"/>
              <a:gd name="connsiteY881" fmla="*/ 1467551 h 6858000"/>
              <a:gd name="connsiteX882" fmla="*/ 7158730 w 7467600"/>
              <a:gd name="connsiteY882" fmla="*/ 1507835 h 6858000"/>
              <a:gd name="connsiteX883" fmla="*/ 6326959 w 7467600"/>
              <a:gd name="connsiteY883" fmla="*/ 1817686 h 6858000"/>
              <a:gd name="connsiteX884" fmla="*/ 6537433 w 7467600"/>
              <a:gd name="connsiteY884" fmla="*/ 1907790 h 6858000"/>
              <a:gd name="connsiteX885" fmla="*/ 6550221 w 7467600"/>
              <a:gd name="connsiteY885" fmla="*/ 1910729 h 6858000"/>
              <a:gd name="connsiteX886" fmla="*/ 6964438 w 7467600"/>
              <a:gd name="connsiteY886" fmla="*/ 2209505 h 6858000"/>
              <a:gd name="connsiteX887" fmla="*/ 7367862 w 7467600"/>
              <a:gd name="connsiteY887" fmla="*/ 2806833 h 6858000"/>
              <a:gd name="connsiteX888" fmla="*/ 7364329 w 7467600"/>
              <a:gd name="connsiteY888" fmla="*/ 2826907 h 6858000"/>
              <a:gd name="connsiteX889" fmla="*/ 7290545 w 7467600"/>
              <a:gd name="connsiteY889" fmla="*/ 2850663 h 6858000"/>
              <a:gd name="connsiteX890" fmla="*/ 6472036 w 7467600"/>
              <a:gd name="connsiteY890" fmla="*/ 1959003 h 6858000"/>
              <a:gd name="connsiteX891" fmla="*/ 5792897 w 7467600"/>
              <a:gd name="connsiteY891" fmla="*/ 1647747 h 6858000"/>
              <a:gd name="connsiteX892" fmla="*/ 5842751 w 7467600"/>
              <a:gd name="connsiteY892" fmla="*/ 1816112 h 6858000"/>
              <a:gd name="connsiteX893" fmla="*/ 5847424 w 7467600"/>
              <a:gd name="connsiteY893" fmla="*/ 1815776 h 6858000"/>
              <a:gd name="connsiteX894" fmla="*/ 6399821 w 7467600"/>
              <a:gd name="connsiteY894" fmla="*/ 2344799 h 6858000"/>
              <a:gd name="connsiteX895" fmla="*/ 6323232 w 7467600"/>
              <a:gd name="connsiteY895" fmla="*/ 2389634 h 6858000"/>
              <a:gd name="connsiteX896" fmla="*/ 5942958 w 7467600"/>
              <a:gd name="connsiteY896" fmla="*/ 2077708 h 6858000"/>
              <a:gd name="connsiteX897" fmla="*/ 5921559 w 7467600"/>
              <a:gd name="connsiteY897" fmla="*/ 2378596 h 6858000"/>
              <a:gd name="connsiteX898" fmla="*/ 5817651 w 7467600"/>
              <a:gd name="connsiteY898" fmla="*/ 3023919 h 6858000"/>
              <a:gd name="connsiteX899" fmla="*/ 5729634 w 7467600"/>
              <a:gd name="connsiteY899" fmla="*/ 3051849 h 6858000"/>
              <a:gd name="connsiteX900" fmla="*/ 5611018 w 7467600"/>
              <a:gd name="connsiteY900" fmla="*/ 2316769 h 6858000"/>
              <a:gd name="connsiteX901" fmla="*/ 5687608 w 7467600"/>
              <a:gd name="connsiteY901" fmla="*/ 2039972 h 6858000"/>
              <a:gd name="connsiteX902" fmla="*/ 5657554 w 7467600"/>
              <a:gd name="connsiteY902" fmla="*/ 1576445 h 6858000"/>
              <a:gd name="connsiteX903" fmla="*/ 5150475 w 7467600"/>
              <a:gd name="connsiteY903" fmla="*/ 1274012 h 6858000"/>
              <a:gd name="connsiteX904" fmla="*/ 5349142 w 7467600"/>
              <a:gd name="connsiteY904" fmla="*/ 2204405 h 6858000"/>
              <a:gd name="connsiteX905" fmla="*/ 5262214 w 7467600"/>
              <a:gd name="connsiteY905" fmla="*/ 2233836 h 6858000"/>
              <a:gd name="connsiteX906" fmla="*/ 4981539 w 7467600"/>
              <a:gd name="connsiteY906" fmla="*/ 1542201 h 6858000"/>
              <a:gd name="connsiteX907" fmla="*/ 4958461 w 7467600"/>
              <a:gd name="connsiteY907" fmla="*/ 1136957 h 6858000"/>
              <a:gd name="connsiteX908" fmla="*/ 4655015 w 7467600"/>
              <a:gd name="connsiteY908" fmla="*/ 891426 h 6858000"/>
              <a:gd name="connsiteX909" fmla="*/ 4348002 w 7467600"/>
              <a:gd name="connsiteY909" fmla="*/ 2205895 h 6858000"/>
              <a:gd name="connsiteX910" fmla="*/ 4262250 w 7467600"/>
              <a:gd name="connsiteY910" fmla="*/ 2219972 h 6858000"/>
              <a:gd name="connsiteX911" fmla="*/ 4550611 w 7467600"/>
              <a:gd name="connsiteY911" fmla="*/ 817540 h 6858000"/>
              <a:gd name="connsiteX912" fmla="*/ 4564418 w 7467600"/>
              <a:gd name="connsiteY912" fmla="*/ 808293 h 6858000"/>
              <a:gd name="connsiteX913" fmla="*/ 4266388 w 7467600"/>
              <a:gd name="connsiteY913" fmla="*/ 500083 h 6858000"/>
              <a:gd name="connsiteX914" fmla="*/ 4032842 w 7467600"/>
              <a:gd name="connsiteY914" fmla="*/ 211809 h 6858000"/>
              <a:gd name="connsiteX915" fmla="*/ 3882765 w 7467600"/>
              <a:gd name="connsiteY915" fmla="*/ 0 h 6858000"/>
              <a:gd name="connsiteX916" fmla="*/ 3721337 w 7467600"/>
              <a:gd name="connsiteY916" fmla="*/ 0 h 6858000"/>
              <a:gd name="connsiteX917" fmla="*/ 3797544 w 7467600"/>
              <a:gd name="connsiteY917" fmla="*/ 0 h 6858000"/>
              <a:gd name="connsiteX918" fmla="*/ 3775734 w 7467600"/>
              <a:gd name="connsiteY918" fmla="*/ 95131 h 6858000"/>
              <a:gd name="connsiteX919" fmla="*/ 3724807 w 7467600"/>
              <a:gd name="connsiteY919" fmla="*/ 272257 h 6858000"/>
              <a:gd name="connsiteX920" fmla="*/ 3726844 w 7467600"/>
              <a:gd name="connsiteY920" fmla="*/ 282988 h 6858000"/>
              <a:gd name="connsiteX921" fmla="*/ 3742664 w 7467600"/>
              <a:gd name="connsiteY921" fmla="*/ 279918 h 6858000"/>
              <a:gd name="connsiteX922" fmla="*/ 4103910 w 7467600"/>
              <a:gd name="connsiteY922" fmla="*/ 1161917 h 6858000"/>
              <a:gd name="connsiteX923" fmla="*/ 4020269 w 7467600"/>
              <a:gd name="connsiteY923" fmla="*/ 1200406 h 6858000"/>
              <a:gd name="connsiteX924" fmla="*/ 3674882 w 7467600"/>
              <a:gd name="connsiteY924" fmla="*/ 488524 h 6858000"/>
              <a:gd name="connsiteX925" fmla="*/ 3132682 w 7467600"/>
              <a:gd name="connsiteY925" fmla="*/ 1072284 h 6858000"/>
              <a:gd name="connsiteX926" fmla="*/ 2716346 w 7467600"/>
              <a:gd name="connsiteY926" fmla="*/ 1276376 h 6858000"/>
              <a:gd name="connsiteX927" fmla="*/ 2716772 w 7467600"/>
              <a:gd name="connsiteY927" fmla="*/ 1255462 h 6858000"/>
              <a:gd name="connsiteX928" fmla="*/ 3471096 w 7467600"/>
              <a:gd name="connsiteY928" fmla="*/ 437072 h 6858000"/>
              <a:gd name="connsiteX929" fmla="*/ 3639057 w 7467600"/>
              <a:gd name="connsiteY929" fmla="*/ 286334 h 6858000"/>
              <a:gd name="connsiteX930" fmla="*/ 3640309 w 7467600"/>
              <a:gd name="connsiteY930" fmla="*/ 284664 h 6858000"/>
              <a:gd name="connsiteX931" fmla="*/ 3646022 w 7467600"/>
              <a:gd name="connsiteY931" fmla="*/ 276711 h 6858000"/>
              <a:gd name="connsiteX932" fmla="*/ 3707943 w 7467600"/>
              <a:gd name="connsiteY932" fmla="*/ 65958 h 6858000"/>
              <a:gd name="connsiteX933" fmla="*/ 3721337 w 7467600"/>
              <a:gd name="connsiteY933" fmla="*/ 0 h 6858000"/>
              <a:gd name="connsiteX934" fmla="*/ 2867960 w 7467600"/>
              <a:gd name="connsiteY934" fmla="*/ 0 h 6858000"/>
              <a:gd name="connsiteX935" fmla="*/ 2926351 w 7467600"/>
              <a:gd name="connsiteY935" fmla="*/ 0 h 6858000"/>
              <a:gd name="connsiteX936" fmla="*/ 2902823 w 7467600"/>
              <a:gd name="connsiteY936" fmla="*/ 262929 h 6858000"/>
              <a:gd name="connsiteX937" fmla="*/ 2940663 w 7467600"/>
              <a:gd name="connsiteY937" fmla="*/ 140884 h 6858000"/>
              <a:gd name="connsiteX938" fmla="*/ 2947039 w 7467600"/>
              <a:gd name="connsiteY938" fmla="*/ 122524 h 6858000"/>
              <a:gd name="connsiteX939" fmla="*/ 2984316 w 7467600"/>
              <a:gd name="connsiteY939" fmla="*/ 0 h 6858000"/>
              <a:gd name="connsiteX940" fmla="*/ 3016114 w 7467600"/>
              <a:gd name="connsiteY940" fmla="*/ 0 h 6858000"/>
              <a:gd name="connsiteX941" fmla="*/ 2979949 w 7467600"/>
              <a:gd name="connsiteY941" fmla="*/ 119274 h 6858000"/>
              <a:gd name="connsiteX942" fmla="*/ 3023879 w 7467600"/>
              <a:gd name="connsiteY942" fmla="*/ 0 h 6858000"/>
              <a:gd name="connsiteX943" fmla="*/ 3105400 w 7467600"/>
              <a:gd name="connsiteY943" fmla="*/ 0 h 6858000"/>
              <a:gd name="connsiteX944" fmla="*/ 3094669 w 7467600"/>
              <a:gd name="connsiteY944" fmla="*/ 30308 h 6858000"/>
              <a:gd name="connsiteX945" fmla="*/ 2901945 w 7467600"/>
              <a:gd name="connsiteY945" fmla="*/ 466538 h 6858000"/>
              <a:gd name="connsiteX946" fmla="*/ 2815209 w 7467600"/>
              <a:gd name="connsiteY946" fmla="*/ 497361 h 6858000"/>
              <a:gd name="connsiteX947" fmla="*/ 2844845 w 7467600"/>
              <a:gd name="connsiteY947" fmla="*/ 127638 h 6858000"/>
              <a:gd name="connsiteX948" fmla="*/ 2867960 w 7467600"/>
              <a:gd name="connsiteY948" fmla="*/ 0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1057230 w 7467600"/>
              <a:gd name="connsiteY974" fmla="*/ 0 h 6858000"/>
              <a:gd name="connsiteX975" fmla="*/ 43151 w 7467600"/>
              <a:gd name="connsiteY975" fmla="*/ 0 h 6858000"/>
              <a:gd name="connsiteX976" fmla="*/ 95283 w 7467600"/>
              <a:gd name="connsiteY976" fmla="*/ 0 h 6858000"/>
              <a:gd name="connsiteX977" fmla="*/ 300708 w 7467600"/>
              <a:gd name="connsiteY977" fmla="*/ 154571 h 6858000"/>
              <a:gd name="connsiteX978" fmla="*/ 530414 w 7467600"/>
              <a:gd name="connsiteY978" fmla="*/ 354673 h 6858000"/>
              <a:gd name="connsiteX979" fmla="*/ 333785 w 7467600"/>
              <a:gd name="connsiteY979" fmla="*/ 161564 h 6858000"/>
              <a:gd name="connsiteX980" fmla="*/ 147005 w 7467600"/>
              <a:gd name="connsiteY980" fmla="*/ 0 h 6858000"/>
              <a:gd name="connsiteX981" fmla="*/ 272509 w 7467600"/>
              <a:gd name="connsiteY981" fmla="*/ 0 h 6858000"/>
              <a:gd name="connsiteX982" fmla="*/ 326276 w 7467600"/>
              <a:gd name="connsiteY982" fmla="*/ 45847 h 6858000"/>
              <a:gd name="connsiteX983" fmla="*/ 823759 w 7467600"/>
              <a:gd name="connsiteY983" fmla="*/ 574145 h 6858000"/>
              <a:gd name="connsiteX984" fmla="*/ 811254 w 7467600"/>
              <a:gd name="connsiteY984" fmla="*/ 665546 h 6858000"/>
              <a:gd name="connsiteX985" fmla="*/ 154042 w 7467600"/>
              <a:gd name="connsiteY985" fmla="*/ 261522 h 6858000"/>
              <a:gd name="connsiteX986" fmla="*/ 13550 w 7467600"/>
              <a:gd name="connsiteY986" fmla="*/ 158423 h 6858000"/>
              <a:gd name="connsiteX987" fmla="*/ 0 w 7467600"/>
              <a:gd name="connsiteY987" fmla="*/ 146618 h 6858000"/>
              <a:gd name="connsiteX988" fmla="*/ 0 w 7467600"/>
              <a:gd name="connsiteY988" fmla="*/ 59161 h 6858000"/>
              <a:gd name="connsiteX989" fmla="*/ 45427 w 7467600"/>
              <a:gd name="connsiteY989" fmla="*/ 101078 h 6858000"/>
              <a:gd name="connsiteX990" fmla="*/ 630103 w 7467600"/>
              <a:gd name="connsiteY990" fmla="*/ 485885 h 6858000"/>
              <a:gd name="connsiteX991" fmla="*/ 532040 w 7467600"/>
              <a:gd name="connsiteY991" fmla="*/ 399359 h 6858000"/>
              <a:gd name="connsiteX992" fmla="*/ 517618 w 7467600"/>
              <a:gd name="connsiteY992" fmla="*/ 385726 h 6858000"/>
              <a:gd name="connsiteX993" fmla="*/ 285074 w 7467600"/>
              <a:gd name="connsiteY993" fmla="*/ 182755 h 6858000"/>
              <a:gd name="connsiteX994" fmla="*/ 43151 w 7467600"/>
              <a:gd name="connsiteY99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77736 h 6858000"/>
              <a:gd name="connsiteX138" fmla="*/ 1903353 w 7467600"/>
              <a:gd name="connsiteY138" fmla="*/ 5044827 h 6858000"/>
              <a:gd name="connsiteX139" fmla="*/ 1936931 w 7467600"/>
              <a:gd name="connsiteY139" fmla="*/ 5093954 h 6858000"/>
              <a:gd name="connsiteX140" fmla="*/ 2195868 w 7467600"/>
              <a:gd name="connsiteY140" fmla="*/ 5396574 h 6858000"/>
              <a:gd name="connsiteX141" fmla="*/ 2088852 w 7467600"/>
              <a:gd name="connsiteY141" fmla="*/ 5166123 h 6858000"/>
              <a:gd name="connsiteX142" fmla="*/ 1958241 w 7467600"/>
              <a:gd name="connsiteY142" fmla="*/ 5067955 h 6858000"/>
              <a:gd name="connsiteX143" fmla="*/ 1903353 w 7467600"/>
              <a:gd name="connsiteY143" fmla="*/ 5044827 h 6858000"/>
              <a:gd name="connsiteX144" fmla="*/ 1979378 w 7467600"/>
              <a:gd name="connsiteY144" fmla="*/ 4769504 h 6858000"/>
              <a:gd name="connsiteX145" fmla="*/ 2882120 w 7467600"/>
              <a:gd name="connsiteY145" fmla="*/ 5064547 h 6858000"/>
              <a:gd name="connsiteX146" fmla="*/ 2793103 w 7467600"/>
              <a:gd name="connsiteY146" fmla="*/ 5039699 h 6858000"/>
              <a:gd name="connsiteX147" fmla="*/ 2770041 w 7467600"/>
              <a:gd name="connsiteY147" fmla="*/ 5033634 h 6858000"/>
              <a:gd name="connsiteX148" fmla="*/ 1979378 w 7467600"/>
              <a:gd name="connsiteY148" fmla="*/ 4769504 h 6858000"/>
              <a:gd name="connsiteX149" fmla="*/ 1927410 w 7467600"/>
              <a:gd name="connsiteY149" fmla="*/ 4716164 h 6858000"/>
              <a:gd name="connsiteX150" fmla="*/ 1959587 w 7467600"/>
              <a:gd name="connsiteY150" fmla="*/ 4728849 h 6858000"/>
              <a:gd name="connsiteX151" fmla="*/ 2777707 w 7467600"/>
              <a:gd name="connsiteY151" fmla="*/ 5003991 h 6858000"/>
              <a:gd name="connsiteX152" fmla="*/ 2800768 w 7467600"/>
              <a:gd name="connsiteY152" fmla="*/ 5010056 h 6858000"/>
              <a:gd name="connsiteX153" fmla="*/ 2879408 w 7467600"/>
              <a:gd name="connsiteY153" fmla="*/ 5031590 h 6858000"/>
              <a:gd name="connsiteX154" fmla="*/ 2862295 w 7467600"/>
              <a:gd name="connsiteY154" fmla="*/ 5022958 h 6858000"/>
              <a:gd name="connsiteX155" fmla="*/ 2813343 w 7467600"/>
              <a:gd name="connsiteY155" fmla="*/ 4998369 h 6858000"/>
              <a:gd name="connsiteX156" fmla="*/ 2646245 w 7467600"/>
              <a:gd name="connsiteY156" fmla="*/ 4930999 h 6858000"/>
              <a:gd name="connsiteX157" fmla="*/ 1999243 w 7467600"/>
              <a:gd name="connsiteY157" fmla="*/ 4730524 h 6858000"/>
              <a:gd name="connsiteX158" fmla="*/ 1979527 w 7467600"/>
              <a:gd name="connsiteY158" fmla="*/ 4726651 h 6858000"/>
              <a:gd name="connsiteX159" fmla="*/ 1927410 w 7467600"/>
              <a:gd name="connsiteY159" fmla="*/ 4716164 h 6858000"/>
              <a:gd name="connsiteX160" fmla="*/ 1997014 w 7467600"/>
              <a:gd name="connsiteY160" fmla="*/ 4698007 h 6858000"/>
              <a:gd name="connsiteX161" fmla="*/ 2005458 w 7467600"/>
              <a:gd name="connsiteY161" fmla="*/ 4699540 h 6858000"/>
              <a:gd name="connsiteX162" fmla="*/ 2657186 w 7467600"/>
              <a:gd name="connsiteY162" fmla="*/ 4901687 h 6858000"/>
              <a:gd name="connsiteX163" fmla="*/ 2826662 w 7467600"/>
              <a:gd name="connsiteY163" fmla="*/ 4970362 h 6858000"/>
              <a:gd name="connsiteX164" fmla="*/ 2876100 w 7467600"/>
              <a:gd name="connsiteY164" fmla="*/ 4995397 h 6858000"/>
              <a:gd name="connsiteX165" fmla="*/ 3042600 w 7467600"/>
              <a:gd name="connsiteY165" fmla="*/ 5059532 h 6858000"/>
              <a:gd name="connsiteX166" fmla="*/ 1997014 w 7467600"/>
              <a:gd name="connsiteY166" fmla="*/ 4698007 h 6858000"/>
              <a:gd name="connsiteX167" fmla="*/ 2305292 w 7467600"/>
              <a:gd name="connsiteY167" fmla="*/ 4219492 h 6858000"/>
              <a:gd name="connsiteX168" fmla="*/ 3360922 w 7467600"/>
              <a:gd name="connsiteY168" fmla="*/ 4529373 h 6858000"/>
              <a:gd name="connsiteX169" fmla="*/ 3492420 w 7467600"/>
              <a:gd name="connsiteY169" fmla="*/ 4510145 h 6858000"/>
              <a:gd name="connsiteX170" fmla="*/ 3364086 w 7467600"/>
              <a:gd name="connsiteY170" fmla="*/ 4480340 h 6858000"/>
              <a:gd name="connsiteX171" fmla="*/ 3225818 w 7467600"/>
              <a:gd name="connsiteY171" fmla="*/ 4411822 h 6858000"/>
              <a:gd name="connsiteX172" fmla="*/ 3129696 w 7467600"/>
              <a:gd name="connsiteY172" fmla="*/ 4360704 h 6858000"/>
              <a:gd name="connsiteX173" fmla="*/ 2814545 w 7467600"/>
              <a:gd name="connsiteY173" fmla="*/ 4282955 h 6858000"/>
              <a:gd name="connsiteX174" fmla="*/ 2305292 w 7467600"/>
              <a:gd name="connsiteY174" fmla="*/ 4219492 h 6858000"/>
              <a:gd name="connsiteX175" fmla="*/ 2626982 w 7467600"/>
              <a:gd name="connsiteY175" fmla="*/ 4206450 h 6858000"/>
              <a:gd name="connsiteX176" fmla="*/ 2490617 w 7467600"/>
              <a:gd name="connsiteY176" fmla="*/ 4206951 h 6858000"/>
              <a:gd name="connsiteX177" fmla="*/ 2819869 w 7467600"/>
              <a:gd name="connsiteY177" fmla="*/ 4252936 h 6858000"/>
              <a:gd name="connsiteX178" fmla="*/ 3143018 w 7467600"/>
              <a:gd name="connsiteY178" fmla="*/ 4332698 h 6858000"/>
              <a:gd name="connsiteX179" fmla="*/ 3241520 w 7467600"/>
              <a:gd name="connsiteY179" fmla="*/ 4385112 h 6858000"/>
              <a:gd name="connsiteX180" fmla="*/ 3374575 w 7467600"/>
              <a:gd name="connsiteY180" fmla="*/ 4451517 h 6858000"/>
              <a:gd name="connsiteX181" fmla="*/ 3505221 w 7467600"/>
              <a:gd name="connsiteY181" fmla="*/ 4480757 h 6858000"/>
              <a:gd name="connsiteX182" fmla="*/ 2626982 w 7467600"/>
              <a:gd name="connsiteY182" fmla="*/ 4206450 h 6858000"/>
              <a:gd name="connsiteX183" fmla="*/ 1310106 w 7467600"/>
              <a:gd name="connsiteY183" fmla="*/ 3943217 h 6858000"/>
              <a:gd name="connsiteX184" fmla="*/ 854994 w 7467600"/>
              <a:gd name="connsiteY184" fmla="*/ 4399136 h 6858000"/>
              <a:gd name="connsiteX185" fmla="*/ 742462 w 7467600"/>
              <a:gd name="connsiteY185" fmla="*/ 4594648 h 6858000"/>
              <a:gd name="connsiteX186" fmla="*/ 820602 w 7467600"/>
              <a:gd name="connsiteY186" fmla="*/ 4485915 h 6858000"/>
              <a:gd name="connsiteX187" fmla="*/ 878295 w 7467600"/>
              <a:gd name="connsiteY187" fmla="*/ 4403594 h 6858000"/>
              <a:gd name="connsiteX188" fmla="*/ 1240607 w 7467600"/>
              <a:gd name="connsiteY188" fmla="*/ 4010401 h 6858000"/>
              <a:gd name="connsiteX189" fmla="*/ 1310106 w 7467600"/>
              <a:gd name="connsiteY189" fmla="*/ 3943217 h 6858000"/>
              <a:gd name="connsiteX190" fmla="*/ 1423113 w 7467600"/>
              <a:gd name="connsiteY190" fmla="*/ 3874565 h 6858000"/>
              <a:gd name="connsiteX191" fmla="*/ 1260565 w 7467600"/>
              <a:gd name="connsiteY191" fmla="*/ 4031982 h 6858000"/>
              <a:gd name="connsiteX192" fmla="*/ 901900 w 7467600"/>
              <a:gd name="connsiteY192" fmla="*/ 4421236 h 6858000"/>
              <a:gd name="connsiteX193" fmla="*/ 845044 w 7467600"/>
              <a:gd name="connsiteY193" fmla="*/ 4502436 h 6858000"/>
              <a:gd name="connsiteX194" fmla="*/ 685926 w 7467600"/>
              <a:gd name="connsiteY194" fmla="*/ 4703069 h 6858000"/>
              <a:gd name="connsiteX195" fmla="*/ 684248 w 7467600"/>
              <a:gd name="connsiteY195" fmla="*/ 4706721 h 6858000"/>
              <a:gd name="connsiteX196" fmla="*/ 1423113 w 7467600"/>
              <a:gd name="connsiteY196" fmla="*/ 3874565 h 6858000"/>
              <a:gd name="connsiteX197" fmla="*/ 3316479 w 7467600"/>
              <a:gd name="connsiteY197" fmla="*/ 3872136 h 6858000"/>
              <a:gd name="connsiteX198" fmla="*/ 3546806 w 7467600"/>
              <a:gd name="connsiteY198" fmla="*/ 4356139 h 6858000"/>
              <a:gd name="connsiteX199" fmla="*/ 3364433 w 7467600"/>
              <a:gd name="connsiteY199" fmla="*/ 3953121 h 6858000"/>
              <a:gd name="connsiteX200" fmla="*/ 3316479 w 7467600"/>
              <a:gd name="connsiteY200" fmla="*/ 3872136 h 6858000"/>
              <a:gd name="connsiteX201" fmla="*/ 3291335 w 7467600"/>
              <a:gd name="connsiteY201" fmla="*/ 3767420 h 6858000"/>
              <a:gd name="connsiteX202" fmla="*/ 3390805 w 7467600"/>
              <a:gd name="connsiteY202" fmla="*/ 3937163 h 6858000"/>
              <a:gd name="connsiteX203" fmla="*/ 3579062 w 7467600"/>
              <a:gd name="connsiteY203" fmla="*/ 4359040 h 6858000"/>
              <a:gd name="connsiteX204" fmla="*/ 3467355 w 7467600"/>
              <a:gd name="connsiteY204" fmla="*/ 3988130 h 6858000"/>
              <a:gd name="connsiteX205" fmla="*/ 3310753 w 7467600"/>
              <a:gd name="connsiteY205" fmla="*/ 3787140 h 6858000"/>
              <a:gd name="connsiteX206" fmla="*/ 3291335 w 7467600"/>
              <a:gd name="connsiteY206" fmla="*/ 3767420 h 6858000"/>
              <a:gd name="connsiteX207" fmla="*/ 1635889 w 7467600"/>
              <a:gd name="connsiteY207" fmla="*/ 3709494 h 6858000"/>
              <a:gd name="connsiteX208" fmla="*/ 1634800 w 7467600"/>
              <a:gd name="connsiteY208" fmla="*/ 3731111 h 6858000"/>
              <a:gd name="connsiteX209" fmla="*/ 1635889 w 7467600"/>
              <a:gd name="connsiteY209" fmla="*/ 3709494 h 6858000"/>
              <a:gd name="connsiteX210" fmla="*/ 1510397 w 7467600"/>
              <a:gd name="connsiteY210" fmla="*/ 3684705 h 6858000"/>
              <a:gd name="connsiteX211" fmla="*/ 1146550 w 7467600"/>
              <a:gd name="connsiteY211" fmla="*/ 3802012 h 6858000"/>
              <a:gd name="connsiteX212" fmla="*/ 698834 w 7467600"/>
              <a:gd name="connsiteY212" fmla="*/ 3952272 h 6858000"/>
              <a:gd name="connsiteX213" fmla="*/ 34256 w 7467600"/>
              <a:gd name="connsiteY213" fmla="*/ 4347603 h 6858000"/>
              <a:gd name="connsiteX214" fmla="*/ 527241 w 7467600"/>
              <a:gd name="connsiteY214" fmla="*/ 4065078 h 6858000"/>
              <a:gd name="connsiteX215" fmla="*/ 1510397 w 7467600"/>
              <a:gd name="connsiteY215" fmla="*/ 3684705 h 6858000"/>
              <a:gd name="connsiteX216" fmla="*/ 1313114 w 7467600"/>
              <a:gd name="connsiteY216" fmla="*/ 3655216 h 6858000"/>
              <a:gd name="connsiteX217" fmla="*/ 1109304 w 7467600"/>
              <a:gd name="connsiteY217" fmla="*/ 3669030 h 6858000"/>
              <a:gd name="connsiteX218" fmla="*/ 8129 w 7467600"/>
              <a:gd name="connsiteY218" fmla="*/ 4330519 h 6858000"/>
              <a:gd name="connsiteX219" fmla="*/ 687572 w 7467600"/>
              <a:gd name="connsiteY219" fmla="*/ 3925629 h 6858000"/>
              <a:gd name="connsiteX220" fmla="*/ 1138365 w 7467600"/>
              <a:gd name="connsiteY220" fmla="*/ 3774515 h 6858000"/>
              <a:gd name="connsiteX221" fmla="*/ 1505579 w 7467600"/>
              <a:gd name="connsiteY221" fmla="*/ 3655526 h 6858000"/>
              <a:gd name="connsiteX222" fmla="*/ 1313114 w 7467600"/>
              <a:gd name="connsiteY222" fmla="*/ 3655216 h 6858000"/>
              <a:gd name="connsiteX223" fmla="*/ 3655073 w 7467600"/>
              <a:gd name="connsiteY223" fmla="*/ 3650884 h 6858000"/>
              <a:gd name="connsiteX224" fmla="*/ 3989938 w 7467600"/>
              <a:gd name="connsiteY224" fmla="*/ 3991685 h 6858000"/>
              <a:gd name="connsiteX225" fmla="*/ 4393907 w 7467600"/>
              <a:gd name="connsiteY225" fmla="*/ 4261258 h 6858000"/>
              <a:gd name="connsiteX226" fmla="*/ 4648051 w 7467600"/>
              <a:gd name="connsiteY226" fmla="*/ 4374051 h 6858000"/>
              <a:gd name="connsiteX227" fmla="*/ 4383389 w 7467600"/>
              <a:gd name="connsiteY227" fmla="*/ 4184369 h 6858000"/>
              <a:gd name="connsiteX228" fmla="*/ 4165508 w 7467600"/>
              <a:gd name="connsiteY228" fmla="*/ 4035196 h 6858000"/>
              <a:gd name="connsiteX229" fmla="*/ 4068162 w 7467600"/>
              <a:gd name="connsiteY229" fmla="*/ 3953394 h 6858000"/>
              <a:gd name="connsiteX230" fmla="*/ 3981416 w 7467600"/>
              <a:gd name="connsiteY230" fmla="*/ 3880482 h 6858000"/>
              <a:gd name="connsiteX231" fmla="*/ 3800147 w 7467600"/>
              <a:gd name="connsiteY231" fmla="*/ 3749872 h 6858000"/>
              <a:gd name="connsiteX232" fmla="*/ 3655073 w 7467600"/>
              <a:gd name="connsiteY232" fmla="*/ 3650884 h 6858000"/>
              <a:gd name="connsiteX233" fmla="*/ 3670252 w 7467600"/>
              <a:gd name="connsiteY233" fmla="*/ 3622798 h 6858000"/>
              <a:gd name="connsiteX234" fmla="*/ 3817258 w 7467600"/>
              <a:gd name="connsiteY234" fmla="*/ 3723577 h 6858000"/>
              <a:gd name="connsiteX235" fmla="*/ 4000461 w 7467600"/>
              <a:gd name="connsiteY235" fmla="*/ 3855966 h 6858000"/>
              <a:gd name="connsiteX236" fmla="*/ 4088180 w 7467600"/>
              <a:gd name="connsiteY236" fmla="*/ 3929774 h 6858000"/>
              <a:gd name="connsiteX237" fmla="*/ 4184555 w 7467600"/>
              <a:gd name="connsiteY237" fmla="*/ 4010683 h 6858000"/>
              <a:gd name="connsiteX238" fmla="*/ 4399563 w 7467600"/>
              <a:gd name="connsiteY238" fmla="*/ 4158106 h 6858000"/>
              <a:gd name="connsiteX239" fmla="*/ 4684469 w 7467600"/>
              <a:gd name="connsiteY239" fmla="*/ 4364680 h 6858000"/>
              <a:gd name="connsiteX240" fmla="*/ 4690271 w 7467600"/>
              <a:gd name="connsiteY240" fmla="*/ 4370034 h 6858000"/>
              <a:gd name="connsiteX241" fmla="*/ 4136093 w 7467600"/>
              <a:gd name="connsiteY241" fmla="*/ 3858466 h 6858000"/>
              <a:gd name="connsiteX242" fmla="*/ 3670252 w 7467600"/>
              <a:gd name="connsiteY242" fmla="*/ 3622798 h 6858000"/>
              <a:gd name="connsiteX243" fmla="*/ 4440129 w 7467600"/>
              <a:gd name="connsiteY243" fmla="*/ 3448571 h 6858000"/>
              <a:gd name="connsiteX244" fmla="*/ 4856525 w 7467600"/>
              <a:gd name="connsiteY244" fmla="*/ 3915351 h 6858000"/>
              <a:gd name="connsiteX245" fmla="*/ 5059055 w 7467600"/>
              <a:gd name="connsiteY245" fmla="*/ 4108918 h 6858000"/>
              <a:gd name="connsiteX246" fmla="*/ 5290070 w 7467600"/>
              <a:gd name="connsiteY246" fmla="*/ 4263619 h 6858000"/>
              <a:gd name="connsiteX247" fmla="*/ 4834991 w 7467600"/>
              <a:gd name="connsiteY247" fmla="*/ 3830985 h 6858000"/>
              <a:gd name="connsiteX248" fmla="*/ 4440129 w 7467600"/>
              <a:gd name="connsiteY248" fmla="*/ 3448571 h 6858000"/>
              <a:gd name="connsiteX249" fmla="*/ 4441737 w 7467600"/>
              <a:gd name="connsiteY249" fmla="*/ 3399734 h 6858000"/>
              <a:gd name="connsiteX250" fmla="*/ 4431236 w 7467600"/>
              <a:gd name="connsiteY250" fmla="*/ 3400954 h 6858000"/>
              <a:gd name="connsiteX251" fmla="*/ 4557150 w 7467600"/>
              <a:gd name="connsiteY251" fmla="*/ 3510023 h 6858000"/>
              <a:gd name="connsiteX252" fmla="*/ 4856936 w 7467600"/>
              <a:gd name="connsiteY252" fmla="*/ 3809146 h 6858000"/>
              <a:gd name="connsiteX253" fmla="*/ 5111996 w 7467600"/>
              <a:gd name="connsiteY253" fmla="*/ 4065759 h 6858000"/>
              <a:gd name="connsiteX254" fmla="*/ 5388878 w 7467600"/>
              <a:gd name="connsiteY254" fmla="*/ 4300185 h 6858000"/>
              <a:gd name="connsiteX255" fmla="*/ 5425556 w 7467600"/>
              <a:gd name="connsiteY255" fmla="*/ 4308967 h 6858000"/>
              <a:gd name="connsiteX256" fmla="*/ 4943646 w 7467600"/>
              <a:gd name="connsiteY256" fmla="*/ 3822916 h 6858000"/>
              <a:gd name="connsiteX257" fmla="*/ 4594837 w 7467600"/>
              <a:gd name="connsiteY257" fmla="*/ 3532274 h 6858000"/>
              <a:gd name="connsiteX258" fmla="*/ 4441737 w 7467600"/>
              <a:gd name="connsiteY258" fmla="*/ 3399734 h 6858000"/>
              <a:gd name="connsiteX259" fmla="*/ 5425834 w 7467600"/>
              <a:gd name="connsiteY259" fmla="*/ 3162785 h 6858000"/>
              <a:gd name="connsiteX260" fmla="*/ 5401644 w 7467600"/>
              <a:gd name="connsiteY260" fmla="*/ 3617847 h 6858000"/>
              <a:gd name="connsiteX261" fmla="*/ 5467256 w 7467600"/>
              <a:gd name="connsiteY261" fmla="*/ 4175494 h 6858000"/>
              <a:gd name="connsiteX262" fmla="*/ 5448069 w 7467600"/>
              <a:gd name="connsiteY262" fmla="*/ 3567554 h 6858000"/>
              <a:gd name="connsiteX263" fmla="*/ 5425834 w 7467600"/>
              <a:gd name="connsiteY263" fmla="*/ 3162785 h 6858000"/>
              <a:gd name="connsiteX264" fmla="*/ 1318687 w 7467600"/>
              <a:gd name="connsiteY264" fmla="*/ 3113840 h 6858000"/>
              <a:gd name="connsiteX265" fmla="*/ 1066793 w 7467600"/>
              <a:gd name="connsiteY265" fmla="*/ 3212171 h 6858000"/>
              <a:gd name="connsiteX266" fmla="*/ 993319 w 7467600"/>
              <a:gd name="connsiteY266" fmla="*/ 3247648 h 6858000"/>
              <a:gd name="connsiteX267" fmla="*/ 853081 w 7467600"/>
              <a:gd name="connsiteY267" fmla="*/ 3312410 h 6858000"/>
              <a:gd name="connsiteX268" fmla="*/ 805957 w 7467600"/>
              <a:gd name="connsiteY268" fmla="*/ 3330443 h 6858000"/>
              <a:gd name="connsiteX269" fmla="*/ 1318687 w 7467600"/>
              <a:gd name="connsiteY269" fmla="*/ 3113840 h 6858000"/>
              <a:gd name="connsiteX270" fmla="*/ 5453702 w 7467600"/>
              <a:gd name="connsiteY270" fmla="*/ 3090882 h 6858000"/>
              <a:gd name="connsiteX271" fmla="*/ 5480135 w 7467600"/>
              <a:gd name="connsiteY271" fmla="*/ 3565802 h 6858000"/>
              <a:gd name="connsiteX272" fmla="*/ 5499023 w 7467600"/>
              <a:gd name="connsiteY272" fmla="*/ 4166310 h 6858000"/>
              <a:gd name="connsiteX273" fmla="*/ 5547022 w 7467600"/>
              <a:gd name="connsiteY273" fmla="*/ 3607838 h 6858000"/>
              <a:gd name="connsiteX274" fmla="*/ 5515964 w 7467600"/>
              <a:gd name="connsiteY274" fmla="*/ 3378541 h 6858000"/>
              <a:gd name="connsiteX275" fmla="*/ 5453702 w 7467600"/>
              <a:gd name="connsiteY275" fmla="*/ 3090882 h 6858000"/>
              <a:gd name="connsiteX276" fmla="*/ 1238695 w 7467600"/>
              <a:gd name="connsiteY276" fmla="*/ 3076820 h 6858000"/>
              <a:gd name="connsiteX277" fmla="*/ 716371 w 7467600"/>
              <a:gd name="connsiteY277" fmla="*/ 3293249 h 6858000"/>
              <a:gd name="connsiteX278" fmla="*/ 579522 w 7467600"/>
              <a:gd name="connsiteY278" fmla="*/ 3371759 h 6858000"/>
              <a:gd name="connsiteX279" fmla="*/ 600288 w 7467600"/>
              <a:gd name="connsiteY279" fmla="*/ 3365555 h 6858000"/>
              <a:gd name="connsiteX280" fmla="*/ 840692 w 7467600"/>
              <a:gd name="connsiteY280" fmla="*/ 3284921 h 6858000"/>
              <a:gd name="connsiteX281" fmla="*/ 979248 w 7467600"/>
              <a:gd name="connsiteY281" fmla="*/ 3221003 h 6858000"/>
              <a:gd name="connsiteX282" fmla="*/ 1053282 w 7467600"/>
              <a:gd name="connsiteY282" fmla="*/ 3185247 h 6858000"/>
              <a:gd name="connsiteX283" fmla="*/ 1320603 w 7467600"/>
              <a:gd name="connsiteY283" fmla="*/ 3081281 h 6858000"/>
              <a:gd name="connsiteX284" fmla="*/ 1238695 w 7467600"/>
              <a:gd name="connsiteY284" fmla="*/ 3076820 h 6858000"/>
              <a:gd name="connsiteX285" fmla="*/ 5425627 w 7467600"/>
              <a:gd name="connsiteY285" fmla="*/ 2954192 h 6858000"/>
              <a:gd name="connsiteX286" fmla="*/ 5470770 w 7467600"/>
              <a:gd name="connsiteY286" fmla="*/ 3005435 h 6858000"/>
              <a:gd name="connsiteX287" fmla="*/ 5519779 w 7467600"/>
              <a:gd name="connsiteY287" fmla="*/ 4359223 h 6858000"/>
              <a:gd name="connsiteX288" fmla="*/ 5520293 w 7467600"/>
              <a:gd name="connsiteY288" fmla="*/ 4360602 h 6858000"/>
              <a:gd name="connsiteX289" fmla="*/ 5767221 w 7467600"/>
              <a:gd name="connsiteY289" fmla="*/ 4665564 h 6858000"/>
              <a:gd name="connsiteX290" fmla="*/ 6937169 w 7467600"/>
              <a:gd name="connsiteY290" fmla="*/ 4815941 h 6858000"/>
              <a:gd name="connsiteX291" fmla="*/ 6953922 w 7467600"/>
              <a:gd name="connsiteY291" fmla="*/ 4890068 h 6858000"/>
              <a:gd name="connsiteX292" fmla="*/ 6071359 w 7467600"/>
              <a:gd name="connsiteY292" fmla="*/ 4770770 h 6858000"/>
              <a:gd name="connsiteX293" fmla="*/ 6038839 w 7467600"/>
              <a:gd name="connsiteY293" fmla="*/ 4764474 h 6858000"/>
              <a:gd name="connsiteX294" fmla="*/ 6038706 w 7467600"/>
              <a:gd name="connsiteY294" fmla="*/ 4763847 h 6858000"/>
              <a:gd name="connsiteX295" fmla="*/ 6037784 w 7467600"/>
              <a:gd name="connsiteY295" fmla="*/ 4764270 h 6858000"/>
              <a:gd name="connsiteX296" fmla="*/ 6038839 w 7467600"/>
              <a:gd name="connsiteY296" fmla="*/ 4764474 h 6858000"/>
              <a:gd name="connsiteX297" fmla="*/ 6040338 w 7467600"/>
              <a:gd name="connsiteY297" fmla="*/ 4771418 h 6858000"/>
              <a:gd name="connsiteX298" fmla="*/ 6024488 w 7467600"/>
              <a:gd name="connsiteY298" fmla="*/ 4809903 h 6858000"/>
              <a:gd name="connsiteX299" fmla="*/ 5599771 w 7467600"/>
              <a:gd name="connsiteY299" fmla="*/ 5509652 h 6858000"/>
              <a:gd name="connsiteX300" fmla="*/ 5548843 w 7467600"/>
              <a:gd name="connsiteY300" fmla="*/ 5563845 h 6858000"/>
              <a:gd name="connsiteX301" fmla="*/ 5940952 w 7467600"/>
              <a:gd name="connsiteY301" fmla="*/ 6250028 h 6858000"/>
              <a:gd name="connsiteX302" fmla="*/ 6043441 w 7467600"/>
              <a:gd name="connsiteY302" fmla="*/ 6665847 h 6858000"/>
              <a:gd name="connsiteX303" fmla="*/ 6093432 w 7467600"/>
              <a:gd name="connsiteY303" fmla="*/ 6858000 h 6858000"/>
              <a:gd name="connsiteX304" fmla="*/ 6034344 w 7467600"/>
              <a:gd name="connsiteY304" fmla="*/ 6858000 h 6858000"/>
              <a:gd name="connsiteX305" fmla="*/ 6026679 w 7467600"/>
              <a:gd name="connsiteY305" fmla="*/ 6836959 h 6858000"/>
              <a:gd name="connsiteX306" fmla="*/ 5800441 w 7467600"/>
              <a:gd name="connsiteY306" fmla="*/ 6335286 h 6858000"/>
              <a:gd name="connsiteX307" fmla="*/ 5526562 w 7467600"/>
              <a:gd name="connsiteY307" fmla="*/ 5705388 h 6858000"/>
              <a:gd name="connsiteX308" fmla="*/ 5519640 w 7467600"/>
              <a:gd name="connsiteY308" fmla="*/ 5683774 h 6858000"/>
              <a:gd name="connsiteX309" fmla="*/ 5844559 w 7467600"/>
              <a:gd name="connsiteY309" fmla="*/ 6553349 h 6858000"/>
              <a:gd name="connsiteX310" fmla="*/ 5975994 w 7467600"/>
              <a:gd name="connsiteY310" fmla="*/ 6858000 h 6858000"/>
              <a:gd name="connsiteX311" fmla="*/ 5898547 w 7467600"/>
              <a:gd name="connsiteY311" fmla="*/ 6858000 h 6858000"/>
              <a:gd name="connsiteX312" fmla="*/ 5682041 w 7467600"/>
              <a:gd name="connsiteY312" fmla="*/ 6355860 h 6858000"/>
              <a:gd name="connsiteX313" fmla="*/ 5461758 w 7467600"/>
              <a:gd name="connsiteY313" fmla="*/ 5820220 h 6858000"/>
              <a:gd name="connsiteX314" fmla="*/ 5237282 w 7467600"/>
              <a:gd name="connsiteY314" fmla="*/ 6579086 h 6858000"/>
              <a:gd name="connsiteX315" fmla="*/ 5115009 w 7467600"/>
              <a:gd name="connsiteY315" fmla="*/ 6858000 h 6858000"/>
              <a:gd name="connsiteX316" fmla="*/ 5028074 w 7467600"/>
              <a:gd name="connsiteY316" fmla="*/ 6858000 h 6858000"/>
              <a:gd name="connsiteX317" fmla="*/ 5079508 w 7467600"/>
              <a:gd name="connsiteY317" fmla="*/ 6749074 h 6858000"/>
              <a:gd name="connsiteX318" fmla="*/ 5371846 w 7467600"/>
              <a:gd name="connsiteY318" fmla="*/ 5924413 h 6858000"/>
              <a:gd name="connsiteX319" fmla="*/ 5270512 w 7467600"/>
              <a:gd name="connsiteY319" fmla="*/ 6138975 h 6858000"/>
              <a:gd name="connsiteX320" fmla="*/ 5062409 w 7467600"/>
              <a:gd name="connsiteY320" fmla="*/ 6653544 h 6858000"/>
              <a:gd name="connsiteX321" fmla="*/ 5036628 w 7467600"/>
              <a:gd name="connsiteY321" fmla="*/ 6754247 h 6858000"/>
              <a:gd name="connsiteX322" fmla="*/ 5009112 w 7467600"/>
              <a:gd name="connsiteY322" fmla="*/ 6858000 h 6858000"/>
              <a:gd name="connsiteX323" fmla="*/ 4976679 w 7467600"/>
              <a:gd name="connsiteY323" fmla="*/ 6858000 h 6858000"/>
              <a:gd name="connsiteX324" fmla="*/ 5006537 w 7467600"/>
              <a:gd name="connsiteY324" fmla="*/ 6747068 h 6858000"/>
              <a:gd name="connsiteX325" fmla="*/ 5032723 w 7467600"/>
              <a:gd name="connsiteY325" fmla="*/ 6644957 h 6858000"/>
              <a:gd name="connsiteX326" fmla="*/ 5242949 w 7467600"/>
              <a:gd name="connsiteY326" fmla="*/ 6125175 h 6858000"/>
              <a:gd name="connsiteX327" fmla="*/ 5286321 w 7467600"/>
              <a:gd name="connsiteY327" fmla="*/ 6033555 h 6858000"/>
              <a:gd name="connsiteX328" fmla="*/ 5008210 w 7467600"/>
              <a:gd name="connsiteY328" fmla="*/ 6649194 h 6858000"/>
              <a:gd name="connsiteX329" fmla="*/ 4986321 w 7467600"/>
              <a:gd name="connsiteY329" fmla="*/ 6765687 h 6858000"/>
              <a:gd name="connsiteX330" fmla="*/ 4973474 w 7467600"/>
              <a:gd name="connsiteY330" fmla="*/ 6858000 h 6858000"/>
              <a:gd name="connsiteX331" fmla="*/ 4907178 w 7467600"/>
              <a:gd name="connsiteY331" fmla="*/ 6858000 h 6858000"/>
              <a:gd name="connsiteX332" fmla="*/ 4910810 w 7467600"/>
              <a:gd name="connsiteY332" fmla="*/ 6829660 h 6858000"/>
              <a:gd name="connsiteX333" fmla="*/ 4987461 w 7467600"/>
              <a:gd name="connsiteY333" fmla="*/ 6432994 h 6858000"/>
              <a:gd name="connsiteX334" fmla="*/ 5179262 w 7467600"/>
              <a:gd name="connsiteY334" fmla="*/ 6035044 h 6858000"/>
              <a:gd name="connsiteX335" fmla="*/ 4689678 w 7467600"/>
              <a:gd name="connsiteY335" fmla="*/ 6440241 h 6858000"/>
              <a:gd name="connsiteX336" fmla="*/ 4477543 w 7467600"/>
              <a:gd name="connsiteY336" fmla="*/ 6674836 h 6858000"/>
              <a:gd name="connsiteX337" fmla="*/ 4329957 w 7467600"/>
              <a:gd name="connsiteY337" fmla="*/ 6858000 h 6858000"/>
              <a:gd name="connsiteX338" fmla="*/ 4218595 w 7467600"/>
              <a:gd name="connsiteY338" fmla="*/ 6858000 h 6858000"/>
              <a:gd name="connsiteX339" fmla="*/ 4368888 w 7467600"/>
              <a:gd name="connsiteY339" fmla="*/ 6668412 h 6858000"/>
              <a:gd name="connsiteX340" fmla="*/ 4563091 w 7467600"/>
              <a:gd name="connsiteY340" fmla="*/ 6442508 h 6858000"/>
              <a:gd name="connsiteX341" fmla="*/ 5387324 w 7467600"/>
              <a:gd name="connsiteY341" fmla="*/ 5705830 h 6858000"/>
              <a:gd name="connsiteX342" fmla="*/ 5073620 w 7467600"/>
              <a:gd name="connsiteY342" fmla="*/ 5955437 h 6858000"/>
              <a:gd name="connsiteX343" fmla="*/ 4689789 w 7467600"/>
              <a:gd name="connsiteY343" fmla="*/ 6268382 h 6858000"/>
              <a:gd name="connsiteX344" fmla="*/ 4418722 w 7467600"/>
              <a:gd name="connsiteY344" fmla="*/ 6570886 h 6858000"/>
              <a:gd name="connsiteX345" fmla="*/ 4214944 w 7467600"/>
              <a:gd name="connsiteY345" fmla="*/ 6858000 h 6858000"/>
              <a:gd name="connsiteX346" fmla="*/ 4177898 w 7467600"/>
              <a:gd name="connsiteY346" fmla="*/ 6858000 h 6858000"/>
              <a:gd name="connsiteX347" fmla="*/ 4391597 w 7467600"/>
              <a:gd name="connsiteY347" fmla="*/ 6556370 h 6858000"/>
              <a:gd name="connsiteX348" fmla="*/ 4668889 w 7467600"/>
              <a:gd name="connsiteY348" fmla="*/ 6246399 h 6858000"/>
              <a:gd name="connsiteX349" fmla="*/ 5055427 w 7467600"/>
              <a:gd name="connsiteY349" fmla="*/ 5931476 h 6858000"/>
              <a:gd name="connsiteX350" fmla="*/ 5371814 w 7467600"/>
              <a:gd name="connsiteY350" fmla="*/ 5678975 h 6858000"/>
              <a:gd name="connsiteX351" fmla="*/ 4987918 w 7467600"/>
              <a:gd name="connsiteY351" fmla="*/ 5838701 h 6858000"/>
              <a:gd name="connsiteX352" fmla="*/ 4317146 w 7467600"/>
              <a:gd name="connsiteY352" fmla="*/ 6587716 h 6858000"/>
              <a:gd name="connsiteX353" fmla="*/ 4171627 w 7467600"/>
              <a:gd name="connsiteY353" fmla="*/ 6858000 h 6858000"/>
              <a:gd name="connsiteX354" fmla="*/ 4081585 w 7467600"/>
              <a:gd name="connsiteY354" fmla="*/ 6858000 h 6858000"/>
              <a:gd name="connsiteX355" fmla="*/ 4238603 w 7467600"/>
              <a:gd name="connsiteY355" fmla="*/ 6559341 h 6858000"/>
              <a:gd name="connsiteX356" fmla="*/ 4778333 w 7467600"/>
              <a:gd name="connsiteY356" fmla="*/ 5873626 h 6858000"/>
              <a:gd name="connsiteX357" fmla="*/ 5414185 w 7467600"/>
              <a:gd name="connsiteY357" fmla="*/ 5573882 h 6858000"/>
              <a:gd name="connsiteX358" fmla="*/ 5959648 w 7467600"/>
              <a:gd name="connsiteY358" fmla="*/ 4760797 h 6858000"/>
              <a:gd name="connsiteX359" fmla="*/ 5355019 w 7467600"/>
              <a:gd name="connsiteY359" fmla="*/ 4734672 h 6858000"/>
              <a:gd name="connsiteX360" fmla="*/ 5083565 w 7467600"/>
              <a:gd name="connsiteY360" fmla="*/ 5179121 h 6858000"/>
              <a:gd name="connsiteX361" fmla="*/ 4713577 w 7467600"/>
              <a:gd name="connsiteY361" fmla="*/ 5616803 h 6858000"/>
              <a:gd name="connsiteX362" fmla="*/ 3989559 w 7467600"/>
              <a:gd name="connsiteY362" fmla="*/ 6145945 h 6858000"/>
              <a:gd name="connsiteX363" fmla="*/ 3939824 w 7467600"/>
              <a:gd name="connsiteY363" fmla="*/ 6066900 h 6858000"/>
              <a:gd name="connsiteX364" fmla="*/ 4584537 w 7467600"/>
              <a:gd name="connsiteY364" fmla="*/ 5324826 h 6858000"/>
              <a:gd name="connsiteX365" fmla="*/ 5037105 w 7467600"/>
              <a:gd name="connsiteY365" fmla="*/ 5088765 h 6858000"/>
              <a:gd name="connsiteX366" fmla="*/ 5039930 w 7467600"/>
              <a:gd name="connsiteY366" fmla="*/ 5089585 h 6858000"/>
              <a:gd name="connsiteX367" fmla="*/ 5263764 w 7467600"/>
              <a:gd name="connsiteY367" fmla="*/ 4735525 h 6858000"/>
              <a:gd name="connsiteX368" fmla="*/ 4086300 w 7467600"/>
              <a:gd name="connsiteY368" fmla="*/ 4884599 h 6858000"/>
              <a:gd name="connsiteX369" fmla="*/ 4085485 w 7467600"/>
              <a:gd name="connsiteY369" fmla="*/ 4899070 h 6858000"/>
              <a:gd name="connsiteX370" fmla="*/ 3871915 w 7467600"/>
              <a:gd name="connsiteY370" fmla="*/ 5253645 h 6858000"/>
              <a:gd name="connsiteX371" fmla="*/ 3799374 w 7467600"/>
              <a:gd name="connsiteY371" fmla="*/ 5466127 h 6858000"/>
              <a:gd name="connsiteX372" fmla="*/ 3498850 w 7467600"/>
              <a:gd name="connsiteY372" fmla="*/ 6661888 h 6858000"/>
              <a:gd name="connsiteX373" fmla="*/ 3399216 w 7467600"/>
              <a:gd name="connsiteY373" fmla="*/ 6858000 h 6858000"/>
              <a:gd name="connsiteX374" fmla="*/ 3303688 w 7467600"/>
              <a:gd name="connsiteY374" fmla="*/ 6858000 h 6858000"/>
              <a:gd name="connsiteX375" fmla="*/ 3391774 w 7467600"/>
              <a:gd name="connsiteY375" fmla="*/ 6697181 h 6858000"/>
              <a:gd name="connsiteX376" fmla="*/ 3735540 w 7467600"/>
              <a:gd name="connsiteY376" fmla="*/ 5546923 h 6858000"/>
              <a:gd name="connsiteX377" fmla="*/ 3729438 w 7467600"/>
              <a:gd name="connsiteY377" fmla="*/ 5569058 h 6858000"/>
              <a:gd name="connsiteX378" fmla="*/ 3707782 w 7467600"/>
              <a:gd name="connsiteY378" fmla="*/ 5644908 h 6858000"/>
              <a:gd name="connsiteX379" fmla="*/ 3583827 w 7467600"/>
              <a:gd name="connsiteY379" fmla="*/ 6039215 h 6858000"/>
              <a:gd name="connsiteX380" fmla="*/ 3547861 w 7467600"/>
              <a:gd name="connsiteY380" fmla="*/ 6129609 h 6858000"/>
              <a:gd name="connsiteX381" fmla="*/ 3490905 w 7467600"/>
              <a:gd name="connsiteY381" fmla="*/ 6277660 h 6858000"/>
              <a:gd name="connsiteX382" fmla="*/ 3455859 w 7467600"/>
              <a:gd name="connsiteY382" fmla="*/ 6391301 h 6858000"/>
              <a:gd name="connsiteX383" fmla="*/ 3429112 w 7467600"/>
              <a:gd name="connsiteY383" fmla="*/ 6479469 h 6858000"/>
              <a:gd name="connsiteX384" fmla="*/ 3304862 w 7467600"/>
              <a:gd name="connsiteY384" fmla="*/ 6796476 h 6858000"/>
              <a:gd name="connsiteX385" fmla="*/ 3276071 w 7467600"/>
              <a:gd name="connsiteY385" fmla="*/ 6858000 h 6858000"/>
              <a:gd name="connsiteX386" fmla="*/ 3240805 w 7467600"/>
              <a:gd name="connsiteY386" fmla="*/ 6858000 h 6858000"/>
              <a:gd name="connsiteX387" fmla="*/ 3275917 w 7467600"/>
              <a:gd name="connsiteY387" fmla="*/ 6783192 h 6858000"/>
              <a:gd name="connsiteX388" fmla="*/ 3399358 w 7467600"/>
              <a:gd name="connsiteY388" fmla="*/ 6469011 h 6858000"/>
              <a:gd name="connsiteX389" fmla="*/ 3425650 w 7467600"/>
              <a:gd name="connsiteY389" fmla="*/ 6381333 h 6858000"/>
              <a:gd name="connsiteX390" fmla="*/ 3460661 w 7467600"/>
              <a:gd name="connsiteY390" fmla="*/ 6266763 h 6858000"/>
              <a:gd name="connsiteX391" fmla="*/ 3518021 w 7467600"/>
              <a:gd name="connsiteY391" fmla="*/ 6117298 h 6858000"/>
              <a:gd name="connsiteX392" fmla="*/ 3554035 w 7467600"/>
              <a:gd name="connsiteY392" fmla="*/ 6027832 h 6858000"/>
              <a:gd name="connsiteX393" fmla="*/ 3677174 w 7467600"/>
              <a:gd name="connsiteY393" fmla="*/ 5636351 h 6858000"/>
              <a:gd name="connsiteX394" fmla="*/ 3698819 w 7467600"/>
              <a:gd name="connsiteY394" fmla="*/ 5560503 h 6858000"/>
              <a:gd name="connsiteX395" fmla="*/ 3702094 w 7467600"/>
              <a:gd name="connsiteY395" fmla="*/ 5549194 h 6858000"/>
              <a:gd name="connsiteX396" fmla="*/ 3398355 w 7467600"/>
              <a:gd name="connsiteY396" fmla="*/ 6094603 h 6858000"/>
              <a:gd name="connsiteX397" fmla="*/ 3193941 w 7467600"/>
              <a:gd name="connsiteY397" fmla="*/ 6798775 h 6858000"/>
              <a:gd name="connsiteX398" fmla="*/ 3184140 w 7467600"/>
              <a:gd name="connsiteY398" fmla="*/ 6858000 h 6858000"/>
              <a:gd name="connsiteX399" fmla="*/ 3099978 w 7467600"/>
              <a:gd name="connsiteY399" fmla="*/ 6858000 h 6858000"/>
              <a:gd name="connsiteX400" fmla="*/ 3101556 w 7467600"/>
              <a:gd name="connsiteY400" fmla="*/ 6843337 h 6858000"/>
              <a:gd name="connsiteX401" fmla="*/ 3370162 w 7467600"/>
              <a:gd name="connsiteY401" fmla="*/ 5785550 h 6858000"/>
              <a:gd name="connsiteX402" fmla="*/ 3746477 w 7467600"/>
              <a:gd name="connsiteY402" fmla="*/ 5377889 h 6858000"/>
              <a:gd name="connsiteX403" fmla="*/ 3863399 w 7467600"/>
              <a:gd name="connsiteY403" fmla="*/ 5087257 h 6858000"/>
              <a:gd name="connsiteX404" fmla="*/ 3968712 w 7467600"/>
              <a:gd name="connsiteY404" fmla="*/ 4913989 h 6858000"/>
              <a:gd name="connsiteX405" fmla="*/ 2792390 w 7467600"/>
              <a:gd name="connsiteY405" fmla="*/ 5382974 h 6858000"/>
              <a:gd name="connsiteX406" fmla="*/ 2714982 w 7467600"/>
              <a:gd name="connsiteY406" fmla="*/ 5427051 h 6858000"/>
              <a:gd name="connsiteX407" fmla="*/ 2813361 w 7467600"/>
              <a:gd name="connsiteY407" fmla="*/ 6023912 h 6858000"/>
              <a:gd name="connsiteX408" fmla="*/ 2688430 w 7467600"/>
              <a:gd name="connsiteY408" fmla="*/ 6801564 h 6858000"/>
              <a:gd name="connsiteX409" fmla="*/ 2629626 w 7467600"/>
              <a:gd name="connsiteY409" fmla="*/ 6763394 h 6858000"/>
              <a:gd name="connsiteX410" fmla="*/ 2565328 w 7467600"/>
              <a:gd name="connsiteY410" fmla="*/ 5516399 h 6858000"/>
              <a:gd name="connsiteX411" fmla="*/ 1922999 w 7467600"/>
              <a:gd name="connsiteY411" fmla="*/ 5980343 h 6858000"/>
              <a:gd name="connsiteX412" fmla="*/ 1950261 w 7467600"/>
              <a:gd name="connsiteY412" fmla="*/ 6405858 h 6858000"/>
              <a:gd name="connsiteX413" fmla="*/ 2365554 w 7467600"/>
              <a:gd name="connsiteY413" fmla="*/ 6759107 h 6858000"/>
              <a:gd name="connsiteX414" fmla="*/ 2424142 w 7467600"/>
              <a:gd name="connsiteY414" fmla="*/ 6858000 h 6858000"/>
              <a:gd name="connsiteX415" fmla="*/ 2395994 w 7467600"/>
              <a:gd name="connsiteY415" fmla="*/ 6858000 h 6858000"/>
              <a:gd name="connsiteX416" fmla="*/ 2392863 w 7467600"/>
              <a:gd name="connsiteY416" fmla="*/ 6852964 h 6858000"/>
              <a:gd name="connsiteX417" fmla="*/ 2017589 w 7467600"/>
              <a:gd name="connsiteY417" fmla="*/ 6493982 h 6858000"/>
              <a:gd name="connsiteX418" fmla="*/ 2147336 w 7467600"/>
              <a:gd name="connsiteY418" fmla="*/ 6594052 h 6858000"/>
              <a:gd name="connsiteX419" fmla="*/ 2207047 w 7467600"/>
              <a:gd name="connsiteY419" fmla="*/ 6654540 h 6858000"/>
              <a:gd name="connsiteX420" fmla="*/ 2299106 w 7467600"/>
              <a:gd name="connsiteY420" fmla="*/ 6778931 h 6858000"/>
              <a:gd name="connsiteX421" fmla="*/ 2314430 w 7467600"/>
              <a:gd name="connsiteY421" fmla="*/ 6801144 h 6858000"/>
              <a:gd name="connsiteX422" fmla="*/ 2352406 w 7467600"/>
              <a:gd name="connsiteY422" fmla="*/ 6858000 h 6858000"/>
              <a:gd name="connsiteX423" fmla="*/ 2314492 w 7467600"/>
              <a:gd name="connsiteY423" fmla="*/ 6858000 h 6858000"/>
              <a:gd name="connsiteX424" fmla="*/ 2288095 w 7467600"/>
              <a:gd name="connsiteY424" fmla="*/ 6818030 h 6858000"/>
              <a:gd name="connsiteX425" fmla="*/ 2272768 w 7467600"/>
              <a:gd name="connsiteY425" fmla="*/ 6795822 h 6858000"/>
              <a:gd name="connsiteX426" fmla="*/ 2182715 w 7467600"/>
              <a:gd name="connsiteY426" fmla="*/ 6675071 h 6858000"/>
              <a:gd name="connsiteX427" fmla="*/ 2032061 w 7467600"/>
              <a:gd name="connsiteY427" fmla="*/ 6541380 h 6858000"/>
              <a:gd name="connsiteX428" fmla="*/ 2257220 w 7467600"/>
              <a:gd name="connsiteY428" fmla="*/ 6826257 h 6858000"/>
              <a:gd name="connsiteX429" fmla="*/ 2281324 w 7467600"/>
              <a:gd name="connsiteY429" fmla="*/ 6858000 h 6858000"/>
              <a:gd name="connsiteX430" fmla="*/ 2242860 w 7467600"/>
              <a:gd name="connsiteY430" fmla="*/ 6858000 h 6858000"/>
              <a:gd name="connsiteX431" fmla="*/ 2232818 w 7467600"/>
              <a:gd name="connsiteY431" fmla="*/ 6844926 h 6858000"/>
              <a:gd name="connsiteX432" fmla="*/ 1990172 w 7467600"/>
              <a:gd name="connsiteY432" fmla="*/ 6542121 h 6858000"/>
              <a:gd name="connsiteX433" fmla="*/ 2124090 w 7467600"/>
              <a:gd name="connsiteY433" fmla="*/ 6761017 h 6858000"/>
              <a:gd name="connsiteX434" fmla="*/ 2200380 w 7467600"/>
              <a:gd name="connsiteY434" fmla="*/ 6858000 h 6858000"/>
              <a:gd name="connsiteX435" fmla="*/ 2147507 w 7467600"/>
              <a:gd name="connsiteY435" fmla="*/ 6858000 h 6858000"/>
              <a:gd name="connsiteX436" fmla="*/ 2070668 w 7467600"/>
              <a:gd name="connsiteY436" fmla="*/ 6761520 h 6858000"/>
              <a:gd name="connsiteX437" fmla="*/ 1975142 w 7467600"/>
              <a:gd name="connsiteY437" fmla="*/ 6585570 h 6858000"/>
              <a:gd name="connsiteX438" fmla="*/ 2050035 w 7467600"/>
              <a:gd name="connsiteY438" fmla="*/ 6813345 h 6858000"/>
              <a:gd name="connsiteX439" fmla="*/ 2063025 w 7467600"/>
              <a:gd name="connsiteY439" fmla="*/ 6858000 h 6858000"/>
              <a:gd name="connsiteX440" fmla="*/ 2021675 w 7467600"/>
              <a:gd name="connsiteY440" fmla="*/ 6858000 h 6858000"/>
              <a:gd name="connsiteX441" fmla="*/ 2019308 w 7467600"/>
              <a:gd name="connsiteY441" fmla="*/ 6847118 h 6858000"/>
              <a:gd name="connsiteX442" fmla="*/ 1938835 w 7467600"/>
              <a:gd name="connsiteY442" fmla="*/ 6551160 h 6858000"/>
              <a:gd name="connsiteX443" fmla="*/ 1953230 w 7467600"/>
              <a:gd name="connsiteY443" fmla="*/ 6759699 h 6858000"/>
              <a:gd name="connsiteX444" fmla="*/ 1956763 w 7467600"/>
              <a:gd name="connsiteY444" fmla="*/ 6778191 h 6858000"/>
              <a:gd name="connsiteX445" fmla="*/ 1967925 w 7467600"/>
              <a:gd name="connsiteY445" fmla="*/ 6858000 h 6858000"/>
              <a:gd name="connsiteX446" fmla="*/ 1936622 w 7467600"/>
              <a:gd name="connsiteY446" fmla="*/ 6858000 h 6858000"/>
              <a:gd name="connsiteX447" fmla="*/ 1926261 w 7467600"/>
              <a:gd name="connsiteY447" fmla="*/ 6784064 h 6858000"/>
              <a:gd name="connsiteX448" fmla="*/ 1922724 w 7467600"/>
              <a:gd name="connsiteY448" fmla="*/ 6765577 h 6858000"/>
              <a:gd name="connsiteX449" fmla="*/ 1904650 w 7467600"/>
              <a:gd name="connsiteY449" fmla="*/ 6639616 h 6858000"/>
              <a:gd name="connsiteX450" fmla="*/ 1885273 w 7467600"/>
              <a:gd name="connsiteY450" fmla="*/ 6858000 h 6858000"/>
              <a:gd name="connsiteX451" fmla="*/ 1854363 w 7467600"/>
              <a:gd name="connsiteY451" fmla="*/ 6858000 h 6858000"/>
              <a:gd name="connsiteX452" fmla="*/ 1880391 w 7467600"/>
              <a:gd name="connsiteY452" fmla="*/ 6603796 h 6858000"/>
              <a:gd name="connsiteX453" fmla="*/ 1818273 w 7467600"/>
              <a:gd name="connsiteY453" fmla="*/ 6715729 h 6858000"/>
              <a:gd name="connsiteX454" fmla="*/ 1794691 w 7467600"/>
              <a:gd name="connsiteY454" fmla="*/ 6843239 h 6858000"/>
              <a:gd name="connsiteX455" fmla="*/ 1794914 w 7467600"/>
              <a:gd name="connsiteY455" fmla="*/ 6858000 h 6858000"/>
              <a:gd name="connsiteX456" fmla="*/ 1746128 w 7467600"/>
              <a:gd name="connsiteY456" fmla="*/ 6858000 h 6858000"/>
              <a:gd name="connsiteX457" fmla="*/ 1753934 w 7467600"/>
              <a:gd name="connsiteY457" fmla="*/ 6724796 h 6858000"/>
              <a:gd name="connsiteX458" fmla="*/ 1792053 w 7467600"/>
              <a:gd name="connsiteY458" fmla="*/ 6572396 h 6858000"/>
              <a:gd name="connsiteX459" fmla="*/ 1862248 w 7467600"/>
              <a:gd name="connsiteY459" fmla="*/ 6266397 h 6858000"/>
              <a:gd name="connsiteX460" fmla="*/ 1862250 w 7467600"/>
              <a:gd name="connsiteY460" fmla="*/ 6033531 h 6858000"/>
              <a:gd name="connsiteX461" fmla="*/ 1211999 w 7467600"/>
              <a:gd name="connsiteY461" fmla="*/ 6683610 h 6858000"/>
              <a:gd name="connsiteX462" fmla="*/ 1213266 w 7467600"/>
              <a:gd name="connsiteY462" fmla="*/ 6691947 h 6858000"/>
              <a:gd name="connsiteX463" fmla="*/ 1203370 w 7467600"/>
              <a:gd name="connsiteY463" fmla="*/ 6850676 h 6858000"/>
              <a:gd name="connsiteX464" fmla="*/ 1203671 w 7467600"/>
              <a:gd name="connsiteY464" fmla="*/ 6858000 h 6858000"/>
              <a:gd name="connsiteX465" fmla="*/ 1143180 w 7467600"/>
              <a:gd name="connsiteY465" fmla="*/ 6858000 h 6858000"/>
              <a:gd name="connsiteX466" fmla="*/ 1142176 w 7467600"/>
              <a:gd name="connsiteY466" fmla="*/ 6766045 h 6858000"/>
              <a:gd name="connsiteX467" fmla="*/ 1067484 w 7467600"/>
              <a:gd name="connsiteY467" fmla="*/ 6858000 h 6858000"/>
              <a:gd name="connsiteX468" fmla="*/ 953928 w 7467600"/>
              <a:gd name="connsiteY468" fmla="*/ 6858000 h 6858000"/>
              <a:gd name="connsiteX469" fmla="*/ 959715 w 7467600"/>
              <a:gd name="connsiteY469" fmla="*/ 6850185 h 6858000"/>
              <a:gd name="connsiteX470" fmla="*/ 1483788 w 7467600"/>
              <a:gd name="connsiteY470" fmla="*/ 6259174 h 6858000"/>
              <a:gd name="connsiteX471" fmla="*/ 1100671 w 7467600"/>
              <a:gd name="connsiteY471" fmla="*/ 6252137 h 6858000"/>
              <a:gd name="connsiteX472" fmla="*/ 1090144 w 7467600"/>
              <a:gd name="connsiteY472" fmla="*/ 6256748 h 6858000"/>
              <a:gd name="connsiteX473" fmla="*/ 1095872 w 7467600"/>
              <a:gd name="connsiteY473" fmla="*/ 6271892 h 6858000"/>
              <a:gd name="connsiteX474" fmla="*/ 262785 w 7467600"/>
              <a:gd name="connsiteY474" fmla="*/ 6845450 h 6858000"/>
              <a:gd name="connsiteX475" fmla="*/ 209968 w 7467600"/>
              <a:gd name="connsiteY475" fmla="*/ 6770713 h 6858000"/>
              <a:gd name="connsiteX476" fmla="*/ 873460 w 7467600"/>
              <a:gd name="connsiteY476" fmla="*/ 6253768 h 6858000"/>
              <a:gd name="connsiteX477" fmla="*/ 192686 w 7467600"/>
              <a:gd name="connsiteY477" fmla="*/ 5849257 h 6858000"/>
              <a:gd name="connsiteX478" fmla="*/ 4696 w 7467600"/>
              <a:gd name="connsiteY478" fmla="*/ 5697668 h 6858000"/>
              <a:gd name="connsiteX479" fmla="*/ 0 w 7467600"/>
              <a:gd name="connsiteY479" fmla="*/ 5689984 h 6858000"/>
              <a:gd name="connsiteX480" fmla="*/ 0 w 7467600"/>
              <a:gd name="connsiteY480" fmla="*/ 5513472 h 6858000"/>
              <a:gd name="connsiteX481" fmla="*/ 174101 w 7467600"/>
              <a:gd name="connsiteY481" fmla="*/ 5620277 h 6858000"/>
              <a:gd name="connsiteX482" fmla="*/ 891800 w 7467600"/>
              <a:gd name="connsiteY482" fmla="*/ 6036935 h 6858000"/>
              <a:gd name="connsiteX483" fmla="*/ 1072219 w 7467600"/>
              <a:gd name="connsiteY483" fmla="*/ 6169443 h 6858000"/>
              <a:gd name="connsiteX484" fmla="*/ 1074117 w 7467600"/>
              <a:gd name="connsiteY484" fmla="*/ 6170301 h 6858000"/>
              <a:gd name="connsiteX485" fmla="*/ 1083114 w 7467600"/>
              <a:gd name="connsiteY485" fmla="*/ 6174131 h 6858000"/>
              <a:gd name="connsiteX486" fmla="*/ 1543010 w 7467600"/>
              <a:gd name="connsiteY486" fmla="*/ 6191140 h 6858000"/>
              <a:gd name="connsiteX487" fmla="*/ 1551080 w 7467600"/>
              <a:gd name="connsiteY487" fmla="*/ 6195006 h 6858000"/>
              <a:gd name="connsiteX488" fmla="*/ 2345443 w 7467600"/>
              <a:gd name="connsiteY488" fmla="*/ 5549882 h 6858000"/>
              <a:gd name="connsiteX489" fmla="*/ 1721499 w 7467600"/>
              <a:gd name="connsiteY489" fmla="*/ 5599969 h 6858000"/>
              <a:gd name="connsiteX490" fmla="*/ 767716 w 7467600"/>
              <a:gd name="connsiteY490" fmla="*/ 5472768 h 6858000"/>
              <a:gd name="connsiteX491" fmla="*/ 722147 w 7467600"/>
              <a:gd name="connsiteY491" fmla="*/ 5393091 h 6858000"/>
              <a:gd name="connsiteX492" fmla="*/ 1485552 w 7467600"/>
              <a:gd name="connsiteY492" fmla="*/ 5313202 h 6858000"/>
              <a:gd name="connsiteX493" fmla="*/ 2143004 w 7467600"/>
              <a:gd name="connsiteY493" fmla="*/ 5402420 h 6858000"/>
              <a:gd name="connsiteX494" fmla="*/ 1933391 w 7467600"/>
              <a:gd name="connsiteY494" fmla="*/ 5156971 h 6858000"/>
              <a:gd name="connsiteX495" fmla="*/ 1827118 w 7467600"/>
              <a:gd name="connsiteY495" fmla="*/ 4968410 h 6858000"/>
              <a:gd name="connsiteX496" fmla="*/ 1837349 w 7467600"/>
              <a:gd name="connsiteY496" fmla="*/ 4956357 h 6858000"/>
              <a:gd name="connsiteX497" fmla="*/ 2162835 w 7467600"/>
              <a:gd name="connsiteY497" fmla="*/ 5187853 h 6858000"/>
              <a:gd name="connsiteX498" fmla="*/ 2257167 w 7467600"/>
              <a:gd name="connsiteY498" fmla="*/ 5462123 h 6858000"/>
              <a:gd name="connsiteX499" fmla="*/ 2261598 w 7467600"/>
              <a:gd name="connsiteY499" fmla="*/ 5467998 h 6858000"/>
              <a:gd name="connsiteX500" fmla="*/ 2437177 w 7467600"/>
              <a:gd name="connsiteY500" fmla="*/ 5479608 h 6858000"/>
              <a:gd name="connsiteX501" fmla="*/ 2445247 w 7467600"/>
              <a:gd name="connsiteY501" fmla="*/ 5483476 h 6858000"/>
              <a:gd name="connsiteX502" fmla="*/ 2743626 w 7467600"/>
              <a:gd name="connsiteY502" fmla="*/ 5304819 h 6858000"/>
              <a:gd name="connsiteX503" fmla="*/ 3048102 w 7467600"/>
              <a:gd name="connsiteY503" fmla="*/ 5150595 h 6858000"/>
              <a:gd name="connsiteX504" fmla="*/ 1799414 w 7467600"/>
              <a:gd name="connsiteY504" fmla="*/ 4694732 h 6858000"/>
              <a:gd name="connsiteX505" fmla="*/ 1771735 w 7467600"/>
              <a:gd name="connsiteY505" fmla="*/ 4619929 h 6858000"/>
              <a:gd name="connsiteX506" fmla="*/ 3104273 w 7467600"/>
              <a:gd name="connsiteY506" fmla="*/ 5076159 h 6858000"/>
              <a:gd name="connsiteX507" fmla="*/ 3113245 w 7467600"/>
              <a:gd name="connsiteY507" fmla="*/ 5090705 h 6858000"/>
              <a:gd name="connsiteX508" fmla="*/ 3126294 w 7467600"/>
              <a:gd name="connsiteY508" fmla="*/ 5114400 h 6858000"/>
              <a:gd name="connsiteX509" fmla="*/ 3937433 w 7467600"/>
              <a:gd name="connsiteY509" fmla="*/ 4830473 h 6858000"/>
              <a:gd name="connsiteX510" fmla="*/ 3590475 w 7467600"/>
              <a:gd name="connsiteY510" fmla="*/ 4597974 h 6858000"/>
              <a:gd name="connsiteX511" fmla="*/ 3100264 w 7467600"/>
              <a:gd name="connsiteY511" fmla="*/ 4579845 h 6858000"/>
              <a:gd name="connsiteX512" fmla="*/ 2183576 w 7467600"/>
              <a:gd name="connsiteY512" fmla="*/ 4227150 h 6858000"/>
              <a:gd name="connsiteX513" fmla="*/ 2151029 w 7467600"/>
              <a:gd name="connsiteY513" fmla="*/ 4146947 h 6858000"/>
              <a:gd name="connsiteX514" fmla="*/ 3563434 w 7467600"/>
              <a:gd name="connsiteY514" fmla="*/ 4469115 h 6858000"/>
              <a:gd name="connsiteX515" fmla="*/ 3177952 w 7467600"/>
              <a:gd name="connsiteY515" fmla="*/ 3657386 h 6858000"/>
              <a:gd name="connsiteX516" fmla="*/ 3189263 w 7467600"/>
              <a:gd name="connsiteY516" fmla="*/ 3625726 h 6858000"/>
              <a:gd name="connsiteX517" fmla="*/ 3560912 w 7467600"/>
              <a:gd name="connsiteY517" fmla="*/ 4079863 h 6858000"/>
              <a:gd name="connsiteX518" fmla="*/ 3626636 w 7467600"/>
              <a:gd name="connsiteY518" fmla="*/ 4512230 h 6858000"/>
              <a:gd name="connsiteX519" fmla="*/ 3653088 w 7467600"/>
              <a:gd name="connsiteY519" fmla="*/ 4521417 h 6858000"/>
              <a:gd name="connsiteX520" fmla="*/ 3988128 w 7467600"/>
              <a:gd name="connsiteY520" fmla="*/ 4817267 h 6858000"/>
              <a:gd name="connsiteX521" fmla="*/ 4830582 w 7467600"/>
              <a:gd name="connsiteY521" fmla="*/ 4676000 h 6858000"/>
              <a:gd name="connsiteX522" fmla="*/ 4830100 w 7467600"/>
              <a:gd name="connsiteY522" fmla="*/ 4675554 h 6858000"/>
              <a:gd name="connsiteX523" fmla="*/ 4036318 w 7467600"/>
              <a:gd name="connsiteY523" fmla="*/ 4147013 h 6858000"/>
              <a:gd name="connsiteX524" fmla="*/ 3432098 w 7467600"/>
              <a:gd name="connsiteY524" fmla="*/ 3537312 h 6858000"/>
              <a:gd name="connsiteX525" fmla="*/ 3446761 w 7467600"/>
              <a:gd name="connsiteY525" fmla="*/ 3461278 h 6858000"/>
              <a:gd name="connsiteX526" fmla="*/ 4419733 w 7467600"/>
              <a:gd name="connsiteY526" fmla="*/ 3963555 h 6858000"/>
              <a:gd name="connsiteX527" fmla="*/ 4781371 w 7467600"/>
              <a:gd name="connsiteY527" fmla="*/ 4458604 h 6858000"/>
              <a:gd name="connsiteX528" fmla="*/ 4780440 w 7467600"/>
              <a:gd name="connsiteY528" fmla="*/ 4470290 h 6858000"/>
              <a:gd name="connsiteX529" fmla="*/ 4898954 w 7467600"/>
              <a:gd name="connsiteY529" fmla="*/ 4662092 h 6858000"/>
              <a:gd name="connsiteX530" fmla="*/ 4900699 w 7467600"/>
              <a:gd name="connsiteY530" fmla="*/ 4670867 h 6858000"/>
              <a:gd name="connsiteX531" fmla="*/ 5714511 w 7467600"/>
              <a:gd name="connsiteY531" fmla="*/ 4663483 h 6858000"/>
              <a:gd name="connsiteX532" fmla="*/ 5464793 w 7467600"/>
              <a:gd name="connsiteY532" fmla="*/ 4393556 h 6858000"/>
              <a:gd name="connsiteX533" fmla="*/ 5461897 w 7467600"/>
              <a:gd name="connsiteY533" fmla="*/ 4390879 h 6858000"/>
              <a:gd name="connsiteX534" fmla="*/ 4294126 w 7467600"/>
              <a:gd name="connsiteY534" fmla="*/ 3303048 h 6858000"/>
              <a:gd name="connsiteX535" fmla="*/ 4305321 w 7467600"/>
              <a:gd name="connsiteY535" fmla="*/ 3256953 h 6858000"/>
              <a:gd name="connsiteX536" fmla="*/ 4949299 w 7467600"/>
              <a:gd name="connsiteY536" fmla="*/ 3766336 h 6858000"/>
              <a:gd name="connsiteX537" fmla="*/ 5291452 w 7467600"/>
              <a:gd name="connsiteY537" fmla="*/ 4076801 h 6858000"/>
              <a:gd name="connsiteX538" fmla="*/ 5434998 w 7467600"/>
              <a:gd name="connsiteY538" fmla="*/ 4254100 h 6858000"/>
              <a:gd name="connsiteX539" fmla="*/ 5351015 w 7467600"/>
              <a:gd name="connsiteY539" fmla="*/ 3760989 h 6858000"/>
              <a:gd name="connsiteX540" fmla="*/ 5413780 w 7467600"/>
              <a:gd name="connsiteY540" fmla="*/ 2966265 h 6858000"/>
              <a:gd name="connsiteX541" fmla="*/ 5425627 w 7467600"/>
              <a:gd name="connsiteY541" fmla="*/ 2954192 h 6858000"/>
              <a:gd name="connsiteX542" fmla="*/ 6604735 w 7467600"/>
              <a:gd name="connsiteY542" fmla="*/ 2041381 h 6858000"/>
              <a:gd name="connsiteX543" fmla="*/ 7204487 w 7467600"/>
              <a:gd name="connsiteY543" fmla="*/ 2742112 h 6858000"/>
              <a:gd name="connsiteX544" fmla="*/ 7131592 w 7467600"/>
              <a:gd name="connsiteY544" fmla="*/ 2672096 h 6858000"/>
              <a:gd name="connsiteX545" fmla="*/ 6996344 w 7467600"/>
              <a:gd name="connsiteY545" fmla="*/ 2518310 h 6858000"/>
              <a:gd name="connsiteX546" fmla="*/ 6735495 w 7467600"/>
              <a:gd name="connsiteY546" fmla="*/ 2196890 h 6858000"/>
              <a:gd name="connsiteX547" fmla="*/ 6721901 w 7467600"/>
              <a:gd name="connsiteY547" fmla="*/ 2179274 h 6858000"/>
              <a:gd name="connsiteX548" fmla="*/ 6604735 w 7467600"/>
              <a:gd name="connsiteY548" fmla="*/ 2041381 h 6858000"/>
              <a:gd name="connsiteX549" fmla="*/ 6591670 w 7467600"/>
              <a:gd name="connsiteY549" fmla="*/ 1988277 h 6858000"/>
              <a:gd name="connsiteX550" fmla="*/ 6747349 w 7467600"/>
              <a:gd name="connsiteY550" fmla="*/ 2160069 h 6858000"/>
              <a:gd name="connsiteX551" fmla="*/ 6760943 w 7467600"/>
              <a:gd name="connsiteY551" fmla="*/ 2177686 h 6858000"/>
              <a:gd name="connsiteX552" fmla="*/ 7021065 w 7467600"/>
              <a:gd name="connsiteY552" fmla="*/ 2498102 h 6858000"/>
              <a:gd name="connsiteX553" fmla="*/ 7155223 w 7467600"/>
              <a:gd name="connsiteY553" fmla="*/ 2650386 h 6858000"/>
              <a:gd name="connsiteX554" fmla="*/ 7203167 w 7467600"/>
              <a:gd name="connsiteY554" fmla="*/ 2697288 h 6858000"/>
              <a:gd name="connsiteX555" fmla="*/ 6937703 w 7467600"/>
              <a:gd name="connsiteY555" fmla="*/ 2321981 h 6858000"/>
              <a:gd name="connsiteX556" fmla="*/ 6591670 w 7467600"/>
              <a:gd name="connsiteY556" fmla="*/ 1988277 h 6858000"/>
              <a:gd name="connsiteX557" fmla="*/ 5798671 w 7467600"/>
              <a:gd name="connsiteY557" fmla="*/ 1981601 h 6858000"/>
              <a:gd name="connsiteX558" fmla="*/ 5754709 w 7467600"/>
              <a:gd name="connsiteY558" fmla="*/ 2071454 h 6858000"/>
              <a:gd name="connsiteX559" fmla="*/ 5763044 w 7467600"/>
              <a:gd name="connsiteY559" fmla="*/ 2842206 h 6858000"/>
              <a:gd name="connsiteX560" fmla="*/ 5764974 w 7467600"/>
              <a:gd name="connsiteY560" fmla="*/ 2799609 h 6858000"/>
              <a:gd name="connsiteX561" fmla="*/ 5767665 w 7467600"/>
              <a:gd name="connsiteY561" fmla="*/ 2666409 h 6858000"/>
              <a:gd name="connsiteX562" fmla="*/ 5763055 w 7467600"/>
              <a:gd name="connsiteY562" fmla="*/ 2579705 h 6858000"/>
              <a:gd name="connsiteX563" fmla="*/ 5758079 w 7467600"/>
              <a:gd name="connsiteY563" fmla="*/ 2492508 h 6858000"/>
              <a:gd name="connsiteX564" fmla="*/ 5779325 w 7467600"/>
              <a:gd name="connsiteY564" fmla="*/ 2197069 h 6858000"/>
              <a:gd name="connsiteX565" fmla="*/ 5798671 w 7467600"/>
              <a:gd name="connsiteY565" fmla="*/ 1981601 h 6858000"/>
              <a:gd name="connsiteX566" fmla="*/ 5829202 w 7467600"/>
              <a:gd name="connsiteY566" fmla="*/ 1971679 h 6858000"/>
              <a:gd name="connsiteX567" fmla="*/ 5809558 w 7467600"/>
              <a:gd name="connsiteY567" fmla="*/ 2198043 h 6858000"/>
              <a:gd name="connsiteX568" fmla="*/ 5788653 w 7467600"/>
              <a:gd name="connsiteY568" fmla="*/ 2489430 h 6858000"/>
              <a:gd name="connsiteX569" fmla="*/ 5793439 w 7467600"/>
              <a:gd name="connsiteY569" fmla="*/ 2575235 h 6858000"/>
              <a:gd name="connsiteX570" fmla="*/ 5796837 w 7467600"/>
              <a:gd name="connsiteY570" fmla="*/ 2637633 h 6858000"/>
              <a:gd name="connsiteX571" fmla="*/ 5818614 w 7467600"/>
              <a:gd name="connsiteY571" fmla="*/ 2473055 h 6858000"/>
              <a:gd name="connsiteX572" fmla="*/ 5829202 w 7467600"/>
              <a:gd name="connsiteY572" fmla="*/ 1971679 h 6858000"/>
              <a:gd name="connsiteX573" fmla="*/ 5911389 w 7467600"/>
              <a:gd name="connsiteY573" fmla="*/ 1898371 h 6858000"/>
              <a:gd name="connsiteX574" fmla="*/ 6237627 w 7467600"/>
              <a:gd name="connsiteY574" fmla="*/ 2231921 h 6858000"/>
              <a:gd name="connsiteX575" fmla="*/ 5911389 w 7467600"/>
              <a:gd name="connsiteY575" fmla="*/ 1898371 h 6858000"/>
              <a:gd name="connsiteX576" fmla="*/ 6944437 w 7467600"/>
              <a:gd name="connsiteY576" fmla="*/ 1575402 h 6858000"/>
              <a:gd name="connsiteX577" fmla="*/ 6304730 w 7467600"/>
              <a:gd name="connsiteY577" fmla="*/ 1766654 h 6858000"/>
              <a:gd name="connsiteX578" fmla="*/ 6944437 w 7467600"/>
              <a:gd name="connsiteY578" fmla="*/ 1575402 h 6858000"/>
              <a:gd name="connsiteX579" fmla="*/ 7019523 w 7467600"/>
              <a:gd name="connsiteY579" fmla="*/ 1519450 h 6858000"/>
              <a:gd name="connsiteX580" fmla="*/ 6298091 w 7467600"/>
              <a:gd name="connsiteY580" fmla="*/ 1737122 h 6858000"/>
              <a:gd name="connsiteX581" fmla="*/ 7019523 w 7467600"/>
              <a:gd name="connsiteY581" fmla="*/ 1519450 h 6858000"/>
              <a:gd name="connsiteX582" fmla="*/ 2399523 w 7467600"/>
              <a:gd name="connsiteY582" fmla="*/ 1428234 h 6858000"/>
              <a:gd name="connsiteX583" fmla="*/ 2224982 w 7467600"/>
              <a:gd name="connsiteY583" fmla="*/ 1826201 h 6858000"/>
              <a:gd name="connsiteX584" fmla="*/ 2096099 w 7467600"/>
              <a:gd name="connsiteY584" fmla="*/ 2345900 h 6858000"/>
              <a:gd name="connsiteX585" fmla="*/ 2283317 w 7467600"/>
              <a:gd name="connsiteY585" fmla="*/ 1796925 h 6858000"/>
              <a:gd name="connsiteX586" fmla="*/ 2399523 w 7467600"/>
              <a:gd name="connsiteY586" fmla="*/ 1428234 h 6858000"/>
              <a:gd name="connsiteX587" fmla="*/ 2448558 w 7467600"/>
              <a:gd name="connsiteY587" fmla="*/ 1373435 h 6858000"/>
              <a:gd name="connsiteX588" fmla="*/ 2312521 w 7467600"/>
              <a:gd name="connsiteY588" fmla="*/ 1806140 h 6858000"/>
              <a:gd name="connsiteX589" fmla="*/ 2127533 w 7467600"/>
              <a:gd name="connsiteY589" fmla="*/ 2348380 h 6858000"/>
              <a:gd name="connsiteX590" fmla="*/ 2358080 w 7467600"/>
              <a:gd name="connsiteY590" fmla="*/ 1866134 h 6858000"/>
              <a:gd name="connsiteX591" fmla="*/ 2407436 w 7467600"/>
              <a:gd name="connsiteY591" fmla="*/ 1651070 h 6858000"/>
              <a:gd name="connsiteX592" fmla="*/ 2448558 w 7467600"/>
              <a:gd name="connsiteY592" fmla="*/ 1373435 h 6858000"/>
              <a:gd name="connsiteX593" fmla="*/ 278707 w 7467600"/>
              <a:gd name="connsiteY593" fmla="*/ 1352270 h 6858000"/>
              <a:gd name="connsiteX594" fmla="*/ 321570 w 7467600"/>
              <a:gd name="connsiteY594" fmla="*/ 1861610 h 6858000"/>
              <a:gd name="connsiteX595" fmla="*/ 294281 w 7467600"/>
              <a:gd name="connsiteY595" fmla="*/ 1440658 h 6858000"/>
              <a:gd name="connsiteX596" fmla="*/ 278707 w 7467600"/>
              <a:gd name="connsiteY596" fmla="*/ 1352270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5236 w 7467600"/>
              <a:gd name="connsiteY631" fmla="*/ 1268632 h 6858000"/>
              <a:gd name="connsiteX632" fmla="*/ 6516292 w 7467600"/>
              <a:gd name="connsiteY632" fmla="*/ 1263064 h 6858000"/>
              <a:gd name="connsiteX633" fmla="*/ 5736320 w 7467600"/>
              <a:gd name="connsiteY633" fmla="*/ 1501803 h 6858000"/>
              <a:gd name="connsiteX634" fmla="*/ 6516292 w 7467600"/>
              <a:gd name="connsiteY634" fmla="*/ 1263064 h 6858000"/>
              <a:gd name="connsiteX635" fmla="*/ 291466 w 7467600"/>
              <a:gd name="connsiteY635" fmla="*/ 1250369 h 6858000"/>
              <a:gd name="connsiteX636" fmla="*/ 323180 w 7467600"/>
              <a:gd name="connsiteY636" fmla="*/ 1435283 h 6858000"/>
              <a:gd name="connsiteX637" fmla="*/ 349381 w 7467600"/>
              <a:gd name="connsiteY637" fmla="*/ 1875041 h 6858000"/>
              <a:gd name="connsiteX638" fmla="*/ 374363 w 7467600"/>
              <a:gd name="connsiteY638" fmla="*/ 1506494 h 6858000"/>
              <a:gd name="connsiteX639" fmla="*/ 302168 w 7467600"/>
              <a:gd name="connsiteY639" fmla="*/ 1274495 h 6858000"/>
              <a:gd name="connsiteX640" fmla="*/ 291466 w 7467600"/>
              <a:gd name="connsiteY640" fmla="*/ 1250369 h 6858000"/>
              <a:gd name="connsiteX641" fmla="*/ 678222 w 7467600"/>
              <a:gd name="connsiteY641" fmla="*/ 1248670 h 6858000"/>
              <a:gd name="connsiteX642" fmla="*/ 775536 w 7467600"/>
              <a:gd name="connsiteY642" fmla="*/ 1388015 h 6858000"/>
              <a:gd name="connsiteX643" fmla="*/ 894529 w 7467600"/>
              <a:gd name="connsiteY643" fmla="*/ 1567739 h 6858000"/>
              <a:gd name="connsiteX644" fmla="*/ 948000 w 7467600"/>
              <a:gd name="connsiteY644" fmla="*/ 1663088 h 6858000"/>
              <a:gd name="connsiteX645" fmla="*/ 1006812 w 7467600"/>
              <a:gd name="connsiteY645" fmla="*/ 1767683 h 6858000"/>
              <a:gd name="connsiteX646" fmla="*/ 1149133 w 7467600"/>
              <a:gd name="connsiteY646" fmla="*/ 1971513 h 6858000"/>
              <a:gd name="connsiteX647" fmla="*/ 1333952 w 7467600"/>
              <a:gd name="connsiteY647" fmla="*/ 2251620 h 6858000"/>
              <a:gd name="connsiteX648" fmla="*/ 1337329 w 7467600"/>
              <a:gd name="connsiteY648" fmla="*/ 2258350 h 6858000"/>
              <a:gd name="connsiteX649" fmla="*/ 1014726 w 7467600"/>
              <a:gd name="connsiteY649" fmla="*/ 1615556 h 6858000"/>
              <a:gd name="connsiteX650" fmla="*/ 678222 w 7467600"/>
              <a:gd name="connsiteY650" fmla="*/ 1248670 h 6858000"/>
              <a:gd name="connsiteX651" fmla="*/ 6691602 w 7467600"/>
              <a:gd name="connsiteY651" fmla="*/ 1140573 h 6858000"/>
              <a:gd name="connsiteX652" fmla="*/ 6571100 w 7467600"/>
              <a:gd name="connsiteY652" fmla="*/ 1183662 h 6858000"/>
              <a:gd name="connsiteX653" fmla="*/ 6241687 w 7467600"/>
              <a:gd name="connsiteY653" fmla="*/ 1257600 h 6858000"/>
              <a:gd name="connsiteX654" fmla="*/ 5693009 w 7467600"/>
              <a:gd name="connsiteY654" fmla="*/ 1478256 h 6858000"/>
              <a:gd name="connsiteX655" fmla="*/ 6548420 w 7467600"/>
              <a:gd name="connsiteY655" fmla="*/ 1214599 h 6858000"/>
              <a:gd name="connsiteX656" fmla="*/ 6605473 w 7467600"/>
              <a:gd name="connsiteY656" fmla="*/ 1184686 h 6858000"/>
              <a:gd name="connsiteX657" fmla="*/ 6691602 w 7467600"/>
              <a:gd name="connsiteY657" fmla="*/ 1140573 h 6858000"/>
              <a:gd name="connsiteX658" fmla="*/ 4002475 w 7467600"/>
              <a:gd name="connsiteY658" fmla="*/ 1037802 h 6858000"/>
              <a:gd name="connsiteX659" fmla="*/ 4000324 w 7467600"/>
              <a:gd name="connsiteY659" fmla="*/ 1039362 h 6858000"/>
              <a:gd name="connsiteX660" fmla="*/ 4002862 w 7467600"/>
              <a:gd name="connsiteY660" fmla="*/ 1042866 h 6858000"/>
              <a:gd name="connsiteX661" fmla="*/ 4002475 w 7467600"/>
              <a:gd name="connsiteY661" fmla="*/ 1037802 h 6858000"/>
              <a:gd name="connsiteX662" fmla="*/ 506322 w 7467600"/>
              <a:gd name="connsiteY662" fmla="*/ 1020997 h 6858000"/>
              <a:gd name="connsiteX663" fmla="*/ 533068 w 7467600"/>
              <a:gd name="connsiteY663" fmla="*/ 1029409 h 6858000"/>
              <a:gd name="connsiteX664" fmla="*/ 1232525 w 7467600"/>
              <a:gd name="connsiteY664" fmla="*/ 1804675 h 6858000"/>
              <a:gd name="connsiteX665" fmla="*/ 1388858 w 7467600"/>
              <a:gd name="connsiteY665" fmla="*/ 2368011 h 6858000"/>
              <a:gd name="connsiteX666" fmla="*/ 1384098 w 7467600"/>
              <a:gd name="connsiteY666" fmla="*/ 2378125 h 6858000"/>
              <a:gd name="connsiteX667" fmla="*/ 1425393 w 7467600"/>
              <a:gd name="connsiteY667" fmla="*/ 2589124 h 6858000"/>
              <a:gd name="connsiteX668" fmla="*/ 1424001 w 7467600"/>
              <a:gd name="connsiteY668" fmla="*/ 2597541 h 6858000"/>
              <a:gd name="connsiteX669" fmla="*/ 2152729 w 7467600"/>
              <a:gd name="connsiteY669" fmla="*/ 2864487 h 6858000"/>
              <a:gd name="connsiteX670" fmla="*/ 2020609 w 7467600"/>
              <a:gd name="connsiteY670" fmla="*/ 2539671 h 6858000"/>
              <a:gd name="connsiteX671" fmla="*/ 2018920 w 7467600"/>
              <a:gd name="connsiteY671" fmla="*/ 2536309 h 6858000"/>
              <a:gd name="connsiteX672" fmla="*/ 1342441 w 7467600"/>
              <a:gd name="connsiteY672" fmla="*/ 1173017 h 6858000"/>
              <a:gd name="connsiteX673" fmla="*/ 1367925 w 7467600"/>
              <a:gd name="connsiteY673" fmla="*/ 1135648 h 6858000"/>
              <a:gd name="connsiteX674" fmla="*/ 1771401 w 7467600"/>
              <a:gd name="connsiteY674" fmla="*/ 1806673 h 6858000"/>
              <a:gd name="connsiteX675" fmla="*/ 1972385 w 7467600"/>
              <a:gd name="connsiteY675" fmla="*/ 2198735 h 6858000"/>
              <a:gd name="connsiteX676" fmla="*/ 2040892 w 7467600"/>
              <a:gd name="connsiteY676" fmla="*/ 2405205 h 6858000"/>
              <a:gd name="connsiteX677" fmla="*/ 2131689 w 7467600"/>
              <a:gd name="connsiteY677" fmla="*/ 1936926 h 6858000"/>
              <a:gd name="connsiteX678" fmla="*/ 2454820 w 7467600"/>
              <a:gd name="connsiteY678" fmla="*/ 1248808 h 6858000"/>
              <a:gd name="connsiteX679" fmla="*/ 2492512 w 7467600"/>
              <a:gd name="connsiteY679" fmla="*/ 1302920 h 6858000"/>
              <a:gd name="connsiteX680" fmla="*/ 2081216 w 7467600"/>
              <a:gd name="connsiteY680" fmla="*/ 2527513 h 6858000"/>
              <a:gd name="connsiteX681" fmla="*/ 2081211 w 7467600"/>
              <a:gd name="connsiteY681" fmla="*/ 2528916 h 6858000"/>
              <a:gd name="connsiteX682" fmla="*/ 2199067 w 7467600"/>
              <a:gd name="connsiteY682" fmla="*/ 2884061 h 6858000"/>
              <a:gd name="connsiteX683" fmla="*/ 3192586 w 7467600"/>
              <a:gd name="connsiteY683" fmla="*/ 3411496 h 6858000"/>
              <a:gd name="connsiteX684" fmla="*/ 3182620 w 7467600"/>
              <a:gd name="connsiteY684" fmla="*/ 3483279 h 6858000"/>
              <a:gd name="connsiteX685" fmla="*/ 2435119 w 7467600"/>
              <a:gd name="connsiteY685" fmla="*/ 3080173 h 6858000"/>
              <a:gd name="connsiteX686" fmla="*/ 2410152 w 7467600"/>
              <a:gd name="connsiteY686" fmla="*/ 3063751 h 6858000"/>
              <a:gd name="connsiteX687" fmla="*/ 2408099 w 7467600"/>
              <a:gd name="connsiteY687" fmla="*/ 3064403 h 6858000"/>
              <a:gd name="connsiteX688" fmla="*/ 2407218 w 7467600"/>
              <a:gd name="connsiteY688" fmla="*/ 3070324 h 6858000"/>
              <a:gd name="connsiteX689" fmla="*/ 2380138 w 7467600"/>
              <a:gd name="connsiteY689" fmla="*/ 3099341 h 6858000"/>
              <a:gd name="connsiteX690" fmla="*/ 1765923 w 7467600"/>
              <a:gd name="connsiteY690" fmla="*/ 3581043 h 6858000"/>
              <a:gd name="connsiteX691" fmla="*/ 1702258 w 7467600"/>
              <a:gd name="connsiteY691" fmla="*/ 3612286 h 6858000"/>
              <a:gd name="connsiteX692" fmla="*/ 1538370 w 7467600"/>
              <a:gd name="connsiteY692" fmla="*/ 3811804 h 6858000"/>
              <a:gd name="connsiteX693" fmla="*/ 542867 w 7467600"/>
              <a:gd name="connsiteY693" fmla="*/ 4944092 h 6858000"/>
              <a:gd name="connsiteX694" fmla="*/ 515800 w 7467600"/>
              <a:gd name="connsiteY694" fmla="*/ 4862180 h 6858000"/>
              <a:gd name="connsiteX695" fmla="*/ 909145 w 7467600"/>
              <a:gd name="connsiteY695" fmla="*/ 4199225 h 6858000"/>
              <a:gd name="connsiteX696" fmla="*/ 1214067 w 7467600"/>
              <a:gd name="connsiteY696" fmla="*/ 3908561 h 6858000"/>
              <a:gd name="connsiteX697" fmla="*/ 640967 w 7467600"/>
              <a:gd name="connsiteY697" fmla="*/ 4105601 h 6858000"/>
              <a:gd name="connsiteX698" fmla="*/ 112563 w 7467600"/>
              <a:gd name="connsiteY698" fmla="*/ 4396952 h 6858000"/>
              <a:gd name="connsiteX699" fmla="*/ 0 w 7467600"/>
              <a:gd name="connsiteY699" fmla="*/ 4466006 h 6858000"/>
              <a:gd name="connsiteX700" fmla="*/ 0 w 7467600"/>
              <a:gd name="connsiteY700" fmla="*/ 4233763 h 6858000"/>
              <a:gd name="connsiteX701" fmla="*/ 36881 w 7467600"/>
              <a:gd name="connsiteY701" fmla="*/ 4200118 h 6858000"/>
              <a:gd name="connsiteX702" fmla="*/ 910534 w 7467600"/>
              <a:gd name="connsiteY702" fmla="*/ 3629753 h 6858000"/>
              <a:gd name="connsiteX703" fmla="*/ 1578717 w 7467600"/>
              <a:gd name="connsiteY703" fmla="*/ 3575982 h 6858000"/>
              <a:gd name="connsiteX704" fmla="*/ 2338780 w 7467600"/>
              <a:gd name="connsiteY704" fmla="*/ 3033725 h 6858000"/>
              <a:gd name="connsiteX705" fmla="*/ 1807991 w 7467600"/>
              <a:gd name="connsiteY705" fmla="*/ 2807184 h 6858000"/>
              <a:gd name="connsiteX706" fmla="*/ 1416358 w 7467600"/>
              <a:gd name="connsiteY706" fmla="*/ 3112571 h 6858000"/>
              <a:gd name="connsiteX707" fmla="*/ 939066 w 7467600"/>
              <a:gd name="connsiteY707" fmla="*/ 3378798 h 6858000"/>
              <a:gd name="connsiteX708" fmla="*/ 115099 w 7467600"/>
              <a:gd name="connsiteY708" fmla="*/ 3607650 h 6858000"/>
              <a:gd name="connsiteX709" fmla="*/ 97284 w 7467600"/>
              <a:gd name="connsiteY709" fmla="*/ 3520393 h 6858000"/>
              <a:gd name="connsiteX710" fmla="*/ 922050 w 7467600"/>
              <a:gd name="connsiteY710" fmla="*/ 3074867 h 6858000"/>
              <a:gd name="connsiteX711" fmla="*/ 1405265 w 7467600"/>
              <a:gd name="connsiteY711" fmla="*/ 3016319 h 6858000"/>
              <a:gd name="connsiteX712" fmla="*/ 1407512 w 7467600"/>
              <a:gd name="connsiteY712" fmla="*/ 3018001 h 6858000"/>
              <a:gd name="connsiteX713" fmla="*/ 1726266 w 7467600"/>
              <a:gd name="connsiteY713" fmla="*/ 2777274 h 6858000"/>
              <a:gd name="connsiteX714" fmla="*/ 625390 w 7467600"/>
              <a:gd name="connsiteY714" fmla="*/ 2514541 h 6858000"/>
              <a:gd name="connsiteX715" fmla="*/ 619799 w 7467600"/>
              <a:gd name="connsiteY715" fmla="*/ 2527180 h 6858000"/>
              <a:gd name="connsiteX716" fmla="*/ 310030 w 7467600"/>
              <a:gd name="connsiteY716" fmla="*/ 2771818 h 6858000"/>
              <a:gd name="connsiteX717" fmla="*/ 173877 w 7467600"/>
              <a:gd name="connsiteY717" fmla="*/ 2937056 h 6858000"/>
              <a:gd name="connsiteX718" fmla="*/ 77889 w 7467600"/>
              <a:gd name="connsiteY718" fmla="*/ 3138440 h 6858000"/>
              <a:gd name="connsiteX719" fmla="*/ 0 w 7467600"/>
              <a:gd name="connsiteY719" fmla="*/ 3271395 h 6858000"/>
              <a:gd name="connsiteX720" fmla="*/ 0 w 7467600"/>
              <a:gd name="connsiteY720" fmla="*/ 3153002 h 6858000"/>
              <a:gd name="connsiteX721" fmla="*/ 2386 w 7467600"/>
              <a:gd name="connsiteY721" fmla="*/ 3149203 h 6858000"/>
              <a:gd name="connsiteX722" fmla="*/ 89753 w 7467600"/>
              <a:gd name="connsiteY722" fmla="*/ 2987702 h 6858000"/>
              <a:gd name="connsiteX723" fmla="*/ 76869 w 7467600"/>
              <a:gd name="connsiteY723" fmla="*/ 3005404 h 6858000"/>
              <a:gd name="connsiteX724" fmla="*/ 32049 w 7467600"/>
              <a:gd name="connsiteY724" fmla="*/ 3065814 h 6858000"/>
              <a:gd name="connsiteX725" fmla="*/ 0 w 7467600"/>
              <a:gd name="connsiteY725" fmla="*/ 3108744 h 6858000"/>
              <a:gd name="connsiteX726" fmla="*/ 0 w 7467600"/>
              <a:gd name="connsiteY726" fmla="*/ 3058059 h 6858000"/>
              <a:gd name="connsiteX727" fmla="*/ 7610 w 7467600"/>
              <a:gd name="connsiteY727" fmla="*/ 3047889 h 6858000"/>
              <a:gd name="connsiteX728" fmla="*/ 52419 w 7467600"/>
              <a:gd name="connsiteY728" fmla="*/ 2987479 h 6858000"/>
              <a:gd name="connsiteX729" fmla="*/ 59142 w 7467600"/>
              <a:gd name="connsiteY729" fmla="*/ 2978488 h 6858000"/>
              <a:gd name="connsiteX730" fmla="*/ 0 w 7467600"/>
              <a:gd name="connsiteY730" fmla="*/ 3015334 h 6858000"/>
              <a:gd name="connsiteX731" fmla="*/ 0 w 7467600"/>
              <a:gd name="connsiteY731" fmla="*/ 2914286 h 6858000"/>
              <a:gd name="connsiteX732" fmla="*/ 36383 w 7467600"/>
              <a:gd name="connsiteY732" fmla="*/ 2901128 h 6858000"/>
              <a:gd name="connsiteX733" fmla="*/ 156329 w 7467600"/>
              <a:gd name="connsiteY733" fmla="*/ 2840533 h 6858000"/>
              <a:gd name="connsiteX734" fmla="*/ 358355 w 7467600"/>
              <a:gd name="connsiteY734" fmla="*/ 2620471 h 6858000"/>
              <a:gd name="connsiteX735" fmla="*/ 510577 w 7467600"/>
              <a:gd name="connsiteY735" fmla="*/ 2501244 h 6858000"/>
              <a:gd name="connsiteX736" fmla="*/ 211967 w 7467600"/>
              <a:gd name="connsiteY736" fmla="*/ 2479171 h 6858000"/>
              <a:gd name="connsiteX737" fmla="*/ 0 w 7467600"/>
              <a:gd name="connsiteY737" fmla="*/ 2476398 h 6858000"/>
              <a:gd name="connsiteX738" fmla="*/ 0 w 7467600"/>
              <a:gd name="connsiteY738" fmla="*/ 2389189 h 6858000"/>
              <a:gd name="connsiteX739" fmla="*/ 103062 w 7467600"/>
              <a:gd name="connsiteY739" fmla="*/ 2389518 h 6858000"/>
              <a:gd name="connsiteX740" fmla="*/ 510734 w 7467600"/>
              <a:gd name="connsiteY740" fmla="*/ 2416201 h 6858000"/>
              <a:gd name="connsiteX741" fmla="*/ 279257 w 7467600"/>
              <a:gd name="connsiteY741" fmla="*/ 2092102 h 6858000"/>
              <a:gd name="connsiteX742" fmla="*/ 65265 w 7467600"/>
              <a:gd name="connsiteY742" fmla="*/ 2006049 h 6858000"/>
              <a:gd name="connsiteX743" fmla="*/ 0 w 7467600"/>
              <a:gd name="connsiteY743" fmla="*/ 1982532 h 6858000"/>
              <a:gd name="connsiteX744" fmla="*/ 0 w 7467600"/>
              <a:gd name="connsiteY744" fmla="*/ 1912789 h 6858000"/>
              <a:gd name="connsiteX745" fmla="*/ 97460 w 7467600"/>
              <a:gd name="connsiteY745" fmla="*/ 1953725 h 6858000"/>
              <a:gd name="connsiteX746" fmla="*/ 221272 w 7467600"/>
              <a:gd name="connsiteY746" fmla="*/ 1980766 h 6858000"/>
              <a:gd name="connsiteX747" fmla="*/ 116765 w 7467600"/>
              <a:gd name="connsiteY747" fmla="*/ 1911033 h 6858000"/>
              <a:gd name="connsiteX748" fmla="*/ 16405 w 7467600"/>
              <a:gd name="connsiteY748" fmla="*/ 1803412 h 6858000"/>
              <a:gd name="connsiteX749" fmla="*/ 0 w 7467600"/>
              <a:gd name="connsiteY749" fmla="*/ 1784777 h 6858000"/>
              <a:gd name="connsiteX750" fmla="*/ 0 w 7467600"/>
              <a:gd name="connsiteY750" fmla="*/ 1740082 h 6858000"/>
              <a:gd name="connsiteX751" fmla="*/ 39394 w 7467600"/>
              <a:gd name="connsiteY751" fmla="*/ 1784856 h 6858000"/>
              <a:gd name="connsiteX752" fmla="*/ 135813 w 7467600"/>
              <a:gd name="connsiteY752" fmla="*/ 1888838 h 6858000"/>
              <a:gd name="connsiteX753" fmla="*/ 242575 w 7467600"/>
              <a:gd name="connsiteY753" fmla="*/ 1958841 h 6858000"/>
              <a:gd name="connsiteX754" fmla="*/ 82197 w 7467600"/>
              <a:gd name="connsiteY754" fmla="*/ 1754826 h 6858000"/>
              <a:gd name="connsiteX755" fmla="*/ 0 w 7467600"/>
              <a:gd name="connsiteY755" fmla="*/ 1679650 h 6858000"/>
              <a:gd name="connsiteX756" fmla="*/ 0 w 7467600"/>
              <a:gd name="connsiteY756" fmla="*/ 1602463 h 6858000"/>
              <a:gd name="connsiteX757" fmla="*/ 84689 w 7467600"/>
              <a:gd name="connsiteY757" fmla="*/ 1677442 h 6858000"/>
              <a:gd name="connsiteX758" fmla="*/ 298437 w 7467600"/>
              <a:gd name="connsiteY758" fmla="*/ 1968019 h 6858000"/>
              <a:gd name="connsiteX759" fmla="*/ 227269 w 7467600"/>
              <a:gd name="connsiteY759" fmla="*/ 1114064 h 6858000"/>
              <a:gd name="connsiteX760" fmla="*/ 248003 w 7467600"/>
              <a:gd name="connsiteY760" fmla="*/ 1089613 h 6858000"/>
              <a:gd name="connsiteX761" fmla="*/ 427020 w 7467600"/>
              <a:gd name="connsiteY761" fmla="*/ 1619803 h 6858000"/>
              <a:gd name="connsiteX762" fmla="*/ 340345 w 7467600"/>
              <a:gd name="connsiteY762" fmla="*/ 2027739 h 6858000"/>
              <a:gd name="connsiteX763" fmla="*/ 360865 w 7467600"/>
              <a:gd name="connsiteY763" fmla="*/ 2044827 h 6858000"/>
              <a:gd name="connsiteX764" fmla="*/ 560414 w 7467600"/>
              <a:gd name="connsiteY764" fmla="*/ 2421457 h 6858000"/>
              <a:gd name="connsiteX765" fmla="*/ 1359703 w 7467600"/>
              <a:gd name="connsiteY765" fmla="*/ 2578554 h 6858000"/>
              <a:gd name="connsiteX766" fmla="*/ 1359422 w 7467600"/>
              <a:gd name="connsiteY766" fmla="*/ 2577994 h 6858000"/>
              <a:gd name="connsiteX767" fmla="*/ 828701 w 7467600"/>
              <a:gd name="connsiteY767" fmla="*/ 1839520 h 6858000"/>
              <a:gd name="connsiteX768" fmla="*/ 494427 w 7467600"/>
              <a:gd name="connsiteY768" fmla="*/ 1092333 h 6858000"/>
              <a:gd name="connsiteX769" fmla="*/ 506322 w 7467600"/>
              <a:gd name="connsiteY769" fmla="*/ 1020997 h 6858000"/>
              <a:gd name="connsiteX770" fmla="*/ 4570198 w 7467600"/>
              <a:gd name="connsiteY770" fmla="*/ 978081 h 6858000"/>
              <a:gd name="connsiteX771" fmla="*/ 4523691 w 7467600"/>
              <a:gd name="connsiteY771" fmla="*/ 1127776 h 6858000"/>
              <a:gd name="connsiteX772" fmla="*/ 4509875 w 7467600"/>
              <a:gd name="connsiteY772" fmla="*/ 1167552 h 6858000"/>
              <a:gd name="connsiteX773" fmla="*/ 4478168 w 7467600"/>
              <a:gd name="connsiteY773" fmla="*/ 1260735 h 6858000"/>
              <a:gd name="connsiteX774" fmla="*/ 4409309 w 7467600"/>
              <a:gd name="connsiteY774" fmla="*/ 1666996 h 6858000"/>
              <a:gd name="connsiteX775" fmla="*/ 4370031 w 7467600"/>
              <a:gd name="connsiteY775" fmla="*/ 1955666 h 6858000"/>
              <a:gd name="connsiteX776" fmla="*/ 4570198 w 7467600"/>
              <a:gd name="connsiteY776" fmla="*/ 978081 h 6858000"/>
              <a:gd name="connsiteX777" fmla="*/ 4557898 w 7467600"/>
              <a:gd name="connsiteY777" fmla="*/ 900011 h 6858000"/>
              <a:gd name="connsiteX778" fmla="*/ 4344840 w 7467600"/>
              <a:gd name="connsiteY778" fmla="*/ 1922038 h 6858000"/>
              <a:gd name="connsiteX779" fmla="*/ 4378710 w 7467600"/>
              <a:gd name="connsiteY779" fmla="*/ 1665516 h 6858000"/>
              <a:gd name="connsiteX780" fmla="*/ 4448798 w 7467600"/>
              <a:gd name="connsiteY780" fmla="*/ 1253024 h 6858000"/>
              <a:gd name="connsiteX781" fmla="*/ 4480315 w 7467600"/>
              <a:gd name="connsiteY781" fmla="*/ 1158454 h 6858000"/>
              <a:gd name="connsiteX782" fmla="*/ 4494133 w 7467600"/>
              <a:gd name="connsiteY782" fmla="*/ 1118676 h 6858000"/>
              <a:gd name="connsiteX783" fmla="*/ 4557898 w 7467600"/>
              <a:gd name="connsiteY783" fmla="*/ 900011 h 6858000"/>
              <a:gd name="connsiteX784" fmla="*/ 5870151 w 7467600"/>
              <a:gd name="connsiteY784" fmla="*/ 898890 h 6858000"/>
              <a:gd name="connsiteX785" fmla="*/ 5861335 w 7467600"/>
              <a:gd name="connsiteY785" fmla="*/ 899177 h 6858000"/>
              <a:gd name="connsiteX786" fmla="*/ 5843702 w 7467600"/>
              <a:gd name="connsiteY786" fmla="*/ 899748 h 6858000"/>
              <a:gd name="connsiteX787" fmla="*/ 5651107 w 7467600"/>
              <a:gd name="connsiteY787" fmla="*/ 920306 h 6858000"/>
              <a:gd name="connsiteX788" fmla="*/ 5459407 w 7467600"/>
              <a:gd name="connsiteY788" fmla="*/ 940975 h 6858000"/>
              <a:gd name="connsiteX789" fmla="*/ 5374846 w 7467600"/>
              <a:gd name="connsiteY789" fmla="*/ 941988 h 6858000"/>
              <a:gd name="connsiteX790" fmla="*/ 5256105 w 7467600"/>
              <a:gd name="connsiteY790" fmla="*/ 945632 h 6858000"/>
              <a:gd name="connsiteX791" fmla="*/ 5107071 w 7467600"/>
              <a:gd name="connsiteY791" fmla="*/ 969720 h 6858000"/>
              <a:gd name="connsiteX792" fmla="*/ 4998681 w 7467600"/>
              <a:gd name="connsiteY792" fmla="*/ 988771 h 6858000"/>
              <a:gd name="connsiteX793" fmla="*/ 5870151 w 7467600"/>
              <a:gd name="connsiteY793" fmla="*/ 898890 h 6858000"/>
              <a:gd name="connsiteX794" fmla="*/ 5504425 w 7467600"/>
              <a:gd name="connsiteY794" fmla="*/ 848067 h 6858000"/>
              <a:gd name="connsiteX795" fmla="*/ 4968849 w 7467600"/>
              <a:gd name="connsiteY795" fmla="*/ 962318 h 6858000"/>
              <a:gd name="connsiteX796" fmla="*/ 5104039 w 7467600"/>
              <a:gd name="connsiteY796" fmla="*/ 940634 h 6858000"/>
              <a:gd name="connsiteX797" fmla="*/ 5256311 w 7467600"/>
              <a:gd name="connsiteY797" fmla="*/ 916490 h 6858000"/>
              <a:gd name="connsiteX798" fmla="*/ 5377381 w 7467600"/>
              <a:gd name="connsiteY798" fmla="*/ 912671 h 6858000"/>
              <a:gd name="connsiteX799" fmla="*/ 5460148 w 7467600"/>
              <a:gd name="connsiteY799" fmla="*/ 911442 h 6858000"/>
              <a:gd name="connsiteX800" fmla="*/ 5648971 w 7467600"/>
              <a:gd name="connsiteY800" fmla="*/ 891331 h 6858000"/>
              <a:gd name="connsiteX801" fmla="*/ 5844807 w 7467600"/>
              <a:gd name="connsiteY801" fmla="*/ 870718 h 6858000"/>
              <a:gd name="connsiteX802" fmla="*/ 5862975 w 7467600"/>
              <a:gd name="connsiteY802" fmla="*/ 869756 h 6858000"/>
              <a:gd name="connsiteX803" fmla="*/ 5920887 w 7467600"/>
              <a:gd name="connsiteY803" fmla="*/ 865929 h 6858000"/>
              <a:gd name="connsiteX804" fmla="*/ 5504425 w 7467600"/>
              <a:gd name="connsiteY804" fmla="*/ 848067 h 6858000"/>
              <a:gd name="connsiteX805" fmla="*/ 3607114 w 7467600"/>
              <a:gd name="connsiteY805" fmla="*/ 467441 h 6858000"/>
              <a:gd name="connsiteX806" fmla="*/ 3296242 w 7467600"/>
              <a:gd name="connsiteY806" fmla="*/ 807991 h 6858000"/>
              <a:gd name="connsiteX807" fmla="*/ 3174674 w 7467600"/>
              <a:gd name="connsiteY807" fmla="*/ 919759 h 6858000"/>
              <a:gd name="connsiteX808" fmla="*/ 3042978 w 7467600"/>
              <a:gd name="connsiteY808" fmla="*/ 1054894 h 6858000"/>
              <a:gd name="connsiteX809" fmla="*/ 2968914 w 7467600"/>
              <a:gd name="connsiteY809" fmla="*/ 1133756 h 6858000"/>
              <a:gd name="connsiteX810" fmla="*/ 3103823 w 7467600"/>
              <a:gd name="connsiteY810" fmla="*/ 1026814 h 6858000"/>
              <a:gd name="connsiteX811" fmla="*/ 3607114 w 7467600"/>
              <a:gd name="connsiteY811" fmla="*/ 467441 h 6858000"/>
              <a:gd name="connsiteX812" fmla="*/ 3744487 w 7467600"/>
              <a:gd name="connsiteY812" fmla="*/ 383136 h 6858000"/>
              <a:gd name="connsiteX813" fmla="*/ 3970213 w 7467600"/>
              <a:gd name="connsiteY813" fmla="*/ 995559 h 6858000"/>
              <a:gd name="connsiteX814" fmla="*/ 3744487 w 7467600"/>
              <a:gd name="connsiteY814" fmla="*/ 383136 h 6858000"/>
              <a:gd name="connsiteX815" fmla="*/ 3624562 w 7467600"/>
              <a:gd name="connsiteY815" fmla="*/ 367041 h 6858000"/>
              <a:gd name="connsiteX816" fmla="*/ 3489712 w 7467600"/>
              <a:gd name="connsiteY816" fmla="*/ 485386 h 6858000"/>
              <a:gd name="connsiteX817" fmla="*/ 3182994 w 7467600"/>
              <a:gd name="connsiteY817" fmla="*/ 828265 h 6858000"/>
              <a:gd name="connsiteX818" fmla="*/ 2892114 w 7467600"/>
              <a:gd name="connsiteY818" fmla="*/ 1172635 h 6858000"/>
              <a:gd name="connsiteX819" fmla="*/ 3021459 w 7467600"/>
              <a:gd name="connsiteY819" fmla="*/ 1035385 h 6858000"/>
              <a:gd name="connsiteX820" fmla="*/ 3153873 w 7467600"/>
              <a:gd name="connsiteY820" fmla="*/ 898971 h 6858000"/>
              <a:gd name="connsiteX821" fmla="*/ 3276511 w 7467600"/>
              <a:gd name="connsiteY821" fmla="*/ 786423 h 6858000"/>
              <a:gd name="connsiteX822" fmla="*/ 3584154 w 7467600"/>
              <a:gd name="connsiteY822" fmla="*/ 448218 h 6858000"/>
              <a:gd name="connsiteX823" fmla="*/ 3624562 w 7467600"/>
              <a:gd name="connsiteY823" fmla="*/ 367041 h 6858000"/>
              <a:gd name="connsiteX824" fmla="*/ 3766672 w 7467600"/>
              <a:gd name="connsiteY824" fmla="*/ 359429 h 6858000"/>
              <a:gd name="connsiteX825" fmla="*/ 3996338 w 7467600"/>
              <a:gd name="connsiteY825" fmla="*/ 968237 h 6858000"/>
              <a:gd name="connsiteX826" fmla="*/ 3766672 w 7467600"/>
              <a:gd name="connsiteY826" fmla="*/ 359429 h 6858000"/>
              <a:gd name="connsiteX827" fmla="*/ 5805386 w 7467600"/>
              <a:gd name="connsiteY827" fmla="*/ 239240 h 6858000"/>
              <a:gd name="connsiteX828" fmla="*/ 5736947 w 7467600"/>
              <a:gd name="connsiteY828" fmla="*/ 261367 h 6858000"/>
              <a:gd name="connsiteX829" fmla="*/ 5427012 w 7467600"/>
              <a:gd name="connsiteY829" fmla="*/ 311272 h 6858000"/>
              <a:gd name="connsiteX830" fmla="*/ 5147818 w 7467600"/>
              <a:gd name="connsiteY830" fmla="*/ 322112 h 6858000"/>
              <a:gd name="connsiteX831" fmla="*/ 5060854 w 7467600"/>
              <a:gd name="connsiteY831" fmla="*/ 311882 h 6858000"/>
              <a:gd name="connsiteX832" fmla="*/ 4945989 w 7467600"/>
              <a:gd name="connsiteY832" fmla="*/ 300516 h 6858000"/>
              <a:gd name="connsiteX833" fmla="*/ 5410479 w 7467600"/>
              <a:gd name="connsiteY833" fmla="*/ 348434 h 6858000"/>
              <a:gd name="connsiteX834" fmla="*/ 5805386 w 7467600"/>
              <a:gd name="connsiteY834" fmla="*/ 239240 h 6858000"/>
              <a:gd name="connsiteX835" fmla="*/ 5905192 w 7467600"/>
              <a:gd name="connsiteY835" fmla="*/ 163079 h 6858000"/>
              <a:gd name="connsiteX836" fmla="*/ 5865655 w 7467600"/>
              <a:gd name="connsiteY836" fmla="*/ 171901 h 6858000"/>
              <a:gd name="connsiteX837" fmla="*/ 5259740 w 7467600"/>
              <a:gd name="connsiteY837" fmla="*/ 257013 h 6858000"/>
              <a:gd name="connsiteX838" fmla="*/ 5208466 w 7467600"/>
              <a:gd name="connsiteY838" fmla="*/ 257550 h 6858000"/>
              <a:gd name="connsiteX839" fmla="*/ 4980204 w 7467600"/>
              <a:gd name="connsiteY839" fmla="*/ 271903 h 6858000"/>
              <a:gd name="connsiteX840" fmla="*/ 5068068 w 7467600"/>
              <a:gd name="connsiteY840" fmla="*/ 282244 h 6858000"/>
              <a:gd name="connsiteX841" fmla="*/ 5153231 w 7467600"/>
              <a:gd name="connsiteY841" fmla="*/ 292240 h 6858000"/>
              <a:gd name="connsiteX842" fmla="*/ 5426491 w 7467600"/>
              <a:gd name="connsiteY842" fmla="*/ 281128 h 6858000"/>
              <a:gd name="connsiteX843" fmla="*/ 5731212 w 7467600"/>
              <a:gd name="connsiteY843" fmla="*/ 231951 h 6858000"/>
              <a:gd name="connsiteX844" fmla="*/ 5905192 w 7467600"/>
              <a:gd name="connsiteY844" fmla="*/ 163079 h 6858000"/>
              <a:gd name="connsiteX845" fmla="*/ 5944437 w 7467600"/>
              <a:gd name="connsiteY845" fmla="*/ 113829 h 6858000"/>
              <a:gd name="connsiteX846" fmla="*/ 5825032 w 7467600"/>
              <a:gd name="connsiteY846" fmla="*/ 146405 h 6858000"/>
              <a:gd name="connsiteX847" fmla="*/ 4955599 w 7467600"/>
              <a:gd name="connsiteY847" fmla="*/ 247008 h 6858000"/>
              <a:gd name="connsiteX848" fmla="*/ 5210104 w 7467600"/>
              <a:gd name="connsiteY848" fmla="*/ 228123 h 6858000"/>
              <a:gd name="connsiteX849" fmla="*/ 5261015 w 7467600"/>
              <a:gd name="connsiteY849" fmla="*/ 227087 h 6858000"/>
              <a:gd name="connsiteX850" fmla="*/ 5861181 w 7467600"/>
              <a:gd name="connsiteY850" fmla="*/ 143093 h 6858000"/>
              <a:gd name="connsiteX851" fmla="*/ 5961252 w 7467600"/>
              <a:gd name="connsiteY851" fmla="*/ 114820 h 6858000"/>
              <a:gd name="connsiteX852" fmla="*/ 5944437 w 7467600"/>
              <a:gd name="connsiteY852" fmla="*/ 113829 h 6858000"/>
              <a:gd name="connsiteX853" fmla="*/ 3882765 w 7467600"/>
              <a:gd name="connsiteY853" fmla="*/ 0 h 6858000"/>
              <a:gd name="connsiteX854" fmla="*/ 3995099 w 7467600"/>
              <a:gd name="connsiteY854" fmla="*/ 0 h 6858000"/>
              <a:gd name="connsiteX855" fmla="*/ 4163818 w 7467600"/>
              <a:gd name="connsiteY855" fmla="*/ 234104 h 6858000"/>
              <a:gd name="connsiteX856" fmla="*/ 4172099 w 7467600"/>
              <a:gd name="connsiteY856" fmla="*/ 234207 h 6858000"/>
              <a:gd name="connsiteX857" fmla="*/ 4784282 w 7467600"/>
              <a:gd name="connsiteY857" fmla="*/ 276561 h 6858000"/>
              <a:gd name="connsiteX858" fmla="*/ 4801687 w 7467600"/>
              <a:gd name="connsiteY858" fmla="*/ 267764 h 6858000"/>
              <a:gd name="connsiteX859" fmla="*/ 6082788 w 7467600"/>
              <a:gd name="connsiteY859" fmla="*/ 64119 h 6858000"/>
              <a:gd name="connsiteX860" fmla="*/ 6099442 w 7467600"/>
              <a:gd name="connsiteY860" fmla="*/ 82568 h 6858000"/>
              <a:gd name="connsiteX861" fmla="*/ 4804137 w 7467600"/>
              <a:gd name="connsiteY861" fmla="*/ 320931 h 6858000"/>
              <a:gd name="connsiteX862" fmla="*/ 4227047 w 7467600"/>
              <a:gd name="connsiteY862" fmla="*/ 313415 h 6858000"/>
              <a:gd name="connsiteX863" fmla="*/ 4346041 w 7467600"/>
              <a:gd name="connsiteY863" fmla="*/ 456086 h 6858000"/>
              <a:gd name="connsiteX864" fmla="*/ 4870967 w 7467600"/>
              <a:gd name="connsiteY864" fmla="*/ 963061 h 6858000"/>
              <a:gd name="connsiteX865" fmla="*/ 4889647 w 7467600"/>
              <a:gd name="connsiteY865" fmla="*/ 957147 h 6858000"/>
              <a:gd name="connsiteX866" fmla="*/ 5422504 w 7467600"/>
              <a:gd name="connsiteY866" fmla="*/ 805191 h 6858000"/>
              <a:gd name="connsiteX867" fmla="*/ 6087656 w 7467600"/>
              <a:gd name="connsiteY867" fmla="*/ 826703 h 6858000"/>
              <a:gd name="connsiteX868" fmla="*/ 6058717 w 7467600"/>
              <a:gd name="connsiteY868" fmla="*/ 865992 h 6858000"/>
              <a:gd name="connsiteX869" fmla="*/ 4974153 w 7467600"/>
              <a:gd name="connsiteY869" fmla="*/ 1045456 h 6858000"/>
              <a:gd name="connsiteX870" fmla="*/ 5627835 w 7467600"/>
              <a:gd name="connsiteY870" fmla="*/ 1472077 h 6858000"/>
              <a:gd name="connsiteX871" fmla="*/ 5629817 w 7467600"/>
              <a:gd name="connsiteY871" fmla="*/ 1471412 h 6858000"/>
              <a:gd name="connsiteX872" fmla="*/ 5634124 w 7467600"/>
              <a:gd name="connsiteY872" fmla="*/ 1470572 h 6858000"/>
              <a:gd name="connsiteX873" fmla="*/ 5755832 w 7467600"/>
              <a:gd name="connsiteY873" fmla="*/ 1383886 h 6858000"/>
              <a:gd name="connsiteX874" fmla="*/ 6014186 w 7467600"/>
              <a:gd name="connsiteY874" fmla="*/ 1279799 h 6858000"/>
              <a:gd name="connsiteX875" fmla="*/ 6901619 w 7467600"/>
              <a:gd name="connsiteY875" fmla="*/ 1047874 h 6858000"/>
              <a:gd name="connsiteX876" fmla="*/ 6931566 w 7467600"/>
              <a:gd name="connsiteY876" fmla="*/ 1062034 h 6858000"/>
              <a:gd name="connsiteX877" fmla="*/ 5790982 w 7467600"/>
              <a:gd name="connsiteY877" fmla="*/ 1561380 h 6858000"/>
              <a:gd name="connsiteX878" fmla="*/ 6188971 w 7467600"/>
              <a:gd name="connsiteY878" fmla="*/ 1755168 h 6858000"/>
              <a:gd name="connsiteX879" fmla="*/ 6202446 w 7467600"/>
              <a:gd name="connsiteY879" fmla="*/ 1752268 h 6858000"/>
              <a:gd name="connsiteX880" fmla="*/ 7179560 w 7467600"/>
              <a:gd name="connsiteY880" fmla="*/ 1467551 h 6858000"/>
              <a:gd name="connsiteX881" fmla="*/ 7158730 w 7467600"/>
              <a:gd name="connsiteY881" fmla="*/ 1507835 h 6858000"/>
              <a:gd name="connsiteX882" fmla="*/ 6326959 w 7467600"/>
              <a:gd name="connsiteY882" fmla="*/ 1817686 h 6858000"/>
              <a:gd name="connsiteX883" fmla="*/ 6537433 w 7467600"/>
              <a:gd name="connsiteY883" fmla="*/ 1907790 h 6858000"/>
              <a:gd name="connsiteX884" fmla="*/ 6550221 w 7467600"/>
              <a:gd name="connsiteY884" fmla="*/ 1910729 h 6858000"/>
              <a:gd name="connsiteX885" fmla="*/ 6964438 w 7467600"/>
              <a:gd name="connsiteY885" fmla="*/ 2209505 h 6858000"/>
              <a:gd name="connsiteX886" fmla="*/ 7367862 w 7467600"/>
              <a:gd name="connsiteY886" fmla="*/ 2806833 h 6858000"/>
              <a:gd name="connsiteX887" fmla="*/ 7364329 w 7467600"/>
              <a:gd name="connsiteY887" fmla="*/ 2826907 h 6858000"/>
              <a:gd name="connsiteX888" fmla="*/ 7290545 w 7467600"/>
              <a:gd name="connsiteY888" fmla="*/ 2850663 h 6858000"/>
              <a:gd name="connsiteX889" fmla="*/ 6472036 w 7467600"/>
              <a:gd name="connsiteY889" fmla="*/ 1959003 h 6858000"/>
              <a:gd name="connsiteX890" fmla="*/ 5792897 w 7467600"/>
              <a:gd name="connsiteY890" fmla="*/ 1647747 h 6858000"/>
              <a:gd name="connsiteX891" fmla="*/ 5842751 w 7467600"/>
              <a:gd name="connsiteY891" fmla="*/ 1816112 h 6858000"/>
              <a:gd name="connsiteX892" fmla="*/ 5847424 w 7467600"/>
              <a:gd name="connsiteY892" fmla="*/ 1815776 h 6858000"/>
              <a:gd name="connsiteX893" fmla="*/ 6399821 w 7467600"/>
              <a:gd name="connsiteY893" fmla="*/ 2344799 h 6858000"/>
              <a:gd name="connsiteX894" fmla="*/ 6323232 w 7467600"/>
              <a:gd name="connsiteY894" fmla="*/ 2389634 h 6858000"/>
              <a:gd name="connsiteX895" fmla="*/ 5942958 w 7467600"/>
              <a:gd name="connsiteY895" fmla="*/ 2077708 h 6858000"/>
              <a:gd name="connsiteX896" fmla="*/ 5921559 w 7467600"/>
              <a:gd name="connsiteY896" fmla="*/ 2378596 h 6858000"/>
              <a:gd name="connsiteX897" fmla="*/ 5817651 w 7467600"/>
              <a:gd name="connsiteY897" fmla="*/ 3023919 h 6858000"/>
              <a:gd name="connsiteX898" fmla="*/ 5729634 w 7467600"/>
              <a:gd name="connsiteY898" fmla="*/ 3051849 h 6858000"/>
              <a:gd name="connsiteX899" fmla="*/ 5611018 w 7467600"/>
              <a:gd name="connsiteY899" fmla="*/ 2316769 h 6858000"/>
              <a:gd name="connsiteX900" fmla="*/ 5687608 w 7467600"/>
              <a:gd name="connsiteY900" fmla="*/ 2039972 h 6858000"/>
              <a:gd name="connsiteX901" fmla="*/ 5657554 w 7467600"/>
              <a:gd name="connsiteY901" fmla="*/ 1576445 h 6858000"/>
              <a:gd name="connsiteX902" fmla="*/ 5150475 w 7467600"/>
              <a:gd name="connsiteY902" fmla="*/ 1274012 h 6858000"/>
              <a:gd name="connsiteX903" fmla="*/ 5349142 w 7467600"/>
              <a:gd name="connsiteY903" fmla="*/ 2204405 h 6858000"/>
              <a:gd name="connsiteX904" fmla="*/ 5262214 w 7467600"/>
              <a:gd name="connsiteY904" fmla="*/ 2233836 h 6858000"/>
              <a:gd name="connsiteX905" fmla="*/ 4981539 w 7467600"/>
              <a:gd name="connsiteY905" fmla="*/ 1542201 h 6858000"/>
              <a:gd name="connsiteX906" fmla="*/ 4958461 w 7467600"/>
              <a:gd name="connsiteY906" fmla="*/ 1136957 h 6858000"/>
              <a:gd name="connsiteX907" fmla="*/ 4655015 w 7467600"/>
              <a:gd name="connsiteY907" fmla="*/ 891426 h 6858000"/>
              <a:gd name="connsiteX908" fmla="*/ 4348002 w 7467600"/>
              <a:gd name="connsiteY908" fmla="*/ 2205895 h 6858000"/>
              <a:gd name="connsiteX909" fmla="*/ 4262250 w 7467600"/>
              <a:gd name="connsiteY909" fmla="*/ 2219972 h 6858000"/>
              <a:gd name="connsiteX910" fmla="*/ 4550611 w 7467600"/>
              <a:gd name="connsiteY910" fmla="*/ 817540 h 6858000"/>
              <a:gd name="connsiteX911" fmla="*/ 4564418 w 7467600"/>
              <a:gd name="connsiteY911" fmla="*/ 808293 h 6858000"/>
              <a:gd name="connsiteX912" fmla="*/ 4266388 w 7467600"/>
              <a:gd name="connsiteY912" fmla="*/ 500083 h 6858000"/>
              <a:gd name="connsiteX913" fmla="*/ 4032842 w 7467600"/>
              <a:gd name="connsiteY913" fmla="*/ 211809 h 6858000"/>
              <a:gd name="connsiteX914" fmla="*/ 3882765 w 7467600"/>
              <a:gd name="connsiteY914" fmla="*/ 0 h 6858000"/>
              <a:gd name="connsiteX915" fmla="*/ 3721337 w 7467600"/>
              <a:gd name="connsiteY915" fmla="*/ 0 h 6858000"/>
              <a:gd name="connsiteX916" fmla="*/ 3797544 w 7467600"/>
              <a:gd name="connsiteY916" fmla="*/ 0 h 6858000"/>
              <a:gd name="connsiteX917" fmla="*/ 3775734 w 7467600"/>
              <a:gd name="connsiteY917" fmla="*/ 95131 h 6858000"/>
              <a:gd name="connsiteX918" fmla="*/ 3724807 w 7467600"/>
              <a:gd name="connsiteY918" fmla="*/ 272257 h 6858000"/>
              <a:gd name="connsiteX919" fmla="*/ 3726844 w 7467600"/>
              <a:gd name="connsiteY919" fmla="*/ 282988 h 6858000"/>
              <a:gd name="connsiteX920" fmla="*/ 3742664 w 7467600"/>
              <a:gd name="connsiteY920" fmla="*/ 279918 h 6858000"/>
              <a:gd name="connsiteX921" fmla="*/ 4103910 w 7467600"/>
              <a:gd name="connsiteY921" fmla="*/ 1161917 h 6858000"/>
              <a:gd name="connsiteX922" fmla="*/ 4020269 w 7467600"/>
              <a:gd name="connsiteY922" fmla="*/ 1200406 h 6858000"/>
              <a:gd name="connsiteX923" fmla="*/ 3674882 w 7467600"/>
              <a:gd name="connsiteY923" fmla="*/ 488524 h 6858000"/>
              <a:gd name="connsiteX924" fmla="*/ 3132682 w 7467600"/>
              <a:gd name="connsiteY924" fmla="*/ 1072284 h 6858000"/>
              <a:gd name="connsiteX925" fmla="*/ 2716346 w 7467600"/>
              <a:gd name="connsiteY925" fmla="*/ 1276376 h 6858000"/>
              <a:gd name="connsiteX926" fmla="*/ 2716772 w 7467600"/>
              <a:gd name="connsiteY926" fmla="*/ 1255462 h 6858000"/>
              <a:gd name="connsiteX927" fmla="*/ 3471096 w 7467600"/>
              <a:gd name="connsiteY927" fmla="*/ 437072 h 6858000"/>
              <a:gd name="connsiteX928" fmla="*/ 3639057 w 7467600"/>
              <a:gd name="connsiteY928" fmla="*/ 286334 h 6858000"/>
              <a:gd name="connsiteX929" fmla="*/ 3640309 w 7467600"/>
              <a:gd name="connsiteY929" fmla="*/ 284664 h 6858000"/>
              <a:gd name="connsiteX930" fmla="*/ 3646022 w 7467600"/>
              <a:gd name="connsiteY930" fmla="*/ 276711 h 6858000"/>
              <a:gd name="connsiteX931" fmla="*/ 3707943 w 7467600"/>
              <a:gd name="connsiteY931" fmla="*/ 65958 h 6858000"/>
              <a:gd name="connsiteX932" fmla="*/ 3721337 w 7467600"/>
              <a:gd name="connsiteY932" fmla="*/ 0 h 6858000"/>
              <a:gd name="connsiteX933" fmla="*/ 2867960 w 7467600"/>
              <a:gd name="connsiteY933" fmla="*/ 0 h 6858000"/>
              <a:gd name="connsiteX934" fmla="*/ 2926351 w 7467600"/>
              <a:gd name="connsiteY934" fmla="*/ 0 h 6858000"/>
              <a:gd name="connsiteX935" fmla="*/ 2902823 w 7467600"/>
              <a:gd name="connsiteY935" fmla="*/ 262929 h 6858000"/>
              <a:gd name="connsiteX936" fmla="*/ 2940663 w 7467600"/>
              <a:gd name="connsiteY936" fmla="*/ 140884 h 6858000"/>
              <a:gd name="connsiteX937" fmla="*/ 2947039 w 7467600"/>
              <a:gd name="connsiteY937" fmla="*/ 122524 h 6858000"/>
              <a:gd name="connsiteX938" fmla="*/ 2984316 w 7467600"/>
              <a:gd name="connsiteY938" fmla="*/ 0 h 6858000"/>
              <a:gd name="connsiteX939" fmla="*/ 3016114 w 7467600"/>
              <a:gd name="connsiteY939" fmla="*/ 0 h 6858000"/>
              <a:gd name="connsiteX940" fmla="*/ 2979949 w 7467600"/>
              <a:gd name="connsiteY940" fmla="*/ 119274 h 6858000"/>
              <a:gd name="connsiteX941" fmla="*/ 3023879 w 7467600"/>
              <a:gd name="connsiteY941" fmla="*/ 0 h 6858000"/>
              <a:gd name="connsiteX942" fmla="*/ 3105400 w 7467600"/>
              <a:gd name="connsiteY942" fmla="*/ 0 h 6858000"/>
              <a:gd name="connsiteX943" fmla="*/ 3094669 w 7467600"/>
              <a:gd name="connsiteY943" fmla="*/ 30308 h 6858000"/>
              <a:gd name="connsiteX944" fmla="*/ 2901945 w 7467600"/>
              <a:gd name="connsiteY944" fmla="*/ 466538 h 6858000"/>
              <a:gd name="connsiteX945" fmla="*/ 2815209 w 7467600"/>
              <a:gd name="connsiteY945" fmla="*/ 497361 h 6858000"/>
              <a:gd name="connsiteX946" fmla="*/ 2844845 w 7467600"/>
              <a:gd name="connsiteY946" fmla="*/ 127638 h 6858000"/>
              <a:gd name="connsiteX947" fmla="*/ 2867960 w 7467600"/>
              <a:gd name="connsiteY947" fmla="*/ 0 h 6858000"/>
              <a:gd name="connsiteX948" fmla="*/ 1057230 w 7467600"/>
              <a:gd name="connsiteY948" fmla="*/ 0 h 6858000"/>
              <a:gd name="connsiteX949" fmla="*/ 1111003 w 7467600"/>
              <a:gd name="connsiteY949" fmla="*/ 0 h 6858000"/>
              <a:gd name="connsiteX950" fmla="*/ 1125553 w 7467600"/>
              <a:gd name="connsiteY950" fmla="*/ 52588 h 6858000"/>
              <a:gd name="connsiteX951" fmla="*/ 1304276 w 7467600"/>
              <a:gd name="connsiteY951" fmla="*/ 476275 h 6858000"/>
              <a:gd name="connsiteX952" fmla="*/ 1492066 w 7467600"/>
              <a:gd name="connsiteY952" fmla="*/ 886333 h 6858000"/>
              <a:gd name="connsiteX953" fmla="*/ 1423698 w 7467600"/>
              <a:gd name="connsiteY953" fmla="*/ 710817 h 6858000"/>
              <a:gd name="connsiteX954" fmla="*/ 1357609 w 7467600"/>
              <a:gd name="connsiteY954" fmla="*/ 532892 h 6858000"/>
              <a:gd name="connsiteX955" fmla="*/ 1309550 w 7467600"/>
              <a:gd name="connsiteY955" fmla="*/ 374031 h 6858000"/>
              <a:gd name="connsiteX956" fmla="*/ 1193673 w 7467600"/>
              <a:gd name="connsiteY956" fmla="*/ 49533 h 6858000"/>
              <a:gd name="connsiteX957" fmla="*/ 1164391 w 7467600"/>
              <a:gd name="connsiteY957" fmla="*/ 0 h 6858000"/>
              <a:gd name="connsiteX958" fmla="*/ 1200666 w 7467600"/>
              <a:gd name="connsiteY958" fmla="*/ 0 h 6858000"/>
              <a:gd name="connsiteX959" fmla="*/ 1223408 w 7467600"/>
              <a:gd name="connsiteY959" fmla="*/ 38996 h 6858000"/>
              <a:gd name="connsiteX960" fmla="*/ 1339635 w 7467600"/>
              <a:gd name="connsiteY960" fmla="*/ 365517 h 6858000"/>
              <a:gd name="connsiteX961" fmla="*/ 1387469 w 7467600"/>
              <a:gd name="connsiteY961" fmla="*/ 523079 h 6858000"/>
              <a:gd name="connsiteX962" fmla="*/ 1452685 w 7467600"/>
              <a:gd name="connsiteY962" fmla="*/ 699806 h 6858000"/>
              <a:gd name="connsiteX963" fmla="*/ 1492092 w 7467600"/>
              <a:gd name="connsiteY963" fmla="*/ 800424 h 6858000"/>
              <a:gd name="connsiteX964" fmla="*/ 1455302 w 7467600"/>
              <a:gd name="connsiteY964" fmla="*/ 632913 h 6858000"/>
              <a:gd name="connsiteX965" fmla="*/ 1222336 w 7467600"/>
              <a:gd name="connsiteY965" fmla="*/ 9480 h 6858000"/>
              <a:gd name="connsiteX966" fmla="*/ 1214634 w 7467600"/>
              <a:gd name="connsiteY966" fmla="*/ 0 h 6858000"/>
              <a:gd name="connsiteX967" fmla="*/ 1289827 w 7467600"/>
              <a:gd name="connsiteY967" fmla="*/ 0 h 6858000"/>
              <a:gd name="connsiteX968" fmla="*/ 1321076 w 7467600"/>
              <a:gd name="connsiteY968" fmla="*/ 59722 h 6858000"/>
              <a:gd name="connsiteX969" fmla="*/ 1512579 w 7467600"/>
              <a:gd name="connsiteY969" fmla="*/ 626441 h 6858000"/>
              <a:gd name="connsiteX970" fmla="*/ 1506076 w 7467600"/>
              <a:gd name="connsiteY970" fmla="*/ 1089289 h 6858000"/>
              <a:gd name="connsiteX971" fmla="*/ 1486346 w 7467600"/>
              <a:gd name="connsiteY971" fmla="*/ 1079919 h 6858000"/>
              <a:gd name="connsiteX972" fmla="*/ 1070511 w 7467600"/>
              <a:gd name="connsiteY972" fmla="*/ 48609 h 6858000"/>
              <a:gd name="connsiteX973" fmla="*/ 1057230 w 7467600"/>
              <a:gd name="connsiteY973" fmla="*/ 0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993" fmla="*/ 43151 w 7467600"/>
              <a:gd name="connsiteY99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43603 w 7467600"/>
              <a:gd name="connsiteY127" fmla="*/ 51497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1903353 w 7467600"/>
              <a:gd name="connsiteY137" fmla="*/ 5044827 h 6858000"/>
              <a:gd name="connsiteX138" fmla="*/ 1936931 w 7467600"/>
              <a:gd name="connsiteY138" fmla="*/ 5093954 h 6858000"/>
              <a:gd name="connsiteX139" fmla="*/ 2195868 w 7467600"/>
              <a:gd name="connsiteY139" fmla="*/ 5396574 h 6858000"/>
              <a:gd name="connsiteX140" fmla="*/ 2088852 w 7467600"/>
              <a:gd name="connsiteY140" fmla="*/ 5166123 h 6858000"/>
              <a:gd name="connsiteX141" fmla="*/ 1958241 w 7467600"/>
              <a:gd name="connsiteY141" fmla="*/ 5067955 h 6858000"/>
              <a:gd name="connsiteX142" fmla="*/ 1903353 w 7467600"/>
              <a:gd name="connsiteY142" fmla="*/ 5044827 h 6858000"/>
              <a:gd name="connsiteX143" fmla="*/ 1979378 w 7467600"/>
              <a:gd name="connsiteY143" fmla="*/ 4769504 h 6858000"/>
              <a:gd name="connsiteX144" fmla="*/ 2882120 w 7467600"/>
              <a:gd name="connsiteY144" fmla="*/ 5064547 h 6858000"/>
              <a:gd name="connsiteX145" fmla="*/ 2793103 w 7467600"/>
              <a:gd name="connsiteY145" fmla="*/ 5039699 h 6858000"/>
              <a:gd name="connsiteX146" fmla="*/ 2770041 w 7467600"/>
              <a:gd name="connsiteY146" fmla="*/ 5033634 h 6858000"/>
              <a:gd name="connsiteX147" fmla="*/ 1979378 w 7467600"/>
              <a:gd name="connsiteY147" fmla="*/ 4769504 h 6858000"/>
              <a:gd name="connsiteX148" fmla="*/ 1927410 w 7467600"/>
              <a:gd name="connsiteY148" fmla="*/ 4716164 h 6858000"/>
              <a:gd name="connsiteX149" fmla="*/ 1959587 w 7467600"/>
              <a:gd name="connsiteY149" fmla="*/ 4728849 h 6858000"/>
              <a:gd name="connsiteX150" fmla="*/ 2777707 w 7467600"/>
              <a:gd name="connsiteY150" fmla="*/ 5003991 h 6858000"/>
              <a:gd name="connsiteX151" fmla="*/ 2800768 w 7467600"/>
              <a:gd name="connsiteY151" fmla="*/ 5010056 h 6858000"/>
              <a:gd name="connsiteX152" fmla="*/ 2879408 w 7467600"/>
              <a:gd name="connsiteY152" fmla="*/ 5031590 h 6858000"/>
              <a:gd name="connsiteX153" fmla="*/ 2862295 w 7467600"/>
              <a:gd name="connsiteY153" fmla="*/ 5022958 h 6858000"/>
              <a:gd name="connsiteX154" fmla="*/ 2813343 w 7467600"/>
              <a:gd name="connsiteY154" fmla="*/ 4998369 h 6858000"/>
              <a:gd name="connsiteX155" fmla="*/ 2646245 w 7467600"/>
              <a:gd name="connsiteY155" fmla="*/ 4930999 h 6858000"/>
              <a:gd name="connsiteX156" fmla="*/ 1999243 w 7467600"/>
              <a:gd name="connsiteY156" fmla="*/ 4730524 h 6858000"/>
              <a:gd name="connsiteX157" fmla="*/ 1979527 w 7467600"/>
              <a:gd name="connsiteY157" fmla="*/ 4726651 h 6858000"/>
              <a:gd name="connsiteX158" fmla="*/ 1927410 w 7467600"/>
              <a:gd name="connsiteY158" fmla="*/ 4716164 h 6858000"/>
              <a:gd name="connsiteX159" fmla="*/ 1997014 w 7467600"/>
              <a:gd name="connsiteY159" fmla="*/ 4698007 h 6858000"/>
              <a:gd name="connsiteX160" fmla="*/ 2005458 w 7467600"/>
              <a:gd name="connsiteY160" fmla="*/ 4699540 h 6858000"/>
              <a:gd name="connsiteX161" fmla="*/ 2657186 w 7467600"/>
              <a:gd name="connsiteY161" fmla="*/ 4901687 h 6858000"/>
              <a:gd name="connsiteX162" fmla="*/ 2826662 w 7467600"/>
              <a:gd name="connsiteY162" fmla="*/ 4970362 h 6858000"/>
              <a:gd name="connsiteX163" fmla="*/ 2876100 w 7467600"/>
              <a:gd name="connsiteY163" fmla="*/ 4995397 h 6858000"/>
              <a:gd name="connsiteX164" fmla="*/ 3042600 w 7467600"/>
              <a:gd name="connsiteY164" fmla="*/ 5059532 h 6858000"/>
              <a:gd name="connsiteX165" fmla="*/ 1997014 w 7467600"/>
              <a:gd name="connsiteY165" fmla="*/ 4698007 h 6858000"/>
              <a:gd name="connsiteX166" fmla="*/ 2305292 w 7467600"/>
              <a:gd name="connsiteY166" fmla="*/ 4219492 h 6858000"/>
              <a:gd name="connsiteX167" fmla="*/ 3360922 w 7467600"/>
              <a:gd name="connsiteY167" fmla="*/ 4529373 h 6858000"/>
              <a:gd name="connsiteX168" fmla="*/ 3492420 w 7467600"/>
              <a:gd name="connsiteY168" fmla="*/ 4510145 h 6858000"/>
              <a:gd name="connsiteX169" fmla="*/ 3364086 w 7467600"/>
              <a:gd name="connsiteY169" fmla="*/ 4480340 h 6858000"/>
              <a:gd name="connsiteX170" fmla="*/ 3225818 w 7467600"/>
              <a:gd name="connsiteY170" fmla="*/ 4411822 h 6858000"/>
              <a:gd name="connsiteX171" fmla="*/ 3129696 w 7467600"/>
              <a:gd name="connsiteY171" fmla="*/ 4360704 h 6858000"/>
              <a:gd name="connsiteX172" fmla="*/ 2814545 w 7467600"/>
              <a:gd name="connsiteY172" fmla="*/ 4282955 h 6858000"/>
              <a:gd name="connsiteX173" fmla="*/ 2305292 w 7467600"/>
              <a:gd name="connsiteY173" fmla="*/ 4219492 h 6858000"/>
              <a:gd name="connsiteX174" fmla="*/ 2626982 w 7467600"/>
              <a:gd name="connsiteY174" fmla="*/ 4206450 h 6858000"/>
              <a:gd name="connsiteX175" fmla="*/ 2490617 w 7467600"/>
              <a:gd name="connsiteY175" fmla="*/ 4206951 h 6858000"/>
              <a:gd name="connsiteX176" fmla="*/ 2819869 w 7467600"/>
              <a:gd name="connsiteY176" fmla="*/ 4252936 h 6858000"/>
              <a:gd name="connsiteX177" fmla="*/ 3143018 w 7467600"/>
              <a:gd name="connsiteY177" fmla="*/ 4332698 h 6858000"/>
              <a:gd name="connsiteX178" fmla="*/ 3241520 w 7467600"/>
              <a:gd name="connsiteY178" fmla="*/ 4385112 h 6858000"/>
              <a:gd name="connsiteX179" fmla="*/ 3374575 w 7467600"/>
              <a:gd name="connsiteY179" fmla="*/ 4451517 h 6858000"/>
              <a:gd name="connsiteX180" fmla="*/ 3505221 w 7467600"/>
              <a:gd name="connsiteY180" fmla="*/ 4480757 h 6858000"/>
              <a:gd name="connsiteX181" fmla="*/ 2626982 w 7467600"/>
              <a:gd name="connsiteY181" fmla="*/ 4206450 h 6858000"/>
              <a:gd name="connsiteX182" fmla="*/ 1310106 w 7467600"/>
              <a:gd name="connsiteY182" fmla="*/ 3943217 h 6858000"/>
              <a:gd name="connsiteX183" fmla="*/ 854994 w 7467600"/>
              <a:gd name="connsiteY183" fmla="*/ 4399136 h 6858000"/>
              <a:gd name="connsiteX184" fmla="*/ 742462 w 7467600"/>
              <a:gd name="connsiteY184" fmla="*/ 4594648 h 6858000"/>
              <a:gd name="connsiteX185" fmla="*/ 820602 w 7467600"/>
              <a:gd name="connsiteY185" fmla="*/ 4485915 h 6858000"/>
              <a:gd name="connsiteX186" fmla="*/ 878295 w 7467600"/>
              <a:gd name="connsiteY186" fmla="*/ 4403594 h 6858000"/>
              <a:gd name="connsiteX187" fmla="*/ 1240607 w 7467600"/>
              <a:gd name="connsiteY187" fmla="*/ 4010401 h 6858000"/>
              <a:gd name="connsiteX188" fmla="*/ 1310106 w 7467600"/>
              <a:gd name="connsiteY188" fmla="*/ 3943217 h 6858000"/>
              <a:gd name="connsiteX189" fmla="*/ 1423113 w 7467600"/>
              <a:gd name="connsiteY189" fmla="*/ 3874565 h 6858000"/>
              <a:gd name="connsiteX190" fmla="*/ 1260565 w 7467600"/>
              <a:gd name="connsiteY190" fmla="*/ 4031982 h 6858000"/>
              <a:gd name="connsiteX191" fmla="*/ 901900 w 7467600"/>
              <a:gd name="connsiteY191" fmla="*/ 4421236 h 6858000"/>
              <a:gd name="connsiteX192" fmla="*/ 845044 w 7467600"/>
              <a:gd name="connsiteY192" fmla="*/ 4502436 h 6858000"/>
              <a:gd name="connsiteX193" fmla="*/ 685926 w 7467600"/>
              <a:gd name="connsiteY193" fmla="*/ 4703069 h 6858000"/>
              <a:gd name="connsiteX194" fmla="*/ 684248 w 7467600"/>
              <a:gd name="connsiteY194" fmla="*/ 4706721 h 6858000"/>
              <a:gd name="connsiteX195" fmla="*/ 1423113 w 7467600"/>
              <a:gd name="connsiteY195" fmla="*/ 3874565 h 6858000"/>
              <a:gd name="connsiteX196" fmla="*/ 3316479 w 7467600"/>
              <a:gd name="connsiteY196" fmla="*/ 3872136 h 6858000"/>
              <a:gd name="connsiteX197" fmla="*/ 3546806 w 7467600"/>
              <a:gd name="connsiteY197" fmla="*/ 4356139 h 6858000"/>
              <a:gd name="connsiteX198" fmla="*/ 3364433 w 7467600"/>
              <a:gd name="connsiteY198" fmla="*/ 3953121 h 6858000"/>
              <a:gd name="connsiteX199" fmla="*/ 3316479 w 7467600"/>
              <a:gd name="connsiteY199" fmla="*/ 3872136 h 6858000"/>
              <a:gd name="connsiteX200" fmla="*/ 3291335 w 7467600"/>
              <a:gd name="connsiteY200" fmla="*/ 3767420 h 6858000"/>
              <a:gd name="connsiteX201" fmla="*/ 3390805 w 7467600"/>
              <a:gd name="connsiteY201" fmla="*/ 3937163 h 6858000"/>
              <a:gd name="connsiteX202" fmla="*/ 3579062 w 7467600"/>
              <a:gd name="connsiteY202" fmla="*/ 4359040 h 6858000"/>
              <a:gd name="connsiteX203" fmla="*/ 3467355 w 7467600"/>
              <a:gd name="connsiteY203" fmla="*/ 3988130 h 6858000"/>
              <a:gd name="connsiteX204" fmla="*/ 3310753 w 7467600"/>
              <a:gd name="connsiteY204" fmla="*/ 3787140 h 6858000"/>
              <a:gd name="connsiteX205" fmla="*/ 3291335 w 7467600"/>
              <a:gd name="connsiteY205" fmla="*/ 3767420 h 6858000"/>
              <a:gd name="connsiteX206" fmla="*/ 1635889 w 7467600"/>
              <a:gd name="connsiteY206" fmla="*/ 3709494 h 6858000"/>
              <a:gd name="connsiteX207" fmla="*/ 1634800 w 7467600"/>
              <a:gd name="connsiteY207" fmla="*/ 3731111 h 6858000"/>
              <a:gd name="connsiteX208" fmla="*/ 1635889 w 7467600"/>
              <a:gd name="connsiteY208" fmla="*/ 3709494 h 6858000"/>
              <a:gd name="connsiteX209" fmla="*/ 1510397 w 7467600"/>
              <a:gd name="connsiteY209" fmla="*/ 3684705 h 6858000"/>
              <a:gd name="connsiteX210" fmla="*/ 1146550 w 7467600"/>
              <a:gd name="connsiteY210" fmla="*/ 3802012 h 6858000"/>
              <a:gd name="connsiteX211" fmla="*/ 698834 w 7467600"/>
              <a:gd name="connsiteY211" fmla="*/ 3952272 h 6858000"/>
              <a:gd name="connsiteX212" fmla="*/ 34256 w 7467600"/>
              <a:gd name="connsiteY212" fmla="*/ 4347603 h 6858000"/>
              <a:gd name="connsiteX213" fmla="*/ 527241 w 7467600"/>
              <a:gd name="connsiteY213" fmla="*/ 4065078 h 6858000"/>
              <a:gd name="connsiteX214" fmla="*/ 1510397 w 7467600"/>
              <a:gd name="connsiteY214" fmla="*/ 3684705 h 6858000"/>
              <a:gd name="connsiteX215" fmla="*/ 1313114 w 7467600"/>
              <a:gd name="connsiteY215" fmla="*/ 3655216 h 6858000"/>
              <a:gd name="connsiteX216" fmla="*/ 1109304 w 7467600"/>
              <a:gd name="connsiteY216" fmla="*/ 3669030 h 6858000"/>
              <a:gd name="connsiteX217" fmla="*/ 8129 w 7467600"/>
              <a:gd name="connsiteY217" fmla="*/ 4330519 h 6858000"/>
              <a:gd name="connsiteX218" fmla="*/ 687572 w 7467600"/>
              <a:gd name="connsiteY218" fmla="*/ 3925629 h 6858000"/>
              <a:gd name="connsiteX219" fmla="*/ 1138365 w 7467600"/>
              <a:gd name="connsiteY219" fmla="*/ 3774515 h 6858000"/>
              <a:gd name="connsiteX220" fmla="*/ 1505579 w 7467600"/>
              <a:gd name="connsiteY220" fmla="*/ 3655526 h 6858000"/>
              <a:gd name="connsiteX221" fmla="*/ 1313114 w 7467600"/>
              <a:gd name="connsiteY221" fmla="*/ 3655216 h 6858000"/>
              <a:gd name="connsiteX222" fmla="*/ 3655073 w 7467600"/>
              <a:gd name="connsiteY222" fmla="*/ 3650884 h 6858000"/>
              <a:gd name="connsiteX223" fmla="*/ 3989938 w 7467600"/>
              <a:gd name="connsiteY223" fmla="*/ 3991685 h 6858000"/>
              <a:gd name="connsiteX224" fmla="*/ 4393907 w 7467600"/>
              <a:gd name="connsiteY224" fmla="*/ 4261258 h 6858000"/>
              <a:gd name="connsiteX225" fmla="*/ 4648051 w 7467600"/>
              <a:gd name="connsiteY225" fmla="*/ 4374051 h 6858000"/>
              <a:gd name="connsiteX226" fmla="*/ 4383389 w 7467600"/>
              <a:gd name="connsiteY226" fmla="*/ 4184369 h 6858000"/>
              <a:gd name="connsiteX227" fmla="*/ 4165508 w 7467600"/>
              <a:gd name="connsiteY227" fmla="*/ 4035196 h 6858000"/>
              <a:gd name="connsiteX228" fmla="*/ 4068162 w 7467600"/>
              <a:gd name="connsiteY228" fmla="*/ 3953394 h 6858000"/>
              <a:gd name="connsiteX229" fmla="*/ 3981416 w 7467600"/>
              <a:gd name="connsiteY229" fmla="*/ 3880482 h 6858000"/>
              <a:gd name="connsiteX230" fmla="*/ 3800147 w 7467600"/>
              <a:gd name="connsiteY230" fmla="*/ 3749872 h 6858000"/>
              <a:gd name="connsiteX231" fmla="*/ 3655073 w 7467600"/>
              <a:gd name="connsiteY231" fmla="*/ 3650884 h 6858000"/>
              <a:gd name="connsiteX232" fmla="*/ 3670252 w 7467600"/>
              <a:gd name="connsiteY232" fmla="*/ 3622798 h 6858000"/>
              <a:gd name="connsiteX233" fmla="*/ 3817258 w 7467600"/>
              <a:gd name="connsiteY233" fmla="*/ 3723577 h 6858000"/>
              <a:gd name="connsiteX234" fmla="*/ 4000461 w 7467600"/>
              <a:gd name="connsiteY234" fmla="*/ 3855966 h 6858000"/>
              <a:gd name="connsiteX235" fmla="*/ 4088180 w 7467600"/>
              <a:gd name="connsiteY235" fmla="*/ 3929774 h 6858000"/>
              <a:gd name="connsiteX236" fmla="*/ 4184555 w 7467600"/>
              <a:gd name="connsiteY236" fmla="*/ 4010683 h 6858000"/>
              <a:gd name="connsiteX237" fmla="*/ 4399563 w 7467600"/>
              <a:gd name="connsiteY237" fmla="*/ 4158106 h 6858000"/>
              <a:gd name="connsiteX238" fmla="*/ 4684469 w 7467600"/>
              <a:gd name="connsiteY238" fmla="*/ 4364680 h 6858000"/>
              <a:gd name="connsiteX239" fmla="*/ 4690271 w 7467600"/>
              <a:gd name="connsiteY239" fmla="*/ 4370034 h 6858000"/>
              <a:gd name="connsiteX240" fmla="*/ 4136093 w 7467600"/>
              <a:gd name="connsiteY240" fmla="*/ 3858466 h 6858000"/>
              <a:gd name="connsiteX241" fmla="*/ 3670252 w 7467600"/>
              <a:gd name="connsiteY241" fmla="*/ 3622798 h 6858000"/>
              <a:gd name="connsiteX242" fmla="*/ 4440129 w 7467600"/>
              <a:gd name="connsiteY242" fmla="*/ 3448571 h 6858000"/>
              <a:gd name="connsiteX243" fmla="*/ 4856525 w 7467600"/>
              <a:gd name="connsiteY243" fmla="*/ 3915351 h 6858000"/>
              <a:gd name="connsiteX244" fmla="*/ 5059055 w 7467600"/>
              <a:gd name="connsiteY244" fmla="*/ 4108918 h 6858000"/>
              <a:gd name="connsiteX245" fmla="*/ 5290070 w 7467600"/>
              <a:gd name="connsiteY245" fmla="*/ 4263619 h 6858000"/>
              <a:gd name="connsiteX246" fmla="*/ 4834991 w 7467600"/>
              <a:gd name="connsiteY246" fmla="*/ 3830985 h 6858000"/>
              <a:gd name="connsiteX247" fmla="*/ 4440129 w 7467600"/>
              <a:gd name="connsiteY247" fmla="*/ 3448571 h 6858000"/>
              <a:gd name="connsiteX248" fmla="*/ 4441737 w 7467600"/>
              <a:gd name="connsiteY248" fmla="*/ 3399734 h 6858000"/>
              <a:gd name="connsiteX249" fmla="*/ 4431236 w 7467600"/>
              <a:gd name="connsiteY249" fmla="*/ 3400954 h 6858000"/>
              <a:gd name="connsiteX250" fmla="*/ 4557150 w 7467600"/>
              <a:gd name="connsiteY250" fmla="*/ 3510023 h 6858000"/>
              <a:gd name="connsiteX251" fmla="*/ 4856936 w 7467600"/>
              <a:gd name="connsiteY251" fmla="*/ 3809146 h 6858000"/>
              <a:gd name="connsiteX252" fmla="*/ 5111996 w 7467600"/>
              <a:gd name="connsiteY252" fmla="*/ 4065759 h 6858000"/>
              <a:gd name="connsiteX253" fmla="*/ 5388878 w 7467600"/>
              <a:gd name="connsiteY253" fmla="*/ 4300185 h 6858000"/>
              <a:gd name="connsiteX254" fmla="*/ 5425556 w 7467600"/>
              <a:gd name="connsiteY254" fmla="*/ 4308967 h 6858000"/>
              <a:gd name="connsiteX255" fmla="*/ 4943646 w 7467600"/>
              <a:gd name="connsiteY255" fmla="*/ 3822916 h 6858000"/>
              <a:gd name="connsiteX256" fmla="*/ 4594837 w 7467600"/>
              <a:gd name="connsiteY256" fmla="*/ 3532274 h 6858000"/>
              <a:gd name="connsiteX257" fmla="*/ 4441737 w 7467600"/>
              <a:gd name="connsiteY257" fmla="*/ 3399734 h 6858000"/>
              <a:gd name="connsiteX258" fmla="*/ 5425834 w 7467600"/>
              <a:gd name="connsiteY258" fmla="*/ 3162785 h 6858000"/>
              <a:gd name="connsiteX259" fmla="*/ 5401644 w 7467600"/>
              <a:gd name="connsiteY259" fmla="*/ 3617847 h 6858000"/>
              <a:gd name="connsiteX260" fmla="*/ 5467256 w 7467600"/>
              <a:gd name="connsiteY260" fmla="*/ 4175494 h 6858000"/>
              <a:gd name="connsiteX261" fmla="*/ 5448069 w 7467600"/>
              <a:gd name="connsiteY261" fmla="*/ 3567554 h 6858000"/>
              <a:gd name="connsiteX262" fmla="*/ 5425834 w 7467600"/>
              <a:gd name="connsiteY262" fmla="*/ 3162785 h 6858000"/>
              <a:gd name="connsiteX263" fmla="*/ 1318687 w 7467600"/>
              <a:gd name="connsiteY263" fmla="*/ 3113840 h 6858000"/>
              <a:gd name="connsiteX264" fmla="*/ 1066793 w 7467600"/>
              <a:gd name="connsiteY264" fmla="*/ 3212171 h 6858000"/>
              <a:gd name="connsiteX265" fmla="*/ 993319 w 7467600"/>
              <a:gd name="connsiteY265" fmla="*/ 3247648 h 6858000"/>
              <a:gd name="connsiteX266" fmla="*/ 853081 w 7467600"/>
              <a:gd name="connsiteY266" fmla="*/ 3312410 h 6858000"/>
              <a:gd name="connsiteX267" fmla="*/ 805957 w 7467600"/>
              <a:gd name="connsiteY267" fmla="*/ 3330443 h 6858000"/>
              <a:gd name="connsiteX268" fmla="*/ 1318687 w 7467600"/>
              <a:gd name="connsiteY268" fmla="*/ 3113840 h 6858000"/>
              <a:gd name="connsiteX269" fmla="*/ 5453702 w 7467600"/>
              <a:gd name="connsiteY269" fmla="*/ 3090882 h 6858000"/>
              <a:gd name="connsiteX270" fmla="*/ 5480135 w 7467600"/>
              <a:gd name="connsiteY270" fmla="*/ 3565802 h 6858000"/>
              <a:gd name="connsiteX271" fmla="*/ 5499023 w 7467600"/>
              <a:gd name="connsiteY271" fmla="*/ 4166310 h 6858000"/>
              <a:gd name="connsiteX272" fmla="*/ 5547022 w 7467600"/>
              <a:gd name="connsiteY272" fmla="*/ 3607838 h 6858000"/>
              <a:gd name="connsiteX273" fmla="*/ 5515964 w 7467600"/>
              <a:gd name="connsiteY273" fmla="*/ 3378541 h 6858000"/>
              <a:gd name="connsiteX274" fmla="*/ 5453702 w 7467600"/>
              <a:gd name="connsiteY274" fmla="*/ 3090882 h 6858000"/>
              <a:gd name="connsiteX275" fmla="*/ 1238695 w 7467600"/>
              <a:gd name="connsiteY275" fmla="*/ 3076820 h 6858000"/>
              <a:gd name="connsiteX276" fmla="*/ 716371 w 7467600"/>
              <a:gd name="connsiteY276" fmla="*/ 3293249 h 6858000"/>
              <a:gd name="connsiteX277" fmla="*/ 579522 w 7467600"/>
              <a:gd name="connsiteY277" fmla="*/ 3371759 h 6858000"/>
              <a:gd name="connsiteX278" fmla="*/ 600288 w 7467600"/>
              <a:gd name="connsiteY278" fmla="*/ 3365555 h 6858000"/>
              <a:gd name="connsiteX279" fmla="*/ 840692 w 7467600"/>
              <a:gd name="connsiteY279" fmla="*/ 3284921 h 6858000"/>
              <a:gd name="connsiteX280" fmla="*/ 979248 w 7467600"/>
              <a:gd name="connsiteY280" fmla="*/ 3221003 h 6858000"/>
              <a:gd name="connsiteX281" fmla="*/ 1053282 w 7467600"/>
              <a:gd name="connsiteY281" fmla="*/ 3185247 h 6858000"/>
              <a:gd name="connsiteX282" fmla="*/ 1320603 w 7467600"/>
              <a:gd name="connsiteY282" fmla="*/ 3081281 h 6858000"/>
              <a:gd name="connsiteX283" fmla="*/ 1238695 w 7467600"/>
              <a:gd name="connsiteY283" fmla="*/ 3076820 h 6858000"/>
              <a:gd name="connsiteX284" fmla="*/ 5425627 w 7467600"/>
              <a:gd name="connsiteY284" fmla="*/ 2954192 h 6858000"/>
              <a:gd name="connsiteX285" fmla="*/ 5470770 w 7467600"/>
              <a:gd name="connsiteY285" fmla="*/ 3005435 h 6858000"/>
              <a:gd name="connsiteX286" fmla="*/ 5519779 w 7467600"/>
              <a:gd name="connsiteY286" fmla="*/ 4359223 h 6858000"/>
              <a:gd name="connsiteX287" fmla="*/ 5520293 w 7467600"/>
              <a:gd name="connsiteY287" fmla="*/ 4360602 h 6858000"/>
              <a:gd name="connsiteX288" fmla="*/ 5767221 w 7467600"/>
              <a:gd name="connsiteY288" fmla="*/ 4665564 h 6858000"/>
              <a:gd name="connsiteX289" fmla="*/ 6937169 w 7467600"/>
              <a:gd name="connsiteY289" fmla="*/ 4815941 h 6858000"/>
              <a:gd name="connsiteX290" fmla="*/ 6953922 w 7467600"/>
              <a:gd name="connsiteY290" fmla="*/ 4890068 h 6858000"/>
              <a:gd name="connsiteX291" fmla="*/ 6071359 w 7467600"/>
              <a:gd name="connsiteY291" fmla="*/ 4770770 h 6858000"/>
              <a:gd name="connsiteX292" fmla="*/ 6038839 w 7467600"/>
              <a:gd name="connsiteY292" fmla="*/ 4764474 h 6858000"/>
              <a:gd name="connsiteX293" fmla="*/ 6038706 w 7467600"/>
              <a:gd name="connsiteY293" fmla="*/ 4763847 h 6858000"/>
              <a:gd name="connsiteX294" fmla="*/ 6037784 w 7467600"/>
              <a:gd name="connsiteY294" fmla="*/ 4764270 h 6858000"/>
              <a:gd name="connsiteX295" fmla="*/ 6038839 w 7467600"/>
              <a:gd name="connsiteY295" fmla="*/ 4764474 h 6858000"/>
              <a:gd name="connsiteX296" fmla="*/ 6040338 w 7467600"/>
              <a:gd name="connsiteY296" fmla="*/ 4771418 h 6858000"/>
              <a:gd name="connsiteX297" fmla="*/ 6024488 w 7467600"/>
              <a:gd name="connsiteY297" fmla="*/ 4809903 h 6858000"/>
              <a:gd name="connsiteX298" fmla="*/ 5599771 w 7467600"/>
              <a:gd name="connsiteY298" fmla="*/ 5509652 h 6858000"/>
              <a:gd name="connsiteX299" fmla="*/ 5548843 w 7467600"/>
              <a:gd name="connsiteY299" fmla="*/ 5563845 h 6858000"/>
              <a:gd name="connsiteX300" fmla="*/ 5940952 w 7467600"/>
              <a:gd name="connsiteY300" fmla="*/ 6250028 h 6858000"/>
              <a:gd name="connsiteX301" fmla="*/ 6043441 w 7467600"/>
              <a:gd name="connsiteY301" fmla="*/ 6665847 h 6858000"/>
              <a:gd name="connsiteX302" fmla="*/ 6093432 w 7467600"/>
              <a:gd name="connsiteY302" fmla="*/ 6858000 h 6858000"/>
              <a:gd name="connsiteX303" fmla="*/ 6034344 w 7467600"/>
              <a:gd name="connsiteY303" fmla="*/ 6858000 h 6858000"/>
              <a:gd name="connsiteX304" fmla="*/ 6026679 w 7467600"/>
              <a:gd name="connsiteY304" fmla="*/ 6836959 h 6858000"/>
              <a:gd name="connsiteX305" fmla="*/ 5800441 w 7467600"/>
              <a:gd name="connsiteY305" fmla="*/ 6335286 h 6858000"/>
              <a:gd name="connsiteX306" fmla="*/ 5526562 w 7467600"/>
              <a:gd name="connsiteY306" fmla="*/ 5705388 h 6858000"/>
              <a:gd name="connsiteX307" fmla="*/ 5519640 w 7467600"/>
              <a:gd name="connsiteY307" fmla="*/ 5683774 h 6858000"/>
              <a:gd name="connsiteX308" fmla="*/ 5844559 w 7467600"/>
              <a:gd name="connsiteY308" fmla="*/ 6553349 h 6858000"/>
              <a:gd name="connsiteX309" fmla="*/ 5975994 w 7467600"/>
              <a:gd name="connsiteY309" fmla="*/ 6858000 h 6858000"/>
              <a:gd name="connsiteX310" fmla="*/ 5898547 w 7467600"/>
              <a:gd name="connsiteY310" fmla="*/ 6858000 h 6858000"/>
              <a:gd name="connsiteX311" fmla="*/ 5682041 w 7467600"/>
              <a:gd name="connsiteY311" fmla="*/ 6355860 h 6858000"/>
              <a:gd name="connsiteX312" fmla="*/ 5461758 w 7467600"/>
              <a:gd name="connsiteY312" fmla="*/ 5820220 h 6858000"/>
              <a:gd name="connsiteX313" fmla="*/ 5237282 w 7467600"/>
              <a:gd name="connsiteY313" fmla="*/ 6579086 h 6858000"/>
              <a:gd name="connsiteX314" fmla="*/ 5115009 w 7467600"/>
              <a:gd name="connsiteY314" fmla="*/ 6858000 h 6858000"/>
              <a:gd name="connsiteX315" fmla="*/ 5028074 w 7467600"/>
              <a:gd name="connsiteY315" fmla="*/ 6858000 h 6858000"/>
              <a:gd name="connsiteX316" fmla="*/ 5079508 w 7467600"/>
              <a:gd name="connsiteY316" fmla="*/ 6749074 h 6858000"/>
              <a:gd name="connsiteX317" fmla="*/ 5371846 w 7467600"/>
              <a:gd name="connsiteY317" fmla="*/ 5924413 h 6858000"/>
              <a:gd name="connsiteX318" fmla="*/ 5270512 w 7467600"/>
              <a:gd name="connsiteY318" fmla="*/ 6138975 h 6858000"/>
              <a:gd name="connsiteX319" fmla="*/ 5062409 w 7467600"/>
              <a:gd name="connsiteY319" fmla="*/ 6653544 h 6858000"/>
              <a:gd name="connsiteX320" fmla="*/ 5036628 w 7467600"/>
              <a:gd name="connsiteY320" fmla="*/ 6754247 h 6858000"/>
              <a:gd name="connsiteX321" fmla="*/ 5009112 w 7467600"/>
              <a:gd name="connsiteY321" fmla="*/ 6858000 h 6858000"/>
              <a:gd name="connsiteX322" fmla="*/ 4976679 w 7467600"/>
              <a:gd name="connsiteY322" fmla="*/ 6858000 h 6858000"/>
              <a:gd name="connsiteX323" fmla="*/ 5006537 w 7467600"/>
              <a:gd name="connsiteY323" fmla="*/ 6747068 h 6858000"/>
              <a:gd name="connsiteX324" fmla="*/ 5032723 w 7467600"/>
              <a:gd name="connsiteY324" fmla="*/ 6644957 h 6858000"/>
              <a:gd name="connsiteX325" fmla="*/ 5242949 w 7467600"/>
              <a:gd name="connsiteY325" fmla="*/ 6125175 h 6858000"/>
              <a:gd name="connsiteX326" fmla="*/ 5286321 w 7467600"/>
              <a:gd name="connsiteY326" fmla="*/ 6033555 h 6858000"/>
              <a:gd name="connsiteX327" fmla="*/ 5008210 w 7467600"/>
              <a:gd name="connsiteY327" fmla="*/ 6649194 h 6858000"/>
              <a:gd name="connsiteX328" fmla="*/ 4986321 w 7467600"/>
              <a:gd name="connsiteY328" fmla="*/ 6765687 h 6858000"/>
              <a:gd name="connsiteX329" fmla="*/ 4973474 w 7467600"/>
              <a:gd name="connsiteY329" fmla="*/ 6858000 h 6858000"/>
              <a:gd name="connsiteX330" fmla="*/ 4907178 w 7467600"/>
              <a:gd name="connsiteY330" fmla="*/ 6858000 h 6858000"/>
              <a:gd name="connsiteX331" fmla="*/ 4910810 w 7467600"/>
              <a:gd name="connsiteY331" fmla="*/ 6829660 h 6858000"/>
              <a:gd name="connsiteX332" fmla="*/ 4987461 w 7467600"/>
              <a:gd name="connsiteY332" fmla="*/ 6432994 h 6858000"/>
              <a:gd name="connsiteX333" fmla="*/ 5179262 w 7467600"/>
              <a:gd name="connsiteY333" fmla="*/ 6035044 h 6858000"/>
              <a:gd name="connsiteX334" fmla="*/ 4689678 w 7467600"/>
              <a:gd name="connsiteY334" fmla="*/ 6440241 h 6858000"/>
              <a:gd name="connsiteX335" fmla="*/ 4477543 w 7467600"/>
              <a:gd name="connsiteY335" fmla="*/ 6674836 h 6858000"/>
              <a:gd name="connsiteX336" fmla="*/ 4329957 w 7467600"/>
              <a:gd name="connsiteY336" fmla="*/ 6858000 h 6858000"/>
              <a:gd name="connsiteX337" fmla="*/ 4218595 w 7467600"/>
              <a:gd name="connsiteY337" fmla="*/ 6858000 h 6858000"/>
              <a:gd name="connsiteX338" fmla="*/ 4368888 w 7467600"/>
              <a:gd name="connsiteY338" fmla="*/ 6668412 h 6858000"/>
              <a:gd name="connsiteX339" fmla="*/ 4563091 w 7467600"/>
              <a:gd name="connsiteY339" fmla="*/ 6442508 h 6858000"/>
              <a:gd name="connsiteX340" fmla="*/ 5387324 w 7467600"/>
              <a:gd name="connsiteY340" fmla="*/ 5705830 h 6858000"/>
              <a:gd name="connsiteX341" fmla="*/ 5073620 w 7467600"/>
              <a:gd name="connsiteY341" fmla="*/ 5955437 h 6858000"/>
              <a:gd name="connsiteX342" fmla="*/ 4689789 w 7467600"/>
              <a:gd name="connsiteY342" fmla="*/ 6268382 h 6858000"/>
              <a:gd name="connsiteX343" fmla="*/ 4418722 w 7467600"/>
              <a:gd name="connsiteY343" fmla="*/ 6570886 h 6858000"/>
              <a:gd name="connsiteX344" fmla="*/ 4214944 w 7467600"/>
              <a:gd name="connsiteY344" fmla="*/ 6858000 h 6858000"/>
              <a:gd name="connsiteX345" fmla="*/ 4177898 w 7467600"/>
              <a:gd name="connsiteY345" fmla="*/ 6858000 h 6858000"/>
              <a:gd name="connsiteX346" fmla="*/ 4391597 w 7467600"/>
              <a:gd name="connsiteY346" fmla="*/ 6556370 h 6858000"/>
              <a:gd name="connsiteX347" fmla="*/ 4668889 w 7467600"/>
              <a:gd name="connsiteY347" fmla="*/ 6246399 h 6858000"/>
              <a:gd name="connsiteX348" fmla="*/ 5055427 w 7467600"/>
              <a:gd name="connsiteY348" fmla="*/ 5931476 h 6858000"/>
              <a:gd name="connsiteX349" fmla="*/ 5371814 w 7467600"/>
              <a:gd name="connsiteY349" fmla="*/ 5678975 h 6858000"/>
              <a:gd name="connsiteX350" fmla="*/ 4987918 w 7467600"/>
              <a:gd name="connsiteY350" fmla="*/ 5838701 h 6858000"/>
              <a:gd name="connsiteX351" fmla="*/ 4317146 w 7467600"/>
              <a:gd name="connsiteY351" fmla="*/ 6587716 h 6858000"/>
              <a:gd name="connsiteX352" fmla="*/ 4171627 w 7467600"/>
              <a:gd name="connsiteY352" fmla="*/ 6858000 h 6858000"/>
              <a:gd name="connsiteX353" fmla="*/ 4081585 w 7467600"/>
              <a:gd name="connsiteY353" fmla="*/ 6858000 h 6858000"/>
              <a:gd name="connsiteX354" fmla="*/ 4238603 w 7467600"/>
              <a:gd name="connsiteY354" fmla="*/ 6559341 h 6858000"/>
              <a:gd name="connsiteX355" fmla="*/ 4778333 w 7467600"/>
              <a:gd name="connsiteY355" fmla="*/ 5873626 h 6858000"/>
              <a:gd name="connsiteX356" fmla="*/ 5414185 w 7467600"/>
              <a:gd name="connsiteY356" fmla="*/ 5573882 h 6858000"/>
              <a:gd name="connsiteX357" fmla="*/ 5959648 w 7467600"/>
              <a:gd name="connsiteY357" fmla="*/ 4760797 h 6858000"/>
              <a:gd name="connsiteX358" fmla="*/ 5355019 w 7467600"/>
              <a:gd name="connsiteY358" fmla="*/ 4734672 h 6858000"/>
              <a:gd name="connsiteX359" fmla="*/ 5083565 w 7467600"/>
              <a:gd name="connsiteY359" fmla="*/ 5179121 h 6858000"/>
              <a:gd name="connsiteX360" fmla="*/ 4713577 w 7467600"/>
              <a:gd name="connsiteY360" fmla="*/ 5616803 h 6858000"/>
              <a:gd name="connsiteX361" fmla="*/ 3989559 w 7467600"/>
              <a:gd name="connsiteY361" fmla="*/ 6145945 h 6858000"/>
              <a:gd name="connsiteX362" fmla="*/ 3939824 w 7467600"/>
              <a:gd name="connsiteY362" fmla="*/ 6066900 h 6858000"/>
              <a:gd name="connsiteX363" fmla="*/ 4584537 w 7467600"/>
              <a:gd name="connsiteY363" fmla="*/ 5324826 h 6858000"/>
              <a:gd name="connsiteX364" fmla="*/ 5037105 w 7467600"/>
              <a:gd name="connsiteY364" fmla="*/ 5088765 h 6858000"/>
              <a:gd name="connsiteX365" fmla="*/ 5039930 w 7467600"/>
              <a:gd name="connsiteY365" fmla="*/ 5089585 h 6858000"/>
              <a:gd name="connsiteX366" fmla="*/ 5263764 w 7467600"/>
              <a:gd name="connsiteY366" fmla="*/ 4735525 h 6858000"/>
              <a:gd name="connsiteX367" fmla="*/ 4086300 w 7467600"/>
              <a:gd name="connsiteY367" fmla="*/ 4884599 h 6858000"/>
              <a:gd name="connsiteX368" fmla="*/ 4085485 w 7467600"/>
              <a:gd name="connsiteY368" fmla="*/ 4899070 h 6858000"/>
              <a:gd name="connsiteX369" fmla="*/ 3871915 w 7467600"/>
              <a:gd name="connsiteY369" fmla="*/ 5253645 h 6858000"/>
              <a:gd name="connsiteX370" fmla="*/ 3799374 w 7467600"/>
              <a:gd name="connsiteY370" fmla="*/ 5466127 h 6858000"/>
              <a:gd name="connsiteX371" fmla="*/ 3498850 w 7467600"/>
              <a:gd name="connsiteY371" fmla="*/ 6661888 h 6858000"/>
              <a:gd name="connsiteX372" fmla="*/ 3399216 w 7467600"/>
              <a:gd name="connsiteY372" fmla="*/ 6858000 h 6858000"/>
              <a:gd name="connsiteX373" fmla="*/ 3303688 w 7467600"/>
              <a:gd name="connsiteY373" fmla="*/ 6858000 h 6858000"/>
              <a:gd name="connsiteX374" fmla="*/ 3391774 w 7467600"/>
              <a:gd name="connsiteY374" fmla="*/ 6697181 h 6858000"/>
              <a:gd name="connsiteX375" fmla="*/ 3735540 w 7467600"/>
              <a:gd name="connsiteY375" fmla="*/ 5546923 h 6858000"/>
              <a:gd name="connsiteX376" fmla="*/ 3729438 w 7467600"/>
              <a:gd name="connsiteY376" fmla="*/ 5569058 h 6858000"/>
              <a:gd name="connsiteX377" fmla="*/ 3707782 w 7467600"/>
              <a:gd name="connsiteY377" fmla="*/ 5644908 h 6858000"/>
              <a:gd name="connsiteX378" fmla="*/ 3583827 w 7467600"/>
              <a:gd name="connsiteY378" fmla="*/ 6039215 h 6858000"/>
              <a:gd name="connsiteX379" fmla="*/ 3547861 w 7467600"/>
              <a:gd name="connsiteY379" fmla="*/ 6129609 h 6858000"/>
              <a:gd name="connsiteX380" fmla="*/ 3490905 w 7467600"/>
              <a:gd name="connsiteY380" fmla="*/ 6277660 h 6858000"/>
              <a:gd name="connsiteX381" fmla="*/ 3455859 w 7467600"/>
              <a:gd name="connsiteY381" fmla="*/ 6391301 h 6858000"/>
              <a:gd name="connsiteX382" fmla="*/ 3429112 w 7467600"/>
              <a:gd name="connsiteY382" fmla="*/ 6479469 h 6858000"/>
              <a:gd name="connsiteX383" fmla="*/ 3304862 w 7467600"/>
              <a:gd name="connsiteY383" fmla="*/ 6796476 h 6858000"/>
              <a:gd name="connsiteX384" fmla="*/ 3276071 w 7467600"/>
              <a:gd name="connsiteY384" fmla="*/ 6858000 h 6858000"/>
              <a:gd name="connsiteX385" fmla="*/ 3240805 w 7467600"/>
              <a:gd name="connsiteY385" fmla="*/ 6858000 h 6858000"/>
              <a:gd name="connsiteX386" fmla="*/ 3275917 w 7467600"/>
              <a:gd name="connsiteY386" fmla="*/ 6783192 h 6858000"/>
              <a:gd name="connsiteX387" fmla="*/ 3399358 w 7467600"/>
              <a:gd name="connsiteY387" fmla="*/ 6469011 h 6858000"/>
              <a:gd name="connsiteX388" fmla="*/ 3425650 w 7467600"/>
              <a:gd name="connsiteY388" fmla="*/ 6381333 h 6858000"/>
              <a:gd name="connsiteX389" fmla="*/ 3460661 w 7467600"/>
              <a:gd name="connsiteY389" fmla="*/ 6266763 h 6858000"/>
              <a:gd name="connsiteX390" fmla="*/ 3518021 w 7467600"/>
              <a:gd name="connsiteY390" fmla="*/ 6117298 h 6858000"/>
              <a:gd name="connsiteX391" fmla="*/ 3554035 w 7467600"/>
              <a:gd name="connsiteY391" fmla="*/ 6027832 h 6858000"/>
              <a:gd name="connsiteX392" fmla="*/ 3677174 w 7467600"/>
              <a:gd name="connsiteY392" fmla="*/ 5636351 h 6858000"/>
              <a:gd name="connsiteX393" fmla="*/ 3698819 w 7467600"/>
              <a:gd name="connsiteY393" fmla="*/ 5560503 h 6858000"/>
              <a:gd name="connsiteX394" fmla="*/ 3702094 w 7467600"/>
              <a:gd name="connsiteY394" fmla="*/ 5549194 h 6858000"/>
              <a:gd name="connsiteX395" fmla="*/ 3398355 w 7467600"/>
              <a:gd name="connsiteY395" fmla="*/ 6094603 h 6858000"/>
              <a:gd name="connsiteX396" fmla="*/ 3193941 w 7467600"/>
              <a:gd name="connsiteY396" fmla="*/ 6798775 h 6858000"/>
              <a:gd name="connsiteX397" fmla="*/ 3184140 w 7467600"/>
              <a:gd name="connsiteY397" fmla="*/ 6858000 h 6858000"/>
              <a:gd name="connsiteX398" fmla="*/ 3099978 w 7467600"/>
              <a:gd name="connsiteY398" fmla="*/ 6858000 h 6858000"/>
              <a:gd name="connsiteX399" fmla="*/ 3101556 w 7467600"/>
              <a:gd name="connsiteY399" fmla="*/ 6843337 h 6858000"/>
              <a:gd name="connsiteX400" fmla="*/ 3370162 w 7467600"/>
              <a:gd name="connsiteY400" fmla="*/ 5785550 h 6858000"/>
              <a:gd name="connsiteX401" fmla="*/ 3746477 w 7467600"/>
              <a:gd name="connsiteY401" fmla="*/ 5377889 h 6858000"/>
              <a:gd name="connsiteX402" fmla="*/ 3863399 w 7467600"/>
              <a:gd name="connsiteY402" fmla="*/ 5087257 h 6858000"/>
              <a:gd name="connsiteX403" fmla="*/ 3968712 w 7467600"/>
              <a:gd name="connsiteY403" fmla="*/ 4913989 h 6858000"/>
              <a:gd name="connsiteX404" fmla="*/ 2792390 w 7467600"/>
              <a:gd name="connsiteY404" fmla="*/ 5382974 h 6858000"/>
              <a:gd name="connsiteX405" fmla="*/ 2714982 w 7467600"/>
              <a:gd name="connsiteY405" fmla="*/ 5427051 h 6858000"/>
              <a:gd name="connsiteX406" fmla="*/ 2813361 w 7467600"/>
              <a:gd name="connsiteY406" fmla="*/ 6023912 h 6858000"/>
              <a:gd name="connsiteX407" fmla="*/ 2688430 w 7467600"/>
              <a:gd name="connsiteY407" fmla="*/ 6801564 h 6858000"/>
              <a:gd name="connsiteX408" fmla="*/ 2629626 w 7467600"/>
              <a:gd name="connsiteY408" fmla="*/ 6763394 h 6858000"/>
              <a:gd name="connsiteX409" fmla="*/ 2565328 w 7467600"/>
              <a:gd name="connsiteY409" fmla="*/ 5516399 h 6858000"/>
              <a:gd name="connsiteX410" fmla="*/ 1922999 w 7467600"/>
              <a:gd name="connsiteY410" fmla="*/ 5980343 h 6858000"/>
              <a:gd name="connsiteX411" fmla="*/ 1950261 w 7467600"/>
              <a:gd name="connsiteY411" fmla="*/ 6405858 h 6858000"/>
              <a:gd name="connsiteX412" fmla="*/ 2365554 w 7467600"/>
              <a:gd name="connsiteY412" fmla="*/ 6759107 h 6858000"/>
              <a:gd name="connsiteX413" fmla="*/ 2424142 w 7467600"/>
              <a:gd name="connsiteY413" fmla="*/ 6858000 h 6858000"/>
              <a:gd name="connsiteX414" fmla="*/ 2395994 w 7467600"/>
              <a:gd name="connsiteY414" fmla="*/ 6858000 h 6858000"/>
              <a:gd name="connsiteX415" fmla="*/ 2392863 w 7467600"/>
              <a:gd name="connsiteY415" fmla="*/ 6852964 h 6858000"/>
              <a:gd name="connsiteX416" fmla="*/ 2017589 w 7467600"/>
              <a:gd name="connsiteY416" fmla="*/ 6493982 h 6858000"/>
              <a:gd name="connsiteX417" fmla="*/ 2147336 w 7467600"/>
              <a:gd name="connsiteY417" fmla="*/ 6594052 h 6858000"/>
              <a:gd name="connsiteX418" fmla="*/ 2207047 w 7467600"/>
              <a:gd name="connsiteY418" fmla="*/ 6654540 h 6858000"/>
              <a:gd name="connsiteX419" fmla="*/ 2299106 w 7467600"/>
              <a:gd name="connsiteY419" fmla="*/ 6778931 h 6858000"/>
              <a:gd name="connsiteX420" fmla="*/ 2314430 w 7467600"/>
              <a:gd name="connsiteY420" fmla="*/ 6801144 h 6858000"/>
              <a:gd name="connsiteX421" fmla="*/ 2352406 w 7467600"/>
              <a:gd name="connsiteY421" fmla="*/ 6858000 h 6858000"/>
              <a:gd name="connsiteX422" fmla="*/ 2314492 w 7467600"/>
              <a:gd name="connsiteY422" fmla="*/ 6858000 h 6858000"/>
              <a:gd name="connsiteX423" fmla="*/ 2288095 w 7467600"/>
              <a:gd name="connsiteY423" fmla="*/ 6818030 h 6858000"/>
              <a:gd name="connsiteX424" fmla="*/ 2272768 w 7467600"/>
              <a:gd name="connsiteY424" fmla="*/ 6795822 h 6858000"/>
              <a:gd name="connsiteX425" fmla="*/ 2182715 w 7467600"/>
              <a:gd name="connsiteY425" fmla="*/ 6675071 h 6858000"/>
              <a:gd name="connsiteX426" fmla="*/ 2032061 w 7467600"/>
              <a:gd name="connsiteY426" fmla="*/ 6541380 h 6858000"/>
              <a:gd name="connsiteX427" fmla="*/ 2257220 w 7467600"/>
              <a:gd name="connsiteY427" fmla="*/ 6826257 h 6858000"/>
              <a:gd name="connsiteX428" fmla="*/ 2281324 w 7467600"/>
              <a:gd name="connsiteY428" fmla="*/ 6858000 h 6858000"/>
              <a:gd name="connsiteX429" fmla="*/ 2242860 w 7467600"/>
              <a:gd name="connsiteY429" fmla="*/ 6858000 h 6858000"/>
              <a:gd name="connsiteX430" fmla="*/ 2232818 w 7467600"/>
              <a:gd name="connsiteY430" fmla="*/ 6844926 h 6858000"/>
              <a:gd name="connsiteX431" fmla="*/ 1990172 w 7467600"/>
              <a:gd name="connsiteY431" fmla="*/ 6542121 h 6858000"/>
              <a:gd name="connsiteX432" fmla="*/ 2124090 w 7467600"/>
              <a:gd name="connsiteY432" fmla="*/ 6761017 h 6858000"/>
              <a:gd name="connsiteX433" fmla="*/ 2200380 w 7467600"/>
              <a:gd name="connsiteY433" fmla="*/ 6858000 h 6858000"/>
              <a:gd name="connsiteX434" fmla="*/ 2147507 w 7467600"/>
              <a:gd name="connsiteY434" fmla="*/ 6858000 h 6858000"/>
              <a:gd name="connsiteX435" fmla="*/ 2070668 w 7467600"/>
              <a:gd name="connsiteY435" fmla="*/ 6761520 h 6858000"/>
              <a:gd name="connsiteX436" fmla="*/ 1975142 w 7467600"/>
              <a:gd name="connsiteY436" fmla="*/ 6585570 h 6858000"/>
              <a:gd name="connsiteX437" fmla="*/ 2050035 w 7467600"/>
              <a:gd name="connsiteY437" fmla="*/ 6813345 h 6858000"/>
              <a:gd name="connsiteX438" fmla="*/ 2063025 w 7467600"/>
              <a:gd name="connsiteY438" fmla="*/ 6858000 h 6858000"/>
              <a:gd name="connsiteX439" fmla="*/ 2021675 w 7467600"/>
              <a:gd name="connsiteY439" fmla="*/ 6858000 h 6858000"/>
              <a:gd name="connsiteX440" fmla="*/ 2019308 w 7467600"/>
              <a:gd name="connsiteY440" fmla="*/ 6847118 h 6858000"/>
              <a:gd name="connsiteX441" fmla="*/ 1938835 w 7467600"/>
              <a:gd name="connsiteY441" fmla="*/ 6551160 h 6858000"/>
              <a:gd name="connsiteX442" fmla="*/ 1953230 w 7467600"/>
              <a:gd name="connsiteY442" fmla="*/ 6759699 h 6858000"/>
              <a:gd name="connsiteX443" fmla="*/ 1956763 w 7467600"/>
              <a:gd name="connsiteY443" fmla="*/ 6778191 h 6858000"/>
              <a:gd name="connsiteX444" fmla="*/ 1967925 w 7467600"/>
              <a:gd name="connsiteY444" fmla="*/ 6858000 h 6858000"/>
              <a:gd name="connsiteX445" fmla="*/ 1936622 w 7467600"/>
              <a:gd name="connsiteY445" fmla="*/ 6858000 h 6858000"/>
              <a:gd name="connsiteX446" fmla="*/ 1926261 w 7467600"/>
              <a:gd name="connsiteY446" fmla="*/ 6784064 h 6858000"/>
              <a:gd name="connsiteX447" fmla="*/ 1922724 w 7467600"/>
              <a:gd name="connsiteY447" fmla="*/ 6765577 h 6858000"/>
              <a:gd name="connsiteX448" fmla="*/ 1904650 w 7467600"/>
              <a:gd name="connsiteY448" fmla="*/ 6639616 h 6858000"/>
              <a:gd name="connsiteX449" fmla="*/ 1885273 w 7467600"/>
              <a:gd name="connsiteY449" fmla="*/ 6858000 h 6858000"/>
              <a:gd name="connsiteX450" fmla="*/ 1854363 w 7467600"/>
              <a:gd name="connsiteY450" fmla="*/ 6858000 h 6858000"/>
              <a:gd name="connsiteX451" fmla="*/ 1880391 w 7467600"/>
              <a:gd name="connsiteY451" fmla="*/ 6603796 h 6858000"/>
              <a:gd name="connsiteX452" fmla="*/ 1818273 w 7467600"/>
              <a:gd name="connsiteY452" fmla="*/ 6715729 h 6858000"/>
              <a:gd name="connsiteX453" fmla="*/ 1794691 w 7467600"/>
              <a:gd name="connsiteY453" fmla="*/ 6843239 h 6858000"/>
              <a:gd name="connsiteX454" fmla="*/ 1794914 w 7467600"/>
              <a:gd name="connsiteY454" fmla="*/ 6858000 h 6858000"/>
              <a:gd name="connsiteX455" fmla="*/ 1746128 w 7467600"/>
              <a:gd name="connsiteY455" fmla="*/ 6858000 h 6858000"/>
              <a:gd name="connsiteX456" fmla="*/ 1753934 w 7467600"/>
              <a:gd name="connsiteY456" fmla="*/ 6724796 h 6858000"/>
              <a:gd name="connsiteX457" fmla="*/ 1792053 w 7467600"/>
              <a:gd name="connsiteY457" fmla="*/ 6572396 h 6858000"/>
              <a:gd name="connsiteX458" fmla="*/ 1862248 w 7467600"/>
              <a:gd name="connsiteY458" fmla="*/ 6266397 h 6858000"/>
              <a:gd name="connsiteX459" fmla="*/ 1862250 w 7467600"/>
              <a:gd name="connsiteY459" fmla="*/ 6033531 h 6858000"/>
              <a:gd name="connsiteX460" fmla="*/ 1211999 w 7467600"/>
              <a:gd name="connsiteY460" fmla="*/ 6683610 h 6858000"/>
              <a:gd name="connsiteX461" fmla="*/ 1213266 w 7467600"/>
              <a:gd name="connsiteY461" fmla="*/ 6691947 h 6858000"/>
              <a:gd name="connsiteX462" fmla="*/ 1203370 w 7467600"/>
              <a:gd name="connsiteY462" fmla="*/ 6850676 h 6858000"/>
              <a:gd name="connsiteX463" fmla="*/ 1203671 w 7467600"/>
              <a:gd name="connsiteY463" fmla="*/ 6858000 h 6858000"/>
              <a:gd name="connsiteX464" fmla="*/ 1143180 w 7467600"/>
              <a:gd name="connsiteY464" fmla="*/ 6858000 h 6858000"/>
              <a:gd name="connsiteX465" fmla="*/ 1142176 w 7467600"/>
              <a:gd name="connsiteY465" fmla="*/ 6766045 h 6858000"/>
              <a:gd name="connsiteX466" fmla="*/ 1067484 w 7467600"/>
              <a:gd name="connsiteY466" fmla="*/ 6858000 h 6858000"/>
              <a:gd name="connsiteX467" fmla="*/ 953928 w 7467600"/>
              <a:gd name="connsiteY467" fmla="*/ 6858000 h 6858000"/>
              <a:gd name="connsiteX468" fmla="*/ 959715 w 7467600"/>
              <a:gd name="connsiteY468" fmla="*/ 6850185 h 6858000"/>
              <a:gd name="connsiteX469" fmla="*/ 1483788 w 7467600"/>
              <a:gd name="connsiteY469" fmla="*/ 6259174 h 6858000"/>
              <a:gd name="connsiteX470" fmla="*/ 1100671 w 7467600"/>
              <a:gd name="connsiteY470" fmla="*/ 6252137 h 6858000"/>
              <a:gd name="connsiteX471" fmla="*/ 1090144 w 7467600"/>
              <a:gd name="connsiteY471" fmla="*/ 6256748 h 6858000"/>
              <a:gd name="connsiteX472" fmla="*/ 1095872 w 7467600"/>
              <a:gd name="connsiteY472" fmla="*/ 6271892 h 6858000"/>
              <a:gd name="connsiteX473" fmla="*/ 262785 w 7467600"/>
              <a:gd name="connsiteY473" fmla="*/ 6845450 h 6858000"/>
              <a:gd name="connsiteX474" fmla="*/ 209968 w 7467600"/>
              <a:gd name="connsiteY474" fmla="*/ 6770713 h 6858000"/>
              <a:gd name="connsiteX475" fmla="*/ 873460 w 7467600"/>
              <a:gd name="connsiteY475" fmla="*/ 6253768 h 6858000"/>
              <a:gd name="connsiteX476" fmla="*/ 192686 w 7467600"/>
              <a:gd name="connsiteY476" fmla="*/ 5849257 h 6858000"/>
              <a:gd name="connsiteX477" fmla="*/ 4696 w 7467600"/>
              <a:gd name="connsiteY477" fmla="*/ 5697668 h 6858000"/>
              <a:gd name="connsiteX478" fmla="*/ 0 w 7467600"/>
              <a:gd name="connsiteY478" fmla="*/ 5689984 h 6858000"/>
              <a:gd name="connsiteX479" fmla="*/ 0 w 7467600"/>
              <a:gd name="connsiteY479" fmla="*/ 5513472 h 6858000"/>
              <a:gd name="connsiteX480" fmla="*/ 174101 w 7467600"/>
              <a:gd name="connsiteY480" fmla="*/ 5620277 h 6858000"/>
              <a:gd name="connsiteX481" fmla="*/ 891800 w 7467600"/>
              <a:gd name="connsiteY481" fmla="*/ 6036935 h 6858000"/>
              <a:gd name="connsiteX482" fmla="*/ 1072219 w 7467600"/>
              <a:gd name="connsiteY482" fmla="*/ 6169443 h 6858000"/>
              <a:gd name="connsiteX483" fmla="*/ 1074117 w 7467600"/>
              <a:gd name="connsiteY483" fmla="*/ 6170301 h 6858000"/>
              <a:gd name="connsiteX484" fmla="*/ 1083114 w 7467600"/>
              <a:gd name="connsiteY484" fmla="*/ 6174131 h 6858000"/>
              <a:gd name="connsiteX485" fmla="*/ 1543010 w 7467600"/>
              <a:gd name="connsiteY485" fmla="*/ 6191140 h 6858000"/>
              <a:gd name="connsiteX486" fmla="*/ 1551080 w 7467600"/>
              <a:gd name="connsiteY486" fmla="*/ 6195006 h 6858000"/>
              <a:gd name="connsiteX487" fmla="*/ 2345443 w 7467600"/>
              <a:gd name="connsiteY487" fmla="*/ 5549882 h 6858000"/>
              <a:gd name="connsiteX488" fmla="*/ 1721499 w 7467600"/>
              <a:gd name="connsiteY488" fmla="*/ 5599969 h 6858000"/>
              <a:gd name="connsiteX489" fmla="*/ 767716 w 7467600"/>
              <a:gd name="connsiteY489" fmla="*/ 5472768 h 6858000"/>
              <a:gd name="connsiteX490" fmla="*/ 722147 w 7467600"/>
              <a:gd name="connsiteY490" fmla="*/ 5393091 h 6858000"/>
              <a:gd name="connsiteX491" fmla="*/ 1485552 w 7467600"/>
              <a:gd name="connsiteY491" fmla="*/ 5313202 h 6858000"/>
              <a:gd name="connsiteX492" fmla="*/ 2143004 w 7467600"/>
              <a:gd name="connsiteY492" fmla="*/ 5402420 h 6858000"/>
              <a:gd name="connsiteX493" fmla="*/ 1933391 w 7467600"/>
              <a:gd name="connsiteY493" fmla="*/ 5156971 h 6858000"/>
              <a:gd name="connsiteX494" fmla="*/ 1827118 w 7467600"/>
              <a:gd name="connsiteY494" fmla="*/ 4968410 h 6858000"/>
              <a:gd name="connsiteX495" fmla="*/ 1837349 w 7467600"/>
              <a:gd name="connsiteY495" fmla="*/ 4956357 h 6858000"/>
              <a:gd name="connsiteX496" fmla="*/ 2162835 w 7467600"/>
              <a:gd name="connsiteY496" fmla="*/ 5187853 h 6858000"/>
              <a:gd name="connsiteX497" fmla="*/ 2257167 w 7467600"/>
              <a:gd name="connsiteY497" fmla="*/ 5462123 h 6858000"/>
              <a:gd name="connsiteX498" fmla="*/ 2261598 w 7467600"/>
              <a:gd name="connsiteY498" fmla="*/ 5467998 h 6858000"/>
              <a:gd name="connsiteX499" fmla="*/ 2437177 w 7467600"/>
              <a:gd name="connsiteY499" fmla="*/ 5479608 h 6858000"/>
              <a:gd name="connsiteX500" fmla="*/ 2445247 w 7467600"/>
              <a:gd name="connsiteY500" fmla="*/ 5483476 h 6858000"/>
              <a:gd name="connsiteX501" fmla="*/ 2743626 w 7467600"/>
              <a:gd name="connsiteY501" fmla="*/ 5304819 h 6858000"/>
              <a:gd name="connsiteX502" fmla="*/ 3048102 w 7467600"/>
              <a:gd name="connsiteY502" fmla="*/ 5150595 h 6858000"/>
              <a:gd name="connsiteX503" fmla="*/ 1799414 w 7467600"/>
              <a:gd name="connsiteY503" fmla="*/ 4694732 h 6858000"/>
              <a:gd name="connsiteX504" fmla="*/ 1771735 w 7467600"/>
              <a:gd name="connsiteY504" fmla="*/ 4619929 h 6858000"/>
              <a:gd name="connsiteX505" fmla="*/ 3104273 w 7467600"/>
              <a:gd name="connsiteY505" fmla="*/ 5076159 h 6858000"/>
              <a:gd name="connsiteX506" fmla="*/ 3113245 w 7467600"/>
              <a:gd name="connsiteY506" fmla="*/ 5090705 h 6858000"/>
              <a:gd name="connsiteX507" fmla="*/ 3126294 w 7467600"/>
              <a:gd name="connsiteY507" fmla="*/ 5114400 h 6858000"/>
              <a:gd name="connsiteX508" fmla="*/ 3937433 w 7467600"/>
              <a:gd name="connsiteY508" fmla="*/ 4830473 h 6858000"/>
              <a:gd name="connsiteX509" fmla="*/ 3590475 w 7467600"/>
              <a:gd name="connsiteY509" fmla="*/ 4597974 h 6858000"/>
              <a:gd name="connsiteX510" fmla="*/ 3100264 w 7467600"/>
              <a:gd name="connsiteY510" fmla="*/ 4579845 h 6858000"/>
              <a:gd name="connsiteX511" fmla="*/ 2183576 w 7467600"/>
              <a:gd name="connsiteY511" fmla="*/ 4227150 h 6858000"/>
              <a:gd name="connsiteX512" fmla="*/ 2151029 w 7467600"/>
              <a:gd name="connsiteY512" fmla="*/ 4146947 h 6858000"/>
              <a:gd name="connsiteX513" fmla="*/ 3563434 w 7467600"/>
              <a:gd name="connsiteY513" fmla="*/ 4469115 h 6858000"/>
              <a:gd name="connsiteX514" fmla="*/ 3177952 w 7467600"/>
              <a:gd name="connsiteY514" fmla="*/ 3657386 h 6858000"/>
              <a:gd name="connsiteX515" fmla="*/ 3189263 w 7467600"/>
              <a:gd name="connsiteY515" fmla="*/ 3625726 h 6858000"/>
              <a:gd name="connsiteX516" fmla="*/ 3560912 w 7467600"/>
              <a:gd name="connsiteY516" fmla="*/ 4079863 h 6858000"/>
              <a:gd name="connsiteX517" fmla="*/ 3626636 w 7467600"/>
              <a:gd name="connsiteY517" fmla="*/ 4512230 h 6858000"/>
              <a:gd name="connsiteX518" fmla="*/ 3653088 w 7467600"/>
              <a:gd name="connsiteY518" fmla="*/ 4521417 h 6858000"/>
              <a:gd name="connsiteX519" fmla="*/ 3988128 w 7467600"/>
              <a:gd name="connsiteY519" fmla="*/ 4817267 h 6858000"/>
              <a:gd name="connsiteX520" fmla="*/ 4830582 w 7467600"/>
              <a:gd name="connsiteY520" fmla="*/ 4676000 h 6858000"/>
              <a:gd name="connsiteX521" fmla="*/ 4830100 w 7467600"/>
              <a:gd name="connsiteY521" fmla="*/ 4675554 h 6858000"/>
              <a:gd name="connsiteX522" fmla="*/ 4036318 w 7467600"/>
              <a:gd name="connsiteY522" fmla="*/ 4147013 h 6858000"/>
              <a:gd name="connsiteX523" fmla="*/ 3432098 w 7467600"/>
              <a:gd name="connsiteY523" fmla="*/ 3537312 h 6858000"/>
              <a:gd name="connsiteX524" fmla="*/ 3446761 w 7467600"/>
              <a:gd name="connsiteY524" fmla="*/ 3461278 h 6858000"/>
              <a:gd name="connsiteX525" fmla="*/ 4419733 w 7467600"/>
              <a:gd name="connsiteY525" fmla="*/ 3963555 h 6858000"/>
              <a:gd name="connsiteX526" fmla="*/ 4781371 w 7467600"/>
              <a:gd name="connsiteY526" fmla="*/ 4458604 h 6858000"/>
              <a:gd name="connsiteX527" fmla="*/ 4780440 w 7467600"/>
              <a:gd name="connsiteY527" fmla="*/ 4470290 h 6858000"/>
              <a:gd name="connsiteX528" fmla="*/ 4898954 w 7467600"/>
              <a:gd name="connsiteY528" fmla="*/ 4662092 h 6858000"/>
              <a:gd name="connsiteX529" fmla="*/ 4900699 w 7467600"/>
              <a:gd name="connsiteY529" fmla="*/ 4670867 h 6858000"/>
              <a:gd name="connsiteX530" fmla="*/ 5714511 w 7467600"/>
              <a:gd name="connsiteY530" fmla="*/ 4663483 h 6858000"/>
              <a:gd name="connsiteX531" fmla="*/ 5464793 w 7467600"/>
              <a:gd name="connsiteY531" fmla="*/ 4393556 h 6858000"/>
              <a:gd name="connsiteX532" fmla="*/ 5461897 w 7467600"/>
              <a:gd name="connsiteY532" fmla="*/ 4390879 h 6858000"/>
              <a:gd name="connsiteX533" fmla="*/ 4294126 w 7467600"/>
              <a:gd name="connsiteY533" fmla="*/ 3303048 h 6858000"/>
              <a:gd name="connsiteX534" fmla="*/ 4305321 w 7467600"/>
              <a:gd name="connsiteY534" fmla="*/ 3256953 h 6858000"/>
              <a:gd name="connsiteX535" fmla="*/ 4949299 w 7467600"/>
              <a:gd name="connsiteY535" fmla="*/ 3766336 h 6858000"/>
              <a:gd name="connsiteX536" fmla="*/ 5291452 w 7467600"/>
              <a:gd name="connsiteY536" fmla="*/ 4076801 h 6858000"/>
              <a:gd name="connsiteX537" fmla="*/ 5434998 w 7467600"/>
              <a:gd name="connsiteY537" fmla="*/ 4254100 h 6858000"/>
              <a:gd name="connsiteX538" fmla="*/ 5351015 w 7467600"/>
              <a:gd name="connsiteY538" fmla="*/ 3760989 h 6858000"/>
              <a:gd name="connsiteX539" fmla="*/ 5413780 w 7467600"/>
              <a:gd name="connsiteY539" fmla="*/ 2966265 h 6858000"/>
              <a:gd name="connsiteX540" fmla="*/ 5425627 w 7467600"/>
              <a:gd name="connsiteY540" fmla="*/ 2954192 h 6858000"/>
              <a:gd name="connsiteX541" fmla="*/ 6604735 w 7467600"/>
              <a:gd name="connsiteY541" fmla="*/ 2041381 h 6858000"/>
              <a:gd name="connsiteX542" fmla="*/ 7204487 w 7467600"/>
              <a:gd name="connsiteY542" fmla="*/ 2742112 h 6858000"/>
              <a:gd name="connsiteX543" fmla="*/ 7131592 w 7467600"/>
              <a:gd name="connsiteY543" fmla="*/ 2672096 h 6858000"/>
              <a:gd name="connsiteX544" fmla="*/ 6996344 w 7467600"/>
              <a:gd name="connsiteY544" fmla="*/ 2518310 h 6858000"/>
              <a:gd name="connsiteX545" fmla="*/ 6735495 w 7467600"/>
              <a:gd name="connsiteY545" fmla="*/ 2196890 h 6858000"/>
              <a:gd name="connsiteX546" fmla="*/ 6721901 w 7467600"/>
              <a:gd name="connsiteY546" fmla="*/ 2179274 h 6858000"/>
              <a:gd name="connsiteX547" fmla="*/ 6604735 w 7467600"/>
              <a:gd name="connsiteY547" fmla="*/ 2041381 h 6858000"/>
              <a:gd name="connsiteX548" fmla="*/ 6591670 w 7467600"/>
              <a:gd name="connsiteY548" fmla="*/ 1988277 h 6858000"/>
              <a:gd name="connsiteX549" fmla="*/ 6747349 w 7467600"/>
              <a:gd name="connsiteY549" fmla="*/ 2160069 h 6858000"/>
              <a:gd name="connsiteX550" fmla="*/ 6760943 w 7467600"/>
              <a:gd name="connsiteY550" fmla="*/ 2177686 h 6858000"/>
              <a:gd name="connsiteX551" fmla="*/ 7021065 w 7467600"/>
              <a:gd name="connsiteY551" fmla="*/ 2498102 h 6858000"/>
              <a:gd name="connsiteX552" fmla="*/ 7155223 w 7467600"/>
              <a:gd name="connsiteY552" fmla="*/ 2650386 h 6858000"/>
              <a:gd name="connsiteX553" fmla="*/ 7203167 w 7467600"/>
              <a:gd name="connsiteY553" fmla="*/ 2697288 h 6858000"/>
              <a:gd name="connsiteX554" fmla="*/ 6937703 w 7467600"/>
              <a:gd name="connsiteY554" fmla="*/ 2321981 h 6858000"/>
              <a:gd name="connsiteX555" fmla="*/ 6591670 w 7467600"/>
              <a:gd name="connsiteY555" fmla="*/ 1988277 h 6858000"/>
              <a:gd name="connsiteX556" fmla="*/ 5798671 w 7467600"/>
              <a:gd name="connsiteY556" fmla="*/ 1981601 h 6858000"/>
              <a:gd name="connsiteX557" fmla="*/ 5754709 w 7467600"/>
              <a:gd name="connsiteY557" fmla="*/ 2071454 h 6858000"/>
              <a:gd name="connsiteX558" fmla="*/ 5763044 w 7467600"/>
              <a:gd name="connsiteY558" fmla="*/ 2842206 h 6858000"/>
              <a:gd name="connsiteX559" fmla="*/ 5764974 w 7467600"/>
              <a:gd name="connsiteY559" fmla="*/ 2799609 h 6858000"/>
              <a:gd name="connsiteX560" fmla="*/ 5767665 w 7467600"/>
              <a:gd name="connsiteY560" fmla="*/ 2666409 h 6858000"/>
              <a:gd name="connsiteX561" fmla="*/ 5763055 w 7467600"/>
              <a:gd name="connsiteY561" fmla="*/ 2579705 h 6858000"/>
              <a:gd name="connsiteX562" fmla="*/ 5758079 w 7467600"/>
              <a:gd name="connsiteY562" fmla="*/ 2492508 h 6858000"/>
              <a:gd name="connsiteX563" fmla="*/ 5779325 w 7467600"/>
              <a:gd name="connsiteY563" fmla="*/ 2197069 h 6858000"/>
              <a:gd name="connsiteX564" fmla="*/ 5798671 w 7467600"/>
              <a:gd name="connsiteY564" fmla="*/ 1981601 h 6858000"/>
              <a:gd name="connsiteX565" fmla="*/ 5829202 w 7467600"/>
              <a:gd name="connsiteY565" fmla="*/ 1971679 h 6858000"/>
              <a:gd name="connsiteX566" fmla="*/ 5809558 w 7467600"/>
              <a:gd name="connsiteY566" fmla="*/ 2198043 h 6858000"/>
              <a:gd name="connsiteX567" fmla="*/ 5788653 w 7467600"/>
              <a:gd name="connsiteY567" fmla="*/ 2489430 h 6858000"/>
              <a:gd name="connsiteX568" fmla="*/ 5793439 w 7467600"/>
              <a:gd name="connsiteY568" fmla="*/ 2575235 h 6858000"/>
              <a:gd name="connsiteX569" fmla="*/ 5796837 w 7467600"/>
              <a:gd name="connsiteY569" fmla="*/ 2637633 h 6858000"/>
              <a:gd name="connsiteX570" fmla="*/ 5818614 w 7467600"/>
              <a:gd name="connsiteY570" fmla="*/ 2473055 h 6858000"/>
              <a:gd name="connsiteX571" fmla="*/ 5829202 w 7467600"/>
              <a:gd name="connsiteY571" fmla="*/ 1971679 h 6858000"/>
              <a:gd name="connsiteX572" fmla="*/ 5911389 w 7467600"/>
              <a:gd name="connsiteY572" fmla="*/ 1898371 h 6858000"/>
              <a:gd name="connsiteX573" fmla="*/ 6237627 w 7467600"/>
              <a:gd name="connsiteY573" fmla="*/ 2231921 h 6858000"/>
              <a:gd name="connsiteX574" fmla="*/ 5911389 w 7467600"/>
              <a:gd name="connsiteY574" fmla="*/ 1898371 h 6858000"/>
              <a:gd name="connsiteX575" fmla="*/ 6944437 w 7467600"/>
              <a:gd name="connsiteY575" fmla="*/ 1575402 h 6858000"/>
              <a:gd name="connsiteX576" fmla="*/ 6304730 w 7467600"/>
              <a:gd name="connsiteY576" fmla="*/ 1766654 h 6858000"/>
              <a:gd name="connsiteX577" fmla="*/ 6944437 w 7467600"/>
              <a:gd name="connsiteY577" fmla="*/ 1575402 h 6858000"/>
              <a:gd name="connsiteX578" fmla="*/ 7019523 w 7467600"/>
              <a:gd name="connsiteY578" fmla="*/ 1519450 h 6858000"/>
              <a:gd name="connsiteX579" fmla="*/ 6298091 w 7467600"/>
              <a:gd name="connsiteY579" fmla="*/ 1737122 h 6858000"/>
              <a:gd name="connsiteX580" fmla="*/ 7019523 w 7467600"/>
              <a:gd name="connsiteY580" fmla="*/ 1519450 h 6858000"/>
              <a:gd name="connsiteX581" fmla="*/ 2399523 w 7467600"/>
              <a:gd name="connsiteY581" fmla="*/ 1428234 h 6858000"/>
              <a:gd name="connsiteX582" fmla="*/ 2224982 w 7467600"/>
              <a:gd name="connsiteY582" fmla="*/ 1826201 h 6858000"/>
              <a:gd name="connsiteX583" fmla="*/ 2096099 w 7467600"/>
              <a:gd name="connsiteY583" fmla="*/ 2345900 h 6858000"/>
              <a:gd name="connsiteX584" fmla="*/ 2283317 w 7467600"/>
              <a:gd name="connsiteY584" fmla="*/ 1796925 h 6858000"/>
              <a:gd name="connsiteX585" fmla="*/ 2399523 w 7467600"/>
              <a:gd name="connsiteY585" fmla="*/ 1428234 h 6858000"/>
              <a:gd name="connsiteX586" fmla="*/ 2448558 w 7467600"/>
              <a:gd name="connsiteY586" fmla="*/ 1373435 h 6858000"/>
              <a:gd name="connsiteX587" fmla="*/ 2312521 w 7467600"/>
              <a:gd name="connsiteY587" fmla="*/ 1806140 h 6858000"/>
              <a:gd name="connsiteX588" fmla="*/ 2127533 w 7467600"/>
              <a:gd name="connsiteY588" fmla="*/ 2348380 h 6858000"/>
              <a:gd name="connsiteX589" fmla="*/ 2358080 w 7467600"/>
              <a:gd name="connsiteY589" fmla="*/ 1866134 h 6858000"/>
              <a:gd name="connsiteX590" fmla="*/ 2407436 w 7467600"/>
              <a:gd name="connsiteY590" fmla="*/ 1651070 h 6858000"/>
              <a:gd name="connsiteX591" fmla="*/ 2448558 w 7467600"/>
              <a:gd name="connsiteY591" fmla="*/ 1373435 h 6858000"/>
              <a:gd name="connsiteX592" fmla="*/ 278707 w 7467600"/>
              <a:gd name="connsiteY592" fmla="*/ 1352270 h 6858000"/>
              <a:gd name="connsiteX593" fmla="*/ 321570 w 7467600"/>
              <a:gd name="connsiteY593" fmla="*/ 1861610 h 6858000"/>
              <a:gd name="connsiteX594" fmla="*/ 294281 w 7467600"/>
              <a:gd name="connsiteY594" fmla="*/ 1440658 h 6858000"/>
              <a:gd name="connsiteX595" fmla="*/ 278707 w 7467600"/>
              <a:gd name="connsiteY595" fmla="*/ 1352270 h 6858000"/>
              <a:gd name="connsiteX596" fmla="*/ 1423821 w 7467600"/>
              <a:gd name="connsiteY596" fmla="*/ 1351958 h 6858000"/>
              <a:gd name="connsiteX597" fmla="*/ 1638521 w 7467600"/>
              <a:gd name="connsiteY597" fmla="*/ 1908470 h 6858000"/>
              <a:gd name="connsiteX598" fmla="*/ 1754199 w 7467600"/>
              <a:gd name="connsiteY598" fmla="*/ 2149284 h 6858000"/>
              <a:gd name="connsiteX599" fmla="*/ 1908359 w 7467600"/>
              <a:gd name="connsiteY599" fmla="*/ 2364988 h 6858000"/>
              <a:gd name="connsiteX600" fmla="*/ 1647661 w 7467600"/>
              <a:gd name="connsiteY600" fmla="*/ 1825945 h 6858000"/>
              <a:gd name="connsiteX601" fmla="*/ 1423821 w 7467600"/>
              <a:gd name="connsiteY601" fmla="*/ 1351958 h 6858000"/>
              <a:gd name="connsiteX602" fmla="*/ 1431890 w 7467600"/>
              <a:gd name="connsiteY602" fmla="*/ 1306475 h 6858000"/>
              <a:gd name="connsiteX603" fmla="*/ 1507597 w 7467600"/>
              <a:gd name="connsiteY603" fmla="*/ 1446132 h 6858000"/>
              <a:gd name="connsiteX604" fmla="*/ 1674586 w 7467600"/>
              <a:gd name="connsiteY604" fmla="*/ 1813832 h 6858000"/>
              <a:gd name="connsiteX605" fmla="*/ 1815950 w 7467600"/>
              <a:gd name="connsiteY605" fmla="*/ 2128564 h 6858000"/>
              <a:gd name="connsiteX606" fmla="*/ 1984242 w 7467600"/>
              <a:gd name="connsiteY606" fmla="*/ 2430829 h 6858000"/>
              <a:gd name="connsiteX607" fmla="*/ 2014023 w 7467600"/>
              <a:gd name="connsiteY607" fmla="*/ 2450995 h 6858000"/>
              <a:gd name="connsiteX608" fmla="*/ 1747337 w 7467600"/>
              <a:gd name="connsiteY608" fmla="*/ 1855264 h 6858000"/>
              <a:gd name="connsiteX609" fmla="*/ 1533749 w 7467600"/>
              <a:gd name="connsiteY609" fmla="*/ 1478656 h 6858000"/>
              <a:gd name="connsiteX610" fmla="*/ 1431890 w 7467600"/>
              <a:gd name="connsiteY610" fmla="*/ 1306475 h 6858000"/>
              <a:gd name="connsiteX611" fmla="*/ 5052692 w 7467600"/>
              <a:gd name="connsiteY611" fmla="*/ 1292994 h 6858000"/>
              <a:gd name="connsiteX612" fmla="*/ 5200661 w 7467600"/>
              <a:gd name="connsiteY612" fmla="*/ 1635186 h 6858000"/>
              <a:gd name="connsiteX613" fmla="*/ 5297138 w 7467600"/>
              <a:gd name="connsiteY613" fmla="*/ 1906351 h 6858000"/>
              <a:gd name="connsiteX614" fmla="*/ 5052692 w 7467600"/>
              <a:gd name="connsiteY614" fmla="*/ 1292994 h 6858000"/>
              <a:gd name="connsiteX615" fmla="*/ 5009948 w 7467600"/>
              <a:gd name="connsiteY615" fmla="*/ 1273619 h 6858000"/>
              <a:gd name="connsiteX616" fmla="*/ 5121777 w 7467600"/>
              <a:gd name="connsiteY616" fmla="*/ 1654213 h 6858000"/>
              <a:gd name="connsiteX617" fmla="*/ 5293545 w 7467600"/>
              <a:gd name="connsiteY617" fmla="*/ 2072247 h 6858000"/>
              <a:gd name="connsiteX618" fmla="*/ 5294042 w 7467600"/>
              <a:gd name="connsiteY618" fmla="*/ 2065019 h 6858000"/>
              <a:gd name="connsiteX619" fmla="*/ 5171936 w 7467600"/>
              <a:gd name="connsiteY619" fmla="*/ 1647613 h 6858000"/>
              <a:gd name="connsiteX620" fmla="*/ 5009948 w 7467600"/>
              <a:gd name="connsiteY620" fmla="*/ 1273619 h 6858000"/>
              <a:gd name="connsiteX621" fmla="*/ 655236 w 7467600"/>
              <a:gd name="connsiteY621" fmla="*/ 1268632 h 6858000"/>
              <a:gd name="connsiteX622" fmla="*/ 839521 w 7467600"/>
              <a:gd name="connsiteY622" fmla="*/ 1685315 h 6858000"/>
              <a:gd name="connsiteX623" fmla="*/ 1109416 w 7467600"/>
              <a:gd name="connsiteY623" fmla="*/ 2061663 h 6858000"/>
              <a:gd name="connsiteX624" fmla="*/ 1298300 w 7467600"/>
              <a:gd name="connsiteY624" fmla="*/ 2247742 h 6858000"/>
              <a:gd name="connsiteX625" fmla="*/ 1125871 w 7467600"/>
              <a:gd name="connsiteY625" fmla="*/ 1989513 h 6858000"/>
              <a:gd name="connsiteX626" fmla="*/ 981574 w 7467600"/>
              <a:gd name="connsiteY626" fmla="*/ 1783157 h 6858000"/>
              <a:gd name="connsiteX627" fmla="*/ 922198 w 7467600"/>
              <a:gd name="connsiteY627" fmla="*/ 1677437 h 6858000"/>
              <a:gd name="connsiteX628" fmla="*/ 869293 w 7467600"/>
              <a:gd name="connsiteY628" fmla="*/ 1583214 h 6858000"/>
              <a:gd name="connsiteX629" fmla="*/ 751431 w 7467600"/>
              <a:gd name="connsiteY629" fmla="*/ 1405731 h 6858000"/>
              <a:gd name="connsiteX630" fmla="*/ 655236 w 7467600"/>
              <a:gd name="connsiteY630" fmla="*/ 1268632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5905192 w 7467600"/>
              <a:gd name="connsiteY834" fmla="*/ 163079 h 6858000"/>
              <a:gd name="connsiteX835" fmla="*/ 5865655 w 7467600"/>
              <a:gd name="connsiteY835" fmla="*/ 171901 h 6858000"/>
              <a:gd name="connsiteX836" fmla="*/ 5259740 w 7467600"/>
              <a:gd name="connsiteY836" fmla="*/ 257013 h 6858000"/>
              <a:gd name="connsiteX837" fmla="*/ 5208466 w 7467600"/>
              <a:gd name="connsiteY837" fmla="*/ 257550 h 6858000"/>
              <a:gd name="connsiteX838" fmla="*/ 4980204 w 7467600"/>
              <a:gd name="connsiteY838" fmla="*/ 271903 h 6858000"/>
              <a:gd name="connsiteX839" fmla="*/ 5068068 w 7467600"/>
              <a:gd name="connsiteY839" fmla="*/ 282244 h 6858000"/>
              <a:gd name="connsiteX840" fmla="*/ 5153231 w 7467600"/>
              <a:gd name="connsiteY840" fmla="*/ 292240 h 6858000"/>
              <a:gd name="connsiteX841" fmla="*/ 5426491 w 7467600"/>
              <a:gd name="connsiteY841" fmla="*/ 281128 h 6858000"/>
              <a:gd name="connsiteX842" fmla="*/ 5731212 w 7467600"/>
              <a:gd name="connsiteY842" fmla="*/ 231951 h 6858000"/>
              <a:gd name="connsiteX843" fmla="*/ 5905192 w 7467600"/>
              <a:gd name="connsiteY843" fmla="*/ 163079 h 6858000"/>
              <a:gd name="connsiteX844" fmla="*/ 5944437 w 7467600"/>
              <a:gd name="connsiteY844" fmla="*/ 113829 h 6858000"/>
              <a:gd name="connsiteX845" fmla="*/ 5825032 w 7467600"/>
              <a:gd name="connsiteY845" fmla="*/ 146405 h 6858000"/>
              <a:gd name="connsiteX846" fmla="*/ 4955599 w 7467600"/>
              <a:gd name="connsiteY846" fmla="*/ 247008 h 6858000"/>
              <a:gd name="connsiteX847" fmla="*/ 5210104 w 7467600"/>
              <a:gd name="connsiteY847" fmla="*/ 228123 h 6858000"/>
              <a:gd name="connsiteX848" fmla="*/ 5261015 w 7467600"/>
              <a:gd name="connsiteY848" fmla="*/ 227087 h 6858000"/>
              <a:gd name="connsiteX849" fmla="*/ 5861181 w 7467600"/>
              <a:gd name="connsiteY849" fmla="*/ 143093 h 6858000"/>
              <a:gd name="connsiteX850" fmla="*/ 5961252 w 7467600"/>
              <a:gd name="connsiteY850" fmla="*/ 114820 h 6858000"/>
              <a:gd name="connsiteX851" fmla="*/ 5944437 w 7467600"/>
              <a:gd name="connsiteY851" fmla="*/ 113829 h 6858000"/>
              <a:gd name="connsiteX852" fmla="*/ 3882765 w 7467600"/>
              <a:gd name="connsiteY852" fmla="*/ 0 h 6858000"/>
              <a:gd name="connsiteX853" fmla="*/ 3995099 w 7467600"/>
              <a:gd name="connsiteY853" fmla="*/ 0 h 6858000"/>
              <a:gd name="connsiteX854" fmla="*/ 4163818 w 7467600"/>
              <a:gd name="connsiteY854" fmla="*/ 234104 h 6858000"/>
              <a:gd name="connsiteX855" fmla="*/ 4172099 w 7467600"/>
              <a:gd name="connsiteY855" fmla="*/ 234207 h 6858000"/>
              <a:gd name="connsiteX856" fmla="*/ 4784282 w 7467600"/>
              <a:gd name="connsiteY856" fmla="*/ 276561 h 6858000"/>
              <a:gd name="connsiteX857" fmla="*/ 4801687 w 7467600"/>
              <a:gd name="connsiteY857" fmla="*/ 267764 h 6858000"/>
              <a:gd name="connsiteX858" fmla="*/ 6082788 w 7467600"/>
              <a:gd name="connsiteY858" fmla="*/ 64119 h 6858000"/>
              <a:gd name="connsiteX859" fmla="*/ 6099442 w 7467600"/>
              <a:gd name="connsiteY859" fmla="*/ 82568 h 6858000"/>
              <a:gd name="connsiteX860" fmla="*/ 4804137 w 7467600"/>
              <a:gd name="connsiteY860" fmla="*/ 320931 h 6858000"/>
              <a:gd name="connsiteX861" fmla="*/ 4227047 w 7467600"/>
              <a:gd name="connsiteY861" fmla="*/ 313415 h 6858000"/>
              <a:gd name="connsiteX862" fmla="*/ 4346041 w 7467600"/>
              <a:gd name="connsiteY862" fmla="*/ 456086 h 6858000"/>
              <a:gd name="connsiteX863" fmla="*/ 4870967 w 7467600"/>
              <a:gd name="connsiteY863" fmla="*/ 963061 h 6858000"/>
              <a:gd name="connsiteX864" fmla="*/ 4889647 w 7467600"/>
              <a:gd name="connsiteY864" fmla="*/ 957147 h 6858000"/>
              <a:gd name="connsiteX865" fmla="*/ 5422504 w 7467600"/>
              <a:gd name="connsiteY865" fmla="*/ 805191 h 6858000"/>
              <a:gd name="connsiteX866" fmla="*/ 6087656 w 7467600"/>
              <a:gd name="connsiteY866" fmla="*/ 826703 h 6858000"/>
              <a:gd name="connsiteX867" fmla="*/ 6058717 w 7467600"/>
              <a:gd name="connsiteY867" fmla="*/ 865992 h 6858000"/>
              <a:gd name="connsiteX868" fmla="*/ 4974153 w 7467600"/>
              <a:gd name="connsiteY868" fmla="*/ 1045456 h 6858000"/>
              <a:gd name="connsiteX869" fmla="*/ 5627835 w 7467600"/>
              <a:gd name="connsiteY869" fmla="*/ 1472077 h 6858000"/>
              <a:gd name="connsiteX870" fmla="*/ 5629817 w 7467600"/>
              <a:gd name="connsiteY870" fmla="*/ 1471412 h 6858000"/>
              <a:gd name="connsiteX871" fmla="*/ 5634124 w 7467600"/>
              <a:gd name="connsiteY871" fmla="*/ 1470572 h 6858000"/>
              <a:gd name="connsiteX872" fmla="*/ 5755832 w 7467600"/>
              <a:gd name="connsiteY872" fmla="*/ 1383886 h 6858000"/>
              <a:gd name="connsiteX873" fmla="*/ 6014186 w 7467600"/>
              <a:gd name="connsiteY873" fmla="*/ 1279799 h 6858000"/>
              <a:gd name="connsiteX874" fmla="*/ 6901619 w 7467600"/>
              <a:gd name="connsiteY874" fmla="*/ 1047874 h 6858000"/>
              <a:gd name="connsiteX875" fmla="*/ 6931566 w 7467600"/>
              <a:gd name="connsiteY875" fmla="*/ 1062034 h 6858000"/>
              <a:gd name="connsiteX876" fmla="*/ 5790982 w 7467600"/>
              <a:gd name="connsiteY876" fmla="*/ 1561380 h 6858000"/>
              <a:gd name="connsiteX877" fmla="*/ 6188971 w 7467600"/>
              <a:gd name="connsiteY877" fmla="*/ 1755168 h 6858000"/>
              <a:gd name="connsiteX878" fmla="*/ 6202446 w 7467600"/>
              <a:gd name="connsiteY878" fmla="*/ 1752268 h 6858000"/>
              <a:gd name="connsiteX879" fmla="*/ 7179560 w 7467600"/>
              <a:gd name="connsiteY879" fmla="*/ 1467551 h 6858000"/>
              <a:gd name="connsiteX880" fmla="*/ 7158730 w 7467600"/>
              <a:gd name="connsiteY880" fmla="*/ 1507835 h 6858000"/>
              <a:gd name="connsiteX881" fmla="*/ 6326959 w 7467600"/>
              <a:gd name="connsiteY881" fmla="*/ 1817686 h 6858000"/>
              <a:gd name="connsiteX882" fmla="*/ 6537433 w 7467600"/>
              <a:gd name="connsiteY882" fmla="*/ 1907790 h 6858000"/>
              <a:gd name="connsiteX883" fmla="*/ 6550221 w 7467600"/>
              <a:gd name="connsiteY883" fmla="*/ 1910729 h 6858000"/>
              <a:gd name="connsiteX884" fmla="*/ 6964438 w 7467600"/>
              <a:gd name="connsiteY884" fmla="*/ 2209505 h 6858000"/>
              <a:gd name="connsiteX885" fmla="*/ 7367862 w 7467600"/>
              <a:gd name="connsiteY885" fmla="*/ 2806833 h 6858000"/>
              <a:gd name="connsiteX886" fmla="*/ 7364329 w 7467600"/>
              <a:gd name="connsiteY886" fmla="*/ 2826907 h 6858000"/>
              <a:gd name="connsiteX887" fmla="*/ 7290545 w 7467600"/>
              <a:gd name="connsiteY887" fmla="*/ 2850663 h 6858000"/>
              <a:gd name="connsiteX888" fmla="*/ 6472036 w 7467600"/>
              <a:gd name="connsiteY888" fmla="*/ 1959003 h 6858000"/>
              <a:gd name="connsiteX889" fmla="*/ 5792897 w 7467600"/>
              <a:gd name="connsiteY889" fmla="*/ 1647747 h 6858000"/>
              <a:gd name="connsiteX890" fmla="*/ 5842751 w 7467600"/>
              <a:gd name="connsiteY890" fmla="*/ 1816112 h 6858000"/>
              <a:gd name="connsiteX891" fmla="*/ 5847424 w 7467600"/>
              <a:gd name="connsiteY891" fmla="*/ 1815776 h 6858000"/>
              <a:gd name="connsiteX892" fmla="*/ 6399821 w 7467600"/>
              <a:gd name="connsiteY892" fmla="*/ 2344799 h 6858000"/>
              <a:gd name="connsiteX893" fmla="*/ 6323232 w 7467600"/>
              <a:gd name="connsiteY893" fmla="*/ 2389634 h 6858000"/>
              <a:gd name="connsiteX894" fmla="*/ 5942958 w 7467600"/>
              <a:gd name="connsiteY894" fmla="*/ 2077708 h 6858000"/>
              <a:gd name="connsiteX895" fmla="*/ 5921559 w 7467600"/>
              <a:gd name="connsiteY895" fmla="*/ 2378596 h 6858000"/>
              <a:gd name="connsiteX896" fmla="*/ 5817651 w 7467600"/>
              <a:gd name="connsiteY896" fmla="*/ 3023919 h 6858000"/>
              <a:gd name="connsiteX897" fmla="*/ 5729634 w 7467600"/>
              <a:gd name="connsiteY897" fmla="*/ 3051849 h 6858000"/>
              <a:gd name="connsiteX898" fmla="*/ 5611018 w 7467600"/>
              <a:gd name="connsiteY898" fmla="*/ 2316769 h 6858000"/>
              <a:gd name="connsiteX899" fmla="*/ 5687608 w 7467600"/>
              <a:gd name="connsiteY899" fmla="*/ 2039972 h 6858000"/>
              <a:gd name="connsiteX900" fmla="*/ 5657554 w 7467600"/>
              <a:gd name="connsiteY900" fmla="*/ 1576445 h 6858000"/>
              <a:gd name="connsiteX901" fmla="*/ 5150475 w 7467600"/>
              <a:gd name="connsiteY901" fmla="*/ 1274012 h 6858000"/>
              <a:gd name="connsiteX902" fmla="*/ 5349142 w 7467600"/>
              <a:gd name="connsiteY902" fmla="*/ 2204405 h 6858000"/>
              <a:gd name="connsiteX903" fmla="*/ 5262214 w 7467600"/>
              <a:gd name="connsiteY903" fmla="*/ 2233836 h 6858000"/>
              <a:gd name="connsiteX904" fmla="*/ 4981539 w 7467600"/>
              <a:gd name="connsiteY904" fmla="*/ 1542201 h 6858000"/>
              <a:gd name="connsiteX905" fmla="*/ 4958461 w 7467600"/>
              <a:gd name="connsiteY905" fmla="*/ 1136957 h 6858000"/>
              <a:gd name="connsiteX906" fmla="*/ 4655015 w 7467600"/>
              <a:gd name="connsiteY906" fmla="*/ 891426 h 6858000"/>
              <a:gd name="connsiteX907" fmla="*/ 4348002 w 7467600"/>
              <a:gd name="connsiteY907" fmla="*/ 2205895 h 6858000"/>
              <a:gd name="connsiteX908" fmla="*/ 4262250 w 7467600"/>
              <a:gd name="connsiteY908" fmla="*/ 2219972 h 6858000"/>
              <a:gd name="connsiteX909" fmla="*/ 4550611 w 7467600"/>
              <a:gd name="connsiteY909" fmla="*/ 817540 h 6858000"/>
              <a:gd name="connsiteX910" fmla="*/ 4564418 w 7467600"/>
              <a:gd name="connsiteY910" fmla="*/ 808293 h 6858000"/>
              <a:gd name="connsiteX911" fmla="*/ 4266388 w 7467600"/>
              <a:gd name="connsiteY911" fmla="*/ 500083 h 6858000"/>
              <a:gd name="connsiteX912" fmla="*/ 4032842 w 7467600"/>
              <a:gd name="connsiteY912" fmla="*/ 211809 h 6858000"/>
              <a:gd name="connsiteX913" fmla="*/ 3882765 w 7467600"/>
              <a:gd name="connsiteY913" fmla="*/ 0 h 6858000"/>
              <a:gd name="connsiteX914" fmla="*/ 3721337 w 7467600"/>
              <a:gd name="connsiteY914" fmla="*/ 0 h 6858000"/>
              <a:gd name="connsiteX915" fmla="*/ 3797544 w 7467600"/>
              <a:gd name="connsiteY915" fmla="*/ 0 h 6858000"/>
              <a:gd name="connsiteX916" fmla="*/ 3775734 w 7467600"/>
              <a:gd name="connsiteY916" fmla="*/ 95131 h 6858000"/>
              <a:gd name="connsiteX917" fmla="*/ 3724807 w 7467600"/>
              <a:gd name="connsiteY917" fmla="*/ 272257 h 6858000"/>
              <a:gd name="connsiteX918" fmla="*/ 3726844 w 7467600"/>
              <a:gd name="connsiteY918" fmla="*/ 282988 h 6858000"/>
              <a:gd name="connsiteX919" fmla="*/ 3742664 w 7467600"/>
              <a:gd name="connsiteY919" fmla="*/ 279918 h 6858000"/>
              <a:gd name="connsiteX920" fmla="*/ 4103910 w 7467600"/>
              <a:gd name="connsiteY920" fmla="*/ 1161917 h 6858000"/>
              <a:gd name="connsiteX921" fmla="*/ 4020269 w 7467600"/>
              <a:gd name="connsiteY921" fmla="*/ 1200406 h 6858000"/>
              <a:gd name="connsiteX922" fmla="*/ 3674882 w 7467600"/>
              <a:gd name="connsiteY922" fmla="*/ 488524 h 6858000"/>
              <a:gd name="connsiteX923" fmla="*/ 3132682 w 7467600"/>
              <a:gd name="connsiteY923" fmla="*/ 1072284 h 6858000"/>
              <a:gd name="connsiteX924" fmla="*/ 2716346 w 7467600"/>
              <a:gd name="connsiteY924" fmla="*/ 1276376 h 6858000"/>
              <a:gd name="connsiteX925" fmla="*/ 2716772 w 7467600"/>
              <a:gd name="connsiteY925" fmla="*/ 1255462 h 6858000"/>
              <a:gd name="connsiteX926" fmla="*/ 3471096 w 7467600"/>
              <a:gd name="connsiteY926" fmla="*/ 437072 h 6858000"/>
              <a:gd name="connsiteX927" fmla="*/ 3639057 w 7467600"/>
              <a:gd name="connsiteY927" fmla="*/ 286334 h 6858000"/>
              <a:gd name="connsiteX928" fmla="*/ 3640309 w 7467600"/>
              <a:gd name="connsiteY928" fmla="*/ 284664 h 6858000"/>
              <a:gd name="connsiteX929" fmla="*/ 3646022 w 7467600"/>
              <a:gd name="connsiteY929" fmla="*/ 276711 h 6858000"/>
              <a:gd name="connsiteX930" fmla="*/ 3707943 w 7467600"/>
              <a:gd name="connsiteY930" fmla="*/ 65958 h 6858000"/>
              <a:gd name="connsiteX931" fmla="*/ 3721337 w 7467600"/>
              <a:gd name="connsiteY931" fmla="*/ 0 h 6858000"/>
              <a:gd name="connsiteX932" fmla="*/ 2867960 w 7467600"/>
              <a:gd name="connsiteY932" fmla="*/ 0 h 6858000"/>
              <a:gd name="connsiteX933" fmla="*/ 2926351 w 7467600"/>
              <a:gd name="connsiteY933" fmla="*/ 0 h 6858000"/>
              <a:gd name="connsiteX934" fmla="*/ 2902823 w 7467600"/>
              <a:gd name="connsiteY934" fmla="*/ 262929 h 6858000"/>
              <a:gd name="connsiteX935" fmla="*/ 2940663 w 7467600"/>
              <a:gd name="connsiteY935" fmla="*/ 140884 h 6858000"/>
              <a:gd name="connsiteX936" fmla="*/ 2947039 w 7467600"/>
              <a:gd name="connsiteY936" fmla="*/ 122524 h 6858000"/>
              <a:gd name="connsiteX937" fmla="*/ 2984316 w 7467600"/>
              <a:gd name="connsiteY937" fmla="*/ 0 h 6858000"/>
              <a:gd name="connsiteX938" fmla="*/ 3016114 w 7467600"/>
              <a:gd name="connsiteY938" fmla="*/ 0 h 6858000"/>
              <a:gd name="connsiteX939" fmla="*/ 2979949 w 7467600"/>
              <a:gd name="connsiteY939" fmla="*/ 119274 h 6858000"/>
              <a:gd name="connsiteX940" fmla="*/ 3023879 w 7467600"/>
              <a:gd name="connsiteY940" fmla="*/ 0 h 6858000"/>
              <a:gd name="connsiteX941" fmla="*/ 3105400 w 7467600"/>
              <a:gd name="connsiteY941" fmla="*/ 0 h 6858000"/>
              <a:gd name="connsiteX942" fmla="*/ 3094669 w 7467600"/>
              <a:gd name="connsiteY942" fmla="*/ 30308 h 6858000"/>
              <a:gd name="connsiteX943" fmla="*/ 2901945 w 7467600"/>
              <a:gd name="connsiteY943" fmla="*/ 466538 h 6858000"/>
              <a:gd name="connsiteX944" fmla="*/ 2815209 w 7467600"/>
              <a:gd name="connsiteY944" fmla="*/ 497361 h 6858000"/>
              <a:gd name="connsiteX945" fmla="*/ 2844845 w 7467600"/>
              <a:gd name="connsiteY945" fmla="*/ 127638 h 6858000"/>
              <a:gd name="connsiteX946" fmla="*/ 2867960 w 7467600"/>
              <a:gd name="connsiteY946" fmla="*/ 0 h 6858000"/>
              <a:gd name="connsiteX947" fmla="*/ 1057230 w 7467600"/>
              <a:gd name="connsiteY947" fmla="*/ 0 h 6858000"/>
              <a:gd name="connsiteX948" fmla="*/ 1111003 w 7467600"/>
              <a:gd name="connsiteY948" fmla="*/ 0 h 6858000"/>
              <a:gd name="connsiteX949" fmla="*/ 1125553 w 7467600"/>
              <a:gd name="connsiteY949" fmla="*/ 52588 h 6858000"/>
              <a:gd name="connsiteX950" fmla="*/ 1304276 w 7467600"/>
              <a:gd name="connsiteY950" fmla="*/ 476275 h 6858000"/>
              <a:gd name="connsiteX951" fmla="*/ 1492066 w 7467600"/>
              <a:gd name="connsiteY951" fmla="*/ 886333 h 6858000"/>
              <a:gd name="connsiteX952" fmla="*/ 1423698 w 7467600"/>
              <a:gd name="connsiteY952" fmla="*/ 710817 h 6858000"/>
              <a:gd name="connsiteX953" fmla="*/ 1357609 w 7467600"/>
              <a:gd name="connsiteY953" fmla="*/ 532892 h 6858000"/>
              <a:gd name="connsiteX954" fmla="*/ 1309550 w 7467600"/>
              <a:gd name="connsiteY954" fmla="*/ 374031 h 6858000"/>
              <a:gd name="connsiteX955" fmla="*/ 1193673 w 7467600"/>
              <a:gd name="connsiteY955" fmla="*/ 49533 h 6858000"/>
              <a:gd name="connsiteX956" fmla="*/ 1164391 w 7467600"/>
              <a:gd name="connsiteY956" fmla="*/ 0 h 6858000"/>
              <a:gd name="connsiteX957" fmla="*/ 1200666 w 7467600"/>
              <a:gd name="connsiteY957" fmla="*/ 0 h 6858000"/>
              <a:gd name="connsiteX958" fmla="*/ 1223408 w 7467600"/>
              <a:gd name="connsiteY958" fmla="*/ 38996 h 6858000"/>
              <a:gd name="connsiteX959" fmla="*/ 1339635 w 7467600"/>
              <a:gd name="connsiteY959" fmla="*/ 365517 h 6858000"/>
              <a:gd name="connsiteX960" fmla="*/ 1387469 w 7467600"/>
              <a:gd name="connsiteY960" fmla="*/ 523079 h 6858000"/>
              <a:gd name="connsiteX961" fmla="*/ 1452685 w 7467600"/>
              <a:gd name="connsiteY961" fmla="*/ 699806 h 6858000"/>
              <a:gd name="connsiteX962" fmla="*/ 1492092 w 7467600"/>
              <a:gd name="connsiteY962" fmla="*/ 800424 h 6858000"/>
              <a:gd name="connsiteX963" fmla="*/ 1455302 w 7467600"/>
              <a:gd name="connsiteY963" fmla="*/ 632913 h 6858000"/>
              <a:gd name="connsiteX964" fmla="*/ 1222336 w 7467600"/>
              <a:gd name="connsiteY964" fmla="*/ 9480 h 6858000"/>
              <a:gd name="connsiteX965" fmla="*/ 1214634 w 7467600"/>
              <a:gd name="connsiteY965" fmla="*/ 0 h 6858000"/>
              <a:gd name="connsiteX966" fmla="*/ 1289827 w 7467600"/>
              <a:gd name="connsiteY966" fmla="*/ 0 h 6858000"/>
              <a:gd name="connsiteX967" fmla="*/ 1321076 w 7467600"/>
              <a:gd name="connsiteY967" fmla="*/ 59722 h 6858000"/>
              <a:gd name="connsiteX968" fmla="*/ 1512579 w 7467600"/>
              <a:gd name="connsiteY968" fmla="*/ 626441 h 6858000"/>
              <a:gd name="connsiteX969" fmla="*/ 1506076 w 7467600"/>
              <a:gd name="connsiteY969" fmla="*/ 1089289 h 6858000"/>
              <a:gd name="connsiteX970" fmla="*/ 1486346 w 7467600"/>
              <a:gd name="connsiteY970" fmla="*/ 1079919 h 6858000"/>
              <a:gd name="connsiteX971" fmla="*/ 1070511 w 7467600"/>
              <a:gd name="connsiteY971" fmla="*/ 48609 h 6858000"/>
              <a:gd name="connsiteX972" fmla="*/ 1057230 w 7467600"/>
              <a:gd name="connsiteY972" fmla="*/ 0 h 6858000"/>
              <a:gd name="connsiteX973" fmla="*/ 43151 w 7467600"/>
              <a:gd name="connsiteY973" fmla="*/ 0 h 6858000"/>
              <a:gd name="connsiteX974" fmla="*/ 95283 w 7467600"/>
              <a:gd name="connsiteY974" fmla="*/ 0 h 6858000"/>
              <a:gd name="connsiteX975" fmla="*/ 300708 w 7467600"/>
              <a:gd name="connsiteY975" fmla="*/ 154571 h 6858000"/>
              <a:gd name="connsiteX976" fmla="*/ 530414 w 7467600"/>
              <a:gd name="connsiteY976" fmla="*/ 354673 h 6858000"/>
              <a:gd name="connsiteX977" fmla="*/ 333785 w 7467600"/>
              <a:gd name="connsiteY977" fmla="*/ 161564 h 6858000"/>
              <a:gd name="connsiteX978" fmla="*/ 147005 w 7467600"/>
              <a:gd name="connsiteY978" fmla="*/ 0 h 6858000"/>
              <a:gd name="connsiteX979" fmla="*/ 272509 w 7467600"/>
              <a:gd name="connsiteY979" fmla="*/ 0 h 6858000"/>
              <a:gd name="connsiteX980" fmla="*/ 326276 w 7467600"/>
              <a:gd name="connsiteY980" fmla="*/ 45847 h 6858000"/>
              <a:gd name="connsiteX981" fmla="*/ 823759 w 7467600"/>
              <a:gd name="connsiteY981" fmla="*/ 574145 h 6858000"/>
              <a:gd name="connsiteX982" fmla="*/ 811254 w 7467600"/>
              <a:gd name="connsiteY982" fmla="*/ 665546 h 6858000"/>
              <a:gd name="connsiteX983" fmla="*/ 154042 w 7467600"/>
              <a:gd name="connsiteY983" fmla="*/ 261522 h 6858000"/>
              <a:gd name="connsiteX984" fmla="*/ 13550 w 7467600"/>
              <a:gd name="connsiteY984" fmla="*/ 158423 h 6858000"/>
              <a:gd name="connsiteX985" fmla="*/ 0 w 7467600"/>
              <a:gd name="connsiteY985" fmla="*/ 146618 h 6858000"/>
              <a:gd name="connsiteX986" fmla="*/ 0 w 7467600"/>
              <a:gd name="connsiteY986" fmla="*/ 59161 h 6858000"/>
              <a:gd name="connsiteX987" fmla="*/ 45427 w 7467600"/>
              <a:gd name="connsiteY987" fmla="*/ 101078 h 6858000"/>
              <a:gd name="connsiteX988" fmla="*/ 630103 w 7467600"/>
              <a:gd name="connsiteY988" fmla="*/ 485885 h 6858000"/>
              <a:gd name="connsiteX989" fmla="*/ 532040 w 7467600"/>
              <a:gd name="connsiteY989" fmla="*/ 399359 h 6858000"/>
              <a:gd name="connsiteX990" fmla="*/ 517618 w 7467600"/>
              <a:gd name="connsiteY990" fmla="*/ 385726 h 6858000"/>
              <a:gd name="connsiteX991" fmla="*/ 285074 w 7467600"/>
              <a:gd name="connsiteY991" fmla="*/ 182755 h 6858000"/>
              <a:gd name="connsiteX992" fmla="*/ 43151 w 7467600"/>
              <a:gd name="connsiteY99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1903353 w 7467600"/>
              <a:gd name="connsiteY136" fmla="*/ 5044827 h 6858000"/>
              <a:gd name="connsiteX137" fmla="*/ 1936931 w 7467600"/>
              <a:gd name="connsiteY137" fmla="*/ 5093954 h 6858000"/>
              <a:gd name="connsiteX138" fmla="*/ 2195868 w 7467600"/>
              <a:gd name="connsiteY138" fmla="*/ 5396574 h 6858000"/>
              <a:gd name="connsiteX139" fmla="*/ 2088852 w 7467600"/>
              <a:gd name="connsiteY139" fmla="*/ 5166123 h 6858000"/>
              <a:gd name="connsiteX140" fmla="*/ 1958241 w 7467600"/>
              <a:gd name="connsiteY140" fmla="*/ 5067955 h 6858000"/>
              <a:gd name="connsiteX141" fmla="*/ 1903353 w 7467600"/>
              <a:gd name="connsiteY141" fmla="*/ 5044827 h 6858000"/>
              <a:gd name="connsiteX142" fmla="*/ 1979378 w 7467600"/>
              <a:gd name="connsiteY142" fmla="*/ 4769504 h 6858000"/>
              <a:gd name="connsiteX143" fmla="*/ 2882120 w 7467600"/>
              <a:gd name="connsiteY143" fmla="*/ 5064547 h 6858000"/>
              <a:gd name="connsiteX144" fmla="*/ 2793103 w 7467600"/>
              <a:gd name="connsiteY144" fmla="*/ 5039699 h 6858000"/>
              <a:gd name="connsiteX145" fmla="*/ 2770041 w 7467600"/>
              <a:gd name="connsiteY145" fmla="*/ 5033634 h 6858000"/>
              <a:gd name="connsiteX146" fmla="*/ 1979378 w 7467600"/>
              <a:gd name="connsiteY146" fmla="*/ 4769504 h 6858000"/>
              <a:gd name="connsiteX147" fmla="*/ 1927410 w 7467600"/>
              <a:gd name="connsiteY147" fmla="*/ 4716164 h 6858000"/>
              <a:gd name="connsiteX148" fmla="*/ 1959587 w 7467600"/>
              <a:gd name="connsiteY148" fmla="*/ 4728849 h 6858000"/>
              <a:gd name="connsiteX149" fmla="*/ 2777707 w 7467600"/>
              <a:gd name="connsiteY149" fmla="*/ 5003991 h 6858000"/>
              <a:gd name="connsiteX150" fmla="*/ 2800768 w 7467600"/>
              <a:gd name="connsiteY150" fmla="*/ 5010056 h 6858000"/>
              <a:gd name="connsiteX151" fmla="*/ 2879408 w 7467600"/>
              <a:gd name="connsiteY151" fmla="*/ 5031590 h 6858000"/>
              <a:gd name="connsiteX152" fmla="*/ 2862295 w 7467600"/>
              <a:gd name="connsiteY152" fmla="*/ 5022958 h 6858000"/>
              <a:gd name="connsiteX153" fmla="*/ 2813343 w 7467600"/>
              <a:gd name="connsiteY153" fmla="*/ 4998369 h 6858000"/>
              <a:gd name="connsiteX154" fmla="*/ 2646245 w 7467600"/>
              <a:gd name="connsiteY154" fmla="*/ 4930999 h 6858000"/>
              <a:gd name="connsiteX155" fmla="*/ 1999243 w 7467600"/>
              <a:gd name="connsiteY155" fmla="*/ 4730524 h 6858000"/>
              <a:gd name="connsiteX156" fmla="*/ 1979527 w 7467600"/>
              <a:gd name="connsiteY156" fmla="*/ 4726651 h 6858000"/>
              <a:gd name="connsiteX157" fmla="*/ 1927410 w 7467600"/>
              <a:gd name="connsiteY157" fmla="*/ 4716164 h 6858000"/>
              <a:gd name="connsiteX158" fmla="*/ 1997014 w 7467600"/>
              <a:gd name="connsiteY158" fmla="*/ 4698007 h 6858000"/>
              <a:gd name="connsiteX159" fmla="*/ 2005458 w 7467600"/>
              <a:gd name="connsiteY159" fmla="*/ 4699540 h 6858000"/>
              <a:gd name="connsiteX160" fmla="*/ 2657186 w 7467600"/>
              <a:gd name="connsiteY160" fmla="*/ 4901687 h 6858000"/>
              <a:gd name="connsiteX161" fmla="*/ 2826662 w 7467600"/>
              <a:gd name="connsiteY161" fmla="*/ 4970362 h 6858000"/>
              <a:gd name="connsiteX162" fmla="*/ 2876100 w 7467600"/>
              <a:gd name="connsiteY162" fmla="*/ 4995397 h 6858000"/>
              <a:gd name="connsiteX163" fmla="*/ 3042600 w 7467600"/>
              <a:gd name="connsiteY163" fmla="*/ 5059532 h 6858000"/>
              <a:gd name="connsiteX164" fmla="*/ 1997014 w 7467600"/>
              <a:gd name="connsiteY164" fmla="*/ 4698007 h 6858000"/>
              <a:gd name="connsiteX165" fmla="*/ 2305292 w 7467600"/>
              <a:gd name="connsiteY165" fmla="*/ 4219492 h 6858000"/>
              <a:gd name="connsiteX166" fmla="*/ 3360922 w 7467600"/>
              <a:gd name="connsiteY166" fmla="*/ 4529373 h 6858000"/>
              <a:gd name="connsiteX167" fmla="*/ 3492420 w 7467600"/>
              <a:gd name="connsiteY167" fmla="*/ 4510145 h 6858000"/>
              <a:gd name="connsiteX168" fmla="*/ 3364086 w 7467600"/>
              <a:gd name="connsiteY168" fmla="*/ 4480340 h 6858000"/>
              <a:gd name="connsiteX169" fmla="*/ 3225818 w 7467600"/>
              <a:gd name="connsiteY169" fmla="*/ 4411822 h 6858000"/>
              <a:gd name="connsiteX170" fmla="*/ 3129696 w 7467600"/>
              <a:gd name="connsiteY170" fmla="*/ 4360704 h 6858000"/>
              <a:gd name="connsiteX171" fmla="*/ 2814545 w 7467600"/>
              <a:gd name="connsiteY171" fmla="*/ 4282955 h 6858000"/>
              <a:gd name="connsiteX172" fmla="*/ 2305292 w 7467600"/>
              <a:gd name="connsiteY172" fmla="*/ 4219492 h 6858000"/>
              <a:gd name="connsiteX173" fmla="*/ 2626982 w 7467600"/>
              <a:gd name="connsiteY173" fmla="*/ 4206450 h 6858000"/>
              <a:gd name="connsiteX174" fmla="*/ 2490617 w 7467600"/>
              <a:gd name="connsiteY174" fmla="*/ 4206951 h 6858000"/>
              <a:gd name="connsiteX175" fmla="*/ 2819869 w 7467600"/>
              <a:gd name="connsiteY175" fmla="*/ 4252936 h 6858000"/>
              <a:gd name="connsiteX176" fmla="*/ 3143018 w 7467600"/>
              <a:gd name="connsiteY176" fmla="*/ 4332698 h 6858000"/>
              <a:gd name="connsiteX177" fmla="*/ 3241520 w 7467600"/>
              <a:gd name="connsiteY177" fmla="*/ 4385112 h 6858000"/>
              <a:gd name="connsiteX178" fmla="*/ 3374575 w 7467600"/>
              <a:gd name="connsiteY178" fmla="*/ 4451517 h 6858000"/>
              <a:gd name="connsiteX179" fmla="*/ 3505221 w 7467600"/>
              <a:gd name="connsiteY179" fmla="*/ 4480757 h 6858000"/>
              <a:gd name="connsiteX180" fmla="*/ 2626982 w 7467600"/>
              <a:gd name="connsiteY180" fmla="*/ 4206450 h 6858000"/>
              <a:gd name="connsiteX181" fmla="*/ 1310106 w 7467600"/>
              <a:gd name="connsiteY181" fmla="*/ 3943217 h 6858000"/>
              <a:gd name="connsiteX182" fmla="*/ 854994 w 7467600"/>
              <a:gd name="connsiteY182" fmla="*/ 4399136 h 6858000"/>
              <a:gd name="connsiteX183" fmla="*/ 742462 w 7467600"/>
              <a:gd name="connsiteY183" fmla="*/ 4594648 h 6858000"/>
              <a:gd name="connsiteX184" fmla="*/ 820602 w 7467600"/>
              <a:gd name="connsiteY184" fmla="*/ 4485915 h 6858000"/>
              <a:gd name="connsiteX185" fmla="*/ 878295 w 7467600"/>
              <a:gd name="connsiteY185" fmla="*/ 4403594 h 6858000"/>
              <a:gd name="connsiteX186" fmla="*/ 1240607 w 7467600"/>
              <a:gd name="connsiteY186" fmla="*/ 4010401 h 6858000"/>
              <a:gd name="connsiteX187" fmla="*/ 1310106 w 7467600"/>
              <a:gd name="connsiteY187" fmla="*/ 3943217 h 6858000"/>
              <a:gd name="connsiteX188" fmla="*/ 1423113 w 7467600"/>
              <a:gd name="connsiteY188" fmla="*/ 3874565 h 6858000"/>
              <a:gd name="connsiteX189" fmla="*/ 1260565 w 7467600"/>
              <a:gd name="connsiteY189" fmla="*/ 4031982 h 6858000"/>
              <a:gd name="connsiteX190" fmla="*/ 901900 w 7467600"/>
              <a:gd name="connsiteY190" fmla="*/ 4421236 h 6858000"/>
              <a:gd name="connsiteX191" fmla="*/ 845044 w 7467600"/>
              <a:gd name="connsiteY191" fmla="*/ 4502436 h 6858000"/>
              <a:gd name="connsiteX192" fmla="*/ 685926 w 7467600"/>
              <a:gd name="connsiteY192" fmla="*/ 4703069 h 6858000"/>
              <a:gd name="connsiteX193" fmla="*/ 684248 w 7467600"/>
              <a:gd name="connsiteY193" fmla="*/ 4706721 h 6858000"/>
              <a:gd name="connsiteX194" fmla="*/ 1423113 w 7467600"/>
              <a:gd name="connsiteY194" fmla="*/ 3874565 h 6858000"/>
              <a:gd name="connsiteX195" fmla="*/ 3316479 w 7467600"/>
              <a:gd name="connsiteY195" fmla="*/ 3872136 h 6858000"/>
              <a:gd name="connsiteX196" fmla="*/ 3546806 w 7467600"/>
              <a:gd name="connsiteY196" fmla="*/ 4356139 h 6858000"/>
              <a:gd name="connsiteX197" fmla="*/ 3364433 w 7467600"/>
              <a:gd name="connsiteY197" fmla="*/ 3953121 h 6858000"/>
              <a:gd name="connsiteX198" fmla="*/ 3316479 w 7467600"/>
              <a:gd name="connsiteY198" fmla="*/ 3872136 h 6858000"/>
              <a:gd name="connsiteX199" fmla="*/ 3291335 w 7467600"/>
              <a:gd name="connsiteY199" fmla="*/ 3767420 h 6858000"/>
              <a:gd name="connsiteX200" fmla="*/ 3390805 w 7467600"/>
              <a:gd name="connsiteY200" fmla="*/ 3937163 h 6858000"/>
              <a:gd name="connsiteX201" fmla="*/ 3579062 w 7467600"/>
              <a:gd name="connsiteY201" fmla="*/ 4359040 h 6858000"/>
              <a:gd name="connsiteX202" fmla="*/ 3467355 w 7467600"/>
              <a:gd name="connsiteY202" fmla="*/ 3988130 h 6858000"/>
              <a:gd name="connsiteX203" fmla="*/ 3310753 w 7467600"/>
              <a:gd name="connsiteY203" fmla="*/ 3787140 h 6858000"/>
              <a:gd name="connsiteX204" fmla="*/ 3291335 w 7467600"/>
              <a:gd name="connsiteY204" fmla="*/ 3767420 h 6858000"/>
              <a:gd name="connsiteX205" fmla="*/ 1635889 w 7467600"/>
              <a:gd name="connsiteY205" fmla="*/ 3709494 h 6858000"/>
              <a:gd name="connsiteX206" fmla="*/ 1634800 w 7467600"/>
              <a:gd name="connsiteY206" fmla="*/ 3731111 h 6858000"/>
              <a:gd name="connsiteX207" fmla="*/ 1635889 w 7467600"/>
              <a:gd name="connsiteY207" fmla="*/ 3709494 h 6858000"/>
              <a:gd name="connsiteX208" fmla="*/ 1510397 w 7467600"/>
              <a:gd name="connsiteY208" fmla="*/ 3684705 h 6858000"/>
              <a:gd name="connsiteX209" fmla="*/ 1146550 w 7467600"/>
              <a:gd name="connsiteY209" fmla="*/ 3802012 h 6858000"/>
              <a:gd name="connsiteX210" fmla="*/ 698834 w 7467600"/>
              <a:gd name="connsiteY210" fmla="*/ 3952272 h 6858000"/>
              <a:gd name="connsiteX211" fmla="*/ 34256 w 7467600"/>
              <a:gd name="connsiteY211" fmla="*/ 4347603 h 6858000"/>
              <a:gd name="connsiteX212" fmla="*/ 527241 w 7467600"/>
              <a:gd name="connsiteY212" fmla="*/ 4065078 h 6858000"/>
              <a:gd name="connsiteX213" fmla="*/ 1510397 w 7467600"/>
              <a:gd name="connsiteY213" fmla="*/ 3684705 h 6858000"/>
              <a:gd name="connsiteX214" fmla="*/ 1313114 w 7467600"/>
              <a:gd name="connsiteY214" fmla="*/ 3655216 h 6858000"/>
              <a:gd name="connsiteX215" fmla="*/ 1109304 w 7467600"/>
              <a:gd name="connsiteY215" fmla="*/ 3669030 h 6858000"/>
              <a:gd name="connsiteX216" fmla="*/ 8129 w 7467600"/>
              <a:gd name="connsiteY216" fmla="*/ 4330519 h 6858000"/>
              <a:gd name="connsiteX217" fmla="*/ 687572 w 7467600"/>
              <a:gd name="connsiteY217" fmla="*/ 3925629 h 6858000"/>
              <a:gd name="connsiteX218" fmla="*/ 1138365 w 7467600"/>
              <a:gd name="connsiteY218" fmla="*/ 3774515 h 6858000"/>
              <a:gd name="connsiteX219" fmla="*/ 1505579 w 7467600"/>
              <a:gd name="connsiteY219" fmla="*/ 3655526 h 6858000"/>
              <a:gd name="connsiteX220" fmla="*/ 1313114 w 7467600"/>
              <a:gd name="connsiteY220" fmla="*/ 3655216 h 6858000"/>
              <a:gd name="connsiteX221" fmla="*/ 3655073 w 7467600"/>
              <a:gd name="connsiteY221" fmla="*/ 3650884 h 6858000"/>
              <a:gd name="connsiteX222" fmla="*/ 3989938 w 7467600"/>
              <a:gd name="connsiteY222" fmla="*/ 3991685 h 6858000"/>
              <a:gd name="connsiteX223" fmla="*/ 4393907 w 7467600"/>
              <a:gd name="connsiteY223" fmla="*/ 4261258 h 6858000"/>
              <a:gd name="connsiteX224" fmla="*/ 4648051 w 7467600"/>
              <a:gd name="connsiteY224" fmla="*/ 4374051 h 6858000"/>
              <a:gd name="connsiteX225" fmla="*/ 4383389 w 7467600"/>
              <a:gd name="connsiteY225" fmla="*/ 4184369 h 6858000"/>
              <a:gd name="connsiteX226" fmla="*/ 4165508 w 7467600"/>
              <a:gd name="connsiteY226" fmla="*/ 4035196 h 6858000"/>
              <a:gd name="connsiteX227" fmla="*/ 4068162 w 7467600"/>
              <a:gd name="connsiteY227" fmla="*/ 3953394 h 6858000"/>
              <a:gd name="connsiteX228" fmla="*/ 3981416 w 7467600"/>
              <a:gd name="connsiteY228" fmla="*/ 3880482 h 6858000"/>
              <a:gd name="connsiteX229" fmla="*/ 3800147 w 7467600"/>
              <a:gd name="connsiteY229" fmla="*/ 3749872 h 6858000"/>
              <a:gd name="connsiteX230" fmla="*/ 3655073 w 7467600"/>
              <a:gd name="connsiteY230" fmla="*/ 3650884 h 6858000"/>
              <a:gd name="connsiteX231" fmla="*/ 3670252 w 7467600"/>
              <a:gd name="connsiteY231" fmla="*/ 3622798 h 6858000"/>
              <a:gd name="connsiteX232" fmla="*/ 3817258 w 7467600"/>
              <a:gd name="connsiteY232" fmla="*/ 3723577 h 6858000"/>
              <a:gd name="connsiteX233" fmla="*/ 4000461 w 7467600"/>
              <a:gd name="connsiteY233" fmla="*/ 3855966 h 6858000"/>
              <a:gd name="connsiteX234" fmla="*/ 4088180 w 7467600"/>
              <a:gd name="connsiteY234" fmla="*/ 3929774 h 6858000"/>
              <a:gd name="connsiteX235" fmla="*/ 4184555 w 7467600"/>
              <a:gd name="connsiteY235" fmla="*/ 4010683 h 6858000"/>
              <a:gd name="connsiteX236" fmla="*/ 4399563 w 7467600"/>
              <a:gd name="connsiteY236" fmla="*/ 4158106 h 6858000"/>
              <a:gd name="connsiteX237" fmla="*/ 4684469 w 7467600"/>
              <a:gd name="connsiteY237" fmla="*/ 4364680 h 6858000"/>
              <a:gd name="connsiteX238" fmla="*/ 4690271 w 7467600"/>
              <a:gd name="connsiteY238" fmla="*/ 4370034 h 6858000"/>
              <a:gd name="connsiteX239" fmla="*/ 4136093 w 7467600"/>
              <a:gd name="connsiteY239" fmla="*/ 3858466 h 6858000"/>
              <a:gd name="connsiteX240" fmla="*/ 3670252 w 7467600"/>
              <a:gd name="connsiteY240" fmla="*/ 3622798 h 6858000"/>
              <a:gd name="connsiteX241" fmla="*/ 4440129 w 7467600"/>
              <a:gd name="connsiteY241" fmla="*/ 3448571 h 6858000"/>
              <a:gd name="connsiteX242" fmla="*/ 4856525 w 7467600"/>
              <a:gd name="connsiteY242" fmla="*/ 3915351 h 6858000"/>
              <a:gd name="connsiteX243" fmla="*/ 5059055 w 7467600"/>
              <a:gd name="connsiteY243" fmla="*/ 4108918 h 6858000"/>
              <a:gd name="connsiteX244" fmla="*/ 5290070 w 7467600"/>
              <a:gd name="connsiteY244" fmla="*/ 4263619 h 6858000"/>
              <a:gd name="connsiteX245" fmla="*/ 4834991 w 7467600"/>
              <a:gd name="connsiteY245" fmla="*/ 3830985 h 6858000"/>
              <a:gd name="connsiteX246" fmla="*/ 4440129 w 7467600"/>
              <a:gd name="connsiteY246" fmla="*/ 3448571 h 6858000"/>
              <a:gd name="connsiteX247" fmla="*/ 4441737 w 7467600"/>
              <a:gd name="connsiteY247" fmla="*/ 3399734 h 6858000"/>
              <a:gd name="connsiteX248" fmla="*/ 4431236 w 7467600"/>
              <a:gd name="connsiteY248" fmla="*/ 3400954 h 6858000"/>
              <a:gd name="connsiteX249" fmla="*/ 4557150 w 7467600"/>
              <a:gd name="connsiteY249" fmla="*/ 3510023 h 6858000"/>
              <a:gd name="connsiteX250" fmla="*/ 4856936 w 7467600"/>
              <a:gd name="connsiteY250" fmla="*/ 3809146 h 6858000"/>
              <a:gd name="connsiteX251" fmla="*/ 5111996 w 7467600"/>
              <a:gd name="connsiteY251" fmla="*/ 4065759 h 6858000"/>
              <a:gd name="connsiteX252" fmla="*/ 5388878 w 7467600"/>
              <a:gd name="connsiteY252" fmla="*/ 4300185 h 6858000"/>
              <a:gd name="connsiteX253" fmla="*/ 5425556 w 7467600"/>
              <a:gd name="connsiteY253" fmla="*/ 4308967 h 6858000"/>
              <a:gd name="connsiteX254" fmla="*/ 4943646 w 7467600"/>
              <a:gd name="connsiteY254" fmla="*/ 3822916 h 6858000"/>
              <a:gd name="connsiteX255" fmla="*/ 4594837 w 7467600"/>
              <a:gd name="connsiteY255" fmla="*/ 3532274 h 6858000"/>
              <a:gd name="connsiteX256" fmla="*/ 4441737 w 7467600"/>
              <a:gd name="connsiteY256" fmla="*/ 3399734 h 6858000"/>
              <a:gd name="connsiteX257" fmla="*/ 5425834 w 7467600"/>
              <a:gd name="connsiteY257" fmla="*/ 3162785 h 6858000"/>
              <a:gd name="connsiteX258" fmla="*/ 5401644 w 7467600"/>
              <a:gd name="connsiteY258" fmla="*/ 3617847 h 6858000"/>
              <a:gd name="connsiteX259" fmla="*/ 5467256 w 7467600"/>
              <a:gd name="connsiteY259" fmla="*/ 4175494 h 6858000"/>
              <a:gd name="connsiteX260" fmla="*/ 5448069 w 7467600"/>
              <a:gd name="connsiteY260" fmla="*/ 3567554 h 6858000"/>
              <a:gd name="connsiteX261" fmla="*/ 5425834 w 7467600"/>
              <a:gd name="connsiteY261" fmla="*/ 3162785 h 6858000"/>
              <a:gd name="connsiteX262" fmla="*/ 1318687 w 7467600"/>
              <a:gd name="connsiteY262" fmla="*/ 3113840 h 6858000"/>
              <a:gd name="connsiteX263" fmla="*/ 1066793 w 7467600"/>
              <a:gd name="connsiteY263" fmla="*/ 3212171 h 6858000"/>
              <a:gd name="connsiteX264" fmla="*/ 993319 w 7467600"/>
              <a:gd name="connsiteY264" fmla="*/ 3247648 h 6858000"/>
              <a:gd name="connsiteX265" fmla="*/ 853081 w 7467600"/>
              <a:gd name="connsiteY265" fmla="*/ 3312410 h 6858000"/>
              <a:gd name="connsiteX266" fmla="*/ 805957 w 7467600"/>
              <a:gd name="connsiteY266" fmla="*/ 3330443 h 6858000"/>
              <a:gd name="connsiteX267" fmla="*/ 1318687 w 7467600"/>
              <a:gd name="connsiteY267" fmla="*/ 3113840 h 6858000"/>
              <a:gd name="connsiteX268" fmla="*/ 5453702 w 7467600"/>
              <a:gd name="connsiteY268" fmla="*/ 3090882 h 6858000"/>
              <a:gd name="connsiteX269" fmla="*/ 5480135 w 7467600"/>
              <a:gd name="connsiteY269" fmla="*/ 3565802 h 6858000"/>
              <a:gd name="connsiteX270" fmla="*/ 5499023 w 7467600"/>
              <a:gd name="connsiteY270" fmla="*/ 4166310 h 6858000"/>
              <a:gd name="connsiteX271" fmla="*/ 5547022 w 7467600"/>
              <a:gd name="connsiteY271" fmla="*/ 3607838 h 6858000"/>
              <a:gd name="connsiteX272" fmla="*/ 5515964 w 7467600"/>
              <a:gd name="connsiteY272" fmla="*/ 3378541 h 6858000"/>
              <a:gd name="connsiteX273" fmla="*/ 5453702 w 7467600"/>
              <a:gd name="connsiteY273" fmla="*/ 3090882 h 6858000"/>
              <a:gd name="connsiteX274" fmla="*/ 1238695 w 7467600"/>
              <a:gd name="connsiteY274" fmla="*/ 3076820 h 6858000"/>
              <a:gd name="connsiteX275" fmla="*/ 716371 w 7467600"/>
              <a:gd name="connsiteY275" fmla="*/ 3293249 h 6858000"/>
              <a:gd name="connsiteX276" fmla="*/ 579522 w 7467600"/>
              <a:gd name="connsiteY276" fmla="*/ 3371759 h 6858000"/>
              <a:gd name="connsiteX277" fmla="*/ 600288 w 7467600"/>
              <a:gd name="connsiteY277" fmla="*/ 3365555 h 6858000"/>
              <a:gd name="connsiteX278" fmla="*/ 840692 w 7467600"/>
              <a:gd name="connsiteY278" fmla="*/ 3284921 h 6858000"/>
              <a:gd name="connsiteX279" fmla="*/ 979248 w 7467600"/>
              <a:gd name="connsiteY279" fmla="*/ 3221003 h 6858000"/>
              <a:gd name="connsiteX280" fmla="*/ 1053282 w 7467600"/>
              <a:gd name="connsiteY280" fmla="*/ 3185247 h 6858000"/>
              <a:gd name="connsiteX281" fmla="*/ 1320603 w 7467600"/>
              <a:gd name="connsiteY281" fmla="*/ 3081281 h 6858000"/>
              <a:gd name="connsiteX282" fmla="*/ 1238695 w 7467600"/>
              <a:gd name="connsiteY282" fmla="*/ 3076820 h 6858000"/>
              <a:gd name="connsiteX283" fmla="*/ 5425627 w 7467600"/>
              <a:gd name="connsiteY283" fmla="*/ 2954192 h 6858000"/>
              <a:gd name="connsiteX284" fmla="*/ 5470770 w 7467600"/>
              <a:gd name="connsiteY284" fmla="*/ 3005435 h 6858000"/>
              <a:gd name="connsiteX285" fmla="*/ 5519779 w 7467600"/>
              <a:gd name="connsiteY285" fmla="*/ 4359223 h 6858000"/>
              <a:gd name="connsiteX286" fmla="*/ 5520293 w 7467600"/>
              <a:gd name="connsiteY286" fmla="*/ 4360602 h 6858000"/>
              <a:gd name="connsiteX287" fmla="*/ 5767221 w 7467600"/>
              <a:gd name="connsiteY287" fmla="*/ 4665564 h 6858000"/>
              <a:gd name="connsiteX288" fmla="*/ 6937169 w 7467600"/>
              <a:gd name="connsiteY288" fmla="*/ 4815941 h 6858000"/>
              <a:gd name="connsiteX289" fmla="*/ 6953922 w 7467600"/>
              <a:gd name="connsiteY289" fmla="*/ 4890068 h 6858000"/>
              <a:gd name="connsiteX290" fmla="*/ 6071359 w 7467600"/>
              <a:gd name="connsiteY290" fmla="*/ 4770770 h 6858000"/>
              <a:gd name="connsiteX291" fmla="*/ 6038839 w 7467600"/>
              <a:gd name="connsiteY291" fmla="*/ 4764474 h 6858000"/>
              <a:gd name="connsiteX292" fmla="*/ 6038706 w 7467600"/>
              <a:gd name="connsiteY292" fmla="*/ 4763847 h 6858000"/>
              <a:gd name="connsiteX293" fmla="*/ 6037784 w 7467600"/>
              <a:gd name="connsiteY293" fmla="*/ 4764270 h 6858000"/>
              <a:gd name="connsiteX294" fmla="*/ 6038839 w 7467600"/>
              <a:gd name="connsiteY294" fmla="*/ 4764474 h 6858000"/>
              <a:gd name="connsiteX295" fmla="*/ 6040338 w 7467600"/>
              <a:gd name="connsiteY295" fmla="*/ 4771418 h 6858000"/>
              <a:gd name="connsiteX296" fmla="*/ 6024488 w 7467600"/>
              <a:gd name="connsiteY296" fmla="*/ 4809903 h 6858000"/>
              <a:gd name="connsiteX297" fmla="*/ 5599771 w 7467600"/>
              <a:gd name="connsiteY297" fmla="*/ 5509652 h 6858000"/>
              <a:gd name="connsiteX298" fmla="*/ 5548843 w 7467600"/>
              <a:gd name="connsiteY298" fmla="*/ 5563845 h 6858000"/>
              <a:gd name="connsiteX299" fmla="*/ 5940952 w 7467600"/>
              <a:gd name="connsiteY299" fmla="*/ 6250028 h 6858000"/>
              <a:gd name="connsiteX300" fmla="*/ 6043441 w 7467600"/>
              <a:gd name="connsiteY300" fmla="*/ 6665847 h 6858000"/>
              <a:gd name="connsiteX301" fmla="*/ 6093432 w 7467600"/>
              <a:gd name="connsiteY301" fmla="*/ 6858000 h 6858000"/>
              <a:gd name="connsiteX302" fmla="*/ 6034344 w 7467600"/>
              <a:gd name="connsiteY302" fmla="*/ 6858000 h 6858000"/>
              <a:gd name="connsiteX303" fmla="*/ 6026679 w 7467600"/>
              <a:gd name="connsiteY303" fmla="*/ 6836959 h 6858000"/>
              <a:gd name="connsiteX304" fmla="*/ 5800441 w 7467600"/>
              <a:gd name="connsiteY304" fmla="*/ 6335286 h 6858000"/>
              <a:gd name="connsiteX305" fmla="*/ 5526562 w 7467600"/>
              <a:gd name="connsiteY305" fmla="*/ 5705388 h 6858000"/>
              <a:gd name="connsiteX306" fmla="*/ 5519640 w 7467600"/>
              <a:gd name="connsiteY306" fmla="*/ 5683774 h 6858000"/>
              <a:gd name="connsiteX307" fmla="*/ 5844559 w 7467600"/>
              <a:gd name="connsiteY307" fmla="*/ 6553349 h 6858000"/>
              <a:gd name="connsiteX308" fmla="*/ 5975994 w 7467600"/>
              <a:gd name="connsiteY308" fmla="*/ 6858000 h 6858000"/>
              <a:gd name="connsiteX309" fmla="*/ 5898547 w 7467600"/>
              <a:gd name="connsiteY309" fmla="*/ 6858000 h 6858000"/>
              <a:gd name="connsiteX310" fmla="*/ 5682041 w 7467600"/>
              <a:gd name="connsiteY310" fmla="*/ 6355860 h 6858000"/>
              <a:gd name="connsiteX311" fmla="*/ 5461758 w 7467600"/>
              <a:gd name="connsiteY311" fmla="*/ 5820220 h 6858000"/>
              <a:gd name="connsiteX312" fmla="*/ 5237282 w 7467600"/>
              <a:gd name="connsiteY312" fmla="*/ 6579086 h 6858000"/>
              <a:gd name="connsiteX313" fmla="*/ 5115009 w 7467600"/>
              <a:gd name="connsiteY313" fmla="*/ 6858000 h 6858000"/>
              <a:gd name="connsiteX314" fmla="*/ 5028074 w 7467600"/>
              <a:gd name="connsiteY314" fmla="*/ 6858000 h 6858000"/>
              <a:gd name="connsiteX315" fmla="*/ 5079508 w 7467600"/>
              <a:gd name="connsiteY315" fmla="*/ 6749074 h 6858000"/>
              <a:gd name="connsiteX316" fmla="*/ 5371846 w 7467600"/>
              <a:gd name="connsiteY316" fmla="*/ 5924413 h 6858000"/>
              <a:gd name="connsiteX317" fmla="*/ 5270512 w 7467600"/>
              <a:gd name="connsiteY317" fmla="*/ 6138975 h 6858000"/>
              <a:gd name="connsiteX318" fmla="*/ 5062409 w 7467600"/>
              <a:gd name="connsiteY318" fmla="*/ 6653544 h 6858000"/>
              <a:gd name="connsiteX319" fmla="*/ 5036628 w 7467600"/>
              <a:gd name="connsiteY319" fmla="*/ 6754247 h 6858000"/>
              <a:gd name="connsiteX320" fmla="*/ 5009112 w 7467600"/>
              <a:gd name="connsiteY320" fmla="*/ 6858000 h 6858000"/>
              <a:gd name="connsiteX321" fmla="*/ 4976679 w 7467600"/>
              <a:gd name="connsiteY321" fmla="*/ 6858000 h 6858000"/>
              <a:gd name="connsiteX322" fmla="*/ 5006537 w 7467600"/>
              <a:gd name="connsiteY322" fmla="*/ 6747068 h 6858000"/>
              <a:gd name="connsiteX323" fmla="*/ 5032723 w 7467600"/>
              <a:gd name="connsiteY323" fmla="*/ 6644957 h 6858000"/>
              <a:gd name="connsiteX324" fmla="*/ 5242949 w 7467600"/>
              <a:gd name="connsiteY324" fmla="*/ 6125175 h 6858000"/>
              <a:gd name="connsiteX325" fmla="*/ 5286321 w 7467600"/>
              <a:gd name="connsiteY325" fmla="*/ 6033555 h 6858000"/>
              <a:gd name="connsiteX326" fmla="*/ 5008210 w 7467600"/>
              <a:gd name="connsiteY326" fmla="*/ 6649194 h 6858000"/>
              <a:gd name="connsiteX327" fmla="*/ 4986321 w 7467600"/>
              <a:gd name="connsiteY327" fmla="*/ 6765687 h 6858000"/>
              <a:gd name="connsiteX328" fmla="*/ 4973474 w 7467600"/>
              <a:gd name="connsiteY328" fmla="*/ 6858000 h 6858000"/>
              <a:gd name="connsiteX329" fmla="*/ 4907178 w 7467600"/>
              <a:gd name="connsiteY329" fmla="*/ 6858000 h 6858000"/>
              <a:gd name="connsiteX330" fmla="*/ 4910810 w 7467600"/>
              <a:gd name="connsiteY330" fmla="*/ 6829660 h 6858000"/>
              <a:gd name="connsiteX331" fmla="*/ 4987461 w 7467600"/>
              <a:gd name="connsiteY331" fmla="*/ 6432994 h 6858000"/>
              <a:gd name="connsiteX332" fmla="*/ 5179262 w 7467600"/>
              <a:gd name="connsiteY332" fmla="*/ 6035044 h 6858000"/>
              <a:gd name="connsiteX333" fmla="*/ 4689678 w 7467600"/>
              <a:gd name="connsiteY333" fmla="*/ 6440241 h 6858000"/>
              <a:gd name="connsiteX334" fmla="*/ 4477543 w 7467600"/>
              <a:gd name="connsiteY334" fmla="*/ 6674836 h 6858000"/>
              <a:gd name="connsiteX335" fmla="*/ 4329957 w 7467600"/>
              <a:gd name="connsiteY335" fmla="*/ 6858000 h 6858000"/>
              <a:gd name="connsiteX336" fmla="*/ 4218595 w 7467600"/>
              <a:gd name="connsiteY336" fmla="*/ 6858000 h 6858000"/>
              <a:gd name="connsiteX337" fmla="*/ 4368888 w 7467600"/>
              <a:gd name="connsiteY337" fmla="*/ 6668412 h 6858000"/>
              <a:gd name="connsiteX338" fmla="*/ 4563091 w 7467600"/>
              <a:gd name="connsiteY338" fmla="*/ 6442508 h 6858000"/>
              <a:gd name="connsiteX339" fmla="*/ 5387324 w 7467600"/>
              <a:gd name="connsiteY339" fmla="*/ 5705830 h 6858000"/>
              <a:gd name="connsiteX340" fmla="*/ 5073620 w 7467600"/>
              <a:gd name="connsiteY340" fmla="*/ 5955437 h 6858000"/>
              <a:gd name="connsiteX341" fmla="*/ 4689789 w 7467600"/>
              <a:gd name="connsiteY341" fmla="*/ 6268382 h 6858000"/>
              <a:gd name="connsiteX342" fmla="*/ 4418722 w 7467600"/>
              <a:gd name="connsiteY342" fmla="*/ 6570886 h 6858000"/>
              <a:gd name="connsiteX343" fmla="*/ 4214944 w 7467600"/>
              <a:gd name="connsiteY343" fmla="*/ 6858000 h 6858000"/>
              <a:gd name="connsiteX344" fmla="*/ 4177898 w 7467600"/>
              <a:gd name="connsiteY344" fmla="*/ 6858000 h 6858000"/>
              <a:gd name="connsiteX345" fmla="*/ 4391597 w 7467600"/>
              <a:gd name="connsiteY345" fmla="*/ 6556370 h 6858000"/>
              <a:gd name="connsiteX346" fmla="*/ 4668889 w 7467600"/>
              <a:gd name="connsiteY346" fmla="*/ 6246399 h 6858000"/>
              <a:gd name="connsiteX347" fmla="*/ 5055427 w 7467600"/>
              <a:gd name="connsiteY347" fmla="*/ 5931476 h 6858000"/>
              <a:gd name="connsiteX348" fmla="*/ 5371814 w 7467600"/>
              <a:gd name="connsiteY348" fmla="*/ 5678975 h 6858000"/>
              <a:gd name="connsiteX349" fmla="*/ 4987918 w 7467600"/>
              <a:gd name="connsiteY349" fmla="*/ 5838701 h 6858000"/>
              <a:gd name="connsiteX350" fmla="*/ 4317146 w 7467600"/>
              <a:gd name="connsiteY350" fmla="*/ 6587716 h 6858000"/>
              <a:gd name="connsiteX351" fmla="*/ 4171627 w 7467600"/>
              <a:gd name="connsiteY351" fmla="*/ 6858000 h 6858000"/>
              <a:gd name="connsiteX352" fmla="*/ 4081585 w 7467600"/>
              <a:gd name="connsiteY352" fmla="*/ 6858000 h 6858000"/>
              <a:gd name="connsiteX353" fmla="*/ 4238603 w 7467600"/>
              <a:gd name="connsiteY353" fmla="*/ 6559341 h 6858000"/>
              <a:gd name="connsiteX354" fmla="*/ 4778333 w 7467600"/>
              <a:gd name="connsiteY354" fmla="*/ 5873626 h 6858000"/>
              <a:gd name="connsiteX355" fmla="*/ 5414185 w 7467600"/>
              <a:gd name="connsiteY355" fmla="*/ 5573882 h 6858000"/>
              <a:gd name="connsiteX356" fmla="*/ 5959648 w 7467600"/>
              <a:gd name="connsiteY356" fmla="*/ 4760797 h 6858000"/>
              <a:gd name="connsiteX357" fmla="*/ 5355019 w 7467600"/>
              <a:gd name="connsiteY357" fmla="*/ 4734672 h 6858000"/>
              <a:gd name="connsiteX358" fmla="*/ 5083565 w 7467600"/>
              <a:gd name="connsiteY358" fmla="*/ 5179121 h 6858000"/>
              <a:gd name="connsiteX359" fmla="*/ 4713577 w 7467600"/>
              <a:gd name="connsiteY359" fmla="*/ 5616803 h 6858000"/>
              <a:gd name="connsiteX360" fmla="*/ 3989559 w 7467600"/>
              <a:gd name="connsiteY360" fmla="*/ 6145945 h 6858000"/>
              <a:gd name="connsiteX361" fmla="*/ 3939824 w 7467600"/>
              <a:gd name="connsiteY361" fmla="*/ 6066900 h 6858000"/>
              <a:gd name="connsiteX362" fmla="*/ 4584537 w 7467600"/>
              <a:gd name="connsiteY362" fmla="*/ 5324826 h 6858000"/>
              <a:gd name="connsiteX363" fmla="*/ 5037105 w 7467600"/>
              <a:gd name="connsiteY363" fmla="*/ 5088765 h 6858000"/>
              <a:gd name="connsiteX364" fmla="*/ 5039930 w 7467600"/>
              <a:gd name="connsiteY364" fmla="*/ 5089585 h 6858000"/>
              <a:gd name="connsiteX365" fmla="*/ 5263764 w 7467600"/>
              <a:gd name="connsiteY365" fmla="*/ 4735525 h 6858000"/>
              <a:gd name="connsiteX366" fmla="*/ 4086300 w 7467600"/>
              <a:gd name="connsiteY366" fmla="*/ 4884599 h 6858000"/>
              <a:gd name="connsiteX367" fmla="*/ 4085485 w 7467600"/>
              <a:gd name="connsiteY367" fmla="*/ 4899070 h 6858000"/>
              <a:gd name="connsiteX368" fmla="*/ 3871915 w 7467600"/>
              <a:gd name="connsiteY368" fmla="*/ 5253645 h 6858000"/>
              <a:gd name="connsiteX369" fmla="*/ 3799374 w 7467600"/>
              <a:gd name="connsiteY369" fmla="*/ 5466127 h 6858000"/>
              <a:gd name="connsiteX370" fmla="*/ 3498850 w 7467600"/>
              <a:gd name="connsiteY370" fmla="*/ 6661888 h 6858000"/>
              <a:gd name="connsiteX371" fmla="*/ 3399216 w 7467600"/>
              <a:gd name="connsiteY371" fmla="*/ 6858000 h 6858000"/>
              <a:gd name="connsiteX372" fmla="*/ 3303688 w 7467600"/>
              <a:gd name="connsiteY372" fmla="*/ 6858000 h 6858000"/>
              <a:gd name="connsiteX373" fmla="*/ 3391774 w 7467600"/>
              <a:gd name="connsiteY373" fmla="*/ 6697181 h 6858000"/>
              <a:gd name="connsiteX374" fmla="*/ 3735540 w 7467600"/>
              <a:gd name="connsiteY374" fmla="*/ 5546923 h 6858000"/>
              <a:gd name="connsiteX375" fmla="*/ 3729438 w 7467600"/>
              <a:gd name="connsiteY375" fmla="*/ 5569058 h 6858000"/>
              <a:gd name="connsiteX376" fmla="*/ 3707782 w 7467600"/>
              <a:gd name="connsiteY376" fmla="*/ 5644908 h 6858000"/>
              <a:gd name="connsiteX377" fmla="*/ 3583827 w 7467600"/>
              <a:gd name="connsiteY377" fmla="*/ 6039215 h 6858000"/>
              <a:gd name="connsiteX378" fmla="*/ 3547861 w 7467600"/>
              <a:gd name="connsiteY378" fmla="*/ 6129609 h 6858000"/>
              <a:gd name="connsiteX379" fmla="*/ 3490905 w 7467600"/>
              <a:gd name="connsiteY379" fmla="*/ 6277660 h 6858000"/>
              <a:gd name="connsiteX380" fmla="*/ 3455859 w 7467600"/>
              <a:gd name="connsiteY380" fmla="*/ 6391301 h 6858000"/>
              <a:gd name="connsiteX381" fmla="*/ 3429112 w 7467600"/>
              <a:gd name="connsiteY381" fmla="*/ 6479469 h 6858000"/>
              <a:gd name="connsiteX382" fmla="*/ 3304862 w 7467600"/>
              <a:gd name="connsiteY382" fmla="*/ 6796476 h 6858000"/>
              <a:gd name="connsiteX383" fmla="*/ 3276071 w 7467600"/>
              <a:gd name="connsiteY383" fmla="*/ 6858000 h 6858000"/>
              <a:gd name="connsiteX384" fmla="*/ 3240805 w 7467600"/>
              <a:gd name="connsiteY384" fmla="*/ 6858000 h 6858000"/>
              <a:gd name="connsiteX385" fmla="*/ 3275917 w 7467600"/>
              <a:gd name="connsiteY385" fmla="*/ 6783192 h 6858000"/>
              <a:gd name="connsiteX386" fmla="*/ 3399358 w 7467600"/>
              <a:gd name="connsiteY386" fmla="*/ 6469011 h 6858000"/>
              <a:gd name="connsiteX387" fmla="*/ 3425650 w 7467600"/>
              <a:gd name="connsiteY387" fmla="*/ 6381333 h 6858000"/>
              <a:gd name="connsiteX388" fmla="*/ 3460661 w 7467600"/>
              <a:gd name="connsiteY388" fmla="*/ 6266763 h 6858000"/>
              <a:gd name="connsiteX389" fmla="*/ 3518021 w 7467600"/>
              <a:gd name="connsiteY389" fmla="*/ 6117298 h 6858000"/>
              <a:gd name="connsiteX390" fmla="*/ 3554035 w 7467600"/>
              <a:gd name="connsiteY390" fmla="*/ 6027832 h 6858000"/>
              <a:gd name="connsiteX391" fmla="*/ 3677174 w 7467600"/>
              <a:gd name="connsiteY391" fmla="*/ 5636351 h 6858000"/>
              <a:gd name="connsiteX392" fmla="*/ 3698819 w 7467600"/>
              <a:gd name="connsiteY392" fmla="*/ 5560503 h 6858000"/>
              <a:gd name="connsiteX393" fmla="*/ 3702094 w 7467600"/>
              <a:gd name="connsiteY393" fmla="*/ 5549194 h 6858000"/>
              <a:gd name="connsiteX394" fmla="*/ 3398355 w 7467600"/>
              <a:gd name="connsiteY394" fmla="*/ 6094603 h 6858000"/>
              <a:gd name="connsiteX395" fmla="*/ 3193941 w 7467600"/>
              <a:gd name="connsiteY395" fmla="*/ 6798775 h 6858000"/>
              <a:gd name="connsiteX396" fmla="*/ 3184140 w 7467600"/>
              <a:gd name="connsiteY396" fmla="*/ 6858000 h 6858000"/>
              <a:gd name="connsiteX397" fmla="*/ 3099978 w 7467600"/>
              <a:gd name="connsiteY397" fmla="*/ 6858000 h 6858000"/>
              <a:gd name="connsiteX398" fmla="*/ 3101556 w 7467600"/>
              <a:gd name="connsiteY398" fmla="*/ 6843337 h 6858000"/>
              <a:gd name="connsiteX399" fmla="*/ 3370162 w 7467600"/>
              <a:gd name="connsiteY399" fmla="*/ 5785550 h 6858000"/>
              <a:gd name="connsiteX400" fmla="*/ 3746477 w 7467600"/>
              <a:gd name="connsiteY400" fmla="*/ 5377889 h 6858000"/>
              <a:gd name="connsiteX401" fmla="*/ 3863399 w 7467600"/>
              <a:gd name="connsiteY401" fmla="*/ 5087257 h 6858000"/>
              <a:gd name="connsiteX402" fmla="*/ 3968712 w 7467600"/>
              <a:gd name="connsiteY402" fmla="*/ 4913989 h 6858000"/>
              <a:gd name="connsiteX403" fmla="*/ 2792390 w 7467600"/>
              <a:gd name="connsiteY403" fmla="*/ 5382974 h 6858000"/>
              <a:gd name="connsiteX404" fmla="*/ 2714982 w 7467600"/>
              <a:gd name="connsiteY404" fmla="*/ 5427051 h 6858000"/>
              <a:gd name="connsiteX405" fmla="*/ 2813361 w 7467600"/>
              <a:gd name="connsiteY405" fmla="*/ 6023912 h 6858000"/>
              <a:gd name="connsiteX406" fmla="*/ 2688430 w 7467600"/>
              <a:gd name="connsiteY406" fmla="*/ 6801564 h 6858000"/>
              <a:gd name="connsiteX407" fmla="*/ 2629626 w 7467600"/>
              <a:gd name="connsiteY407" fmla="*/ 6763394 h 6858000"/>
              <a:gd name="connsiteX408" fmla="*/ 2565328 w 7467600"/>
              <a:gd name="connsiteY408" fmla="*/ 5516399 h 6858000"/>
              <a:gd name="connsiteX409" fmla="*/ 1922999 w 7467600"/>
              <a:gd name="connsiteY409" fmla="*/ 5980343 h 6858000"/>
              <a:gd name="connsiteX410" fmla="*/ 1950261 w 7467600"/>
              <a:gd name="connsiteY410" fmla="*/ 6405858 h 6858000"/>
              <a:gd name="connsiteX411" fmla="*/ 2365554 w 7467600"/>
              <a:gd name="connsiteY411" fmla="*/ 6759107 h 6858000"/>
              <a:gd name="connsiteX412" fmla="*/ 2424142 w 7467600"/>
              <a:gd name="connsiteY412" fmla="*/ 6858000 h 6858000"/>
              <a:gd name="connsiteX413" fmla="*/ 2395994 w 7467600"/>
              <a:gd name="connsiteY413" fmla="*/ 6858000 h 6858000"/>
              <a:gd name="connsiteX414" fmla="*/ 2392863 w 7467600"/>
              <a:gd name="connsiteY414" fmla="*/ 6852964 h 6858000"/>
              <a:gd name="connsiteX415" fmla="*/ 2017589 w 7467600"/>
              <a:gd name="connsiteY415" fmla="*/ 6493982 h 6858000"/>
              <a:gd name="connsiteX416" fmla="*/ 2147336 w 7467600"/>
              <a:gd name="connsiteY416" fmla="*/ 6594052 h 6858000"/>
              <a:gd name="connsiteX417" fmla="*/ 2207047 w 7467600"/>
              <a:gd name="connsiteY417" fmla="*/ 6654540 h 6858000"/>
              <a:gd name="connsiteX418" fmla="*/ 2299106 w 7467600"/>
              <a:gd name="connsiteY418" fmla="*/ 6778931 h 6858000"/>
              <a:gd name="connsiteX419" fmla="*/ 2314430 w 7467600"/>
              <a:gd name="connsiteY419" fmla="*/ 6801144 h 6858000"/>
              <a:gd name="connsiteX420" fmla="*/ 2352406 w 7467600"/>
              <a:gd name="connsiteY420" fmla="*/ 6858000 h 6858000"/>
              <a:gd name="connsiteX421" fmla="*/ 2314492 w 7467600"/>
              <a:gd name="connsiteY421" fmla="*/ 6858000 h 6858000"/>
              <a:gd name="connsiteX422" fmla="*/ 2288095 w 7467600"/>
              <a:gd name="connsiteY422" fmla="*/ 6818030 h 6858000"/>
              <a:gd name="connsiteX423" fmla="*/ 2272768 w 7467600"/>
              <a:gd name="connsiteY423" fmla="*/ 6795822 h 6858000"/>
              <a:gd name="connsiteX424" fmla="*/ 2182715 w 7467600"/>
              <a:gd name="connsiteY424" fmla="*/ 6675071 h 6858000"/>
              <a:gd name="connsiteX425" fmla="*/ 2032061 w 7467600"/>
              <a:gd name="connsiteY425" fmla="*/ 6541380 h 6858000"/>
              <a:gd name="connsiteX426" fmla="*/ 2257220 w 7467600"/>
              <a:gd name="connsiteY426" fmla="*/ 6826257 h 6858000"/>
              <a:gd name="connsiteX427" fmla="*/ 2281324 w 7467600"/>
              <a:gd name="connsiteY427" fmla="*/ 6858000 h 6858000"/>
              <a:gd name="connsiteX428" fmla="*/ 2242860 w 7467600"/>
              <a:gd name="connsiteY428" fmla="*/ 6858000 h 6858000"/>
              <a:gd name="connsiteX429" fmla="*/ 2232818 w 7467600"/>
              <a:gd name="connsiteY429" fmla="*/ 6844926 h 6858000"/>
              <a:gd name="connsiteX430" fmla="*/ 1990172 w 7467600"/>
              <a:gd name="connsiteY430" fmla="*/ 6542121 h 6858000"/>
              <a:gd name="connsiteX431" fmla="*/ 2124090 w 7467600"/>
              <a:gd name="connsiteY431" fmla="*/ 6761017 h 6858000"/>
              <a:gd name="connsiteX432" fmla="*/ 2200380 w 7467600"/>
              <a:gd name="connsiteY432" fmla="*/ 6858000 h 6858000"/>
              <a:gd name="connsiteX433" fmla="*/ 2147507 w 7467600"/>
              <a:gd name="connsiteY433" fmla="*/ 6858000 h 6858000"/>
              <a:gd name="connsiteX434" fmla="*/ 2070668 w 7467600"/>
              <a:gd name="connsiteY434" fmla="*/ 6761520 h 6858000"/>
              <a:gd name="connsiteX435" fmla="*/ 1975142 w 7467600"/>
              <a:gd name="connsiteY435" fmla="*/ 6585570 h 6858000"/>
              <a:gd name="connsiteX436" fmla="*/ 2050035 w 7467600"/>
              <a:gd name="connsiteY436" fmla="*/ 6813345 h 6858000"/>
              <a:gd name="connsiteX437" fmla="*/ 2063025 w 7467600"/>
              <a:gd name="connsiteY437" fmla="*/ 6858000 h 6858000"/>
              <a:gd name="connsiteX438" fmla="*/ 2021675 w 7467600"/>
              <a:gd name="connsiteY438" fmla="*/ 6858000 h 6858000"/>
              <a:gd name="connsiteX439" fmla="*/ 2019308 w 7467600"/>
              <a:gd name="connsiteY439" fmla="*/ 6847118 h 6858000"/>
              <a:gd name="connsiteX440" fmla="*/ 1938835 w 7467600"/>
              <a:gd name="connsiteY440" fmla="*/ 6551160 h 6858000"/>
              <a:gd name="connsiteX441" fmla="*/ 1953230 w 7467600"/>
              <a:gd name="connsiteY441" fmla="*/ 6759699 h 6858000"/>
              <a:gd name="connsiteX442" fmla="*/ 1956763 w 7467600"/>
              <a:gd name="connsiteY442" fmla="*/ 6778191 h 6858000"/>
              <a:gd name="connsiteX443" fmla="*/ 1967925 w 7467600"/>
              <a:gd name="connsiteY443" fmla="*/ 6858000 h 6858000"/>
              <a:gd name="connsiteX444" fmla="*/ 1936622 w 7467600"/>
              <a:gd name="connsiteY444" fmla="*/ 6858000 h 6858000"/>
              <a:gd name="connsiteX445" fmla="*/ 1926261 w 7467600"/>
              <a:gd name="connsiteY445" fmla="*/ 6784064 h 6858000"/>
              <a:gd name="connsiteX446" fmla="*/ 1922724 w 7467600"/>
              <a:gd name="connsiteY446" fmla="*/ 6765577 h 6858000"/>
              <a:gd name="connsiteX447" fmla="*/ 1904650 w 7467600"/>
              <a:gd name="connsiteY447" fmla="*/ 6639616 h 6858000"/>
              <a:gd name="connsiteX448" fmla="*/ 1885273 w 7467600"/>
              <a:gd name="connsiteY448" fmla="*/ 6858000 h 6858000"/>
              <a:gd name="connsiteX449" fmla="*/ 1854363 w 7467600"/>
              <a:gd name="connsiteY449" fmla="*/ 6858000 h 6858000"/>
              <a:gd name="connsiteX450" fmla="*/ 1880391 w 7467600"/>
              <a:gd name="connsiteY450" fmla="*/ 6603796 h 6858000"/>
              <a:gd name="connsiteX451" fmla="*/ 1818273 w 7467600"/>
              <a:gd name="connsiteY451" fmla="*/ 6715729 h 6858000"/>
              <a:gd name="connsiteX452" fmla="*/ 1794691 w 7467600"/>
              <a:gd name="connsiteY452" fmla="*/ 6843239 h 6858000"/>
              <a:gd name="connsiteX453" fmla="*/ 1794914 w 7467600"/>
              <a:gd name="connsiteY453" fmla="*/ 6858000 h 6858000"/>
              <a:gd name="connsiteX454" fmla="*/ 1746128 w 7467600"/>
              <a:gd name="connsiteY454" fmla="*/ 6858000 h 6858000"/>
              <a:gd name="connsiteX455" fmla="*/ 1753934 w 7467600"/>
              <a:gd name="connsiteY455" fmla="*/ 6724796 h 6858000"/>
              <a:gd name="connsiteX456" fmla="*/ 1792053 w 7467600"/>
              <a:gd name="connsiteY456" fmla="*/ 6572396 h 6858000"/>
              <a:gd name="connsiteX457" fmla="*/ 1862248 w 7467600"/>
              <a:gd name="connsiteY457" fmla="*/ 6266397 h 6858000"/>
              <a:gd name="connsiteX458" fmla="*/ 1862250 w 7467600"/>
              <a:gd name="connsiteY458" fmla="*/ 6033531 h 6858000"/>
              <a:gd name="connsiteX459" fmla="*/ 1211999 w 7467600"/>
              <a:gd name="connsiteY459" fmla="*/ 6683610 h 6858000"/>
              <a:gd name="connsiteX460" fmla="*/ 1213266 w 7467600"/>
              <a:gd name="connsiteY460" fmla="*/ 6691947 h 6858000"/>
              <a:gd name="connsiteX461" fmla="*/ 1203370 w 7467600"/>
              <a:gd name="connsiteY461" fmla="*/ 6850676 h 6858000"/>
              <a:gd name="connsiteX462" fmla="*/ 1203671 w 7467600"/>
              <a:gd name="connsiteY462" fmla="*/ 6858000 h 6858000"/>
              <a:gd name="connsiteX463" fmla="*/ 1143180 w 7467600"/>
              <a:gd name="connsiteY463" fmla="*/ 6858000 h 6858000"/>
              <a:gd name="connsiteX464" fmla="*/ 1142176 w 7467600"/>
              <a:gd name="connsiteY464" fmla="*/ 6766045 h 6858000"/>
              <a:gd name="connsiteX465" fmla="*/ 1067484 w 7467600"/>
              <a:gd name="connsiteY465" fmla="*/ 6858000 h 6858000"/>
              <a:gd name="connsiteX466" fmla="*/ 953928 w 7467600"/>
              <a:gd name="connsiteY466" fmla="*/ 6858000 h 6858000"/>
              <a:gd name="connsiteX467" fmla="*/ 959715 w 7467600"/>
              <a:gd name="connsiteY467" fmla="*/ 6850185 h 6858000"/>
              <a:gd name="connsiteX468" fmla="*/ 1483788 w 7467600"/>
              <a:gd name="connsiteY468" fmla="*/ 6259174 h 6858000"/>
              <a:gd name="connsiteX469" fmla="*/ 1100671 w 7467600"/>
              <a:gd name="connsiteY469" fmla="*/ 6252137 h 6858000"/>
              <a:gd name="connsiteX470" fmla="*/ 1090144 w 7467600"/>
              <a:gd name="connsiteY470" fmla="*/ 6256748 h 6858000"/>
              <a:gd name="connsiteX471" fmla="*/ 1095872 w 7467600"/>
              <a:gd name="connsiteY471" fmla="*/ 6271892 h 6858000"/>
              <a:gd name="connsiteX472" fmla="*/ 262785 w 7467600"/>
              <a:gd name="connsiteY472" fmla="*/ 6845450 h 6858000"/>
              <a:gd name="connsiteX473" fmla="*/ 209968 w 7467600"/>
              <a:gd name="connsiteY473" fmla="*/ 6770713 h 6858000"/>
              <a:gd name="connsiteX474" fmla="*/ 873460 w 7467600"/>
              <a:gd name="connsiteY474" fmla="*/ 6253768 h 6858000"/>
              <a:gd name="connsiteX475" fmla="*/ 192686 w 7467600"/>
              <a:gd name="connsiteY475" fmla="*/ 5849257 h 6858000"/>
              <a:gd name="connsiteX476" fmla="*/ 4696 w 7467600"/>
              <a:gd name="connsiteY476" fmla="*/ 5697668 h 6858000"/>
              <a:gd name="connsiteX477" fmla="*/ 0 w 7467600"/>
              <a:gd name="connsiteY477" fmla="*/ 5689984 h 6858000"/>
              <a:gd name="connsiteX478" fmla="*/ 0 w 7467600"/>
              <a:gd name="connsiteY478" fmla="*/ 5513472 h 6858000"/>
              <a:gd name="connsiteX479" fmla="*/ 174101 w 7467600"/>
              <a:gd name="connsiteY479" fmla="*/ 5620277 h 6858000"/>
              <a:gd name="connsiteX480" fmla="*/ 891800 w 7467600"/>
              <a:gd name="connsiteY480" fmla="*/ 6036935 h 6858000"/>
              <a:gd name="connsiteX481" fmla="*/ 1072219 w 7467600"/>
              <a:gd name="connsiteY481" fmla="*/ 6169443 h 6858000"/>
              <a:gd name="connsiteX482" fmla="*/ 1074117 w 7467600"/>
              <a:gd name="connsiteY482" fmla="*/ 6170301 h 6858000"/>
              <a:gd name="connsiteX483" fmla="*/ 1083114 w 7467600"/>
              <a:gd name="connsiteY483" fmla="*/ 6174131 h 6858000"/>
              <a:gd name="connsiteX484" fmla="*/ 1543010 w 7467600"/>
              <a:gd name="connsiteY484" fmla="*/ 6191140 h 6858000"/>
              <a:gd name="connsiteX485" fmla="*/ 1551080 w 7467600"/>
              <a:gd name="connsiteY485" fmla="*/ 6195006 h 6858000"/>
              <a:gd name="connsiteX486" fmla="*/ 2345443 w 7467600"/>
              <a:gd name="connsiteY486" fmla="*/ 5549882 h 6858000"/>
              <a:gd name="connsiteX487" fmla="*/ 1721499 w 7467600"/>
              <a:gd name="connsiteY487" fmla="*/ 5599969 h 6858000"/>
              <a:gd name="connsiteX488" fmla="*/ 767716 w 7467600"/>
              <a:gd name="connsiteY488" fmla="*/ 5472768 h 6858000"/>
              <a:gd name="connsiteX489" fmla="*/ 722147 w 7467600"/>
              <a:gd name="connsiteY489" fmla="*/ 5393091 h 6858000"/>
              <a:gd name="connsiteX490" fmla="*/ 1485552 w 7467600"/>
              <a:gd name="connsiteY490" fmla="*/ 5313202 h 6858000"/>
              <a:gd name="connsiteX491" fmla="*/ 2143004 w 7467600"/>
              <a:gd name="connsiteY491" fmla="*/ 5402420 h 6858000"/>
              <a:gd name="connsiteX492" fmla="*/ 1933391 w 7467600"/>
              <a:gd name="connsiteY492" fmla="*/ 5156971 h 6858000"/>
              <a:gd name="connsiteX493" fmla="*/ 1827118 w 7467600"/>
              <a:gd name="connsiteY493" fmla="*/ 4968410 h 6858000"/>
              <a:gd name="connsiteX494" fmla="*/ 1837349 w 7467600"/>
              <a:gd name="connsiteY494" fmla="*/ 4956357 h 6858000"/>
              <a:gd name="connsiteX495" fmla="*/ 2162835 w 7467600"/>
              <a:gd name="connsiteY495" fmla="*/ 5187853 h 6858000"/>
              <a:gd name="connsiteX496" fmla="*/ 2257167 w 7467600"/>
              <a:gd name="connsiteY496" fmla="*/ 5462123 h 6858000"/>
              <a:gd name="connsiteX497" fmla="*/ 2261598 w 7467600"/>
              <a:gd name="connsiteY497" fmla="*/ 5467998 h 6858000"/>
              <a:gd name="connsiteX498" fmla="*/ 2437177 w 7467600"/>
              <a:gd name="connsiteY498" fmla="*/ 5479608 h 6858000"/>
              <a:gd name="connsiteX499" fmla="*/ 2445247 w 7467600"/>
              <a:gd name="connsiteY499" fmla="*/ 5483476 h 6858000"/>
              <a:gd name="connsiteX500" fmla="*/ 2743626 w 7467600"/>
              <a:gd name="connsiteY500" fmla="*/ 5304819 h 6858000"/>
              <a:gd name="connsiteX501" fmla="*/ 3048102 w 7467600"/>
              <a:gd name="connsiteY501" fmla="*/ 5150595 h 6858000"/>
              <a:gd name="connsiteX502" fmla="*/ 1799414 w 7467600"/>
              <a:gd name="connsiteY502" fmla="*/ 4694732 h 6858000"/>
              <a:gd name="connsiteX503" fmla="*/ 1771735 w 7467600"/>
              <a:gd name="connsiteY503" fmla="*/ 4619929 h 6858000"/>
              <a:gd name="connsiteX504" fmla="*/ 3104273 w 7467600"/>
              <a:gd name="connsiteY504" fmla="*/ 5076159 h 6858000"/>
              <a:gd name="connsiteX505" fmla="*/ 3113245 w 7467600"/>
              <a:gd name="connsiteY505" fmla="*/ 5090705 h 6858000"/>
              <a:gd name="connsiteX506" fmla="*/ 3126294 w 7467600"/>
              <a:gd name="connsiteY506" fmla="*/ 5114400 h 6858000"/>
              <a:gd name="connsiteX507" fmla="*/ 3937433 w 7467600"/>
              <a:gd name="connsiteY507" fmla="*/ 4830473 h 6858000"/>
              <a:gd name="connsiteX508" fmla="*/ 3590475 w 7467600"/>
              <a:gd name="connsiteY508" fmla="*/ 4597974 h 6858000"/>
              <a:gd name="connsiteX509" fmla="*/ 3100264 w 7467600"/>
              <a:gd name="connsiteY509" fmla="*/ 4579845 h 6858000"/>
              <a:gd name="connsiteX510" fmla="*/ 2183576 w 7467600"/>
              <a:gd name="connsiteY510" fmla="*/ 4227150 h 6858000"/>
              <a:gd name="connsiteX511" fmla="*/ 2151029 w 7467600"/>
              <a:gd name="connsiteY511" fmla="*/ 4146947 h 6858000"/>
              <a:gd name="connsiteX512" fmla="*/ 3563434 w 7467600"/>
              <a:gd name="connsiteY512" fmla="*/ 4469115 h 6858000"/>
              <a:gd name="connsiteX513" fmla="*/ 3177952 w 7467600"/>
              <a:gd name="connsiteY513" fmla="*/ 3657386 h 6858000"/>
              <a:gd name="connsiteX514" fmla="*/ 3189263 w 7467600"/>
              <a:gd name="connsiteY514" fmla="*/ 3625726 h 6858000"/>
              <a:gd name="connsiteX515" fmla="*/ 3560912 w 7467600"/>
              <a:gd name="connsiteY515" fmla="*/ 4079863 h 6858000"/>
              <a:gd name="connsiteX516" fmla="*/ 3626636 w 7467600"/>
              <a:gd name="connsiteY516" fmla="*/ 4512230 h 6858000"/>
              <a:gd name="connsiteX517" fmla="*/ 3653088 w 7467600"/>
              <a:gd name="connsiteY517" fmla="*/ 4521417 h 6858000"/>
              <a:gd name="connsiteX518" fmla="*/ 3988128 w 7467600"/>
              <a:gd name="connsiteY518" fmla="*/ 4817267 h 6858000"/>
              <a:gd name="connsiteX519" fmla="*/ 4830582 w 7467600"/>
              <a:gd name="connsiteY519" fmla="*/ 4676000 h 6858000"/>
              <a:gd name="connsiteX520" fmla="*/ 4830100 w 7467600"/>
              <a:gd name="connsiteY520" fmla="*/ 4675554 h 6858000"/>
              <a:gd name="connsiteX521" fmla="*/ 4036318 w 7467600"/>
              <a:gd name="connsiteY521" fmla="*/ 4147013 h 6858000"/>
              <a:gd name="connsiteX522" fmla="*/ 3432098 w 7467600"/>
              <a:gd name="connsiteY522" fmla="*/ 3537312 h 6858000"/>
              <a:gd name="connsiteX523" fmla="*/ 3446761 w 7467600"/>
              <a:gd name="connsiteY523" fmla="*/ 3461278 h 6858000"/>
              <a:gd name="connsiteX524" fmla="*/ 4419733 w 7467600"/>
              <a:gd name="connsiteY524" fmla="*/ 3963555 h 6858000"/>
              <a:gd name="connsiteX525" fmla="*/ 4781371 w 7467600"/>
              <a:gd name="connsiteY525" fmla="*/ 4458604 h 6858000"/>
              <a:gd name="connsiteX526" fmla="*/ 4780440 w 7467600"/>
              <a:gd name="connsiteY526" fmla="*/ 4470290 h 6858000"/>
              <a:gd name="connsiteX527" fmla="*/ 4898954 w 7467600"/>
              <a:gd name="connsiteY527" fmla="*/ 4662092 h 6858000"/>
              <a:gd name="connsiteX528" fmla="*/ 4900699 w 7467600"/>
              <a:gd name="connsiteY528" fmla="*/ 4670867 h 6858000"/>
              <a:gd name="connsiteX529" fmla="*/ 5714511 w 7467600"/>
              <a:gd name="connsiteY529" fmla="*/ 4663483 h 6858000"/>
              <a:gd name="connsiteX530" fmla="*/ 5464793 w 7467600"/>
              <a:gd name="connsiteY530" fmla="*/ 4393556 h 6858000"/>
              <a:gd name="connsiteX531" fmla="*/ 5461897 w 7467600"/>
              <a:gd name="connsiteY531" fmla="*/ 4390879 h 6858000"/>
              <a:gd name="connsiteX532" fmla="*/ 4294126 w 7467600"/>
              <a:gd name="connsiteY532" fmla="*/ 3303048 h 6858000"/>
              <a:gd name="connsiteX533" fmla="*/ 4305321 w 7467600"/>
              <a:gd name="connsiteY533" fmla="*/ 3256953 h 6858000"/>
              <a:gd name="connsiteX534" fmla="*/ 4949299 w 7467600"/>
              <a:gd name="connsiteY534" fmla="*/ 3766336 h 6858000"/>
              <a:gd name="connsiteX535" fmla="*/ 5291452 w 7467600"/>
              <a:gd name="connsiteY535" fmla="*/ 4076801 h 6858000"/>
              <a:gd name="connsiteX536" fmla="*/ 5434998 w 7467600"/>
              <a:gd name="connsiteY536" fmla="*/ 4254100 h 6858000"/>
              <a:gd name="connsiteX537" fmla="*/ 5351015 w 7467600"/>
              <a:gd name="connsiteY537" fmla="*/ 3760989 h 6858000"/>
              <a:gd name="connsiteX538" fmla="*/ 5413780 w 7467600"/>
              <a:gd name="connsiteY538" fmla="*/ 2966265 h 6858000"/>
              <a:gd name="connsiteX539" fmla="*/ 5425627 w 7467600"/>
              <a:gd name="connsiteY539" fmla="*/ 2954192 h 6858000"/>
              <a:gd name="connsiteX540" fmla="*/ 6604735 w 7467600"/>
              <a:gd name="connsiteY540" fmla="*/ 2041381 h 6858000"/>
              <a:gd name="connsiteX541" fmla="*/ 7204487 w 7467600"/>
              <a:gd name="connsiteY541" fmla="*/ 2742112 h 6858000"/>
              <a:gd name="connsiteX542" fmla="*/ 7131592 w 7467600"/>
              <a:gd name="connsiteY542" fmla="*/ 2672096 h 6858000"/>
              <a:gd name="connsiteX543" fmla="*/ 6996344 w 7467600"/>
              <a:gd name="connsiteY543" fmla="*/ 2518310 h 6858000"/>
              <a:gd name="connsiteX544" fmla="*/ 6735495 w 7467600"/>
              <a:gd name="connsiteY544" fmla="*/ 2196890 h 6858000"/>
              <a:gd name="connsiteX545" fmla="*/ 6721901 w 7467600"/>
              <a:gd name="connsiteY545" fmla="*/ 2179274 h 6858000"/>
              <a:gd name="connsiteX546" fmla="*/ 6604735 w 7467600"/>
              <a:gd name="connsiteY546" fmla="*/ 2041381 h 6858000"/>
              <a:gd name="connsiteX547" fmla="*/ 6591670 w 7467600"/>
              <a:gd name="connsiteY547" fmla="*/ 1988277 h 6858000"/>
              <a:gd name="connsiteX548" fmla="*/ 6747349 w 7467600"/>
              <a:gd name="connsiteY548" fmla="*/ 2160069 h 6858000"/>
              <a:gd name="connsiteX549" fmla="*/ 6760943 w 7467600"/>
              <a:gd name="connsiteY549" fmla="*/ 2177686 h 6858000"/>
              <a:gd name="connsiteX550" fmla="*/ 7021065 w 7467600"/>
              <a:gd name="connsiteY550" fmla="*/ 2498102 h 6858000"/>
              <a:gd name="connsiteX551" fmla="*/ 7155223 w 7467600"/>
              <a:gd name="connsiteY551" fmla="*/ 2650386 h 6858000"/>
              <a:gd name="connsiteX552" fmla="*/ 7203167 w 7467600"/>
              <a:gd name="connsiteY552" fmla="*/ 2697288 h 6858000"/>
              <a:gd name="connsiteX553" fmla="*/ 6937703 w 7467600"/>
              <a:gd name="connsiteY553" fmla="*/ 2321981 h 6858000"/>
              <a:gd name="connsiteX554" fmla="*/ 6591670 w 7467600"/>
              <a:gd name="connsiteY554" fmla="*/ 1988277 h 6858000"/>
              <a:gd name="connsiteX555" fmla="*/ 5798671 w 7467600"/>
              <a:gd name="connsiteY555" fmla="*/ 1981601 h 6858000"/>
              <a:gd name="connsiteX556" fmla="*/ 5754709 w 7467600"/>
              <a:gd name="connsiteY556" fmla="*/ 2071454 h 6858000"/>
              <a:gd name="connsiteX557" fmla="*/ 5763044 w 7467600"/>
              <a:gd name="connsiteY557" fmla="*/ 2842206 h 6858000"/>
              <a:gd name="connsiteX558" fmla="*/ 5764974 w 7467600"/>
              <a:gd name="connsiteY558" fmla="*/ 2799609 h 6858000"/>
              <a:gd name="connsiteX559" fmla="*/ 5767665 w 7467600"/>
              <a:gd name="connsiteY559" fmla="*/ 2666409 h 6858000"/>
              <a:gd name="connsiteX560" fmla="*/ 5763055 w 7467600"/>
              <a:gd name="connsiteY560" fmla="*/ 2579705 h 6858000"/>
              <a:gd name="connsiteX561" fmla="*/ 5758079 w 7467600"/>
              <a:gd name="connsiteY561" fmla="*/ 2492508 h 6858000"/>
              <a:gd name="connsiteX562" fmla="*/ 5779325 w 7467600"/>
              <a:gd name="connsiteY562" fmla="*/ 2197069 h 6858000"/>
              <a:gd name="connsiteX563" fmla="*/ 5798671 w 7467600"/>
              <a:gd name="connsiteY563" fmla="*/ 1981601 h 6858000"/>
              <a:gd name="connsiteX564" fmla="*/ 5829202 w 7467600"/>
              <a:gd name="connsiteY564" fmla="*/ 1971679 h 6858000"/>
              <a:gd name="connsiteX565" fmla="*/ 5809558 w 7467600"/>
              <a:gd name="connsiteY565" fmla="*/ 2198043 h 6858000"/>
              <a:gd name="connsiteX566" fmla="*/ 5788653 w 7467600"/>
              <a:gd name="connsiteY566" fmla="*/ 2489430 h 6858000"/>
              <a:gd name="connsiteX567" fmla="*/ 5793439 w 7467600"/>
              <a:gd name="connsiteY567" fmla="*/ 2575235 h 6858000"/>
              <a:gd name="connsiteX568" fmla="*/ 5796837 w 7467600"/>
              <a:gd name="connsiteY568" fmla="*/ 2637633 h 6858000"/>
              <a:gd name="connsiteX569" fmla="*/ 5818614 w 7467600"/>
              <a:gd name="connsiteY569" fmla="*/ 2473055 h 6858000"/>
              <a:gd name="connsiteX570" fmla="*/ 5829202 w 7467600"/>
              <a:gd name="connsiteY570" fmla="*/ 1971679 h 6858000"/>
              <a:gd name="connsiteX571" fmla="*/ 5911389 w 7467600"/>
              <a:gd name="connsiteY571" fmla="*/ 1898371 h 6858000"/>
              <a:gd name="connsiteX572" fmla="*/ 6237627 w 7467600"/>
              <a:gd name="connsiteY572" fmla="*/ 2231921 h 6858000"/>
              <a:gd name="connsiteX573" fmla="*/ 5911389 w 7467600"/>
              <a:gd name="connsiteY573" fmla="*/ 1898371 h 6858000"/>
              <a:gd name="connsiteX574" fmla="*/ 6944437 w 7467600"/>
              <a:gd name="connsiteY574" fmla="*/ 1575402 h 6858000"/>
              <a:gd name="connsiteX575" fmla="*/ 6304730 w 7467600"/>
              <a:gd name="connsiteY575" fmla="*/ 1766654 h 6858000"/>
              <a:gd name="connsiteX576" fmla="*/ 6944437 w 7467600"/>
              <a:gd name="connsiteY576" fmla="*/ 1575402 h 6858000"/>
              <a:gd name="connsiteX577" fmla="*/ 7019523 w 7467600"/>
              <a:gd name="connsiteY577" fmla="*/ 1519450 h 6858000"/>
              <a:gd name="connsiteX578" fmla="*/ 6298091 w 7467600"/>
              <a:gd name="connsiteY578" fmla="*/ 1737122 h 6858000"/>
              <a:gd name="connsiteX579" fmla="*/ 7019523 w 7467600"/>
              <a:gd name="connsiteY579" fmla="*/ 1519450 h 6858000"/>
              <a:gd name="connsiteX580" fmla="*/ 2399523 w 7467600"/>
              <a:gd name="connsiteY580" fmla="*/ 1428234 h 6858000"/>
              <a:gd name="connsiteX581" fmla="*/ 2224982 w 7467600"/>
              <a:gd name="connsiteY581" fmla="*/ 1826201 h 6858000"/>
              <a:gd name="connsiteX582" fmla="*/ 2096099 w 7467600"/>
              <a:gd name="connsiteY582" fmla="*/ 2345900 h 6858000"/>
              <a:gd name="connsiteX583" fmla="*/ 2283317 w 7467600"/>
              <a:gd name="connsiteY583" fmla="*/ 1796925 h 6858000"/>
              <a:gd name="connsiteX584" fmla="*/ 2399523 w 7467600"/>
              <a:gd name="connsiteY584" fmla="*/ 1428234 h 6858000"/>
              <a:gd name="connsiteX585" fmla="*/ 2448558 w 7467600"/>
              <a:gd name="connsiteY585" fmla="*/ 1373435 h 6858000"/>
              <a:gd name="connsiteX586" fmla="*/ 2312521 w 7467600"/>
              <a:gd name="connsiteY586" fmla="*/ 1806140 h 6858000"/>
              <a:gd name="connsiteX587" fmla="*/ 2127533 w 7467600"/>
              <a:gd name="connsiteY587" fmla="*/ 2348380 h 6858000"/>
              <a:gd name="connsiteX588" fmla="*/ 2358080 w 7467600"/>
              <a:gd name="connsiteY588" fmla="*/ 1866134 h 6858000"/>
              <a:gd name="connsiteX589" fmla="*/ 2407436 w 7467600"/>
              <a:gd name="connsiteY589" fmla="*/ 1651070 h 6858000"/>
              <a:gd name="connsiteX590" fmla="*/ 2448558 w 7467600"/>
              <a:gd name="connsiteY590" fmla="*/ 1373435 h 6858000"/>
              <a:gd name="connsiteX591" fmla="*/ 278707 w 7467600"/>
              <a:gd name="connsiteY591" fmla="*/ 1352270 h 6858000"/>
              <a:gd name="connsiteX592" fmla="*/ 321570 w 7467600"/>
              <a:gd name="connsiteY592" fmla="*/ 1861610 h 6858000"/>
              <a:gd name="connsiteX593" fmla="*/ 294281 w 7467600"/>
              <a:gd name="connsiteY593" fmla="*/ 1440658 h 6858000"/>
              <a:gd name="connsiteX594" fmla="*/ 278707 w 7467600"/>
              <a:gd name="connsiteY594" fmla="*/ 1352270 h 6858000"/>
              <a:gd name="connsiteX595" fmla="*/ 1423821 w 7467600"/>
              <a:gd name="connsiteY595" fmla="*/ 1351958 h 6858000"/>
              <a:gd name="connsiteX596" fmla="*/ 1638521 w 7467600"/>
              <a:gd name="connsiteY596" fmla="*/ 1908470 h 6858000"/>
              <a:gd name="connsiteX597" fmla="*/ 1754199 w 7467600"/>
              <a:gd name="connsiteY597" fmla="*/ 2149284 h 6858000"/>
              <a:gd name="connsiteX598" fmla="*/ 1908359 w 7467600"/>
              <a:gd name="connsiteY598" fmla="*/ 2364988 h 6858000"/>
              <a:gd name="connsiteX599" fmla="*/ 1647661 w 7467600"/>
              <a:gd name="connsiteY599" fmla="*/ 1825945 h 6858000"/>
              <a:gd name="connsiteX600" fmla="*/ 1423821 w 7467600"/>
              <a:gd name="connsiteY600" fmla="*/ 1351958 h 6858000"/>
              <a:gd name="connsiteX601" fmla="*/ 1431890 w 7467600"/>
              <a:gd name="connsiteY601" fmla="*/ 1306475 h 6858000"/>
              <a:gd name="connsiteX602" fmla="*/ 1507597 w 7467600"/>
              <a:gd name="connsiteY602" fmla="*/ 1446132 h 6858000"/>
              <a:gd name="connsiteX603" fmla="*/ 1674586 w 7467600"/>
              <a:gd name="connsiteY603" fmla="*/ 1813832 h 6858000"/>
              <a:gd name="connsiteX604" fmla="*/ 1815950 w 7467600"/>
              <a:gd name="connsiteY604" fmla="*/ 2128564 h 6858000"/>
              <a:gd name="connsiteX605" fmla="*/ 1984242 w 7467600"/>
              <a:gd name="connsiteY605" fmla="*/ 2430829 h 6858000"/>
              <a:gd name="connsiteX606" fmla="*/ 2014023 w 7467600"/>
              <a:gd name="connsiteY606" fmla="*/ 2450995 h 6858000"/>
              <a:gd name="connsiteX607" fmla="*/ 1747337 w 7467600"/>
              <a:gd name="connsiteY607" fmla="*/ 1855264 h 6858000"/>
              <a:gd name="connsiteX608" fmla="*/ 1533749 w 7467600"/>
              <a:gd name="connsiteY608" fmla="*/ 1478656 h 6858000"/>
              <a:gd name="connsiteX609" fmla="*/ 1431890 w 7467600"/>
              <a:gd name="connsiteY609" fmla="*/ 1306475 h 6858000"/>
              <a:gd name="connsiteX610" fmla="*/ 5052692 w 7467600"/>
              <a:gd name="connsiteY610" fmla="*/ 1292994 h 6858000"/>
              <a:gd name="connsiteX611" fmla="*/ 5200661 w 7467600"/>
              <a:gd name="connsiteY611" fmla="*/ 1635186 h 6858000"/>
              <a:gd name="connsiteX612" fmla="*/ 5297138 w 7467600"/>
              <a:gd name="connsiteY612" fmla="*/ 1906351 h 6858000"/>
              <a:gd name="connsiteX613" fmla="*/ 5052692 w 7467600"/>
              <a:gd name="connsiteY613" fmla="*/ 1292994 h 6858000"/>
              <a:gd name="connsiteX614" fmla="*/ 5009948 w 7467600"/>
              <a:gd name="connsiteY614" fmla="*/ 1273619 h 6858000"/>
              <a:gd name="connsiteX615" fmla="*/ 5121777 w 7467600"/>
              <a:gd name="connsiteY615" fmla="*/ 1654213 h 6858000"/>
              <a:gd name="connsiteX616" fmla="*/ 5293545 w 7467600"/>
              <a:gd name="connsiteY616" fmla="*/ 2072247 h 6858000"/>
              <a:gd name="connsiteX617" fmla="*/ 5294042 w 7467600"/>
              <a:gd name="connsiteY617" fmla="*/ 2065019 h 6858000"/>
              <a:gd name="connsiteX618" fmla="*/ 5171936 w 7467600"/>
              <a:gd name="connsiteY618" fmla="*/ 1647613 h 6858000"/>
              <a:gd name="connsiteX619" fmla="*/ 5009948 w 7467600"/>
              <a:gd name="connsiteY619" fmla="*/ 1273619 h 6858000"/>
              <a:gd name="connsiteX620" fmla="*/ 655236 w 7467600"/>
              <a:gd name="connsiteY620" fmla="*/ 1268632 h 6858000"/>
              <a:gd name="connsiteX621" fmla="*/ 839521 w 7467600"/>
              <a:gd name="connsiteY621" fmla="*/ 1685315 h 6858000"/>
              <a:gd name="connsiteX622" fmla="*/ 1109416 w 7467600"/>
              <a:gd name="connsiteY622" fmla="*/ 2061663 h 6858000"/>
              <a:gd name="connsiteX623" fmla="*/ 1298300 w 7467600"/>
              <a:gd name="connsiteY623" fmla="*/ 2247742 h 6858000"/>
              <a:gd name="connsiteX624" fmla="*/ 1125871 w 7467600"/>
              <a:gd name="connsiteY624" fmla="*/ 1989513 h 6858000"/>
              <a:gd name="connsiteX625" fmla="*/ 981574 w 7467600"/>
              <a:gd name="connsiteY625" fmla="*/ 1783157 h 6858000"/>
              <a:gd name="connsiteX626" fmla="*/ 922198 w 7467600"/>
              <a:gd name="connsiteY626" fmla="*/ 1677437 h 6858000"/>
              <a:gd name="connsiteX627" fmla="*/ 869293 w 7467600"/>
              <a:gd name="connsiteY627" fmla="*/ 1583214 h 6858000"/>
              <a:gd name="connsiteX628" fmla="*/ 751431 w 7467600"/>
              <a:gd name="connsiteY628" fmla="*/ 1405731 h 6858000"/>
              <a:gd name="connsiteX629" fmla="*/ 655236 w 7467600"/>
              <a:gd name="connsiteY629" fmla="*/ 1268632 h 6858000"/>
              <a:gd name="connsiteX630" fmla="*/ 6516292 w 7467600"/>
              <a:gd name="connsiteY630" fmla="*/ 1263064 h 6858000"/>
              <a:gd name="connsiteX631" fmla="*/ 5736320 w 7467600"/>
              <a:gd name="connsiteY631" fmla="*/ 1501803 h 6858000"/>
              <a:gd name="connsiteX632" fmla="*/ 6516292 w 7467600"/>
              <a:gd name="connsiteY632" fmla="*/ 1263064 h 6858000"/>
              <a:gd name="connsiteX633" fmla="*/ 291466 w 7467600"/>
              <a:gd name="connsiteY633" fmla="*/ 1250369 h 6858000"/>
              <a:gd name="connsiteX634" fmla="*/ 323180 w 7467600"/>
              <a:gd name="connsiteY634" fmla="*/ 1435283 h 6858000"/>
              <a:gd name="connsiteX635" fmla="*/ 349381 w 7467600"/>
              <a:gd name="connsiteY635" fmla="*/ 1875041 h 6858000"/>
              <a:gd name="connsiteX636" fmla="*/ 374363 w 7467600"/>
              <a:gd name="connsiteY636" fmla="*/ 1506494 h 6858000"/>
              <a:gd name="connsiteX637" fmla="*/ 302168 w 7467600"/>
              <a:gd name="connsiteY637" fmla="*/ 1274495 h 6858000"/>
              <a:gd name="connsiteX638" fmla="*/ 291466 w 7467600"/>
              <a:gd name="connsiteY638" fmla="*/ 1250369 h 6858000"/>
              <a:gd name="connsiteX639" fmla="*/ 678222 w 7467600"/>
              <a:gd name="connsiteY639" fmla="*/ 1248670 h 6858000"/>
              <a:gd name="connsiteX640" fmla="*/ 775536 w 7467600"/>
              <a:gd name="connsiteY640" fmla="*/ 1388015 h 6858000"/>
              <a:gd name="connsiteX641" fmla="*/ 894529 w 7467600"/>
              <a:gd name="connsiteY641" fmla="*/ 1567739 h 6858000"/>
              <a:gd name="connsiteX642" fmla="*/ 948000 w 7467600"/>
              <a:gd name="connsiteY642" fmla="*/ 1663088 h 6858000"/>
              <a:gd name="connsiteX643" fmla="*/ 1006812 w 7467600"/>
              <a:gd name="connsiteY643" fmla="*/ 1767683 h 6858000"/>
              <a:gd name="connsiteX644" fmla="*/ 1149133 w 7467600"/>
              <a:gd name="connsiteY644" fmla="*/ 1971513 h 6858000"/>
              <a:gd name="connsiteX645" fmla="*/ 1333952 w 7467600"/>
              <a:gd name="connsiteY645" fmla="*/ 2251620 h 6858000"/>
              <a:gd name="connsiteX646" fmla="*/ 1337329 w 7467600"/>
              <a:gd name="connsiteY646" fmla="*/ 2258350 h 6858000"/>
              <a:gd name="connsiteX647" fmla="*/ 1014726 w 7467600"/>
              <a:gd name="connsiteY647" fmla="*/ 1615556 h 6858000"/>
              <a:gd name="connsiteX648" fmla="*/ 678222 w 7467600"/>
              <a:gd name="connsiteY648" fmla="*/ 1248670 h 6858000"/>
              <a:gd name="connsiteX649" fmla="*/ 6691602 w 7467600"/>
              <a:gd name="connsiteY649" fmla="*/ 1140573 h 6858000"/>
              <a:gd name="connsiteX650" fmla="*/ 6571100 w 7467600"/>
              <a:gd name="connsiteY650" fmla="*/ 1183662 h 6858000"/>
              <a:gd name="connsiteX651" fmla="*/ 6241687 w 7467600"/>
              <a:gd name="connsiteY651" fmla="*/ 1257600 h 6858000"/>
              <a:gd name="connsiteX652" fmla="*/ 5693009 w 7467600"/>
              <a:gd name="connsiteY652" fmla="*/ 1478256 h 6858000"/>
              <a:gd name="connsiteX653" fmla="*/ 6548420 w 7467600"/>
              <a:gd name="connsiteY653" fmla="*/ 1214599 h 6858000"/>
              <a:gd name="connsiteX654" fmla="*/ 6605473 w 7467600"/>
              <a:gd name="connsiteY654" fmla="*/ 1184686 h 6858000"/>
              <a:gd name="connsiteX655" fmla="*/ 6691602 w 7467600"/>
              <a:gd name="connsiteY655" fmla="*/ 1140573 h 6858000"/>
              <a:gd name="connsiteX656" fmla="*/ 4002475 w 7467600"/>
              <a:gd name="connsiteY656" fmla="*/ 1037802 h 6858000"/>
              <a:gd name="connsiteX657" fmla="*/ 4000324 w 7467600"/>
              <a:gd name="connsiteY657" fmla="*/ 1039362 h 6858000"/>
              <a:gd name="connsiteX658" fmla="*/ 4002862 w 7467600"/>
              <a:gd name="connsiteY658" fmla="*/ 1042866 h 6858000"/>
              <a:gd name="connsiteX659" fmla="*/ 4002475 w 7467600"/>
              <a:gd name="connsiteY659" fmla="*/ 1037802 h 6858000"/>
              <a:gd name="connsiteX660" fmla="*/ 506322 w 7467600"/>
              <a:gd name="connsiteY660" fmla="*/ 1020997 h 6858000"/>
              <a:gd name="connsiteX661" fmla="*/ 533068 w 7467600"/>
              <a:gd name="connsiteY661" fmla="*/ 1029409 h 6858000"/>
              <a:gd name="connsiteX662" fmla="*/ 1232525 w 7467600"/>
              <a:gd name="connsiteY662" fmla="*/ 1804675 h 6858000"/>
              <a:gd name="connsiteX663" fmla="*/ 1388858 w 7467600"/>
              <a:gd name="connsiteY663" fmla="*/ 2368011 h 6858000"/>
              <a:gd name="connsiteX664" fmla="*/ 1384098 w 7467600"/>
              <a:gd name="connsiteY664" fmla="*/ 2378125 h 6858000"/>
              <a:gd name="connsiteX665" fmla="*/ 1425393 w 7467600"/>
              <a:gd name="connsiteY665" fmla="*/ 2589124 h 6858000"/>
              <a:gd name="connsiteX666" fmla="*/ 1424001 w 7467600"/>
              <a:gd name="connsiteY666" fmla="*/ 2597541 h 6858000"/>
              <a:gd name="connsiteX667" fmla="*/ 2152729 w 7467600"/>
              <a:gd name="connsiteY667" fmla="*/ 2864487 h 6858000"/>
              <a:gd name="connsiteX668" fmla="*/ 2020609 w 7467600"/>
              <a:gd name="connsiteY668" fmla="*/ 2539671 h 6858000"/>
              <a:gd name="connsiteX669" fmla="*/ 2018920 w 7467600"/>
              <a:gd name="connsiteY669" fmla="*/ 2536309 h 6858000"/>
              <a:gd name="connsiteX670" fmla="*/ 1342441 w 7467600"/>
              <a:gd name="connsiteY670" fmla="*/ 1173017 h 6858000"/>
              <a:gd name="connsiteX671" fmla="*/ 1367925 w 7467600"/>
              <a:gd name="connsiteY671" fmla="*/ 1135648 h 6858000"/>
              <a:gd name="connsiteX672" fmla="*/ 1771401 w 7467600"/>
              <a:gd name="connsiteY672" fmla="*/ 1806673 h 6858000"/>
              <a:gd name="connsiteX673" fmla="*/ 1972385 w 7467600"/>
              <a:gd name="connsiteY673" fmla="*/ 2198735 h 6858000"/>
              <a:gd name="connsiteX674" fmla="*/ 2040892 w 7467600"/>
              <a:gd name="connsiteY674" fmla="*/ 2405205 h 6858000"/>
              <a:gd name="connsiteX675" fmla="*/ 2131689 w 7467600"/>
              <a:gd name="connsiteY675" fmla="*/ 1936926 h 6858000"/>
              <a:gd name="connsiteX676" fmla="*/ 2454820 w 7467600"/>
              <a:gd name="connsiteY676" fmla="*/ 1248808 h 6858000"/>
              <a:gd name="connsiteX677" fmla="*/ 2492512 w 7467600"/>
              <a:gd name="connsiteY677" fmla="*/ 1302920 h 6858000"/>
              <a:gd name="connsiteX678" fmla="*/ 2081216 w 7467600"/>
              <a:gd name="connsiteY678" fmla="*/ 2527513 h 6858000"/>
              <a:gd name="connsiteX679" fmla="*/ 2081211 w 7467600"/>
              <a:gd name="connsiteY679" fmla="*/ 2528916 h 6858000"/>
              <a:gd name="connsiteX680" fmla="*/ 2199067 w 7467600"/>
              <a:gd name="connsiteY680" fmla="*/ 2884061 h 6858000"/>
              <a:gd name="connsiteX681" fmla="*/ 3192586 w 7467600"/>
              <a:gd name="connsiteY681" fmla="*/ 3411496 h 6858000"/>
              <a:gd name="connsiteX682" fmla="*/ 3182620 w 7467600"/>
              <a:gd name="connsiteY682" fmla="*/ 3483279 h 6858000"/>
              <a:gd name="connsiteX683" fmla="*/ 2435119 w 7467600"/>
              <a:gd name="connsiteY683" fmla="*/ 3080173 h 6858000"/>
              <a:gd name="connsiteX684" fmla="*/ 2410152 w 7467600"/>
              <a:gd name="connsiteY684" fmla="*/ 3063751 h 6858000"/>
              <a:gd name="connsiteX685" fmla="*/ 2408099 w 7467600"/>
              <a:gd name="connsiteY685" fmla="*/ 3064403 h 6858000"/>
              <a:gd name="connsiteX686" fmla="*/ 2407218 w 7467600"/>
              <a:gd name="connsiteY686" fmla="*/ 3070324 h 6858000"/>
              <a:gd name="connsiteX687" fmla="*/ 2380138 w 7467600"/>
              <a:gd name="connsiteY687" fmla="*/ 3099341 h 6858000"/>
              <a:gd name="connsiteX688" fmla="*/ 1765923 w 7467600"/>
              <a:gd name="connsiteY688" fmla="*/ 3581043 h 6858000"/>
              <a:gd name="connsiteX689" fmla="*/ 1702258 w 7467600"/>
              <a:gd name="connsiteY689" fmla="*/ 3612286 h 6858000"/>
              <a:gd name="connsiteX690" fmla="*/ 1538370 w 7467600"/>
              <a:gd name="connsiteY690" fmla="*/ 3811804 h 6858000"/>
              <a:gd name="connsiteX691" fmla="*/ 542867 w 7467600"/>
              <a:gd name="connsiteY691" fmla="*/ 4944092 h 6858000"/>
              <a:gd name="connsiteX692" fmla="*/ 515800 w 7467600"/>
              <a:gd name="connsiteY692" fmla="*/ 4862180 h 6858000"/>
              <a:gd name="connsiteX693" fmla="*/ 909145 w 7467600"/>
              <a:gd name="connsiteY693" fmla="*/ 4199225 h 6858000"/>
              <a:gd name="connsiteX694" fmla="*/ 1214067 w 7467600"/>
              <a:gd name="connsiteY694" fmla="*/ 3908561 h 6858000"/>
              <a:gd name="connsiteX695" fmla="*/ 640967 w 7467600"/>
              <a:gd name="connsiteY695" fmla="*/ 4105601 h 6858000"/>
              <a:gd name="connsiteX696" fmla="*/ 112563 w 7467600"/>
              <a:gd name="connsiteY696" fmla="*/ 4396952 h 6858000"/>
              <a:gd name="connsiteX697" fmla="*/ 0 w 7467600"/>
              <a:gd name="connsiteY697" fmla="*/ 4466006 h 6858000"/>
              <a:gd name="connsiteX698" fmla="*/ 0 w 7467600"/>
              <a:gd name="connsiteY698" fmla="*/ 4233763 h 6858000"/>
              <a:gd name="connsiteX699" fmla="*/ 36881 w 7467600"/>
              <a:gd name="connsiteY699" fmla="*/ 4200118 h 6858000"/>
              <a:gd name="connsiteX700" fmla="*/ 910534 w 7467600"/>
              <a:gd name="connsiteY700" fmla="*/ 3629753 h 6858000"/>
              <a:gd name="connsiteX701" fmla="*/ 1578717 w 7467600"/>
              <a:gd name="connsiteY701" fmla="*/ 3575982 h 6858000"/>
              <a:gd name="connsiteX702" fmla="*/ 2338780 w 7467600"/>
              <a:gd name="connsiteY702" fmla="*/ 3033725 h 6858000"/>
              <a:gd name="connsiteX703" fmla="*/ 1807991 w 7467600"/>
              <a:gd name="connsiteY703" fmla="*/ 2807184 h 6858000"/>
              <a:gd name="connsiteX704" fmla="*/ 1416358 w 7467600"/>
              <a:gd name="connsiteY704" fmla="*/ 3112571 h 6858000"/>
              <a:gd name="connsiteX705" fmla="*/ 939066 w 7467600"/>
              <a:gd name="connsiteY705" fmla="*/ 3378798 h 6858000"/>
              <a:gd name="connsiteX706" fmla="*/ 115099 w 7467600"/>
              <a:gd name="connsiteY706" fmla="*/ 3607650 h 6858000"/>
              <a:gd name="connsiteX707" fmla="*/ 97284 w 7467600"/>
              <a:gd name="connsiteY707" fmla="*/ 3520393 h 6858000"/>
              <a:gd name="connsiteX708" fmla="*/ 922050 w 7467600"/>
              <a:gd name="connsiteY708" fmla="*/ 3074867 h 6858000"/>
              <a:gd name="connsiteX709" fmla="*/ 1405265 w 7467600"/>
              <a:gd name="connsiteY709" fmla="*/ 3016319 h 6858000"/>
              <a:gd name="connsiteX710" fmla="*/ 1407512 w 7467600"/>
              <a:gd name="connsiteY710" fmla="*/ 3018001 h 6858000"/>
              <a:gd name="connsiteX711" fmla="*/ 1726266 w 7467600"/>
              <a:gd name="connsiteY711" fmla="*/ 2777274 h 6858000"/>
              <a:gd name="connsiteX712" fmla="*/ 625390 w 7467600"/>
              <a:gd name="connsiteY712" fmla="*/ 2514541 h 6858000"/>
              <a:gd name="connsiteX713" fmla="*/ 619799 w 7467600"/>
              <a:gd name="connsiteY713" fmla="*/ 2527180 h 6858000"/>
              <a:gd name="connsiteX714" fmla="*/ 310030 w 7467600"/>
              <a:gd name="connsiteY714" fmla="*/ 2771818 h 6858000"/>
              <a:gd name="connsiteX715" fmla="*/ 173877 w 7467600"/>
              <a:gd name="connsiteY715" fmla="*/ 2937056 h 6858000"/>
              <a:gd name="connsiteX716" fmla="*/ 77889 w 7467600"/>
              <a:gd name="connsiteY716" fmla="*/ 3138440 h 6858000"/>
              <a:gd name="connsiteX717" fmla="*/ 0 w 7467600"/>
              <a:gd name="connsiteY717" fmla="*/ 3271395 h 6858000"/>
              <a:gd name="connsiteX718" fmla="*/ 0 w 7467600"/>
              <a:gd name="connsiteY718" fmla="*/ 3153002 h 6858000"/>
              <a:gd name="connsiteX719" fmla="*/ 2386 w 7467600"/>
              <a:gd name="connsiteY719" fmla="*/ 3149203 h 6858000"/>
              <a:gd name="connsiteX720" fmla="*/ 89753 w 7467600"/>
              <a:gd name="connsiteY720" fmla="*/ 2987702 h 6858000"/>
              <a:gd name="connsiteX721" fmla="*/ 76869 w 7467600"/>
              <a:gd name="connsiteY721" fmla="*/ 3005404 h 6858000"/>
              <a:gd name="connsiteX722" fmla="*/ 32049 w 7467600"/>
              <a:gd name="connsiteY722" fmla="*/ 3065814 h 6858000"/>
              <a:gd name="connsiteX723" fmla="*/ 0 w 7467600"/>
              <a:gd name="connsiteY723" fmla="*/ 3108744 h 6858000"/>
              <a:gd name="connsiteX724" fmla="*/ 0 w 7467600"/>
              <a:gd name="connsiteY724" fmla="*/ 3058059 h 6858000"/>
              <a:gd name="connsiteX725" fmla="*/ 7610 w 7467600"/>
              <a:gd name="connsiteY725" fmla="*/ 3047889 h 6858000"/>
              <a:gd name="connsiteX726" fmla="*/ 52419 w 7467600"/>
              <a:gd name="connsiteY726" fmla="*/ 2987479 h 6858000"/>
              <a:gd name="connsiteX727" fmla="*/ 59142 w 7467600"/>
              <a:gd name="connsiteY727" fmla="*/ 2978488 h 6858000"/>
              <a:gd name="connsiteX728" fmla="*/ 0 w 7467600"/>
              <a:gd name="connsiteY728" fmla="*/ 3015334 h 6858000"/>
              <a:gd name="connsiteX729" fmla="*/ 0 w 7467600"/>
              <a:gd name="connsiteY729" fmla="*/ 2914286 h 6858000"/>
              <a:gd name="connsiteX730" fmla="*/ 36383 w 7467600"/>
              <a:gd name="connsiteY730" fmla="*/ 2901128 h 6858000"/>
              <a:gd name="connsiteX731" fmla="*/ 156329 w 7467600"/>
              <a:gd name="connsiteY731" fmla="*/ 2840533 h 6858000"/>
              <a:gd name="connsiteX732" fmla="*/ 358355 w 7467600"/>
              <a:gd name="connsiteY732" fmla="*/ 2620471 h 6858000"/>
              <a:gd name="connsiteX733" fmla="*/ 510577 w 7467600"/>
              <a:gd name="connsiteY733" fmla="*/ 2501244 h 6858000"/>
              <a:gd name="connsiteX734" fmla="*/ 211967 w 7467600"/>
              <a:gd name="connsiteY734" fmla="*/ 2479171 h 6858000"/>
              <a:gd name="connsiteX735" fmla="*/ 0 w 7467600"/>
              <a:gd name="connsiteY735" fmla="*/ 2476398 h 6858000"/>
              <a:gd name="connsiteX736" fmla="*/ 0 w 7467600"/>
              <a:gd name="connsiteY736" fmla="*/ 2389189 h 6858000"/>
              <a:gd name="connsiteX737" fmla="*/ 103062 w 7467600"/>
              <a:gd name="connsiteY737" fmla="*/ 2389518 h 6858000"/>
              <a:gd name="connsiteX738" fmla="*/ 510734 w 7467600"/>
              <a:gd name="connsiteY738" fmla="*/ 2416201 h 6858000"/>
              <a:gd name="connsiteX739" fmla="*/ 279257 w 7467600"/>
              <a:gd name="connsiteY739" fmla="*/ 2092102 h 6858000"/>
              <a:gd name="connsiteX740" fmla="*/ 65265 w 7467600"/>
              <a:gd name="connsiteY740" fmla="*/ 2006049 h 6858000"/>
              <a:gd name="connsiteX741" fmla="*/ 0 w 7467600"/>
              <a:gd name="connsiteY741" fmla="*/ 1982532 h 6858000"/>
              <a:gd name="connsiteX742" fmla="*/ 0 w 7467600"/>
              <a:gd name="connsiteY742" fmla="*/ 1912789 h 6858000"/>
              <a:gd name="connsiteX743" fmla="*/ 97460 w 7467600"/>
              <a:gd name="connsiteY743" fmla="*/ 1953725 h 6858000"/>
              <a:gd name="connsiteX744" fmla="*/ 221272 w 7467600"/>
              <a:gd name="connsiteY744" fmla="*/ 1980766 h 6858000"/>
              <a:gd name="connsiteX745" fmla="*/ 116765 w 7467600"/>
              <a:gd name="connsiteY745" fmla="*/ 1911033 h 6858000"/>
              <a:gd name="connsiteX746" fmla="*/ 16405 w 7467600"/>
              <a:gd name="connsiteY746" fmla="*/ 1803412 h 6858000"/>
              <a:gd name="connsiteX747" fmla="*/ 0 w 7467600"/>
              <a:gd name="connsiteY747" fmla="*/ 1784777 h 6858000"/>
              <a:gd name="connsiteX748" fmla="*/ 0 w 7467600"/>
              <a:gd name="connsiteY748" fmla="*/ 1740082 h 6858000"/>
              <a:gd name="connsiteX749" fmla="*/ 39394 w 7467600"/>
              <a:gd name="connsiteY749" fmla="*/ 1784856 h 6858000"/>
              <a:gd name="connsiteX750" fmla="*/ 135813 w 7467600"/>
              <a:gd name="connsiteY750" fmla="*/ 1888838 h 6858000"/>
              <a:gd name="connsiteX751" fmla="*/ 242575 w 7467600"/>
              <a:gd name="connsiteY751" fmla="*/ 1958841 h 6858000"/>
              <a:gd name="connsiteX752" fmla="*/ 82197 w 7467600"/>
              <a:gd name="connsiteY752" fmla="*/ 1754826 h 6858000"/>
              <a:gd name="connsiteX753" fmla="*/ 0 w 7467600"/>
              <a:gd name="connsiteY753" fmla="*/ 1679650 h 6858000"/>
              <a:gd name="connsiteX754" fmla="*/ 0 w 7467600"/>
              <a:gd name="connsiteY754" fmla="*/ 1602463 h 6858000"/>
              <a:gd name="connsiteX755" fmla="*/ 84689 w 7467600"/>
              <a:gd name="connsiteY755" fmla="*/ 1677442 h 6858000"/>
              <a:gd name="connsiteX756" fmla="*/ 298437 w 7467600"/>
              <a:gd name="connsiteY756" fmla="*/ 1968019 h 6858000"/>
              <a:gd name="connsiteX757" fmla="*/ 227269 w 7467600"/>
              <a:gd name="connsiteY757" fmla="*/ 1114064 h 6858000"/>
              <a:gd name="connsiteX758" fmla="*/ 248003 w 7467600"/>
              <a:gd name="connsiteY758" fmla="*/ 1089613 h 6858000"/>
              <a:gd name="connsiteX759" fmla="*/ 427020 w 7467600"/>
              <a:gd name="connsiteY759" fmla="*/ 1619803 h 6858000"/>
              <a:gd name="connsiteX760" fmla="*/ 340345 w 7467600"/>
              <a:gd name="connsiteY760" fmla="*/ 2027739 h 6858000"/>
              <a:gd name="connsiteX761" fmla="*/ 360865 w 7467600"/>
              <a:gd name="connsiteY761" fmla="*/ 2044827 h 6858000"/>
              <a:gd name="connsiteX762" fmla="*/ 560414 w 7467600"/>
              <a:gd name="connsiteY762" fmla="*/ 2421457 h 6858000"/>
              <a:gd name="connsiteX763" fmla="*/ 1359703 w 7467600"/>
              <a:gd name="connsiteY763" fmla="*/ 2578554 h 6858000"/>
              <a:gd name="connsiteX764" fmla="*/ 1359422 w 7467600"/>
              <a:gd name="connsiteY764" fmla="*/ 2577994 h 6858000"/>
              <a:gd name="connsiteX765" fmla="*/ 828701 w 7467600"/>
              <a:gd name="connsiteY765" fmla="*/ 1839520 h 6858000"/>
              <a:gd name="connsiteX766" fmla="*/ 494427 w 7467600"/>
              <a:gd name="connsiteY766" fmla="*/ 1092333 h 6858000"/>
              <a:gd name="connsiteX767" fmla="*/ 506322 w 7467600"/>
              <a:gd name="connsiteY767" fmla="*/ 1020997 h 6858000"/>
              <a:gd name="connsiteX768" fmla="*/ 4570198 w 7467600"/>
              <a:gd name="connsiteY768" fmla="*/ 978081 h 6858000"/>
              <a:gd name="connsiteX769" fmla="*/ 4523691 w 7467600"/>
              <a:gd name="connsiteY769" fmla="*/ 1127776 h 6858000"/>
              <a:gd name="connsiteX770" fmla="*/ 4509875 w 7467600"/>
              <a:gd name="connsiteY770" fmla="*/ 1167552 h 6858000"/>
              <a:gd name="connsiteX771" fmla="*/ 4478168 w 7467600"/>
              <a:gd name="connsiteY771" fmla="*/ 1260735 h 6858000"/>
              <a:gd name="connsiteX772" fmla="*/ 4409309 w 7467600"/>
              <a:gd name="connsiteY772" fmla="*/ 1666996 h 6858000"/>
              <a:gd name="connsiteX773" fmla="*/ 4370031 w 7467600"/>
              <a:gd name="connsiteY773" fmla="*/ 1955666 h 6858000"/>
              <a:gd name="connsiteX774" fmla="*/ 4570198 w 7467600"/>
              <a:gd name="connsiteY774" fmla="*/ 978081 h 6858000"/>
              <a:gd name="connsiteX775" fmla="*/ 4557898 w 7467600"/>
              <a:gd name="connsiteY775" fmla="*/ 900011 h 6858000"/>
              <a:gd name="connsiteX776" fmla="*/ 4344840 w 7467600"/>
              <a:gd name="connsiteY776" fmla="*/ 1922038 h 6858000"/>
              <a:gd name="connsiteX777" fmla="*/ 4378710 w 7467600"/>
              <a:gd name="connsiteY777" fmla="*/ 1665516 h 6858000"/>
              <a:gd name="connsiteX778" fmla="*/ 4448798 w 7467600"/>
              <a:gd name="connsiteY778" fmla="*/ 1253024 h 6858000"/>
              <a:gd name="connsiteX779" fmla="*/ 4480315 w 7467600"/>
              <a:gd name="connsiteY779" fmla="*/ 1158454 h 6858000"/>
              <a:gd name="connsiteX780" fmla="*/ 4494133 w 7467600"/>
              <a:gd name="connsiteY780" fmla="*/ 1118676 h 6858000"/>
              <a:gd name="connsiteX781" fmla="*/ 4557898 w 7467600"/>
              <a:gd name="connsiteY781" fmla="*/ 900011 h 6858000"/>
              <a:gd name="connsiteX782" fmla="*/ 5870151 w 7467600"/>
              <a:gd name="connsiteY782" fmla="*/ 898890 h 6858000"/>
              <a:gd name="connsiteX783" fmla="*/ 5861335 w 7467600"/>
              <a:gd name="connsiteY783" fmla="*/ 899177 h 6858000"/>
              <a:gd name="connsiteX784" fmla="*/ 5843702 w 7467600"/>
              <a:gd name="connsiteY784" fmla="*/ 899748 h 6858000"/>
              <a:gd name="connsiteX785" fmla="*/ 5651107 w 7467600"/>
              <a:gd name="connsiteY785" fmla="*/ 920306 h 6858000"/>
              <a:gd name="connsiteX786" fmla="*/ 5459407 w 7467600"/>
              <a:gd name="connsiteY786" fmla="*/ 940975 h 6858000"/>
              <a:gd name="connsiteX787" fmla="*/ 5374846 w 7467600"/>
              <a:gd name="connsiteY787" fmla="*/ 941988 h 6858000"/>
              <a:gd name="connsiteX788" fmla="*/ 5256105 w 7467600"/>
              <a:gd name="connsiteY788" fmla="*/ 945632 h 6858000"/>
              <a:gd name="connsiteX789" fmla="*/ 5107071 w 7467600"/>
              <a:gd name="connsiteY789" fmla="*/ 969720 h 6858000"/>
              <a:gd name="connsiteX790" fmla="*/ 4998681 w 7467600"/>
              <a:gd name="connsiteY790" fmla="*/ 988771 h 6858000"/>
              <a:gd name="connsiteX791" fmla="*/ 5870151 w 7467600"/>
              <a:gd name="connsiteY791" fmla="*/ 898890 h 6858000"/>
              <a:gd name="connsiteX792" fmla="*/ 5504425 w 7467600"/>
              <a:gd name="connsiteY792" fmla="*/ 848067 h 6858000"/>
              <a:gd name="connsiteX793" fmla="*/ 4968849 w 7467600"/>
              <a:gd name="connsiteY793" fmla="*/ 962318 h 6858000"/>
              <a:gd name="connsiteX794" fmla="*/ 5104039 w 7467600"/>
              <a:gd name="connsiteY794" fmla="*/ 940634 h 6858000"/>
              <a:gd name="connsiteX795" fmla="*/ 5256311 w 7467600"/>
              <a:gd name="connsiteY795" fmla="*/ 916490 h 6858000"/>
              <a:gd name="connsiteX796" fmla="*/ 5377381 w 7467600"/>
              <a:gd name="connsiteY796" fmla="*/ 912671 h 6858000"/>
              <a:gd name="connsiteX797" fmla="*/ 5460148 w 7467600"/>
              <a:gd name="connsiteY797" fmla="*/ 911442 h 6858000"/>
              <a:gd name="connsiteX798" fmla="*/ 5648971 w 7467600"/>
              <a:gd name="connsiteY798" fmla="*/ 891331 h 6858000"/>
              <a:gd name="connsiteX799" fmla="*/ 5844807 w 7467600"/>
              <a:gd name="connsiteY799" fmla="*/ 870718 h 6858000"/>
              <a:gd name="connsiteX800" fmla="*/ 5862975 w 7467600"/>
              <a:gd name="connsiteY800" fmla="*/ 869756 h 6858000"/>
              <a:gd name="connsiteX801" fmla="*/ 5920887 w 7467600"/>
              <a:gd name="connsiteY801" fmla="*/ 865929 h 6858000"/>
              <a:gd name="connsiteX802" fmla="*/ 5504425 w 7467600"/>
              <a:gd name="connsiteY802" fmla="*/ 848067 h 6858000"/>
              <a:gd name="connsiteX803" fmla="*/ 3607114 w 7467600"/>
              <a:gd name="connsiteY803" fmla="*/ 467441 h 6858000"/>
              <a:gd name="connsiteX804" fmla="*/ 3296242 w 7467600"/>
              <a:gd name="connsiteY804" fmla="*/ 807991 h 6858000"/>
              <a:gd name="connsiteX805" fmla="*/ 3174674 w 7467600"/>
              <a:gd name="connsiteY805" fmla="*/ 919759 h 6858000"/>
              <a:gd name="connsiteX806" fmla="*/ 3042978 w 7467600"/>
              <a:gd name="connsiteY806" fmla="*/ 1054894 h 6858000"/>
              <a:gd name="connsiteX807" fmla="*/ 2968914 w 7467600"/>
              <a:gd name="connsiteY807" fmla="*/ 1133756 h 6858000"/>
              <a:gd name="connsiteX808" fmla="*/ 3103823 w 7467600"/>
              <a:gd name="connsiteY808" fmla="*/ 1026814 h 6858000"/>
              <a:gd name="connsiteX809" fmla="*/ 3607114 w 7467600"/>
              <a:gd name="connsiteY809" fmla="*/ 467441 h 6858000"/>
              <a:gd name="connsiteX810" fmla="*/ 3744487 w 7467600"/>
              <a:gd name="connsiteY810" fmla="*/ 383136 h 6858000"/>
              <a:gd name="connsiteX811" fmla="*/ 3970213 w 7467600"/>
              <a:gd name="connsiteY811" fmla="*/ 995559 h 6858000"/>
              <a:gd name="connsiteX812" fmla="*/ 3744487 w 7467600"/>
              <a:gd name="connsiteY812" fmla="*/ 383136 h 6858000"/>
              <a:gd name="connsiteX813" fmla="*/ 3624562 w 7467600"/>
              <a:gd name="connsiteY813" fmla="*/ 367041 h 6858000"/>
              <a:gd name="connsiteX814" fmla="*/ 3489712 w 7467600"/>
              <a:gd name="connsiteY814" fmla="*/ 485386 h 6858000"/>
              <a:gd name="connsiteX815" fmla="*/ 3182994 w 7467600"/>
              <a:gd name="connsiteY815" fmla="*/ 828265 h 6858000"/>
              <a:gd name="connsiteX816" fmla="*/ 2892114 w 7467600"/>
              <a:gd name="connsiteY816" fmla="*/ 1172635 h 6858000"/>
              <a:gd name="connsiteX817" fmla="*/ 3021459 w 7467600"/>
              <a:gd name="connsiteY817" fmla="*/ 1035385 h 6858000"/>
              <a:gd name="connsiteX818" fmla="*/ 3153873 w 7467600"/>
              <a:gd name="connsiteY818" fmla="*/ 898971 h 6858000"/>
              <a:gd name="connsiteX819" fmla="*/ 3276511 w 7467600"/>
              <a:gd name="connsiteY819" fmla="*/ 786423 h 6858000"/>
              <a:gd name="connsiteX820" fmla="*/ 3584154 w 7467600"/>
              <a:gd name="connsiteY820" fmla="*/ 448218 h 6858000"/>
              <a:gd name="connsiteX821" fmla="*/ 3624562 w 7467600"/>
              <a:gd name="connsiteY821" fmla="*/ 367041 h 6858000"/>
              <a:gd name="connsiteX822" fmla="*/ 3766672 w 7467600"/>
              <a:gd name="connsiteY822" fmla="*/ 359429 h 6858000"/>
              <a:gd name="connsiteX823" fmla="*/ 3996338 w 7467600"/>
              <a:gd name="connsiteY823" fmla="*/ 968237 h 6858000"/>
              <a:gd name="connsiteX824" fmla="*/ 3766672 w 7467600"/>
              <a:gd name="connsiteY824" fmla="*/ 359429 h 6858000"/>
              <a:gd name="connsiteX825" fmla="*/ 5805386 w 7467600"/>
              <a:gd name="connsiteY825" fmla="*/ 239240 h 6858000"/>
              <a:gd name="connsiteX826" fmla="*/ 5736947 w 7467600"/>
              <a:gd name="connsiteY826" fmla="*/ 261367 h 6858000"/>
              <a:gd name="connsiteX827" fmla="*/ 5427012 w 7467600"/>
              <a:gd name="connsiteY827" fmla="*/ 311272 h 6858000"/>
              <a:gd name="connsiteX828" fmla="*/ 5147818 w 7467600"/>
              <a:gd name="connsiteY828" fmla="*/ 322112 h 6858000"/>
              <a:gd name="connsiteX829" fmla="*/ 5060854 w 7467600"/>
              <a:gd name="connsiteY829" fmla="*/ 311882 h 6858000"/>
              <a:gd name="connsiteX830" fmla="*/ 4945989 w 7467600"/>
              <a:gd name="connsiteY830" fmla="*/ 300516 h 6858000"/>
              <a:gd name="connsiteX831" fmla="*/ 5410479 w 7467600"/>
              <a:gd name="connsiteY831" fmla="*/ 348434 h 6858000"/>
              <a:gd name="connsiteX832" fmla="*/ 5805386 w 7467600"/>
              <a:gd name="connsiteY832" fmla="*/ 239240 h 6858000"/>
              <a:gd name="connsiteX833" fmla="*/ 5905192 w 7467600"/>
              <a:gd name="connsiteY833" fmla="*/ 163079 h 6858000"/>
              <a:gd name="connsiteX834" fmla="*/ 5865655 w 7467600"/>
              <a:gd name="connsiteY834" fmla="*/ 171901 h 6858000"/>
              <a:gd name="connsiteX835" fmla="*/ 5259740 w 7467600"/>
              <a:gd name="connsiteY835" fmla="*/ 257013 h 6858000"/>
              <a:gd name="connsiteX836" fmla="*/ 5208466 w 7467600"/>
              <a:gd name="connsiteY836" fmla="*/ 257550 h 6858000"/>
              <a:gd name="connsiteX837" fmla="*/ 4980204 w 7467600"/>
              <a:gd name="connsiteY837" fmla="*/ 271903 h 6858000"/>
              <a:gd name="connsiteX838" fmla="*/ 5068068 w 7467600"/>
              <a:gd name="connsiteY838" fmla="*/ 282244 h 6858000"/>
              <a:gd name="connsiteX839" fmla="*/ 5153231 w 7467600"/>
              <a:gd name="connsiteY839" fmla="*/ 292240 h 6858000"/>
              <a:gd name="connsiteX840" fmla="*/ 5426491 w 7467600"/>
              <a:gd name="connsiteY840" fmla="*/ 281128 h 6858000"/>
              <a:gd name="connsiteX841" fmla="*/ 5731212 w 7467600"/>
              <a:gd name="connsiteY841" fmla="*/ 231951 h 6858000"/>
              <a:gd name="connsiteX842" fmla="*/ 5905192 w 7467600"/>
              <a:gd name="connsiteY842" fmla="*/ 163079 h 6858000"/>
              <a:gd name="connsiteX843" fmla="*/ 5944437 w 7467600"/>
              <a:gd name="connsiteY843" fmla="*/ 113829 h 6858000"/>
              <a:gd name="connsiteX844" fmla="*/ 5825032 w 7467600"/>
              <a:gd name="connsiteY844" fmla="*/ 146405 h 6858000"/>
              <a:gd name="connsiteX845" fmla="*/ 4955599 w 7467600"/>
              <a:gd name="connsiteY845" fmla="*/ 247008 h 6858000"/>
              <a:gd name="connsiteX846" fmla="*/ 5210104 w 7467600"/>
              <a:gd name="connsiteY846" fmla="*/ 228123 h 6858000"/>
              <a:gd name="connsiteX847" fmla="*/ 5261015 w 7467600"/>
              <a:gd name="connsiteY847" fmla="*/ 227087 h 6858000"/>
              <a:gd name="connsiteX848" fmla="*/ 5861181 w 7467600"/>
              <a:gd name="connsiteY848" fmla="*/ 143093 h 6858000"/>
              <a:gd name="connsiteX849" fmla="*/ 5961252 w 7467600"/>
              <a:gd name="connsiteY849" fmla="*/ 114820 h 6858000"/>
              <a:gd name="connsiteX850" fmla="*/ 5944437 w 7467600"/>
              <a:gd name="connsiteY850" fmla="*/ 113829 h 6858000"/>
              <a:gd name="connsiteX851" fmla="*/ 3882765 w 7467600"/>
              <a:gd name="connsiteY851" fmla="*/ 0 h 6858000"/>
              <a:gd name="connsiteX852" fmla="*/ 3995099 w 7467600"/>
              <a:gd name="connsiteY852" fmla="*/ 0 h 6858000"/>
              <a:gd name="connsiteX853" fmla="*/ 4163818 w 7467600"/>
              <a:gd name="connsiteY853" fmla="*/ 234104 h 6858000"/>
              <a:gd name="connsiteX854" fmla="*/ 4172099 w 7467600"/>
              <a:gd name="connsiteY854" fmla="*/ 234207 h 6858000"/>
              <a:gd name="connsiteX855" fmla="*/ 4784282 w 7467600"/>
              <a:gd name="connsiteY855" fmla="*/ 276561 h 6858000"/>
              <a:gd name="connsiteX856" fmla="*/ 4801687 w 7467600"/>
              <a:gd name="connsiteY856" fmla="*/ 267764 h 6858000"/>
              <a:gd name="connsiteX857" fmla="*/ 6082788 w 7467600"/>
              <a:gd name="connsiteY857" fmla="*/ 64119 h 6858000"/>
              <a:gd name="connsiteX858" fmla="*/ 6099442 w 7467600"/>
              <a:gd name="connsiteY858" fmla="*/ 82568 h 6858000"/>
              <a:gd name="connsiteX859" fmla="*/ 4804137 w 7467600"/>
              <a:gd name="connsiteY859" fmla="*/ 320931 h 6858000"/>
              <a:gd name="connsiteX860" fmla="*/ 4227047 w 7467600"/>
              <a:gd name="connsiteY860" fmla="*/ 313415 h 6858000"/>
              <a:gd name="connsiteX861" fmla="*/ 4346041 w 7467600"/>
              <a:gd name="connsiteY861" fmla="*/ 456086 h 6858000"/>
              <a:gd name="connsiteX862" fmla="*/ 4870967 w 7467600"/>
              <a:gd name="connsiteY862" fmla="*/ 963061 h 6858000"/>
              <a:gd name="connsiteX863" fmla="*/ 4889647 w 7467600"/>
              <a:gd name="connsiteY863" fmla="*/ 957147 h 6858000"/>
              <a:gd name="connsiteX864" fmla="*/ 5422504 w 7467600"/>
              <a:gd name="connsiteY864" fmla="*/ 805191 h 6858000"/>
              <a:gd name="connsiteX865" fmla="*/ 6087656 w 7467600"/>
              <a:gd name="connsiteY865" fmla="*/ 826703 h 6858000"/>
              <a:gd name="connsiteX866" fmla="*/ 6058717 w 7467600"/>
              <a:gd name="connsiteY866" fmla="*/ 865992 h 6858000"/>
              <a:gd name="connsiteX867" fmla="*/ 4974153 w 7467600"/>
              <a:gd name="connsiteY867" fmla="*/ 1045456 h 6858000"/>
              <a:gd name="connsiteX868" fmla="*/ 5627835 w 7467600"/>
              <a:gd name="connsiteY868" fmla="*/ 1472077 h 6858000"/>
              <a:gd name="connsiteX869" fmla="*/ 5629817 w 7467600"/>
              <a:gd name="connsiteY869" fmla="*/ 1471412 h 6858000"/>
              <a:gd name="connsiteX870" fmla="*/ 5634124 w 7467600"/>
              <a:gd name="connsiteY870" fmla="*/ 1470572 h 6858000"/>
              <a:gd name="connsiteX871" fmla="*/ 5755832 w 7467600"/>
              <a:gd name="connsiteY871" fmla="*/ 1383886 h 6858000"/>
              <a:gd name="connsiteX872" fmla="*/ 6014186 w 7467600"/>
              <a:gd name="connsiteY872" fmla="*/ 1279799 h 6858000"/>
              <a:gd name="connsiteX873" fmla="*/ 6901619 w 7467600"/>
              <a:gd name="connsiteY873" fmla="*/ 1047874 h 6858000"/>
              <a:gd name="connsiteX874" fmla="*/ 6931566 w 7467600"/>
              <a:gd name="connsiteY874" fmla="*/ 1062034 h 6858000"/>
              <a:gd name="connsiteX875" fmla="*/ 5790982 w 7467600"/>
              <a:gd name="connsiteY875" fmla="*/ 1561380 h 6858000"/>
              <a:gd name="connsiteX876" fmla="*/ 6188971 w 7467600"/>
              <a:gd name="connsiteY876" fmla="*/ 1755168 h 6858000"/>
              <a:gd name="connsiteX877" fmla="*/ 6202446 w 7467600"/>
              <a:gd name="connsiteY877" fmla="*/ 1752268 h 6858000"/>
              <a:gd name="connsiteX878" fmla="*/ 7179560 w 7467600"/>
              <a:gd name="connsiteY878" fmla="*/ 1467551 h 6858000"/>
              <a:gd name="connsiteX879" fmla="*/ 7158730 w 7467600"/>
              <a:gd name="connsiteY879" fmla="*/ 1507835 h 6858000"/>
              <a:gd name="connsiteX880" fmla="*/ 6326959 w 7467600"/>
              <a:gd name="connsiteY880" fmla="*/ 1817686 h 6858000"/>
              <a:gd name="connsiteX881" fmla="*/ 6537433 w 7467600"/>
              <a:gd name="connsiteY881" fmla="*/ 1907790 h 6858000"/>
              <a:gd name="connsiteX882" fmla="*/ 6550221 w 7467600"/>
              <a:gd name="connsiteY882" fmla="*/ 1910729 h 6858000"/>
              <a:gd name="connsiteX883" fmla="*/ 6964438 w 7467600"/>
              <a:gd name="connsiteY883" fmla="*/ 2209505 h 6858000"/>
              <a:gd name="connsiteX884" fmla="*/ 7367862 w 7467600"/>
              <a:gd name="connsiteY884" fmla="*/ 2806833 h 6858000"/>
              <a:gd name="connsiteX885" fmla="*/ 7364329 w 7467600"/>
              <a:gd name="connsiteY885" fmla="*/ 2826907 h 6858000"/>
              <a:gd name="connsiteX886" fmla="*/ 7290545 w 7467600"/>
              <a:gd name="connsiteY886" fmla="*/ 2850663 h 6858000"/>
              <a:gd name="connsiteX887" fmla="*/ 6472036 w 7467600"/>
              <a:gd name="connsiteY887" fmla="*/ 1959003 h 6858000"/>
              <a:gd name="connsiteX888" fmla="*/ 5792897 w 7467600"/>
              <a:gd name="connsiteY888" fmla="*/ 1647747 h 6858000"/>
              <a:gd name="connsiteX889" fmla="*/ 5842751 w 7467600"/>
              <a:gd name="connsiteY889" fmla="*/ 1816112 h 6858000"/>
              <a:gd name="connsiteX890" fmla="*/ 5847424 w 7467600"/>
              <a:gd name="connsiteY890" fmla="*/ 1815776 h 6858000"/>
              <a:gd name="connsiteX891" fmla="*/ 6399821 w 7467600"/>
              <a:gd name="connsiteY891" fmla="*/ 2344799 h 6858000"/>
              <a:gd name="connsiteX892" fmla="*/ 6323232 w 7467600"/>
              <a:gd name="connsiteY892" fmla="*/ 2389634 h 6858000"/>
              <a:gd name="connsiteX893" fmla="*/ 5942958 w 7467600"/>
              <a:gd name="connsiteY893" fmla="*/ 2077708 h 6858000"/>
              <a:gd name="connsiteX894" fmla="*/ 5921559 w 7467600"/>
              <a:gd name="connsiteY894" fmla="*/ 2378596 h 6858000"/>
              <a:gd name="connsiteX895" fmla="*/ 5817651 w 7467600"/>
              <a:gd name="connsiteY895" fmla="*/ 3023919 h 6858000"/>
              <a:gd name="connsiteX896" fmla="*/ 5729634 w 7467600"/>
              <a:gd name="connsiteY896" fmla="*/ 3051849 h 6858000"/>
              <a:gd name="connsiteX897" fmla="*/ 5611018 w 7467600"/>
              <a:gd name="connsiteY897" fmla="*/ 2316769 h 6858000"/>
              <a:gd name="connsiteX898" fmla="*/ 5687608 w 7467600"/>
              <a:gd name="connsiteY898" fmla="*/ 2039972 h 6858000"/>
              <a:gd name="connsiteX899" fmla="*/ 5657554 w 7467600"/>
              <a:gd name="connsiteY899" fmla="*/ 1576445 h 6858000"/>
              <a:gd name="connsiteX900" fmla="*/ 5150475 w 7467600"/>
              <a:gd name="connsiteY900" fmla="*/ 1274012 h 6858000"/>
              <a:gd name="connsiteX901" fmla="*/ 5349142 w 7467600"/>
              <a:gd name="connsiteY901" fmla="*/ 2204405 h 6858000"/>
              <a:gd name="connsiteX902" fmla="*/ 5262214 w 7467600"/>
              <a:gd name="connsiteY902" fmla="*/ 2233836 h 6858000"/>
              <a:gd name="connsiteX903" fmla="*/ 4981539 w 7467600"/>
              <a:gd name="connsiteY903" fmla="*/ 1542201 h 6858000"/>
              <a:gd name="connsiteX904" fmla="*/ 4958461 w 7467600"/>
              <a:gd name="connsiteY904" fmla="*/ 1136957 h 6858000"/>
              <a:gd name="connsiteX905" fmla="*/ 4655015 w 7467600"/>
              <a:gd name="connsiteY905" fmla="*/ 891426 h 6858000"/>
              <a:gd name="connsiteX906" fmla="*/ 4348002 w 7467600"/>
              <a:gd name="connsiteY906" fmla="*/ 2205895 h 6858000"/>
              <a:gd name="connsiteX907" fmla="*/ 4262250 w 7467600"/>
              <a:gd name="connsiteY907" fmla="*/ 2219972 h 6858000"/>
              <a:gd name="connsiteX908" fmla="*/ 4550611 w 7467600"/>
              <a:gd name="connsiteY908" fmla="*/ 817540 h 6858000"/>
              <a:gd name="connsiteX909" fmla="*/ 4564418 w 7467600"/>
              <a:gd name="connsiteY909" fmla="*/ 808293 h 6858000"/>
              <a:gd name="connsiteX910" fmla="*/ 4266388 w 7467600"/>
              <a:gd name="connsiteY910" fmla="*/ 500083 h 6858000"/>
              <a:gd name="connsiteX911" fmla="*/ 4032842 w 7467600"/>
              <a:gd name="connsiteY911" fmla="*/ 211809 h 6858000"/>
              <a:gd name="connsiteX912" fmla="*/ 3882765 w 7467600"/>
              <a:gd name="connsiteY912" fmla="*/ 0 h 6858000"/>
              <a:gd name="connsiteX913" fmla="*/ 3721337 w 7467600"/>
              <a:gd name="connsiteY913" fmla="*/ 0 h 6858000"/>
              <a:gd name="connsiteX914" fmla="*/ 3797544 w 7467600"/>
              <a:gd name="connsiteY914" fmla="*/ 0 h 6858000"/>
              <a:gd name="connsiteX915" fmla="*/ 3775734 w 7467600"/>
              <a:gd name="connsiteY915" fmla="*/ 95131 h 6858000"/>
              <a:gd name="connsiteX916" fmla="*/ 3724807 w 7467600"/>
              <a:gd name="connsiteY916" fmla="*/ 272257 h 6858000"/>
              <a:gd name="connsiteX917" fmla="*/ 3726844 w 7467600"/>
              <a:gd name="connsiteY917" fmla="*/ 282988 h 6858000"/>
              <a:gd name="connsiteX918" fmla="*/ 3742664 w 7467600"/>
              <a:gd name="connsiteY918" fmla="*/ 279918 h 6858000"/>
              <a:gd name="connsiteX919" fmla="*/ 4103910 w 7467600"/>
              <a:gd name="connsiteY919" fmla="*/ 1161917 h 6858000"/>
              <a:gd name="connsiteX920" fmla="*/ 4020269 w 7467600"/>
              <a:gd name="connsiteY920" fmla="*/ 1200406 h 6858000"/>
              <a:gd name="connsiteX921" fmla="*/ 3674882 w 7467600"/>
              <a:gd name="connsiteY921" fmla="*/ 488524 h 6858000"/>
              <a:gd name="connsiteX922" fmla="*/ 3132682 w 7467600"/>
              <a:gd name="connsiteY922" fmla="*/ 1072284 h 6858000"/>
              <a:gd name="connsiteX923" fmla="*/ 2716346 w 7467600"/>
              <a:gd name="connsiteY923" fmla="*/ 1276376 h 6858000"/>
              <a:gd name="connsiteX924" fmla="*/ 2716772 w 7467600"/>
              <a:gd name="connsiteY924" fmla="*/ 1255462 h 6858000"/>
              <a:gd name="connsiteX925" fmla="*/ 3471096 w 7467600"/>
              <a:gd name="connsiteY925" fmla="*/ 437072 h 6858000"/>
              <a:gd name="connsiteX926" fmla="*/ 3639057 w 7467600"/>
              <a:gd name="connsiteY926" fmla="*/ 286334 h 6858000"/>
              <a:gd name="connsiteX927" fmla="*/ 3640309 w 7467600"/>
              <a:gd name="connsiteY927" fmla="*/ 284664 h 6858000"/>
              <a:gd name="connsiteX928" fmla="*/ 3646022 w 7467600"/>
              <a:gd name="connsiteY928" fmla="*/ 276711 h 6858000"/>
              <a:gd name="connsiteX929" fmla="*/ 3707943 w 7467600"/>
              <a:gd name="connsiteY929" fmla="*/ 65958 h 6858000"/>
              <a:gd name="connsiteX930" fmla="*/ 3721337 w 7467600"/>
              <a:gd name="connsiteY930" fmla="*/ 0 h 6858000"/>
              <a:gd name="connsiteX931" fmla="*/ 2867960 w 7467600"/>
              <a:gd name="connsiteY931" fmla="*/ 0 h 6858000"/>
              <a:gd name="connsiteX932" fmla="*/ 2926351 w 7467600"/>
              <a:gd name="connsiteY932" fmla="*/ 0 h 6858000"/>
              <a:gd name="connsiteX933" fmla="*/ 2902823 w 7467600"/>
              <a:gd name="connsiteY933" fmla="*/ 262929 h 6858000"/>
              <a:gd name="connsiteX934" fmla="*/ 2940663 w 7467600"/>
              <a:gd name="connsiteY934" fmla="*/ 140884 h 6858000"/>
              <a:gd name="connsiteX935" fmla="*/ 2947039 w 7467600"/>
              <a:gd name="connsiteY935" fmla="*/ 122524 h 6858000"/>
              <a:gd name="connsiteX936" fmla="*/ 2984316 w 7467600"/>
              <a:gd name="connsiteY936" fmla="*/ 0 h 6858000"/>
              <a:gd name="connsiteX937" fmla="*/ 3016114 w 7467600"/>
              <a:gd name="connsiteY937" fmla="*/ 0 h 6858000"/>
              <a:gd name="connsiteX938" fmla="*/ 2979949 w 7467600"/>
              <a:gd name="connsiteY938" fmla="*/ 119274 h 6858000"/>
              <a:gd name="connsiteX939" fmla="*/ 3023879 w 7467600"/>
              <a:gd name="connsiteY939" fmla="*/ 0 h 6858000"/>
              <a:gd name="connsiteX940" fmla="*/ 3105400 w 7467600"/>
              <a:gd name="connsiteY940" fmla="*/ 0 h 6858000"/>
              <a:gd name="connsiteX941" fmla="*/ 3094669 w 7467600"/>
              <a:gd name="connsiteY941" fmla="*/ 30308 h 6858000"/>
              <a:gd name="connsiteX942" fmla="*/ 2901945 w 7467600"/>
              <a:gd name="connsiteY942" fmla="*/ 466538 h 6858000"/>
              <a:gd name="connsiteX943" fmla="*/ 2815209 w 7467600"/>
              <a:gd name="connsiteY943" fmla="*/ 497361 h 6858000"/>
              <a:gd name="connsiteX944" fmla="*/ 2844845 w 7467600"/>
              <a:gd name="connsiteY944" fmla="*/ 127638 h 6858000"/>
              <a:gd name="connsiteX945" fmla="*/ 2867960 w 7467600"/>
              <a:gd name="connsiteY945" fmla="*/ 0 h 6858000"/>
              <a:gd name="connsiteX946" fmla="*/ 1057230 w 7467600"/>
              <a:gd name="connsiteY946" fmla="*/ 0 h 6858000"/>
              <a:gd name="connsiteX947" fmla="*/ 1111003 w 7467600"/>
              <a:gd name="connsiteY947" fmla="*/ 0 h 6858000"/>
              <a:gd name="connsiteX948" fmla="*/ 1125553 w 7467600"/>
              <a:gd name="connsiteY948" fmla="*/ 52588 h 6858000"/>
              <a:gd name="connsiteX949" fmla="*/ 1304276 w 7467600"/>
              <a:gd name="connsiteY949" fmla="*/ 476275 h 6858000"/>
              <a:gd name="connsiteX950" fmla="*/ 1492066 w 7467600"/>
              <a:gd name="connsiteY950" fmla="*/ 886333 h 6858000"/>
              <a:gd name="connsiteX951" fmla="*/ 1423698 w 7467600"/>
              <a:gd name="connsiteY951" fmla="*/ 710817 h 6858000"/>
              <a:gd name="connsiteX952" fmla="*/ 1357609 w 7467600"/>
              <a:gd name="connsiteY952" fmla="*/ 532892 h 6858000"/>
              <a:gd name="connsiteX953" fmla="*/ 1309550 w 7467600"/>
              <a:gd name="connsiteY953" fmla="*/ 374031 h 6858000"/>
              <a:gd name="connsiteX954" fmla="*/ 1193673 w 7467600"/>
              <a:gd name="connsiteY954" fmla="*/ 49533 h 6858000"/>
              <a:gd name="connsiteX955" fmla="*/ 1164391 w 7467600"/>
              <a:gd name="connsiteY955" fmla="*/ 0 h 6858000"/>
              <a:gd name="connsiteX956" fmla="*/ 1200666 w 7467600"/>
              <a:gd name="connsiteY956" fmla="*/ 0 h 6858000"/>
              <a:gd name="connsiteX957" fmla="*/ 1223408 w 7467600"/>
              <a:gd name="connsiteY957" fmla="*/ 38996 h 6858000"/>
              <a:gd name="connsiteX958" fmla="*/ 1339635 w 7467600"/>
              <a:gd name="connsiteY958" fmla="*/ 365517 h 6858000"/>
              <a:gd name="connsiteX959" fmla="*/ 1387469 w 7467600"/>
              <a:gd name="connsiteY959" fmla="*/ 523079 h 6858000"/>
              <a:gd name="connsiteX960" fmla="*/ 1452685 w 7467600"/>
              <a:gd name="connsiteY960" fmla="*/ 699806 h 6858000"/>
              <a:gd name="connsiteX961" fmla="*/ 1492092 w 7467600"/>
              <a:gd name="connsiteY961" fmla="*/ 800424 h 6858000"/>
              <a:gd name="connsiteX962" fmla="*/ 1455302 w 7467600"/>
              <a:gd name="connsiteY962" fmla="*/ 632913 h 6858000"/>
              <a:gd name="connsiteX963" fmla="*/ 1222336 w 7467600"/>
              <a:gd name="connsiteY963" fmla="*/ 9480 h 6858000"/>
              <a:gd name="connsiteX964" fmla="*/ 1214634 w 7467600"/>
              <a:gd name="connsiteY964" fmla="*/ 0 h 6858000"/>
              <a:gd name="connsiteX965" fmla="*/ 1289827 w 7467600"/>
              <a:gd name="connsiteY965" fmla="*/ 0 h 6858000"/>
              <a:gd name="connsiteX966" fmla="*/ 1321076 w 7467600"/>
              <a:gd name="connsiteY966" fmla="*/ 59722 h 6858000"/>
              <a:gd name="connsiteX967" fmla="*/ 1512579 w 7467600"/>
              <a:gd name="connsiteY967" fmla="*/ 626441 h 6858000"/>
              <a:gd name="connsiteX968" fmla="*/ 1506076 w 7467600"/>
              <a:gd name="connsiteY968" fmla="*/ 1089289 h 6858000"/>
              <a:gd name="connsiteX969" fmla="*/ 1486346 w 7467600"/>
              <a:gd name="connsiteY969" fmla="*/ 1079919 h 6858000"/>
              <a:gd name="connsiteX970" fmla="*/ 1070511 w 7467600"/>
              <a:gd name="connsiteY970" fmla="*/ 48609 h 6858000"/>
              <a:gd name="connsiteX971" fmla="*/ 1057230 w 7467600"/>
              <a:gd name="connsiteY971" fmla="*/ 0 h 6858000"/>
              <a:gd name="connsiteX972" fmla="*/ 43151 w 7467600"/>
              <a:gd name="connsiteY972" fmla="*/ 0 h 6858000"/>
              <a:gd name="connsiteX973" fmla="*/ 95283 w 7467600"/>
              <a:gd name="connsiteY973" fmla="*/ 0 h 6858000"/>
              <a:gd name="connsiteX974" fmla="*/ 300708 w 7467600"/>
              <a:gd name="connsiteY974" fmla="*/ 154571 h 6858000"/>
              <a:gd name="connsiteX975" fmla="*/ 530414 w 7467600"/>
              <a:gd name="connsiteY975" fmla="*/ 354673 h 6858000"/>
              <a:gd name="connsiteX976" fmla="*/ 333785 w 7467600"/>
              <a:gd name="connsiteY976" fmla="*/ 161564 h 6858000"/>
              <a:gd name="connsiteX977" fmla="*/ 147005 w 7467600"/>
              <a:gd name="connsiteY977" fmla="*/ 0 h 6858000"/>
              <a:gd name="connsiteX978" fmla="*/ 272509 w 7467600"/>
              <a:gd name="connsiteY978" fmla="*/ 0 h 6858000"/>
              <a:gd name="connsiteX979" fmla="*/ 326276 w 7467600"/>
              <a:gd name="connsiteY979" fmla="*/ 45847 h 6858000"/>
              <a:gd name="connsiteX980" fmla="*/ 823759 w 7467600"/>
              <a:gd name="connsiteY980" fmla="*/ 574145 h 6858000"/>
              <a:gd name="connsiteX981" fmla="*/ 811254 w 7467600"/>
              <a:gd name="connsiteY981" fmla="*/ 665546 h 6858000"/>
              <a:gd name="connsiteX982" fmla="*/ 154042 w 7467600"/>
              <a:gd name="connsiteY982" fmla="*/ 261522 h 6858000"/>
              <a:gd name="connsiteX983" fmla="*/ 13550 w 7467600"/>
              <a:gd name="connsiteY983" fmla="*/ 158423 h 6858000"/>
              <a:gd name="connsiteX984" fmla="*/ 0 w 7467600"/>
              <a:gd name="connsiteY984" fmla="*/ 146618 h 6858000"/>
              <a:gd name="connsiteX985" fmla="*/ 0 w 7467600"/>
              <a:gd name="connsiteY985" fmla="*/ 59161 h 6858000"/>
              <a:gd name="connsiteX986" fmla="*/ 45427 w 7467600"/>
              <a:gd name="connsiteY986" fmla="*/ 101078 h 6858000"/>
              <a:gd name="connsiteX987" fmla="*/ 630103 w 7467600"/>
              <a:gd name="connsiteY987" fmla="*/ 485885 h 6858000"/>
              <a:gd name="connsiteX988" fmla="*/ 532040 w 7467600"/>
              <a:gd name="connsiteY988" fmla="*/ 399359 h 6858000"/>
              <a:gd name="connsiteX989" fmla="*/ 517618 w 7467600"/>
              <a:gd name="connsiteY989" fmla="*/ 385726 h 6858000"/>
              <a:gd name="connsiteX990" fmla="*/ 285074 w 7467600"/>
              <a:gd name="connsiteY990" fmla="*/ 182755 h 6858000"/>
              <a:gd name="connsiteX991" fmla="*/ 43151 w 7467600"/>
              <a:gd name="connsiteY99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12201 w 7467600"/>
              <a:gd name="connsiteY134" fmla="*/ 5128278 h 6858000"/>
              <a:gd name="connsiteX135" fmla="*/ 1903353 w 7467600"/>
              <a:gd name="connsiteY135" fmla="*/ 5044827 h 6858000"/>
              <a:gd name="connsiteX136" fmla="*/ 1936931 w 7467600"/>
              <a:gd name="connsiteY136" fmla="*/ 5093954 h 6858000"/>
              <a:gd name="connsiteX137" fmla="*/ 2195868 w 7467600"/>
              <a:gd name="connsiteY137" fmla="*/ 5396574 h 6858000"/>
              <a:gd name="connsiteX138" fmla="*/ 2088852 w 7467600"/>
              <a:gd name="connsiteY138" fmla="*/ 5166123 h 6858000"/>
              <a:gd name="connsiteX139" fmla="*/ 1958241 w 7467600"/>
              <a:gd name="connsiteY139" fmla="*/ 5067955 h 6858000"/>
              <a:gd name="connsiteX140" fmla="*/ 1903353 w 7467600"/>
              <a:gd name="connsiteY140" fmla="*/ 5044827 h 6858000"/>
              <a:gd name="connsiteX141" fmla="*/ 1979378 w 7467600"/>
              <a:gd name="connsiteY141" fmla="*/ 4769504 h 6858000"/>
              <a:gd name="connsiteX142" fmla="*/ 2882120 w 7467600"/>
              <a:gd name="connsiteY142" fmla="*/ 5064547 h 6858000"/>
              <a:gd name="connsiteX143" fmla="*/ 2793103 w 7467600"/>
              <a:gd name="connsiteY143" fmla="*/ 5039699 h 6858000"/>
              <a:gd name="connsiteX144" fmla="*/ 2770041 w 7467600"/>
              <a:gd name="connsiteY144" fmla="*/ 5033634 h 6858000"/>
              <a:gd name="connsiteX145" fmla="*/ 1979378 w 7467600"/>
              <a:gd name="connsiteY145" fmla="*/ 4769504 h 6858000"/>
              <a:gd name="connsiteX146" fmla="*/ 1927410 w 7467600"/>
              <a:gd name="connsiteY146" fmla="*/ 4716164 h 6858000"/>
              <a:gd name="connsiteX147" fmla="*/ 1959587 w 7467600"/>
              <a:gd name="connsiteY147" fmla="*/ 4728849 h 6858000"/>
              <a:gd name="connsiteX148" fmla="*/ 2777707 w 7467600"/>
              <a:gd name="connsiteY148" fmla="*/ 5003991 h 6858000"/>
              <a:gd name="connsiteX149" fmla="*/ 2800768 w 7467600"/>
              <a:gd name="connsiteY149" fmla="*/ 5010056 h 6858000"/>
              <a:gd name="connsiteX150" fmla="*/ 2879408 w 7467600"/>
              <a:gd name="connsiteY150" fmla="*/ 5031590 h 6858000"/>
              <a:gd name="connsiteX151" fmla="*/ 2862295 w 7467600"/>
              <a:gd name="connsiteY151" fmla="*/ 5022958 h 6858000"/>
              <a:gd name="connsiteX152" fmla="*/ 2813343 w 7467600"/>
              <a:gd name="connsiteY152" fmla="*/ 4998369 h 6858000"/>
              <a:gd name="connsiteX153" fmla="*/ 2646245 w 7467600"/>
              <a:gd name="connsiteY153" fmla="*/ 4930999 h 6858000"/>
              <a:gd name="connsiteX154" fmla="*/ 1999243 w 7467600"/>
              <a:gd name="connsiteY154" fmla="*/ 4730524 h 6858000"/>
              <a:gd name="connsiteX155" fmla="*/ 1979527 w 7467600"/>
              <a:gd name="connsiteY155" fmla="*/ 4726651 h 6858000"/>
              <a:gd name="connsiteX156" fmla="*/ 1927410 w 7467600"/>
              <a:gd name="connsiteY156" fmla="*/ 4716164 h 6858000"/>
              <a:gd name="connsiteX157" fmla="*/ 1997014 w 7467600"/>
              <a:gd name="connsiteY157" fmla="*/ 4698007 h 6858000"/>
              <a:gd name="connsiteX158" fmla="*/ 2005458 w 7467600"/>
              <a:gd name="connsiteY158" fmla="*/ 4699540 h 6858000"/>
              <a:gd name="connsiteX159" fmla="*/ 2657186 w 7467600"/>
              <a:gd name="connsiteY159" fmla="*/ 4901687 h 6858000"/>
              <a:gd name="connsiteX160" fmla="*/ 2826662 w 7467600"/>
              <a:gd name="connsiteY160" fmla="*/ 4970362 h 6858000"/>
              <a:gd name="connsiteX161" fmla="*/ 2876100 w 7467600"/>
              <a:gd name="connsiteY161" fmla="*/ 4995397 h 6858000"/>
              <a:gd name="connsiteX162" fmla="*/ 3042600 w 7467600"/>
              <a:gd name="connsiteY162" fmla="*/ 5059532 h 6858000"/>
              <a:gd name="connsiteX163" fmla="*/ 1997014 w 7467600"/>
              <a:gd name="connsiteY163" fmla="*/ 4698007 h 6858000"/>
              <a:gd name="connsiteX164" fmla="*/ 2305292 w 7467600"/>
              <a:gd name="connsiteY164" fmla="*/ 4219492 h 6858000"/>
              <a:gd name="connsiteX165" fmla="*/ 3360922 w 7467600"/>
              <a:gd name="connsiteY165" fmla="*/ 4529373 h 6858000"/>
              <a:gd name="connsiteX166" fmla="*/ 3492420 w 7467600"/>
              <a:gd name="connsiteY166" fmla="*/ 4510145 h 6858000"/>
              <a:gd name="connsiteX167" fmla="*/ 3364086 w 7467600"/>
              <a:gd name="connsiteY167" fmla="*/ 4480340 h 6858000"/>
              <a:gd name="connsiteX168" fmla="*/ 3225818 w 7467600"/>
              <a:gd name="connsiteY168" fmla="*/ 4411822 h 6858000"/>
              <a:gd name="connsiteX169" fmla="*/ 3129696 w 7467600"/>
              <a:gd name="connsiteY169" fmla="*/ 4360704 h 6858000"/>
              <a:gd name="connsiteX170" fmla="*/ 2814545 w 7467600"/>
              <a:gd name="connsiteY170" fmla="*/ 4282955 h 6858000"/>
              <a:gd name="connsiteX171" fmla="*/ 2305292 w 7467600"/>
              <a:gd name="connsiteY171" fmla="*/ 4219492 h 6858000"/>
              <a:gd name="connsiteX172" fmla="*/ 2626982 w 7467600"/>
              <a:gd name="connsiteY172" fmla="*/ 4206450 h 6858000"/>
              <a:gd name="connsiteX173" fmla="*/ 2490617 w 7467600"/>
              <a:gd name="connsiteY173" fmla="*/ 4206951 h 6858000"/>
              <a:gd name="connsiteX174" fmla="*/ 2819869 w 7467600"/>
              <a:gd name="connsiteY174" fmla="*/ 4252936 h 6858000"/>
              <a:gd name="connsiteX175" fmla="*/ 3143018 w 7467600"/>
              <a:gd name="connsiteY175" fmla="*/ 4332698 h 6858000"/>
              <a:gd name="connsiteX176" fmla="*/ 3241520 w 7467600"/>
              <a:gd name="connsiteY176" fmla="*/ 4385112 h 6858000"/>
              <a:gd name="connsiteX177" fmla="*/ 3374575 w 7467600"/>
              <a:gd name="connsiteY177" fmla="*/ 4451517 h 6858000"/>
              <a:gd name="connsiteX178" fmla="*/ 3505221 w 7467600"/>
              <a:gd name="connsiteY178" fmla="*/ 4480757 h 6858000"/>
              <a:gd name="connsiteX179" fmla="*/ 2626982 w 7467600"/>
              <a:gd name="connsiteY179" fmla="*/ 4206450 h 6858000"/>
              <a:gd name="connsiteX180" fmla="*/ 1310106 w 7467600"/>
              <a:gd name="connsiteY180" fmla="*/ 3943217 h 6858000"/>
              <a:gd name="connsiteX181" fmla="*/ 854994 w 7467600"/>
              <a:gd name="connsiteY181" fmla="*/ 4399136 h 6858000"/>
              <a:gd name="connsiteX182" fmla="*/ 742462 w 7467600"/>
              <a:gd name="connsiteY182" fmla="*/ 4594648 h 6858000"/>
              <a:gd name="connsiteX183" fmla="*/ 820602 w 7467600"/>
              <a:gd name="connsiteY183" fmla="*/ 4485915 h 6858000"/>
              <a:gd name="connsiteX184" fmla="*/ 878295 w 7467600"/>
              <a:gd name="connsiteY184" fmla="*/ 4403594 h 6858000"/>
              <a:gd name="connsiteX185" fmla="*/ 1240607 w 7467600"/>
              <a:gd name="connsiteY185" fmla="*/ 4010401 h 6858000"/>
              <a:gd name="connsiteX186" fmla="*/ 1310106 w 7467600"/>
              <a:gd name="connsiteY186" fmla="*/ 3943217 h 6858000"/>
              <a:gd name="connsiteX187" fmla="*/ 1423113 w 7467600"/>
              <a:gd name="connsiteY187" fmla="*/ 3874565 h 6858000"/>
              <a:gd name="connsiteX188" fmla="*/ 1260565 w 7467600"/>
              <a:gd name="connsiteY188" fmla="*/ 4031982 h 6858000"/>
              <a:gd name="connsiteX189" fmla="*/ 901900 w 7467600"/>
              <a:gd name="connsiteY189" fmla="*/ 4421236 h 6858000"/>
              <a:gd name="connsiteX190" fmla="*/ 845044 w 7467600"/>
              <a:gd name="connsiteY190" fmla="*/ 4502436 h 6858000"/>
              <a:gd name="connsiteX191" fmla="*/ 685926 w 7467600"/>
              <a:gd name="connsiteY191" fmla="*/ 4703069 h 6858000"/>
              <a:gd name="connsiteX192" fmla="*/ 684248 w 7467600"/>
              <a:gd name="connsiteY192" fmla="*/ 4706721 h 6858000"/>
              <a:gd name="connsiteX193" fmla="*/ 1423113 w 7467600"/>
              <a:gd name="connsiteY193" fmla="*/ 3874565 h 6858000"/>
              <a:gd name="connsiteX194" fmla="*/ 3316479 w 7467600"/>
              <a:gd name="connsiteY194" fmla="*/ 3872136 h 6858000"/>
              <a:gd name="connsiteX195" fmla="*/ 3546806 w 7467600"/>
              <a:gd name="connsiteY195" fmla="*/ 4356139 h 6858000"/>
              <a:gd name="connsiteX196" fmla="*/ 3364433 w 7467600"/>
              <a:gd name="connsiteY196" fmla="*/ 3953121 h 6858000"/>
              <a:gd name="connsiteX197" fmla="*/ 3316479 w 7467600"/>
              <a:gd name="connsiteY197" fmla="*/ 3872136 h 6858000"/>
              <a:gd name="connsiteX198" fmla="*/ 3291335 w 7467600"/>
              <a:gd name="connsiteY198" fmla="*/ 3767420 h 6858000"/>
              <a:gd name="connsiteX199" fmla="*/ 3390805 w 7467600"/>
              <a:gd name="connsiteY199" fmla="*/ 3937163 h 6858000"/>
              <a:gd name="connsiteX200" fmla="*/ 3579062 w 7467600"/>
              <a:gd name="connsiteY200" fmla="*/ 4359040 h 6858000"/>
              <a:gd name="connsiteX201" fmla="*/ 3467355 w 7467600"/>
              <a:gd name="connsiteY201" fmla="*/ 3988130 h 6858000"/>
              <a:gd name="connsiteX202" fmla="*/ 3310753 w 7467600"/>
              <a:gd name="connsiteY202" fmla="*/ 3787140 h 6858000"/>
              <a:gd name="connsiteX203" fmla="*/ 3291335 w 7467600"/>
              <a:gd name="connsiteY203" fmla="*/ 3767420 h 6858000"/>
              <a:gd name="connsiteX204" fmla="*/ 1635889 w 7467600"/>
              <a:gd name="connsiteY204" fmla="*/ 3709494 h 6858000"/>
              <a:gd name="connsiteX205" fmla="*/ 1634800 w 7467600"/>
              <a:gd name="connsiteY205" fmla="*/ 3731111 h 6858000"/>
              <a:gd name="connsiteX206" fmla="*/ 1635889 w 7467600"/>
              <a:gd name="connsiteY206" fmla="*/ 3709494 h 6858000"/>
              <a:gd name="connsiteX207" fmla="*/ 1510397 w 7467600"/>
              <a:gd name="connsiteY207" fmla="*/ 3684705 h 6858000"/>
              <a:gd name="connsiteX208" fmla="*/ 1146550 w 7467600"/>
              <a:gd name="connsiteY208" fmla="*/ 3802012 h 6858000"/>
              <a:gd name="connsiteX209" fmla="*/ 698834 w 7467600"/>
              <a:gd name="connsiteY209" fmla="*/ 3952272 h 6858000"/>
              <a:gd name="connsiteX210" fmla="*/ 34256 w 7467600"/>
              <a:gd name="connsiteY210" fmla="*/ 4347603 h 6858000"/>
              <a:gd name="connsiteX211" fmla="*/ 527241 w 7467600"/>
              <a:gd name="connsiteY211" fmla="*/ 4065078 h 6858000"/>
              <a:gd name="connsiteX212" fmla="*/ 1510397 w 7467600"/>
              <a:gd name="connsiteY212" fmla="*/ 3684705 h 6858000"/>
              <a:gd name="connsiteX213" fmla="*/ 1313114 w 7467600"/>
              <a:gd name="connsiteY213" fmla="*/ 3655216 h 6858000"/>
              <a:gd name="connsiteX214" fmla="*/ 1109304 w 7467600"/>
              <a:gd name="connsiteY214" fmla="*/ 3669030 h 6858000"/>
              <a:gd name="connsiteX215" fmla="*/ 8129 w 7467600"/>
              <a:gd name="connsiteY215" fmla="*/ 4330519 h 6858000"/>
              <a:gd name="connsiteX216" fmla="*/ 687572 w 7467600"/>
              <a:gd name="connsiteY216" fmla="*/ 3925629 h 6858000"/>
              <a:gd name="connsiteX217" fmla="*/ 1138365 w 7467600"/>
              <a:gd name="connsiteY217" fmla="*/ 3774515 h 6858000"/>
              <a:gd name="connsiteX218" fmla="*/ 1505579 w 7467600"/>
              <a:gd name="connsiteY218" fmla="*/ 3655526 h 6858000"/>
              <a:gd name="connsiteX219" fmla="*/ 1313114 w 7467600"/>
              <a:gd name="connsiteY219" fmla="*/ 3655216 h 6858000"/>
              <a:gd name="connsiteX220" fmla="*/ 3655073 w 7467600"/>
              <a:gd name="connsiteY220" fmla="*/ 3650884 h 6858000"/>
              <a:gd name="connsiteX221" fmla="*/ 3989938 w 7467600"/>
              <a:gd name="connsiteY221" fmla="*/ 3991685 h 6858000"/>
              <a:gd name="connsiteX222" fmla="*/ 4393907 w 7467600"/>
              <a:gd name="connsiteY222" fmla="*/ 4261258 h 6858000"/>
              <a:gd name="connsiteX223" fmla="*/ 4648051 w 7467600"/>
              <a:gd name="connsiteY223" fmla="*/ 4374051 h 6858000"/>
              <a:gd name="connsiteX224" fmla="*/ 4383389 w 7467600"/>
              <a:gd name="connsiteY224" fmla="*/ 4184369 h 6858000"/>
              <a:gd name="connsiteX225" fmla="*/ 4165508 w 7467600"/>
              <a:gd name="connsiteY225" fmla="*/ 4035196 h 6858000"/>
              <a:gd name="connsiteX226" fmla="*/ 4068162 w 7467600"/>
              <a:gd name="connsiteY226" fmla="*/ 3953394 h 6858000"/>
              <a:gd name="connsiteX227" fmla="*/ 3981416 w 7467600"/>
              <a:gd name="connsiteY227" fmla="*/ 3880482 h 6858000"/>
              <a:gd name="connsiteX228" fmla="*/ 3800147 w 7467600"/>
              <a:gd name="connsiteY228" fmla="*/ 3749872 h 6858000"/>
              <a:gd name="connsiteX229" fmla="*/ 3655073 w 7467600"/>
              <a:gd name="connsiteY229" fmla="*/ 3650884 h 6858000"/>
              <a:gd name="connsiteX230" fmla="*/ 3670252 w 7467600"/>
              <a:gd name="connsiteY230" fmla="*/ 3622798 h 6858000"/>
              <a:gd name="connsiteX231" fmla="*/ 3817258 w 7467600"/>
              <a:gd name="connsiteY231" fmla="*/ 3723577 h 6858000"/>
              <a:gd name="connsiteX232" fmla="*/ 4000461 w 7467600"/>
              <a:gd name="connsiteY232" fmla="*/ 3855966 h 6858000"/>
              <a:gd name="connsiteX233" fmla="*/ 4088180 w 7467600"/>
              <a:gd name="connsiteY233" fmla="*/ 3929774 h 6858000"/>
              <a:gd name="connsiteX234" fmla="*/ 4184555 w 7467600"/>
              <a:gd name="connsiteY234" fmla="*/ 4010683 h 6858000"/>
              <a:gd name="connsiteX235" fmla="*/ 4399563 w 7467600"/>
              <a:gd name="connsiteY235" fmla="*/ 4158106 h 6858000"/>
              <a:gd name="connsiteX236" fmla="*/ 4684469 w 7467600"/>
              <a:gd name="connsiteY236" fmla="*/ 4364680 h 6858000"/>
              <a:gd name="connsiteX237" fmla="*/ 4690271 w 7467600"/>
              <a:gd name="connsiteY237" fmla="*/ 4370034 h 6858000"/>
              <a:gd name="connsiteX238" fmla="*/ 4136093 w 7467600"/>
              <a:gd name="connsiteY238" fmla="*/ 3858466 h 6858000"/>
              <a:gd name="connsiteX239" fmla="*/ 3670252 w 7467600"/>
              <a:gd name="connsiteY239" fmla="*/ 3622798 h 6858000"/>
              <a:gd name="connsiteX240" fmla="*/ 4440129 w 7467600"/>
              <a:gd name="connsiteY240" fmla="*/ 3448571 h 6858000"/>
              <a:gd name="connsiteX241" fmla="*/ 4856525 w 7467600"/>
              <a:gd name="connsiteY241" fmla="*/ 3915351 h 6858000"/>
              <a:gd name="connsiteX242" fmla="*/ 5059055 w 7467600"/>
              <a:gd name="connsiteY242" fmla="*/ 4108918 h 6858000"/>
              <a:gd name="connsiteX243" fmla="*/ 5290070 w 7467600"/>
              <a:gd name="connsiteY243" fmla="*/ 4263619 h 6858000"/>
              <a:gd name="connsiteX244" fmla="*/ 4834991 w 7467600"/>
              <a:gd name="connsiteY244" fmla="*/ 3830985 h 6858000"/>
              <a:gd name="connsiteX245" fmla="*/ 4440129 w 7467600"/>
              <a:gd name="connsiteY245" fmla="*/ 3448571 h 6858000"/>
              <a:gd name="connsiteX246" fmla="*/ 4441737 w 7467600"/>
              <a:gd name="connsiteY246" fmla="*/ 3399734 h 6858000"/>
              <a:gd name="connsiteX247" fmla="*/ 4431236 w 7467600"/>
              <a:gd name="connsiteY247" fmla="*/ 3400954 h 6858000"/>
              <a:gd name="connsiteX248" fmla="*/ 4557150 w 7467600"/>
              <a:gd name="connsiteY248" fmla="*/ 3510023 h 6858000"/>
              <a:gd name="connsiteX249" fmla="*/ 4856936 w 7467600"/>
              <a:gd name="connsiteY249" fmla="*/ 3809146 h 6858000"/>
              <a:gd name="connsiteX250" fmla="*/ 5111996 w 7467600"/>
              <a:gd name="connsiteY250" fmla="*/ 4065759 h 6858000"/>
              <a:gd name="connsiteX251" fmla="*/ 5388878 w 7467600"/>
              <a:gd name="connsiteY251" fmla="*/ 4300185 h 6858000"/>
              <a:gd name="connsiteX252" fmla="*/ 5425556 w 7467600"/>
              <a:gd name="connsiteY252" fmla="*/ 4308967 h 6858000"/>
              <a:gd name="connsiteX253" fmla="*/ 4943646 w 7467600"/>
              <a:gd name="connsiteY253" fmla="*/ 3822916 h 6858000"/>
              <a:gd name="connsiteX254" fmla="*/ 4594837 w 7467600"/>
              <a:gd name="connsiteY254" fmla="*/ 3532274 h 6858000"/>
              <a:gd name="connsiteX255" fmla="*/ 4441737 w 7467600"/>
              <a:gd name="connsiteY255" fmla="*/ 3399734 h 6858000"/>
              <a:gd name="connsiteX256" fmla="*/ 5425834 w 7467600"/>
              <a:gd name="connsiteY256" fmla="*/ 3162785 h 6858000"/>
              <a:gd name="connsiteX257" fmla="*/ 5401644 w 7467600"/>
              <a:gd name="connsiteY257" fmla="*/ 3617847 h 6858000"/>
              <a:gd name="connsiteX258" fmla="*/ 5467256 w 7467600"/>
              <a:gd name="connsiteY258" fmla="*/ 4175494 h 6858000"/>
              <a:gd name="connsiteX259" fmla="*/ 5448069 w 7467600"/>
              <a:gd name="connsiteY259" fmla="*/ 3567554 h 6858000"/>
              <a:gd name="connsiteX260" fmla="*/ 5425834 w 7467600"/>
              <a:gd name="connsiteY260" fmla="*/ 3162785 h 6858000"/>
              <a:gd name="connsiteX261" fmla="*/ 1318687 w 7467600"/>
              <a:gd name="connsiteY261" fmla="*/ 3113840 h 6858000"/>
              <a:gd name="connsiteX262" fmla="*/ 1066793 w 7467600"/>
              <a:gd name="connsiteY262" fmla="*/ 3212171 h 6858000"/>
              <a:gd name="connsiteX263" fmla="*/ 993319 w 7467600"/>
              <a:gd name="connsiteY263" fmla="*/ 3247648 h 6858000"/>
              <a:gd name="connsiteX264" fmla="*/ 853081 w 7467600"/>
              <a:gd name="connsiteY264" fmla="*/ 3312410 h 6858000"/>
              <a:gd name="connsiteX265" fmla="*/ 805957 w 7467600"/>
              <a:gd name="connsiteY265" fmla="*/ 3330443 h 6858000"/>
              <a:gd name="connsiteX266" fmla="*/ 1318687 w 7467600"/>
              <a:gd name="connsiteY266" fmla="*/ 3113840 h 6858000"/>
              <a:gd name="connsiteX267" fmla="*/ 5453702 w 7467600"/>
              <a:gd name="connsiteY267" fmla="*/ 3090882 h 6858000"/>
              <a:gd name="connsiteX268" fmla="*/ 5480135 w 7467600"/>
              <a:gd name="connsiteY268" fmla="*/ 3565802 h 6858000"/>
              <a:gd name="connsiteX269" fmla="*/ 5499023 w 7467600"/>
              <a:gd name="connsiteY269" fmla="*/ 4166310 h 6858000"/>
              <a:gd name="connsiteX270" fmla="*/ 5547022 w 7467600"/>
              <a:gd name="connsiteY270" fmla="*/ 3607838 h 6858000"/>
              <a:gd name="connsiteX271" fmla="*/ 5515964 w 7467600"/>
              <a:gd name="connsiteY271" fmla="*/ 3378541 h 6858000"/>
              <a:gd name="connsiteX272" fmla="*/ 5453702 w 7467600"/>
              <a:gd name="connsiteY272" fmla="*/ 3090882 h 6858000"/>
              <a:gd name="connsiteX273" fmla="*/ 1238695 w 7467600"/>
              <a:gd name="connsiteY273" fmla="*/ 3076820 h 6858000"/>
              <a:gd name="connsiteX274" fmla="*/ 716371 w 7467600"/>
              <a:gd name="connsiteY274" fmla="*/ 3293249 h 6858000"/>
              <a:gd name="connsiteX275" fmla="*/ 579522 w 7467600"/>
              <a:gd name="connsiteY275" fmla="*/ 3371759 h 6858000"/>
              <a:gd name="connsiteX276" fmla="*/ 600288 w 7467600"/>
              <a:gd name="connsiteY276" fmla="*/ 3365555 h 6858000"/>
              <a:gd name="connsiteX277" fmla="*/ 840692 w 7467600"/>
              <a:gd name="connsiteY277" fmla="*/ 3284921 h 6858000"/>
              <a:gd name="connsiteX278" fmla="*/ 979248 w 7467600"/>
              <a:gd name="connsiteY278" fmla="*/ 3221003 h 6858000"/>
              <a:gd name="connsiteX279" fmla="*/ 1053282 w 7467600"/>
              <a:gd name="connsiteY279" fmla="*/ 3185247 h 6858000"/>
              <a:gd name="connsiteX280" fmla="*/ 1320603 w 7467600"/>
              <a:gd name="connsiteY280" fmla="*/ 3081281 h 6858000"/>
              <a:gd name="connsiteX281" fmla="*/ 1238695 w 7467600"/>
              <a:gd name="connsiteY281" fmla="*/ 3076820 h 6858000"/>
              <a:gd name="connsiteX282" fmla="*/ 5425627 w 7467600"/>
              <a:gd name="connsiteY282" fmla="*/ 2954192 h 6858000"/>
              <a:gd name="connsiteX283" fmla="*/ 5470770 w 7467600"/>
              <a:gd name="connsiteY283" fmla="*/ 3005435 h 6858000"/>
              <a:gd name="connsiteX284" fmla="*/ 5519779 w 7467600"/>
              <a:gd name="connsiteY284" fmla="*/ 4359223 h 6858000"/>
              <a:gd name="connsiteX285" fmla="*/ 5520293 w 7467600"/>
              <a:gd name="connsiteY285" fmla="*/ 4360602 h 6858000"/>
              <a:gd name="connsiteX286" fmla="*/ 5767221 w 7467600"/>
              <a:gd name="connsiteY286" fmla="*/ 4665564 h 6858000"/>
              <a:gd name="connsiteX287" fmla="*/ 6937169 w 7467600"/>
              <a:gd name="connsiteY287" fmla="*/ 4815941 h 6858000"/>
              <a:gd name="connsiteX288" fmla="*/ 6953922 w 7467600"/>
              <a:gd name="connsiteY288" fmla="*/ 4890068 h 6858000"/>
              <a:gd name="connsiteX289" fmla="*/ 6071359 w 7467600"/>
              <a:gd name="connsiteY289" fmla="*/ 4770770 h 6858000"/>
              <a:gd name="connsiteX290" fmla="*/ 6038839 w 7467600"/>
              <a:gd name="connsiteY290" fmla="*/ 4764474 h 6858000"/>
              <a:gd name="connsiteX291" fmla="*/ 6038706 w 7467600"/>
              <a:gd name="connsiteY291" fmla="*/ 4763847 h 6858000"/>
              <a:gd name="connsiteX292" fmla="*/ 6037784 w 7467600"/>
              <a:gd name="connsiteY292" fmla="*/ 4764270 h 6858000"/>
              <a:gd name="connsiteX293" fmla="*/ 6038839 w 7467600"/>
              <a:gd name="connsiteY293" fmla="*/ 4764474 h 6858000"/>
              <a:gd name="connsiteX294" fmla="*/ 6040338 w 7467600"/>
              <a:gd name="connsiteY294" fmla="*/ 4771418 h 6858000"/>
              <a:gd name="connsiteX295" fmla="*/ 6024488 w 7467600"/>
              <a:gd name="connsiteY295" fmla="*/ 4809903 h 6858000"/>
              <a:gd name="connsiteX296" fmla="*/ 5599771 w 7467600"/>
              <a:gd name="connsiteY296" fmla="*/ 5509652 h 6858000"/>
              <a:gd name="connsiteX297" fmla="*/ 5548843 w 7467600"/>
              <a:gd name="connsiteY297" fmla="*/ 5563845 h 6858000"/>
              <a:gd name="connsiteX298" fmla="*/ 5940952 w 7467600"/>
              <a:gd name="connsiteY298" fmla="*/ 6250028 h 6858000"/>
              <a:gd name="connsiteX299" fmla="*/ 6043441 w 7467600"/>
              <a:gd name="connsiteY299" fmla="*/ 6665847 h 6858000"/>
              <a:gd name="connsiteX300" fmla="*/ 6093432 w 7467600"/>
              <a:gd name="connsiteY300" fmla="*/ 6858000 h 6858000"/>
              <a:gd name="connsiteX301" fmla="*/ 6034344 w 7467600"/>
              <a:gd name="connsiteY301" fmla="*/ 6858000 h 6858000"/>
              <a:gd name="connsiteX302" fmla="*/ 6026679 w 7467600"/>
              <a:gd name="connsiteY302" fmla="*/ 6836959 h 6858000"/>
              <a:gd name="connsiteX303" fmla="*/ 5800441 w 7467600"/>
              <a:gd name="connsiteY303" fmla="*/ 6335286 h 6858000"/>
              <a:gd name="connsiteX304" fmla="*/ 5526562 w 7467600"/>
              <a:gd name="connsiteY304" fmla="*/ 5705388 h 6858000"/>
              <a:gd name="connsiteX305" fmla="*/ 5519640 w 7467600"/>
              <a:gd name="connsiteY305" fmla="*/ 5683774 h 6858000"/>
              <a:gd name="connsiteX306" fmla="*/ 5844559 w 7467600"/>
              <a:gd name="connsiteY306" fmla="*/ 6553349 h 6858000"/>
              <a:gd name="connsiteX307" fmla="*/ 5975994 w 7467600"/>
              <a:gd name="connsiteY307" fmla="*/ 6858000 h 6858000"/>
              <a:gd name="connsiteX308" fmla="*/ 5898547 w 7467600"/>
              <a:gd name="connsiteY308" fmla="*/ 6858000 h 6858000"/>
              <a:gd name="connsiteX309" fmla="*/ 5682041 w 7467600"/>
              <a:gd name="connsiteY309" fmla="*/ 6355860 h 6858000"/>
              <a:gd name="connsiteX310" fmla="*/ 5461758 w 7467600"/>
              <a:gd name="connsiteY310" fmla="*/ 5820220 h 6858000"/>
              <a:gd name="connsiteX311" fmla="*/ 5237282 w 7467600"/>
              <a:gd name="connsiteY311" fmla="*/ 6579086 h 6858000"/>
              <a:gd name="connsiteX312" fmla="*/ 5115009 w 7467600"/>
              <a:gd name="connsiteY312" fmla="*/ 6858000 h 6858000"/>
              <a:gd name="connsiteX313" fmla="*/ 5028074 w 7467600"/>
              <a:gd name="connsiteY313" fmla="*/ 6858000 h 6858000"/>
              <a:gd name="connsiteX314" fmla="*/ 5079508 w 7467600"/>
              <a:gd name="connsiteY314" fmla="*/ 6749074 h 6858000"/>
              <a:gd name="connsiteX315" fmla="*/ 5371846 w 7467600"/>
              <a:gd name="connsiteY315" fmla="*/ 5924413 h 6858000"/>
              <a:gd name="connsiteX316" fmla="*/ 5270512 w 7467600"/>
              <a:gd name="connsiteY316" fmla="*/ 6138975 h 6858000"/>
              <a:gd name="connsiteX317" fmla="*/ 5062409 w 7467600"/>
              <a:gd name="connsiteY317" fmla="*/ 6653544 h 6858000"/>
              <a:gd name="connsiteX318" fmla="*/ 5036628 w 7467600"/>
              <a:gd name="connsiteY318" fmla="*/ 6754247 h 6858000"/>
              <a:gd name="connsiteX319" fmla="*/ 5009112 w 7467600"/>
              <a:gd name="connsiteY319" fmla="*/ 6858000 h 6858000"/>
              <a:gd name="connsiteX320" fmla="*/ 4976679 w 7467600"/>
              <a:gd name="connsiteY320" fmla="*/ 6858000 h 6858000"/>
              <a:gd name="connsiteX321" fmla="*/ 5006537 w 7467600"/>
              <a:gd name="connsiteY321" fmla="*/ 6747068 h 6858000"/>
              <a:gd name="connsiteX322" fmla="*/ 5032723 w 7467600"/>
              <a:gd name="connsiteY322" fmla="*/ 6644957 h 6858000"/>
              <a:gd name="connsiteX323" fmla="*/ 5242949 w 7467600"/>
              <a:gd name="connsiteY323" fmla="*/ 6125175 h 6858000"/>
              <a:gd name="connsiteX324" fmla="*/ 5286321 w 7467600"/>
              <a:gd name="connsiteY324" fmla="*/ 6033555 h 6858000"/>
              <a:gd name="connsiteX325" fmla="*/ 5008210 w 7467600"/>
              <a:gd name="connsiteY325" fmla="*/ 6649194 h 6858000"/>
              <a:gd name="connsiteX326" fmla="*/ 4986321 w 7467600"/>
              <a:gd name="connsiteY326" fmla="*/ 6765687 h 6858000"/>
              <a:gd name="connsiteX327" fmla="*/ 4973474 w 7467600"/>
              <a:gd name="connsiteY327" fmla="*/ 6858000 h 6858000"/>
              <a:gd name="connsiteX328" fmla="*/ 4907178 w 7467600"/>
              <a:gd name="connsiteY328" fmla="*/ 6858000 h 6858000"/>
              <a:gd name="connsiteX329" fmla="*/ 4910810 w 7467600"/>
              <a:gd name="connsiteY329" fmla="*/ 6829660 h 6858000"/>
              <a:gd name="connsiteX330" fmla="*/ 4987461 w 7467600"/>
              <a:gd name="connsiteY330" fmla="*/ 6432994 h 6858000"/>
              <a:gd name="connsiteX331" fmla="*/ 5179262 w 7467600"/>
              <a:gd name="connsiteY331" fmla="*/ 6035044 h 6858000"/>
              <a:gd name="connsiteX332" fmla="*/ 4689678 w 7467600"/>
              <a:gd name="connsiteY332" fmla="*/ 6440241 h 6858000"/>
              <a:gd name="connsiteX333" fmla="*/ 4477543 w 7467600"/>
              <a:gd name="connsiteY333" fmla="*/ 6674836 h 6858000"/>
              <a:gd name="connsiteX334" fmla="*/ 4329957 w 7467600"/>
              <a:gd name="connsiteY334" fmla="*/ 6858000 h 6858000"/>
              <a:gd name="connsiteX335" fmla="*/ 4218595 w 7467600"/>
              <a:gd name="connsiteY335" fmla="*/ 6858000 h 6858000"/>
              <a:gd name="connsiteX336" fmla="*/ 4368888 w 7467600"/>
              <a:gd name="connsiteY336" fmla="*/ 6668412 h 6858000"/>
              <a:gd name="connsiteX337" fmla="*/ 4563091 w 7467600"/>
              <a:gd name="connsiteY337" fmla="*/ 6442508 h 6858000"/>
              <a:gd name="connsiteX338" fmla="*/ 5387324 w 7467600"/>
              <a:gd name="connsiteY338" fmla="*/ 5705830 h 6858000"/>
              <a:gd name="connsiteX339" fmla="*/ 5073620 w 7467600"/>
              <a:gd name="connsiteY339" fmla="*/ 5955437 h 6858000"/>
              <a:gd name="connsiteX340" fmla="*/ 4689789 w 7467600"/>
              <a:gd name="connsiteY340" fmla="*/ 6268382 h 6858000"/>
              <a:gd name="connsiteX341" fmla="*/ 4418722 w 7467600"/>
              <a:gd name="connsiteY341" fmla="*/ 6570886 h 6858000"/>
              <a:gd name="connsiteX342" fmla="*/ 4214944 w 7467600"/>
              <a:gd name="connsiteY342" fmla="*/ 6858000 h 6858000"/>
              <a:gd name="connsiteX343" fmla="*/ 4177898 w 7467600"/>
              <a:gd name="connsiteY343" fmla="*/ 6858000 h 6858000"/>
              <a:gd name="connsiteX344" fmla="*/ 4391597 w 7467600"/>
              <a:gd name="connsiteY344" fmla="*/ 6556370 h 6858000"/>
              <a:gd name="connsiteX345" fmla="*/ 4668889 w 7467600"/>
              <a:gd name="connsiteY345" fmla="*/ 6246399 h 6858000"/>
              <a:gd name="connsiteX346" fmla="*/ 5055427 w 7467600"/>
              <a:gd name="connsiteY346" fmla="*/ 5931476 h 6858000"/>
              <a:gd name="connsiteX347" fmla="*/ 5371814 w 7467600"/>
              <a:gd name="connsiteY347" fmla="*/ 5678975 h 6858000"/>
              <a:gd name="connsiteX348" fmla="*/ 4987918 w 7467600"/>
              <a:gd name="connsiteY348" fmla="*/ 5838701 h 6858000"/>
              <a:gd name="connsiteX349" fmla="*/ 4317146 w 7467600"/>
              <a:gd name="connsiteY349" fmla="*/ 6587716 h 6858000"/>
              <a:gd name="connsiteX350" fmla="*/ 4171627 w 7467600"/>
              <a:gd name="connsiteY350" fmla="*/ 6858000 h 6858000"/>
              <a:gd name="connsiteX351" fmla="*/ 4081585 w 7467600"/>
              <a:gd name="connsiteY351" fmla="*/ 6858000 h 6858000"/>
              <a:gd name="connsiteX352" fmla="*/ 4238603 w 7467600"/>
              <a:gd name="connsiteY352" fmla="*/ 6559341 h 6858000"/>
              <a:gd name="connsiteX353" fmla="*/ 4778333 w 7467600"/>
              <a:gd name="connsiteY353" fmla="*/ 5873626 h 6858000"/>
              <a:gd name="connsiteX354" fmla="*/ 5414185 w 7467600"/>
              <a:gd name="connsiteY354" fmla="*/ 5573882 h 6858000"/>
              <a:gd name="connsiteX355" fmla="*/ 5959648 w 7467600"/>
              <a:gd name="connsiteY355" fmla="*/ 4760797 h 6858000"/>
              <a:gd name="connsiteX356" fmla="*/ 5355019 w 7467600"/>
              <a:gd name="connsiteY356" fmla="*/ 4734672 h 6858000"/>
              <a:gd name="connsiteX357" fmla="*/ 5083565 w 7467600"/>
              <a:gd name="connsiteY357" fmla="*/ 5179121 h 6858000"/>
              <a:gd name="connsiteX358" fmla="*/ 4713577 w 7467600"/>
              <a:gd name="connsiteY358" fmla="*/ 5616803 h 6858000"/>
              <a:gd name="connsiteX359" fmla="*/ 3989559 w 7467600"/>
              <a:gd name="connsiteY359" fmla="*/ 6145945 h 6858000"/>
              <a:gd name="connsiteX360" fmla="*/ 3939824 w 7467600"/>
              <a:gd name="connsiteY360" fmla="*/ 6066900 h 6858000"/>
              <a:gd name="connsiteX361" fmla="*/ 4584537 w 7467600"/>
              <a:gd name="connsiteY361" fmla="*/ 5324826 h 6858000"/>
              <a:gd name="connsiteX362" fmla="*/ 5037105 w 7467600"/>
              <a:gd name="connsiteY362" fmla="*/ 5088765 h 6858000"/>
              <a:gd name="connsiteX363" fmla="*/ 5039930 w 7467600"/>
              <a:gd name="connsiteY363" fmla="*/ 5089585 h 6858000"/>
              <a:gd name="connsiteX364" fmla="*/ 5263764 w 7467600"/>
              <a:gd name="connsiteY364" fmla="*/ 4735525 h 6858000"/>
              <a:gd name="connsiteX365" fmla="*/ 4086300 w 7467600"/>
              <a:gd name="connsiteY365" fmla="*/ 4884599 h 6858000"/>
              <a:gd name="connsiteX366" fmla="*/ 4085485 w 7467600"/>
              <a:gd name="connsiteY366" fmla="*/ 4899070 h 6858000"/>
              <a:gd name="connsiteX367" fmla="*/ 3871915 w 7467600"/>
              <a:gd name="connsiteY367" fmla="*/ 5253645 h 6858000"/>
              <a:gd name="connsiteX368" fmla="*/ 3799374 w 7467600"/>
              <a:gd name="connsiteY368" fmla="*/ 5466127 h 6858000"/>
              <a:gd name="connsiteX369" fmla="*/ 3498850 w 7467600"/>
              <a:gd name="connsiteY369" fmla="*/ 6661888 h 6858000"/>
              <a:gd name="connsiteX370" fmla="*/ 3399216 w 7467600"/>
              <a:gd name="connsiteY370" fmla="*/ 6858000 h 6858000"/>
              <a:gd name="connsiteX371" fmla="*/ 3303688 w 7467600"/>
              <a:gd name="connsiteY371" fmla="*/ 6858000 h 6858000"/>
              <a:gd name="connsiteX372" fmla="*/ 3391774 w 7467600"/>
              <a:gd name="connsiteY372" fmla="*/ 6697181 h 6858000"/>
              <a:gd name="connsiteX373" fmla="*/ 3735540 w 7467600"/>
              <a:gd name="connsiteY373" fmla="*/ 5546923 h 6858000"/>
              <a:gd name="connsiteX374" fmla="*/ 3729438 w 7467600"/>
              <a:gd name="connsiteY374" fmla="*/ 5569058 h 6858000"/>
              <a:gd name="connsiteX375" fmla="*/ 3707782 w 7467600"/>
              <a:gd name="connsiteY375" fmla="*/ 5644908 h 6858000"/>
              <a:gd name="connsiteX376" fmla="*/ 3583827 w 7467600"/>
              <a:gd name="connsiteY376" fmla="*/ 6039215 h 6858000"/>
              <a:gd name="connsiteX377" fmla="*/ 3547861 w 7467600"/>
              <a:gd name="connsiteY377" fmla="*/ 6129609 h 6858000"/>
              <a:gd name="connsiteX378" fmla="*/ 3490905 w 7467600"/>
              <a:gd name="connsiteY378" fmla="*/ 6277660 h 6858000"/>
              <a:gd name="connsiteX379" fmla="*/ 3455859 w 7467600"/>
              <a:gd name="connsiteY379" fmla="*/ 6391301 h 6858000"/>
              <a:gd name="connsiteX380" fmla="*/ 3429112 w 7467600"/>
              <a:gd name="connsiteY380" fmla="*/ 6479469 h 6858000"/>
              <a:gd name="connsiteX381" fmla="*/ 3304862 w 7467600"/>
              <a:gd name="connsiteY381" fmla="*/ 6796476 h 6858000"/>
              <a:gd name="connsiteX382" fmla="*/ 3276071 w 7467600"/>
              <a:gd name="connsiteY382" fmla="*/ 6858000 h 6858000"/>
              <a:gd name="connsiteX383" fmla="*/ 3240805 w 7467600"/>
              <a:gd name="connsiteY383" fmla="*/ 6858000 h 6858000"/>
              <a:gd name="connsiteX384" fmla="*/ 3275917 w 7467600"/>
              <a:gd name="connsiteY384" fmla="*/ 6783192 h 6858000"/>
              <a:gd name="connsiteX385" fmla="*/ 3399358 w 7467600"/>
              <a:gd name="connsiteY385" fmla="*/ 6469011 h 6858000"/>
              <a:gd name="connsiteX386" fmla="*/ 3425650 w 7467600"/>
              <a:gd name="connsiteY386" fmla="*/ 6381333 h 6858000"/>
              <a:gd name="connsiteX387" fmla="*/ 3460661 w 7467600"/>
              <a:gd name="connsiteY387" fmla="*/ 6266763 h 6858000"/>
              <a:gd name="connsiteX388" fmla="*/ 3518021 w 7467600"/>
              <a:gd name="connsiteY388" fmla="*/ 6117298 h 6858000"/>
              <a:gd name="connsiteX389" fmla="*/ 3554035 w 7467600"/>
              <a:gd name="connsiteY389" fmla="*/ 6027832 h 6858000"/>
              <a:gd name="connsiteX390" fmla="*/ 3677174 w 7467600"/>
              <a:gd name="connsiteY390" fmla="*/ 5636351 h 6858000"/>
              <a:gd name="connsiteX391" fmla="*/ 3698819 w 7467600"/>
              <a:gd name="connsiteY391" fmla="*/ 5560503 h 6858000"/>
              <a:gd name="connsiteX392" fmla="*/ 3702094 w 7467600"/>
              <a:gd name="connsiteY392" fmla="*/ 5549194 h 6858000"/>
              <a:gd name="connsiteX393" fmla="*/ 3398355 w 7467600"/>
              <a:gd name="connsiteY393" fmla="*/ 6094603 h 6858000"/>
              <a:gd name="connsiteX394" fmla="*/ 3193941 w 7467600"/>
              <a:gd name="connsiteY394" fmla="*/ 6798775 h 6858000"/>
              <a:gd name="connsiteX395" fmla="*/ 3184140 w 7467600"/>
              <a:gd name="connsiteY395" fmla="*/ 6858000 h 6858000"/>
              <a:gd name="connsiteX396" fmla="*/ 3099978 w 7467600"/>
              <a:gd name="connsiteY396" fmla="*/ 6858000 h 6858000"/>
              <a:gd name="connsiteX397" fmla="*/ 3101556 w 7467600"/>
              <a:gd name="connsiteY397" fmla="*/ 6843337 h 6858000"/>
              <a:gd name="connsiteX398" fmla="*/ 3370162 w 7467600"/>
              <a:gd name="connsiteY398" fmla="*/ 5785550 h 6858000"/>
              <a:gd name="connsiteX399" fmla="*/ 3746477 w 7467600"/>
              <a:gd name="connsiteY399" fmla="*/ 5377889 h 6858000"/>
              <a:gd name="connsiteX400" fmla="*/ 3863399 w 7467600"/>
              <a:gd name="connsiteY400" fmla="*/ 5087257 h 6858000"/>
              <a:gd name="connsiteX401" fmla="*/ 3968712 w 7467600"/>
              <a:gd name="connsiteY401" fmla="*/ 4913989 h 6858000"/>
              <a:gd name="connsiteX402" fmla="*/ 2792390 w 7467600"/>
              <a:gd name="connsiteY402" fmla="*/ 5382974 h 6858000"/>
              <a:gd name="connsiteX403" fmla="*/ 2714982 w 7467600"/>
              <a:gd name="connsiteY403" fmla="*/ 5427051 h 6858000"/>
              <a:gd name="connsiteX404" fmla="*/ 2813361 w 7467600"/>
              <a:gd name="connsiteY404" fmla="*/ 6023912 h 6858000"/>
              <a:gd name="connsiteX405" fmla="*/ 2688430 w 7467600"/>
              <a:gd name="connsiteY405" fmla="*/ 6801564 h 6858000"/>
              <a:gd name="connsiteX406" fmla="*/ 2629626 w 7467600"/>
              <a:gd name="connsiteY406" fmla="*/ 6763394 h 6858000"/>
              <a:gd name="connsiteX407" fmla="*/ 2565328 w 7467600"/>
              <a:gd name="connsiteY407" fmla="*/ 5516399 h 6858000"/>
              <a:gd name="connsiteX408" fmla="*/ 1922999 w 7467600"/>
              <a:gd name="connsiteY408" fmla="*/ 5980343 h 6858000"/>
              <a:gd name="connsiteX409" fmla="*/ 1950261 w 7467600"/>
              <a:gd name="connsiteY409" fmla="*/ 6405858 h 6858000"/>
              <a:gd name="connsiteX410" fmla="*/ 2365554 w 7467600"/>
              <a:gd name="connsiteY410" fmla="*/ 6759107 h 6858000"/>
              <a:gd name="connsiteX411" fmla="*/ 2424142 w 7467600"/>
              <a:gd name="connsiteY411" fmla="*/ 6858000 h 6858000"/>
              <a:gd name="connsiteX412" fmla="*/ 2395994 w 7467600"/>
              <a:gd name="connsiteY412" fmla="*/ 6858000 h 6858000"/>
              <a:gd name="connsiteX413" fmla="*/ 2392863 w 7467600"/>
              <a:gd name="connsiteY413" fmla="*/ 6852964 h 6858000"/>
              <a:gd name="connsiteX414" fmla="*/ 2017589 w 7467600"/>
              <a:gd name="connsiteY414" fmla="*/ 6493982 h 6858000"/>
              <a:gd name="connsiteX415" fmla="*/ 2147336 w 7467600"/>
              <a:gd name="connsiteY415" fmla="*/ 6594052 h 6858000"/>
              <a:gd name="connsiteX416" fmla="*/ 2207047 w 7467600"/>
              <a:gd name="connsiteY416" fmla="*/ 6654540 h 6858000"/>
              <a:gd name="connsiteX417" fmla="*/ 2299106 w 7467600"/>
              <a:gd name="connsiteY417" fmla="*/ 6778931 h 6858000"/>
              <a:gd name="connsiteX418" fmla="*/ 2314430 w 7467600"/>
              <a:gd name="connsiteY418" fmla="*/ 6801144 h 6858000"/>
              <a:gd name="connsiteX419" fmla="*/ 2352406 w 7467600"/>
              <a:gd name="connsiteY419" fmla="*/ 6858000 h 6858000"/>
              <a:gd name="connsiteX420" fmla="*/ 2314492 w 7467600"/>
              <a:gd name="connsiteY420" fmla="*/ 6858000 h 6858000"/>
              <a:gd name="connsiteX421" fmla="*/ 2288095 w 7467600"/>
              <a:gd name="connsiteY421" fmla="*/ 6818030 h 6858000"/>
              <a:gd name="connsiteX422" fmla="*/ 2272768 w 7467600"/>
              <a:gd name="connsiteY422" fmla="*/ 6795822 h 6858000"/>
              <a:gd name="connsiteX423" fmla="*/ 2182715 w 7467600"/>
              <a:gd name="connsiteY423" fmla="*/ 6675071 h 6858000"/>
              <a:gd name="connsiteX424" fmla="*/ 2032061 w 7467600"/>
              <a:gd name="connsiteY424" fmla="*/ 6541380 h 6858000"/>
              <a:gd name="connsiteX425" fmla="*/ 2257220 w 7467600"/>
              <a:gd name="connsiteY425" fmla="*/ 6826257 h 6858000"/>
              <a:gd name="connsiteX426" fmla="*/ 2281324 w 7467600"/>
              <a:gd name="connsiteY426" fmla="*/ 6858000 h 6858000"/>
              <a:gd name="connsiteX427" fmla="*/ 2242860 w 7467600"/>
              <a:gd name="connsiteY427" fmla="*/ 6858000 h 6858000"/>
              <a:gd name="connsiteX428" fmla="*/ 2232818 w 7467600"/>
              <a:gd name="connsiteY428" fmla="*/ 6844926 h 6858000"/>
              <a:gd name="connsiteX429" fmla="*/ 1990172 w 7467600"/>
              <a:gd name="connsiteY429" fmla="*/ 6542121 h 6858000"/>
              <a:gd name="connsiteX430" fmla="*/ 2124090 w 7467600"/>
              <a:gd name="connsiteY430" fmla="*/ 6761017 h 6858000"/>
              <a:gd name="connsiteX431" fmla="*/ 2200380 w 7467600"/>
              <a:gd name="connsiteY431" fmla="*/ 6858000 h 6858000"/>
              <a:gd name="connsiteX432" fmla="*/ 2147507 w 7467600"/>
              <a:gd name="connsiteY432" fmla="*/ 6858000 h 6858000"/>
              <a:gd name="connsiteX433" fmla="*/ 2070668 w 7467600"/>
              <a:gd name="connsiteY433" fmla="*/ 6761520 h 6858000"/>
              <a:gd name="connsiteX434" fmla="*/ 1975142 w 7467600"/>
              <a:gd name="connsiteY434" fmla="*/ 6585570 h 6858000"/>
              <a:gd name="connsiteX435" fmla="*/ 2050035 w 7467600"/>
              <a:gd name="connsiteY435" fmla="*/ 6813345 h 6858000"/>
              <a:gd name="connsiteX436" fmla="*/ 2063025 w 7467600"/>
              <a:gd name="connsiteY436" fmla="*/ 6858000 h 6858000"/>
              <a:gd name="connsiteX437" fmla="*/ 2021675 w 7467600"/>
              <a:gd name="connsiteY437" fmla="*/ 6858000 h 6858000"/>
              <a:gd name="connsiteX438" fmla="*/ 2019308 w 7467600"/>
              <a:gd name="connsiteY438" fmla="*/ 6847118 h 6858000"/>
              <a:gd name="connsiteX439" fmla="*/ 1938835 w 7467600"/>
              <a:gd name="connsiteY439" fmla="*/ 6551160 h 6858000"/>
              <a:gd name="connsiteX440" fmla="*/ 1953230 w 7467600"/>
              <a:gd name="connsiteY440" fmla="*/ 6759699 h 6858000"/>
              <a:gd name="connsiteX441" fmla="*/ 1956763 w 7467600"/>
              <a:gd name="connsiteY441" fmla="*/ 6778191 h 6858000"/>
              <a:gd name="connsiteX442" fmla="*/ 1967925 w 7467600"/>
              <a:gd name="connsiteY442" fmla="*/ 6858000 h 6858000"/>
              <a:gd name="connsiteX443" fmla="*/ 1936622 w 7467600"/>
              <a:gd name="connsiteY443" fmla="*/ 6858000 h 6858000"/>
              <a:gd name="connsiteX444" fmla="*/ 1926261 w 7467600"/>
              <a:gd name="connsiteY444" fmla="*/ 6784064 h 6858000"/>
              <a:gd name="connsiteX445" fmla="*/ 1922724 w 7467600"/>
              <a:gd name="connsiteY445" fmla="*/ 6765577 h 6858000"/>
              <a:gd name="connsiteX446" fmla="*/ 1904650 w 7467600"/>
              <a:gd name="connsiteY446" fmla="*/ 6639616 h 6858000"/>
              <a:gd name="connsiteX447" fmla="*/ 1885273 w 7467600"/>
              <a:gd name="connsiteY447" fmla="*/ 6858000 h 6858000"/>
              <a:gd name="connsiteX448" fmla="*/ 1854363 w 7467600"/>
              <a:gd name="connsiteY448" fmla="*/ 6858000 h 6858000"/>
              <a:gd name="connsiteX449" fmla="*/ 1880391 w 7467600"/>
              <a:gd name="connsiteY449" fmla="*/ 6603796 h 6858000"/>
              <a:gd name="connsiteX450" fmla="*/ 1818273 w 7467600"/>
              <a:gd name="connsiteY450" fmla="*/ 6715729 h 6858000"/>
              <a:gd name="connsiteX451" fmla="*/ 1794691 w 7467600"/>
              <a:gd name="connsiteY451" fmla="*/ 6843239 h 6858000"/>
              <a:gd name="connsiteX452" fmla="*/ 1794914 w 7467600"/>
              <a:gd name="connsiteY452" fmla="*/ 6858000 h 6858000"/>
              <a:gd name="connsiteX453" fmla="*/ 1746128 w 7467600"/>
              <a:gd name="connsiteY453" fmla="*/ 6858000 h 6858000"/>
              <a:gd name="connsiteX454" fmla="*/ 1753934 w 7467600"/>
              <a:gd name="connsiteY454" fmla="*/ 6724796 h 6858000"/>
              <a:gd name="connsiteX455" fmla="*/ 1792053 w 7467600"/>
              <a:gd name="connsiteY455" fmla="*/ 6572396 h 6858000"/>
              <a:gd name="connsiteX456" fmla="*/ 1862248 w 7467600"/>
              <a:gd name="connsiteY456" fmla="*/ 6266397 h 6858000"/>
              <a:gd name="connsiteX457" fmla="*/ 1862250 w 7467600"/>
              <a:gd name="connsiteY457" fmla="*/ 6033531 h 6858000"/>
              <a:gd name="connsiteX458" fmla="*/ 1211999 w 7467600"/>
              <a:gd name="connsiteY458" fmla="*/ 6683610 h 6858000"/>
              <a:gd name="connsiteX459" fmla="*/ 1213266 w 7467600"/>
              <a:gd name="connsiteY459" fmla="*/ 6691947 h 6858000"/>
              <a:gd name="connsiteX460" fmla="*/ 1203370 w 7467600"/>
              <a:gd name="connsiteY460" fmla="*/ 6850676 h 6858000"/>
              <a:gd name="connsiteX461" fmla="*/ 1203671 w 7467600"/>
              <a:gd name="connsiteY461" fmla="*/ 6858000 h 6858000"/>
              <a:gd name="connsiteX462" fmla="*/ 1143180 w 7467600"/>
              <a:gd name="connsiteY462" fmla="*/ 6858000 h 6858000"/>
              <a:gd name="connsiteX463" fmla="*/ 1142176 w 7467600"/>
              <a:gd name="connsiteY463" fmla="*/ 6766045 h 6858000"/>
              <a:gd name="connsiteX464" fmla="*/ 1067484 w 7467600"/>
              <a:gd name="connsiteY464" fmla="*/ 6858000 h 6858000"/>
              <a:gd name="connsiteX465" fmla="*/ 953928 w 7467600"/>
              <a:gd name="connsiteY465" fmla="*/ 6858000 h 6858000"/>
              <a:gd name="connsiteX466" fmla="*/ 959715 w 7467600"/>
              <a:gd name="connsiteY466" fmla="*/ 6850185 h 6858000"/>
              <a:gd name="connsiteX467" fmla="*/ 1483788 w 7467600"/>
              <a:gd name="connsiteY467" fmla="*/ 6259174 h 6858000"/>
              <a:gd name="connsiteX468" fmla="*/ 1100671 w 7467600"/>
              <a:gd name="connsiteY468" fmla="*/ 6252137 h 6858000"/>
              <a:gd name="connsiteX469" fmla="*/ 1090144 w 7467600"/>
              <a:gd name="connsiteY469" fmla="*/ 6256748 h 6858000"/>
              <a:gd name="connsiteX470" fmla="*/ 1095872 w 7467600"/>
              <a:gd name="connsiteY470" fmla="*/ 6271892 h 6858000"/>
              <a:gd name="connsiteX471" fmla="*/ 262785 w 7467600"/>
              <a:gd name="connsiteY471" fmla="*/ 6845450 h 6858000"/>
              <a:gd name="connsiteX472" fmla="*/ 209968 w 7467600"/>
              <a:gd name="connsiteY472" fmla="*/ 6770713 h 6858000"/>
              <a:gd name="connsiteX473" fmla="*/ 873460 w 7467600"/>
              <a:gd name="connsiteY473" fmla="*/ 6253768 h 6858000"/>
              <a:gd name="connsiteX474" fmla="*/ 192686 w 7467600"/>
              <a:gd name="connsiteY474" fmla="*/ 5849257 h 6858000"/>
              <a:gd name="connsiteX475" fmla="*/ 4696 w 7467600"/>
              <a:gd name="connsiteY475" fmla="*/ 5697668 h 6858000"/>
              <a:gd name="connsiteX476" fmla="*/ 0 w 7467600"/>
              <a:gd name="connsiteY476" fmla="*/ 5689984 h 6858000"/>
              <a:gd name="connsiteX477" fmla="*/ 0 w 7467600"/>
              <a:gd name="connsiteY477" fmla="*/ 5513472 h 6858000"/>
              <a:gd name="connsiteX478" fmla="*/ 174101 w 7467600"/>
              <a:gd name="connsiteY478" fmla="*/ 5620277 h 6858000"/>
              <a:gd name="connsiteX479" fmla="*/ 891800 w 7467600"/>
              <a:gd name="connsiteY479" fmla="*/ 6036935 h 6858000"/>
              <a:gd name="connsiteX480" fmla="*/ 1072219 w 7467600"/>
              <a:gd name="connsiteY480" fmla="*/ 6169443 h 6858000"/>
              <a:gd name="connsiteX481" fmla="*/ 1074117 w 7467600"/>
              <a:gd name="connsiteY481" fmla="*/ 6170301 h 6858000"/>
              <a:gd name="connsiteX482" fmla="*/ 1083114 w 7467600"/>
              <a:gd name="connsiteY482" fmla="*/ 6174131 h 6858000"/>
              <a:gd name="connsiteX483" fmla="*/ 1543010 w 7467600"/>
              <a:gd name="connsiteY483" fmla="*/ 6191140 h 6858000"/>
              <a:gd name="connsiteX484" fmla="*/ 1551080 w 7467600"/>
              <a:gd name="connsiteY484" fmla="*/ 6195006 h 6858000"/>
              <a:gd name="connsiteX485" fmla="*/ 2345443 w 7467600"/>
              <a:gd name="connsiteY485" fmla="*/ 5549882 h 6858000"/>
              <a:gd name="connsiteX486" fmla="*/ 1721499 w 7467600"/>
              <a:gd name="connsiteY486" fmla="*/ 5599969 h 6858000"/>
              <a:gd name="connsiteX487" fmla="*/ 767716 w 7467600"/>
              <a:gd name="connsiteY487" fmla="*/ 5472768 h 6858000"/>
              <a:gd name="connsiteX488" fmla="*/ 722147 w 7467600"/>
              <a:gd name="connsiteY488" fmla="*/ 5393091 h 6858000"/>
              <a:gd name="connsiteX489" fmla="*/ 1485552 w 7467600"/>
              <a:gd name="connsiteY489" fmla="*/ 5313202 h 6858000"/>
              <a:gd name="connsiteX490" fmla="*/ 2143004 w 7467600"/>
              <a:gd name="connsiteY490" fmla="*/ 5402420 h 6858000"/>
              <a:gd name="connsiteX491" fmla="*/ 1933391 w 7467600"/>
              <a:gd name="connsiteY491" fmla="*/ 5156971 h 6858000"/>
              <a:gd name="connsiteX492" fmla="*/ 1827118 w 7467600"/>
              <a:gd name="connsiteY492" fmla="*/ 4968410 h 6858000"/>
              <a:gd name="connsiteX493" fmla="*/ 1837349 w 7467600"/>
              <a:gd name="connsiteY493" fmla="*/ 4956357 h 6858000"/>
              <a:gd name="connsiteX494" fmla="*/ 2162835 w 7467600"/>
              <a:gd name="connsiteY494" fmla="*/ 5187853 h 6858000"/>
              <a:gd name="connsiteX495" fmla="*/ 2257167 w 7467600"/>
              <a:gd name="connsiteY495" fmla="*/ 5462123 h 6858000"/>
              <a:gd name="connsiteX496" fmla="*/ 2261598 w 7467600"/>
              <a:gd name="connsiteY496" fmla="*/ 5467998 h 6858000"/>
              <a:gd name="connsiteX497" fmla="*/ 2437177 w 7467600"/>
              <a:gd name="connsiteY497" fmla="*/ 5479608 h 6858000"/>
              <a:gd name="connsiteX498" fmla="*/ 2445247 w 7467600"/>
              <a:gd name="connsiteY498" fmla="*/ 5483476 h 6858000"/>
              <a:gd name="connsiteX499" fmla="*/ 2743626 w 7467600"/>
              <a:gd name="connsiteY499" fmla="*/ 5304819 h 6858000"/>
              <a:gd name="connsiteX500" fmla="*/ 3048102 w 7467600"/>
              <a:gd name="connsiteY500" fmla="*/ 5150595 h 6858000"/>
              <a:gd name="connsiteX501" fmla="*/ 1799414 w 7467600"/>
              <a:gd name="connsiteY501" fmla="*/ 4694732 h 6858000"/>
              <a:gd name="connsiteX502" fmla="*/ 1771735 w 7467600"/>
              <a:gd name="connsiteY502" fmla="*/ 4619929 h 6858000"/>
              <a:gd name="connsiteX503" fmla="*/ 3104273 w 7467600"/>
              <a:gd name="connsiteY503" fmla="*/ 5076159 h 6858000"/>
              <a:gd name="connsiteX504" fmla="*/ 3113245 w 7467600"/>
              <a:gd name="connsiteY504" fmla="*/ 5090705 h 6858000"/>
              <a:gd name="connsiteX505" fmla="*/ 3126294 w 7467600"/>
              <a:gd name="connsiteY505" fmla="*/ 5114400 h 6858000"/>
              <a:gd name="connsiteX506" fmla="*/ 3937433 w 7467600"/>
              <a:gd name="connsiteY506" fmla="*/ 4830473 h 6858000"/>
              <a:gd name="connsiteX507" fmla="*/ 3590475 w 7467600"/>
              <a:gd name="connsiteY507" fmla="*/ 4597974 h 6858000"/>
              <a:gd name="connsiteX508" fmla="*/ 3100264 w 7467600"/>
              <a:gd name="connsiteY508" fmla="*/ 4579845 h 6858000"/>
              <a:gd name="connsiteX509" fmla="*/ 2183576 w 7467600"/>
              <a:gd name="connsiteY509" fmla="*/ 4227150 h 6858000"/>
              <a:gd name="connsiteX510" fmla="*/ 2151029 w 7467600"/>
              <a:gd name="connsiteY510" fmla="*/ 4146947 h 6858000"/>
              <a:gd name="connsiteX511" fmla="*/ 3563434 w 7467600"/>
              <a:gd name="connsiteY511" fmla="*/ 4469115 h 6858000"/>
              <a:gd name="connsiteX512" fmla="*/ 3177952 w 7467600"/>
              <a:gd name="connsiteY512" fmla="*/ 3657386 h 6858000"/>
              <a:gd name="connsiteX513" fmla="*/ 3189263 w 7467600"/>
              <a:gd name="connsiteY513" fmla="*/ 3625726 h 6858000"/>
              <a:gd name="connsiteX514" fmla="*/ 3560912 w 7467600"/>
              <a:gd name="connsiteY514" fmla="*/ 4079863 h 6858000"/>
              <a:gd name="connsiteX515" fmla="*/ 3626636 w 7467600"/>
              <a:gd name="connsiteY515" fmla="*/ 4512230 h 6858000"/>
              <a:gd name="connsiteX516" fmla="*/ 3653088 w 7467600"/>
              <a:gd name="connsiteY516" fmla="*/ 4521417 h 6858000"/>
              <a:gd name="connsiteX517" fmla="*/ 3988128 w 7467600"/>
              <a:gd name="connsiteY517" fmla="*/ 4817267 h 6858000"/>
              <a:gd name="connsiteX518" fmla="*/ 4830582 w 7467600"/>
              <a:gd name="connsiteY518" fmla="*/ 4676000 h 6858000"/>
              <a:gd name="connsiteX519" fmla="*/ 4830100 w 7467600"/>
              <a:gd name="connsiteY519" fmla="*/ 4675554 h 6858000"/>
              <a:gd name="connsiteX520" fmla="*/ 4036318 w 7467600"/>
              <a:gd name="connsiteY520" fmla="*/ 4147013 h 6858000"/>
              <a:gd name="connsiteX521" fmla="*/ 3432098 w 7467600"/>
              <a:gd name="connsiteY521" fmla="*/ 3537312 h 6858000"/>
              <a:gd name="connsiteX522" fmla="*/ 3446761 w 7467600"/>
              <a:gd name="connsiteY522" fmla="*/ 3461278 h 6858000"/>
              <a:gd name="connsiteX523" fmla="*/ 4419733 w 7467600"/>
              <a:gd name="connsiteY523" fmla="*/ 3963555 h 6858000"/>
              <a:gd name="connsiteX524" fmla="*/ 4781371 w 7467600"/>
              <a:gd name="connsiteY524" fmla="*/ 4458604 h 6858000"/>
              <a:gd name="connsiteX525" fmla="*/ 4780440 w 7467600"/>
              <a:gd name="connsiteY525" fmla="*/ 4470290 h 6858000"/>
              <a:gd name="connsiteX526" fmla="*/ 4898954 w 7467600"/>
              <a:gd name="connsiteY526" fmla="*/ 4662092 h 6858000"/>
              <a:gd name="connsiteX527" fmla="*/ 4900699 w 7467600"/>
              <a:gd name="connsiteY527" fmla="*/ 4670867 h 6858000"/>
              <a:gd name="connsiteX528" fmla="*/ 5714511 w 7467600"/>
              <a:gd name="connsiteY528" fmla="*/ 4663483 h 6858000"/>
              <a:gd name="connsiteX529" fmla="*/ 5464793 w 7467600"/>
              <a:gd name="connsiteY529" fmla="*/ 4393556 h 6858000"/>
              <a:gd name="connsiteX530" fmla="*/ 5461897 w 7467600"/>
              <a:gd name="connsiteY530" fmla="*/ 4390879 h 6858000"/>
              <a:gd name="connsiteX531" fmla="*/ 4294126 w 7467600"/>
              <a:gd name="connsiteY531" fmla="*/ 3303048 h 6858000"/>
              <a:gd name="connsiteX532" fmla="*/ 4305321 w 7467600"/>
              <a:gd name="connsiteY532" fmla="*/ 3256953 h 6858000"/>
              <a:gd name="connsiteX533" fmla="*/ 4949299 w 7467600"/>
              <a:gd name="connsiteY533" fmla="*/ 3766336 h 6858000"/>
              <a:gd name="connsiteX534" fmla="*/ 5291452 w 7467600"/>
              <a:gd name="connsiteY534" fmla="*/ 4076801 h 6858000"/>
              <a:gd name="connsiteX535" fmla="*/ 5434998 w 7467600"/>
              <a:gd name="connsiteY535" fmla="*/ 4254100 h 6858000"/>
              <a:gd name="connsiteX536" fmla="*/ 5351015 w 7467600"/>
              <a:gd name="connsiteY536" fmla="*/ 3760989 h 6858000"/>
              <a:gd name="connsiteX537" fmla="*/ 5413780 w 7467600"/>
              <a:gd name="connsiteY537" fmla="*/ 2966265 h 6858000"/>
              <a:gd name="connsiteX538" fmla="*/ 5425627 w 7467600"/>
              <a:gd name="connsiteY538" fmla="*/ 2954192 h 6858000"/>
              <a:gd name="connsiteX539" fmla="*/ 6604735 w 7467600"/>
              <a:gd name="connsiteY539" fmla="*/ 2041381 h 6858000"/>
              <a:gd name="connsiteX540" fmla="*/ 7204487 w 7467600"/>
              <a:gd name="connsiteY540" fmla="*/ 2742112 h 6858000"/>
              <a:gd name="connsiteX541" fmla="*/ 7131592 w 7467600"/>
              <a:gd name="connsiteY541" fmla="*/ 2672096 h 6858000"/>
              <a:gd name="connsiteX542" fmla="*/ 6996344 w 7467600"/>
              <a:gd name="connsiteY542" fmla="*/ 2518310 h 6858000"/>
              <a:gd name="connsiteX543" fmla="*/ 6735495 w 7467600"/>
              <a:gd name="connsiteY543" fmla="*/ 2196890 h 6858000"/>
              <a:gd name="connsiteX544" fmla="*/ 6721901 w 7467600"/>
              <a:gd name="connsiteY544" fmla="*/ 2179274 h 6858000"/>
              <a:gd name="connsiteX545" fmla="*/ 6604735 w 7467600"/>
              <a:gd name="connsiteY545" fmla="*/ 2041381 h 6858000"/>
              <a:gd name="connsiteX546" fmla="*/ 6591670 w 7467600"/>
              <a:gd name="connsiteY546" fmla="*/ 1988277 h 6858000"/>
              <a:gd name="connsiteX547" fmla="*/ 6747349 w 7467600"/>
              <a:gd name="connsiteY547" fmla="*/ 2160069 h 6858000"/>
              <a:gd name="connsiteX548" fmla="*/ 6760943 w 7467600"/>
              <a:gd name="connsiteY548" fmla="*/ 2177686 h 6858000"/>
              <a:gd name="connsiteX549" fmla="*/ 7021065 w 7467600"/>
              <a:gd name="connsiteY549" fmla="*/ 2498102 h 6858000"/>
              <a:gd name="connsiteX550" fmla="*/ 7155223 w 7467600"/>
              <a:gd name="connsiteY550" fmla="*/ 2650386 h 6858000"/>
              <a:gd name="connsiteX551" fmla="*/ 7203167 w 7467600"/>
              <a:gd name="connsiteY551" fmla="*/ 2697288 h 6858000"/>
              <a:gd name="connsiteX552" fmla="*/ 6937703 w 7467600"/>
              <a:gd name="connsiteY552" fmla="*/ 2321981 h 6858000"/>
              <a:gd name="connsiteX553" fmla="*/ 6591670 w 7467600"/>
              <a:gd name="connsiteY553" fmla="*/ 1988277 h 6858000"/>
              <a:gd name="connsiteX554" fmla="*/ 5798671 w 7467600"/>
              <a:gd name="connsiteY554" fmla="*/ 1981601 h 6858000"/>
              <a:gd name="connsiteX555" fmla="*/ 5754709 w 7467600"/>
              <a:gd name="connsiteY555" fmla="*/ 2071454 h 6858000"/>
              <a:gd name="connsiteX556" fmla="*/ 5763044 w 7467600"/>
              <a:gd name="connsiteY556" fmla="*/ 2842206 h 6858000"/>
              <a:gd name="connsiteX557" fmla="*/ 5764974 w 7467600"/>
              <a:gd name="connsiteY557" fmla="*/ 2799609 h 6858000"/>
              <a:gd name="connsiteX558" fmla="*/ 5767665 w 7467600"/>
              <a:gd name="connsiteY558" fmla="*/ 2666409 h 6858000"/>
              <a:gd name="connsiteX559" fmla="*/ 5763055 w 7467600"/>
              <a:gd name="connsiteY559" fmla="*/ 2579705 h 6858000"/>
              <a:gd name="connsiteX560" fmla="*/ 5758079 w 7467600"/>
              <a:gd name="connsiteY560" fmla="*/ 2492508 h 6858000"/>
              <a:gd name="connsiteX561" fmla="*/ 5779325 w 7467600"/>
              <a:gd name="connsiteY561" fmla="*/ 2197069 h 6858000"/>
              <a:gd name="connsiteX562" fmla="*/ 5798671 w 7467600"/>
              <a:gd name="connsiteY562" fmla="*/ 1981601 h 6858000"/>
              <a:gd name="connsiteX563" fmla="*/ 5829202 w 7467600"/>
              <a:gd name="connsiteY563" fmla="*/ 1971679 h 6858000"/>
              <a:gd name="connsiteX564" fmla="*/ 5809558 w 7467600"/>
              <a:gd name="connsiteY564" fmla="*/ 2198043 h 6858000"/>
              <a:gd name="connsiteX565" fmla="*/ 5788653 w 7467600"/>
              <a:gd name="connsiteY565" fmla="*/ 2489430 h 6858000"/>
              <a:gd name="connsiteX566" fmla="*/ 5793439 w 7467600"/>
              <a:gd name="connsiteY566" fmla="*/ 2575235 h 6858000"/>
              <a:gd name="connsiteX567" fmla="*/ 5796837 w 7467600"/>
              <a:gd name="connsiteY567" fmla="*/ 2637633 h 6858000"/>
              <a:gd name="connsiteX568" fmla="*/ 5818614 w 7467600"/>
              <a:gd name="connsiteY568" fmla="*/ 2473055 h 6858000"/>
              <a:gd name="connsiteX569" fmla="*/ 5829202 w 7467600"/>
              <a:gd name="connsiteY569" fmla="*/ 1971679 h 6858000"/>
              <a:gd name="connsiteX570" fmla="*/ 5911389 w 7467600"/>
              <a:gd name="connsiteY570" fmla="*/ 1898371 h 6858000"/>
              <a:gd name="connsiteX571" fmla="*/ 6237627 w 7467600"/>
              <a:gd name="connsiteY571" fmla="*/ 2231921 h 6858000"/>
              <a:gd name="connsiteX572" fmla="*/ 5911389 w 7467600"/>
              <a:gd name="connsiteY572" fmla="*/ 1898371 h 6858000"/>
              <a:gd name="connsiteX573" fmla="*/ 6944437 w 7467600"/>
              <a:gd name="connsiteY573" fmla="*/ 1575402 h 6858000"/>
              <a:gd name="connsiteX574" fmla="*/ 6304730 w 7467600"/>
              <a:gd name="connsiteY574" fmla="*/ 1766654 h 6858000"/>
              <a:gd name="connsiteX575" fmla="*/ 6944437 w 7467600"/>
              <a:gd name="connsiteY575" fmla="*/ 1575402 h 6858000"/>
              <a:gd name="connsiteX576" fmla="*/ 7019523 w 7467600"/>
              <a:gd name="connsiteY576" fmla="*/ 1519450 h 6858000"/>
              <a:gd name="connsiteX577" fmla="*/ 6298091 w 7467600"/>
              <a:gd name="connsiteY577" fmla="*/ 1737122 h 6858000"/>
              <a:gd name="connsiteX578" fmla="*/ 7019523 w 7467600"/>
              <a:gd name="connsiteY578" fmla="*/ 1519450 h 6858000"/>
              <a:gd name="connsiteX579" fmla="*/ 2399523 w 7467600"/>
              <a:gd name="connsiteY579" fmla="*/ 1428234 h 6858000"/>
              <a:gd name="connsiteX580" fmla="*/ 2224982 w 7467600"/>
              <a:gd name="connsiteY580" fmla="*/ 1826201 h 6858000"/>
              <a:gd name="connsiteX581" fmla="*/ 2096099 w 7467600"/>
              <a:gd name="connsiteY581" fmla="*/ 2345900 h 6858000"/>
              <a:gd name="connsiteX582" fmla="*/ 2283317 w 7467600"/>
              <a:gd name="connsiteY582" fmla="*/ 1796925 h 6858000"/>
              <a:gd name="connsiteX583" fmla="*/ 2399523 w 7467600"/>
              <a:gd name="connsiteY583" fmla="*/ 1428234 h 6858000"/>
              <a:gd name="connsiteX584" fmla="*/ 2448558 w 7467600"/>
              <a:gd name="connsiteY584" fmla="*/ 1373435 h 6858000"/>
              <a:gd name="connsiteX585" fmla="*/ 2312521 w 7467600"/>
              <a:gd name="connsiteY585" fmla="*/ 1806140 h 6858000"/>
              <a:gd name="connsiteX586" fmla="*/ 2127533 w 7467600"/>
              <a:gd name="connsiteY586" fmla="*/ 2348380 h 6858000"/>
              <a:gd name="connsiteX587" fmla="*/ 2358080 w 7467600"/>
              <a:gd name="connsiteY587" fmla="*/ 1866134 h 6858000"/>
              <a:gd name="connsiteX588" fmla="*/ 2407436 w 7467600"/>
              <a:gd name="connsiteY588" fmla="*/ 1651070 h 6858000"/>
              <a:gd name="connsiteX589" fmla="*/ 2448558 w 7467600"/>
              <a:gd name="connsiteY589" fmla="*/ 1373435 h 6858000"/>
              <a:gd name="connsiteX590" fmla="*/ 278707 w 7467600"/>
              <a:gd name="connsiteY590" fmla="*/ 1352270 h 6858000"/>
              <a:gd name="connsiteX591" fmla="*/ 321570 w 7467600"/>
              <a:gd name="connsiteY591" fmla="*/ 1861610 h 6858000"/>
              <a:gd name="connsiteX592" fmla="*/ 294281 w 7467600"/>
              <a:gd name="connsiteY592" fmla="*/ 1440658 h 6858000"/>
              <a:gd name="connsiteX593" fmla="*/ 278707 w 7467600"/>
              <a:gd name="connsiteY593" fmla="*/ 1352270 h 6858000"/>
              <a:gd name="connsiteX594" fmla="*/ 1423821 w 7467600"/>
              <a:gd name="connsiteY594" fmla="*/ 1351958 h 6858000"/>
              <a:gd name="connsiteX595" fmla="*/ 1638521 w 7467600"/>
              <a:gd name="connsiteY595" fmla="*/ 1908470 h 6858000"/>
              <a:gd name="connsiteX596" fmla="*/ 1754199 w 7467600"/>
              <a:gd name="connsiteY596" fmla="*/ 2149284 h 6858000"/>
              <a:gd name="connsiteX597" fmla="*/ 1908359 w 7467600"/>
              <a:gd name="connsiteY597" fmla="*/ 2364988 h 6858000"/>
              <a:gd name="connsiteX598" fmla="*/ 1647661 w 7467600"/>
              <a:gd name="connsiteY598" fmla="*/ 1825945 h 6858000"/>
              <a:gd name="connsiteX599" fmla="*/ 1423821 w 7467600"/>
              <a:gd name="connsiteY599" fmla="*/ 1351958 h 6858000"/>
              <a:gd name="connsiteX600" fmla="*/ 1431890 w 7467600"/>
              <a:gd name="connsiteY600" fmla="*/ 1306475 h 6858000"/>
              <a:gd name="connsiteX601" fmla="*/ 1507597 w 7467600"/>
              <a:gd name="connsiteY601" fmla="*/ 1446132 h 6858000"/>
              <a:gd name="connsiteX602" fmla="*/ 1674586 w 7467600"/>
              <a:gd name="connsiteY602" fmla="*/ 1813832 h 6858000"/>
              <a:gd name="connsiteX603" fmla="*/ 1815950 w 7467600"/>
              <a:gd name="connsiteY603" fmla="*/ 2128564 h 6858000"/>
              <a:gd name="connsiteX604" fmla="*/ 1984242 w 7467600"/>
              <a:gd name="connsiteY604" fmla="*/ 2430829 h 6858000"/>
              <a:gd name="connsiteX605" fmla="*/ 2014023 w 7467600"/>
              <a:gd name="connsiteY605" fmla="*/ 2450995 h 6858000"/>
              <a:gd name="connsiteX606" fmla="*/ 1747337 w 7467600"/>
              <a:gd name="connsiteY606" fmla="*/ 1855264 h 6858000"/>
              <a:gd name="connsiteX607" fmla="*/ 1533749 w 7467600"/>
              <a:gd name="connsiteY607" fmla="*/ 1478656 h 6858000"/>
              <a:gd name="connsiteX608" fmla="*/ 1431890 w 7467600"/>
              <a:gd name="connsiteY608" fmla="*/ 1306475 h 6858000"/>
              <a:gd name="connsiteX609" fmla="*/ 5052692 w 7467600"/>
              <a:gd name="connsiteY609" fmla="*/ 1292994 h 6858000"/>
              <a:gd name="connsiteX610" fmla="*/ 5200661 w 7467600"/>
              <a:gd name="connsiteY610" fmla="*/ 1635186 h 6858000"/>
              <a:gd name="connsiteX611" fmla="*/ 5297138 w 7467600"/>
              <a:gd name="connsiteY611" fmla="*/ 1906351 h 6858000"/>
              <a:gd name="connsiteX612" fmla="*/ 5052692 w 7467600"/>
              <a:gd name="connsiteY612" fmla="*/ 1292994 h 6858000"/>
              <a:gd name="connsiteX613" fmla="*/ 5009948 w 7467600"/>
              <a:gd name="connsiteY613" fmla="*/ 1273619 h 6858000"/>
              <a:gd name="connsiteX614" fmla="*/ 5121777 w 7467600"/>
              <a:gd name="connsiteY614" fmla="*/ 1654213 h 6858000"/>
              <a:gd name="connsiteX615" fmla="*/ 5293545 w 7467600"/>
              <a:gd name="connsiteY615" fmla="*/ 2072247 h 6858000"/>
              <a:gd name="connsiteX616" fmla="*/ 5294042 w 7467600"/>
              <a:gd name="connsiteY616" fmla="*/ 2065019 h 6858000"/>
              <a:gd name="connsiteX617" fmla="*/ 5171936 w 7467600"/>
              <a:gd name="connsiteY617" fmla="*/ 1647613 h 6858000"/>
              <a:gd name="connsiteX618" fmla="*/ 5009948 w 7467600"/>
              <a:gd name="connsiteY618" fmla="*/ 1273619 h 6858000"/>
              <a:gd name="connsiteX619" fmla="*/ 655236 w 7467600"/>
              <a:gd name="connsiteY619" fmla="*/ 1268632 h 6858000"/>
              <a:gd name="connsiteX620" fmla="*/ 839521 w 7467600"/>
              <a:gd name="connsiteY620" fmla="*/ 1685315 h 6858000"/>
              <a:gd name="connsiteX621" fmla="*/ 1109416 w 7467600"/>
              <a:gd name="connsiteY621" fmla="*/ 2061663 h 6858000"/>
              <a:gd name="connsiteX622" fmla="*/ 1298300 w 7467600"/>
              <a:gd name="connsiteY622" fmla="*/ 2247742 h 6858000"/>
              <a:gd name="connsiteX623" fmla="*/ 1125871 w 7467600"/>
              <a:gd name="connsiteY623" fmla="*/ 1989513 h 6858000"/>
              <a:gd name="connsiteX624" fmla="*/ 981574 w 7467600"/>
              <a:gd name="connsiteY624" fmla="*/ 1783157 h 6858000"/>
              <a:gd name="connsiteX625" fmla="*/ 922198 w 7467600"/>
              <a:gd name="connsiteY625" fmla="*/ 1677437 h 6858000"/>
              <a:gd name="connsiteX626" fmla="*/ 869293 w 7467600"/>
              <a:gd name="connsiteY626" fmla="*/ 1583214 h 6858000"/>
              <a:gd name="connsiteX627" fmla="*/ 751431 w 7467600"/>
              <a:gd name="connsiteY627" fmla="*/ 1405731 h 6858000"/>
              <a:gd name="connsiteX628" fmla="*/ 655236 w 7467600"/>
              <a:gd name="connsiteY628" fmla="*/ 1268632 h 6858000"/>
              <a:gd name="connsiteX629" fmla="*/ 6516292 w 7467600"/>
              <a:gd name="connsiteY629" fmla="*/ 1263064 h 6858000"/>
              <a:gd name="connsiteX630" fmla="*/ 5736320 w 7467600"/>
              <a:gd name="connsiteY630" fmla="*/ 1501803 h 6858000"/>
              <a:gd name="connsiteX631" fmla="*/ 6516292 w 7467600"/>
              <a:gd name="connsiteY631" fmla="*/ 1263064 h 6858000"/>
              <a:gd name="connsiteX632" fmla="*/ 291466 w 7467600"/>
              <a:gd name="connsiteY632" fmla="*/ 1250369 h 6858000"/>
              <a:gd name="connsiteX633" fmla="*/ 323180 w 7467600"/>
              <a:gd name="connsiteY633" fmla="*/ 1435283 h 6858000"/>
              <a:gd name="connsiteX634" fmla="*/ 349381 w 7467600"/>
              <a:gd name="connsiteY634" fmla="*/ 1875041 h 6858000"/>
              <a:gd name="connsiteX635" fmla="*/ 374363 w 7467600"/>
              <a:gd name="connsiteY635" fmla="*/ 1506494 h 6858000"/>
              <a:gd name="connsiteX636" fmla="*/ 302168 w 7467600"/>
              <a:gd name="connsiteY636" fmla="*/ 1274495 h 6858000"/>
              <a:gd name="connsiteX637" fmla="*/ 291466 w 7467600"/>
              <a:gd name="connsiteY637" fmla="*/ 1250369 h 6858000"/>
              <a:gd name="connsiteX638" fmla="*/ 678222 w 7467600"/>
              <a:gd name="connsiteY638" fmla="*/ 1248670 h 6858000"/>
              <a:gd name="connsiteX639" fmla="*/ 775536 w 7467600"/>
              <a:gd name="connsiteY639" fmla="*/ 1388015 h 6858000"/>
              <a:gd name="connsiteX640" fmla="*/ 894529 w 7467600"/>
              <a:gd name="connsiteY640" fmla="*/ 1567739 h 6858000"/>
              <a:gd name="connsiteX641" fmla="*/ 948000 w 7467600"/>
              <a:gd name="connsiteY641" fmla="*/ 1663088 h 6858000"/>
              <a:gd name="connsiteX642" fmla="*/ 1006812 w 7467600"/>
              <a:gd name="connsiteY642" fmla="*/ 1767683 h 6858000"/>
              <a:gd name="connsiteX643" fmla="*/ 1149133 w 7467600"/>
              <a:gd name="connsiteY643" fmla="*/ 1971513 h 6858000"/>
              <a:gd name="connsiteX644" fmla="*/ 1333952 w 7467600"/>
              <a:gd name="connsiteY644" fmla="*/ 2251620 h 6858000"/>
              <a:gd name="connsiteX645" fmla="*/ 1337329 w 7467600"/>
              <a:gd name="connsiteY645" fmla="*/ 2258350 h 6858000"/>
              <a:gd name="connsiteX646" fmla="*/ 1014726 w 7467600"/>
              <a:gd name="connsiteY646" fmla="*/ 1615556 h 6858000"/>
              <a:gd name="connsiteX647" fmla="*/ 678222 w 7467600"/>
              <a:gd name="connsiteY647" fmla="*/ 1248670 h 6858000"/>
              <a:gd name="connsiteX648" fmla="*/ 6691602 w 7467600"/>
              <a:gd name="connsiteY648" fmla="*/ 1140573 h 6858000"/>
              <a:gd name="connsiteX649" fmla="*/ 6571100 w 7467600"/>
              <a:gd name="connsiteY649" fmla="*/ 1183662 h 6858000"/>
              <a:gd name="connsiteX650" fmla="*/ 6241687 w 7467600"/>
              <a:gd name="connsiteY650" fmla="*/ 1257600 h 6858000"/>
              <a:gd name="connsiteX651" fmla="*/ 5693009 w 7467600"/>
              <a:gd name="connsiteY651" fmla="*/ 1478256 h 6858000"/>
              <a:gd name="connsiteX652" fmla="*/ 6548420 w 7467600"/>
              <a:gd name="connsiteY652" fmla="*/ 1214599 h 6858000"/>
              <a:gd name="connsiteX653" fmla="*/ 6605473 w 7467600"/>
              <a:gd name="connsiteY653" fmla="*/ 1184686 h 6858000"/>
              <a:gd name="connsiteX654" fmla="*/ 6691602 w 7467600"/>
              <a:gd name="connsiteY654" fmla="*/ 1140573 h 6858000"/>
              <a:gd name="connsiteX655" fmla="*/ 4002475 w 7467600"/>
              <a:gd name="connsiteY655" fmla="*/ 1037802 h 6858000"/>
              <a:gd name="connsiteX656" fmla="*/ 4000324 w 7467600"/>
              <a:gd name="connsiteY656" fmla="*/ 1039362 h 6858000"/>
              <a:gd name="connsiteX657" fmla="*/ 4002862 w 7467600"/>
              <a:gd name="connsiteY657" fmla="*/ 1042866 h 6858000"/>
              <a:gd name="connsiteX658" fmla="*/ 4002475 w 7467600"/>
              <a:gd name="connsiteY658" fmla="*/ 1037802 h 6858000"/>
              <a:gd name="connsiteX659" fmla="*/ 506322 w 7467600"/>
              <a:gd name="connsiteY659" fmla="*/ 1020997 h 6858000"/>
              <a:gd name="connsiteX660" fmla="*/ 533068 w 7467600"/>
              <a:gd name="connsiteY660" fmla="*/ 1029409 h 6858000"/>
              <a:gd name="connsiteX661" fmla="*/ 1232525 w 7467600"/>
              <a:gd name="connsiteY661" fmla="*/ 1804675 h 6858000"/>
              <a:gd name="connsiteX662" fmla="*/ 1388858 w 7467600"/>
              <a:gd name="connsiteY662" fmla="*/ 2368011 h 6858000"/>
              <a:gd name="connsiteX663" fmla="*/ 1384098 w 7467600"/>
              <a:gd name="connsiteY663" fmla="*/ 2378125 h 6858000"/>
              <a:gd name="connsiteX664" fmla="*/ 1425393 w 7467600"/>
              <a:gd name="connsiteY664" fmla="*/ 2589124 h 6858000"/>
              <a:gd name="connsiteX665" fmla="*/ 1424001 w 7467600"/>
              <a:gd name="connsiteY665" fmla="*/ 2597541 h 6858000"/>
              <a:gd name="connsiteX666" fmla="*/ 2152729 w 7467600"/>
              <a:gd name="connsiteY666" fmla="*/ 2864487 h 6858000"/>
              <a:gd name="connsiteX667" fmla="*/ 2020609 w 7467600"/>
              <a:gd name="connsiteY667" fmla="*/ 2539671 h 6858000"/>
              <a:gd name="connsiteX668" fmla="*/ 2018920 w 7467600"/>
              <a:gd name="connsiteY668" fmla="*/ 2536309 h 6858000"/>
              <a:gd name="connsiteX669" fmla="*/ 1342441 w 7467600"/>
              <a:gd name="connsiteY669" fmla="*/ 1173017 h 6858000"/>
              <a:gd name="connsiteX670" fmla="*/ 1367925 w 7467600"/>
              <a:gd name="connsiteY670" fmla="*/ 1135648 h 6858000"/>
              <a:gd name="connsiteX671" fmla="*/ 1771401 w 7467600"/>
              <a:gd name="connsiteY671" fmla="*/ 1806673 h 6858000"/>
              <a:gd name="connsiteX672" fmla="*/ 1972385 w 7467600"/>
              <a:gd name="connsiteY672" fmla="*/ 2198735 h 6858000"/>
              <a:gd name="connsiteX673" fmla="*/ 2040892 w 7467600"/>
              <a:gd name="connsiteY673" fmla="*/ 2405205 h 6858000"/>
              <a:gd name="connsiteX674" fmla="*/ 2131689 w 7467600"/>
              <a:gd name="connsiteY674" fmla="*/ 1936926 h 6858000"/>
              <a:gd name="connsiteX675" fmla="*/ 2454820 w 7467600"/>
              <a:gd name="connsiteY675" fmla="*/ 1248808 h 6858000"/>
              <a:gd name="connsiteX676" fmla="*/ 2492512 w 7467600"/>
              <a:gd name="connsiteY676" fmla="*/ 1302920 h 6858000"/>
              <a:gd name="connsiteX677" fmla="*/ 2081216 w 7467600"/>
              <a:gd name="connsiteY677" fmla="*/ 2527513 h 6858000"/>
              <a:gd name="connsiteX678" fmla="*/ 2081211 w 7467600"/>
              <a:gd name="connsiteY678" fmla="*/ 2528916 h 6858000"/>
              <a:gd name="connsiteX679" fmla="*/ 2199067 w 7467600"/>
              <a:gd name="connsiteY679" fmla="*/ 2884061 h 6858000"/>
              <a:gd name="connsiteX680" fmla="*/ 3192586 w 7467600"/>
              <a:gd name="connsiteY680" fmla="*/ 3411496 h 6858000"/>
              <a:gd name="connsiteX681" fmla="*/ 3182620 w 7467600"/>
              <a:gd name="connsiteY681" fmla="*/ 3483279 h 6858000"/>
              <a:gd name="connsiteX682" fmla="*/ 2435119 w 7467600"/>
              <a:gd name="connsiteY682" fmla="*/ 3080173 h 6858000"/>
              <a:gd name="connsiteX683" fmla="*/ 2410152 w 7467600"/>
              <a:gd name="connsiteY683" fmla="*/ 3063751 h 6858000"/>
              <a:gd name="connsiteX684" fmla="*/ 2408099 w 7467600"/>
              <a:gd name="connsiteY684" fmla="*/ 3064403 h 6858000"/>
              <a:gd name="connsiteX685" fmla="*/ 2407218 w 7467600"/>
              <a:gd name="connsiteY685" fmla="*/ 3070324 h 6858000"/>
              <a:gd name="connsiteX686" fmla="*/ 2380138 w 7467600"/>
              <a:gd name="connsiteY686" fmla="*/ 3099341 h 6858000"/>
              <a:gd name="connsiteX687" fmla="*/ 1765923 w 7467600"/>
              <a:gd name="connsiteY687" fmla="*/ 3581043 h 6858000"/>
              <a:gd name="connsiteX688" fmla="*/ 1702258 w 7467600"/>
              <a:gd name="connsiteY688" fmla="*/ 3612286 h 6858000"/>
              <a:gd name="connsiteX689" fmla="*/ 1538370 w 7467600"/>
              <a:gd name="connsiteY689" fmla="*/ 3811804 h 6858000"/>
              <a:gd name="connsiteX690" fmla="*/ 542867 w 7467600"/>
              <a:gd name="connsiteY690" fmla="*/ 4944092 h 6858000"/>
              <a:gd name="connsiteX691" fmla="*/ 515800 w 7467600"/>
              <a:gd name="connsiteY691" fmla="*/ 4862180 h 6858000"/>
              <a:gd name="connsiteX692" fmla="*/ 909145 w 7467600"/>
              <a:gd name="connsiteY692" fmla="*/ 4199225 h 6858000"/>
              <a:gd name="connsiteX693" fmla="*/ 1214067 w 7467600"/>
              <a:gd name="connsiteY693" fmla="*/ 3908561 h 6858000"/>
              <a:gd name="connsiteX694" fmla="*/ 640967 w 7467600"/>
              <a:gd name="connsiteY694" fmla="*/ 4105601 h 6858000"/>
              <a:gd name="connsiteX695" fmla="*/ 112563 w 7467600"/>
              <a:gd name="connsiteY695" fmla="*/ 4396952 h 6858000"/>
              <a:gd name="connsiteX696" fmla="*/ 0 w 7467600"/>
              <a:gd name="connsiteY696" fmla="*/ 4466006 h 6858000"/>
              <a:gd name="connsiteX697" fmla="*/ 0 w 7467600"/>
              <a:gd name="connsiteY697" fmla="*/ 4233763 h 6858000"/>
              <a:gd name="connsiteX698" fmla="*/ 36881 w 7467600"/>
              <a:gd name="connsiteY698" fmla="*/ 4200118 h 6858000"/>
              <a:gd name="connsiteX699" fmla="*/ 910534 w 7467600"/>
              <a:gd name="connsiteY699" fmla="*/ 3629753 h 6858000"/>
              <a:gd name="connsiteX700" fmla="*/ 1578717 w 7467600"/>
              <a:gd name="connsiteY700" fmla="*/ 3575982 h 6858000"/>
              <a:gd name="connsiteX701" fmla="*/ 2338780 w 7467600"/>
              <a:gd name="connsiteY701" fmla="*/ 3033725 h 6858000"/>
              <a:gd name="connsiteX702" fmla="*/ 1807991 w 7467600"/>
              <a:gd name="connsiteY702" fmla="*/ 2807184 h 6858000"/>
              <a:gd name="connsiteX703" fmla="*/ 1416358 w 7467600"/>
              <a:gd name="connsiteY703" fmla="*/ 3112571 h 6858000"/>
              <a:gd name="connsiteX704" fmla="*/ 939066 w 7467600"/>
              <a:gd name="connsiteY704" fmla="*/ 3378798 h 6858000"/>
              <a:gd name="connsiteX705" fmla="*/ 115099 w 7467600"/>
              <a:gd name="connsiteY705" fmla="*/ 3607650 h 6858000"/>
              <a:gd name="connsiteX706" fmla="*/ 97284 w 7467600"/>
              <a:gd name="connsiteY706" fmla="*/ 3520393 h 6858000"/>
              <a:gd name="connsiteX707" fmla="*/ 922050 w 7467600"/>
              <a:gd name="connsiteY707" fmla="*/ 3074867 h 6858000"/>
              <a:gd name="connsiteX708" fmla="*/ 1405265 w 7467600"/>
              <a:gd name="connsiteY708" fmla="*/ 3016319 h 6858000"/>
              <a:gd name="connsiteX709" fmla="*/ 1407512 w 7467600"/>
              <a:gd name="connsiteY709" fmla="*/ 3018001 h 6858000"/>
              <a:gd name="connsiteX710" fmla="*/ 1726266 w 7467600"/>
              <a:gd name="connsiteY710" fmla="*/ 2777274 h 6858000"/>
              <a:gd name="connsiteX711" fmla="*/ 625390 w 7467600"/>
              <a:gd name="connsiteY711" fmla="*/ 2514541 h 6858000"/>
              <a:gd name="connsiteX712" fmla="*/ 619799 w 7467600"/>
              <a:gd name="connsiteY712" fmla="*/ 2527180 h 6858000"/>
              <a:gd name="connsiteX713" fmla="*/ 310030 w 7467600"/>
              <a:gd name="connsiteY713" fmla="*/ 2771818 h 6858000"/>
              <a:gd name="connsiteX714" fmla="*/ 173877 w 7467600"/>
              <a:gd name="connsiteY714" fmla="*/ 2937056 h 6858000"/>
              <a:gd name="connsiteX715" fmla="*/ 77889 w 7467600"/>
              <a:gd name="connsiteY715" fmla="*/ 3138440 h 6858000"/>
              <a:gd name="connsiteX716" fmla="*/ 0 w 7467600"/>
              <a:gd name="connsiteY716" fmla="*/ 3271395 h 6858000"/>
              <a:gd name="connsiteX717" fmla="*/ 0 w 7467600"/>
              <a:gd name="connsiteY717" fmla="*/ 3153002 h 6858000"/>
              <a:gd name="connsiteX718" fmla="*/ 2386 w 7467600"/>
              <a:gd name="connsiteY718" fmla="*/ 3149203 h 6858000"/>
              <a:gd name="connsiteX719" fmla="*/ 89753 w 7467600"/>
              <a:gd name="connsiteY719" fmla="*/ 2987702 h 6858000"/>
              <a:gd name="connsiteX720" fmla="*/ 76869 w 7467600"/>
              <a:gd name="connsiteY720" fmla="*/ 3005404 h 6858000"/>
              <a:gd name="connsiteX721" fmla="*/ 32049 w 7467600"/>
              <a:gd name="connsiteY721" fmla="*/ 3065814 h 6858000"/>
              <a:gd name="connsiteX722" fmla="*/ 0 w 7467600"/>
              <a:gd name="connsiteY722" fmla="*/ 3108744 h 6858000"/>
              <a:gd name="connsiteX723" fmla="*/ 0 w 7467600"/>
              <a:gd name="connsiteY723" fmla="*/ 3058059 h 6858000"/>
              <a:gd name="connsiteX724" fmla="*/ 7610 w 7467600"/>
              <a:gd name="connsiteY724" fmla="*/ 3047889 h 6858000"/>
              <a:gd name="connsiteX725" fmla="*/ 52419 w 7467600"/>
              <a:gd name="connsiteY725" fmla="*/ 2987479 h 6858000"/>
              <a:gd name="connsiteX726" fmla="*/ 59142 w 7467600"/>
              <a:gd name="connsiteY726" fmla="*/ 2978488 h 6858000"/>
              <a:gd name="connsiteX727" fmla="*/ 0 w 7467600"/>
              <a:gd name="connsiteY727" fmla="*/ 3015334 h 6858000"/>
              <a:gd name="connsiteX728" fmla="*/ 0 w 7467600"/>
              <a:gd name="connsiteY728" fmla="*/ 2914286 h 6858000"/>
              <a:gd name="connsiteX729" fmla="*/ 36383 w 7467600"/>
              <a:gd name="connsiteY729" fmla="*/ 2901128 h 6858000"/>
              <a:gd name="connsiteX730" fmla="*/ 156329 w 7467600"/>
              <a:gd name="connsiteY730" fmla="*/ 2840533 h 6858000"/>
              <a:gd name="connsiteX731" fmla="*/ 358355 w 7467600"/>
              <a:gd name="connsiteY731" fmla="*/ 2620471 h 6858000"/>
              <a:gd name="connsiteX732" fmla="*/ 510577 w 7467600"/>
              <a:gd name="connsiteY732" fmla="*/ 2501244 h 6858000"/>
              <a:gd name="connsiteX733" fmla="*/ 211967 w 7467600"/>
              <a:gd name="connsiteY733" fmla="*/ 2479171 h 6858000"/>
              <a:gd name="connsiteX734" fmla="*/ 0 w 7467600"/>
              <a:gd name="connsiteY734" fmla="*/ 2476398 h 6858000"/>
              <a:gd name="connsiteX735" fmla="*/ 0 w 7467600"/>
              <a:gd name="connsiteY735" fmla="*/ 2389189 h 6858000"/>
              <a:gd name="connsiteX736" fmla="*/ 103062 w 7467600"/>
              <a:gd name="connsiteY736" fmla="*/ 2389518 h 6858000"/>
              <a:gd name="connsiteX737" fmla="*/ 510734 w 7467600"/>
              <a:gd name="connsiteY737" fmla="*/ 2416201 h 6858000"/>
              <a:gd name="connsiteX738" fmla="*/ 279257 w 7467600"/>
              <a:gd name="connsiteY738" fmla="*/ 2092102 h 6858000"/>
              <a:gd name="connsiteX739" fmla="*/ 65265 w 7467600"/>
              <a:gd name="connsiteY739" fmla="*/ 2006049 h 6858000"/>
              <a:gd name="connsiteX740" fmla="*/ 0 w 7467600"/>
              <a:gd name="connsiteY740" fmla="*/ 1982532 h 6858000"/>
              <a:gd name="connsiteX741" fmla="*/ 0 w 7467600"/>
              <a:gd name="connsiteY741" fmla="*/ 1912789 h 6858000"/>
              <a:gd name="connsiteX742" fmla="*/ 97460 w 7467600"/>
              <a:gd name="connsiteY742" fmla="*/ 1953725 h 6858000"/>
              <a:gd name="connsiteX743" fmla="*/ 221272 w 7467600"/>
              <a:gd name="connsiteY743" fmla="*/ 1980766 h 6858000"/>
              <a:gd name="connsiteX744" fmla="*/ 116765 w 7467600"/>
              <a:gd name="connsiteY744" fmla="*/ 1911033 h 6858000"/>
              <a:gd name="connsiteX745" fmla="*/ 16405 w 7467600"/>
              <a:gd name="connsiteY745" fmla="*/ 1803412 h 6858000"/>
              <a:gd name="connsiteX746" fmla="*/ 0 w 7467600"/>
              <a:gd name="connsiteY746" fmla="*/ 1784777 h 6858000"/>
              <a:gd name="connsiteX747" fmla="*/ 0 w 7467600"/>
              <a:gd name="connsiteY747" fmla="*/ 1740082 h 6858000"/>
              <a:gd name="connsiteX748" fmla="*/ 39394 w 7467600"/>
              <a:gd name="connsiteY748" fmla="*/ 1784856 h 6858000"/>
              <a:gd name="connsiteX749" fmla="*/ 135813 w 7467600"/>
              <a:gd name="connsiteY749" fmla="*/ 1888838 h 6858000"/>
              <a:gd name="connsiteX750" fmla="*/ 242575 w 7467600"/>
              <a:gd name="connsiteY750" fmla="*/ 1958841 h 6858000"/>
              <a:gd name="connsiteX751" fmla="*/ 82197 w 7467600"/>
              <a:gd name="connsiteY751" fmla="*/ 1754826 h 6858000"/>
              <a:gd name="connsiteX752" fmla="*/ 0 w 7467600"/>
              <a:gd name="connsiteY752" fmla="*/ 1679650 h 6858000"/>
              <a:gd name="connsiteX753" fmla="*/ 0 w 7467600"/>
              <a:gd name="connsiteY753" fmla="*/ 1602463 h 6858000"/>
              <a:gd name="connsiteX754" fmla="*/ 84689 w 7467600"/>
              <a:gd name="connsiteY754" fmla="*/ 1677442 h 6858000"/>
              <a:gd name="connsiteX755" fmla="*/ 298437 w 7467600"/>
              <a:gd name="connsiteY755" fmla="*/ 1968019 h 6858000"/>
              <a:gd name="connsiteX756" fmla="*/ 227269 w 7467600"/>
              <a:gd name="connsiteY756" fmla="*/ 1114064 h 6858000"/>
              <a:gd name="connsiteX757" fmla="*/ 248003 w 7467600"/>
              <a:gd name="connsiteY757" fmla="*/ 1089613 h 6858000"/>
              <a:gd name="connsiteX758" fmla="*/ 427020 w 7467600"/>
              <a:gd name="connsiteY758" fmla="*/ 1619803 h 6858000"/>
              <a:gd name="connsiteX759" fmla="*/ 340345 w 7467600"/>
              <a:gd name="connsiteY759" fmla="*/ 2027739 h 6858000"/>
              <a:gd name="connsiteX760" fmla="*/ 360865 w 7467600"/>
              <a:gd name="connsiteY760" fmla="*/ 2044827 h 6858000"/>
              <a:gd name="connsiteX761" fmla="*/ 560414 w 7467600"/>
              <a:gd name="connsiteY761" fmla="*/ 2421457 h 6858000"/>
              <a:gd name="connsiteX762" fmla="*/ 1359703 w 7467600"/>
              <a:gd name="connsiteY762" fmla="*/ 2578554 h 6858000"/>
              <a:gd name="connsiteX763" fmla="*/ 1359422 w 7467600"/>
              <a:gd name="connsiteY763" fmla="*/ 2577994 h 6858000"/>
              <a:gd name="connsiteX764" fmla="*/ 828701 w 7467600"/>
              <a:gd name="connsiteY764" fmla="*/ 1839520 h 6858000"/>
              <a:gd name="connsiteX765" fmla="*/ 494427 w 7467600"/>
              <a:gd name="connsiteY765" fmla="*/ 1092333 h 6858000"/>
              <a:gd name="connsiteX766" fmla="*/ 506322 w 7467600"/>
              <a:gd name="connsiteY766" fmla="*/ 1020997 h 6858000"/>
              <a:gd name="connsiteX767" fmla="*/ 4570198 w 7467600"/>
              <a:gd name="connsiteY767" fmla="*/ 978081 h 6858000"/>
              <a:gd name="connsiteX768" fmla="*/ 4523691 w 7467600"/>
              <a:gd name="connsiteY768" fmla="*/ 1127776 h 6858000"/>
              <a:gd name="connsiteX769" fmla="*/ 4509875 w 7467600"/>
              <a:gd name="connsiteY769" fmla="*/ 1167552 h 6858000"/>
              <a:gd name="connsiteX770" fmla="*/ 4478168 w 7467600"/>
              <a:gd name="connsiteY770" fmla="*/ 1260735 h 6858000"/>
              <a:gd name="connsiteX771" fmla="*/ 4409309 w 7467600"/>
              <a:gd name="connsiteY771" fmla="*/ 1666996 h 6858000"/>
              <a:gd name="connsiteX772" fmla="*/ 4370031 w 7467600"/>
              <a:gd name="connsiteY772" fmla="*/ 1955666 h 6858000"/>
              <a:gd name="connsiteX773" fmla="*/ 4570198 w 7467600"/>
              <a:gd name="connsiteY773" fmla="*/ 978081 h 6858000"/>
              <a:gd name="connsiteX774" fmla="*/ 4557898 w 7467600"/>
              <a:gd name="connsiteY774" fmla="*/ 900011 h 6858000"/>
              <a:gd name="connsiteX775" fmla="*/ 4344840 w 7467600"/>
              <a:gd name="connsiteY775" fmla="*/ 1922038 h 6858000"/>
              <a:gd name="connsiteX776" fmla="*/ 4378710 w 7467600"/>
              <a:gd name="connsiteY776" fmla="*/ 1665516 h 6858000"/>
              <a:gd name="connsiteX777" fmla="*/ 4448798 w 7467600"/>
              <a:gd name="connsiteY777" fmla="*/ 1253024 h 6858000"/>
              <a:gd name="connsiteX778" fmla="*/ 4480315 w 7467600"/>
              <a:gd name="connsiteY778" fmla="*/ 1158454 h 6858000"/>
              <a:gd name="connsiteX779" fmla="*/ 4494133 w 7467600"/>
              <a:gd name="connsiteY779" fmla="*/ 1118676 h 6858000"/>
              <a:gd name="connsiteX780" fmla="*/ 4557898 w 7467600"/>
              <a:gd name="connsiteY780" fmla="*/ 900011 h 6858000"/>
              <a:gd name="connsiteX781" fmla="*/ 5870151 w 7467600"/>
              <a:gd name="connsiteY781" fmla="*/ 898890 h 6858000"/>
              <a:gd name="connsiteX782" fmla="*/ 5861335 w 7467600"/>
              <a:gd name="connsiteY782" fmla="*/ 899177 h 6858000"/>
              <a:gd name="connsiteX783" fmla="*/ 5843702 w 7467600"/>
              <a:gd name="connsiteY783" fmla="*/ 899748 h 6858000"/>
              <a:gd name="connsiteX784" fmla="*/ 5651107 w 7467600"/>
              <a:gd name="connsiteY784" fmla="*/ 920306 h 6858000"/>
              <a:gd name="connsiteX785" fmla="*/ 5459407 w 7467600"/>
              <a:gd name="connsiteY785" fmla="*/ 940975 h 6858000"/>
              <a:gd name="connsiteX786" fmla="*/ 5374846 w 7467600"/>
              <a:gd name="connsiteY786" fmla="*/ 941988 h 6858000"/>
              <a:gd name="connsiteX787" fmla="*/ 5256105 w 7467600"/>
              <a:gd name="connsiteY787" fmla="*/ 945632 h 6858000"/>
              <a:gd name="connsiteX788" fmla="*/ 5107071 w 7467600"/>
              <a:gd name="connsiteY788" fmla="*/ 969720 h 6858000"/>
              <a:gd name="connsiteX789" fmla="*/ 4998681 w 7467600"/>
              <a:gd name="connsiteY789" fmla="*/ 988771 h 6858000"/>
              <a:gd name="connsiteX790" fmla="*/ 5870151 w 7467600"/>
              <a:gd name="connsiteY790" fmla="*/ 898890 h 6858000"/>
              <a:gd name="connsiteX791" fmla="*/ 5504425 w 7467600"/>
              <a:gd name="connsiteY791" fmla="*/ 848067 h 6858000"/>
              <a:gd name="connsiteX792" fmla="*/ 4968849 w 7467600"/>
              <a:gd name="connsiteY792" fmla="*/ 962318 h 6858000"/>
              <a:gd name="connsiteX793" fmla="*/ 5104039 w 7467600"/>
              <a:gd name="connsiteY793" fmla="*/ 940634 h 6858000"/>
              <a:gd name="connsiteX794" fmla="*/ 5256311 w 7467600"/>
              <a:gd name="connsiteY794" fmla="*/ 916490 h 6858000"/>
              <a:gd name="connsiteX795" fmla="*/ 5377381 w 7467600"/>
              <a:gd name="connsiteY795" fmla="*/ 912671 h 6858000"/>
              <a:gd name="connsiteX796" fmla="*/ 5460148 w 7467600"/>
              <a:gd name="connsiteY796" fmla="*/ 911442 h 6858000"/>
              <a:gd name="connsiteX797" fmla="*/ 5648971 w 7467600"/>
              <a:gd name="connsiteY797" fmla="*/ 891331 h 6858000"/>
              <a:gd name="connsiteX798" fmla="*/ 5844807 w 7467600"/>
              <a:gd name="connsiteY798" fmla="*/ 870718 h 6858000"/>
              <a:gd name="connsiteX799" fmla="*/ 5862975 w 7467600"/>
              <a:gd name="connsiteY799" fmla="*/ 869756 h 6858000"/>
              <a:gd name="connsiteX800" fmla="*/ 5920887 w 7467600"/>
              <a:gd name="connsiteY800" fmla="*/ 865929 h 6858000"/>
              <a:gd name="connsiteX801" fmla="*/ 5504425 w 7467600"/>
              <a:gd name="connsiteY801" fmla="*/ 848067 h 6858000"/>
              <a:gd name="connsiteX802" fmla="*/ 3607114 w 7467600"/>
              <a:gd name="connsiteY802" fmla="*/ 467441 h 6858000"/>
              <a:gd name="connsiteX803" fmla="*/ 3296242 w 7467600"/>
              <a:gd name="connsiteY803" fmla="*/ 807991 h 6858000"/>
              <a:gd name="connsiteX804" fmla="*/ 3174674 w 7467600"/>
              <a:gd name="connsiteY804" fmla="*/ 919759 h 6858000"/>
              <a:gd name="connsiteX805" fmla="*/ 3042978 w 7467600"/>
              <a:gd name="connsiteY805" fmla="*/ 1054894 h 6858000"/>
              <a:gd name="connsiteX806" fmla="*/ 2968914 w 7467600"/>
              <a:gd name="connsiteY806" fmla="*/ 1133756 h 6858000"/>
              <a:gd name="connsiteX807" fmla="*/ 3103823 w 7467600"/>
              <a:gd name="connsiteY807" fmla="*/ 1026814 h 6858000"/>
              <a:gd name="connsiteX808" fmla="*/ 3607114 w 7467600"/>
              <a:gd name="connsiteY808" fmla="*/ 467441 h 6858000"/>
              <a:gd name="connsiteX809" fmla="*/ 3744487 w 7467600"/>
              <a:gd name="connsiteY809" fmla="*/ 383136 h 6858000"/>
              <a:gd name="connsiteX810" fmla="*/ 3970213 w 7467600"/>
              <a:gd name="connsiteY810" fmla="*/ 995559 h 6858000"/>
              <a:gd name="connsiteX811" fmla="*/ 3744487 w 7467600"/>
              <a:gd name="connsiteY811" fmla="*/ 383136 h 6858000"/>
              <a:gd name="connsiteX812" fmla="*/ 3624562 w 7467600"/>
              <a:gd name="connsiteY812" fmla="*/ 367041 h 6858000"/>
              <a:gd name="connsiteX813" fmla="*/ 3489712 w 7467600"/>
              <a:gd name="connsiteY813" fmla="*/ 485386 h 6858000"/>
              <a:gd name="connsiteX814" fmla="*/ 3182994 w 7467600"/>
              <a:gd name="connsiteY814" fmla="*/ 828265 h 6858000"/>
              <a:gd name="connsiteX815" fmla="*/ 2892114 w 7467600"/>
              <a:gd name="connsiteY815" fmla="*/ 1172635 h 6858000"/>
              <a:gd name="connsiteX816" fmla="*/ 3021459 w 7467600"/>
              <a:gd name="connsiteY816" fmla="*/ 1035385 h 6858000"/>
              <a:gd name="connsiteX817" fmla="*/ 3153873 w 7467600"/>
              <a:gd name="connsiteY817" fmla="*/ 898971 h 6858000"/>
              <a:gd name="connsiteX818" fmla="*/ 3276511 w 7467600"/>
              <a:gd name="connsiteY818" fmla="*/ 786423 h 6858000"/>
              <a:gd name="connsiteX819" fmla="*/ 3584154 w 7467600"/>
              <a:gd name="connsiteY819" fmla="*/ 448218 h 6858000"/>
              <a:gd name="connsiteX820" fmla="*/ 3624562 w 7467600"/>
              <a:gd name="connsiteY820" fmla="*/ 367041 h 6858000"/>
              <a:gd name="connsiteX821" fmla="*/ 3766672 w 7467600"/>
              <a:gd name="connsiteY821" fmla="*/ 359429 h 6858000"/>
              <a:gd name="connsiteX822" fmla="*/ 3996338 w 7467600"/>
              <a:gd name="connsiteY822" fmla="*/ 968237 h 6858000"/>
              <a:gd name="connsiteX823" fmla="*/ 3766672 w 7467600"/>
              <a:gd name="connsiteY823" fmla="*/ 359429 h 6858000"/>
              <a:gd name="connsiteX824" fmla="*/ 5805386 w 7467600"/>
              <a:gd name="connsiteY824" fmla="*/ 239240 h 6858000"/>
              <a:gd name="connsiteX825" fmla="*/ 5736947 w 7467600"/>
              <a:gd name="connsiteY825" fmla="*/ 261367 h 6858000"/>
              <a:gd name="connsiteX826" fmla="*/ 5427012 w 7467600"/>
              <a:gd name="connsiteY826" fmla="*/ 311272 h 6858000"/>
              <a:gd name="connsiteX827" fmla="*/ 5147818 w 7467600"/>
              <a:gd name="connsiteY827" fmla="*/ 322112 h 6858000"/>
              <a:gd name="connsiteX828" fmla="*/ 5060854 w 7467600"/>
              <a:gd name="connsiteY828" fmla="*/ 311882 h 6858000"/>
              <a:gd name="connsiteX829" fmla="*/ 4945989 w 7467600"/>
              <a:gd name="connsiteY829" fmla="*/ 300516 h 6858000"/>
              <a:gd name="connsiteX830" fmla="*/ 5410479 w 7467600"/>
              <a:gd name="connsiteY830" fmla="*/ 348434 h 6858000"/>
              <a:gd name="connsiteX831" fmla="*/ 5805386 w 7467600"/>
              <a:gd name="connsiteY831" fmla="*/ 239240 h 6858000"/>
              <a:gd name="connsiteX832" fmla="*/ 5905192 w 7467600"/>
              <a:gd name="connsiteY832" fmla="*/ 163079 h 6858000"/>
              <a:gd name="connsiteX833" fmla="*/ 5865655 w 7467600"/>
              <a:gd name="connsiteY833" fmla="*/ 171901 h 6858000"/>
              <a:gd name="connsiteX834" fmla="*/ 5259740 w 7467600"/>
              <a:gd name="connsiteY834" fmla="*/ 257013 h 6858000"/>
              <a:gd name="connsiteX835" fmla="*/ 5208466 w 7467600"/>
              <a:gd name="connsiteY835" fmla="*/ 257550 h 6858000"/>
              <a:gd name="connsiteX836" fmla="*/ 4980204 w 7467600"/>
              <a:gd name="connsiteY836" fmla="*/ 271903 h 6858000"/>
              <a:gd name="connsiteX837" fmla="*/ 5068068 w 7467600"/>
              <a:gd name="connsiteY837" fmla="*/ 282244 h 6858000"/>
              <a:gd name="connsiteX838" fmla="*/ 5153231 w 7467600"/>
              <a:gd name="connsiteY838" fmla="*/ 292240 h 6858000"/>
              <a:gd name="connsiteX839" fmla="*/ 5426491 w 7467600"/>
              <a:gd name="connsiteY839" fmla="*/ 281128 h 6858000"/>
              <a:gd name="connsiteX840" fmla="*/ 5731212 w 7467600"/>
              <a:gd name="connsiteY840" fmla="*/ 231951 h 6858000"/>
              <a:gd name="connsiteX841" fmla="*/ 5905192 w 7467600"/>
              <a:gd name="connsiteY841" fmla="*/ 163079 h 6858000"/>
              <a:gd name="connsiteX842" fmla="*/ 5944437 w 7467600"/>
              <a:gd name="connsiteY842" fmla="*/ 113829 h 6858000"/>
              <a:gd name="connsiteX843" fmla="*/ 5825032 w 7467600"/>
              <a:gd name="connsiteY843" fmla="*/ 146405 h 6858000"/>
              <a:gd name="connsiteX844" fmla="*/ 4955599 w 7467600"/>
              <a:gd name="connsiteY844" fmla="*/ 247008 h 6858000"/>
              <a:gd name="connsiteX845" fmla="*/ 5210104 w 7467600"/>
              <a:gd name="connsiteY845" fmla="*/ 228123 h 6858000"/>
              <a:gd name="connsiteX846" fmla="*/ 5261015 w 7467600"/>
              <a:gd name="connsiteY846" fmla="*/ 227087 h 6858000"/>
              <a:gd name="connsiteX847" fmla="*/ 5861181 w 7467600"/>
              <a:gd name="connsiteY847" fmla="*/ 143093 h 6858000"/>
              <a:gd name="connsiteX848" fmla="*/ 5961252 w 7467600"/>
              <a:gd name="connsiteY848" fmla="*/ 114820 h 6858000"/>
              <a:gd name="connsiteX849" fmla="*/ 5944437 w 7467600"/>
              <a:gd name="connsiteY849" fmla="*/ 113829 h 6858000"/>
              <a:gd name="connsiteX850" fmla="*/ 3882765 w 7467600"/>
              <a:gd name="connsiteY850" fmla="*/ 0 h 6858000"/>
              <a:gd name="connsiteX851" fmla="*/ 3995099 w 7467600"/>
              <a:gd name="connsiteY851" fmla="*/ 0 h 6858000"/>
              <a:gd name="connsiteX852" fmla="*/ 4163818 w 7467600"/>
              <a:gd name="connsiteY852" fmla="*/ 234104 h 6858000"/>
              <a:gd name="connsiteX853" fmla="*/ 4172099 w 7467600"/>
              <a:gd name="connsiteY853" fmla="*/ 234207 h 6858000"/>
              <a:gd name="connsiteX854" fmla="*/ 4784282 w 7467600"/>
              <a:gd name="connsiteY854" fmla="*/ 276561 h 6858000"/>
              <a:gd name="connsiteX855" fmla="*/ 4801687 w 7467600"/>
              <a:gd name="connsiteY855" fmla="*/ 267764 h 6858000"/>
              <a:gd name="connsiteX856" fmla="*/ 6082788 w 7467600"/>
              <a:gd name="connsiteY856" fmla="*/ 64119 h 6858000"/>
              <a:gd name="connsiteX857" fmla="*/ 6099442 w 7467600"/>
              <a:gd name="connsiteY857" fmla="*/ 82568 h 6858000"/>
              <a:gd name="connsiteX858" fmla="*/ 4804137 w 7467600"/>
              <a:gd name="connsiteY858" fmla="*/ 320931 h 6858000"/>
              <a:gd name="connsiteX859" fmla="*/ 4227047 w 7467600"/>
              <a:gd name="connsiteY859" fmla="*/ 313415 h 6858000"/>
              <a:gd name="connsiteX860" fmla="*/ 4346041 w 7467600"/>
              <a:gd name="connsiteY860" fmla="*/ 456086 h 6858000"/>
              <a:gd name="connsiteX861" fmla="*/ 4870967 w 7467600"/>
              <a:gd name="connsiteY861" fmla="*/ 963061 h 6858000"/>
              <a:gd name="connsiteX862" fmla="*/ 4889647 w 7467600"/>
              <a:gd name="connsiteY862" fmla="*/ 957147 h 6858000"/>
              <a:gd name="connsiteX863" fmla="*/ 5422504 w 7467600"/>
              <a:gd name="connsiteY863" fmla="*/ 805191 h 6858000"/>
              <a:gd name="connsiteX864" fmla="*/ 6087656 w 7467600"/>
              <a:gd name="connsiteY864" fmla="*/ 826703 h 6858000"/>
              <a:gd name="connsiteX865" fmla="*/ 6058717 w 7467600"/>
              <a:gd name="connsiteY865" fmla="*/ 865992 h 6858000"/>
              <a:gd name="connsiteX866" fmla="*/ 4974153 w 7467600"/>
              <a:gd name="connsiteY866" fmla="*/ 1045456 h 6858000"/>
              <a:gd name="connsiteX867" fmla="*/ 5627835 w 7467600"/>
              <a:gd name="connsiteY867" fmla="*/ 1472077 h 6858000"/>
              <a:gd name="connsiteX868" fmla="*/ 5629817 w 7467600"/>
              <a:gd name="connsiteY868" fmla="*/ 1471412 h 6858000"/>
              <a:gd name="connsiteX869" fmla="*/ 5634124 w 7467600"/>
              <a:gd name="connsiteY869" fmla="*/ 1470572 h 6858000"/>
              <a:gd name="connsiteX870" fmla="*/ 5755832 w 7467600"/>
              <a:gd name="connsiteY870" fmla="*/ 1383886 h 6858000"/>
              <a:gd name="connsiteX871" fmla="*/ 6014186 w 7467600"/>
              <a:gd name="connsiteY871" fmla="*/ 1279799 h 6858000"/>
              <a:gd name="connsiteX872" fmla="*/ 6901619 w 7467600"/>
              <a:gd name="connsiteY872" fmla="*/ 1047874 h 6858000"/>
              <a:gd name="connsiteX873" fmla="*/ 6931566 w 7467600"/>
              <a:gd name="connsiteY873" fmla="*/ 1062034 h 6858000"/>
              <a:gd name="connsiteX874" fmla="*/ 5790982 w 7467600"/>
              <a:gd name="connsiteY874" fmla="*/ 1561380 h 6858000"/>
              <a:gd name="connsiteX875" fmla="*/ 6188971 w 7467600"/>
              <a:gd name="connsiteY875" fmla="*/ 1755168 h 6858000"/>
              <a:gd name="connsiteX876" fmla="*/ 6202446 w 7467600"/>
              <a:gd name="connsiteY876" fmla="*/ 1752268 h 6858000"/>
              <a:gd name="connsiteX877" fmla="*/ 7179560 w 7467600"/>
              <a:gd name="connsiteY877" fmla="*/ 1467551 h 6858000"/>
              <a:gd name="connsiteX878" fmla="*/ 7158730 w 7467600"/>
              <a:gd name="connsiteY878" fmla="*/ 1507835 h 6858000"/>
              <a:gd name="connsiteX879" fmla="*/ 6326959 w 7467600"/>
              <a:gd name="connsiteY879" fmla="*/ 1817686 h 6858000"/>
              <a:gd name="connsiteX880" fmla="*/ 6537433 w 7467600"/>
              <a:gd name="connsiteY880" fmla="*/ 1907790 h 6858000"/>
              <a:gd name="connsiteX881" fmla="*/ 6550221 w 7467600"/>
              <a:gd name="connsiteY881" fmla="*/ 1910729 h 6858000"/>
              <a:gd name="connsiteX882" fmla="*/ 6964438 w 7467600"/>
              <a:gd name="connsiteY882" fmla="*/ 2209505 h 6858000"/>
              <a:gd name="connsiteX883" fmla="*/ 7367862 w 7467600"/>
              <a:gd name="connsiteY883" fmla="*/ 2806833 h 6858000"/>
              <a:gd name="connsiteX884" fmla="*/ 7364329 w 7467600"/>
              <a:gd name="connsiteY884" fmla="*/ 2826907 h 6858000"/>
              <a:gd name="connsiteX885" fmla="*/ 7290545 w 7467600"/>
              <a:gd name="connsiteY885" fmla="*/ 2850663 h 6858000"/>
              <a:gd name="connsiteX886" fmla="*/ 6472036 w 7467600"/>
              <a:gd name="connsiteY886" fmla="*/ 1959003 h 6858000"/>
              <a:gd name="connsiteX887" fmla="*/ 5792897 w 7467600"/>
              <a:gd name="connsiteY887" fmla="*/ 1647747 h 6858000"/>
              <a:gd name="connsiteX888" fmla="*/ 5842751 w 7467600"/>
              <a:gd name="connsiteY888" fmla="*/ 1816112 h 6858000"/>
              <a:gd name="connsiteX889" fmla="*/ 5847424 w 7467600"/>
              <a:gd name="connsiteY889" fmla="*/ 1815776 h 6858000"/>
              <a:gd name="connsiteX890" fmla="*/ 6399821 w 7467600"/>
              <a:gd name="connsiteY890" fmla="*/ 2344799 h 6858000"/>
              <a:gd name="connsiteX891" fmla="*/ 6323232 w 7467600"/>
              <a:gd name="connsiteY891" fmla="*/ 2389634 h 6858000"/>
              <a:gd name="connsiteX892" fmla="*/ 5942958 w 7467600"/>
              <a:gd name="connsiteY892" fmla="*/ 2077708 h 6858000"/>
              <a:gd name="connsiteX893" fmla="*/ 5921559 w 7467600"/>
              <a:gd name="connsiteY893" fmla="*/ 2378596 h 6858000"/>
              <a:gd name="connsiteX894" fmla="*/ 5817651 w 7467600"/>
              <a:gd name="connsiteY894" fmla="*/ 3023919 h 6858000"/>
              <a:gd name="connsiteX895" fmla="*/ 5729634 w 7467600"/>
              <a:gd name="connsiteY895" fmla="*/ 3051849 h 6858000"/>
              <a:gd name="connsiteX896" fmla="*/ 5611018 w 7467600"/>
              <a:gd name="connsiteY896" fmla="*/ 2316769 h 6858000"/>
              <a:gd name="connsiteX897" fmla="*/ 5687608 w 7467600"/>
              <a:gd name="connsiteY897" fmla="*/ 2039972 h 6858000"/>
              <a:gd name="connsiteX898" fmla="*/ 5657554 w 7467600"/>
              <a:gd name="connsiteY898" fmla="*/ 1576445 h 6858000"/>
              <a:gd name="connsiteX899" fmla="*/ 5150475 w 7467600"/>
              <a:gd name="connsiteY899" fmla="*/ 1274012 h 6858000"/>
              <a:gd name="connsiteX900" fmla="*/ 5349142 w 7467600"/>
              <a:gd name="connsiteY900" fmla="*/ 2204405 h 6858000"/>
              <a:gd name="connsiteX901" fmla="*/ 5262214 w 7467600"/>
              <a:gd name="connsiteY901" fmla="*/ 2233836 h 6858000"/>
              <a:gd name="connsiteX902" fmla="*/ 4981539 w 7467600"/>
              <a:gd name="connsiteY902" fmla="*/ 1542201 h 6858000"/>
              <a:gd name="connsiteX903" fmla="*/ 4958461 w 7467600"/>
              <a:gd name="connsiteY903" fmla="*/ 1136957 h 6858000"/>
              <a:gd name="connsiteX904" fmla="*/ 4655015 w 7467600"/>
              <a:gd name="connsiteY904" fmla="*/ 891426 h 6858000"/>
              <a:gd name="connsiteX905" fmla="*/ 4348002 w 7467600"/>
              <a:gd name="connsiteY905" fmla="*/ 2205895 h 6858000"/>
              <a:gd name="connsiteX906" fmla="*/ 4262250 w 7467600"/>
              <a:gd name="connsiteY906" fmla="*/ 2219972 h 6858000"/>
              <a:gd name="connsiteX907" fmla="*/ 4550611 w 7467600"/>
              <a:gd name="connsiteY907" fmla="*/ 817540 h 6858000"/>
              <a:gd name="connsiteX908" fmla="*/ 4564418 w 7467600"/>
              <a:gd name="connsiteY908" fmla="*/ 808293 h 6858000"/>
              <a:gd name="connsiteX909" fmla="*/ 4266388 w 7467600"/>
              <a:gd name="connsiteY909" fmla="*/ 500083 h 6858000"/>
              <a:gd name="connsiteX910" fmla="*/ 4032842 w 7467600"/>
              <a:gd name="connsiteY910" fmla="*/ 211809 h 6858000"/>
              <a:gd name="connsiteX911" fmla="*/ 3882765 w 7467600"/>
              <a:gd name="connsiteY911" fmla="*/ 0 h 6858000"/>
              <a:gd name="connsiteX912" fmla="*/ 3721337 w 7467600"/>
              <a:gd name="connsiteY912" fmla="*/ 0 h 6858000"/>
              <a:gd name="connsiteX913" fmla="*/ 3797544 w 7467600"/>
              <a:gd name="connsiteY913" fmla="*/ 0 h 6858000"/>
              <a:gd name="connsiteX914" fmla="*/ 3775734 w 7467600"/>
              <a:gd name="connsiteY914" fmla="*/ 95131 h 6858000"/>
              <a:gd name="connsiteX915" fmla="*/ 3724807 w 7467600"/>
              <a:gd name="connsiteY915" fmla="*/ 272257 h 6858000"/>
              <a:gd name="connsiteX916" fmla="*/ 3726844 w 7467600"/>
              <a:gd name="connsiteY916" fmla="*/ 282988 h 6858000"/>
              <a:gd name="connsiteX917" fmla="*/ 3742664 w 7467600"/>
              <a:gd name="connsiteY917" fmla="*/ 279918 h 6858000"/>
              <a:gd name="connsiteX918" fmla="*/ 4103910 w 7467600"/>
              <a:gd name="connsiteY918" fmla="*/ 1161917 h 6858000"/>
              <a:gd name="connsiteX919" fmla="*/ 4020269 w 7467600"/>
              <a:gd name="connsiteY919" fmla="*/ 1200406 h 6858000"/>
              <a:gd name="connsiteX920" fmla="*/ 3674882 w 7467600"/>
              <a:gd name="connsiteY920" fmla="*/ 488524 h 6858000"/>
              <a:gd name="connsiteX921" fmla="*/ 3132682 w 7467600"/>
              <a:gd name="connsiteY921" fmla="*/ 1072284 h 6858000"/>
              <a:gd name="connsiteX922" fmla="*/ 2716346 w 7467600"/>
              <a:gd name="connsiteY922" fmla="*/ 1276376 h 6858000"/>
              <a:gd name="connsiteX923" fmla="*/ 2716772 w 7467600"/>
              <a:gd name="connsiteY923" fmla="*/ 1255462 h 6858000"/>
              <a:gd name="connsiteX924" fmla="*/ 3471096 w 7467600"/>
              <a:gd name="connsiteY924" fmla="*/ 437072 h 6858000"/>
              <a:gd name="connsiteX925" fmla="*/ 3639057 w 7467600"/>
              <a:gd name="connsiteY925" fmla="*/ 286334 h 6858000"/>
              <a:gd name="connsiteX926" fmla="*/ 3640309 w 7467600"/>
              <a:gd name="connsiteY926" fmla="*/ 284664 h 6858000"/>
              <a:gd name="connsiteX927" fmla="*/ 3646022 w 7467600"/>
              <a:gd name="connsiteY927" fmla="*/ 276711 h 6858000"/>
              <a:gd name="connsiteX928" fmla="*/ 3707943 w 7467600"/>
              <a:gd name="connsiteY928" fmla="*/ 65958 h 6858000"/>
              <a:gd name="connsiteX929" fmla="*/ 3721337 w 7467600"/>
              <a:gd name="connsiteY929" fmla="*/ 0 h 6858000"/>
              <a:gd name="connsiteX930" fmla="*/ 2867960 w 7467600"/>
              <a:gd name="connsiteY930" fmla="*/ 0 h 6858000"/>
              <a:gd name="connsiteX931" fmla="*/ 2926351 w 7467600"/>
              <a:gd name="connsiteY931" fmla="*/ 0 h 6858000"/>
              <a:gd name="connsiteX932" fmla="*/ 2902823 w 7467600"/>
              <a:gd name="connsiteY932" fmla="*/ 262929 h 6858000"/>
              <a:gd name="connsiteX933" fmla="*/ 2940663 w 7467600"/>
              <a:gd name="connsiteY933" fmla="*/ 140884 h 6858000"/>
              <a:gd name="connsiteX934" fmla="*/ 2947039 w 7467600"/>
              <a:gd name="connsiteY934" fmla="*/ 122524 h 6858000"/>
              <a:gd name="connsiteX935" fmla="*/ 2984316 w 7467600"/>
              <a:gd name="connsiteY935" fmla="*/ 0 h 6858000"/>
              <a:gd name="connsiteX936" fmla="*/ 3016114 w 7467600"/>
              <a:gd name="connsiteY936" fmla="*/ 0 h 6858000"/>
              <a:gd name="connsiteX937" fmla="*/ 2979949 w 7467600"/>
              <a:gd name="connsiteY937" fmla="*/ 119274 h 6858000"/>
              <a:gd name="connsiteX938" fmla="*/ 3023879 w 7467600"/>
              <a:gd name="connsiteY938" fmla="*/ 0 h 6858000"/>
              <a:gd name="connsiteX939" fmla="*/ 3105400 w 7467600"/>
              <a:gd name="connsiteY939" fmla="*/ 0 h 6858000"/>
              <a:gd name="connsiteX940" fmla="*/ 3094669 w 7467600"/>
              <a:gd name="connsiteY940" fmla="*/ 30308 h 6858000"/>
              <a:gd name="connsiteX941" fmla="*/ 2901945 w 7467600"/>
              <a:gd name="connsiteY941" fmla="*/ 466538 h 6858000"/>
              <a:gd name="connsiteX942" fmla="*/ 2815209 w 7467600"/>
              <a:gd name="connsiteY942" fmla="*/ 497361 h 6858000"/>
              <a:gd name="connsiteX943" fmla="*/ 2844845 w 7467600"/>
              <a:gd name="connsiteY943" fmla="*/ 127638 h 6858000"/>
              <a:gd name="connsiteX944" fmla="*/ 2867960 w 7467600"/>
              <a:gd name="connsiteY944" fmla="*/ 0 h 6858000"/>
              <a:gd name="connsiteX945" fmla="*/ 1057230 w 7467600"/>
              <a:gd name="connsiteY945" fmla="*/ 0 h 6858000"/>
              <a:gd name="connsiteX946" fmla="*/ 1111003 w 7467600"/>
              <a:gd name="connsiteY946" fmla="*/ 0 h 6858000"/>
              <a:gd name="connsiteX947" fmla="*/ 1125553 w 7467600"/>
              <a:gd name="connsiteY947" fmla="*/ 52588 h 6858000"/>
              <a:gd name="connsiteX948" fmla="*/ 1304276 w 7467600"/>
              <a:gd name="connsiteY948" fmla="*/ 476275 h 6858000"/>
              <a:gd name="connsiteX949" fmla="*/ 1492066 w 7467600"/>
              <a:gd name="connsiteY949" fmla="*/ 886333 h 6858000"/>
              <a:gd name="connsiteX950" fmla="*/ 1423698 w 7467600"/>
              <a:gd name="connsiteY950" fmla="*/ 710817 h 6858000"/>
              <a:gd name="connsiteX951" fmla="*/ 1357609 w 7467600"/>
              <a:gd name="connsiteY951" fmla="*/ 532892 h 6858000"/>
              <a:gd name="connsiteX952" fmla="*/ 1309550 w 7467600"/>
              <a:gd name="connsiteY952" fmla="*/ 374031 h 6858000"/>
              <a:gd name="connsiteX953" fmla="*/ 1193673 w 7467600"/>
              <a:gd name="connsiteY953" fmla="*/ 49533 h 6858000"/>
              <a:gd name="connsiteX954" fmla="*/ 1164391 w 7467600"/>
              <a:gd name="connsiteY954" fmla="*/ 0 h 6858000"/>
              <a:gd name="connsiteX955" fmla="*/ 1200666 w 7467600"/>
              <a:gd name="connsiteY955" fmla="*/ 0 h 6858000"/>
              <a:gd name="connsiteX956" fmla="*/ 1223408 w 7467600"/>
              <a:gd name="connsiteY956" fmla="*/ 38996 h 6858000"/>
              <a:gd name="connsiteX957" fmla="*/ 1339635 w 7467600"/>
              <a:gd name="connsiteY957" fmla="*/ 365517 h 6858000"/>
              <a:gd name="connsiteX958" fmla="*/ 1387469 w 7467600"/>
              <a:gd name="connsiteY958" fmla="*/ 523079 h 6858000"/>
              <a:gd name="connsiteX959" fmla="*/ 1452685 w 7467600"/>
              <a:gd name="connsiteY959" fmla="*/ 699806 h 6858000"/>
              <a:gd name="connsiteX960" fmla="*/ 1492092 w 7467600"/>
              <a:gd name="connsiteY960" fmla="*/ 800424 h 6858000"/>
              <a:gd name="connsiteX961" fmla="*/ 1455302 w 7467600"/>
              <a:gd name="connsiteY961" fmla="*/ 632913 h 6858000"/>
              <a:gd name="connsiteX962" fmla="*/ 1222336 w 7467600"/>
              <a:gd name="connsiteY962" fmla="*/ 9480 h 6858000"/>
              <a:gd name="connsiteX963" fmla="*/ 1214634 w 7467600"/>
              <a:gd name="connsiteY963" fmla="*/ 0 h 6858000"/>
              <a:gd name="connsiteX964" fmla="*/ 1289827 w 7467600"/>
              <a:gd name="connsiteY964" fmla="*/ 0 h 6858000"/>
              <a:gd name="connsiteX965" fmla="*/ 1321076 w 7467600"/>
              <a:gd name="connsiteY965" fmla="*/ 59722 h 6858000"/>
              <a:gd name="connsiteX966" fmla="*/ 1512579 w 7467600"/>
              <a:gd name="connsiteY966" fmla="*/ 626441 h 6858000"/>
              <a:gd name="connsiteX967" fmla="*/ 1506076 w 7467600"/>
              <a:gd name="connsiteY967" fmla="*/ 1089289 h 6858000"/>
              <a:gd name="connsiteX968" fmla="*/ 1486346 w 7467600"/>
              <a:gd name="connsiteY968" fmla="*/ 1079919 h 6858000"/>
              <a:gd name="connsiteX969" fmla="*/ 1070511 w 7467600"/>
              <a:gd name="connsiteY969" fmla="*/ 48609 h 6858000"/>
              <a:gd name="connsiteX970" fmla="*/ 1057230 w 7467600"/>
              <a:gd name="connsiteY970" fmla="*/ 0 h 6858000"/>
              <a:gd name="connsiteX971" fmla="*/ 43151 w 7467600"/>
              <a:gd name="connsiteY971" fmla="*/ 0 h 6858000"/>
              <a:gd name="connsiteX972" fmla="*/ 95283 w 7467600"/>
              <a:gd name="connsiteY972" fmla="*/ 0 h 6858000"/>
              <a:gd name="connsiteX973" fmla="*/ 300708 w 7467600"/>
              <a:gd name="connsiteY973" fmla="*/ 154571 h 6858000"/>
              <a:gd name="connsiteX974" fmla="*/ 530414 w 7467600"/>
              <a:gd name="connsiteY974" fmla="*/ 354673 h 6858000"/>
              <a:gd name="connsiteX975" fmla="*/ 333785 w 7467600"/>
              <a:gd name="connsiteY975" fmla="*/ 161564 h 6858000"/>
              <a:gd name="connsiteX976" fmla="*/ 147005 w 7467600"/>
              <a:gd name="connsiteY976" fmla="*/ 0 h 6858000"/>
              <a:gd name="connsiteX977" fmla="*/ 272509 w 7467600"/>
              <a:gd name="connsiteY977" fmla="*/ 0 h 6858000"/>
              <a:gd name="connsiteX978" fmla="*/ 326276 w 7467600"/>
              <a:gd name="connsiteY978" fmla="*/ 45847 h 6858000"/>
              <a:gd name="connsiteX979" fmla="*/ 823759 w 7467600"/>
              <a:gd name="connsiteY979" fmla="*/ 574145 h 6858000"/>
              <a:gd name="connsiteX980" fmla="*/ 811254 w 7467600"/>
              <a:gd name="connsiteY980" fmla="*/ 665546 h 6858000"/>
              <a:gd name="connsiteX981" fmla="*/ 154042 w 7467600"/>
              <a:gd name="connsiteY981" fmla="*/ 261522 h 6858000"/>
              <a:gd name="connsiteX982" fmla="*/ 13550 w 7467600"/>
              <a:gd name="connsiteY982" fmla="*/ 158423 h 6858000"/>
              <a:gd name="connsiteX983" fmla="*/ 0 w 7467600"/>
              <a:gd name="connsiteY983" fmla="*/ 146618 h 6858000"/>
              <a:gd name="connsiteX984" fmla="*/ 0 w 7467600"/>
              <a:gd name="connsiteY984" fmla="*/ 59161 h 6858000"/>
              <a:gd name="connsiteX985" fmla="*/ 45427 w 7467600"/>
              <a:gd name="connsiteY985" fmla="*/ 101078 h 6858000"/>
              <a:gd name="connsiteX986" fmla="*/ 630103 w 7467600"/>
              <a:gd name="connsiteY986" fmla="*/ 485885 h 6858000"/>
              <a:gd name="connsiteX987" fmla="*/ 532040 w 7467600"/>
              <a:gd name="connsiteY987" fmla="*/ 399359 h 6858000"/>
              <a:gd name="connsiteX988" fmla="*/ 517618 w 7467600"/>
              <a:gd name="connsiteY988" fmla="*/ 385726 h 6858000"/>
              <a:gd name="connsiteX989" fmla="*/ 285074 w 7467600"/>
              <a:gd name="connsiteY989" fmla="*/ 182755 h 6858000"/>
              <a:gd name="connsiteX990" fmla="*/ 43151 w 7467600"/>
              <a:gd name="connsiteY99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312201 w 7467600"/>
              <a:gd name="connsiteY133" fmla="*/ 5128278 h 6858000"/>
              <a:gd name="connsiteX134" fmla="*/ 1903353 w 7467600"/>
              <a:gd name="connsiteY134" fmla="*/ 5044827 h 6858000"/>
              <a:gd name="connsiteX135" fmla="*/ 1936931 w 7467600"/>
              <a:gd name="connsiteY135" fmla="*/ 5093954 h 6858000"/>
              <a:gd name="connsiteX136" fmla="*/ 2195868 w 7467600"/>
              <a:gd name="connsiteY136" fmla="*/ 5396574 h 6858000"/>
              <a:gd name="connsiteX137" fmla="*/ 2088852 w 7467600"/>
              <a:gd name="connsiteY137" fmla="*/ 5166123 h 6858000"/>
              <a:gd name="connsiteX138" fmla="*/ 1958241 w 7467600"/>
              <a:gd name="connsiteY138" fmla="*/ 5067955 h 6858000"/>
              <a:gd name="connsiteX139" fmla="*/ 1903353 w 7467600"/>
              <a:gd name="connsiteY139" fmla="*/ 5044827 h 6858000"/>
              <a:gd name="connsiteX140" fmla="*/ 1979378 w 7467600"/>
              <a:gd name="connsiteY140" fmla="*/ 4769504 h 6858000"/>
              <a:gd name="connsiteX141" fmla="*/ 2882120 w 7467600"/>
              <a:gd name="connsiteY141" fmla="*/ 5064547 h 6858000"/>
              <a:gd name="connsiteX142" fmla="*/ 2793103 w 7467600"/>
              <a:gd name="connsiteY142" fmla="*/ 5039699 h 6858000"/>
              <a:gd name="connsiteX143" fmla="*/ 2770041 w 7467600"/>
              <a:gd name="connsiteY143" fmla="*/ 5033634 h 6858000"/>
              <a:gd name="connsiteX144" fmla="*/ 1979378 w 7467600"/>
              <a:gd name="connsiteY144" fmla="*/ 4769504 h 6858000"/>
              <a:gd name="connsiteX145" fmla="*/ 1927410 w 7467600"/>
              <a:gd name="connsiteY145" fmla="*/ 4716164 h 6858000"/>
              <a:gd name="connsiteX146" fmla="*/ 1959587 w 7467600"/>
              <a:gd name="connsiteY146" fmla="*/ 4728849 h 6858000"/>
              <a:gd name="connsiteX147" fmla="*/ 2777707 w 7467600"/>
              <a:gd name="connsiteY147" fmla="*/ 5003991 h 6858000"/>
              <a:gd name="connsiteX148" fmla="*/ 2800768 w 7467600"/>
              <a:gd name="connsiteY148" fmla="*/ 5010056 h 6858000"/>
              <a:gd name="connsiteX149" fmla="*/ 2879408 w 7467600"/>
              <a:gd name="connsiteY149" fmla="*/ 5031590 h 6858000"/>
              <a:gd name="connsiteX150" fmla="*/ 2862295 w 7467600"/>
              <a:gd name="connsiteY150" fmla="*/ 5022958 h 6858000"/>
              <a:gd name="connsiteX151" fmla="*/ 2813343 w 7467600"/>
              <a:gd name="connsiteY151" fmla="*/ 4998369 h 6858000"/>
              <a:gd name="connsiteX152" fmla="*/ 2646245 w 7467600"/>
              <a:gd name="connsiteY152" fmla="*/ 4930999 h 6858000"/>
              <a:gd name="connsiteX153" fmla="*/ 1999243 w 7467600"/>
              <a:gd name="connsiteY153" fmla="*/ 4730524 h 6858000"/>
              <a:gd name="connsiteX154" fmla="*/ 1979527 w 7467600"/>
              <a:gd name="connsiteY154" fmla="*/ 4726651 h 6858000"/>
              <a:gd name="connsiteX155" fmla="*/ 1927410 w 7467600"/>
              <a:gd name="connsiteY155" fmla="*/ 4716164 h 6858000"/>
              <a:gd name="connsiteX156" fmla="*/ 1997014 w 7467600"/>
              <a:gd name="connsiteY156" fmla="*/ 4698007 h 6858000"/>
              <a:gd name="connsiteX157" fmla="*/ 2005458 w 7467600"/>
              <a:gd name="connsiteY157" fmla="*/ 4699540 h 6858000"/>
              <a:gd name="connsiteX158" fmla="*/ 2657186 w 7467600"/>
              <a:gd name="connsiteY158" fmla="*/ 4901687 h 6858000"/>
              <a:gd name="connsiteX159" fmla="*/ 2826662 w 7467600"/>
              <a:gd name="connsiteY159" fmla="*/ 4970362 h 6858000"/>
              <a:gd name="connsiteX160" fmla="*/ 2876100 w 7467600"/>
              <a:gd name="connsiteY160" fmla="*/ 4995397 h 6858000"/>
              <a:gd name="connsiteX161" fmla="*/ 3042600 w 7467600"/>
              <a:gd name="connsiteY161" fmla="*/ 5059532 h 6858000"/>
              <a:gd name="connsiteX162" fmla="*/ 1997014 w 7467600"/>
              <a:gd name="connsiteY162" fmla="*/ 4698007 h 6858000"/>
              <a:gd name="connsiteX163" fmla="*/ 2305292 w 7467600"/>
              <a:gd name="connsiteY163" fmla="*/ 4219492 h 6858000"/>
              <a:gd name="connsiteX164" fmla="*/ 3360922 w 7467600"/>
              <a:gd name="connsiteY164" fmla="*/ 4529373 h 6858000"/>
              <a:gd name="connsiteX165" fmla="*/ 3492420 w 7467600"/>
              <a:gd name="connsiteY165" fmla="*/ 4510145 h 6858000"/>
              <a:gd name="connsiteX166" fmla="*/ 3364086 w 7467600"/>
              <a:gd name="connsiteY166" fmla="*/ 4480340 h 6858000"/>
              <a:gd name="connsiteX167" fmla="*/ 3225818 w 7467600"/>
              <a:gd name="connsiteY167" fmla="*/ 4411822 h 6858000"/>
              <a:gd name="connsiteX168" fmla="*/ 3129696 w 7467600"/>
              <a:gd name="connsiteY168" fmla="*/ 4360704 h 6858000"/>
              <a:gd name="connsiteX169" fmla="*/ 2814545 w 7467600"/>
              <a:gd name="connsiteY169" fmla="*/ 4282955 h 6858000"/>
              <a:gd name="connsiteX170" fmla="*/ 2305292 w 7467600"/>
              <a:gd name="connsiteY170" fmla="*/ 4219492 h 6858000"/>
              <a:gd name="connsiteX171" fmla="*/ 2626982 w 7467600"/>
              <a:gd name="connsiteY171" fmla="*/ 4206450 h 6858000"/>
              <a:gd name="connsiteX172" fmla="*/ 2490617 w 7467600"/>
              <a:gd name="connsiteY172" fmla="*/ 4206951 h 6858000"/>
              <a:gd name="connsiteX173" fmla="*/ 2819869 w 7467600"/>
              <a:gd name="connsiteY173" fmla="*/ 4252936 h 6858000"/>
              <a:gd name="connsiteX174" fmla="*/ 3143018 w 7467600"/>
              <a:gd name="connsiteY174" fmla="*/ 4332698 h 6858000"/>
              <a:gd name="connsiteX175" fmla="*/ 3241520 w 7467600"/>
              <a:gd name="connsiteY175" fmla="*/ 4385112 h 6858000"/>
              <a:gd name="connsiteX176" fmla="*/ 3374575 w 7467600"/>
              <a:gd name="connsiteY176" fmla="*/ 4451517 h 6858000"/>
              <a:gd name="connsiteX177" fmla="*/ 3505221 w 7467600"/>
              <a:gd name="connsiteY177" fmla="*/ 4480757 h 6858000"/>
              <a:gd name="connsiteX178" fmla="*/ 2626982 w 7467600"/>
              <a:gd name="connsiteY178" fmla="*/ 4206450 h 6858000"/>
              <a:gd name="connsiteX179" fmla="*/ 1310106 w 7467600"/>
              <a:gd name="connsiteY179" fmla="*/ 3943217 h 6858000"/>
              <a:gd name="connsiteX180" fmla="*/ 854994 w 7467600"/>
              <a:gd name="connsiteY180" fmla="*/ 4399136 h 6858000"/>
              <a:gd name="connsiteX181" fmla="*/ 742462 w 7467600"/>
              <a:gd name="connsiteY181" fmla="*/ 4594648 h 6858000"/>
              <a:gd name="connsiteX182" fmla="*/ 820602 w 7467600"/>
              <a:gd name="connsiteY182" fmla="*/ 4485915 h 6858000"/>
              <a:gd name="connsiteX183" fmla="*/ 878295 w 7467600"/>
              <a:gd name="connsiteY183" fmla="*/ 4403594 h 6858000"/>
              <a:gd name="connsiteX184" fmla="*/ 1240607 w 7467600"/>
              <a:gd name="connsiteY184" fmla="*/ 4010401 h 6858000"/>
              <a:gd name="connsiteX185" fmla="*/ 1310106 w 7467600"/>
              <a:gd name="connsiteY185" fmla="*/ 3943217 h 6858000"/>
              <a:gd name="connsiteX186" fmla="*/ 1423113 w 7467600"/>
              <a:gd name="connsiteY186" fmla="*/ 3874565 h 6858000"/>
              <a:gd name="connsiteX187" fmla="*/ 1260565 w 7467600"/>
              <a:gd name="connsiteY187" fmla="*/ 4031982 h 6858000"/>
              <a:gd name="connsiteX188" fmla="*/ 901900 w 7467600"/>
              <a:gd name="connsiteY188" fmla="*/ 4421236 h 6858000"/>
              <a:gd name="connsiteX189" fmla="*/ 845044 w 7467600"/>
              <a:gd name="connsiteY189" fmla="*/ 4502436 h 6858000"/>
              <a:gd name="connsiteX190" fmla="*/ 685926 w 7467600"/>
              <a:gd name="connsiteY190" fmla="*/ 4703069 h 6858000"/>
              <a:gd name="connsiteX191" fmla="*/ 684248 w 7467600"/>
              <a:gd name="connsiteY191" fmla="*/ 4706721 h 6858000"/>
              <a:gd name="connsiteX192" fmla="*/ 1423113 w 7467600"/>
              <a:gd name="connsiteY192" fmla="*/ 3874565 h 6858000"/>
              <a:gd name="connsiteX193" fmla="*/ 3316479 w 7467600"/>
              <a:gd name="connsiteY193" fmla="*/ 3872136 h 6858000"/>
              <a:gd name="connsiteX194" fmla="*/ 3546806 w 7467600"/>
              <a:gd name="connsiteY194" fmla="*/ 4356139 h 6858000"/>
              <a:gd name="connsiteX195" fmla="*/ 3364433 w 7467600"/>
              <a:gd name="connsiteY195" fmla="*/ 3953121 h 6858000"/>
              <a:gd name="connsiteX196" fmla="*/ 3316479 w 7467600"/>
              <a:gd name="connsiteY196" fmla="*/ 3872136 h 6858000"/>
              <a:gd name="connsiteX197" fmla="*/ 3291335 w 7467600"/>
              <a:gd name="connsiteY197" fmla="*/ 3767420 h 6858000"/>
              <a:gd name="connsiteX198" fmla="*/ 3390805 w 7467600"/>
              <a:gd name="connsiteY198" fmla="*/ 3937163 h 6858000"/>
              <a:gd name="connsiteX199" fmla="*/ 3579062 w 7467600"/>
              <a:gd name="connsiteY199" fmla="*/ 4359040 h 6858000"/>
              <a:gd name="connsiteX200" fmla="*/ 3467355 w 7467600"/>
              <a:gd name="connsiteY200" fmla="*/ 3988130 h 6858000"/>
              <a:gd name="connsiteX201" fmla="*/ 3310753 w 7467600"/>
              <a:gd name="connsiteY201" fmla="*/ 3787140 h 6858000"/>
              <a:gd name="connsiteX202" fmla="*/ 3291335 w 7467600"/>
              <a:gd name="connsiteY202" fmla="*/ 3767420 h 6858000"/>
              <a:gd name="connsiteX203" fmla="*/ 1635889 w 7467600"/>
              <a:gd name="connsiteY203" fmla="*/ 3709494 h 6858000"/>
              <a:gd name="connsiteX204" fmla="*/ 1634800 w 7467600"/>
              <a:gd name="connsiteY204" fmla="*/ 3731111 h 6858000"/>
              <a:gd name="connsiteX205" fmla="*/ 1635889 w 7467600"/>
              <a:gd name="connsiteY205" fmla="*/ 3709494 h 6858000"/>
              <a:gd name="connsiteX206" fmla="*/ 1510397 w 7467600"/>
              <a:gd name="connsiteY206" fmla="*/ 3684705 h 6858000"/>
              <a:gd name="connsiteX207" fmla="*/ 1146550 w 7467600"/>
              <a:gd name="connsiteY207" fmla="*/ 3802012 h 6858000"/>
              <a:gd name="connsiteX208" fmla="*/ 698834 w 7467600"/>
              <a:gd name="connsiteY208" fmla="*/ 3952272 h 6858000"/>
              <a:gd name="connsiteX209" fmla="*/ 34256 w 7467600"/>
              <a:gd name="connsiteY209" fmla="*/ 4347603 h 6858000"/>
              <a:gd name="connsiteX210" fmla="*/ 527241 w 7467600"/>
              <a:gd name="connsiteY210" fmla="*/ 4065078 h 6858000"/>
              <a:gd name="connsiteX211" fmla="*/ 1510397 w 7467600"/>
              <a:gd name="connsiteY211" fmla="*/ 3684705 h 6858000"/>
              <a:gd name="connsiteX212" fmla="*/ 1313114 w 7467600"/>
              <a:gd name="connsiteY212" fmla="*/ 3655216 h 6858000"/>
              <a:gd name="connsiteX213" fmla="*/ 1109304 w 7467600"/>
              <a:gd name="connsiteY213" fmla="*/ 3669030 h 6858000"/>
              <a:gd name="connsiteX214" fmla="*/ 8129 w 7467600"/>
              <a:gd name="connsiteY214" fmla="*/ 4330519 h 6858000"/>
              <a:gd name="connsiteX215" fmla="*/ 687572 w 7467600"/>
              <a:gd name="connsiteY215" fmla="*/ 3925629 h 6858000"/>
              <a:gd name="connsiteX216" fmla="*/ 1138365 w 7467600"/>
              <a:gd name="connsiteY216" fmla="*/ 3774515 h 6858000"/>
              <a:gd name="connsiteX217" fmla="*/ 1505579 w 7467600"/>
              <a:gd name="connsiteY217" fmla="*/ 3655526 h 6858000"/>
              <a:gd name="connsiteX218" fmla="*/ 1313114 w 7467600"/>
              <a:gd name="connsiteY218" fmla="*/ 3655216 h 6858000"/>
              <a:gd name="connsiteX219" fmla="*/ 3655073 w 7467600"/>
              <a:gd name="connsiteY219" fmla="*/ 3650884 h 6858000"/>
              <a:gd name="connsiteX220" fmla="*/ 3989938 w 7467600"/>
              <a:gd name="connsiteY220" fmla="*/ 3991685 h 6858000"/>
              <a:gd name="connsiteX221" fmla="*/ 4393907 w 7467600"/>
              <a:gd name="connsiteY221" fmla="*/ 4261258 h 6858000"/>
              <a:gd name="connsiteX222" fmla="*/ 4648051 w 7467600"/>
              <a:gd name="connsiteY222" fmla="*/ 4374051 h 6858000"/>
              <a:gd name="connsiteX223" fmla="*/ 4383389 w 7467600"/>
              <a:gd name="connsiteY223" fmla="*/ 4184369 h 6858000"/>
              <a:gd name="connsiteX224" fmla="*/ 4165508 w 7467600"/>
              <a:gd name="connsiteY224" fmla="*/ 4035196 h 6858000"/>
              <a:gd name="connsiteX225" fmla="*/ 4068162 w 7467600"/>
              <a:gd name="connsiteY225" fmla="*/ 3953394 h 6858000"/>
              <a:gd name="connsiteX226" fmla="*/ 3981416 w 7467600"/>
              <a:gd name="connsiteY226" fmla="*/ 3880482 h 6858000"/>
              <a:gd name="connsiteX227" fmla="*/ 3800147 w 7467600"/>
              <a:gd name="connsiteY227" fmla="*/ 3749872 h 6858000"/>
              <a:gd name="connsiteX228" fmla="*/ 3655073 w 7467600"/>
              <a:gd name="connsiteY228" fmla="*/ 3650884 h 6858000"/>
              <a:gd name="connsiteX229" fmla="*/ 3670252 w 7467600"/>
              <a:gd name="connsiteY229" fmla="*/ 3622798 h 6858000"/>
              <a:gd name="connsiteX230" fmla="*/ 3817258 w 7467600"/>
              <a:gd name="connsiteY230" fmla="*/ 3723577 h 6858000"/>
              <a:gd name="connsiteX231" fmla="*/ 4000461 w 7467600"/>
              <a:gd name="connsiteY231" fmla="*/ 3855966 h 6858000"/>
              <a:gd name="connsiteX232" fmla="*/ 4088180 w 7467600"/>
              <a:gd name="connsiteY232" fmla="*/ 3929774 h 6858000"/>
              <a:gd name="connsiteX233" fmla="*/ 4184555 w 7467600"/>
              <a:gd name="connsiteY233" fmla="*/ 4010683 h 6858000"/>
              <a:gd name="connsiteX234" fmla="*/ 4399563 w 7467600"/>
              <a:gd name="connsiteY234" fmla="*/ 4158106 h 6858000"/>
              <a:gd name="connsiteX235" fmla="*/ 4684469 w 7467600"/>
              <a:gd name="connsiteY235" fmla="*/ 4364680 h 6858000"/>
              <a:gd name="connsiteX236" fmla="*/ 4690271 w 7467600"/>
              <a:gd name="connsiteY236" fmla="*/ 4370034 h 6858000"/>
              <a:gd name="connsiteX237" fmla="*/ 4136093 w 7467600"/>
              <a:gd name="connsiteY237" fmla="*/ 3858466 h 6858000"/>
              <a:gd name="connsiteX238" fmla="*/ 3670252 w 7467600"/>
              <a:gd name="connsiteY238" fmla="*/ 3622798 h 6858000"/>
              <a:gd name="connsiteX239" fmla="*/ 4440129 w 7467600"/>
              <a:gd name="connsiteY239" fmla="*/ 3448571 h 6858000"/>
              <a:gd name="connsiteX240" fmla="*/ 4856525 w 7467600"/>
              <a:gd name="connsiteY240" fmla="*/ 3915351 h 6858000"/>
              <a:gd name="connsiteX241" fmla="*/ 5059055 w 7467600"/>
              <a:gd name="connsiteY241" fmla="*/ 4108918 h 6858000"/>
              <a:gd name="connsiteX242" fmla="*/ 5290070 w 7467600"/>
              <a:gd name="connsiteY242" fmla="*/ 4263619 h 6858000"/>
              <a:gd name="connsiteX243" fmla="*/ 4834991 w 7467600"/>
              <a:gd name="connsiteY243" fmla="*/ 3830985 h 6858000"/>
              <a:gd name="connsiteX244" fmla="*/ 4440129 w 7467600"/>
              <a:gd name="connsiteY244" fmla="*/ 3448571 h 6858000"/>
              <a:gd name="connsiteX245" fmla="*/ 4441737 w 7467600"/>
              <a:gd name="connsiteY245" fmla="*/ 3399734 h 6858000"/>
              <a:gd name="connsiteX246" fmla="*/ 4431236 w 7467600"/>
              <a:gd name="connsiteY246" fmla="*/ 3400954 h 6858000"/>
              <a:gd name="connsiteX247" fmla="*/ 4557150 w 7467600"/>
              <a:gd name="connsiteY247" fmla="*/ 3510023 h 6858000"/>
              <a:gd name="connsiteX248" fmla="*/ 4856936 w 7467600"/>
              <a:gd name="connsiteY248" fmla="*/ 3809146 h 6858000"/>
              <a:gd name="connsiteX249" fmla="*/ 5111996 w 7467600"/>
              <a:gd name="connsiteY249" fmla="*/ 4065759 h 6858000"/>
              <a:gd name="connsiteX250" fmla="*/ 5388878 w 7467600"/>
              <a:gd name="connsiteY250" fmla="*/ 4300185 h 6858000"/>
              <a:gd name="connsiteX251" fmla="*/ 5425556 w 7467600"/>
              <a:gd name="connsiteY251" fmla="*/ 4308967 h 6858000"/>
              <a:gd name="connsiteX252" fmla="*/ 4943646 w 7467600"/>
              <a:gd name="connsiteY252" fmla="*/ 3822916 h 6858000"/>
              <a:gd name="connsiteX253" fmla="*/ 4594837 w 7467600"/>
              <a:gd name="connsiteY253" fmla="*/ 3532274 h 6858000"/>
              <a:gd name="connsiteX254" fmla="*/ 4441737 w 7467600"/>
              <a:gd name="connsiteY254" fmla="*/ 3399734 h 6858000"/>
              <a:gd name="connsiteX255" fmla="*/ 5425834 w 7467600"/>
              <a:gd name="connsiteY255" fmla="*/ 3162785 h 6858000"/>
              <a:gd name="connsiteX256" fmla="*/ 5401644 w 7467600"/>
              <a:gd name="connsiteY256" fmla="*/ 3617847 h 6858000"/>
              <a:gd name="connsiteX257" fmla="*/ 5467256 w 7467600"/>
              <a:gd name="connsiteY257" fmla="*/ 4175494 h 6858000"/>
              <a:gd name="connsiteX258" fmla="*/ 5448069 w 7467600"/>
              <a:gd name="connsiteY258" fmla="*/ 3567554 h 6858000"/>
              <a:gd name="connsiteX259" fmla="*/ 5425834 w 7467600"/>
              <a:gd name="connsiteY259" fmla="*/ 3162785 h 6858000"/>
              <a:gd name="connsiteX260" fmla="*/ 1318687 w 7467600"/>
              <a:gd name="connsiteY260" fmla="*/ 3113840 h 6858000"/>
              <a:gd name="connsiteX261" fmla="*/ 1066793 w 7467600"/>
              <a:gd name="connsiteY261" fmla="*/ 3212171 h 6858000"/>
              <a:gd name="connsiteX262" fmla="*/ 993319 w 7467600"/>
              <a:gd name="connsiteY262" fmla="*/ 3247648 h 6858000"/>
              <a:gd name="connsiteX263" fmla="*/ 853081 w 7467600"/>
              <a:gd name="connsiteY263" fmla="*/ 3312410 h 6858000"/>
              <a:gd name="connsiteX264" fmla="*/ 805957 w 7467600"/>
              <a:gd name="connsiteY264" fmla="*/ 3330443 h 6858000"/>
              <a:gd name="connsiteX265" fmla="*/ 1318687 w 7467600"/>
              <a:gd name="connsiteY265" fmla="*/ 3113840 h 6858000"/>
              <a:gd name="connsiteX266" fmla="*/ 5453702 w 7467600"/>
              <a:gd name="connsiteY266" fmla="*/ 3090882 h 6858000"/>
              <a:gd name="connsiteX267" fmla="*/ 5480135 w 7467600"/>
              <a:gd name="connsiteY267" fmla="*/ 3565802 h 6858000"/>
              <a:gd name="connsiteX268" fmla="*/ 5499023 w 7467600"/>
              <a:gd name="connsiteY268" fmla="*/ 4166310 h 6858000"/>
              <a:gd name="connsiteX269" fmla="*/ 5547022 w 7467600"/>
              <a:gd name="connsiteY269" fmla="*/ 3607838 h 6858000"/>
              <a:gd name="connsiteX270" fmla="*/ 5515964 w 7467600"/>
              <a:gd name="connsiteY270" fmla="*/ 3378541 h 6858000"/>
              <a:gd name="connsiteX271" fmla="*/ 5453702 w 7467600"/>
              <a:gd name="connsiteY271" fmla="*/ 3090882 h 6858000"/>
              <a:gd name="connsiteX272" fmla="*/ 1238695 w 7467600"/>
              <a:gd name="connsiteY272" fmla="*/ 3076820 h 6858000"/>
              <a:gd name="connsiteX273" fmla="*/ 716371 w 7467600"/>
              <a:gd name="connsiteY273" fmla="*/ 3293249 h 6858000"/>
              <a:gd name="connsiteX274" fmla="*/ 579522 w 7467600"/>
              <a:gd name="connsiteY274" fmla="*/ 3371759 h 6858000"/>
              <a:gd name="connsiteX275" fmla="*/ 600288 w 7467600"/>
              <a:gd name="connsiteY275" fmla="*/ 3365555 h 6858000"/>
              <a:gd name="connsiteX276" fmla="*/ 840692 w 7467600"/>
              <a:gd name="connsiteY276" fmla="*/ 3284921 h 6858000"/>
              <a:gd name="connsiteX277" fmla="*/ 979248 w 7467600"/>
              <a:gd name="connsiteY277" fmla="*/ 3221003 h 6858000"/>
              <a:gd name="connsiteX278" fmla="*/ 1053282 w 7467600"/>
              <a:gd name="connsiteY278" fmla="*/ 3185247 h 6858000"/>
              <a:gd name="connsiteX279" fmla="*/ 1320603 w 7467600"/>
              <a:gd name="connsiteY279" fmla="*/ 3081281 h 6858000"/>
              <a:gd name="connsiteX280" fmla="*/ 1238695 w 7467600"/>
              <a:gd name="connsiteY280" fmla="*/ 3076820 h 6858000"/>
              <a:gd name="connsiteX281" fmla="*/ 5425627 w 7467600"/>
              <a:gd name="connsiteY281" fmla="*/ 2954192 h 6858000"/>
              <a:gd name="connsiteX282" fmla="*/ 5470770 w 7467600"/>
              <a:gd name="connsiteY282" fmla="*/ 3005435 h 6858000"/>
              <a:gd name="connsiteX283" fmla="*/ 5519779 w 7467600"/>
              <a:gd name="connsiteY283" fmla="*/ 4359223 h 6858000"/>
              <a:gd name="connsiteX284" fmla="*/ 5520293 w 7467600"/>
              <a:gd name="connsiteY284" fmla="*/ 4360602 h 6858000"/>
              <a:gd name="connsiteX285" fmla="*/ 5767221 w 7467600"/>
              <a:gd name="connsiteY285" fmla="*/ 4665564 h 6858000"/>
              <a:gd name="connsiteX286" fmla="*/ 6937169 w 7467600"/>
              <a:gd name="connsiteY286" fmla="*/ 4815941 h 6858000"/>
              <a:gd name="connsiteX287" fmla="*/ 6953922 w 7467600"/>
              <a:gd name="connsiteY287" fmla="*/ 4890068 h 6858000"/>
              <a:gd name="connsiteX288" fmla="*/ 6071359 w 7467600"/>
              <a:gd name="connsiteY288" fmla="*/ 4770770 h 6858000"/>
              <a:gd name="connsiteX289" fmla="*/ 6038839 w 7467600"/>
              <a:gd name="connsiteY289" fmla="*/ 4764474 h 6858000"/>
              <a:gd name="connsiteX290" fmla="*/ 6038706 w 7467600"/>
              <a:gd name="connsiteY290" fmla="*/ 4763847 h 6858000"/>
              <a:gd name="connsiteX291" fmla="*/ 6037784 w 7467600"/>
              <a:gd name="connsiteY291" fmla="*/ 4764270 h 6858000"/>
              <a:gd name="connsiteX292" fmla="*/ 6038839 w 7467600"/>
              <a:gd name="connsiteY292" fmla="*/ 4764474 h 6858000"/>
              <a:gd name="connsiteX293" fmla="*/ 6040338 w 7467600"/>
              <a:gd name="connsiteY293" fmla="*/ 4771418 h 6858000"/>
              <a:gd name="connsiteX294" fmla="*/ 6024488 w 7467600"/>
              <a:gd name="connsiteY294" fmla="*/ 4809903 h 6858000"/>
              <a:gd name="connsiteX295" fmla="*/ 5599771 w 7467600"/>
              <a:gd name="connsiteY295" fmla="*/ 5509652 h 6858000"/>
              <a:gd name="connsiteX296" fmla="*/ 5548843 w 7467600"/>
              <a:gd name="connsiteY296" fmla="*/ 5563845 h 6858000"/>
              <a:gd name="connsiteX297" fmla="*/ 5940952 w 7467600"/>
              <a:gd name="connsiteY297" fmla="*/ 6250028 h 6858000"/>
              <a:gd name="connsiteX298" fmla="*/ 6043441 w 7467600"/>
              <a:gd name="connsiteY298" fmla="*/ 6665847 h 6858000"/>
              <a:gd name="connsiteX299" fmla="*/ 6093432 w 7467600"/>
              <a:gd name="connsiteY299" fmla="*/ 6858000 h 6858000"/>
              <a:gd name="connsiteX300" fmla="*/ 6034344 w 7467600"/>
              <a:gd name="connsiteY300" fmla="*/ 6858000 h 6858000"/>
              <a:gd name="connsiteX301" fmla="*/ 6026679 w 7467600"/>
              <a:gd name="connsiteY301" fmla="*/ 6836959 h 6858000"/>
              <a:gd name="connsiteX302" fmla="*/ 5800441 w 7467600"/>
              <a:gd name="connsiteY302" fmla="*/ 6335286 h 6858000"/>
              <a:gd name="connsiteX303" fmla="*/ 5526562 w 7467600"/>
              <a:gd name="connsiteY303" fmla="*/ 5705388 h 6858000"/>
              <a:gd name="connsiteX304" fmla="*/ 5519640 w 7467600"/>
              <a:gd name="connsiteY304" fmla="*/ 5683774 h 6858000"/>
              <a:gd name="connsiteX305" fmla="*/ 5844559 w 7467600"/>
              <a:gd name="connsiteY305" fmla="*/ 6553349 h 6858000"/>
              <a:gd name="connsiteX306" fmla="*/ 5975994 w 7467600"/>
              <a:gd name="connsiteY306" fmla="*/ 6858000 h 6858000"/>
              <a:gd name="connsiteX307" fmla="*/ 5898547 w 7467600"/>
              <a:gd name="connsiteY307" fmla="*/ 6858000 h 6858000"/>
              <a:gd name="connsiteX308" fmla="*/ 5682041 w 7467600"/>
              <a:gd name="connsiteY308" fmla="*/ 6355860 h 6858000"/>
              <a:gd name="connsiteX309" fmla="*/ 5461758 w 7467600"/>
              <a:gd name="connsiteY309" fmla="*/ 5820220 h 6858000"/>
              <a:gd name="connsiteX310" fmla="*/ 5237282 w 7467600"/>
              <a:gd name="connsiteY310" fmla="*/ 6579086 h 6858000"/>
              <a:gd name="connsiteX311" fmla="*/ 5115009 w 7467600"/>
              <a:gd name="connsiteY311" fmla="*/ 6858000 h 6858000"/>
              <a:gd name="connsiteX312" fmla="*/ 5028074 w 7467600"/>
              <a:gd name="connsiteY312" fmla="*/ 6858000 h 6858000"/>
              <a:gd name="connsiteX313" fmla="*/ 5079508 w 7467600"/>
              <a:gd name="connsiteY313" fmla="*/ 6749074 h 6858000"/>
              <a:gd name="connsiteX314" fmla="*/ 5371846 w 7467600"/>
              <a:gd name="connsiteY314" fmla="*/ 5924413 h 6858000"/>
              <a:gd name="connsiteX315" fmla="*/ 5270512 w 7467600"/>
              <a:gd name="connsiteY315" fmla="*/ 6138975 h 6858000"/>
              <a:gd name="connsiteX316" fmla="*/ 5062409 w 7467600"/>
              <a:gd name="connsiteY316" fmla="*/ 6653544 h 6858000"/>
              <a:gd name="connsiteX317" fmla="*/ 5036628 w 7467600"/>
              <a:gd name="connsiteY317" fmla="*/ 6754247 h 6858000"/>
              <a:gd name="connsiteX318" fmla="*/ 5009112 w 7467600"/>
              <a:gd name="connsiteY318" fmla="*/ 6858000 h 6858000"/>
              <a:gd name="connsiteX319" fmla="*/ 4976679 w 7467600"/>
              <a:gd name="connsiteY319" fmla="*/ 6858000 h 6858000"/>
              <a:gd name="connsiteX320" fmla="*/ 5006537 w 7467600"/>
              <a:gd name="connsiteY320" fmla="*/ 6747068 h 6858000"/>
              <a:gd name="connsiteX321" fmla="*/ 5032723 w 7467600"/>
              <a:gd name="connsiteY321" fmla="*/ 6644957 h 6858000"/>
              <a:gd name="connsiteX322" fmla="*/ 5242949 w 7467600"/>
              <a:gd name="connsiteY322" fmla="*/ 6125175 h 6858000"/>
              <a:gd name="connsiteX323" fmla="*/ 5286321 w 7467600"/>
              <a:gd name="connsiteY323" fmla="*/ 6033555 h 6858000"/>
              <a:gd name="connsiteX324" fmla="*/ 5008210 w 7467600"/>
              <a:gd name="connsiteY324" fmla="*/ 6649194 h 6858000"/>
              <a:gd name="connsiteX325" fmla="*/ 4986321 w 7467600"/>
              <a:gd name="connsiteY325" fmla="*/ 6765687 h 6858000"/>
              <a:gd name="connsiteX326" fmla="*/ 4973474 w 7467600"/>
              <a:gd name="connsiteY326" fmla="*/ 6858000 h 6858000"/>
              <a:gd name="connsiteX327" fmla="*/ 4907178 w 7467600"/>
              <a:gd name="connsiteY327" fmla="*/ 6858000 h 6858000"/>
              <a:gd name="connsiteX328" fmla="*/ 4910810 w 7467600"/>
              <a:gd name="connsiteY328" fmla="*/ 6829660 h 6858000"/>
              <a:gd name="connsiteX329" fmla="*/ 4987461 w 7467600"/>
              <a:gd name="connsiteY329" fmla="*/ 6432994 h 6858000"/>
              <a:gd name="connsiteX330" fmla="*/ 5179262 w 7467600"/>
              <a:gd name="connsiteY330" fmla="*/ 6035044 h 6858000"/>
              <a:gd name="connsiteX331" fmla="*/ 4689678 w 7467600"/>
              <a:gd name="connsiteY331" fmla="*/ 6440241 h 6858000"/>
              <a:gd name="connsiteX332" fmla="*/ 4477543 w 7467600"/>
              <a:gd name="connsiteY332" fmla="*/ 6674836 h 6858000"/>
              <a:gd name="connsiteX333" fmla="*/ 4329957 w 7467600"/>
              <a:gd name="connsiteY333" fmla="*/ 6858000 h 6858000"/>
              <a:gd name="connsiteX334" fmla="*/ 4218595 w 7467600"/>
              <a:gd name="connsiteY334" fmla="*/ 6858000 h 6858000"/>
              <a:gd name="connsiteX335" fmla="*/ 4368888 w 7467600"/>
              <a:gd name="connsiteY335" fmla="*/ 6668412 h 6858000"/>
              <a:gd name="connsiteX336" fmla="*/ 4563091 w 7467600"/>
              <a:gd name="connsiteY336" fmla="*/ 6442508 h 6858000"/>
              <a:gd name="connsiteX337" fmla="*/ 5387324 w 7467600"/>
              <a:gd name="connsiteY337" fmla="*/ 5705830 h 6858000"/>
              <a:gd name="connsiteX338" fmla="*/ 5073620 w 7467600"/>
              <a:gd name="connsiteY338" fmla="*/ 5955437 h 6858000"/>
              <a:gd name="connsiteX339" fmla="*/ 4689789 w 7467600"/>
              <a:gd name="connsiteY339" fmla="*/ 6268382 h 6858000"/>
              <a:gd name="connsiteX340" fmla="*/ 4418722 w 7467600"/>
              <a:gd name="connsiteY340" fmla="*/ 6570886 h 6858000"/>
              <a:gd name="connsiteX341" fmla="*/ 4214944 w 7467600"/>
              <a:gd name="connsiteY341" fmla="*/ 6858000 h 6858000"/>
              <a:gd name="connsiteX342" fmla="*/ 4177898 w 7467600"/>
              <a:gd name="connsiteY342" fmla="*/ 6858000 h 6858000"/>
              <a:gd name="connsiteX343" fmla="*/ 4391597 w 7467600"/>
              <a:gd name="connsiteY343" fmla="*/ 6556370 h 6858000"/>
              <a:gd name="connsiteX344" fmla="*/ 4668889 w 7467600"/>
              <a:gd name="connsiteY344" fmla="*/ 6246399 h 6858000"/>
              <a:gd name="connsiteX345" fmla="*/ 5055427 w 7467600"/>
              <a:gd name="connsiteY345" fmla="*/ 5931476 h 6858000"/>
              <a:gd name="connsiteX346" fmla="*/ 5371814 w 7467600"/>
              <a:gd name="connsiteY346" fmla="*/ 5678975 h 6858000"/>
              <a:gd name="connsiteX347" fmla="*/ 4987918 w 7467600"/>
              <a:gd name="connsiteY347" fmla="*/ 5838701 h 6858000"/>
              <a:gd name="connsiteX348" fmla="*/ 4317146 w 7467600"/>
              <a:gd name="connsiteY348" fmla="*/ 6587716 h 6858000"/>
              <a:gd name="connsiteX349" fmla="*/ 4171627 w 7467600"/>
              <a:gd name="connsiteY349" fmla="*/ 6858000 h 6858000"/>
              <a:gd name="connsiteX350" fmla="*/ 4081585 w 7467600"/>
              <a:gd name="connsiteY350" fmla="*/ 6858000 h 6858000"/>
              <a:gd name="connsiteX351" fmla="*/ 4238603 w 7467600"/>
              <a:gd name="connsiteY351" fmla="*/ 6559341 h 6858000"/>
              <a:gd name="connsiteX352" fmla="*/ 4778333 w 7467600"/>
              <a:gd name="connsiteY352" fmla="*/ 5873626 h 6858000"/>
              <a:gd name="connsiteX353" fmla="*/ 5414185 w 7467600"/>
              <a:gd name="connsiteY353" fmla="*/ 5573882 h 6858000"/>
              <a:gd name="connsiteX354" fmla="*/ 5959648 w 7467600"/>
              <a:gd name="connsiteY354" fmla="*/ 4760797 h 6858000"/>
              <a:gd name="connsiteX355" fmla="*/ 5355019 w 7467600"/>
              <a:gd name="connsiteY355" fmla="*/ 4734672 h 6858000"/>
              <a:gd name="connsiteX356" fmla="*/ 5083565 w 7467600"/>
              <a:gd name="connsiteY356" fmla="*/ 5179121 h 6858000"/>
              <a:gd name="connsiteX357" fmla="*/ 4713577 w 7467600"/>
              <a:gd name="connsiteY357" fmla="*/ 5616803 h 6858000"/>
              <a:gd name="connsiteX358" fmla="*/ 3989559 w 7467600"/>
              <a:gd name="connsiteY358" fmla="*/ 6145945 h 6858000"/>
              <a:gd name="connsiteX359" fmla="*/ 3939824 w 7467600"/>
              <a:gd name="connsiteY359" fmla="*/ 6066900 h 6858000"/>
              <a:gd name="connsiteX360" fmla="*/ 4584537 w 7467600"/>
              <a:gd name="connsiteY360" fmla="*/ 5324826 h 6858000"/>
              <a:gd name="connsiteX361" fmla="*/ 5037105 w 7467600"/>
              <a:gd name="connsiteY361" fmla="*/ 5088765 h 6858000"/>
              <a:gd name="connsiteX362" fmla="*/ 5039930 w 7467600"/>
              <a:gd name="connsiteY362" fmla="*/ 5089585 h 6858000"/>
              <a:gd name="connsiteX363" fmla="*/ 5263764 w 7467600"/>
              <a:gd name="connsiteY363" fmla="*/ 4735525 h 6858000"/>
              <a:gd name="connsiteX364" fmla="*/ 4086300 w 7467600"/>
              <a:gd name="connsiteY364" fmla="*/ 4884599 h 6858000"/>
              <a:gd name="connsiteX365" fmla="*/ 4085485 w 7467600"/>
              <a:gd name="connsiteY365" fmla="*/ 4899070 h 6858000"/>
              <a:gd name="connsiteX366" fmla="*/ 3871915 w 7467600"/>
              <a:gd name="connsiteY366" fmla="*/ 5253645 h 6858000"/>
              <a:gd name="connsiteX367" fmla="*/ 3799374 w 7467600"/>
              <a:gd name="connsiteY367" fmla="*/ 5466127 h 6858000"/>
              <a:gd name="connsiteX368" fmla="*/ 3498850 w 7467600"/>
              <a:gd name="connsiteY368" fmla="*/ 6661888 h 6858000"/>
              <a:gd name="connsiteX369" fmla="*/ 3399216 w 7467600"/>
              <a:gd name="connsiteY369" fmla="*/ 6858000 h 6858000"/>
              <a:gd name="connsiteX370" fmla="*/ 3303688 w 7467600"/>
              <a:gd name="connsiteY370" fmla="*/ 6858000 h 6858000"/>
              <a:gd name="connsiteX371" fmla="*/ 3391774 w 7467600"/>
              <a:gd name="connsiteY371" fmla="*/ 6697181 h 6858000"/>
              <a:gd name="connsiteX372" fmla="*/ 3735540 w 7467600"/>
              <a:gd name="connsiteY372" fmla="*/ 5546923 h 6858000"/>
              <a:gd name="connsiteX373" fmla="*/ 3729438 w 7467600"/>
              <a:gd name="connsiteY373" fmla="*/ 5569058 h 6858000"/>
              <a:gd name="connsiteX374" fmla="*/ 3707782 w 7467600"/>
              <a:gd name="connsiteY374" fmla="*/ 5644908 h 6858000"/>
              <a:gd name="connsiteX375" fmla="*/ 3583827 w 7467600"/>
              <a:gd name="connsiteY375" fmla="*/ 6039215 h 6858000"/>
              <a:gd name="connsiteX376" fmla="*/ 3547861 w 7467600"/>
              <a:gd name="connsiteY376" fmla="*/ 6129609 h 6858000"/>
              <a:gd name="connsiteX377" fmla="*/ 3490905 w 7467600"/>
              <a:gd name="connsiteY377" fmla="*/ 6277660 h 6858000"/>
              <a:gd name="connsiteX378" fmla="*/ 3455859 w 7467600"/>
              <a:gd name="connsiteY378" fmla="*/ 6391301 h 6858000"/>
              <a:gd name="connsiteX379" fmla="*/ 3429112 w 7467600"/>
              <a:gd name="connsiteY379" fmla="*/ 6479469 h 6858000"/>
              <a:gd name="connsiteX380" fmla="*/ 3304862 w 7467600"/>
              <a:gd name="connsiteY380" fmla="*/ 6796476 h 6858000"/>
              <a:gd name="connsiteX381" fmla="*/ 3276071 w 7467600"/>
              <a:gd name="connsiteY381" fmla="*/ 6858000 h 6858000"/>
              <a:gd name="connsiteX382" fmla="*/ 3240805 w 7467600"/>
              <a:gd name="connsiteY382" fmla="*/ 6858000 h 6858000"/>
              <a:gd name="connsiteX383" fmla="*/ 3275917 w 7467600"/>
              <a:gd name="connsiteY383" fmla="*/ 6783192 h 6858000"/>
              <a:gd name="connsiteX384" fmla="*/ 3399358 w 7467600"/>
              <a:gd name="connsiteY384" fmla="*/ 6469011 h 6858000"/>
              <a:gd name="connsiteX385" fmla="*/ 3425650 w 7467600"/>
              <a:gd name="connsiteY385" fmla="*/ 6381333 h 6858000"/>
              <a:gd name="connsiteX386" fmla="*/ 3460661 w 7467600"/>
              <a:gd name="connsiteY386" fmla="*/ 6266763 h 6858000"/>
              <a:gd name="connsiteX387" fmla="*/ 3518021 w 7467600"/>
              <a:gd name="connsiteY387" fmla="*/ 6117298 h 6858000"/>
              <a:gd name="connsiteX388" fmla="*/ 3554035 w 7467600"/>
              <a:gd name="connsiteY388" fmla="*/ 6027832 h 6858000"/>
              <a:gd name="connsiteX389" fmla="*/ 3677174 w 7467600"/>
              <a:gd name="connsiteY389" fmla="*/ 5636351 h 6858000"/>
              <a:gd name="connsiteX390" fmla="*/ 3698819 w 7467600"/>
              <a:gd name="connsiteY390" fmla="*/ 5560503 h 6858000"/>
              <a:gd name="connsiteX391" fmla="*/ 3702094 w 7467600"/>
              <a:gd name="connsiteY391" fmla="*/ 5549194 h 6858000"/>
              <a:gd name="connsiteX392" fmla="*/ 3398355 w 7467600"/>
              <a:gd name="connsiteY392" fmla="*/ 6094603 h 6858000"/>
              <a:gd name="connsiteX393" fmla="*/ 3193941 w 7467600"/>
              <a:gd name="connsiteY393" fmla="*/ 6798775 h 6858000"/>
              <a:gd name="connsiteX394" fmla="*/ 3184140 w 7467600"/>
              <a:gd name="connsiteY394" fmla="*/ 6858000 h 6858000"/>
              <a:gd name="connsiteX395" fmla="*/ 3099978 w 7467600"/>
              <a:gd name="connsiteY395" fmla="*/ 6858000 h 6858000"/>
              <a:gd name="connsiteX396" fmla="*/ 3101556 w 7467600"/>
              <a:gd name="connsiteY396" fmla="*/ 6843337 h 6858000"/>
              <a:gd name="connsiteX397" fmla="*/ 3370162 w 7467600"/>
              <a:gd name="connsiteY397" fmla="*/ 5785550 h 6858000"/>
              <a:gd name="connsiteX398" fmla="*/ 3746477 w 7467600"/>
              <a:gd name="connsiteY398" fmla="*/ 5377889 h 6858000"/>
              <a:gd name="connsiteX399" fmla="*/ 3863399 w 7467600"/>
              <a:gd name="connsiteY399" fmla="*/ 5087257 h 6858000"/>
              <a:gd name="connsiteX400" fmla="*/ 3968712 w 7467600"/>
              <a:gd name="connsiteY400" fmla="*/ 4913989 h 6858000"/>
              <a:gd name="connsiteX401" fmla="*/ 2792390 w 7467600"/>
              <a:gd name="connsiteY401" fmla="*/ 5382974 h 6858000"/>
              <a:gd name="connsiteX402" fmla="*/ 2714982 w 7467600"/>
              <a:gd name="connsiteY402" fmla="*/ 5427051 h 6858000"/>
              <a:gd name="connsiteX403" fmla="*/ 2813361 w 7467600"/>
              <a:gd name="connsiteY403" fmla="*/ 6023912 h 6858000"/>
              <a:gd name="connsiteX404" fmla="*/ 2688430 w 7467600"/>
              <a:gd name="connsiteY404" fmla="*/ 6801564 h 6858000"/>
              <a:gd name="connsiteX405" fmla="*/ 2629626 w 7467600"/>
              <a:gd name="connsiteY405" fmla="*/ 6763394 h 6858000"/>
              <a:gd name="connsiteX406" fmla="*/ 2565328 w 7467600"/>
              <a:gd name="connsiteY406" fmla="*/ 5516399 h 6858000"/>
              <a:gd name="connsiteX407" fmla="*/ 1922999 w 7467600"/>
              <a:gd name="connsiteY407" fmla="*/ 5980343 h 6858000"/>
              <a:gd name="connsiteX408" fmla="*/ 1950261 w 7467600"/>
              <a:gd name="connsiteY408" fmla="*/ 6405858 h 6858000"/>
              <a:gd name="connsiteX409" fmla="*/ 2365554 w 7467600"/>
              <a:gd name="connsiteY409" fmla="*/ 6759107 h 6858000"/>
              <a:gd name="connsiteX410" fmla="*/ 2424142 w 7467600"/>
              <a:gd name="connsiteY410" fmla="*/ 6858000 h 6858000"/>
              <a:gd name="connsiteX411" fmla="*/ 2395994 w 7467600"/>
              <a:gd name="connsiteY411" fmla="*/ 6858000 h 6858000"/>
              <a:gd name="connsiteX412" fmla="*/ 2392863 w 7467600"/>
              <a:gd name="connsiteY412" fmla="*/ 6852964 h 6858000"/>
              <a:gd name="connsiteX413" fmla="*/ 2017589 w 7467600"/>
              <a:gd name="connsiteY413" fmla="*/ 6493982 h 6858000"/>
              <a:gd name="connsiteX414" fmla="*/ 2147336 w 7467600"/>
              <a:gd name="connsiteY414" fmla="*/ 6594052 h 6858000"/>
              <a:gd name="connsiteX415" fmla="*/ 2207047 w 7467600"/>
              <a:gd name="connsiteY415" fmla="*/ 6654540 h 6858000"/>
              <a:gd name="connsiteX416" fmla="*/ 2299106 w 7467600"/>
              <a:gd name="connsiteY416" fmla="*/ 6778931 h 6858000"/>
              <a:gd name="connsiteX417" fmla="*/ 2314430 w 7467600"/>
              <a:gd name="connsiteY417" fmla="*/ 6801144 h 6858000"/>
              <a:gd name="connsiteX418" fmla="*/ 2352406 w 7467600"/>
              <a:gd name="connsiteY418" fmla="*/ 6858000 h 6858000"/>
              <a:gd name="connsiteX419" fmla="*/ 2314492 w 7467600"/>
              <a:gd name="connsiteY419" fmla="*/ 6858000 h 6858000"/>
              <a:gd name="connsiteX420" fmla="*/ 2288095 w 7467600"/>
              <a:gd name="connsiteY420" fmla="*/ 6818030 h 6858000"/>
              <a:gd name="connsiteX421" fmla="*/ 2272768 w 7467600"/>
              <a:gd name="connsiteY421" fmla="*/ 6795822 h 6858000"/>
              <a:gd name="connsiteX422" fmla="*/ 2182715 w 7467600"/>
              <a:gd name="connsiteY422" fmla="*/ 6675071 h 6858000"/>
              <a:gd name="connsiteX423" fmla="*/ 2032061 w 7467600"/>
              <a:gd name="connsiteY423" fmla="*/ 6541380 h 6858000"/>
              <a:gd name="connsiteX424" fmla="*/ 2257220 w 7467600"/>
              <a:gd name="connsiteY424" fmla="*/ 6826257 h 6858000"/>
              <a:gd name="connsiteX425" fmla="*/ 2281324 w 7467600"/>
              <a:gd name="connsiteY425" fmla="*/ 6858000 h 6858000"/>
              <a:gd name="connsiteX426" fmla="*/ 2242860 w 7467600"/>
              <a:gd name="connsiteY426" fmla="*/ 6858000 h 6858000"/>
              <a:gd name="connsiteX427" fmla="*/ 2232818 w 7467600"/>
              <a:gd name="connsiteY427" fmla="*/ 6844926 h 6858000"/>
              <a:gd name="connsiteX428" fmla="*/ 1990172 w 7467600"/>
              <a:gd name="connsiteY428" fmla="*/ 6542121 h 6858000"/>
              <a:gd name="connsiteX429" fmla="*/ 2124090 w 7467600"/>
              <a:gd name="connsiteY429" fmla="*/ 6761017 h 6858000"/>
              <a:gd name="connsiteX430" fmla="*/ 2200380 w 7467600"/>
              <a:gd name="connsiteY430" fmla="*/ 6858000 h 6858000"/>
              <a:gd name="connsiteX431" fmla="*/ 2147507 w 7467600"/>
              <a:gd name="connsiteY431" fmla="*/ 6858000 h 6858000"/>
              <a:gd name="connsiteX432" fmla="*/ 2070668 w 7467600"/>
              <a:gd name="connsiteY432" fmla="*/ 6761520 h 6858000"/>
              <a:gd name="connsiteX433" fmla="*/ 1975142 w 7467600"/>
              <a:gd name="connsiteY433" fmla="*/ 6585570 h 6858000"/>
              <a:gd name="connsiteX434" fmla="*/ 2050035 w 7467600"/>
              <a:gd name="connsiteY434" fmla="*/ 6813345 h 6858000"/>
              <a:gd name="connsiteX435" fmla="*/ 2063025 w 7467600"/>
              <a:gd name="connsiteY435" fmla="*/ 6858000 h 6858000"/>
              <a:gd name="connsiteX436" fmla="*/ 2021675 w 7467600"/>
              <a:gd name="connsiteY436" fmla="*/ 6858000 h 6858000"/>
              <a:gd name="connsiteX437" fmla="*/ 2019308 w 7467600"/>
              <a:gd name="connsiteY437" fmla="*/ 6847118 h 6858000"/>
              <a:gd name="connsiteX438" fmla="*/ 1938835 w 7467600"/>
              <a:gd name="connsiteY438" fmla="*/ 6551160 h 6858000"/>
              <a:gd name="connsiteX439" fmla="*/ 1953230 w 7467600"/>
              <a:gd name="connsiteY439" fmla="*/ 6759699 h 6858000"/>
              <a:gd name="connsiteX440" fmla="*/ 1956763 w 7467600"/>
              <a:gd name="connsiteY440" fmla="*/ 6778191 h 6858000"/>
              <a:gd name="connsiteX441" fmla="*/ 1967925 w 7467600"/>
              <a:gd name="connsiteY441" fmla="*/ 6858000 h 6858000"/>
              <a:gd name="connsiteX442" fmla="*/ 1936622 w 7467600"/>
              <a:gd name="connsiteY442" fmla="*/ 6858000 h 6858000"/>
              <a:gd name="connsiteX443" fmla="*/ 1926261 w 7467600"/>
              <a:gd name="connsiteY443" fmla="*/ 6784064 h 6858000"/>
              <a:gd name="connsiteX444" fmla="*/ 1922724 w 7467600"/>
              <a:gd name="connsiteY444" fmla="*/ 6765577 h 6858000"/>
              <a:gd name="connsiteX445" fmla="*/ 1904650 w 7467600"/>
              <a:gd name="connsiteY445" fmla="*/ 6639616 h 6858000"/>
              <a:gd name="connsiteX446" fmla="*/ 1885273 w 7467600"/>
              <a:gd name="connsiteY446" fmla="*/ 6858000 h 6858000"/>
              <a:gd name="connsiteX447" fmla="*/ 1854363 w 7467600"/>
              <a:gd name="connsiteY447" fmla="*/ 6858000 h 6858000"/>
              <a:gd name="connsiteX448" fmla="*/ 1880391 w 7467600"/>
              <a:gd name="connsiteY448" fmla="*/ 6603796 h 6858000"/>
              <a:gd name="connsiteX449" fmla="*/ 1818273 w 7467600"/>
              <a:gd name="connsiteY449" fmla="*/ 6715729 h 6858000"/>
              <a:gd name="connsiteX450" fmla="*/ 1794691 w 7467600"/>
              <a:gd name="connsiteY450" fmla="*/ 6843239 h 6858000"/>
              <a:gd name="connsiteX451" fmla="*/ 1794914 w 7467600"/>
              <a:gd name="connsiteY451" fmla="*/ 6858000 h 6858000"/>
              <a:gd name="connsiteX452" fmla="*/ 1746128 w 7467600"/>
              <a:gd name="connsiteY452" fmla="*/ 6858000 h 6858000"/>
              <a:gd name="connsiteX453" fmla="*/ 1753934 w 7467600"/>
              <a:gd name="connsiteY453" fmla="*/ 6724796 h 6858000"/>
              <a:gd name="connsiteX454" fmla="*/ 1792053 w 7467600"/>
              <a:gd name="connsiteY454" fmla="*/ 6572396 h 6858000"/>
              <a:gd name="connsiteX455" fmla="*/ 1862248 w 7467600"/>
              <a:gd name="connsiteY455" fmla="*/ 6266397 h 6858000"/>
              <a:gd name="connsiteX456" fmla="*/ 1862250 w 7467600"/>
              <a:gd name="connsiteY456" fmla="*/ 6033531 h 6858000"/>
              <a:gd name="connsiteX457" fmla="*/ 1211999 w 7467600"/>
              <a:gd name="connsiteY457" fmla="*/ 6683610 h 6858000"/>
              <a:gd name="connsiteX458" fmla="*/ 1213266 w 7467600"/>
              <a:gd name="connsiteY458" fmla="*/ 6691947 h 6858000"/>
              <a:gd name="connsiteX459" fmla="*/ 1203370 w 7467600"/>
              <a:gd name="connsiteY459" fmla="*/ 6850676 h 6858000"/>
              <a:gd name="connsiteX460" fmla="*/ 1203671 w 7467600"/>
              <a:gd name="connsiteY460" fmla="*/ 6858000 h 6858000"/>
              <a:gd name="connsiteX461" fmla="*/ 1143180 w 7467600"/>
              <a:gd name="connsiteY461" fmla="*/ 6858000 h 6858000"/>
              <a:gd name="connsiteX462" fmla="*/ 1142176 w 7467600"/>
              <a:gd name="connsiteY462" fmla="*/ 6766045 h 6858000"/>
              <a:gd name="connsiteX463" fmla="*/ 1067484 w 7467600"/>
              <a:gd name="connsiteY463" fmla="*/ 6858000 h 6858000"/>
              <a:gd name="connsiteX464" fmla="*/ 953928 w 7467600"/>
              <a:gd name="connsiteY464" fmla="*/ 6858000 h 6858000"/>
              <a:gd name="connsiteX465" fmla="*/ 959715 w 7467600"/>
              <a:gd name="connsiteY465" fmla="*/ 6850185 h 6858000"/>
              <a:gd name="connsiteX466" fmla="*/ 1483788 w 7467600"/>
              <a:gd name="connsiteY466" fmla="*/ 6259174 h 6858000"/>
              <a:gd name="connsiteX467" fmla="*/ 1100671 w 7467600"/>
              <a:gd name="connsiteY467" fmla="*/ 6252137 h 6858000"/>
              <a:gd name="connsiteX468" fmla="*/ 1090144 w 7467600"/>
              <a:gd name="connsiteY468" fmla="*/ 6256748 h 6858000"/>
              <a:gd name="connsiteX469" fmla="*/ 1095872 w 7467600"/>
              <a:gd name="connsiteY469" fmla="*/ 6271892 h 6858000"/>
              <a:gd name="connsiteX470" fmla="*/ 262785 w 7467600"/>
              <a:gd name="connsiteY470" fmla="*/ 6845450 h 6858000"/>
              <a:gd name="connsiteX471" fmla="*/ 209968 w 7467600"/>
              <a:gd name="connsiteY471" fmla="*/ 6770713 h 6858000"/>
              <a:gd name="connsiteX472" fmla="*/ 873460 w 7467600"/>
              <a:gd name="connsiteY472" fmla="*/ 6253768 h 6858000"/>
              <a:gd name="connsiteX473" fmla="*/ 192686 w 7467600"/>
              <a:gd name="connsiteY473" fmla="*/ 5849257 h 6858000"/>
              <a:gd name="connsiteX474" fmla="*/ 4696 w 7467600"/>
              <a:gd name="connsiteY474" fmla="*/ 5697668 h 6858000"/>
              <a:gd name="connsiteX475" fmla="*/ 0 w 7467600"/>
              <a:gd name="connsiteY475" fmla="*/ 5689984 h 6858000"/>
              <a:gd name="connsiteX476" fmla="*/ 0 w 7467600"/>
              <a:gd name="connsiteY476" fmla="*/ 5513472 h 6858000"/>
              <a:gd name="connsiteX477" fmla="*/ 174101 w 7467600"/>
              <a:gd name="connsiteY477" fmla="*/ 5620277 h 6858000"/>
              <a:gd name="connsiteX478" fmla="*/ 891800 w 7467600"/>
              <a:gd name="connsiteY478" fmla="*/ 6036935 h 6858000"/>
              <a:gd name="connsiteX479" fmla="*/ 1072219 w 7467600"/>
              <a:gd name="connsiteY479" fmla="*/ 6169443 h 6858000"/>
              <a:gd name="connsiteX480" fmla="*/ 1074117 w 7467600"/>
              <a:gd name="connsiteY480" fmla="*/ 6170301 h 6858000"/>
              <a:gd name="connsiteX481" fmla="*/ 1083114 w 7467600"/>
              <a:gd name="connsiteY481" fmla="*/ 6174131 h 6858000"/>
              <a:gd name="connsiteX482" fmla="*/ 1543010 w 7467600"/>
              <a:gd name="connsiteY482" fmla="*/ 6191140 h 6858000"/>
              <a:gd name="connsiteX483" fmla="*/ 1551080 w 7467600"/>
              <a:gd name="connsiteY483" fmla="*/ 6195006 h 6858000"/>
              <a:gd name="connsiteX484" fmla="*/ 2345443 w 7467600"/>
              <a:gd name="connsiteY484" fmla="*/ 5549882 h 6858000"/>
              <a:gd name="connsiteX485" fmla="*/ 1721499 w 7467600"/>
              <a:gd name="connsiteY485" fmla="*/ 5599969 h 6858000"/>
              <a:gd name="connsiteX486" fmla="*/ 767716 w 7467600"/>
              <a:gd name="connsiteY486" fmla="*/ 5472768 h 6858000"/>
              <a:gd name="connsiteX487" fmla="*/ 722147 w 7467600"/>
              <a:gd name="connsiteY487" fmla="*/ 5393091 h 6858000"/>
              <a:gd name="connsiteX488" fmla="*/ 1485552 w 7467600"/>
              <a:gd name="connsiteY488" fmla="*/ 5313202 h 6858000"/>
              <a:gd name="connsiteX489" fmla="*/ 2143004 w 7467600"/>
              <a:gd name="connsiteY489" fmla="*/ 5402420 h 6858000"/>
              <a:gd name="connsiteX490" fmla="*/ 1933391 w 7467600"/>
              <a:gd name="connsiteY490" fmla="*/ 5156971 h 6858000"/>
              <a:gd name="connsiteX491" fmla="*/ 1827118 w 7467600"/>
              <a:gd name="connsiteY491" fmla="*/ 4968410 h 6858000"/>
              <a:gd name="connsiteX492" fmla="*/ 1837349 w 7467600"/>
              <a:gd name="connsiteY492" fmla="*/ 4956357 h 6858000"/>
              <a:gd name="connsiteX493" fmla="*/ 2162835 w 7467600"/>
              <a:gd name="connsiteY493" fmla="*/ 5187853 h 6858000"/>
              <a:gd name="connsiteX494" fmla="*/ 2257167 w 7467600"/>
              <a:gd name="connsiteY494" fmla="*/ 5462123 h 6858000"/>
              <a:gd name="connsiteX495" fmla="*/ 2261598 w 7467600"/>
              <a:gd name="connsiteY495" fmla="*/ 5467998 h 6858000"/>
              <a:gd name="connsiteX496" fmla="*/ 2437177 w 7467600"/>
              <a:gd name="connsiteY496" fmla="*/ 5479608 h 6858000"/>
              <a:gd name="connsiteX497" fmla="*/ 2445247 w 7467600"/>
              <a:gd name="connsiteY497" fmla="*/ 5483476 h 6858000"/>
              <a:gd name="connsiteX498" fmla="*/ 2743626 w 7467600"/>
              <a:gd name="connsiteY498" fmla="*/ 5304819 h 6858000"/>
              <a:gd name="connsiteX499" fmla="*/ 3048102 w 7467600"/>
              <a:gd name="connsiteY499" fmla="*/ 5150595 h 6858000"/>
              <a:gd name="connsiteX500" fmla="*/ 1799414 w 7467600"/>
              <a:gd name="connsiteY500" fmla="*/ 4694732 h 6858000"/>
              <a:gd name="connsiteX501" fmla="*/ 1771735 w 7467600"/>
              <a:gd name="connsiteY501" fmla="*/ 4619929 h 6858000"/>
              <a:gd name="connsiteX502" fmla="*/ 3104273 w 7467600"/>
              <a:gd name="connsiteY502" fmla="*/ 5076159 h 6858000"/>
              <a:gd name="connsiteX503" fmla="*/ 3113245 w 7467600"/>
              <a:gd name="connsiteY503" fmla="*/ 5090705 h 6858000"/>
              <a:gd name="connsiteX504" fmla="*/ 3126294 w 7467600"/>
              <a:gd name="connsiteY504" fmla="*/ 5114400 h 6858000"/>
              <a:gd name="connsiteX505" fmla="*/ 3937433 w 7467600"/>
              <a:gd name="connsiteY505" fmla="*/ 4830473 h 6858000"/>
              <a:gd name="connsiteX506" fmla="*/ 3590475 w 7467600"/>
              <a:gd name="connsiteY506" fmla="*/ 4597974 h 6858000"/>
              <a:gd name="connsiteX507" fmla="*/ 3100264 w 7467600"/>
              <a:gd name="connsiteY507" fmla="*/ 4579845 h 6858000"/>
              <a:gd name="connsiteX508" fmla="*/ 2183576 w 7467600"/>
              <a:gd name="connsiteY508" fmla="*/ 4227150 h 6858000"/>
              <a:gd name="connsiteX509" fmla="*/ 2151029 w 7467600"/>
              <a:gd name="connsiteY509" fmla="*/ 4146947 h 6858000"/>
              <a:gd name="connsiteX510" fmla="*/ 3563434 w 7467600"/>
              <a:gd name="connsiteY510" fmla="*/ 4469115 h 6858000"/>
              <a:gd name="connsiteX511" fmla="*/ 3177952 w 7467600"/>
              <a:gd name="connsiteY511" fmla="*/ 3657386 h 6858000"/>
              <a:gd name="connsiteX512" fmla="*/ 3189263 w 7467600"/>
              <a:gd name="connsiteY512" fmla="*/ 3625726 h 6858000"/>
              <a:gd name="connsiteX513" fmla="*/ 3560912 w 7467600"/>
              <a:gd name="connsiteY513" fmla="*/ 4079863 h 6858000"/>
              <a:gd name="connsiteX514" fmla="*/ 3626636 w 7467600"/>
              <a:gd name="connsiteY514" fmla="*/ 4512230 h 6858000"/>
              <a:gd name="connsiteX515" fmla="*/ 3653088 w 7467600"/>
              <a:gd name="connsiteY515" fmla="*/ 4521417 h 6858000"/>
              <a:gd name="connsiteX516" fmla="*/ 3988128 w 7467600"/>
              <a:gd name="connsiteY516" fmla="*/ 4817267 h 6858000"/>
              <a:gd name="connsiteX517" fmla="*/ 4830582 w 7467600"/>
              <a:gd name="connsiteY517" fmla="*/ 4676000 h 6858000"/>
              <a:gd name="connsiteX518" fmla="*/ 4830100 w 7467600"/>
              <a:gd name="connsiteY518" fmla="*/ 4675554 h 6858000"/>
              <a:gd name="connsiteX519" fmla="*/ 4036318 w 7467600"/>
              <a:gd name="connsiteY519" fmla="*/ 4147013 h 6858000"/>
              <a:gd name="connsiteX520" fmla="*/ 3432098 w 7467600"/>
              <a:gd name="connsiteY520" fmla="*/ 3537312 h 6858000"/>
              <a:gd name="connsiteX521" fmla="*/ 3446761 w 7467600"/>
              <a:gd name="connsiteY521" fmla="*/ 3461278 h 6858000"/>
              <a:gd name="connsiteX522" fmla="*/ 4419733 w 7467600"/>
              <a:gd name="connsiteY522" fmla="*/ 3963555 h 6858000"/>
              <a:gd name="connsiteX523" fmla="*/ 4781371 w 7467600"/>
              <a:gd name="connsiteY523" fmla="*/ 4458604 h 6858000"/>
              <a:gd name="connsiteX524" fmla="*/ 4780440 w 7467600"/>
              <a:gd name="connsiteY524" fmla="*/ 4470290 h 6858000"/>
              <a:gd name="connsiteX525" fmla="*/ 4898954 w 7467600"/>
              <a:gd name="connsiteY525" fmla="*/ 4662092 h 6858000"/>
              <a:gd name="connsiteX526" fmla="*/ 4900699 w 7467600"/>
              <a:gd name="connsiteY526" fmla="*/ 4670867 h 6858000"/>
              <a:gd name="connsiteX527" fmla="*/ 5714511 w 7467600"/>
              <a:gd name="connsiteY527" fmla="*/ 4663483 h 6858000"/>
              <a:gd name="connsiteX528" fmla="*/ 5464793 w 7467600"/>
              <a:gd name="connsiteY528" fmla="*/ 4393556 h 6858000"/>
              <a:gd name="connsiteX529" fmla="*/ 5461897 w 7467600"/>
              <a:gd name="connsiteY529" fmla="*/ 4390879 h 6858000"/>
              <a:gd name="connsiteX530" fmla="*/ 4294126 w 7467600"/>
              <a:gd name="connsiteY530" fmla="*/ 3303048 h 6858000"/>
              <a:gd name="connsiteX531" fmla="*/ 4305321 w 7467600"/>
              <a:gd name="connsiteY531" fmla="*/ 3256953 h 6858000"/>
              <a:gd name="connsiteX532" fmla="*/ 4949299 w 7467600"/>
              <a:gd name="connsiteY532" fmla="*/ 3766336 h 6858000"/>
              <a:gd name="connsiteX533" fmla="*/ 5291452 w 7467600"/>
              <a:gd name="connsiteY533" fmla="*/ 4076801 h 6858000"/>
              <a:gd name="connsiteX534" fmla="*/ 5434998 w 7467600"/>
              <a:gd name="connsiteY534" fmla="*/ 4254100 h 6858000"/>
              <a:gd name="connsiteX535" fmla="*/ 5351015 w 7467600"/>
              <a:gd name="connsiteY535" fmla="*/ 3760989 h 6858000"/>
              <a:gd name="connsiteX536" fmla="*/ 5413780 w 7467600"/>
              <a:gd name="connsiteY536" fmla="*/ 2966265 h 6858000"/>
              <a:gd name="connsiteX537" fmla="*/ 5425627 w 7467600"/>
              <a:gd name="connsiteY537" fmla="*/ 2954192 h 6858000"/>
              <a:gd name="connsiteX538" fmla="*/ 6604735 w 7467600"/>
              <a:gd name="connsiteY538" fmla="*/ 2041381 h 6858000"/>
              <a:gd name="connsiteX539" fmla="*/ 7204487 w 7467600"/>
              <a:gd name="connsiteY539" fmla="*/ 2742112 h 6858000"/>
              <a:gd name="connsiteX540" fmla="*/ 7131592 w 7467600"/>
              <a:gd name="connsiteY540" fmla="*/ 2672096 h 6858000"/>
              <a:gd name="connsiteX541" fmla="*/ 6996344 w 7467600"/>
              <a:gd name="connsiteY541" fmla="*/ 2518310 h 6858000"/>
              <a:gd name="connsiteX542" fmla="*/ 6735495 w 7467600"/>
              <a:gd name="connsiteY542" fmla="*/ 2196890 h 6858000"/>
              <a:gd name="connsiteX543" fmla="*/ 6721901 w 7467600"/>
              <a:gd name="connsiteY543" fmla="*/ 2179274 h 6858000"/>
              <a:gd name="connsiteX544" fmla="*/ 6604735 w 7467600"/>
              <a:gd name="connsiteY544" fmla="*/ 2041381 h 6858000"/>
              <a:gd name="connsiteX545" fmla="*/ 6591670 w 7467600"/>
              <a:gd name="connsiteY545" fmla="*/ 1988277 h 6858000"/>
              <a:gd name="connsiteX546" fmla="*/ 6747349 w 7467600"/>
              <a:gd name="connsiteY546" fmla="*/ 2160069 h 6858000"/>
              <a:gd name="connsiteX547" fmla="*/ 6760943 w 7467600"/>
              <a:gd name="connsiteY547" fmla="*/ 2177686 h 6858000"/>
              <a:gd name="connsiteX548" fmla="*/ 7021065 w 7467600"/>
              <a:gd name="connsiteY548" fmla="*/ 2498102 h 6858000"/>
              <a:gd name="connsiteX549" fmla="*/ 7155223 w 7467600"/>
              <a:gd name="connsiteY549" fmla="*/ 2650386 h 6858000"/>
              <a:gd name="connsiteX550" fmla="*/ 7203167 w 7467600"/>
              <a:gd name="connsiteY550" fmla="*/ 2697288 h 6858000"/>
              <a:gd name="connsiteX551" fmla="*/ 6937703 w 7467600"/>
              <a:gd name="connsiteY551" fmla="*/ 2321981 h 6858000"/>
              <a:gd name="connsiteX552" fmla="*/ 6591670 w 7467600"/>
              <a:gd name="connsiteY552" fmla="*/ 1988277 h 6858000"/>
              <a:gd name="connsiteX553" fmla="*/ 5798671 w 7467600"/>
              <a:gd name="connsiteY553" fmla="*/ 1981601 h 6858000"/>
              <a:gd name="connsiteX554" fmla="*/ 5754709 w 7467600"/>
              <a:gd name="connsiteY554" fmla="*/ 2071454 h 6858000"/>
              <a:gd name="connsiteX555" fmla="*/ 5763044 w 7467600"/>
              <a:gd name="connsiteY555" fmla="*/ 2842206 h 6858000"/>
              <a:gd name="connsiteX556" fmla="*/ 5764974 w 7467600"/>
              <a:gd name="connsiteY556" fmla="*/ 2799609 h 6858000"/>
              <a:gd name="connsiteX557" fmla="*/ 5767665 w 7467600"/>
              <a:gd name="connsiteY557" fmla="*/ 2666409 h 6858000"/>
              <a:gd name="connsiteX558" fmla="*/ 5763055 w 7467600"/>
              <a:gd name="connsiteY558" fmla="*/ 2579705 h 6858000"/>
              <a:gd name="connsiteX559" fmla="*/ 5758079 w 7467600"/>
              <a:gd name="connsiteY559" fmla="*/ 2492508 h 6858000"/>
              <a:gd name="connsiteX560" fmla="*/ 5779325 w 7467600"/>
              <a:gd name="connsiteY560" fmla="*/ 2197069 h 6858000"/>
              <a:gd name="connsiteX561" fmla="*/ 5798671 w 7467600"/>
              <a:gd name="connsiteY561" fmla="*/ 1981601 h 6858000"/>
              <a:gd name="connsiteX562" fmla="*/ 5829202 w 7467600"/>
              <a:gd name="connsiteY562" fmla="*/ 1971679 h 6858000"/>
              <a:gd name="connsiteX563" fmla="*/ 5809558 w 7467600"/>
              <a:gd name="connsiteY563" fmla="*/ 2198043 h 6858000"/>
              <a:gd name="connsiteX564" fmla="*/ 5788653 w 7467600"/>
              <a:gd name="connsiteY564" fmla="*/ 2489430 h 6858000"/>
              <a:gd name="connsiteX565" fmla="*/ 5793439 w 7467600"/>
              <a:gd name="connsiteY565" fmla="*/ 2575235 h 6858000"/>
              <a:gd name="connsiteX566" fmla="*/ 5796837 w 7467600"/>
              <a:gd name="connsiteY566" fmla="*/ 2637633 h 6858000"/>
              <a:gd name="connsiteX567" fmla="*/ 5818614 w 7467600"/>
              <a:gd name="connsiteY567" fmla="*/ 2473055 h 6858000"/>
              <a:gd name="connsiteX568" fmla="*/ 5829202 w 7467600"/>
              <a:gd name="connsiteY568" fmla="*/ 1971679 h 6858000"/>
              <a:gd name="connsiteX569" fmla="*/ 5911389 w 7467600"/>
              <a:gd name="connsiteY569" fmla="*/ 1898371 h 6858000"/>
              <a:gd name="connsiteX570" fmla="*/ 6237627 w 7467600"/>
              <a:gd name="connsiteY570" fmla="*/ 2231921 h 6858000"/>
              <a:gd name="connsiteX571" fmla="*/ 5911389 w 7467600"/>
              <a:gd name="connsiteY571" fmla="*/ 1898371 h 6858000"/>
              <a:gd name="connsiteX572" fmla="*/ 6944437 w 7467600"/>
              <a:gd name="connsiteY572" fmla="*/ 1575402 h 6858000"/>
              <a:gd name="connsiteX573" fmla="*/ 6304730 w 7467600"/>
              <a:gd name="connsiteY573" fmla="*/ 1766654 h 6858000"/>
              <a:gd name="connsiteX574" fmla="*/ 6944437 w 7467600"/>
              <a:gd name="connsiteY574" fmla="*/ 1575402 h 6858000"/>
              <a:gd name="connsiteX575" fmla="*/ 7019523 w 7467600"/>
              <a:gd name="connsiteY575" fmla="*/ 1519450 h 6858000"/>
              <a:gd name="connsiteX576" fmla="*/ 6298091 w 7467600"/>
              <a:gd name="connsiteY576" fmla="*/ 1737122 h 6858000"/>
              <a:gd name="connsiteX577" fmla="*/ 7019523 w 7467600"/>
              <a:gd name="connsiteY577" fmla="*/ 1519450 h 6858000"/>
              <a:gd name="connsiteX578" fmla="*/ 2399523 w 7467600"/>
              <a:gd name="connsiteY578" fmla="*/ 1428234 h 6858000"/>
              <a:gd name="connsiteX579" fmla="*/ 2224982 w 7467600"/>
              <a:gd name="connsiteY579" fmla="*/ 1826201 h 6858000"/>
              <a:gd name="connsiteX580" fmla="*/ 2096099 w 7467600"/>
              <a:gd name="connsiteY580" fmla="*/ 2345900 h 6858000"/>
              <a:gd name="connsiteX581" fmla="*/ 2283317 w 7467600"/>
              <a:gd name="connsiteY581" fmla="*/ 1796925 h 6858000"/>
              <a:gd name="connsiteX582" fmla="*/ 2399523 w 7467600"/>
              <a:gd name="connsiteY582" fmla="*/ 1428234 h 6858000"/>
              <a:gd name="connsiteX583" fmla="*/ 2448558 w 7467600"/>
              <a:gd name="connsiteY583" fmla="*/ 1373435 h 6858000"/>
              <a:gd name="connsiteX584" fmla="*/ 2312521 w 7467600"/>
              <a:gd name="connsiteY584" fmla="*/ 1806140 h 6858000"/>
              <a:gd name="connsiteX585" fmla="*/ 2127533 w 7467600"/>
              <a:gd name="connsiteY585" fmla="*/ 2348380 h 6858000"/>
              <a:gd name="connsiteX586" fmla="*/ 2358080 w 7467600"/>
              <a:gd name="connsiteY586" fmla="*/ 1866134 h 6858000"/>
              <a:gd name="connsiteX587" fmla="*/ 2407436 w 7467600"/>
              <a:gd name="connsiteY587" fmla="*/ 1651070 h 6858000"/>
              <a:gd name="connsiteX588" fmla="*/ 2448558 w 7467600"/>
              <a:gd name="connsiteY588" fmla="*/ 1373435 h 6858000"/>
              <a:gd name="connsiteX589" fmla="*/ 278707 w 7467600"/>
              <a:gd name="connsiteY589" fmla="*/ 1352270 h 6858000"/>
              <a:gd name="connsiteX590" fmla="*/ 321570 w 7467600"/>
              <a:gd name="connsiteY590" fmla="*/ 1861610 h 6858000"/>
              <a:gd name="connsiteX591" fmla="*/ 294281 w 7467600"/>
              <a:gd name="connsiteY591" fmla="*/ 1440658 h 6858000"/>
              <a:gd name="connsiteX592" fmla="*/ 278707 w 7467600"/>
              <a:gd name="connsiteY592" fmla="*/ 1352270 h 6858000"/>
              <a:gd name="connsiteX593" fmla="*/ 1423821 w 7467600"/>
              <a:gd name="connsiteY593" fmla="*/ 1351958 h 6858000"/>
              <a:gd name="connsiteX594" fmla="*/ 1638521 w 7467600"/>
              <a:gd name="connsiteY594" fmla="*/ 1908470 h 6858000"/>
              <a:gd name="connsiteX595" fmla="*/ 1754199 w 7467600"/>
              <a:gd name="connsiteY595" fmla="*/ 2149284 h 6858000"/>
              <a:gd name="connsiteX596" fmla="*/ 1908359 w 7467600"/>
              <a:gd name="connsiteY596" fmla="*/ 2364988 h 6858000"/>
              <a:gd name="connsiteX597" fmla="*/ 1647661 w 7467600"/>
              <a:gd name="connsiteY597" fmla="*/ 1825945 h 6858000"/>
              <a:gd name="connsiteX598" fmla="*/ 1423821 w 7467600"/>
              <a:gd name="connsiteY598" fmla="*/ 1351958 h 6858000"/>
              <a:gd name="connsiteX599" fmla="*/ 1431890 w 7467600"/>
              <a:gd name="connsiteY599" fmla="*/ 1306475 h 6858000"/>
              <a:gd name="connsiteX600" fmla="*/ 1507597 w 7467600"/>
              <a:gd name="connsiteY600" fmla="*/ 1446132 h 6858000"/>
              <a:gd name="connsiteX601" fmla="*/ 1674586 w 7467600"/>
              <a:gd name="connsiteY601" fmla="*/ 1813832 h 6858000"/>
              <a:gd name="connsiteX602" fmla="*/ 1815950 w 7467600"/>
              <a:gd name="connsiteY602" fmla="*/ 2128564 h 6858000"/>
              <a:gd name="connsiteX603" fmla="*/ 1984242 w 7467600"/>
              <a:gd name="connsiteY603" fmla="*/ 2430829 h 6858000"/>
              <a:gd name="connsiteX604" fmla="*/ 2014023 w 7467600"/>
              <a:gd name="connsiteY604" fmla="*/ 2450995 h 6858000"/>
              <a:gd name="connsiteX605" fmla="*/ 1747337 w 7467600"/>
              <a:gd name="connsiteY605" fmla="*/ 1855264 h 6858000"/>
              <a:gd name="connsiteX606" fmla="*/ 1533749 w 7467600"/>
              <a:gd name="connsiteY606" fmla="*/ 1478656 h 6858000"/>
              <a:gd name="connsiteX607" fmla="*/ 1431890 w 7467600"/>
              <a:gd name="connsiteY607" fmla="*/ 1306475 h 6858000"/>
              <a:gd name="connsiteX608" fmla="*/ 5052692 w 7467600"/>
              <a:gd name="connsiteY608" fmla="*/ 1292994 h 6858000"/>
              <a:gd name="connsiteX609" fmla="*/ 5200661 w 7467600"/>
              <a:gd name="connsiteY609" fmla="*/ 1635186 h 6858000"/>
              <a:gd name="connsiteX610" fmla="*/ 5297138 w 7467600"/>
              <a:gd name="connsiteY610" fmla="*/ 1906351 h 6858000"/>
              <a:gd name="connsiteX611" fmla="*/ 5052692 w 7467600"/>
              <a:gd name="connsiteY611" fmla="*/ 1292994 h 6858000"/>
              <a:gd name="connsiteX612" fmla="*/ 5009948 w 7467600"/>
              <a:gd name="connsiteY612" fmla="*/ 1273619 h 6858000"/>
              <a:gd name="connsiteX613" fmla="*/ 5121777 w 7467600"/>
              <a:gd name="connsiteY613" fmla="*/ 1654213 h 6858000"/>
              <a:gd name="connsiteX614" fmla="*/ 5293545 w 7467600"/>
              <a:gd name="connsiteY614" fmla="*/ 2072247 h 6858000"/>
              <a:gd name="connsiteX615" fmla="*/ 5294042 w 7467600"/>
              <a:gd name="connsiteY615" fmla="*/ 2065019 h 6858000"/>
              <a:gd name="connsiteX616" fmla="*/ 5171936 w 7467600"/>
              <a:gd name="connsiteY616" fmla="*/ 1647613 h 6858000"/>
              <a:gd name="connsiteX617" fmla="*/ 5009948 w 7467600"/>
              <a:gd name="connsiteY617" fmla="*/ 1273619 h 6858000"/>
              <a:gd name="connsiteX618" fmla="*/ 655236 w 7467600"/>
              <a:gd name="connsiteY618" fmla="*/ 1268632 h 6858000"/>
              <a:gd name="connsiteX619" fmla="*/ 839521 w 7467600"/>
              <a:gd name="connsiteY619" fmla="*/ 1685315 h 6858000"/>
              <a:gd name="connsiteX620" fmla="*/ 1109416 w 7467600"/>
              <a:gd name="connsiteY620" fmla="*/ 2061663 h 6858000"/>
              <a:gd name="connsiteX621" fmla="*/ 1298300 w 7467600"/>
              <a:gd name="connsiteY621" fmla="*/ 2247742 h 6858000"/>
              <a:gd name="connsiteX622" fmla="*/ 1125871 w 7467600"/>
              <a:gd name="connsiteY622" fmla="*/ 1989513 h 6858000"/>
              <a:gd name="connsiteX623" fmla="*/ 981574 w 7467600"/>
              <a:gd name="connsiteY623" fmla="*/ 1783157 h 6858000"/>
              <a:gd name="connsiteX624" fmla="*/ 922198 w 7467600"/>
              <a:gd name="connsiteY624" fmla="*/ 1677437 h 6858000"/>
              <a:gd name="connsiteX625" fmla="*/ 869293 w 7467600"/>
              <a:gd name="connsiteY625" fmla="*/ 1583214 h 6858000"/>
              <a:gd name="connsiteX626" fmla="*/ 751431 w 7467600"/>
              <a:gd name="connsiteY626" fmla="*/ 1405731 h 6858000"/>
              <a:gd name="connsiteX627" fmla="*/ 655236 w 7467600"/>
              <a:gd name="connsiteY627" fmla="*/ 1268632 h 6858000"/>
              <a:gd name="connsiteX628" fmla="*/ 6516292 w 7467600"/>
              <a:gd name="connsiteY628" fmla="*/ 1263064 h 6858000"/>
              <a:gd name="connsiteX629" fmla="*/ 5736320 w 7467600"/>
              <a:gd name="connsiteY629" fmla="*/ 1501803 h 6858000"/>
              <a:gd name="connsiteX630" fmla="*/ 6516292 w 7467600"/>
              <a:gd name="connsiteY630" fmla="*/ 1263064 h 6858000"/>
              <a:gd name="connsiteX631" fmla="*/ 291466 w 7467600"/>
              <a:gd name="connsiteY631" fmla="*/ 1250369 h 6858000"/>
              <a:gd name="connsiteX632" fmla="*/ 323180 w 7467600"/>
              <a:gd name="connsiteY632" fmla="*/ 1435283 h 6858000"/>
              <a:gd name="connsiteX633" fmla="*/ 349381 w 7467600"/>
              <a:gd name="connsiteY633" fmla="*/ 1875041 h 6858000"/>
              <a:gd name="connsiteX634" fmla="*/ 374363 w 7467600"/>
              <a:gd name="connsiteY634" fmla="*/ 1506494 h 6858000"/>
              <a:gd name="connsiteX635" fmla="*/ 302168 w 7467600"/>
              <a:gd name="connsiteY635" fmla="*/ 1274495 h 6858000"/>
              <a:gd name="connsiteX636" fmla="*/ 291466 w 7467600"/>
              <a:gd name="connsiteY636" fmla="*/ 1250369 h 6858000"/>
              <a:gd name="connsiteX637" fmla="*/ 678222 w 7467600"/>
              <a:gd name="connsiteY637" fmla="*/ 1248670 h 6858000"/>
              <a:gd name="connsiteX638" fmla="*/ 775536 w 7467600"/>
              <a:gd name="connsiteY638" fmla="*/ 1388015 h 6858000"/>
              <a:gd name="connsiteX639" fmla="*/ 894529 w 7467600"/>
              <a:gd name="connsiteY639" fmla="*/ 1567739 h 6858000"/>
              <a:gd name="connsiteX640" fmla="*/ 948000 w 7467600"/>
              <a:gd name="connsiteY640" fmla="*/ 1663088 h 6858000"/>
              <a:gd name="connsiteX641" fmla="*/ 1006812 w 7467600"/>
              <a:gd name="connsiteY641" fmla="*/ 1767683 h 6858000"/>
              <a:gd name="connsiteX642" fmla="*/ 1149133 w 7467600"/>
              <a:gd name="connsiteY642" fmla="*/ 1971513 h 6858000"/>
              <a:gd name="connsiteX643" fmla="*/ 1333952 w 7467600"/>
              <a:gd name="connsiteY643" fmla="*/ 2251620 h 6858000"/>
              <a:gd name="connsiteX644" fmla="*/ 1337329 w 7467600"/>
              <a:gd name="connsiteY644" fmla="*/ 2258350 h 6858000"/>
              <a:gd name="connsiteX645" fmla="*/ 1014726 w 7467600"/>
              <a:gd name="connsiteY645" fmla="*/ 1615556 h 6858000"/>
              <a:gd name="connsiteX646" fmla="*/ 678222 w 7467600"/>
              <a:gd name="connsiteY646" fmla="*/ 1248670 h 6858000"/>
              <a:gd name="connsiteX647" fmla="*/ 6691602 w 7467600"/>
              <a:gd name="connsiteY647" fmla="*/ 1140573 h 6858000"/>
              <a:gd name="connsiteX648" fmla="*/ 6571100 w 7467600"/>
              <a:gd name="connsiteY648" fmla="*/ 1183662 h 6858000"/>
              <a:gd name="connsiteX649" fmla="*/ 6241687 w 7467600"/>
              <a:gd name="connsiteY649" fmla="*/ 1257600 h 6858000"/>
              <a:gd name="connsiteX650" fmla="*/ 5693009 w 7467600"/>
              <a:gd name="connsiteY650" fmla="*/ 1478256 h 6858000"/>
              <a:gd name="connsiteX651" fmla="*/ 6548420 w 7467600"/>
              <a:gd name="connsiteY651" fmla="*/ 1214599 h 6858000"/>
              <a:gd name="connsiteX652" fmla="*/ 6605473 w 7467600"/>
              <a:gd name="connsiteY652" fmla="*/ 1184686 h 6858000"/>
              <a:gd name="connsiteX653" fmla="*/ 6691602 w 7467600"/>
              <a:gd name="connsiteY653" fmla="*/ 1140573 h 6858000"/>
              <a:gd name="connsiteX654" fmla="*/ 4002475 w 7467600"/>
              <a:gd name="connsiteY654" fmla="*/ 1037802 h 6858000"/>
              <a:gd name="connsiteX655" fmla="*/ 4000324 w 7467600"/>
              <a:gd name="connsiteY655" fmla="*/ 1039362 h 6858000"/>
              <a:gd name="connsiteX656" fmla="*/ 4002862 w 7467600"/>
              <a:gd name="connsiteY656" fmla="*/ 1042866 h 6858000"/>
              <a:gd name="connsiteX657" fmla="*/ 4002475 w 7467600"/>
              <a:gd name="connsiteY657" fmla="*/ 1037802 h 6858000"/>
              <a:gd name="connsiteX658" fmla="*/ 506322 w 7467600"/>
              <a:gd name="connsiteY658" fmla="*/ 1020997 h 6858000"/>
              <a:gd name="connsiteX659" fmla="*/ 533068 w 7467600"/>
              <a:gd name="connsiteY659" fmla="*/ 1029409 h 6858000"/>
              <a:gd name="connsiteX660" fmla="*/ 1232525 w 7467600"/>
              <a:gd name="connsiteY660" fmla="*/ 1804675 h 6858000"/>
              <a:gd name="connsiteX661" fmla="*/ 1388858 w 7467600"/>
              <a:gd name="connsiteY661" fmla="*/ 2368011 h 6858000"/>
              <a:gd name="connsiteX662" fmla="*/ 1384098 w 7467600"/>
              <a:gd name="connsiteY662" fmla="*/ 2378125 h 6858000"/>
              <a:gd name="connsiteX663" fmla="*/ 1425393 w 7467600"/>
              <a:gd name="connsiteY663" fmla="*/ 2589124 h 6858000"/>
              <a:gd name="connsiteX664" fmla="*/ 1424001 w 7467600"/>
              <a:gd name="connsiteY664" fmla="*/ 2597541 h 6858000"/>
              <a:gd name="connsiteX665" fmla="*/ 2152729 w 7467600"/>
              <a:gd name="connsiteY665" fmla="*/ 2864487 h 6858000"/>
              <a:gd name="connsiteX666" fmla="*/ 2020609 w 7467600"/>
              <a:gd name="connsiteY666" fmla="*/ 2539671 h 6858000"/>
              <a:gd name="connsiteX667" fmla="*/ 2018920 w 7467600"/>
              <a:gd name="connsiteY667" fmla="*/ 2536309 h 6858000"/>
              <a:gd name="connsiteX668" fmla="*/ 1342441 w 7467600"/>
              <a:gd name="connsiteY668" fmla="*/ 1173017 h 6858000"/>
              <a:gd name="connsiteX669" fmla="*/ 1367925 w 7467600"/>
              <a:gd name="connsiteY669" fmla="*/ 1135648 h 6858000"/>
              <a:gd name="connsiteX670" fmla="*/ 1771401 w 7467600"/>
              <a:gd name="connsiteY670" fmla="*/ 1806673 h 6858000"/>
              <a:gd name="connsiteX671" fmla="*/ 1972385 w 7467600"/>
              <a:gd name="connsiteY671" fmla="*/ 2198735 h 6858000"/>
              <a:gd name="connsiteX672" fmla="*/ 2040892 w 7467600"/>
              <a:gd name="connsiteY672" fmla="*/ 2405205 h 6858000"/>
              <a:gd name="connsiteX673" fmla="*/ 2131689 w 7467600"/>
              <a:gd name="connsiteY673" fmla="*/ 1936926 h 6858000"/>
              <a:gd name="connsiteX674" fmla="*/ 2454820 w 7467600"/>
              <a:gd name="connsiteY674" fmla="*/ 1248808 h 6858000"/>
              <a:gd name="connsiteX675" fmla="*/ 2492512 w 7467600"/>
              <a:gd name="connsiteY675" fmla="*/ 1302920 h 6858000"/>
              <a:gd name="connsiteX676" fmla="*/ 2081216 w 7467600"/>
              <a:gd name="connsiteY676" fmla="*/ 2527513 h 6858000"/>
              <a:gd name="connsiteX677" fmla="*/ 2081211 w 7467600"/>
              <a:gd name="connsiteY677" fmla="*/ 2528916 h 6858000"/>
              <a:gd name="connsiteX678" fmla="*/ 2199067 w 7467600"/>
              <a:gd name="connsiteY678" fmla="*/ 2884061 h 6858000"/>
              <a:gd name="connsiteX679" fmla="*/ 3192586 w 7467600"/>
              <a:gd name="connsiteY679" fmla="*/ 3411496 h 6858000"/>
              <a:gd name="connsiteX680" fmla="*/ 3182620 w 7467600"/>
              <a:gd name="connsiteY680" fmla="*/ 3483279 h 6858000"/>
              <a:gd name="connsiteX681" fmla="*/ 2435119 w 7467600"/>
              <a:gd name="connsiteY681" fmla="*/ 3080173 h 6858000"/>
              <a:gd name="connsiteX682" fmla="*/ 2410152 w 7467600"/>
              <a:gd name="connsiteY682" fmla="*/ 3063751 h 6858000"/>
              <a:gd name="connsiteX683" fmla="*/ 2408099 w 7467600"/>
              <a:gd name="connsiteY683" fmla="*/ 3064403 h 6858000"/>
              <a:gd name="connsiteX684" fmla="*/ 2407218 w 7467600"/>
              <a:gd name="connsiteY684" fmla="*/ 3070324 h 6858000"/>
              <a:gd name="connsiteX685" fmla="*/ 2380138 w 7467600"/>
              <a:gd name="connsiteY685" fmla="*/ 3099341 h 6858000"/>
              <a:gd name="connsiteX686" fmla="*/ 1765923 w 7467600"/>
              <a:gd name="connsiteY686" fmla="*/ 3581043 h 6858000"/>
              <a:gd name="connsiteX687" fmla="*/ 1702258 w 7467600"/>
              <a:gd name="connsiteY687" fmla="*/ 3612286 h 6858000"/>
              <a:gd name="connsiteX688" fmla="*/ 1538370 w 7467600"/>
              <a:gd name="connsiteY688" fmla="*/ 3811804 h 6858000"/>
              <a:gd name="connsiteX689" fmla="*/ 542867 w 7467600"/>
              <a:gd name="connsiteY689" fmla="*/ 4944092 h 6858000"/>
              <a:gd name="connsiteX690" fmla="*/ 515800 w 7467600"/>
              <a:gd name="connsiteY690" fmla="*/ 4862180 h 6858000"/>
              <a:gd name="connsiteX691" fmla="*/ 909145 w 7467600"/>
              <a:gd name="connsiteY691" fmla="*/ 4199225 h 6858000"/>
              <a:gd name="connsiteX692" fmla="*/ 1214067 w 7467600"/>
              <a:gd name="connsiteY692" fmla="*/ 3908561 h 6858000"/>
              <a:gd name="connsiteX693" fmla="*/ 640967 w 7467600"/>
              <a:gd name="connsiteY693" fmla="*/ 4105601 h 6858000"/>
              <a:gd name="connsiteX694" fmla="*/ 112563 w 7467600"/>
              <a:gd name="connsiteY694" fmla="*/ 4396952 h 6858000"/>
              <a:gd name="connsiteX695" fmla="*/ 0 w 7467600"/>
              <a:gd name="connsiteY695" fmla="*/ 4466006 h 6858000"/>
              <a:gd name="connsiteX696" fmla="*/ 0 w 7467600"/>
              <a:gd name="connsiteY696" fmla="*/ 4233763 h 6858000"/>
              <a:gd name="connsiteX697" fmla="*/ 36881 w 7467600"/>
              <a:gd name="connsiteY697" fmla="*/ 4200118 h 6858000"/>
              <a:gd name="connsiteX698" fmla="*/ 910534 w 7467600"/>
              <a:gd name="connsiteY698" fmla="*/ 3629753 h 6858000"/>
              <a:gd name="connsiteX699" fmla="*/ 1578717 w 7467600"/>
              <a:gd name="connsiteY699" fmla="*/ 3575982 h 6858000"/>
              <a:gd name="connsiteX700" fmla="*/ 2338780 w 7467600"/>
              <a:gd name="connsiteY700" fmla="*/ 3033725 h 6858000"/>
              <a:gd name="connsiteX701" fmla="*/ 1807991 w 7467600"/>
              <a:gd name="connsiteY701" fmla="*/ 2807184 h 6858000"/>
              <a:gd name="connsiteX702" fmla="*/ 1416358 w 7467600"/>
              <a:gd name="connsiteY702" fmla="*/ 3112571 h 6858000"/>
              <a:gd name="connsiteX703" fmla="*/ 939066 w 7467600"/>
              <a:gd name="connsiteY703" fmla="*/ 3378798 h 6858000"/>
              <a:gd name="connsiteX704" fmla="*/ 115099 w 7467600"/>
              <a:gd name="connsiteY704" fmla="*/ 3607650 h 6858000"/>
              <a:gd name="connsiteX705" fmla="*/ 97284 w 7467600"/>
              <a:gd name="connsiteY705" fmla="*/ 3520393 h 6858000"/>
              <a:gd name="connsiteX706" fmla="*/ 922050 w 7467600"/>
              <a:gd name="connsiteY706" fmla="*/ 3074867 h 6858000"/>
              <a:gd name="connsiteX707" fmla="*/ 1405265 w 7467600"/>
              <a:gd name="connsiteY707" fmla="*/ 3016319 h 6858000"/>
              <a:gd name="connsiteX708" fmla="*/ 1407512 w 7467600"/>
              <a:gd name="connsiteY708" fmla="*/ 3018001 h 6858000"/>
              <a:gd name="connsiteX709" fmla="*/ 1726266 w 7467600"/>
              <a:gd name="connsiteY709" fmla="*/ 2777274 h 6858000"/>
              <a:gd name="connsiteX710" fmla="*/ 625390 w 7467600"/>
              <a:gd name="connsiteY710" fmla="*/ 2514541 h 6858000"/>
              <a:gd name="connsiteX711" fmla="*/ 619799 w 7467600"/>
              <a:gd name="connsiteY711" fmla="*/ 2527180 h 6858000"/>
              <a:gd name="connsiteX712" fmla="*/ 310030 w 7467600"/>
              <a:gd name="connsiteY712" fmla="*/ 2771818 h 6858000"/>
              <a:gd name="connsiteX713" fmla="*/ 173877 w 7467600"/>
              <a:gd name="connsiteY713" fmla="*/ 2937056 h 6858000"/>
              <a:gd name="connsiteX714" fmla="*/ 77889 w 7467600"/>
              <a:gd name="connsiteY714" fmla="*/ 3138440 h 6858000"/>
              <a:gd name="connsiteX715" fmla="*/ 0 w 7467600"/>
              <a:gd name="connsiteY715" fmla="*/ 3271395 h 6858000"/>
              <a:gd name="connsiteX716" fmla="*/ 0 w 7467600"/>
              <a:gd name="connsiteY716" fmla="*/ 3153002 h 6858000"/>
              <a:gd name="connsiteX717" fmla="*/ 2386 w 7467600"/>
              <a:gd name="connsiteY717" fmla="*/ 3149203 h 6858000"/>
              <a:gd name="connsiteX718" fmla="*/ 89753 w 7467600"/>
              <a:gd name="connsiteY718" fmla="*/ 2987702 h 6858000"/>
              <a:gd name="connsiteX719" fmla="*/ 76869 w 7467600"/>
              <a:gd name="connsiteY719" fmla="*/ 3005404 h 6858000"/>
              <a:gd name="connsiteX720" fmla="*/ 32049 w 7467600"/>
              <a:gd name="connsiteY720" fmla="*/ 3065814 h 6858000"/>
              <a:gd name="connsiteX721" fmla="*/ 0 w 7467600"/>
              <a:gd name="connsiteY721" fmla="*/ 3108744 h 6858000"/>
              <a:gd name="connsiteX722" fmla="*/ 0 w 7467600"/>
              <a:gd name="connsiteY722" fmla="*/ 3058059 h 6858000"/>
              <a:gd name="connsiteX723" fmla="*/ 7610 w 7467600"/>
              <a:gd name="connsiteY723" fmla="*/ 3047889 h 6858000"/>
              <a:gd name="connsiteX724" fmla="*/ 52419 w 7467600"/>
              <a:gd name="connsiteY724" fmla="*/ 2987479 h 6858000"/>
              <a:gd name="connsiteX725" fmla="*/ 59142 w 7467600"/>
              <a:gd name="connsiteY725" fmla="*/ 2978488 h 6858000"/>
              <a:gd name="connsiteX726" fmla="*/ 0 w 7467600"/>
              <a:gd name="connsiteY726" fmla="*/ 3015334 h 6858000"/>
              <a:gd name="connsiteX727" fmla="*/ 0 w 7467600"/>
              <a:gd name="connsiteY727" fmla="*/ 2914286 h 6858000"/>
              <a:gd name="connsiteX728" fmla="*/ 36383 w 7467600"/>
              <a:gd name="connsiteY728" fmla="*/ 2901128 h 6858000"/>
              <a:gd name="connsiteX729" fmla="*/ 156329 w 7467600"/>
              <a:gd name="connsiteY729" fmla="*/ 2840533 h 6858000"/>
              <a:gd name="connsiteX730" fmla="*/ 358355 w 7467600"/>
              <a:gd name="connsiteY730" fmla="*/ 2620471 h 6858000"/>
              <a:gd name="connsiteX731" fmla="*/ 510577 w 7467600"/>
              <a:gd name="connsiteY731" fmla="*/ 2501244 h 6858000"/>
              <a:gd name="connsiteX732" fmla="*/ 211967 w 7467600"/>
              <a:gd name="connsiteY732" fmla="*/ 2479171 h 6858000"/>
              <a:gd name="connsiteX733" fmla="*/ 0 w 7467600"/>
              <a:gd name="connsiteY733" fmla="*/ 2476398 h 6858000"/>
              <a:gd name="connsiteX734" fmla="*/ 0 w 7467600"/>
              <a:gd name="connsiteY734" fmla="*/ 2389189 h 6858000"/>
              <a:gd name="connsiteX735" fmla="*/ 103062 w 7467600"/>
              <a:gd name="connsiteY735" fmla="*/ 2389518 h 6858000"/>
              <a:gd name="connsiteX736" fmla="*/ 510734 w 7467600"/>
              <a:gd name="connsiteY736" fmla="*/ 2416201 h 6858000"/>
              <a:gd name="connsiteX737" fmla="*/ 279257 w 7467600"/>
              <a:gd name="connsiteY737" fmla="*/ 2092102 h 6858000"/>
              <a:gd name="connsiteX738" fmla="*/ 65265 w 7467600"/>
              <a:gd name="connsiteY738" fmla="*/ 2006049 h 6858000"/>
              <a:gd name="connsiteX739" fmla="*/ 0 w 7467600"/>
              <a:gd name="connsiteY739" fmla="*/ 1982532 h 6858000"/>
              <a:gd name="connsiteX740" fmla="*/ 0 w 7467600"/>
              <a:gd name="connsiteY740" fmla="*/ 1912789 h 6858000"/>
              <a:gd name="connsiteX741" fmla="*/ 97460 w 7467600"/>
              <a:gd name="connsiteY741" fmla="*/ 1953725 h 6858000"/>
              <a:gd name="connsiteX742" fmla="*/ 221272 w 7467600"/>
              <a:gd name="connsiteY742" fmla="*/ 1980766 h 6858000"/>
              <a:gd name="connsiteX743" fmla="*/ 116765 w 7467600"/>
              <a:gd name="connsiteY743" fmla="*/ 1911033 h 6858000"/>
              <a:gd name="connsiteX744" fmla="*/ 16405 w 7467600"/>
              <a:gd name="connsiteY744" fmla="*/ 1803412 h 6858000"/>
              <a:gd name="connsiteX745" fmla="*/ 0 w 7467600"/>
              <a:gd name="connsiteY745" fmla="*/ 1784777 h 6858000"/>
              <a:gd name="connsiteX746" fmla="*/ 0 w 7467600"/>
              <a:gd name="connsiteY746" fmla="*/ 1740082 h 6858000"/>
              <a:gd name="connsiteX747" fmla="*/ 39394 w 7467600"/>
              <a:gd name="connsiteY747" fmla="*/ 1784856 h 6858000"/>
              <a:gd name="connsiteX748" fmla="*/ 135813 w 7467600"/>
              <a:gd name="connsiteY748" fmla="*/ 1888838 h 6858000"/>
              <a:gd name="connsiteX749" fmla="*/ 242575 w 7467600"/>
              <a:gd name="connsiteY749" fmla="*/ 1958841 h 6858000"/>
              <a:gd name="connsiteX750" fmla="*/ 82197 w 7467600"/>
              <a:gd name="connsiteY750" fmla="*/ 1754826 h 6858000"/>
              <a:gd name="connsiteX751" fmla="*/ 0 w 7467600"/>
              <a:gd name="connsiteY751" fmla="*/ 1679650 h 6858000"/>
              <a:gd name="connsiteX752" fmla="*/ 0 w 7467600"/>
              <a:gd name="connsiteY752" fmla="*/ 1602463 h 6858000"/>
              <a:gd name="connsiteX753" fmla="*/ 84689 w 7467600"/>
              <a:gd name="connsiteY753" fmla="*/ 1677442 h 6858000"/>
              <a:gd name="connsiteX754" fmla="*/ 298437 w 7467600"/>
              <a:gd name="connsiteY754" fmla="*/ 1968019 h 6858000"/>
              <a:gd name="connsiteX755" fmla="*/ 227269 w 7467600"/>
              <a:gd name="connsiteY755" fmla="*/ 1114064 h 6858000"/>
              <a:gd name="connsiteX756" fmla="*/ 248003 w 7467600"/>
              <a:gd name="connsiteY756" fmla="*/ 1089613 h 6858000"/>
              <a:gd name="connsiteX757" fmla="*/ 427020 w 7467600"/>
              <a:gd name="connsiteY757" fmla="*/ 1619803 h 6858000"/>
              <a:gd name="connsiteX758" fmla="*/ 340345 w 7467600"/>
              <a:gd name="connsiteY758" fmla="*/ 2027739 h 6858000"/>
              <a:gd name="connsiteX759" fmla="*/ 360865 w 7467600"/>
              <a:gd name="connsiteY759" fmla="*/ 2044827 h 6858000"/>
              <a:gd name="connsiteX760" fmla="*/ 560414 w 7467600"/>
              <a:gd name="connsiteY760" fmla="*/ 2421457 h 6858000"/>
              <a:gd name="connsiteX761" fmla="*/ 1359703 w 7467600"/>
              <a:gd name="connsiteY761" fmla="*/ 2578554 h 6858000"/>
              <a:gd name="connsiteX762" fmla="*/ 1359422 w 7467600"/>
              <a:gd name="connsiteY762" fmla="*/ 2577994 h 6858000"/>
              <a:gd name="connsiteX763" fmla="*/ 828701 w 7467600"/>
              <a:gd name="connsiteY763" fmla="*/ 1839520 h 6858000"/>
              <a:gd name="connsiteX764" fmla="*/ 494427 w 7467600"/>
              <a:gd name="connsiteY764" fmla="*/ 1092333 h 6858000"/>
              <a:gd name="connsiteX765" fmla="*/ 506322 w 7467600"/>
              <a:gd name="connsiteY765" fmla="*/ 1020997 h 6858000"/>
              <a:gd name="connsiteX766" fmla="*/ 4570198 w 7467600"/>
              <a:gd name="connsiteY766" fmla="*/ 978081 h 6858000"/>
              <a:gd name="connsiteX767" fmla="*/ 4523691 w 7467600"/>
              <a:gd name="connsiteY767" fmla="*/ 1127776 h 6858000"/>
              <a:gd name="connsiteX768" fmla="*/ 4509875 w 7467600"/>
              <a:gd name="connsiteY768" fmla="*/ 1167552 h 6858000"/>
              <a:gd name="connsiteX769" fmla="*/ 4478168 w 7467600"/>
              <a:gd name="connsiteY769" fmla="*/ 1260735 h 6858000"/>
              <a:gd name="connsiteX770" fmla="*/ 4409309 w 7467600"/>
              <a:gd name="connsiteY770" fmla="*/ 1666996 h 6858000"/>
              <a:gd name="connsiteX771" fmla="*/ 4370031 w 7467600"/>
              <a:gd name="connsiteY771" fmla="*/ 1955666 h 6858000"/>
              <a:gd name="connsiteX772" fmla="*/ 4570198 w 7467600"/>
              <a:gd name="connsiteY772" fmla="*/ 978081 h 6858000"/>
              <a:gd name="connsiteX773" fmla="*/ 4557898 w 7467600"/>
              <a:gd name="connsiteY773" fmla="*/ 900011 h 6858000"/>
              <a:gd name="connsiteX774" fmla="*/ 4344840 w 7467600"/>
              <a:gd name="connsiteY774" fmla="*/ 1922038 h 6858000"/>
              <a:gd name="connsiteX775" fmla="*/ 4378710 w 7467600"/>
              <a:gd name="connsiteY775" fmla="*/ 1665516 h 6858000"/>
              <a:gd name="connsiteX776" fmla="*/ 4448798 w 7467600"/>
              <a:gd name="connsiteY776" fmla="*/ 1253024 h 6858000"/>
              <a:gd name="connsiteX777" fmla="*/ 4480315 w 7467600"/>
              <a:gd name="connsiteY777" fmla="*/ 1158454 h 6858000"/>
              <a:gd name="connsiteX778" fmla="*/ 4494133 w 7467600"/>
              <a:gd name="connsiteY778" fmla="*/ 1118676 h 6858000"/>
              <a:gd name="connsiteX779" fmla="*/ 4557898 w 7467600"/>
              <a:gd name="connsiteY779" fmla="*/ 900011 h 6858000"/>
              <a:gd name="connsiteX780" fmla="*/ 5870151 w 7467600"/>
              <a:gd name="connsiteY780" fmla="*/ 898890 h 6858000"/>
              <a:gd name="connsiteX781" fmla="*/ 5861335 w 7467600"/>
              <a:gd name="connsiteY781" fmla="*/ 899177 h 6858000"/>
              <a:gd name="connsiteX782" fmla="*/ 5843702 w 7467600"/>
              <a:gd name="connsiteY782" fmla="*/ 899748 h 6858000"/>
              <a:gd name="connsiteX783" fmla="*/ 5651107 w 7467600"/>
              <a:gd name="connsiteY783" fmla="*/ 920306 h 6858000"/>
              <a:gd name="connsiteX784" fmla="*/ 5459407 w 7467600"/>
              <a:gd name="connsiteY784" fmla="*/ 940975 h 6858000"/>
              <a:gd name="connsiteX785" fmla="*/ 5374846 w 7467600"/>
              <a:gd name="connsiteY785" fmla="*/ 941988 h 6858000"/>
              <a:gd name="connsiteX786" fmla="*/ 5256105 w 7467600"/>
              <a:gd name="connsiteY786" fmla="*/ 945632 h 6858000"/>
              <a:gd name="connsiteX787" fmla="*/ 5107071 w 7467600"/>
              <a:gd name="connsiteY787" fmla="*/ 969720 h 6858000"/>
              <a:gd name="connsiteX788" fmla="*/ 4998681 w 7467600"/>
              <a:gd name="connsiteY788" fmla="*/ 988771 h 6858000"/>
              <a:gd name="connsiteX789" fmla="*/ 5870151 w 7467600"/>
              <a:gd name="connsiteY789" fmla="*/ 898890 h 6858000"/>
              <a:gd name="connsiteX790" fmla="*/ 5504425 w 7467600"/>
              <a:gd name="connsiteY790" fmla="*/ 848067 h 6858000"/>
              <a:gd name="connsiteX791" fmla="*/ 4968849 w 7467600"/>
              <a:gd name="connsiteY791" fmla="*/ 962318 h 6858000"/>
              <a:gd name="connsiteX792" fmla="*/ 5104039 w 7467600"/>
              <a:gd name="connsiteY792" fmla="*/ 940634 h 6858000"/>
              <a:gd name="connsiteX793" fmla="*/ 5256311 w 7467600"/>
              <a:gd name="connsiteY793" fmla="*/ 916490 h 6858000"/>
              <a:gd name="connsiteX794" fmla="*/ 5377381 w 7467600"/>
              <a:gd name="connsiteY794" fmla="*/ 912671 h 6858000"/>
              <a:gd name="connsiteX795" fmla="*/ 5460148 w 7467600"/>
              <a:gd name="connsiteY795" fmla="*/ 911442 h 6858000"/>
              <a:gd name="connsiteX796" fmla="*/ 5648971 w 7467600"/>
              <a:gd name="connsiteY796" fmla="*/ 891331 h 6858000"/>
              <a:gd name="connsiteX797" fmla="*/ 5844807 w 7467600"/>
              <a:gd name="connsiteY797" fmla="*/ 870718 h 6858000"/>
              <a:gd name="connsiteX798" fmla="*/ 5862975 w 7467600"/>
              <a:gd name="connsiteY798" fmla="*/ 869756 h 6858000"/>
              <a:gd name="connsiteX799" fmla="*/ 5920887 w 7467600"/>
              <a:gd name="connsiteY799" fmla="*/ 865929 h 6858000"/>
              <a:gd name="connsiteX800" fmla="*/ 5504425 w 7467600"/>
              <a:gd name="connsiteY800" fmla="*/ 848067 h 6858000"/>
              <a:gd name="connsiteX801" fmla="*/ 3607114 w 7467600"/>
              <a:gd name="connsiteY801" fmla="*/ 467441 h 6858000"/>
              <a:gd name="connsiteX802" fmla="*/ 3296242 w 7467600"/>
              <a:gd name="connsiteY802" fmla="*/ 807991 h 6858000"/>
              <a:gd name="connsiteX803" fmla="*/ 3174674 w 7467600"/>
              <a:gd name="connsiteY803" fmla="*/ 919759 h 6858000"/>
              <a:gd name="connsiteX804" fmla="*/ 3042978 w 7467600"/>
              <a:gd name="connsiteY804" fmla="*/ 1054894 h 6858000"/>
              <a:gd name="connsiteX805" fmla="*/ 2968914 w 7467600"/>
              <a:gd name="connsiteY805" fmla="*/ 1133756 h 6858000"/>
              <a:gd name="connsiteX806" fmla="*/ 3103823 w 7467600"/>
              <a:gd name="connsiteY806" fmla="*/ 1026814 h 6858000"/>
              <a:gd name="connsiteX807" fmla="*/ 3607114 w 7467600"/>
              <a:gd name="connsiteY807" fmla="*/ 467441 h 6858000"/>
              <a:gd name="connsiteX808" fmla="*/ 3744487 w 7467600"/>
              <a:gd name="connsiteY808" fmla="*/ 383136 h 6858000"/>
              <a:gd name="connsiteX809" fmla="*/ 3970213 w 7467600"/>
              <a:gd name="connsiteY809" fmla="*/ 995559 h 6858000"/>
              <a:gd name="connsiteX810" fmla="*/ 3744487 w 7467600"/>
              <a:gd name="connsiteY810" fmla="*/ 383136 h 6858000"/>
              <a:gd name="connsiteX811" fmla="*/ 3624562 w 7467600"/>
              <a:gd name="connsiteY811" fmla="*/ 367041 h 6858000"/>
              <a:gd name="connsiteX812" fmla="*/ 3489712 w 7467600"/>
              <a:gd name="connsiteY812" fmla="*/ 485386 h 6858000"/>
              <a:gd name="connsiteX813" fmla="*/ 3182994 w 7467600"/>
              <a:gd name="connsiteY813" fmla="*/ 828265 h 6858000"/>
              <a:gd name="connsiteX814" fmla="*/ 2892114 w 7467600"/>
              <a:gd name="connsiteY814" fmla="*/ 1172635 h 6858000"/>
              <a:gd name="connsiteX815" fmla="*/ 3021459 w 7467600"/>
              <a:gd name="connsiteY815" fmla="*/ 1035385 h 6858000"/>
              <a:gd name="connsiteX816" fmla="*/ 3153873 w 7467600"/>
              <a:gd name="connsiteY816" fmla="*/ 898971 h 6858000"/>
              <a:gd name="connsiteX817" fmla="*/ 3276511 w 7467600"/>
              <a:gd name="connsiteY817" fmla="*/ 786423 h 6858000"/>
              <a:gd name="connsiteX818" fmla="*/ 3584154 w 7467600"/>
              <a:gd name="connsiteY818" fmla="*/ 448218 h 6858000"/>
              <a:gd name="connsiteX819" fmla="*/ 3624562 w 7467600"/>
              <a:gd name="connsiteY819" fmla="*/ 367041 h 6858000"/>
              <a:gd name="connsiteX820" fmla="*/ 3766672 w 7467600"/>
              <a:gd name="connsiteY820" fmla="*/ 359429 h 6858000"/>
              <a:gd name="connsiteX821" fmla="*/ 3996338 w 7467600"/>
              <a:gd name="connsiteY821" fmla="*/ 968237 h 6858000"/>
              <a:gd name="connsiteX822" fmla="*/ 3766672 w 7467600"/>
              <a:gd name="connsiteY822" fmla="*/ 359429 h 6858000"/>
              <a:gd name="connsiteX823" fmla="*/ 5805386 w 7467600"/>
              <a:gd name="connsiteY823" fmla="*/ 239240 h 6858000"/>
              <a:gd name="connsiteX824" fmla="*/ 5736947 w 7467600"/>
              <a:gd name="connsiteY824" fmla="*/ 261367 h 6858000"/>
              <a:gd name="connsiteX825" fmla="*/ 5427012 w 7467600"/>
              <a:gd name="connsiteY825" fmla="*/ 311272 h 6858000"/>
              <a:gd name="connsiteX826" fmla="*/ 5147818 w 7467600"/>
              <a:gd name="connsiteY826" fmla="*/ 322112 h 6858000"/>
              <a:gd name="connsiteX827" fmla="*/ 5060854 w 7467600"/>
              <a:gd name="connsiteY827" fmla="*/ 311882 h 6858000"/>
              <a:gd name="connsiteX828" fmla="*/ 4945989 w 7467600"/>
              <a:gd name="connsiteY828" fmla="*/ 300516 h 6858000"/>
              <a:gd name="connsiteX829" fmla="*/ 5410479 w 7467600"/>
              <a:gd name="connsiteY829" fmla="*/ 348434 h 6858000"/>
              <a:gd name="connsiteX830" fmla="*/ 5805386 w 7467600"/>
              <a:gd name="connsiteY830" fmla="*/ 239240 h 6858000"/>
              <a:gd name="connsiteX831" fmla="*/ 5905192 w 7467600"/>
              <a:gd name="connsiteY831" fmla="*/ 163079 h 6858000"/>
              <a:gd name="connsiteX832" fmla="*/ 5865655 w 7467600"/>
              <a:gd name="connsiteY832" fmla="*/ 171901 h 6858000"/>
              <a:gd name="connsiteX833" fmla="*/ 5259740 w 7467600"/>
              <a:gd name="connsiteY833" fmla="*/ 257013 h 6858000"/>
              <a:gd name="connsiteX834" fmla="*/ 5208466 w 7467600"/>
              <a:gd name="connsiteY834" fmla="*/ 257550 h 6858000"/>
              <a:gd name="connsiteX835" fmla="*/ 4980204 w 7467600"/>
              <a:gd name="connsiteY835" fmla="*/ 271903 h 6858000"/>
              <a:gd name="connsiteX836" fmla="*/ 5068068 w 7467600"/>
              <a:gd name="connsiteY836" fmla="*/ 282244 h 6858000"/>
              <a:gd name="connsiteX837" fmla="*/ 5153231 w 7467600"/>
              <a:gd name="connsiteY837" fmla="*/ 292240 h 6858000"/>
              <a:gd name="connsiteX838" fmla="*/ 5426491 w 7467600"/>
              <a:gd name="connsiteY838" fmla="*/ 281128 h 6858000"/>
              <a:gd name="connsiteX839" fmla="*/ 5731212 w 7467600"/>
              <a:gd name="connsiteY839" fmla="*/ 231951 h 6858000"/>
              <a:gd name="connsiteX840" fmla="*/ 5905192 w 7467600"/>
              <a:gd name="connsiteY840" fmla="*/ 163079 h 6858000"/>
              <a:gd name="connsiteX841" fmla="*/ 5944437 w 7467600"/>
              <a:gd name="connsiteY841" fmla="*/ 113829 h 6858000"/>
              <a:gd name="connsiteX842" fmla="*/ 5825032 w 7467600"/>
              <a:gd name="connsiteY842" fmla="*/ 146405 h 6858000"/>
              <a:gd name="connsiteX843" fmla="*/ 4955599 w 7467600"/>
              <a:gd name="connsiteY843" fmla="*/ 247008 h 6858000"/>
              <a:gd name="connsiteX844" fmla="*/ 5210104 w 7467600"/>
              <a:gd name="connsiteY844" fmla="*/ 228123 h 6858000"/>
              <a:gd name="connsiteX845" fmla="*/ 5261015 w 7467600"/>
              <a:gd name="connsiteY845" fmla="*/ 227087 h 6858000"/>
              <a:gd name="connsiteX846" fmla="*/ 5861181 w 7467600"/>
              <a:gd name="connsiteY846" fmla="*/ 143093 h 6858000"/>
              <a:gd name="connsiteX847" fmla="*/ 5961252 w 7467600"/>
              <a:gd name="connsiteY847" fmla="*/ 114820 h 6858000"/>
              <a:gd name="connsiteX848" fmla="*/ 5944437 w 7467600"/>
              <a:gd name="connsiteY848" fmla="*/ 113829 h 6858000"/>
              <a:gd name="connsiteX849" fmla="*/ 3882765 w 7467600"/>
              <a:gd name="connsiteY849" fmla="*/ 0 h 6858000"/>
              <a:gd name="connsiteX850" fmla="*/ 3995099 w 7467600"/>
              <a:gd name="connsiteY850" fmla="*/ 0 h 6858000"/>
              <a:gd name="connsiteX851" fmla="*/ 4163818 w 7467600"/>
              <a:gd name="connsiteY851" fmla="*/ 234104 h 6858000"/>
              <a:gd name="connsiteX852" fmla="*/ 4172099 w 7467600"/>
              <a:gd name="connsiteY852" fmla="*/ 234207 h 6858000"/>
              <a:gd name="connsiteX853" fmla="*/ 4784282 w 7467600"/>
              <a:gd name="connsiteY853" fmla="*/ 276561 h 6858000"/>
              <a:gd name="connsiteX854" fmla="*/ 4801687 w 7467600"/>
              <a:gd name="connsiteY854" fmla="*/ 267764 h 6858000"/>
              <a:gd name="connsiteX855" fmla="*/ 6082788 w 7467600"/>
              <a:gd name="connsiteY855" fmla="*/ 64119 h 6858000"/>
              <a:gd name="connsiteX856" fmla="*/ 6099442 w 7467600"/>
              <a:gd name="connsiteY856" fmla="*/ 82568 h 6858000"/>
              <a:gd name="connsiteX857" fmla="*/ 4804137 w 7467600"/>
              <a:gd name="connsiteY857" fmla="*/ 320931 h 6858000"/>
              <a:gd name="connsiteX858" fmla="*/ 4227047 w 7467600"/>
              <a:gd name="connsiteY858" fmla="*/ 313415 h 6858000"/>
              <a:gd name="connsiteX859" fmla="*/ 4346041 w 7467600"/>
              <a:gd name="connsiteY859" fmla="*/ 456086 h 6858000"/>
              <a:gd name="connsiteX860" fmla="*/ 4870967 w 7467600"/>
              <a:gd name="connsiteY860" fmla="*/ 963061 h 6858000"/>
              <a:gd name="connsiteX861" fmla="*/ 4889647 w 7467600"/>
              <a:gd name="connsiteY861" fmla="*/ 957147 h 6858000"/>
              <a:gd name="connsiteX862" fmla="*/ 5422504 w 7467600"/>
              <a:gd name="connsiteY862" fmla="*/ 805191 h 6858000"/>
              <a:gd name="connsiteX863" fmla="*/ 6087656 w 7467600"/>
              <a:gd name="connsiteY863" fmla="*/ 826703 h 6858000"/>
              <a:gd name="connsiteX864" fmla="*/ 6058717 w 7467600"/>
              <a:gd name="connsiteY864" fmla="*/ 865992 h 6858000"/>
              <a:gd name="connsiteX865" fmla="*/ 4974153 w 7467600"/>
              <a:gd name="connsiteY865" fmla="*/ 1045456 h 6858000"/>
              <a:gd name="connsiteX866" fmla="*/ 5627835 w 7467600"/>
              <a:gd name="connsiteY866" fmla="*/ 1472077 h 6858000"/>
              <a:gd name="connsiteX867" fmla="*/ 5629817 w 7467600"/>
              <a:gd name="connsiteY867" fmla="*/ 1471412 h 6858000"/>
              <a:gd name="connsiteX868" fmla="*/ 5634124 w 7467600"/>
              <a:gd name="connsiteY868" fmla="*/ 1470572 h 6858000"/>
              <a:gd name="connsiteX869" fmla="*/ 5755832 w 7467600"/>
              <a:gd name="connsiteY869" fmla="*/ 1383886 h 6858000"/>
              <a:gd name="connsiteX870" fmla="*/ 6014186 w 7467600"/>
              <a:gd name="connsiteY870" fmla="*/ 1279799 h 6858000"/>
              <a:gd name="connsiteX871" fmla="*/ 6901619 w 7467600"/>
              <a:gd name="connsiteY871" fmla="*/ 1047874 h 6858000"/>
              <a:gd name="connsiteX872" fmla="*/ 6931566 w 7467600"/>
              <a:gd name="connsiteY872" fmla="*/ 1062034 h 6858000"/>
              <a:gd name="connsiteX873" fmla="*/ 5790982 w 7467600"/>
              <a:gd name="connsiteY873" fmla="*/ 1561380 h 6858000"/>
              <a:gd name="connsiteX874" fmla="*/ 6188971 w 7467600"/>
              <a:gd name="connsiteY874" fmla="*/ 1755168 h 6858000"/>
              <a:gd name="connsiteX875" fmla="*/ 6202446 w 7467600"/>
              <a:gd name="connsiteY875" fmla="*/ 1752268 h 6858000"/>
              <a:gd name="connsiteX876" fmla="*/ 7179560 w 7467600"/>
              <a:gd name="connsiteY876" fmla="*/ 1467551 h 6858000"/>
              <a:gd name="connsiteX877" fmla="*/ 7158730 w 7467600"/>
              <a:gd name="connsiteY877" fmla="*/ 1507835 h 6858000"/>
              <a:gd name="connsiteX878" fmla="*/ 6326959 w 7467600"/>
              <a:gd name="connsiteY878" fmla="*/ 1817686 h 6858000"/>
              <a:gd name="connsiteX879" fmla="*/ 6537433 w 7467600"/>
              <a:gd name="connsiteY879" fmla="*/ 1907790 h 6858000"/>
              <a:gd name="connsiteX880" fmla="*/ 6550221 w 7467600"/>
              <a:gd name="connsiteY880" fmla="*/ 1910729 h 6858000"/>
              <a:gd name="connsiteX881" fmla="*/ 6964438 w 7467600"/>
              <a:gd name="connsiteY881" fmla="*/ 2209505 h 6858000"/>
              <a:gd name="connsiteX882" fmla="*/ 7367862 w 7467600"/>
              <a:gd name="connsiteY882" fmla="*/ 2806833 h 6858000"/>
              <a:gd name="connsiteX883" fmla="*/ 7364329 w 7467600"/>
              <a:gd name="connsiteY883" fmla="*/ 2826907 h 6858000"/>
              <a:gd name="connsiteX884" fmla="*/ 7290545 w 7467600"/>
              <a:gd name="connsiteY884" fmla="*/ 2850663 h 6858000"/>
              <a:gd name="connsiteX885" fmla="*/ 6472036 w 7467600"/>
              <a:gd name="connsiteY885" fmla="*/ 1959003 h 6858000"/>
              <a:gd name="connsiteX886" fmla="*/ 5792897 w 7467600"/>
              <a:gd name="connsiteY886" fmla="*/ 1647747 h 6858000"/>
              <a:gd name="connsiteX887" fmla="*/ 5842751 w 7467600"/>
              <a:gd name="connsiteY887" fmla="*/ 1816112 h 6858000"/>
              <a:gd name="connsiteX888" fmla="*/ 5847424 w 7467600"/>
              <a:gd name="connsiteY888" fmla="*/ 1815776 h 6858000"/>
              <a:gd name="connsiteX889" fmla="*/ 6399821 w 7467600"/>
              <a:gd name="connsiteY889" fmla="*/ 2344799 h 6858000"/>
              <a:gd name="connsiteX890" fmla="*/ 6323232 w 7467600"/>
              <a:gd name="connsiteY890" fmla="*/ 2389634 h 6858000"/>
              <a:gd name="connsiteX891" fmla="*/ 5942958 w 7467600"/>
              <a:gd name="connsiteY891" fmla="*/ 2077708 h 6858000"/>
              <a:gd name="connsiteX892" fmla="*/ 5921559 w 7467600"/>
              <a:gd name="connsiteY892" fmla="*/ 2378596 h 6858000"/>
              <a:gd name="connsiteX893" fmla="*/ 5817651 w 7467600"/>
              <a:gd name="connsiteY893" fmla="*/ 3023919 h 6858000"/>
              <a:gd name="connsiteX894" fmla="*/ 5729634 w 7467600"/>
              <a:gd name="connsiteY894" fmla="*/ 3051849 h 6858000"/>
              <a:gd name="connsiteX895" fmla="*/ 5611018 w 7467600"/>
              <a:gd name="connsiteY895" fmla="*/ 2316769 h 6858000"/>
              <a:gd name="connsiteX896" fmla="*/ 5687608 w 7467600"/>
              <a:gd name="connsiteY896" fmla="*/ 2039972 h 6858000"/>
              <a:gd name="connsiteX897" fmla="*/ 5657554 w 7467600"/>
              <a:gd name="connsiteY897" fmla="*/ 1576445 h 6858000"/>
              <a:gd name="connsiteX898" fmla="*/ 5150475 w 7467600"/>
              <a:gd name="connsiteY898" fmla="*/ 1274012 h 6858000"/>
              <a:gd name="connsiteX899" fmla="*/ 5349142 w 7467600"/>
              <a:gd name="connsiteY899" fmla="*/ 2204405 h 6858000"/>
              <a:gd name="connsiteX900" fmla="*/ 5262214 w 7467600"/>
              <a:gd name="connsiteY900" fmla="*/ 2233836 h 6858000"/>
              <a:gd name="connsiteX901" fmla="*/ 4981539 w 7467600"/>
              <a:gd name="connsiteY901" fmla="*/ 1542201 h 6858000"/>
              <a:gd name="connsiteX902" fmla="*/ 4958461 w 7467600"/>
              <a:gd name="connsiteY902" fmla="*/ 1136957 h 6858000"/>
              <a:gd name="connsiteX903" fmla="*/ 4655015 w 7467600"/>
              <a:gd name="connsiteY903" fmla="*/ 891426 h 6858000"/>
              <a:gd name="connsiteX904" fmla="*/ 4348002 w 7467600"/>
              <a:gd name="connsiteY904" fmla="*/ 2205895 h 6858000"/>
              <a:gd name="connsiteX905" fmla="*/ 4262250 w 7467600"/>
              <a:gd name="connsiteY905" fmla="*/ 2219972 h 6858000"/>
              <a:gd name="connsiteX906" fmla="*/ 4550611 w 7467600"/>
              <a:gd name="connsiteY906" fmla="*/ 817540 h 6858000"/>
              <a:gd name="connsiteX907" fmla="*/ 4564418 w 7467600"/>
              <a:gd name="connsiteY907" fmla="*/ 808293 h 6858000"/>
              <a:gd name="connsiteX908" fmla="*/ 4266388 w 7467600"/>
              <a:gd name="connsiteY908" fmla="*/ 500083 h 6858000"/>
              <a:gd name="connsiteX909" fmla="*/ 4032842 w 7467600"/>
              <a:gd name="connsiteY909" fmla="*/ 211809 h 6858000"/>
              <a:gd name="connsiteX910" fmla="*/ 3882765 w 7467600"/>
              <a:gd name="connsiteY910" fmla="*/ 0 h 6858000"/>
              <a:gd name="connsiteX911" fmla="*/ 3721337 w 7467600"/>
              <a:gd name="connsiteY911" fmla="*/ 0 h 6858000"/>
              <a:gd name="connsiteX912" fmla="*/ 3797544 w 7467600"/>
              <a:gd name="connsiteY912" fmla="*/ 0 h 6858000"/>
              <a:gd name="connsiteX913" fmla="*/ 3775734 w 7467600"/>
              <a:gd name="connsiteY913" fmla="*/ 95131 h 6858000"/>
              <a:gd name="connsiteX914" fmla="*/ 3724807 w 7467600"/>
              <a:gd name="connsiteY914" fmla="*/ 272257 h 6858000"/>
              <a:gd name="connsiteX915" fmla="*/ 3726844 w 7467600"/>
              <a:gd name="connsiteY915" fmla="*/ 282988 h 6858000"/>
              <a:gd name="connsiteX916" fmla="*/ 3742664 w 7467600"/>
              <a:gd name="connsiteY916" fmla="*/ 279918 h 6858000"/>
              <a:gd name="connsiteX917" fmla="*/ 4103910 w 7467600"/>
              <a:gd name="connsiteY917" fmla="*/ 1161917 h 6858000"/>
              <a:gd name="connsiteX918" fmla="*/ 4020269 w 7467600"/>
              <a:gd name="connsiteY918" fmla="*/ 1200406 h 6858000"/>
              <a:gd name="connsiteX919" fmla="*/ 3674882 w 7467600"/>
              <a:gd name="connsiteY919" fmla="*/ 488524 h 6858000"/>
              <a:gd name="connsiteX920" fmla="*/ 3132682 w 7467600"/>
              <a:gd name="connsiteY920" fmla="*/ 1072284 h 6858000"/>
              <a:gd name="connsiteX921" fmla="*/ 2716346 w 7467600"/>
              <a:gd name="connsiteY921" fmla="*/ 1276376 h 6858000"/>
              <a:gd name="connsiteX922" fmla="*/ 2716772 w 7467600"/>
              <a:gd name="connsiteY922" fmla="*/ 1255462 h 6858000"/>
              <a:gd name="connsiteX923" fmla="*/ 3471096 w 7467600"/>
              <a:gd name="connsiteY923" fmla="*/ 437072 h 6858000"/>
              <a:gd name="connsiteX924" fmla="*/ 3639057 w 7467600"/>
              <a:gd name="connsiteY924" fmla="*/ 286334 h 6858000"/>
              <a:gd name="connsiteX925" fmla="*/ 3640309 w 7467600"/>
              <a:gd name="connsiteY925" fmla="*/ 284664 h 6858000"/>
              <a:gd name="connsiteX926" fmla="*/ 3646022 w 7467600"/>
              <a:gd name="connsiteY926" fmla="*/ 276711 h 6858000"/>
              <a:gd name="connsiteX927" fmla="*/ 3707943 w 7467600"/>
              <a:gd name="connsiteY927" fmla="*/ 65958 h 6858000"/>
              <a:gd name="connsiteX928" fmla="*/ 3721337 w 7467600"/>
              <a:gd name="connsiteY928" fmla="*/ 0 h 6858000"/>
              <a:gd name="connsiteX929" fmla="*/ 2867960 w 7467600"/>
              <a:gd name="connsiteY929" fmla="*/ 0 h 6858000"/>
              <a:gd name="connsiteX930" fmla="*/ 2926351 w 7467600"/>
              <a:gd name="connsiteY930" fmla="*/ 0 h 6858000"/>
              <a:gd name="connsiteX931" fmla="*/ 2902823 w 7467600"/>
              <a:gd name="connsiteY931" fmla="*/ 262929 h 6858000"/>
              <a:gd name="connsiteX932" fmla="*/ 2940663 w 7467600"/>
              <a:gd name="connsiteY932" fmla="*/ 140884 h 6858000"/>
              <a:gd name="connsiteX933" fmla="*/ 2947039 w 7467600"/>
              <a:gd name="connsiteY933" fmla="*/ 122524 h 6858000"/>
              <a:gd name="connsiteX934" fmla="*/ 2984316 w 7467600"/>
              <a:gd name="connsiteY934" fmla="*/ 0 h 6858000"/>
              <a:gd name="connsiteX935" fmla="*/ 3016114 w 7467600"/>
              <a:gd name="connsiteY935" fmla="*/ 0 h 6858000"/>
              <a:gd name="connsiteX936" fmla="*/ 2979949 w 7467600"/>
              <a:gd name="connsiteY936" fmla="*/ 119274 h 6858000"/>
              <a:gd name="connsiteX937" fmla="*/ 3023879 w 7467600"/>
              <a:gd name="connsiteY937" fmla="*/ 0 h 6858000"/>
              <a:gd name="connsiteX938" fmla="*/ 3105400 w 7467600"/>
              <a:gd name="connsiteY938" fmla="*/ 0 h 6858000"/>
              <a:gd name="connsiteX939" fmla="*/ 3094669 w 7467600"/>
              <a:gd name="connsiteY939" fmla="*/ 30308 h 6858000"/>
              <a:gd name="connsiteX940" fmla="*/ 2901945 w 7467600"/>
              <a:gd name="connsiteY940" fmla="*/ 466538 h 6858000"/>
              <a:gd name="connsiteX941" fmla="*/ 2815209 w 7467600"/>
              <a:gd name="connsiteY941" fmla="*/ 497361 h 6858000"/>
              <a:gd name="connsiteX942" fmla="*/ 2844845 w 7467600"/>
              <a:gd name="connsiteY942" fmla="*/ 127638 h 6858000"/>
              <a:gd name="connsiteX943" fmla="*/ 2867960 w 7467600"/>
              <a:gd name="connsiteY943" fmla="*/ 0 h 6858000"/>
              <a:gd name="connsiteX944" fmla="*/ 1057230 w 7467600"/>
              <a:gd name="connsiteY944" fmla="*/ 0 h 6858000"/>
              <a:gd name="connsiteX945" fmla="*/ 1111003 w 7467600"/>
              <a:gd name="connsiteY945" fmla="*/ 0 h 6858000"/>
              <a:gd name="connsiteX946" fmla="*/ 1125553 w 7467600"/>
              <a:gd name="connsiteY946" fmla="*/ 52588 h 6858000"/>
              <a:gd name="connsiteX947" fmla="*/ 1304276 w 7467600"/>
              <a:gd name="connsiteY947" fmla="*/ 476275 h 6858000"/>
              <a:gd name="connsiteX948" fmla="*/ 1492066 w 7467600"/>
              <a:gd name="connsiteY948" fmla="*/ 886333 h 6858000"/>
              <a:gd name="connsiteX949" fmla="*/ 1423698 w 7467600"/>
              <a:gd name="connsiteY949" fmla="*/ 710817 h 6858000"/>
              <a:gd name="connsiteX950" fmla="*/ 1357609 w 7467600"/>
              <a:gd name="connsiteY950" fmla="*/ 532892 h 6858000"/>
              <a:gd name="connsiteX951" fmla="*/ 1309550 w 7467600"/>
              <a:gd name="connsiteY951" fmla="*/ 374031 h 6858000"/>
              <a:gd name="connsiteX952" fmla="*/ 1193673 w 7467600"/>
              <a:gd name="connsiteY952" fmla="*/ 49533 h 6858000"/>
              <a:gd name="connsiteX953" fmla="*/ 1164391 w 7467600"/>
              <a:gd name="connsiteY953" fmla="*/ 0 h 6858000"/>
              <a:gd name="connsiteX954" fmla="*/ 1200666 w 7467600"/>
              <a:gd name="connsiteY954" fmla="*/ 0 h 6858000"/>
              <a:gd name="connsiteX955" fmla="*/ 1223408 w 7467600"/>
              <a:gd name="connsiteY955" fmla="*/ 38996 h 6858000"/>
              <a:gd name="connsiteX956" fmla="*/ 1339635 w 7467600"/>
              <a:gd name="connsiteY956" fmla="*/ 365517 h 6858000"/>
              <a:gd name="connsiteX957" fmla="*/ 1387469 w 7467600"/>
              <a:gd name="connsiteY957" fmla="*/ 523079 h 6858000"/>
              <a:gd name="connsiteX958" fmla="*/ 1452685 w 7467600"/>
              <a:gd name="connsiteY958" fmla="*/ 699806 h 6858000"/>
              <a:gd name="connsiteX959" fmla="*/ 1492092 w 7467600"/>
              <a:gd name="connsiteY959" fmla="*/ 800424 h 6858000"/>
              <a:gd name="connsiteX960" fmla="*/ 1455302 w 7467600"/>
              <a:gd name="connsiteY960" fmla="*/ 632913 h 6858000"/>
              <a:gd name="connsiteX961" fmla="*/ 1222336 w 7467600"/>
              <a:gd name="connsiteY961" fmla="*/ 9480 h 6858000"/>
              <a:gd name="connsiteX962" fmla="*/ 1214634 w 7467600"/>
              <a:gd name="connsiteY962" fmla="*/ 0 h 6858000"/>
              <a:gd name="connsiteX963" fmla="*/ 1289827 w 7467600"/>
              <a:gd name="connsiteY963" fmla="*/ 0 h 6858000"/>
              <a:gd name="connsiteX964" fmla="*/ 1321076 w 7467600"/>
              <a:gd name="connsiteY964" fmla="*/ 59722 h 6858000"/>
              <a:gd name="connsiteX965" fmla="*/ 1512579 w 7467600"/>
              <a:gd name="connsiteY965" fmla="*/ 626441 h 6858000"/>
              <a:gd name="connsiteX966" fmla="*/ 1506076 w 7467600"/>
              <a:gd name="connsiteY966" fmla="*/ 1089289 h 6858000"/>
              <a:gd name="connsiteX967" fmla="*/ 1486346 w 7467600"/>
              <a:gd name="connsiteY967" fmla="*/ 1079919 h 6858000"/>
              <a:gd name="connsiteX968" fmla="*/ 1070511 w 7467600"/>
              <a:gd name="connsiteY968" fmla="*/ 48609 h 6858000"/>
              <a:gd name="connsiteX969" fmla="*/ 1057230 w 7467600"/>
              <a:gd name="connsiteY969" fmla="*/ 0 h 6858000"/>
              <a:gd name="connsiteX970" fmla="*/ 43151 w 7467600"/>
              <a:gd name="connsiteY970" fmla="*/ 0 h 6858000"/>
              <a:gd name="connsiteX971" fmla="*/ 95283 w 7467600"/>
              <a:gd name="connsiteY971" fmla="*/ 0 h 6858000"/>
              <a:gd name="connsiteX972" fmla="*/ 300708 w 7467600"/>
              <a:gd name="connsiteY972" fmla="*/ 154571 h 6858000"/>
              <a:gd name="connsiteX973" fmla="*/ 530414 w 7467600"/>
              <a:gd name="connsiteY973" fmla="*/ 354673 h 6858000"/>
              <a:gd name="connsiteX974" fmla="*/ 333785 w 7467600"/>
              <a:gd name="connsiteY974" fmla="*/ 161564 h 6858000"/>
              <a:gd name="connsiteX975" fmla="*/ 147005 w 7467600"/>
              <a:gd name="connsiteY975" fmla="*/ 0 h 6858000"/>
              <a:gd name="connsiteX976" fmla="*/ 272509 w 7467600"/>
              <a:gd name="connsiteY976" fmla="*/ 0 h 6858000"/>
              <a:gd name="connsiteX977" fmla="*/ 326276 w 7467600"/>
              <a:gd name="connsiteY977" fmla="*/ 45847 h 6858000"/>
              <a:gd name="connsiteX978" fmla="*/ 823759 w 7467600"/>
              <a:gd name="connsiteY978" fmla="*/ 574145 h 6858000"/>
              <a:gd name="connsiteX979" fmla="*/ 811254 w 7467600"/>
              <a:gd name="connsiteY979" fmla="*/ 665546 h 6858000"/>
              <a:gd name="connsiteX980" fmla="*/ 154042 w 7467600"/>
              <a:gd name="connsiteY980" fmla="*/ 261522 h 6858000"/>
              <a:gd name="connsiteX981" fmla="*/ 13550 w 7467600"/>
              <a:gd name="connsiteY981" fmla="*/ 158423 h 6858000"/>
              <a:gd name="connsiteX982" fmla="*/ 0 w 7467600"/>
              <a:gd name="connsiteY982" fmla="*/ 146618 h 6858000"/>
              <a:gd name="connsiteX983" fmla="*/ 0 w 7467600"/>
              <a:gd name="connsiteY983" fmla="*/ 59161 h 6858000"/>
              <a:gd name="connsiteX984" fmla="*/ 45427 w 7467600"/>
              <a:gd name="connsiteY984" fmla="*/ 101078 h 6858000"/>
              <a:gd name="connsiteX985" fmla="*/ 630103 w 7467600"/>
              <a:gd name="connsiteY985" fmla="*/ 485885 h 6858000"/>
              <a:gd name="connsiteX986" fmla="*/ 532040 w 7467600"/>
              <a:gd name="connsiteY986" fmla="*/ 399359 h 6858000"/>
              <a:gd name="connsiteX987" fmla="*/ 517618 w 7467600"/>
              <a:gd name="connsiteY987" fmla="*/ 385726 h 6858000"/>
              <a:gd name="connsiteX988" fmla="*/ 285074 w 7467600"/>
              <a:gd name="connsiteY988" fmla="*/ 182755 h 6858000"/>
              <a:gd name="connsiteX989" fmla="*/ 43151 w 7467600"/>
              <a:gd name="connsiteY98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312201 w 7467600"/>
              <a:gd name="connsiteY132" fmla="*/ 5128278 h 6858000"/>
              <a:gd name="connsiteX133" fmla="*/ 1903353 w 7467600"/>
              <a:gd name="connsiteY133" fmla="*/ 5044827 h 6858000"/>
              <a:gd name="connsiteX134" fmla="*/ 1936931 w 7467600"/>
              <a:gd name="connsiteY134" fmla="*/ 5093954 h 6858000"/>
              <a:gd name="connsiteX135" fmla="*/ 2195868 w 7467600"/>
              <a:gd name="connsiteY135" fmla="*/ 5396574 h 6858000"/>
              <a:gd name="connsiteX136" fmla="*/ 2088852 w 7467600"/>
              <a:gd name="connsiteY136" fmla="*/ 5166123 h 6858000"/>
              <a:gd name="connsiteX137" fmla="*/ 1958241 w 7467600"/>
              <a:gd name="connsiteY137" fmla="*/ 5067955 h 6858000"/>
              <a:gd name="connsiteX138" fmla="*/ 1903353 w 7467600"/>
              <a:gd name="connsiteY138" fmla="*/ 5044827 h 6858000"/>
              <a:gd name="connsiteX139" fmla="*/ 1979378 w 7467600"/>
              <a:gd name="connsiteY139" fmla="*/ 4769504 h 6858000"/>
              <a:gd name="connsiteX140" fmla="*/ 2882120 w 7467600"/>
              <a:gd name="connsiteY140" fmla="*/ 5064547 h 6858000"/>
              <a:gd name="connsiteX141" fmla="*/ 2793103 w 7467600"/>
              <a:gd name="connsiteY141" fmla="*/ 5039699 h 6858000"/>
              <a:gd name="connsiteX142" fmla="*/ 2770041 w 7467600"/>
              <a:gd name="connsiteY142" fmla="*/ 5033634 h 6858000"/>
              <a:gd name="connsiteX143" fmla="*/ 1979378 w 7467600"/>
              <a:gd name="connsiteY143" fmla="*/ 4769504 h 6858000"/>
              <a:gd name="connsiteX144" fmla="*/ 1927410 w 7467600"/>
              <a:gd name="connsiteY144" fmla="*/ 4716164 h 6858000"/>
              <a:gd name="connsiteX145" fmla="*/ 1959587 w 7467600"/>
              <a:gd name="connsiteY145" fmla="*/ 4728849 h 6858000"/>
              <a:gd name="connsiteX146" fmla="*/ 2777707 w 7467600"/>
              <a:gd name="connsiteY146" fmla="*/ 5003991 h 6858000"/>
              <a:gd name="connsiteX147" fmla="*/ 2800768 w 7467600"/>
              <a:gd name="connsiteY147" fmla="*/ 5010056 h 6858000"/>
              <a:gd name="connsiteX148" fmla="*/ 2879408 w 7467600"/>
              <a:gd name="connsiteY148" fmla="*/ 5031590 h 6858000"/>
              <a:gd name="connsiteX149" fmla="*/ 2862295 w 7467600"/>
              <a:gd name="connsiteY149" fmla="*/ 5022958 h 6858000"/>
              <a:gd name="connsiteX150" fmla="*/ 2813343 w 7467600"/>
              <a:gd name="connsiteY150" fmla="*/ 4998369 h 6858000"/>
              <a:gd name="connsiteX151" fmla="*/ 2646245 w 7467600"/>
              <a:gd name="connsiteY151" fmla="*/ 4930999 h 6858000"/>
              <a:gd name="connsiteX152" fmla="*/ 1999243 w 7467600"/>
              <a:gd name="connsiteY152" fmla="*/ 4730524 h 6858000"/>
              <a:gd name="connsiteX153" fmla="*/ 1979527 w 7467600"/>
              <a:gd name="connsiteY153" fmla="*/ 4726651 h 6858000"/>
              <a:gd name="connsiteX154" fmla="*/ 1927410 w 7467600"/>
              <a:gd name="connsiteY154" fmla="*/ 4716164 h 6858000"/>
              <a:gd name="connsiteX155" fmla="*/ 1997014 w 7467600"/>
              <a:gd name="connsiteY155" fmla="*/ 4698007 h 6858000"/>
              <a:gd name="connsiteX156" fmla="*/ 2005458 w 7467600"/>
              <a:gd name="connsiteY156" fmla="*/ 4699540 h 6858000"/>
              <a:gd name="connsiteX157" fmla="*/ 2657186 w 7467600"/>
              <a:gd name="connsiteY157" fmla="*/ 4901687 h 6858000"/>
              <a:gd name="connsiteX158" fmla="*/ 2826662 w 7467600"/>
              <a:gd name="connsiteY158" fmla="*/ 4970362 h 6858000"/>
              <a:gd name="connsiteX159" fmla="*/ 2876100 w 7467600"/>
              <a:gd name="connsiteY159" fmla="*/ 4995397 h 6858000"/>
              <a:gd name="connsiteX160" fmla="*/ 3042600 w 7467600"/>
              <a:gd name="connsiteY160" fmla="*/ 5059532 h 6858000"/>
              <a:gd name="connsiteX161" fmla="*/ 1997014 w 7467600"/>
              <a:gd name="connsiteY161" fmla="*/ 4698007 h 6858000"/>
              <a:gd name="connsiteX162" fmla="*/ 2305292 w 7467600"/>
              <a:gd name="connsiteY162" fmla="*/ 4219492 h 6858000"/>
              <a:gd name="connsiteX163" fmla="*/ 3360922 w 7467600"/>
              <a:gd name="connsiteY163" fmla="*/ 4529373 h 6858000"/>
              <a:gd name="connsiteX164" fmla="*/ 3492420 w 7467600"/>
              <a:gd name="connsiteY164" fmla="*/ 4510145 h 6858000"/>
              <a:gd name="connsiteX165" fmla="*/ 3364086 w 7467600"/>
              <a:gd name="connsiteY165" fmla="*/ 4480340 h 6858000"/>
              <a:gd name="connsiteX166" fmla="*/ 3225818 w 7467600"/>
              <a:gd name="connsiteY166" fmla="*/ 4411822 h 6858000"/>
              <a:gd name="connsiteX167" fmla="*/ 3129696 w 7467600"/>
              <a:gd name="connsiteY167" fmla="*/ 4360704 h 6858000"/>
              <a:gd name="connsiteX168" fmla="*/ 2814545 w 7467600"/>
              <a:gd name="connsiteY168" fmla="*/ 4282955 h 6858000"/>
              <a:gd name="connsiteX169" fmla="*/ 2305292 w 7467600"/>
              <a:gd name="connsiteY169" fmla="*/ 4219492 h 6858000"/>
              <a:gd name="connsiteX170" fmla="*/ 2626982 w 7467600"/>
              <a:gd name="connsiteY170" fmla="*/ 4206450 h 6858000"/>
              <a:gd name="connsiteX171" fmla="*/ 2490617 w 7467600"/>
              <a:gd name="connsiteY171" fmla="*/ 4206951 h 6858000"/>
              <a:gd name="connsiteX172" fmla="*/ 2819869 w 7467600"/>
              <a:gd name="connsiteY172" fmla="*/ 4252936 h 6858000"/>
              <a:gd name="connsiteX173" fmla="*/ 3143018 w 7467600"/>
              <a:gd name="connsiteY173" fmla="*/ 4332698 h 6858000"/>
              <a:gd name="connsiteX174" fmla="*/ 3241520 w 7467600"/>
              <a:gd name="connsiteY174" fmla="*/ 4385112 h 6858000"/>
              <a:gd name="connsiteX175" fmla="*/ 3374575 w 7467600"/>
              <a:gd name="connsiteY175" fmla="*/ 4451517 h 6858000"/>
              <a:gd name="connsiteX176" fmla="*/ 3505221 w 7467600"/>
              <a:gd name="connsiteY176" fmla="*/ 4480757 h 6858000"/>
              <a:gd name="connsiteX177" fmla="*/ 2626982 w 7467600"/>
              <a:gd name="connsiteY177" fmla="*/ 4206450 h 6858000"/>
              <a:gd name="connsiteX178" fmla="*/ 1310106 w 7467600"/>
              <a:gd name="connsiteY178" fmla="*/ 3943217 h 6858000"/>
              <a:gd name="connsiteX179" fmla="*/ 854994 w 7467600"/>
              <a:gd name="connsiteY179" fmla="*/ 4399136 h 6858000"/>
              <a:gd name="connsiteX180" fmla="*/ 742462 w 7467600"/>
              <a:gd name="connsiteY180" fmla="*/ 4594648 h 6858000"/>
              <a:gd name="connsiteX181" fmla="*/ 820602 w 7467600"/>
              <a:gd name="connsiteY181" fmla="*/ 4485915 h 6858000"/>
              <a:gd name="connsiteX182" fmla="*/ 878295 w 7467600"/>
              <a:gd name="connsiteY182" fmla="*/ 4403594 h 6858000"/>
              <a:gd name="connsiteX183" fmla="*/ 1240607 w 7467600"/>
              <a:gd name="connsiteY183" fmla="*/ 4010401 h 6858000"/>
              <a:gd name="connsiteX184" fmla="*/ 1310106 w 7467600"/>
              <a:gd name="connsiteY184" fmla="*/ 3943217 h 6858000"/>
              <a:gd name="connsiteX185" fmla="*/ 1423113 w 7467600"/>
              <a:gd name="connsiteY185" fmla="*/ 3874565 h 6858000"/>
              <a:gd name="connsiteX186" fmla="*/ 1260565 w 7467600"/>
              <a:gd name="connsiteY186" fmla="*/ 4031982 h 6858000"/>
              <a:gd name="connsiteX187" fmla="*/ 901900 w 7467600"/>
              <a:gd name="connsiteY187" fmla="*/ 4421236 h 6858000"/>
              <a:gd name="connsiteX188" fmla="*/ 845044 w 7467600"/>
              <a:gd name="connsiteY188" fmla="*/ 4502436 h 6858000"/>
              <a:gd name="connsiteX189" fmla="*/ 685926 w 7467600"/>
              <a:gd name="connsiteY189" fmla="*/ 4703069 h 6858000"/>
              <a:gd name="connsiteX190" fmla="*/ 684248 w 7467600"/>
              <a:gd name="connsiteY190" fmla="*/ 4706721 h 6858000"/>
              <a:gd name="connsiteX191" fmla="*/ 1423113 w 7467600"/>
              <a:gd name="connsiteY191" fmla="*/ 3874565 h 6858000"/>
              <a:gd name="connsiteX192" fmla="*/ 3316479 w 7467600"/>
              <a:gd name="connsiteY192" fmla="*/ 3872136 h 6858000"/>
              <a:gd name="connsiteX193" fmla="*/ 3546806 w 7467600"/>
              <a:gd name="connsiteY193" fmla="*/ 4356139 h 6858000"/>
              <a:gd name="connsiteX194" fmla="*/ 3364433 w 7467600"/>
              <a:gd name="connsiteY194" fmla="*/ 3953121 h 6858000"/>
              <a:gd name="connsiteX195" fmla="*/ 3316479 w 7467600"/>
              <a:gd name="connsiteY195" fmla="*/ 3872136 h 6858000"/>
              <a:gd name="connsiteX196" fmla="*/ 3291335 w 7467600"/>
              <a:gd name="connsiteY196" fmla="*/ 3767420 h 6858000"/>
              <a:gd name="connsiteX197" fmla="*/ 3390805 w 7467600"/>
              <a:gd name="connsiteY197" fmla="*/ 3937163 h 6858000"/>
              <a:gd name="connsiteX198" fmla="*/ 3579062 w 7467600"/>
              <a:gd name="connsiteY198" fmla="*/ 4359040 h 6858000"/>
              <a:gd name="connsiteX199" fmla="*/ 3467355 w 7467600"/>
              <a:gd name="connsiteY199" fmla="*/ 3988130 h 6858000"/>
              <a:gd name="connsiteX200" fmla="*/ 3310753 w 7467600"/>
              <a:gd name="connsiteY200" fmla="*/ 3787140 h 6858000"/>
              <a:gd name="connsiteX201" fmla="*/ 3291335 w 7467600"/>
              <a:gd name="connsiteY201" fmla="*/ 3767420 h 6858000"/>
              <a:gd name="connsiteX202" fmla="*/ 1635889 w 7467600"/>
              <a:gd name="connsiteY202" fmla="*/ 3709494 h 6858000"/>
              <a:gd name="connsiteX203" fmla="*/ 1634800 w 7467600"/>
              <a:gd name="connsiteY203" fmla="*/ 3731111 h 6858000"/>
              <a:gd name="connsiteX204" fmla="*/ 1635889 w 7467600"/>
              <a:gd name="connsiteY204" fmla="*/ 3709494 h 6858000"/>
              <a:gd name="connsiteX205" fmla="*/ 1510397 w 7467600"/>
              <a:gd name="connsiteY205" fmla="*/ 3684705 h 6858000"/>
              <a:gd name="connsiteX206" fmla="*/ 1146550 w 7467600"/>
              <a:gd name="connsiteY206" fmla="*/ 3802012 h 6858000"/>
              <a:gd name="connsiteX207" fmla="*/ 698834 w 7467600"/>
              <a:gd name="connsiteY207" fmla="*/ 3952272 h 6858000"/>
              <a:gd name="connsiteX208" fmla="*/ 34256 w 7467600"/>
              <a:gd name="connsiteY208" fmla="*/ 4347603 h 6858000"/>
              <a:gd name="connsiteX209" fmla="*/ 527241 w 7467600"/>
              <a:gd name="connsiteY209" fmla="*/ 4065078 h 6858000"/>
              <a:gd name="connsiteX210" fmla="*/ 1510397 w 7467600"/>
              <a:gd name="connsiteY210" fmla="*/ 3684705 h 6858000"/>
              <a:gd name="connsiteX211" fmla="*/ 1313114 w 7467600"/>
              <a:gd name="connsiteY211" fmla="*/ 3655216 h 6858000"/>
              <a:gd name="connsiteX212" fmla="*/ 1109304 w 7467600"/>
              <a:gd name="connsiteY212" fmla="*/ 3669030 h 6858000"/>
              <a:gd name="connsiteX213" fmla="*/ 8129 w 7467600"/>
              <a:gd name="connsiteY213" fmla="*/ 4330519 h 6858000"/>
              <a:gd name="connsiteX214" fmla="*/ 687572 w 7467600"/>
              <a:gd name="connsiteY214" fmla="*/ 3925629 h 6858000"/>
              <a:gd name="connsiteX215" fmla="*/ 1138365 w 7467600"/>
              <a:gd name="connsiteY215" fmla="*/ 3774515 h 6858000"/>
              <a:gd name="connsiteX216" fmla="*/ 1505579 w 7467600"/>
              <a:gd name="connsiteY216" fmla="*/ 3655526 h 6858000"/>
              <a:gd name="connsiteX217" fmla="*/ 1313114 w 7467600"/>
              <a:gd name="connsiteY217" fmla="*/ 3655216 h 6858000"/>
              <a:gd name="connsiteX218" fmla="*/ 3655073 w 7467600"/>
              <a:gd name="connsiteY218" fmla="*/ 3650884 h 6858000"/>
              <a:gd name="connsiteX219" fmla="*/ 3989938 w 7467600"/>
              <a:gd name="connsiteY219" fmla="*/ 3991685 h 6858000"/>
              <a:gd name="connsiteX220" fmla="*/ 4393907 w 7467600"/>
              <a:gd name="connsiteY220" fmla="*/ 4261258 h 6858000"/>
              <a:gd name="connsiteX221" fmla="*/ 4648051 w 7467600"/>
              <a:gd name="connsiteY221" fmla="*/ 4374051 h 6858000"/>
              <a:gd name="connsiteX222" fmla="*/ 4383389 w 7467600"/>
              <a:gd name="connsiteY222" fmla="*/ 4184369 h 6858000"/>
              <a:gd name="connsiteX223" fmla="*/ 4165508 w 7467600"/>
              <a:gd name="connsiteY223" fmla="*/ 4035196 h 6858000"/>
              <a:gd name="connsiteX224" fmla="*/ 4068162 w 7467600"/>
              <a:gd name="connsiteY224" fmla="*/ 3953394 h 6858000"/>
              <a:gd name="connsiteX225" fmla="*/ 3981416 w 7467600"/>
              <a:gd name="connsiteY225" fmla="*/ 3880482 h 6858000"/>
              <a:gd name="connsiteX226" fmla="*/ 3800147 w 7467600"/>
              <a:gd name="connsiteY226" fmla="*/ 3749872 h 6858000"/>
              <a:gd name="connsiteX227" fmla="*/ 3655073 w 7467600"/>
              <a:gd name="connsiteY227" fmla="*/ 3650884 h 6858000"/>
              <a:gd name="connsiteX228" fmla="*/ 3670252 w 7467600"/>
              <a:gd name="connsiteY228" fmla="*/ 3622798 h 6858000"/>
              <a:gd name="connsiteX229" fmla="*/ 3817258 w 7467600"/>
              <a:gd name="connsiteY229" fmla="*/ 3723577 h 6858000"/>
              <a:gd name="connsiteX230" fmla="*/ 4000461 w 7467600"/>
              <a:gd name="connsiteY230" fmla="*/ 3855966 h 6858000"/>
              <a:gd name="connsiteX231" fmla="*/ 4088180 w 7467600"/>
              <a:gd name="connsiteY231" fmla="*/ 3929774 h 6858000"/>
              <a:gd name="connsiteX232" fmla="*/ 4184555 w 7467600"/>
              <a:gd name="connsiteY232" fmla="*/ 4010683 h 6858000"/>
              <a:gd name="connsiteX233" fmla="*/ 4399563 w 7467600"/>
              <a:gd name="connsiteY233" fmla="*/ 4158106 h 6858000"/>
              <a:gd name="connsiteX234" fmla="*/ 4684469 w 7467600"/>
              <a:gd name="connsiteY234" fmla="*/ 4364680 h 6858000"/>
              <a:gd name="connsiteX235" fmla="*/ 4690271 w 7467600"/>
              <a:gd name="connsiteY235" fmla="*/ 4370034 h 6858000"/>
              <a:gd name="connsiteX236" fmla="*/ 4136093 w 7467600"/>
              <a:gd name="connsiteY236" fmla="*/ 3858466 h 6858000"/>
              <a:gd name="connsiteX237" fmla="*/ 3670252 w 7467600"/>
              <a:gd name="connsiteY237" fmla="*/ 3622798 h 6858000"/>
              <a:gd name="connsiteX238" fmla="*/ 4440129 w 7467600"/>
              <a:gd name="connsiteY238" fmla="*/ 3448571 h 6858000"/>
              <a:gd name="connsiteX239" fmla="*/ 4856525 w 7467600"/>
              <a:gd name="connsiteY239" fmla="*/ 3915351 h 6858000"/>
              <a:gd name="connsiteX240" fmla="*/ 5059055 w 7467600"/>
              <a:gd name="connsiteY240" fmla="*/ 4108918 h 6858000"/>
              <a:gd name="connsiteX241" fmla="*/ 5290070 w 7467600"/>
              <a:gd name="connsiteY241" fmla="*/ 4263619 h 6858000"/>
              <a:gd name="connsiteX242" fmla="*/ 4834991 w 7467600"/>
              <a:gd name="connsiteY242" fmla="*/ 3830985 h 6858000"/>
              <a:gd name="connsiteX243" fmla="*/ 4440129 w 7467600"/>
              <a:gd name="connsiteY243" fmla="*/ 3448571 h 6858000"/>
              <a:gd name="connsiteX244" fmla="*/ 4441737 w 7467600"/>
              <a:gd name="connsiteY244" fmla="*/ 3399734 h 6858000"/>
              <a:gd name="connsiteX245" fmla="*/ 4431236 w 7467600"/>
              <a:gd name="connsiteY245" fmla="*/ 3400954 h 6858000"/>
              <a:gd name="connsiteX246" fmla="*/ 4557150 w 7467600"/>
              <a:gd name="connsiteY246" fmla="*/ 3510023 h 6858000"/>
              <a:gd name="connsiteX247" fmla="*/ 4856936 w 7467600"/>
              <a:gd name="connsiteY247" fmla="*/ 3809146 h 6858000"/>
              <a:gd name="connsiteX248" fmla="*/ 5111996 w 7467600"/>
              <a:gd name="connsiteY248" fmla="*/ 4065759 h 6858000"/>
              <a:gd name="connsiteX249" fmla="*/ 5388878 w 7467600"/>
              <a:gd name="connsiteY249" fmla="*/ 4300185 h 6858000"/>
              <a:gd name="connsiteX250" fmla="*/ 5425556 w 7467600"/>
              <a:gd name="connsiteY250" fmla="*/ 4308967 h 6858000"/>
              <a:gd name="connsiteX251" fmla="*/ 4943646 w 7467600"/>
              <a:gd name="connsiteY251" fmla="*/ 3822916 h 6858000"/>
              <a:gd name="connsiteX252" fmla="*/ 4594837 w 7467600"/>
              <a:gd name="connsiteY252" fmla="*/ 3532274 h 6858000"/>
              <a:gd name="connsiteX253" fmla="*/ 4441737 w 7467600"/>
              <a:gd name="connsiteY253" fmla="*/ 3399734 h 6858000"/>
              <a:gd name="connsiteX254" fmla="*/ 5425834 w 7467600"/>
              <a:gd name="connsiteY254" fmla="*/ 3162785 h 6858000"/>
              <a:gd name="connsiteX255" fmla="*/ 5401644 w 7467600"/>
              <a:gd name="connsiteY255" fmla="*/ 3617847 h 6858000"/>
              <a:gd name="connsiteX256" fmla="*/ 5467256 w 7467600"/>
              <a:gd name="connsiteY256" fmla="*/ 4175494 h 6858000"/>
              <a:gd name="connsiteX257" fmla="*/ 5448069 w 7467600"/>
              <a:gd name="connsiteY257" fmla="*/ 3567554 h 6858000"/>
              <a:gd name="connsiteX258" fmla="*/ 5425834 w 7467600"/>
              <a:gd name="connsiteY258" fmla="*/ 3162785 h 6858000"/>
              <a:gd name="connsiteX259" fmla="*/ 1318687 w 7467600"/>
              <a:gd name="connsiteY259" fmla="*/ 3113840 h 6858000"/>
              <a:gd name="connsiteX260" fmla="*/ 1066793 w 7467600"/>
              <a:gd name="connsiteY260" fmla="*/ 3212171 h 6858000"/>
              <a:gd name="connsiteX261" fmla="*/ 993319 w 7467600"/>
              <a:gd name="connsiteY261" fmla="*/ 3247648 h 6858000"/>
              <a:gd name="connsiteX262" fmla="*/ 853081 w 7467600"/>
              <a:gd name="connsiteY262" fmla="*/ 3312410 h 6858000"/>
              <a:gd name="connsiteX263" fmla="*/ 805957 w 7467600"/>
              <a:gd name="connsiteY263" fmla="*/ 3330443 h 6858000"/>
              <a:gd name="connsiteX264" fmla="*/ 1318687 w 7467600"/>
              <a:gd name="connsiteY264" fmla="*/ 3113840 h 6858000"/>
              <a:gd name="connsiteX265" fmla="*/ 5453702 w 7467600"/>
              <a:gd name="connsiteY265" fmla="*/ 3090882 h 6858000"/>
              <a:gd name="connsiteX266" fmla="*/ 5480135 w 7467600"/>
              <a:gd name="connsiteY266" fmla="*/ 3565802 h 6858000"/>
              <a:gd name="connsiteX267" fmla="*/ 5499023 w 7467600"/>
              <a:gd name="connsiteY267" fmla="*/ 4166310 h 6858000"/>
              <a:gd name="connsiteX268" fmla="*/ 5547022 w 7467600"/>
              <a:gd name="connsiteY268" fmla="*/ 3607838 h 6858000"/>
              <a:gd name="connsiteX269" fmla="*/ 5515964 w 7467600"/>
              <a:gd name="connsiteY269" fmla="*/ 3378541 h 6858000"/>
              <a:gd name="connsiteX270" fmla="*/ 5453702 w 7467600"/>
              <a:gd name="connsiteY270" fmla="*/ 3090882 h 6858000"/>
              <a:gd name="connsiteX271" fmla="*/ 1238695 w 7467600"/>
              <a:gd name="connsiteY271" fmla="*/ 3076820 h 6858000"/>
              <a:gd name="connsiteX272" fmla="*/ 716371 w 7467600"/>
              <a:gd name="connsiteY272" fmla="*/ 3293249 h 6858000"/>
              <a:gd name="connsiteX273" fmla="*/ 579522 w 7467600"/>
              <a:gd name="connsiteY273" fmla="*/ 3371759 h 6858000"/>
              <a:gd name="connsiteX274" fmla="*/ 600288 w 7467600"/>
              <a:gd name="connsiteY274" fmla="*/ 3365555 h 6858000"/>
              <a:gd name="connsiteX275" fmla="*/ 840692 w 7467600"/>
              <a:gd name="connsiteY275" fmla="*/ 3284921 h 6858000"/>
              <a:gd name="connsiteX276" fmla="*/ 979248 w 7467600"/>
              <a:gd name="connsiteY276" fmla="*/ 3221003 h 6858000"/>
              <a:gd name="connsiteX277" fmla="*/ 1053282 w 7467600"/>
              <a:gd name="connsiteY277" fmla="*/ 3185247 h 6858000"/>
              <a:gd name="connsiteX278" fmla="*/ 1320603 w 7467600"/>
              <a:gd name="connsiteY278" fmla="*/ 3081281 h 6858000"/>
              <a:gd name="connsiteX279" fmla="*/ 1238695 w 7467600"/>
              <a:gd name="connsiteY279" fmla="*/ 3076820 h 6858000"/>
              <a:gd name="connsiteX280" fmla="*/ 5425627 w 7467600"/>
              <a:gd name="connsiteY280" fmla="*/ 2954192 h 6858000"/>
              <a:gd name="connsiteX281" fmla="*/ 5470770 w 7467600"/>
              <a:gd name="connsiteY281" fmla="*/ 3005435 h 6858000"/>
              <a:gd name="connsiteX282" fmla="*/ 5519779 w 7467600"/>
              <a:gd name="connsiteY282" fmla="*/ 4359223 h 6858000"/>
              <a:gd name="connsiteX283" fmla="*/ 5520293 w 7467600"/>
              <a:gd name="connsiteY283" fmla="*/ 4360602 h 6858000"/>
              <a:gd name="connsiteX284" fmla="*/ 5767221 w 7467600"/>
              <a:gd name="connsiteY284" fmla="*/ 4665564 h 6858000"/>
              <a:gd name="connsiteX285" fmla="*/ 6937169 w 7467600"/>
              <a:gd name="connsiteY285" fmla="*/ 4815941 h 6858000"/>
              <a:gd name="connsiteX286" fmla="*/ 6953922 w 7467600"/>
              <a:gd name="connsiteY286" fmla="*/ 4890068 h 6858000"/>
              <a:gd name="connsiteX287" fmla="*/ 6071359 w 7467600"/>
              <a:gd name="connsiteY287" fmla="*/ 4770770 h 6858000"/>
              <a:gd name="connsiteX288" fmla="*/ 6038839 w 7467600"/>
              <a:gd name="connsiteY288" fmla="*/ 4764474 h 6858000"/>
              <a:gd name="connsiteX289" fmla="*/ 6038706 w 7467600"/>
              <a:gd name="connsiteY289" fmla="*/ 4763847 h 6858000"/>
              <a:gd name="connsiteX290" fmla="*/ 6037784 w 7467600"/>
              <a:gd name="connsiteY290" fmla="*/ 4764270 h 6858000"/>
              <a:gd name="connsiteX291" fmla="*/ 6038839 w 7467600"/>
              <a:gd name="connsiteY291" fmla="*/ 4764474 h 6858000"/>
              <a:gd name="connsiteX292" fmla="*/ 6040338 w 7467600"/>
              <a:gd name="connsiteY292" fmla="*/ 4771418 h 6858000"/>
              <a:gd name="connsiteX293" fmla="*/ 6024488 w 7467600"/>
              <a:gd name="connsiteY293" fmla="*/ 4809903 h 6858000"/>
              <a:gd name="connsiteX294" fmla="*/ 5599771 w 7467600"/>
              <a:gd name="connsiteY294" fmla="*/ 5509652 h 6858000"/>
              <a:gd name="connsiteX295" fmla="*/ 5548843 w 7467600"/>
              <a:gd name="connsiteY295" fmla="*/ 5563845 h 6858000"/>
              <a:gd name="connsiteX296" fmla="*/ 5940952 w 7467600"/>
              <a:gd name="connsiteY296" fmla="*/ 6250028 h 6858000"/>
              <a:gd name="connsiteX297" fmla="*/ 6043441 w 7467600"/>
              <a:gd name="connsiteY297" fmla="*/ 6665847 h 6858000"/>
              <a:gd name="connsiteX298" fmla="*/ 6093432 w 7467600"/>
              <a:gd name="connsiteY298" fmla="*/ 6858000 h 6858000"/>
              <a:gd name="connsiteX299" fmla="*/ 6034344 w 7467600"/>
              <a:gd name="connsiteY299" fmla="*/ 6858000 h 6858000"/>
              <a:gd name="connsiteX300" fmla="*/ 6026679 w 7467600"/>
              <a:gd name="connsiteY300" fmla="*/ 6836959 h 6858000"/>
              <a:gd name="connsiteX301" fmla="*/ 5800441 w 7467600"/>
              <a:gd name="connsiteY301" fmla="*/ 6335286 h 6858000"/>
              <a:gd name="connsiteX302" fmla="*/ 5526562 w 7467600"/>
              <a:gd name="connsiteY302" fmla="*/ 5705388 h 6858000"/>
              <a:gd name="connsiteX303" fmla="*/ 5519640 w 7467600"/>
              <a:gd name="connsiteY303" fmla="*/ 5683774 h 6858000"/>
              <a:gd name="connsiteX304" fmla="*/ 5844559 w 7467600"/>
              <a:gd name="connsiteY304" fmla="*/ 6553349 h 6858000"/>
              <a:gd name="connsiteX305" fmla="*/ 5975994 w 7467600"/>
              <a:gd name="connsiteY305" fmla="*/ 6858000 h 6858000"/>
              <a:gd name="connsiteX306" fmla="*/ 5898547 w 7467600"/>
              <a:gd name="connsiteY306" fmla="*/ 6858000 h 6858000"/>
              <a:gd name="connsiteX307" fmla="*/ 5682041 w 7467600"/>
              <a:gd name="connsiteY307" fmla="*/ 6355860 h 6858000"/>
              <a:gd name="connsiteX308" fmla="*/ 5461758 w 7467600"/>
              <a:gd name="connsiteY308" fmla="*/ 5820220 h 6858000"/>
              <a:gd name="connsiteX309" fmla="*/ 5237282 w 7467600"/>
              <a:gd name="connsiteY309" fmla="*/ 6579086 h 6858000"/>
              <a:gd name="connsiteX310" fmla="*/ 5115009 w 7467600"/>
              <a:gd name="connsiteY310" fmla="*/ 6858000 h 6858000"/>
              <a:gd name="connsiteX311" fmla="*/ 5028074 w 7467600"/>
              <a:gd name="connsiteY311" fmla="*/ 6858000 h 6858000"/>
              <a:gd name="connsiteX312" fmla="*/ 5079508 w 7467600"/>
              <a:gd name="connsiteY312" fmla="*/ 6749074 h 6858000"/>
              <a:gd name="connsiteX313" fmla="*/ 5371846 w 7467600"/>
              <a:gd name="connsiteY313" fmla="*/ 5924413 h 6858000"/>
              <a:gd name="connsiteX314" fmla="*/ 5270512 w 7467600"/>
              <a:gd name="connsiteY314" fmla="*/ 6138975 h 6858000"/>
              <a:gd name="connsiteX315" fmla="*/ 5062409 w 7467600"/>
              <a:gd name="connsiteY315" fmla="*/ 6653544 h 6858000"/>
              <a:gd name="connsiteX316" fmla="*/ 5036628 w 7467600"/>
              <a:gd name="connsiteY316" fmla="*/ 6754247 h 6858000"/>
              <a:gd name="connsiteX317" fmla="*/ 5009112 w 7467600"/>
              <a:gd name="connsiteY317" fmla="*/ 6858000 h 6858000"/>
              <a:gd name="connsiteX318" fmla="*/ 4976679 w 7467600"/>
              <a:gd name="connsiteY318" fmla="*/ 6858000 h 6858000"/>
              <a:gd name="connsiteX319" fmla="*/ 5006537 w 7467600"/>
              <a:gd name="connsiteY319" fmla="*/ 6747068 h 6858000"/>
              <a:gd name="connsiteX320" fmla="*/ 5032723 w 7467600"/>
              <a:gd name="connsiteY320" fmla="*/ 6644957 h 6858000"/>
              <a:gd name="connsiteX321" fmla="*/ 5242949 w 7467600"/>
              <a:gd name="connsiteY321" fmla="*/ 6125175 h 6858000"/>
              <a:gd name="connsiteX322" fmla="*/ 5286321 w 7467600"/>
              <a:gd name="connsiteY322" fmla="*/ 6033555 h 6858000"/>
              <a:gd name="connsiteX323" fmla="*/ 5008210 w 7467600"/>
              <a:gd name="connsiteY323" fmla="*/ 6649194 h 6858000"/>
              <a:gd name="connsiteX324" fmla="*/ 4986321 w 7467600"/>
              <a:gd name="connsiteY324" fmla="*/ 6765687 h 6858000"/>
              <a:gd name="connsiteX325" fmla="*/ 4973474 w 7467600"/>
              <a:gd name="connsiteY325" fmla="*/ 6858000 h 6858000"/>
              <a:gd name="connsiteX326" fmla="*/ 4907178 w 7467600"/>
              <a:gd name="connsiteY326" fmla="*/ 6858000 h 6858000"/>
              <a:gd name="connsiteX327" fmla="*/ 4910810 w 7467600"/>
              <a:gd name="connsiteY327" fmla="*/ 6829660 h 6858000"/>
              <a:gd name="connsiteX328" fmla="*/ 4987461 w 7467600"/>
              <a:gd name="connsiteY328" fmla="*/ 6432994 h 6858000"/>
              <a:gd name="connsiteX329" fmla="*/ 5179262 w 7467600"/>
              <a:gd name="connsiteY329" fmla="*/ 6035044 h 6858000"/>
              <a:gd name="connsiteX330" fmla="*/ 4689678 w 7467600"/>
              <a:gd name="connsiteY330" fmla="*/ 6440241 h 6858000"/>
              <a:gd name="connsiteX331" fmla="*/ 4477543 w 7467600"/>
              <a:gd name="connsiteY331" fmla="*/ 6674836 h 6858000"/>
              <a:gd name="connsiteX332" fmla="*/ 4329957 w 7467600"/>
              <a:gd name="connsiteY332" fmla="*/ 6858000 h 6858000"/>
              <a:gd name="connsiteX333" fmla="*/ 4218595 w 7467600"/>
              <a:gd name="connsiteY333" fmla="*/ 6858000 h 6858000"/>
              <a:gd name="connsiteX334" fmla="*/ 4368888 w 7467600"/>
              <a:gd name="connsiteY334" fmla="*/ 6668412 h 6858000"/>
              <a:gd name="connsiteX335" fmla="*/ 4563091 w 7467600"/>
              <a:gd name="connsiteY335" fmla="*/ 6442508 h 6858000"/>
              <a:gd name="connsiteX336" fmla="*/ 5387324 w 7467600"/>
              <a:gd name="connsiteY336" fmla="*/ 5705830 h 6858000"/>
              <a:gd name="connsiteX337" fmla="*/ 5073620 w 7467600"/>
              <a:gd name="connsiteY337" fmla="*/ 5955437 h 6858000"/>
              <a:gd name="connsiteX338" fmla="*/ 4689789 w 7467600"/>
              <a:gd name="connsiteY338" fmla="*/ 6268382 h 6858000"/>
              <a:gd name="connsiteX339" fmla="*/ 4418722 w 7467600"/>
              <a:gd name="connsiteY339" fmla="*/ 6570886 h 6858000"/>
              <a:gd name="connsiteX340" fmla="*/ 4214944 w 7467600"/>
              <a:gd name="connsiteY340" fmla="*/ 6858000 h 6858000"/>
              <a:gd name="connsiteX341" fmla="*/ 4177898 w 7467600"/>
              <a:gd name="connsiteY341" fmla="*/ 6858000 h 6858000"/>
              <a:gd name="connsiteX342" fmla="*/ 4391597 w 7467600"/>
              <a:gd name="connsiteY342" fmla="*/ 6556370 h 6858000"/>
              <a:gd name="connsiteX343" fmla="*/ 4668889 w 7467600"/>
              <a:gd name="connsiteY343" fmla="*/ 6246399 h 6858000"/>
              <a:gd name="connsiteX344" fmla="*/ 5055427 w 7467600"/>
              <a:gd name="connsiteY344" fmla="*/ 5931476 h 6858000"/>
              <a:gd name="connsiteX345" fmla="*/ 5371814 w 7467600"/>
              <a:gd name="connsiteY345" fmla="*/ 5678975 h 6858000"/>
              <a:gd name="connsiteX346" fmla="*/ 4987918 w 7467600"/>
              <a:gd name="connsiteY346" fmla="*/ 5838701 h 6858000"/>
              <a:gd name="connsiteX347" fmla="*/ 4317146 w 7467600"/>
              <a:gd name="connsiteY347" fmla="*/ 6587716 h 6858000"/>
              <a:gd name="connsiteX348" fmla="*/ 4171627 w 7467600"/>
              <a:gd name="connsiteY348" fmla="*/ 6858000 h 6858000"/>
              <a:gd name="connsiteX349" fmla="*/ 4081585 w 7467600"/>
              <a:gd name="connsiteY349" fmla="*/ 6858000 h 6858000"/>
              <a:gd name="connsiteX350" fmla="*/ 4238603 w 7467600"/>
              <a:gd name="connsiteY350" fmla="*/ 6559341 h 6858000"/>
              <a:gd name="connsiteX351" fmla="*/ 4778333 w 7467600"/>
              <a:gd name="connsiteY351" fmla="*/ 5873626 h 6858000"/>
              <a:gd name="connsiteX352" fmla="*/ 5414185 w 7467600"/>
              <a:gd name="connsiteY352" fmla="*/ 5573882 h 6858000"/>
              <a:gd name="connsiteX353" fmla="*/ 5959648 w 7467600"/>
              <a:gd name="connsiteY353" fmla="*/ 4760797 h 6858000"/>
              <a:gd name="connsiteX354" fmla="*/ 5355019 w 7467600"/>
              <a:gd name="connsiteY354" fmla="*/ 4734672 h 6858000"/>
              <a:gd name="connsiteX355" fmla="*/ 5083565 w 7467600"/>
              <a:gd name="connsiteY355" fmla="*/ 5179121 h 6858000"/>
              <a:gd name="connsiteX356" fmla="*/ 4713577 w 7467600"/>
              <a:gd name="connsiteY356" fmla="*/ 5616803 h 6858000"/>
              <a:gd name="connsiteX357" fmla="*/ 3989559 w 7467600"/>
              <a:gd name="connsiteY357" fmla="*/ 6145945 h 6858000"/>
              <a:gd name="connsiteX358" fmla="*/ 3939824 w 7467600"/>
              <a:gd name="connsiteY358" fmla="*/ 6066900 h 6858000"/>
              <a:gd name="connsiteX359" fmla="*/ 4584537 w 7467600"/>
              <a:gd name="connsiteY359" fmla="*/ 5324826 h 6858000"/>
              <a:gd name="connsiteX360" fmla="*/ 5037105 w 7467600"/>
              <a:gd name="connsiteY360" fmla="*/ 5088765 h 6858000"/>
              <a:gd name="connsiteX361" fmla="*/ 5039930 w 7467600"/>
              <a:gd name="connsiteY361" fmla="*/ 5089585 h 6858000"/>
              <a:gd name="connsiteX362" fmla="*/ 5263764 w 7467600"/>
              <a:gd name="connsiteY362" fmla="*/ 4735525 h 6858000"/>
              <a:gd name="connsiteX363" fmla="*/ 4086300 w 7467600"/>
              <a:gd name="connsiteY363" fmla="*/ 4884599 h 6858000"/>
              <a:gd name="connsiteX364" fmla="*/ 4085485 w 7467600"/>
              <a:gd name="connsiteY364" fmla="*/ 4899070 h 6858000"/>
              <a:gd name="connsiteX365" fmla="*/ 3871915 w 7467600"/>
              <a:gd name="connsiteY365" fmla="*/ 5253645 h 6858000"/>
              <a:gd name="connsiteX366" fmla="*/ 3799374 w 7467600"/>
              <a:gd name="connsiteY366" fmla="*/ 5466127 h 6858000"/>
              <a:gd name="connsiteX367" fmla="*/ 3498850 w 7467600"/>
              <a:gd name="connsiteY367" fmla="*/ 6661888 h 6858000"/>
              <a:gd name="connsiteX368" fmla="*/ 3399216 w 7467600"/>
              <a:gd name="connsiteY368" fmla="*/ 6858000 h 6858000"/>
              <a:gd name="connsiteX369" fmla="*/ 3303688 w 7467600"/>
              <a:gd name="connsiteY369" fmla="*/ 6858000 h 6858000"/>
              <a:gd name="connsiteX370" fmla="*/ 3391774 w 7467600"/>
              <a:gd name="connsiteY370" fmla="*/ 6697181 h 6858000"/>
              <a:gd name="connsiteX371" fmla="*/ 3735540 w 7467600"/>
              <a:gd name="connsiteY371" fmla="*/ 5546923 h 6858000"/>
              <a:gd name="connsiteX372" fmla="*/ 3729438 w 7467600"/>
              <a:gd name="connsiteY372" fmla="*/ 5569058 h 6858000"/>
              <a:gd name="connsiteX373" fmla="*/ 3707782 w 7467600"/>
              <a:gd name="connsiteY373" fmla="*/ 5644908 h 6858000"/>
              <a:gd name="connsiteX374" fmla="*/ 3583827 w 7467600"/>
              <a:gd name="connsiteY374" fmla="*/ 6039215 h 6858000"/>
              <a:gd name="connsiteX375" fmla="*/ 3547861 w 7467600"/>
              <a:gd name="connsiteY375" fmla="*/ 6129609 h 6858000"/>
              <a:gd name="connsiteX376" fmla="*/ 3490905 w 7467600"/>
              <a:gd name="connsiteY376" fmla="*/ 6277660 h 6858000"/>
              <a:gd name="connsiteX377" fmla="*/ 3455859 w 7467600"/>
              <a:gd name="connsiteY377" fmla="*/ 6391301 h 6858000"/>
              <a:gd name="connsiteX378" fmla="*/ 3429112 w 7467600"/>
              <a:gd name="connsiteY378" fmla="*/ 6479469 h 6858000"/>
              <a:gd name="connsiteX379" fmla="*/ 3304862 w 7467600"/>
              <a:gd name="connsiteY379" fmla="*/ 6796476 h 6858000"/>
              <a:gd name="connsiteX380" fmla="*/ 3276071 w 7467600"/>
              <a:gd name="connsiteY380" fmla="*/ 6858000 h 6858000"/>
              <a:gd name="connsiteX381" fmla="*/ 3240805 w 7467600"/>
              <a:gd name="connsiteY381" fmla="*/ 6858000 h 6858000"/>
              <a:gd name="connsiteX382" fmla="*/ 3275917 w 7467600"/>
              <a:gd name="connsiteY382" fmla="*/ 6783192 h 6858000"/>
              <a:gd name="connsiteX383" fmla="*/ 3399358 w 7467600"/>
              <a:gd name="connsiteY383" fmla="*/ 6469011 h 6858000"/>
              <a:gd name="connsiteX384" fmla="*/ 3425650 w 7467600"/>
              <a:gd name="connsiteY384" fmla="*/ 6381333 h 6858000"/>
              <a:gd name="connsiteX385" fmla="*/ 3460661 w 7467600"/>
              <a:gd name="connsiteY385" fmla="*/ 6266763 h 6858000"/>
              <a:gd name="connsiteX386" fmla="*/ 3518021 w 7467600"/>
              <a:gd name="connsiteY386" fmla="*/ 6117298 h 6858000"/>
              <a:gd name="connsiteX387" fmla="*/ 3554035 w 7467600"/>
              <a:gd name="connsiteY387" fmla="*/ 6027832 h 6858000"/>
              <a:gd name="connsiteX388" fmla="*/ 3677174 w 7467600"/>
              <a:gd name="connsiteY388" fmla="*/ 5636351 h 6858000"/>
              <a:gd name="connsiteX389" fmla="*/ 3698819 w 7467600"/>
              <a:gd name="connsiteY389" fmla="*/ 5560503 h 6858000"/>
              <a:gd name="connsiteX390" fmla="*/ 3702094 w 7467600"/>
              <a:gd name="connsiteY390" fmla="*/ 5549194 h 6858000"/>
              <a:gd name="connsiteX391" fmla="*/ 3398355 w 7467600"/>
              <a:gd name="connsiteY391" fmla="*/ 6094603 h 6858000"/>
              <a:gd name="connsiteX392" fmla="*/ 3193941 w 7467600"/>
              <a:gd name="connsiteY392" fmla="*/ 6798775 h 6858000"/>
              <a:gd name="connsiteX393" fmla="*/ 3184140 w 7467600"/>
              <a:gd name="connsiteY393" fmla="*/ 6858000 h 6858000"/>
              <a:gd name="connsiteX394" fmla="*/ 3099978 w 7467600"/>
              <a:gd name="connsiteY394" fmla="*/ 6858000 h 6858000"/>
              <a:gd name="connsiteX395" fmla="*/ 3101556 w 7467600"/>
              <a:gd name="connsiteY395" fmla="*/ 6843337 h 6858000"/>
              <a:gd name="connsiteX396" fmla="*/ 3370162 w 7467600"/>
              <a:gd name="connsiteY396" fmla="*/ 5785550 h 6858000"/>
              <a:gd name="connsiteX397" fmla="*/ 3746477 w 7467600"/>
              <a:gd name="connsiteY397" fmla="*/ 5377889 h 6858000"/>
              <a:gd name="connsiteX398" fmla="*/ 3863399 w 7467600"/>
              <a:gd name="connsiteY398" fmla="*/ 5087257 h 6858000"/>
              <a:gd name="connsiteX399" fmla="*/ 3968712 w 7467600"/>
              <a:gd name="connsiteY399" fmla="*/ 4913989 h 6858000"/>
              <a:gd name="connsiteX400" fmla="*/ 2792390 w 7467600"/>
              <a:gd name="connsiteY400" fmla="*/ 5382974 h 6858000"/>
              <a:gd name="connsiteX401" fmla="*/ 2714982 w 7467600"/>
              <a:gd name="connsiteY401" fmla="*/ 5427051 h 6858000"/>
              <a:gd name="connsiteX402" fmla="*/ 2813361 w 7467600"/>
              <a:gd name="connsiteY402" fmla="*/ 6023912 h 6858000"/>
              <a:gd name="connsiteX403" fmla="*/ 2688430 w 7467600"/>
              <a:gd name="connsiteY403" fmla="*/ 6801564 h 6858000"/>
              <a:gd name="connsiteX404" fmla="*/ 2629626 w 7467600"/>
              <a:gd name="connsiteY404" fmla="*/ 6763394 h 6858000"/>
              <a:gd name="connsiteX405" fmla="*/ 2565328 w 7467600"/>
              <a:gd name="connsiteY405" fmla="*/ 5516399 h 6858000"/>
              <a:gd name="connsiteX406" fmla="*/ 1922999 w 7467600"/>
              <a:gd name="connsiteY406" fmla="*/ 5980343 h 6858000"/>
              <a:gd name="connsiteX407" fmla="*/ 1950261 w 7467600"/>
              <a:gd name="connsiteY407" fmla="*/ 6405858 h 6858000"/>
              <a:gd name="connsiteX408" fmla="*/ 2365554 w 7467600"/>
              <a:gd name="connsiteY408" fmla="*/ 6759107 h 6858000"/>
              <a:gd name="connsiteX409" fmla="*/ 2424142 w 7467600"/>
              <a:gd name="connsiteY409" fmla="*/ 6858000 h 6858000"/>
              <a:gd name="connsiteX410" fmla="*/ 2395994 w 7467600"/>
              <a:gd name="connsiteY410" fmla="*/ 6858000 h 6858000"/>
              <a:gd name="connsiteX411" fmla="*/ 2392863 w 7467600"/>
              <a:gd name="connsiteY411" fmla="*/ 6852964 h 6858000"/>
              <a:gd name="connsiteX412" fmla="*/ 2017589 w 7467600"/>
              <a:gd name="connsiteY412" fmla="*/ 6493982 h 6858000"/>
              <a:gd name="connsiteX413" fmla="*/ 2147336 w 7467600"/>
              <a:gd name="connsiteY413" fmla="*/ 6594052 h 6858000"/>
              <a:gd name="connsiteX414" fmla="*/ 2207047 w 7467600"/>
              <a:gd name="connsiteY414" fmla="*/ 6654540 h 6858000"/>
              <a:gd name="connsiteX415" fmla="*/ 2299106 w 7467600"/>
              <a:gd name="connsiteY415" fmla="*/ 6778931 h 6858000"/>
              <a:gd name="connsiteX416" fmla="*/ 2314430 w 7467600"/>
              <a:gd name="connsiteY416" fmla="*/ 6801144 h 6858000"/>
              <a:gd name="connsiteX417" fmla="*/ 2352406 w 7467600"/>
              <a:gd name="connsiteY417" fmla="*/ 6858000 h 6858000"/>
              <a:gd name="connsiteX418" fmla="*/ 2314492 w 7467600"/>
              <a:gd name="connsiteY418" fmla="*/ 6858000 h 6858000"/>
              <a:gd name="connsiteX419" fmla="*/ 2288095 w 7467600"/>
              <a:gd name="connsiteY419" fmla="*/ 6818030 h 6858000"/>
              <a:gd name="connsiteX420" fmla="*/ 2272768 w 7467600"/>
              <a:gd name="connsiteY420" fmla="*/ 6795822 h 6858000"/>
              <a:gd name="connsiteX421" fmla="*/ 2182715 w 7467600"/>
              <a:gd name="connsiteY421" fmla="*/ 6675071 h 6858000"/>
              <a:gd name="connsiteX422" fmla="*/ 2032061 w 7467600"/>
              <a:gd name="connsiteY422" fmla="*/ 6541380 h 6858000"/>
              <a:gd name="connsiteX423" fmla="*/ 2257220 w 7467600"/>
              <a:gd name="connsiteY423" fmla="*/ 6826257 h 6858000"/>
              <a:gd name="connsiteX424" fmla="*/ 2281324 w 7467600"/>
              <a:gd name="connsiteY424" fmla="*/ 6858000 h 6858000"/>
              <a:gd name="connsiteX425" fmla="*/ 2242860 w 7467600"/>
              <a:gd name="connsiteY425" fmla="*/ 6858000 h 6858000"/>
              <a:gd name="connsiteX426" fmla="*/ 2232818 w 7467600"/>
              <a:gd name="connsiteY426" fmla="*/ 6844926 h 6858000"/>
              <a:gd name="connsiteX427" fmla="*/ 1990172 w 7467600"/>
              <a:gd name="connsiteY427" fmla="*/ 6542121 h 6858000"/>
              <a:gd name="connsiteX428" fmla="*/ 2124090 w 7467600"/>
              <a:gd name="connsiteY428" fmla="*/ 6761017 h 6858000"/>
              <a:gd name="connsiteX429" fmla="*/ 2200380 w 7467600"/>
              <a:gd name="connsiteY429" fmla="*/ 6858000 h 6858000"/>
              <a:gd name="connsiteX430" fmla="*/ 2147507 w 7467600"/>
              <a:gd name="connsiteY430" fmla="*/ 6858000 h 6858000"/>
              <a:gd name="connsiteX431" fmla="*/ 2070668 w 7467600"/>
              <a:gd name="connsiteY431" fmla="*/ 6761520 h 6858000"/>
              <a:gd name="connsiteX432" fmla="*/ 1975142 w 7467600"/>
              <a:gd name="connsiteY432" fmla="*/ 6585570 h 6858000"/>
              <a:gd name="connsiteX433" fmla="*/ 2050035 w 7467600"/>
              <a:gd name="connsiteY433" fmla="*/ 6813345 h 6858000"/>
              <a:gd name="connsiteX434" fmla="*/ 2063025 w 7467600"/>
              <a:gd name="connsiteY434" fmla="*/ 6858000 h 6858000"/>
              <a:gd name="connsiteX435" fmla="*/ 2021675 w 7467600"/>
              <a:gd name="connsiteY435" fmla="*/ 6858000 h 6858000"/>
              <a:gd name="connsiteX436" fmla="*/ 2019308 w 7467600"/>
              <a:gd name="connsiteY436" fmla="*/ 6847118 h 6858000"/>
              <a:gd name="connsiteX437" fmla="*/ 1938835 w 7467600"/>
              <a:gd name="connsiteY437" fmla="*/ 6551160 h 6858000"/>
              <a:gd name="connsiteX438" fmla="*/ 1953230 w 7467600"/>
              <a:gd name="connsiteY438" fmla="*/ 6759699 h 6858000"/>
              <a:gd name="connsiteX439" fmla="*/ 1956763 w 7467600"/>
              <a:gd name="connsiteY439" fmla="*/ 6778191 h 6858000"/>
              <a:gd name="connsiteX440" fmla="*/ 1967925 w 7467600"/>
              <a:gd name="connsiteY440" fmla="*/ 6858000 h 6858000"/>
              <a:gd name="connsiteX441" fmla="*/ 1936622 w 7467600"/>
              <a:gd name="connsiteY441" fmla="*/ 6858000 h 6858000"/>
              <a:gd name="connsiteX442" fmla="*/ 1926261 w 7467600"/>
              <a:gd name="connsiteY442" fmla="*/ 6784064 h 6858000"/>
              <a:gd name="connsiteX443" fmla="*/ 1922724 w 7467600"/>
              <a:gd name="connsiteY443" fmla="*/ 6765577 h 6858000"/>
              <a:gd name="connsiteX444" fmla="*/ 1904650 w 7467600"/>
              <a:gd name="connsiteY444" fmla="*/ 6639616 h 6858000"/>
              <a:gd name="connsiteX445" fmla="*/ 1885273 w 7467600"/>
              <a:gd name="connsiteY445" fmla="*/ 6858000 h 6858000"/>
              <a:gd name="connsiteX446" fmla="*/ 1854363 w 7467600"/>
              <a:gd name="connsiteY446" fmla="*/ 6858000 h 6858000"/>
              <a:gd name="connsiteX447" fmla="*/ 1880391 w 7467600"/>
              <a:gd name="connsiteY447" fmla="*/ 6603796 h 6858000"/>
              <a:gd name="connsiteX448" fmla="*/ 1818273 w 7467600"/>
              <a:gd name="connsiteY448" fmla="*/ 6715729 h 6858000"/>
              <a:gd name="connsiteX449" fmla="*/ 1794691 w 7467600"/>
              <a:gd name="connsiteY449" fmla="*/ 6843239 h 6858000"/>
              <a:gd name="connsiteX450" fmla="*/ 1794914 w 7467600"/>
              <a:gd name="connsiteY450" fmla="*/ 6858000 h 6858000"/>
              <a:gd name="connsiteX451" fmla="*/ 1746128 w 7467600"/>
              <a:gd name="connsiteY451" fmla="*/ 6858000 h 6858000"/>
              <a:gd name="connsiteX452" fmla="*/ 1753934 w 7467600"/>
              <a:gd name="connsiteY452" fmla="*/ 6724796 h 6858000"/>
              <a:gd name="connsiteX453" fmla="*/ 1792053 w 7467600"/>
              <a:gd name="connsiteY453" fmla="*/ 6572396 h 6858000"/>
              <a:gd name="connsiteX454" fmla="*/ 1862248 w 7467600"/>
              <a:gd name="connsiteY454" fmla="*/ 6266397 h 6858000"/>
              <a:gd name="connsiteX455" fmla="*/ 1862250 w 7467600"/>
              <a:gd name="connsiteY455" fmla="*/ 6033531 h 6858000"/>
              <a:gd name="connsiteX456" fmla="*/ 1211999 w 7467600"/>
              <a:gd name="connsiteY456" fmla="*/ 6683610 h 6858000"/>
              <a:gd name="connsiteX457" fmla="*/ 1213266 w 7467600"/>
              <a:gd name="connsiteY457" fmla="*/ 6691947 h 6858000"/>
              <a:gd name="connsiteX458" fmla="*/ 1203370 w 7467600"/>
              <a:gd name="connsiteY458" fmla="*/ 6850676 h 6858000"/>
              <a:gd name="connsiteX459" fmla="*/ 1203671 w 7467600"/>
              <a:gd name="connsiteY459" fmla="*/ 6858000 h 6858000"/>
              <a:gd name="connsiteX460" fmla="*/ 1143180 w 7467600"/>
              <a:gd name="connsiteY460" fmla="*/ 6858000 h 6858000"/>
              <a:gd name="connsiteX461" fmla="*/ 1142176 w 7467600"/>
              <a:gd name="connsiteY461" fmla="*/ 6766045 h 6858000"/>
              <a:gd name="connsiteX462" fmla="*/ 1067484 w 7467600"/>
              <a:gd name="connsiteY462" fmla="*/ 6858000 h 6858000"/>
              <a:gd name="connsiteX463" fmla="*/ 953928 w 7467600"/>
              <a:gd name="connsiteY463" fmla="*/ 6858000 h 6858000"/>
              <a:gd name="connsiteX464" fmla="*/ 959715 w 7467600"/>
              <a:gd name="connsiteY464" fmla="*/ 6850185 h 6858000"/>
              <a:gd name="connsiteX465" fmla="*/ 1483788 w 7467600"/>
              <a:gd name="connsiteY465" fmla="*/ 6259174 h 6858000"/>
              <a:gd name="connsiteX466" fmla="*/ 1100671 w 7467600"/>
              <a:gd name="connsiteY466" fmla="*/ 6252137 h 6858000"/>
              <a:gd name="connsiteX467" fmla="*/ 1090144 w 7467600"/>
              <a:gd name="connsiteY467" fmla="*/ 6256748 h 6858000"/>
              <a:gd name="connsiteX468" fmla="*/ 1095872 w 7467600"/>
              <a:gd name="connsiteY468" fmla="*/ 6271892 h 6858000"/>
              <a:gd name="connsiteX469" fmla="*/ 262785 w 7467600"/>
              <a:gd name="connsiteY469" fmla="*/ 6845450 h 6858000"/>
              <a:gd name="connsiteX470" fmla="*/ 209968 w 7467600"/>
              <a:gd name="connsiteY470" fmla="*/ 6770713 h 6858000"/>
              <a:gd name="connsiteX471" fmla="*/ 873460 w 7467600"/>
              <a:gd name="connsiteY471" fmla="*/ 6253768 h 6858000"/>
              <a:gd name="connsiteX472" fmla="*/ 192686 w 7467600"/>
              <a:gd name="connsiteY472" fmla="*/ 5849257 h 6858000"/>
              <a:gd name="connsiteX473" fmla="*/ 4696 w 7467600"/>
              <a:gd name="connsiteY473" fmla="*/ 5697668 h 6858000"/>
              <a:gd name="connsiteX474" fmla="*/ 0 w 7467600"/>
              <a:gd name="connsiteY474" fmla="*/ 5689984 h 6858000"/>
              <a:gd name="connsiteX475" fmla="*/ 0 w 7467600"/>
              <a:gd name="connsiteY475" fmla="*/ 5513472 h 6858000"/>
              <a:gd name="connsiteX476" fmla="*/ 174101 w 7467600"/>
              <a:gd name="connsiteY476" fmla="*/ 5620277 h 6858000"/>
              <a:gd name="connsiteX477" fmla="*/ 891800 w 7467600"/>
              <a:gd name="connsiteY477" fmla="*/ 6036935 h 6858000"/>
              <a:gd name="connsiteX478" fmla="*/ 1072219 w 7467600"/>
              <a:gd name="connsiteY478" fmla="*/ 6169443 h 6858000"/>
              <a:gd name="connsiteX479" fmla="*/ 1074117 w 7467600"/>
              <a:gd name="connsiteY479" fmla="*/ 6170301 h 6858000"/>
              <a:gd name="connsiteX480" fmla="*/ 1083114 w 7467600"/>
              <a:gd name="connsiteY480" fmla="*/ 6174131 h 6858000"/>
              <a:gd name="connsiteX481" fmla="*/ 1543010 w 7467600"/>
              <a:gd name="connsiteY481" fmla="*/ 6191140 h 6858000"/>
              <a:gd name="connsiteX482" fmla="*/ 1551080 w 7467600"/>
              <a:gd name="connsiteY482" fmla="*/ 6195006 h 6858000"/>
              <a:gd name="connsiteX483" fmla="*/ 2345443 w 7467600"/>
              <a:gd name="connsiteY483" fmla="*/ 5549882 h 6858000"/>
              <a:gd name="connsiteX484" fmla="*/ 1721499 w 7467600"/>
              <a:gd name="connsiteY484" fmla="*/ 5599969 h 6858000"/>
              <a:gd name="connsiteX485" fmla="*/ 767716 w 7467600"/>
              <a:gd name="connsiteY485" fmla="*/ 5472768 h 6858000"/>
              <a:gd name="connsiteX486" fmla="*/ 722147 w 7467600"/>
              <a:gd name="connsiteY486" fmla="*/ 5393091 h 6858000"/>
              <a:gd name="connsiteX487" fmla="*/ 1485552 w 7467600"/>
              <a:gd name="connsiteY487" fmla="*/ 5313202 h 6858000"/>
              <a:gd name="connsiteX488" fmla="*/ 2143004 w 7467600"/>
              <a:gd name="connsiteY488" fmla="*/ 5402420 h 6858000"/>
              <a:gd name="connsiteX489" fmla="*/ 1933391 w 7467600"/>
              <a:gd name="connsiteY489" fmla="*/ 5156971 h 6858000"/>
              <a:gd name="connsiteX490" fmla="*/ 1827118 w 7467600"/>
              <a:gd name="connsiteY490" fmla="*/ 4968410 h 6858000"/>
              <a:gd name="connsiteX491" fmla="*/ 1837349 w 7467600"/>
              <a:gd name="connsiteY491" fmla="*/ 4956357 h 6858000"/>
              <a:gd name="connsiteX492" fmla="*/ 2162835 w 7467600"/>
              <a:gd name="connsiteY492" fmla="*/ 5187853 h 6858000"/>
              <a:gd name="connsiteX493" fmla="*/ 2257167 w 7467600"/>
              <a:gd name="connsiteY493" fmla="*/ 5462123 h 6858000"/>
              <a:gd name="connsiteX494" fmla="*/ 2261598 w 7467600"/>
              <a:gd name="connsiteY494" fmla="*/ 5467998 h 6858000"/>
              <a:gd name="connsiteX495" fmla="*/ 2437177 w 7467600"/>
              <a:gd name="connsiteY495" fmla="*/ 5479608 h 6858000"/>
              <a:gd name="connsiteX496" fmla="*/ 2445247 w 7467600"/>
              <a:gd name="connsiteY496" fmla="*/ 5483476 h 6858000"/>
              <a:gd name="connsiteX497" fmla="*/ 2743626 w 7467600"/>
              <a:gd name="connsiteY497" fmla="*/ 5304819 h 6858000"/>
              <a:gd name="connsiteX498" fmla="*/ 3048102 w 7467600"/>
              <a:gd name="connsiteY498" fmla="*/ 5150595 h 6858000"/>
              <a:gd name="connsiteX499" fmla="*/ 1799414 w 7467600"/>
              <a:gd name="connsiteY499" fmla="*/ 4694732 h 6858000"/>
              <a:gd name="connsiteX500" fmla="*/ 1771735 w 7467600"/>
              <a:gd name="connsiteY500" fmla="*/ 4619929 h 6858000"/>
              <a:gd name="connsiteX501" fmla="*/ 3104273 w 7467600"/>
              <a:gd name="connsiteY501" fmla="*/ 5076159 h 6858000"/>
              <a:gd name="connsiteX502" fmla="*/ 3113245 w 7467600"/>
              <a:gd name="connsiteY502" fmla="*/ 5090705 h 6858000"/>
              <a:gd name="connsiteX503" fmla="*/ 3126294 w 7467600"/>
              <a:gd name="connsiteY503" fmla="*/ 5114400 h 6858000"/>
              <a:gd name="connsiteX504" fmla="*/ 3937433 w 7467600"/>
              <a:gd name="connsiteY504" fmla="*/ 4830473 h 6858000"/>
              <a:gd name="connsiteX505" fmla="*/ 3590475 w 7467600"/>
              <a:gd name="connsiteY505" fmla="*/ 4597974 h 6858000"/>
              <a:gd name="connsiteX506" fmla="*/ 3100264 w 7467600"/>
              <a:gd name="connsiteY506" fmla="*/ 4579845 h 6858000"/>
              <a:gd name="connsiteX507" fmla="*/ 2183576 w 7467600"/>
              <a:gd name="connsiteY507" fmla="*/ 4227150 h 6858000"/>
              <a:gd name="connsiteX508" fmla="*/ 2151029 w 7467600"/>
              <a:gd name="connsiteY508" fmla="*/ 4146947 h 6858000"/>
              <a:gd name="connsiteX509" fmla="*/ 3563434 w 7467600"/>
              <a:gd name="connsiteY509" fmla="*/ 4469115 h 6858000"/>
              <a:gd name="connsiteX510" fmla="*/ 3177952 w 7467600"/>
              <a:gd name="connsiteY510" fmla="*/ 3657386 h 6858000"/>
              <a:gd name="connsiteX511" fmla="*/ 3189263 w 7467600"/>
              <a:gd name="connsiteY511" fmla="*/ 3625726 h 6858000"/>
              <a:gd name="connsiteX512" fmla="*/ 3560912 w 7467600"/>
              <a:gd name="connsiteY512" fmla="*/ 4079863 h 6858000"/>
              <a:gd name="connsiteX513" fmla="*/ 3626636 w 7467600"/>
              <a:gd name="connsiteY513" fmla="*/ 4512230 h 6858000"/>
              <a:gd name="connsiteX514" fmla="*/ 3653088 w 7467600"/>
              <a:gd name="connsiteY514" fmla="*/ 4521417 h 6858000"/>
              <a:gd name="connsiteX515" fmla="*/ 3988128 w 7467600"/>
              <a:gd name="connsiteY515" fmla="*/ 4817267 h 6858000"/>
              <a:gd name="connsiteX516" fmla="*/ 4830582 w 7467600"/>
              <a:gd name="connsiteY516" fmla="*/ 4676000 h 6858000"/>
              <a:gd name="connsiteX517" fmla="*/ 4830100 w 7467600"/>
              <a:gd name="connsiteY517" fmla="*/ 4675554 h 6858000"/>
              <a:gd name="connsiteX518" fmla="*/ 4036318 w 7467600"/>
              <a:gd name="connsiteY518" fmla="*/ 4147013 h 6858000"/>
              <a:gd name="connsiteX519" fmla="*/ 3432098 w 7467600"/>
              <a:gd name="connsiteY519" fmla="*/ 3537312 h 6858000"/>
              <a:gd name="connsiteX520" fmla="*/ 3446761 w 7467600"/>
              <a:gd name="connsiteY520" fmla="*/ 3461278 h 6858000"/>
              <a:gd name="connsiteX521" fmla="*/ 4419733 w 7467600"/>
              <a:gd name="connsiteY521" fmla="*/ 3963555 h 6858000"/>
              <a:gd name="connsiteX522" fmla="*/ 4781371 w 7467600"/>
              <a:gd name="connsiteY522" fmla="*/ 4458604 h 6858000"/>
              <a:gd name="connsiteX523" fmla="*/ 4780440 w 7467600"/>
              <a:gd name="connsiteY523" fmla="*/ 4470290 h 6858000"/>
              <a:gd name="connsiteX524" fmla="*/ 4898954 w 7467600"/>
              <a:gd name="connsiteY524" fmla="*/ 4662092 h 6858000"/>
              <a:gd name="connsiteX525" fmla="*/ 4900699 w 7467600"/>
              <a:gd name="connsiteY525" fmla="*/ 4670867 h 6858000"/>
              <a:gd name="connsiteX526" fmla="*/ 5714511 w 7467600"/>
              <a:gd name="connsiteY526" fmla="*/ 4663483 h 6858000"/>
              <a:gd name="connsiteX527" fmla="*/ 5464793 w 7467600"/>
              <a:gd name="connsiteY527" fmla="*/ 4393556 h 6858000"/>
              <a:gd name="connsiteX528" fmla="*/ 5461897 w 7467600"/>
              <a:gd name="connsiteY528" fmla="*/ 4390879 h 6858000"/>
              <a:gd name="connsiteX529" fmla="*/ 4294126 w 7467600"/>
              <a:gd name="connsiteY529" fmla="*/ 3303048 h 6858000"/>
              <a:gd name="connsiteX530" fmla="*/ 4305321 w 7467600"/>
              <a:gd name="connsiteY530" fmla="*/ 3256953 h 6858000"/>
              <a:gd name="connsiteX531" fmla="*/ 4949299 w 7467600"/>
              <a:gd name="connsiteY531" fmla="*/ 3766336 h 6858000"/>
              <a:gd name="connsiteX532" fmla="*/ 5291452 w 7467600"/>
              <a:gd name="connsiteY532" fmla="*/ 4076801 h 6858000"/>
              <a:gd name="connsiteX533" fmla="*/ 5434998 w 7467600"/>
              <a:gd name="connsiteY533" fmla="*/ 4254100 h 6858000"/>
              <a:gd name="connsiteX534" fmla="*/ 5351015 w 7467600"/>
              <a:gd name="connsiteY534" fmla="*/ 3760989 h 6858000"/>
              <a:gd name="connsiteX535" fmla="*/ 5413780 w 7467600"/>
              <a:gd name="connsiteY535" fmla="*/ 2966265 h 6858000"/>
              <a:gd name="connsiteX536" fmla="*/ 5425627 w 7467600"/>
              <a:gd name="connsiteY536" fmla="*/ 2954192 h 6858000"/>
              <a:gd name="connsiteX537" fmla="*/ 6604735 w 7467600"/>
              <a:gd name="connsiteY537" fmla="*/ 2041381 h 6858000"/>
              <a:gd name="connsiteX538" fmla="*/ 7204487 w 7467600"/>
              <a:gd name="connsiteY538" fmla="*/ 2742112 h 6858000"/>
              <a:gd name="connsiteX539" fmla="*/ 7131592 w 7467600"/>
              <a:gd name="connsiteY539" fmla="*/ 2672096 h 6858000"/>
              <a:gd name="connsiteX540" fmla="*/ 6996344 w 7467600"/>
              <a:gd name="connsiteY540" fmla="*/ 2518310 h 6858000"/>
              <a:gd name="connsiteX541" fmla="*/ 6735495 w 7467600"/>
              <a:gd name="connsiteY541" fmla="*/ 2196890 h 6858000"/>
              <a:gd name="connsiteX542" fmla="*/ 6721901 w 7467600"/>
              <a:gd name="connsiteY542" fmla="*/ 2179274 h 6858000"/>
              <a:gd name="connsiteX543" fmla="*/ 6604735 w 7467600"/>
              <a:gd name="connsiteY543" fmla="*/ 2041381 h 6858000"/>
              <a:gd name="connsiteX544" fmla="*/ 6591670 w 7467600"/>
              <a:gd name="connsiteY544" fmla="*/ 1988277 h 6858000"/>
              <a:gd name="connsiteX545" fmla="*/ 6747349 w 7467600"/>
              <a:gd name="connsiteY545" fmla="*/ 2160069 h 6858000"/>
              <a:gd name="connsiteX546" fmla="*/ 6760943 w 7467600"/>
              <a:gd name="connsiteY546" fmla="*/ 2177686 h 6858000"/>
              <a:gd name="connsiteX547" fmla="*/ 7021065 w 7467600"/>
              <a:gd name="connsiteY547" fmla="*/ 2498102 h 6858000"/>
              <a:gd name="connsiteX548" fmla="*/ 7155223 w 7467600"/>
              <a:gd name="connsiteY548" fmla="*/ 2650386 h 6858000"/>
              <a:gd name="connsiteX549" fmla="*/ 7203167 w 7467600"/>
              <a:gd name="connsiteY549" fmla="*/ 2697288 h 6858000"/>
              <a:gd name="connsiteX550" fmla="*/ 6937703 w 7467600"/>
              <a:gd name="connsiteY550" fmla="*/ 2321981 h 6858000"/>
              <a:gd name="connsiteX551" fmla="*/ 6591670 w 7467600"/>
              <a:gd name="connsiteY551" fmla="*/ 1988277 h 6858000"/>
              <a:gd name="connsiteX552" fmla="*/ 5798671 w 7467600"/>
              <a:gd name="connsiteY552" fmla="*/ 1981601 h 6858000"/>
              <a:gd name="connsiteX553" fmla="*/ 5754709 w 7467600"/>
              <a:gd name="connsiteY553" fmla="*/ 2071454 h 6858000"/>
              <a:gd name="connsiteX554" fmla="*/ 5763044 w 7467600"/>
              <a:gd name="connsiteY554" fmla="*/ 2842206 h 6858000"/>
              <a:gd name="connsiteX555" fmla="*/ 5764974 w 7467600"/>
              <a:gd name="connsiteY555" fmla="*/ 2799609 h 6858000"/>
              <a:gd name="connsiteX556" fmla="*/ 5767665 w 7467600"/>
              <a:gd name="connsiteY556" fmla="*/ 2666409 h 6858000"/>
              <a:gd name="connsiteX557" fmla="*/ 5763055 w 7467600"/>
              <a:gd name="connsiteY557" fmla="*/ 2579705 h 6858000"/>
              <a:gd name="connsiteX558" fmla="*/ 5758079 w 7467600"/>
              <a:gd name="connsiteY558" fmla="*/ 2492508 h 6858000"/>
              <a:gd name="connsiteX559" fmla="*/ 5779325 w 7467600"/>
              <a:gd name="connsiteY559" fmla="*/ 2197069 h 6858000"/>
              <a:gd name="connsiteX560" fmla="*/ 5798671 w 7467600"/>
              <a:gd name="connsiteY560" fmla="*/ 1981601 h 6858000"/>
              <a:gd name="connsiteX561" fmla="*/ 5829202 w 7467600"/>
              <a:gd name="connsiteY561" fmla="*/ 1971679 h 6858000"/>
              <a:gd name="connsiteX562" fmla="*/ 5809558 w 7467600"/>
              <a:gd name="connsiteY562" fmla="*/ 2198043 h 6858000"/>
              <a:gd name="connsiteX563" fmla="*/ 5788653 w 7467600"/>
              <a:gd name="connsiteY563" fmla="*/ 2489430 h 6858000"/>
              <a:gd name="connsiteX564" fmla="*/ 5793439 w 7467600"/>
              <a:gd name="connsiteY564" fmla="*/ 2575235 h 6858000"/>
              <a:gd name="connsiteX565" fmla="*/ 5796837 w 7467600"/>
              <a:gd name="connsiteY565" fmla="*/ 2637633 h 6858000"/>
              <a:gd name="connsiteX566" fmla="*/ 5818614 w 7467600"/>
              <a:gd name="connsiteY566" fmla="*/ 2473055 h 6858000"/>
              <a:gd name="connsiteX567" fmla="*/ 5829202 w 7467600"/>
              <a:gd name="connsiteY567" fmla="*/ 1971679 h 6858000"/>
              <a:gd name="connsiteX568" fmla="*/ 5911389 w 7467600"/>
              <a:gd name="connsiteY568" fmla="*/ 1898371 h 6858000"/>
              <a:gd name="connsiteX569" fmla="*/ 6237627 w 7467600"/>
              <a:gd name="connsiteY569" fmla="*/ 2231921 h 6858000"/>
              <a:gd name="connsiteX570" fmla="*/ 5911389 w 7467600"/>
              <a:gd name="connsiteY570" fmla="*/ 1898371 h 6858000"/>
              <a:gd name="connsiteX571" fmla="*/ 6944437 w 7467600"/>
              <a:gd name="connsiteY571" fmla="*/ 1575402 h 6858000"/>
              <a:gd name="connsiteX572" fmla="*/ 6304730 w 7467600"/>
              <a:gd name="connsiteY572" fmla="*/ 1766654 h 6858000"/>
              <a:gd name="connsiteX573" fmla="*/ 6944437 w 7467600"/>
              <a:gd name="connsiteY573" fmla="*/ 1575402 h 6858000"/>
              <a:gd name="connsiteX574" fmla="*/ 7019523 w 7467600"/>
              <a:gd name="connsiteY574" fmla="*/ 1519450 h 6858000"/>
              <a:gd name="connsiteX575" fmla="*/ 6298091 w 7467600"/>
              <a:gd name="connsiteY575" fmla="*/ 1737122 h 6858000"/>
              <a:gd name="connsiteX576" fmla="*/ 7019523 w 7467600"/>
              <a:gd name="connsiteY576" fmla="*/ 1519450 h 6858000"/>
              <a:gd name="connsiteX577" fmla="*/ 2399523 w 7467600"/>
              <a:gd name="connsiteY577" fmla="*/ 1428234 h 6858000"/>
              <a:gd name="connsiteX578" fmla="*/ 2224982 w 7467600"/>
              <a:gd name="connsiteY578" fmla="*/ 1826201 h 6858000"/>
              <a:gd name="connsiteX579" fmla="*/ 2096099 w 7467600"/>
              <a:gd name="connsiteY579" fmla="*/ 2345900 h 6858000"/>
              <a:gd name="connsiteX580" fmla="*/ 2283317 w 7467600"/>
              <a:gd name="connsiteY580" fmla="*/ 1796925 h 6858000"/>
              <a:gd name="connsiteX581" fmla="*/ 2399523 w 7467600"/>
              <a:gd name="connsiteY581" fmla="*/ 1428234 h 6858000"/>
              <a:gd name="connsiteX582" fmla="*/ 2448558 w 7467600"/>
              <a:gd name="connsiteY582" fmla="*/ 1373435 h 6858000"/>
              <a:gd name="connsiteX583" fmla="*/ 2312521 w 7467600"/>
              <a:gd name="connsiteY583" fmla="*/ 1806140 h 6858000"/>
              <a:gd name="connsiteX584" fmla="*/ 2127533 w 7467600"/>
              <a:gd name="connsiteY584" fmla="*/ 2348380 h 6858000"/>
              <a:gd name="connsiteX585" fmla="*/ 2358080 w 7467600"/>
              <a:gd name="connsiteY585" fmla="*/ 1866134 h 6858000"/>
              <a:gd name="connsiteX586" fmla="*/ 2407436 w 7467600"/>
              <a:gd name="connsiteY586" fmla="*/ 1651070 h 6858000"/>
              <a:gd name="connsiteX587" fmla="*/ 2448558 w 7467600"/>
              <a:gd name="connsiteY587" fmla="*/ 1373435 h 6858000"/>
              <a:gd name="connsiteX588" fmla="*/ 278707 w 7467600"/>
              <a:gd name="connsiteY588" fmla="*/ 1352270 h 6858000"/>
              <a:gd name="connsiteX589" fmla="*/ 321570 w 7467600"/>
              <a:gd name="connsiteY589" fmla="*/ 1861610 h 6858000"/>
              <a:gd name="connsiteX590" fmla="*/ 294281 w 7467600"/>
              <a:gd name="connsiteY590" fmla="*/ 1440658 h 6858000"/>
              <a:gd name="connsiteX591" fmla="*/ 278707 w 7467600"/>
              <a:gd name="connsiteY591" fmla="*/ 1352270 h 6858000"/>
              <a:gd name="connsiteX592" fmla="*/ 1423821 w 7467600"/>
              <a:gd name="connsiteY592" fmla="*/ 1351958 h 6858000"/>
              <a:gd name="connsiteX593" fmla="*/ 1638521 w 7467600"/>
              <a:gd name="connsiteY593" fmla="*/ 1908470 h 6858000"/>
              <a:gd name="connsiteX594" fmla="*/ 1754199 w 7467600"/>
              <a:gd name="connsiteY594" fmla="*/ 2149284 h 6858000"/>
              <a:gd name="connsiteX595" fmla="*/ 1908359 w 7467600"/>
              <a:gd name="connsiteY595" fmla="*/ 2364988 h 6858000"/>
              <a:gd name="connsiteX596" fmla="*/ 1647661 w 7467600"/>
              <a:gd name="connsiteY596" fmla="*/ 1825945 h 6858000"/>
              <a:gd name="connsiteX597" fmla="*/ 1423821 w 7467600"/>
              <a:gd name="connsiteY597" fmla="*/ 1351958 h 6858000"/>
              <a:gd name="connsiteX598" fmla="*/ 1431890 w 7467600"/>
              <a:gd name="connsiteY598" fmla="*/ 1306475 h 6858000"/>
              <a:gd name="connsiteX599" fmla="*/ 1507597 w 7467600"/>
              <a:gd name="connsiteY599" fmla="*/ 1446132 h 6858000"/>
              <a:gd name="connsiteX600" fmla="*/ 1674586 w 7467600"/>
              <a:gd name="connsiteY600" fmla="*/ 1813832 h 6858000"/>
              <a:gd name="connsiteX601" fmla="*/ 1815950 w 7467600"/>
              <a:gd name="connsiteY601" fmla="*/ 2128564 h 6858000"/>
              <a:gd name="connsiteX602" fmla="*/ 1984242 w 7467600"/>
              <a:gd name="connsiteY602" fmla="*/ 2430829 h 6858000"/>
              <a:gd name="connsiteX603" fmla="*/ 2014023 w 7467600"/>
              <a:gd name="connsiteY603" fmla="*/ 2450995 h 6858000"/>
              <a:gd name="connsiteX604" fmla="*/ 1747337 w 7467600"/>
              <a:gd name="connsiteY604" fmla="*/ 1855264 h 6858000"/>
              <a:gd name="connsiteX605" fmla="*/ 1533749 w 7467600"/>
              <a:gd name="connsiteY605" fmla="*/ 1478656 h 6858000"/>
              <a:gd name="connsiteX606" fmla="*/ 1431890 w 7467600"/>
              <a:gd name="connsiteY606" fmla="*/ 1306475 h 6858000"/>
              <a:gd name="connsiteX607" fmla="*/ 5052692 w 7467600"/>
              <a:gd name="connsiteY607" fmla="*/ 1292994 h 6858000"/>
              <a:gd name="connsiteX608" fmla="*/ 5200661 w 7467600"/>
              <a:gd name="connsiteY608" fmla="*/ 1635186 h 6858000"/>
              <a:gd name="connsiteX609" fmla="*/ 5297138 w 7467600"/>
              <a:gd name="connsiteY609" fmla="*/ 1906351 h 6858000"/>
              <a:gd name="connsiteX610" fmla="*/ 5052692 w 7467600"/>
              <a:gd name="connsiteY610" fmla="*/ 1292994 h 6858000"/>
              <a:gd name="connsiteX611" fmla="*/ 5009948 w 7467600"/>
              <a:gd name="connsiteY611" fmla="*/ 1273619 h 6858000"/>
              <a:gd name="connsiteX612" fmla="*/ 5121777 w 7467600"/>
              <a:gd name="connsiteY612" fmla="*/ 1654213 h 6858000"/>
              <a:gd name="connsiteX613" fmla="*/ 5293545 w 7467600"/>
              <a:gd name="connsiteY613" fmla="*/ 2072247 h 6858000"/>
              <a:gd name="connsiteX614" fmla="*/ 5294042 w 7467600"/>
              <a:gd name="connsiteY614" fmla="*/ 2065019 h 6858000"/>
              <a:gd name="connsiteX615" fmla="*/ 5171936 w 7467600"/>
              <a:gd name="connsiteY615" fmla="*/ 1647613 h 6858000"/>
              <a:gd name="connsiteX616" fmla="*/ 5009948 w 7467600"/>
              <a:gd name="connsiteY616" fmla="*/ 1273619 h 6858000"/>
              <a:gd name="connsiteX617" fmla="*/ 655236 w 7467600"/>
              <a:gd name="connsiteY617" fmla="*/ 1268632 h 6858000"/>
              <a:gd name="connsiteX618" fmla="*/ 839521 w 7467600"/>
              <a:gd name="connsiteY618" fmla="*/ 1685315 h 6858000"/>
              <a:gd name="connsiteX619" fmla="*/ 1109416 w 7467600"/>
              <a:gd name="connsiteY619" fmla="*/ 2061663 h 6858000"/>
              <a:gd name="connsiteX620" fmla="*/ 1298300 w 7467600"/>
              <a:gd name="connsiteY620" fmla="*/ 2247742 h 6858000"/>
              <a:gd name="connsiteX621" fmla="*/ 1125871 w 7467600"/>
              <a:gd name="connsiteY621" fmla="*/ 1989513 h 6858000"/>
              <a:gd name="connsiteX622" fmla="*/ 981574 w 7467600"/>
              <a:gd name="connsiteY622" fmla="*/ 1783157 h 6858000"/>
              <a:gd name="connsiteX623" fmla="*/ 922198 w 7467600"/>
              <a:gd name="connsiteY623" fmla="*/ 1677437 h 6858000"/>
              <a:gd name="connsiteX624" fmla="*/ 869293 w 7467600"/>
              <a:gd name="connsiteY624" fmla="*/ 1583214 h 6858000"/>
              <a:gd name="connsiteX625" fmla="*/ 751431 w 7467600"/>
              <a:gd name="connsiteY625" fmla="*/ 1405731 h 6858000"/>
              <a:gd name="connsiteX626" fmla="*/ 655236 w 7467600"/>
              <a:gd name="connsiteY626" fmla="*/ 1268632 h 6858000"/>
              <a:gd name="connsiteX627" fmla="*/ 6516292 w 7467600"/>
              <a:gd name="connsiteY627" fmla="*/ 1263064 h 6858000"/>
              <a:gd name="connsiteX628" fmla="*/ 5736320 w 7467600"/>
              <a:gd name="connsiteY628" fmla="*/ 1501803 h 6858000"/>
              <a:gd name="connsiteX629" fmla="*/ 6516292 w 7467600"/>
              <a:gd name="connsiteY629" fmla="*/ 1263064 h 6858000"/>
              <a:gd name="connsiteX630" fmla="*/ 291466 w 7467600"/>
              <a:gd name="connsiteY630" fmla="*/ 1250369 h 6858000"/>
              <a:gd name="connsiteX631" fmla="*/ 323180 w 7467600"/>
              <a:gd name="connsiteY631" fmla="*/ 1435283 h 6858000"/>
              <a:gd name="connsiteX632" fmla="*/ 349381 w 7467600"/>
              <a:gd name="connsiteY632" fmla="*/ 1875041 h 6858000"/>
              <a:gd name="connsiteX633" fmla="*/ 374363 w 7467600"/>
              <a:gd name="connsiteY633" fmla="*/ 1506494 h 6858000"/>
              <a:gd name="connsiteX634" fmla="*/ 302168 w 7467600"/>
              <a:gd name="connsiteY634" fmla="*/ 1274495 h 6858000"/>
              <a:gd name="connsiteX635" fmla="*/ 291466 w 7467600"/>
              <a:gd name="connsiteY635" fmla="*/ 1250369 h 6858000"/>
              <a:gd name="connsiteX636" fmla="*/ 678222 w 7467600"/>
              <a:gd name="connsiteY636" fmla="*/ 1248670 h 6858000"/>
              <a:gd name="connsiteX637" fmla="*/ 775536 w 7467600"/>
              <a:gd name="connsiteY637" fmla="*/ 1388015 h 6858000"/>
              <a:gd name="connsiteX638" fmla="*/ 894529 w 7467600"/>
              <a:gd name="connsiteY638" fmla="*/ 1567739 h 6858000"/>
              <a:gd name="connsiteX639" fmla="*/ 948000 w 7467600"/>
              <a:gd name="connsiteY639" fmla="*/ 1663088 h 6858000"/>
              <a:gd name="connsiteX640" fmla="*/ 1006812 w 7467600"/>
              <a:gd name="connsiteY640" fmla="*/ 1767683 h 6858000"/>
              <a:gd name="connsiteX641" fmla="*/ 1149133 w 7467600"/>
              <a:gd name="connsiteY641" fmla="*/ 1971513 h 6858000"/>
              <a:gd name="connsiteX642" fmla="*/ 1333952 w 7467600"/>
              <a:gd name="connsiteY642" fmla="*/ 2251620 h 6858000"/>
              <a:gd name="connsiteX643" fmla="*/ 1337329 w 7467600"/>
              <a:gd name="connsiteY643" fmla="*/ 2258350 h 6858000"/>
              <a:gd name="connsiteX644" fmla="*/ 1014726 w 7467600"/>
              <a:gd name="connsiteY644" fmla="*/ 1615556 h 6858000"/>
              <a:gd name="connsiteX645" fmla="*/ 678222 w 7467600"/>
              <a:gd name="connsiteY645" fmla="*/ 1248670 h 6858000"/>
              <a:gd name="connsiteX646" fmla="*/ 6691602 w 7467600"/>
              <a:gd name="connsiteY646" fmla="*/ 1140573 h 6858000"/>
              <a:gd name="connsiteX647" fmla="*/ 6571100 w 7467600"/>
              <a:gd name="connsiteY647" fmla="*/ 1183662 h 6858000"/>
              <a:gd name="connsiteX648" fmla="*/ 6241687 w 7467600"/>
              <a:gd name="connsiteY648" fmla="*/ 1257600 h 6858000"/>
              <a:gd name="connsiteX649" fmla="*/ 5693009 w 7467600"/>
              <a:gd name="connsiteY649" fmla="*/ 1478256 h 6858000"/>
              <a:gd name="connsiteX650" fmla="*/ 6548420 w 7467600"/>
              <a:gd name="connsiteY650" fmla="*/ 1214599 h 6858000"/>
              <a:gd name="connsiteX651" fmla="*/ 6605473 w 7467600"/>
              <a:gd name="connsiteY651" fmla="*/ 1184686 h 6858000"/>
              <a:gd name="connsiteX652" fmla="*/ 6691602 w 7467600"/>
              <a:gd name="connsiteY652" fmla="*/ 1140573 h 6858000"/>
              <a:gd name="connsiteX653" fmla="*/ 4002475 w 7467600"/>
              <a:gd name="connsiteY653" fmla="*/ 1037802 h 6858000"/>
              <a:gd name="connsiteX654" fmla="*/ 4000324 w 7467600"/>
              <a:gd name="connsiteY654" fmla="*/ 1039362 h 6858000"/>
              <a:gd name="connsiteX655" fmla="*/ 4002862 w 7467600"/>
              <a:gd name="connsiteY655" fmla="*/ 1042866 h 6858000"/>
              <a:gd name="connsiteX656" fmla="*/ 4002475 w 7467600"/>
              <a:gd name="connsiteY656" fmla="*/ 1037802 h 6858000"/>
              <a:gd name="connsiteX657" fmla="*/ 506322 w 7467600"/>
              <a:gd name="connsiteY657" fmla="*/ 1020997 h 6858000"/>
              <a:gd name="connsiteX658" fmla="*/ 533068 w 7467600"/>
              <a:gd name="connsiteY658" fmla="*/ 1029409 h 6858000"/>
              <a:gd name="connsiteX659" fmla="*/ 1232525 w 7467600"/>
              <a:gd name="connsiteY659" fmla="*/ 1804675 h 6858000"/>
              <a:gd name="connsiteX660" fmla="*/ 1388858 w 7467600"/>
              <a:gd name="connsiteY660" fmla="*/ 2368011 h 6858000"/>
              <a:gd name="connsiteX661" fmla="*/ 1384098 w 7467600"/>
              <a:gd name="connsiteY661" fmla="*/ 2378125 h 6858000"/>
              <a:gd name="connsiteX662" fmla="*/ 1425393 w 7467600"/>
              <a:gd name="connsiteY662" fmla="*/ 2589124 h 6858000"/>
              <a:gd name="connsiteX663" fmla="*/ 1424001 w 7467600"/>
              <a:gd name="connsiteY663" fmla="*/ 2597541 h 6858000"/>
              <a:gd name="connsiteX664" fmla="*/ 2152729 w 7467600"/>
              <a:gd name="connsiteY664" fmla="*/ 2864487 h 6858000"/>
              <a:gd name="connsiteX665" fmla="*/ 2020609 w 7467600"/>
              <a:gd name="connsiteY665" fmla="*/ 2539671 h 6858000"/>
              <a:gd name="connsiteX666" fmla="*/ 2018920 w 7467600"/>
              <a:gd name="connsiteY666" fmla="*/ 2536309 h 6858000"/>
              <a:gd name="connsiteX667" fmla="*/ 1342441 w 7467600"/>
              <a:gd name="connsiteY667" fmla="*/ 1173017 h 6858000"/>
              <a:gd name="connsiteX668" fmla="*/ 1367925 w 7467600"/>
              <a:gd name="connsiteY668" fmla="*/ 1135648 h 6858000"/>
              <a:gd name="connsiteX669" fmla="*/ 1771401 w 7467600"/>
              <a:gd name="connsiteY669" fmla="*/ 1806673 h 6858000"/>
              <a:gd name="connsiteX670" fmla="*/ 1972385 w 7467600"/>
              <a:gd name="connsiteY670" fmla="*/ 2198735 h 6858000"/>
              <a:gd name="connsiteX671" fmla="*/ 2040892 w 7467600"/>
              <a:gd name="connsiteY671" fmla="*/ 2405205 h 6858000"/>
              <a:gd name="connsiteX672" fmla="*/ 2131689 w 7467600"/>
              <a:gd name="connsiteY672" fmla="*/ 1936926 h 6858000"/>
              <a:gd name="connsiteX673" fmla="*/ 2454820 w 7467600"/>
              <a:gd name="connsiteY673" fmla="*/ 1248808 h 6858000"/>
              <a:gd name="connsiteX674" fmla="*/ 2492512 w 7467600"/>
              <a:gd name="connsiteY674" fmla="*/ 1302920 h 6858000"/>
              <a:gd name="connsiteX675" fmla="*/ 2081216 w 7467600"/>
              <a:gd name="connsiteY675" fmla="*/ 2527513 h 6858000"/>
              <a:gd name="connsiteX676" fmla="*/ 2081211 w 7467600"/>
              <a:gd name="connsiteY676" fmla="*/ 2528916 h 6858000"/>
              <a:gd name="connsiteX677" fmla="*/ 2199067 w 7467600"/>
              <a:gd name="connsiteY677" fmla="*/ 2884061 h 6858000"/>
              <a:gd name="connsiteX678" fmla="*/ 3192586 w 7467600"/>
              <a:gd name="connsiteY678" fmla="*/ 3411496 h 6858000"/>
              <a:gd name="connsiteX679" fmla="*/ 3182620 w 7467600"/>
              <a:gd name="connsiteY679" fmla="*/ 3483279 h 6858000"/>
              <a:gd name="connsiteX680" fmla="*/ 2435119 w 7467600"/>
              <a:gd name="connsiteY680" fmla="*/ 3080173 h 6858000"/>
              <a:gd name="connsiteX681" fmla="*/ 2410152 w 7467600"/>
              <a:gd name="connsiteY681" fmla="*/ 3063751 h 6858000"/>
              <a:gd name="connsiteX682" fmla="*/ 2408099 w 7467600"/>
              <a:gd name="connsiteY682" fmla="*/ 3064403 h 6858000"/>
              <a:gd name="connsiteX683" fmla="*/ 2407218 w 7467600"/>
              <a:gd name="connsiteY683" fmla="*/ 3070324 h 6858000"/>
              <a:gd name="connsiteX684" fmla="*/ 2380138 w 7467600"/>
              <a:gd name="connsiteY684" fmla="*/ 3099341 h 6858000"/>
              <a:gd name="connsiteX685" fmla="*/ 1765923 w 7467600"/>
              <a:gd name="connsiteY685" fmla="*/ 3581043 h 6858000"/>
              <a:gd name="connsiteX686" fmla="*/ 1702258 w 7467600"/>
              <a:gd name="connsiteY686" fmla="*/ 3612286 h 6858000"/>
              <a:gd name="connsiteX687" fmla="*/ 1538370 w 7467600"/>
              <a:gd name="connsiteY687" fmla="*/ 3811804 h 6858000"/>
              <a:gd name="connsiteX688" fmla="*/ 542867 w 7467600"/>
              <a:gd name="connsiteY688" fmla="*/ 4944092 h 6858000"/>
              <a:gd name="connsiteX689" fmla="*/ 515800 w 7467600"/>
              <a:gd name="connsiteY689" fmla="*/ 4862180 h 6858000"/>
              <a:gd name="connsiteX690" fmla="*/ 909145 w 7467600"/>
              <a:gd name="connsiteY690" fmla="*/ 4199225 h 6858000"/>
              <a:gd name="connsiteX691" fmla="*/ 1214067 w 7467600"/>
              <a:gd name="connsiteY691" fmla="*/ 3908561 h 6858000"/>
              <a:gd name="connsiteX692" fmla="*/ 640967 w 7467600"/>
              <a:gd name="connsiteY692" fmla="*/ 4105601 h 6858000"/>
              <a:gd name="connsiteX693" fmla="*/ 112563 w 7467600"/>
              <a:gd name="connsiteY693" fmla="*/ 4396952 h 6858000"/>
              <a:gd name="connsiteX694" fmla="*/ 0 w 7467600"/>
              <a:gd name="connsiteY694" fmla="*/ 4466006 h 6858000"/>
              <a:gd name="connsiteX695" fmla="*/ 0 w 7467600"/>
              <a:gd name="connsiteY695" fmla="*/ 4233763 h 6858000"/>
              <a:gd name="connsiteX696" fmla="*/ 36881 w 7467600"/>
              <a:gd name="connsiteY696" fmla="*/ 4200118 h 6858000"/>
              <a:gd name="connsiteX697" fmla="*/ 910534 w 7467600"/>
              <a:gd name="connsiteY697" fmla="*/ 3629753 h 6858000"/>
              <a:gd name="connsiteX698" fmla="*/ 1578717 w 7467600"/>
              <a:gd name="connsiteY698" fmla="*/ 3575982 h 6858000"/>
              <a:gd name="connsiteX699" fmla="*/ 2338780 w 7467600"/>
              <a:gd name="connsiteY699" fmla="*/ 3033725 h 6858000"/>
              <a:gd name="connsiteX700" fmla="*/ 1807991 w 7467600"/>
              <a:gd name="connsiteY700" fmla="*/ 2807184 h 6858000"/>
              <a:gd name="connsiteX701" fmla="*/ 1416358 w 7467600"/>
              <a:gd name="connsiteY701" fmla="*/ 3112571 h 6858000"/>
              <a:gd name="connsiteX702" fmla="*/ 939066 w 7467600"/>
              <a:gd name="connsiteY702" fmla="*/ 3378798 h 6858000"/>
              <a:gd name="connsiteX703" fmla="*/ 115099 w 7467600"/>
              <a:gd name="connsiteY703" fmla="*/ 3607650 h 6858000"/>
              <a:gd name="connsiteX704" fmla="*/ 97284 w 7467600"/>
              <a:gd name="connsiteY704" fmla="*/ 3520393 h 6858000"/>
              <a:gd name="connsiteX705" fmla="*/ 922050 w 7467600"/>
              <a:gd name="connsiteY705" fmla="*/ 3074867 h 6858000"/>
              <a:gd name="connsiteX706" fmla="*/ 1405265 w 7467600"/>
              <a:gd name="connsiteY706" fmla="*/ 3016319 h 6858000"/>
              <a:gd name="connsiteX707" fmla="*/ 1407512 w 7467600"/>
              <a:gd name="connsiteY707" fmla="*/ 3018001 h 6858000"/>
              <a:gd name="connsiteX708" fmla="*/ 1726266 w 7467600"/>
              <a:gd name="connsiteY708" fmla="*/ 2777274 h 6858000"/>
              <a:gd name="connsiteX709" fmla="*/ 625390 w 7467600"/>
              <a:gd name="connsiteY709" fmla="*/ 2514541 h 6858000"/>
              <a:gd name="connsiteX710" fmla="*/ 619799 w 7467600"/>
              <a:gd name="connsiteY710" fmla="*/ 2527180 h 6858000"/>
              <a:gd name="connsiteX711" fmla="*/ 310030 w 7467600"/>
              <a:gd name="connsiteY711" fmla="*/ 2771818 h 6858000"/>
              <a:gd name="connsiteX712" fmla="*/ 173877 w 7467600"/>
              <a:gd name="connsiteY712" fmla="*/ 2937056 h 6858000"/>
              <a:gd name="connsiteX713" fmla="*/ 77889 w 7467600"/>
              <a:gd name="connsiteY713" fmla="*/ 3138440 h 6858000"/>
              <a:gd name="connsiteX714" fmla="*/ 0 w 7467600"/>
              <a:gd name="connsiteY714" fmla="*/ 3271395 h 6858000"/>
              <a:gd name="connsiteX715" fmla="*/ 0 w 7467600"/>
              <a:gd name="connsiteY715" fmla="*/ 3153002 h 6858000"/>
              <a:gd name="connsiteX716" fmla="*/ 2386 w 7467600"/>
              <a:gd name="connsiteY716" fmla="*/ 3149203 h 6858000"/>
              <a:gd name="connsiteX717" fmla="*/ 89753 w 7467600"/>
              <a:gd name="connsiteY717" fmla="*/ 2987702 h 6858000"/>
              <a:gd name="connsiteX718" fmla="*/ 76869 w 7467600"/>
              <a:gd name="connsiteY718" fmla="*/ 3005404 h 6858000"/>
              <a:gd name="connsiteX719" fmla="*/ 32049 w 7467600"/>
              <a:gd name="connsiteY719" fmla="*/ 3065814 h 6858000"/>
              <a:gd name="connsiteX720" fmla="*/ 0 w 7467600"/>
              <a:gd name="connsiteY720" fmla="*/ 3108744 h 6858000"/>
              <a:gd name="connsiteX721" fmla="*/ 0 w 7467600"/>
              <a:gd name="connsiteY721" fmla="*/ 3058059 h 6858000"/>
              <a:gd name="connsiteX722" fmla="*/ 7610 w 7467600"/>
              <a:gd name="connsiteY722" fmla="*/ 3047889 h 6858000"/>
              <a:gd name="connsiteX723" fmla="*/ 52419 w 7467600"/>
              <a:gd name="connsiteY723" fmla="*/ 2987479 h 6858000"/>
              <a:gd name="connsiteX724" fmla="*/ 59142 w 7467600"/>
              <a:gd name="connsiteY724" fmla="*/ 2978488 h 6858000"/>
              <a:gd name="connsiteX725" fmla="*/ 0 w 7467600"/>
              <a:gd name="connsiteY725" fmla="*/ 3015334 h 6858000"/>
              <a:gd name="connsiteX726" fmla="*/ 0 w 7467600"/>
              <a:gd name="connsiteY726" fmla="*/ 2914286 h 6858000"/>
              <a:gd name="connsiteX727" fmla="*/ 36383 w 7467600"/>
              <a:gd name="connsiteY727" fmla="*/ 2901128 h 6858000"/>
              <a:gd name="connsiteX728" fmla="*/ 156329 w 7467600"/>
              <a:gd name="connsiteY728" fmla="*/ 2840533 h 6858000"/>
              <a:gd name="connsiteX729" fmla="*/ 358355 w 7467600"/>
              <a:gd name="connsiteY729" fmla="*/ 2620471 h 6858000"/>
              <a:gd name="connsiteX730" fmla="*/ 510577 w 7467600"/>
              <a:gd name="connsiteY730" fmla="*/ 2501244 h 6858000"/>
              <a:gd name="connsiteX731" fmla="*/ 211967 w 7467600"/>
              <a:gd name="connsiteY731" fmla="*/ 2479171 h 6858000"/>
              <a:gd name="connsiteX732" fmla="*/ 0 w 7467600"/>
              <a:gd name="connsiteY732" fmla="*/ 2476398 h 6858000"/>
              <a:gd name="connsiteX733" fmla="*/ 0 w 7467600"/>
              <a:gd name="connsiteY733" fmla="*/ 2389189 h 6858000"/>
              <a:gd name="connsiteX734" fmla="*/ 103062 w 7467600"/>
              <a:gd name="connsiteY734" fmla="*/ 2389518 h 6858000"/>
              <a:gd name="connsiteX735" fmla="*/ 510734 w 7467600"/>
              <a:gd name="connsiteY735" fmla="*/ 2416201 h 6858000"/>
              <a:gd name="connsiteX736" fmla="*/ 279257 w 7467600"/>
              <a:gd name="connsiteY736" fmla="*/ 2092102 h 6858000"/>
              <a:gd name="connsiteX737" fmla="*/ 65265 w 7467600"/>
              <a:gd name="connsiteY737" fmla="*/ 2006049 h 6858000"/>
              <a:gd name="connsiteX738" fmla="*/ 0 w 7467600"/>
              <a:gd name="connsiteY738" fmla="*/ 1982532 h 6858000"/>
              <a:gd name="connsiteX739" fmla="*/ 0 w 7467600"/>
              <a:gd name="connsiteY739" fmla="*/ 1912789 h 6858000"/>
              <a:gd name="connsiteX740" fmla="*/ 97460 w 7467600"/>
              <a:gd name="connsiteY740" fmla="*/ 1953725 h 6858000"/>
              <a:gd name="connsiteX741" fmla="*/ 221272 w 7467600"/>
              <a:gd name="connsiteY741" fmla="*/ 1980766 h 6858000"/>
              <a:gd name="connsiteX742" fmla="*/ 116765 w 7467600"/>
              <a:gd name="connsiteY742" fmla="*/ 1911033 h 6858000"/>
              <a:gd name="connsiteX743" fmla="*/ 16405 w 7467600"/>
              <a:gd name="connsiteY743" fmla="*/ 1803412 h 6858000"/>
              <a:gd name="connsiteX744" fmla="*/ 0 w 7467600"/>
              <a:gd name="connsiteY744" fmla="*/ 1784777 h 6858000"/>
              <a:gd name="connsiteX745" fmla="*/ 0 w 7467600"/>
              <a:gd name="connsiteY745" fmla="*/ 1740082 h 6858000"/>
              <a:gd name="connsiteX746" fmla="*/ 39394 w 7467600"/>
              <a:gd name="connsiteY746" fmla="*/ 1784856 h 6858000"/>
              <a:gd name="connsiteX747" fmla="*/ 135813 w 7467600"/>
              <a:gd name="connsiteY747" fmla="*/ 1888838 h 6858000"/>
              <a:gd name="connsiteX748" fmla="*/ 242575 w 7467600"/>
              <a:gd name="connsiteY748" fmla="*/ 1958841 h 6858000"/>
              <a:gd name="connsiteX749" fmla="*/ 82197 w 7467600"/>
              <a:gd name="connsiteY749" fmla="*/ 1754826 h 6858000"/>
              <a:gd name="connsiteX750" fmla="*/ 0 w 7467600"/>
              <a:gd name="connsiteY750" fmla="*/ 1679650 h 6858000"/>
              <a:gd name="connsiteX751" fmla="*/ 0 w 7467600"/>
              <a:gd name="connsiteY751" fmla="*/ 1602463 h 6858000"/>
              <a:gd name="connsiteX752" fmla="*/ 84689 w 7467600"/>
              <a:gd name="connsiteY752" fmla="*/ 1677442 h 6858000"/>
              <a:gd name="connsiteX753" fmla="*/ 298437 w 7467600"/>
              <a:gd name="connsiteY753" fmla="*/ 1968019 h 6858000"/>
              <a:gd name="connsiteX754" fmla="*/ 227269 w 7467600"/>
              <a:gd name="connsiteY754" fmla="*/ 1114064 h 6858000"/>
              <a:gd name="connsiteX755" fmla="*/ 248003 w 7467600"/>
              <a:gd name="connsiteY755" fmla="*/ 1089613 h 6858000"/>
              <a:gd name="connsiteX756" fmla="*/ 427020 w 7467600"/>
              <a:gd name="connsiteY756" fmla="*/ 1619803 h 6858000"/>
              <a:gd name="connsiteX757" fmla="*/ 340345 w 7467600"/>
              <a:gd name="connsiteY757" fmla="*/ 2027739 h 6858000"/>
              <a:gd name="connsiteX758" fmla="*/ 360865 w 7467600"/>
              <a:gd name="connsiteY758" fmla="*/ 2044827 h 6858000"/>
              <a:gd name="connsiteX759" fmla="*/ 560414 w 7467600"/>
              <a:gd name="connsiteY759" fmla="*/ 2421457 h 6858000"/>
              <a:gd name="connsiteX760" fmla="*/ 1359703 w 7467600"/>
              <a:gd name="connsiteY760" fmla="*/ 2578554 h 6858000"/>
              <a:gd name="connsiteX761" fmla="*/ 1359422 w 7467600"/>
              <a:gd name="connsiteY761" fmla="*/ 2577994 h 6858000"/>
              <a:gd name="connsiteX762" fmla="*/ 828701 w 7467600"/>
              <a:gd name="connsiteY762" fmla="*/ 1839520 h 6858000"/>
              <a:gd name="connsiteX763" fmla="*/ 494427 w 7467600"/>
              <a:gd name="connsiteY763" fmla="*/ 1092333 h 6858000"/>
              <a:gd name="connsiteX764" fmla="*/ 506322 w 7467600"/>
              <a:gd name="connsiteY764" fmla="*/ 1020997 h 6858000"/>
              <a:gd name="connsiteX765" fmla="*/ 4570198 w 7467600"/>
              <a:gd name="connsiteY765" fmla="*/ 978081 h 6858000"/>
              <a:gd name="connsiteX766" fmla="*/ 4523691 w 7467600"/>
              <a:gd name="connsiteY766" fmla="*/ 1127776 h 6858000"/>
              <a:gd name="connsiteX767" fmla="*/ 4509875 w 7467600"/>
              <a:gd name="connsiteY767" fmla="*/ 1167552 h 6858000"/>
              <a:gd name="connsiteX768" fmla="*/ 4478168 w 7467600"/>
              <a:gd name="connsiteY768" fmla="*/ 1260735 h 6858000"/>
              <a:gd name="connsiteX769" fmla="*/ 4409309 w 7467600"/>
              <a:gd name="connsiteY769" fmla="*/ 1666996 h 6858000"/>
              <a:gd name="connsiteX770" fmla="*/ 4370031 w 7467600"/>
              <a:gd name="connsiteY770" fmla="*/ 1955666 h 6858000"/>
              <a:gd name="connsiteX771" fmla="*/ 4570198 w 7467600"/>
              <a:gd name="connsiteY771" fmla="*/ 978081 h 6858000"/>
              <a:gd name="connsiteX772" fmla="*/ 4557898 w 7467600"/>
              <a:gd name="connsiteY772" fmla="*/ 900011 h 6858000"/>
              <a:gd name="connsiteX773" fmla="*/ 4344840 w 7467600"/>
              <a:gd name="connsiteY773" fmla="*/ 1922038 h 6858000"/>
              <a:gd name="connsiteX774" fmla="*/ 4378710 w 7467600"/>
              <a:gd name="connsiteY774" fmla="*/ 1665516 h 6858000"/>
              <a:gd name="connsiteX775" fmla="*/ 4448798 w 7467600"/>
              <a:gd name="connsiteY775" fmla="*/ 1253024 h 6858000"/>
              <a:gd name="connsiteX776" fmla="*/ 4480315 w 7467600"/>
              <a:gd name="connsiteY776" fmla="*/ 1158454 h 6858000"/>
              <a:gd name="connsiteX777" fmla="*/ 4494133 w 7467600"/>
              <a:gd name="connsiteY777" fmla="*/ 1118676 h 6858000"/>
              <a:gd name="connsiteX778" fmla="*/ 4557898 w 7467600"/>
              <a:gd name="connsiteY778" fmla="*/ 900011 h 6858000"/>
              <a:gd name="connsiteX779" fmla="*/ 5870151 w 7467600"/>
              <a:gd name="connsiteY779" fmla="*/ 898890 h 6858000"/>
              <a:gd name="connsiteX780" fmla="*/ 5861335 w 7467600"/>
              <a:gd name="connsiteY780" fmla="*/ 899177 h 6858000"/>
              <a:gd name="connsiteX781" fmla="*/ 5843702 w 7467600"/>
              <a:gd name="connsiteY781" fmla="*/ 899748 h 6858000"/>
              <a:gd name="connsiteX782" fmla="*/ 5651107 w 7467600"/>
              <a:gd name="connsiteY782" fmla="*/ 920306 h 6858000"/>
              <a:gd name="connsiteX783" fmla="*/ 5459407 w 7467600"/>
              <a:gd name="connsiteY783" fmla="*/ 940975 h 6858000"/>
              <a:gd name="connsiteX784" fmla="*/ 5374846 w 7467600"/>
              <a:gd name="connsiteY784" fmla="*/ 941988 h 6858000"/>
              <a:gd name="connsiteX785" fmla="*/ 5256105 w 7467600"/>
              <a:gd name="connsiteY785" fmla="*/ 945632 h 6858000"/>
              <a:gd name="connsiteX786" fmla="*/ 5107071 w 7467600"/>
              <a:gd name="connsiteY786" fmla="*/ 969720 h 6858000"/>
              <a:gd name="connsiteX787" fmla="*/ 4998681 w 7467600"/>
              <a:gd name="connsiteY787" fmla="*/ 988771 h 6858000"/>
              <a:gd name="connsiteX788" fmla="*/ 5870151 w 7467600"/>
              <a:gd name="connsiteY788" fmla="*/ 898890 h 6858000"/>
              <a:gd name="connsiteX789" fmla="*/ 5504425 w 7467600"/>
              <a:gd name="connsiteY789" fmla="*/ 848067 h 6858000"/>
              <a:gd name="connsiteX790" fmla="*/ 4968849 w 7467600"/>
              <a:gd name="connsiteY790" fmla="*/ 962318 h 6858000"/>
              <a:gd name="connsiteX791" fmla="*/ 5104039 w 7467600"/>
              <a:gd name="connsiteY791" fmla="*/ 940634 h 6858000"/>
              <a:gd name="connsiteX792" fmla="*/ 5256311 w 7467600"/>
              <a:gd name="connsiteY792" fmla="*/ 916490 h 6858000"/>
              <a:gd name="connsiteX793" fmla="*/ 5377381 w 7467600"/>
              <a:gd name="connsiteY793" fmla="*/ 912671 h 6858000"/>
              <a:gd name="connsiteX794" fmla="*/ 5460148 w 7467600"/>
              <a:gd name="connsiteY794" fmla="*/ 911442 h 6858000"/>
              <a:gd name="connsiteX795" fmla="*/ 5648971 w 7467600"/>
              <a:gd name="connsiteY795" fmla="*/ 891331 h 6858000"/>
              <a:gd name="connsiteX796" fmla="*/ 5844807 w 7467600"/>
              <a:gd name="connsiteY796" fmla="*/ 870718 h 6858000"/>
              <a:gd name="connsiteX797" fmla="*/ 5862975 w 7467600"/>
              <a:gd name="connsiteY797" fmla="*/ 869756 h 6858000"/>
              <a:gd name="connsiteX798" fmla="*/ 5920887 w 7467600"/>
              <a:gd name="connsiteY798" fmla="*/ 865929 h 6858000"/>
              <a:gd name="connsiteX799" fmla="*/ 5504425 w 7467600"/>
              <a:gd name="connsiteY799" fmla="*/ 848067 h 6858000"/>
              <a:gd name="connsiteX800" fmla="*/ 3607114 w 7467600"/>
              <a:gd name="connsiteY800" fmla="*/ 467441 h 6858000"/>
              <a:gd name="connsiteX801" fmla="*/ 3296242 w 7467600"/>
              <a:gd name="connsiteY801" fmla="*/ 807991 h 6858000"/>
              <a:gd name="connsiteX802" fmla="*/ 3174674 w 7467600"/>
              <a:gd name="connsiteY802" fmla="*/ 919759 h 6858000"/>
              <a:gd name="connsiteX803" fmla="*/ 3042978 w 7467600"/>
              <a:gd name="connsiteY803" fmla="*/ 1054894 h 6858000"/>
              <a:gd name="connsiteX804" fmla="*/ 2968914 w 7467600"/>
              <a:gd name="connsiteY804" fmla="*/ 1133756 h 6858000"/>
              <a:gd name="connsiteX805" fmla="*/ 3103823 w 7467600"/>
              <a:gd name="connsiteY805" fmla="*/ 1026814 h 6858000"/>
              <a:gd name="connsiteX806" fmla="*/ 3607114 w 7467600"/>
              <a:gd name="connsiteY806" fmla="*/ 467441 h 6858000"/>
              <a:gd name="connsiteX807" fmla="*/ 3744487 w 7467600"/>
              <a:gd name="connsiteY807" fmla="*/ 383136 h 6858000"/>
              <a:gd name="connsiteX808" fmla="*/ 3970213 w 7467600"/>
              <a:gd name="connsiteY808" fmla="*/ 995559 h 6858000"/>
              <a:gd name="connsiteX809" fmla="*/ 3744487 w 7467600"/>
              <a:gd name="connsiteY809" fmla="*/ 383136 h 6858000"/>
              <a:gd name="connsiteX810" fmla="*/ 3624562 w 7467600"/>
              <a:gd name="connsiteY810" fmla="*/ 367041 h 6858000"/>
              <a:gd name="connsiteX811" fmla="*/ 3489712 w 7467600"/>
              <a:gd name="connsiteY811" fmla="*/ 485386 h 6858000"/>
              <a:gd name="connsiteX812" fmla="*/ 3182994 w 7467600"/>
              <a:gd name="connsiteY812" fmla="*/ 828265 h 6858000"/>
              <a:gd name="connsiteX813" fmla="*/ 2892114 w 7467600"/>
              <a:gd name="connsiteY813" fmla="*/ 1172635 h 6858000"/>
              <a:gd name="connsiteX814" fmla="*/ 3021459 w 7467600"/>
              <a:gd name="connsiteY814" fmla="*/ 1035385 h 6858000"/>
              <a:gd name="connsiteX815" fmla="*/ 3153873 w 7467600"/>
              <a:gd name="connsiteY815" fmla="*/ 898971 h 6858000"/>
              <a:gd name="connsiteX816" fmla="*/ 3276511 w 7467600"/>
              <a:gd name="connsiteY816" fmla="*/ 786423 h 6858000"/>
              <a:gd name="connsiteX817" fmla="*/ 3584154 w 7467600"/>
              <a:gd name="connsiteY817" fmla="*/ 448218 h 6858000"/>
              <a:gd name="connsiteX818" fmla="*/ 3624562 w 7467600"/>
              <a:gd name="connsiteY818" fmla="*/ 367041 h 6858000"/>
              <a:gd name="connsiteX819" fmla="*/ 3766672 w 7467600"/>
              <a:gd name="connsiteY819" fmla="*/ 359429 h 6858000"/>
              <a:gd name="connsiteX820" fmla="*/ 3996338 w 7467600"/>
              <a:gd name="connsiteY820" fmla="*/ 968237 h 6858000"/>
              <a:gd name="connsiteX821" fmla="*/ 3766672 w 7467600"/>
              <a:gd name="connsiteY821" fmla="*/ 359429 h 6858000"/>
              <a:gd name="connsiteX822" fmla="*/ 5805386 w 7467600"/>
              <a:gd name="connsiteY822" fmla="*/ 239240 h 6858000"/>
              <a:gd name="connsiteX823" fmla="*/ 5736947 w 7467600"/>
              <a:gd name="connsiteY823" fmla="*/ 261367 h 6858000"/>
              <a:gd name="connsiteX824" fmla="*/ 5427012 w 7467600"/>
              <a:gd name="connsiteY824" fmla="*/ 311272 h 6858000"/>
              <a:gd name="connsiteX825" fmla="*/ 5147818 w 7467600"/>
              <a:gd name="connsiteY825" fmla="*/ 322112 h 6858000"/>
              <a:gd name="connsiteX826" fmla="*/ 5060854 w 7467600"/>
              <a:gd name="connsiteY826" fmla="*/ 311882 h 6858000"/>
              <a:gd name="connsiteX827" fmla="*/ 4945989 w 7467600"/>
              <a:gd name="connsiteY827" fmla="*/ 300516 h 6858000"/>
              <a:gd name="connsiteX828" fmla="*/ 5410479 w 7467600"/>
              <a:gd name="connsiteY828" fmla="*/ 348434 h 6858000"/>
              <a:gd name="connsiteX829" fmla="*/ 5805386 w 7467600"/>
              <a:gd name="connsiteY829" fmla="*/ 239240 h 6858000"/>
              <a:gd name="connsiteX830" fmla="*/ 5905192 w 7467600"/>
              <a:gd name="connsiteY830" fmla="*/ 163079 h 6858000"/>
              <a:gd name="connsiteX831" fmla="*/ 5865655 w 7467600"/>
              <a:gd name="connsiteY831" fmla="*/ 171901 h 6858000"/>
              <a:gd name="connsiteX832" fmla="*/ 5259740 w 7467600"/>
              <a:gd name="connsiteY832" fmla="*/ 257013 h 6858000"/>
              <a:gd name="connsiteX833" fmla="*/ 5208466 w 7467600"/>
              <a:gd name="connsiteY833" fmla="*/ 257550 h 6858000"/>
              <a:gd name="connsiteX834" fmla="*/ 4980204 w 7467600"/>
              <a:gd name="connsiteY834" fmla="*/ 271903 h 6858000"/>
              <a:gd name="connsiteX835" fmla="*/ 5068068 w 7467600"/>
              <a:gd name="connsiteY835" fmla="*/ 282244 h 6858000"/>
              <a:gd name="connsiteX836" fmla="*/ 5153231 w 7467600"/>
              <a:gd name="connsiteY836" fmla="*/ 292240 h 6858000"/>
              <a:gd name="connsiteX837" fmla="*/ 5426491 w 7467600"/>
              <a:gd name="connsiteY837" fmla="*/ 281128 h 6858000"/>
              <a:gd name="connsiteX838" fmla="*/ 5731212 w 7467600"/>
              <a:gd name="connsiteY838" fmla="*/ 231951 h 6858000"/>
              <a:gd name="connsiteX839" fmla="*/ 5905192 w 7467600"/>
              <a:gd name="connsiteY839" fmla="*/ 163079 h 6858000"/>
              <a:gd name="connsiteX840" fmla="*/ 5944437 w 7467600"/>
              <a:gd name="connsiteY840" fmla="*/ 113829 h 6858000"/>
              <a:gd name="connsiteX841" fmla="*/ 5825032 w 7467600"/>
              <a:gd name="connsiteY841" fmla="*/ 146405 h 6858000"/>
              <a:gd name="connsiteX842" fmla="*/ 4955599 w 7467600"/>
              <a:gd name="connsiteY842" fmla="*/ 247008 h 6858000"/>
              <a:gd name="connsiteX843" fmla="*/ 5210104 w 7467600"/>
              <a:gd name="connsiteY843" fmla="*/ 228123 h 6858000"/>
              <a:gd name="connsiteX844" fmla="*/ 5261015 w 7467600"/>
              <a:gd name="connsiteY844" fmla="*/ 227087 h 6858000"/>
              <a:gd name="connsiteX845" fmla="*/ 5861181 w 7467600"/>
              <a:gd name="connsiteY845" fmla="*/ 143093 h 6858000"/>
              <a:gd name="connsiteX846" fmla="*/ 5961252 w 7467600"/>
              <a:gd name="connsiteY846" fmla="*/ 114820 h 6858000"/>
              <a:gd name="connsiteX847" fmla="*/ 5944437 w 7467600"/>
              <a:gd name="connsiteY847" fmla="*/ 113829 h 6858000"/>
              <a:gd name="connsiteX848" fmla="*/ 3882765 w 7467600"/>
              <a:gd name="connsiteY848" fmla="*/ 0 h 6858000"/>
              <a:gd name="connsiteX849" fmla="*/ 3995099 w 7467600"/>
              <a:gd name="connsiteY849" fmla="*/ 0 h 6858000"/>
              <a:gd name="connsiteX850" fmla="*/ 4163818 w 7467600"/>
              <a:gd name="connsiteY850" fmla="*/ 234104 h 6858000"/>
              <a:gd name="connsiteX851" fmla="*/ 4172099 w 7467600"/>
              <a:gd name="connsiteY851" fmla="*/ 234207 h 6858000"/>
              <a:gd name="connsiteX852" fmla="*/ 4784282 w 7467600"/>
              <a:gd name="connsiteY852" fmla="*/ 276561 h 6858000"/>
              <a:gd name="connsiteX853" fmla="*/ 4801687 w 7467600"/>
              <a:gd name="connsiteY853" fmla="*/ 267764 h 6858000"/>
              <a:gd name="connsiteX854" fmla="*/ 6082788 w 7467600"/>
              <a:gd name="connsiteY854" fmla="*/ 64119 h 6858000"/>
              <a:gd name="connsiteX855" fmla="*/ 6099442 w 7467600"/>
              <a:gd name="connsiteY855" fmla="*/ 82568 h 6858000"/>
              <a:gd name="connsiteX856" fmla="*/ 4804137 w 7467600"/>
              <a:gd name="connsiteY856" fmla="*/ 320931 h 6858000"/>
              <a:gd name="connsiteX857" fmla="*/ 4227047 w 7467600"/>
              <a:gd name="connsiteY857" fmla="*/ 313415 h 6858000"/>
              <a:gd name="connsiteX858" fmla="*/ 4346041 w 7467600"/>
              <a:gd name="connsiteY858" fmla="*/ 456086 h 6858000"/>
              <a:gd name="connsiteX859" fmla="*/ 4870967 w 7467600"/>
              <a:gd name="connsiteY859" fmla="*/ 963061 h 6858000"/>
              <a:gd name="connsiteX860" fmla="*/ 4889647 w 7467600"/>
              <a:gd name="connsiteY860" fmla="*/ 957147 h 6858000"/>
              <a:gd name="connsiteX861" fmla="*/ 5422504 w 7467600"/>
              <a:gd name="connsiteY861" fmla="*/ 805191 h 6858000"/>
              <a:gd name="connsiteX862" fmla="*/ 6087656 w 7467600"/>
              <a:gd name="connsiteY862" fmla="*/ 826703 h 6858000"/>
              <a:gd name="connsiteX863" fmla="*/ 6058717 w 7467600"/>
              <a:gd name="connsiteY863" fmla="*/ 865992 h 6858000"/>
              <a:gd name="connsiteX864" fmla="*/ 4974153 w 7467600"/>
              <a:gd name="connsiteY864" fmla="*/ 1045456 h 6858000"/>
              <a:gd name="connsiteX865" fmla="*/ 5627835 w 7467600"/>
              <a:gd name="connsiteY865" fmla="*/ 1472077 h 6858000"/>
              <a:gd name="connsiteX866" fmla="*/ 5629817 w 7467600"/>
              <a:gd name="connsiteY866" fmla="*/ 1471412 h 6858000"/>
              <a:gd name="connsiteX867" fmla="*/ 5634124 w 7467600"/>
              <a:gd name="connsiteY867" fmla="*/ 1470572 h 6858000"/>
              <a:gd name="connsiteX868" fmla="*/ 5755832 w 7467600"/>
              <a:gd name="connsiteY868" fmla="*/ 1383886 h 6858000"/>
              <a:gd name="connsiteX869" fmla="*/ 6014186 w 7467600"/>
              <a:gd name="connsiteY869" fmla="*/ 1279799 h 6858000"/>
              <a:gd name="connsiteX870" fmla="*/ 6901619 w 7467600"/>
              <a:gd name="connsiteY870" fmla="*/ 1047874 h 6858000"/>
              <a:gd name="connsiteX871" fmla="*/ 6931566 w 7467600"/>
              <a:gd name="connsiteY871" fmla="*/ 1062034 h 6858000"/>
              <a:gd name="connsiteX872" fmla="*/ 5790982 w 7467600"/>
              <a:gd name="connsiteY872" fmla="*/ 1561380 h 6858000"/>
              <a:gd name="connsiteX873" fmla="*/ 6188971 w 7467600"/>
              <a:gd name="connsiteY873" fmla="*/ 1755168 h 6858000"/>
              <a:gd name="connsiteX874" fmla="*/ 6202446 w 7467600"/>
              <a:gd name="connsiteY874" fmla="*/ 1752268 h 6858000"/>
              <a:gd name="connsiteX875" fmla="*/ 7179560 w 7467600"/>
              <a:gd name="connsiteY875" fmla="*/ 1467551 h 6858000"/>
              <a:gd name="connsiteX876" fmla="*/ 7158730 w 7467600"/>
              <a:gd name="connsiteY876" fmla="*/ 1507835 h 6858000"/>
              <a:gd name="connsiteX877" fmla="*/ 6326959 w 7467600"/>
              <a:gd name="connsiteY877" fmla="*/ 1817686 h 6858000"/>
              <a:gd name="connsiteX878" fmla="*/ 6537433 w 7467600"/>
              <a:gd name="connsiteY878" fmla="*/ 1907790 h 6858000"/>
              <a:gd name="connsiteX879" fmla="*/ 6550221 w 7467600"/>
              <a:gd name="connsiteY879" fmla="*/ 1910729 h 6858000"/>
              <a:gd name="connsiteX880" fmla="*/ 6964438 w 7467600"/>
              <a:gd name="connsiteY880" fmla="*/ 2209505 h 6858000"/>
              <a:gd name="connsiteX881" fmla="*/ 7367862 w 7467600"/>
              <a:gd name="connsiteY881" fmla="*/ 2806833 h 6858000"/>
              <a:gd name="connsiteX882" fmla="*/ 7364329 w 7467600"/>
              <a:gd name="connsiteY882" fmla="*/ 2826907 h 6858000"/>
              <a:gd name="connsiteX883" fmla="*/ 7290545 w 7467600"/>
              <a:gd name="connsiteY883" fmla="*/ 2850663 h 6858000"/>
              <a:gd name="connsiteX884" fmla="*/ 6472036 w 7467600"/>
              <a:gd name="connsiteY884" fmla="*/ 1959003 h 6858000"/>
              <a:gd name="connsiteX885" fmla="*/ 5792897 w 7467600"/>
              <a:gd name="connsiteY885" fmla="*/ 1647747 h 6858000"/>
              <a:gd name="connsiteX886" fmla="*/ 5842751 w 7467600"/>
              <a:gd name="connsiteY886" fmla="*/ 1816112 h 6858000"/>
              <a:gd name="connsiteX887" fmla="*/ 5847424 w 7467600"/>
              <a:gd name="connsiteY887" fmla="*/ 1815776 h 6858000"/>
              <a:gd name="connsiteX888" fmla="*/ 6399821 w 7467600"/>
              <a:gd name="connsiteY888" fmla="*/ 2344799 h 6858000"/>
              <a:gd name="connsiteX889" fmla="*/ 6323232 w 7467600"/>
              <a:gd name="connsiteY889" fmla="*/ 2389634 h 6858000"/>
              <a:gd name="connsiteX890" fmla="*/ 5942958 w 7467600"/>
              <a:gd name="connsiteY890" fmla="*/ 2077708 h 6858000"/>
              <a:gd name="connsiteX891" fmla="*/ 5921559 w 7467600"/>
              <a:gd name="connsiteY891" fmla="*/ 2378596 h 6858000"/>
              <a:gd name="connsiteX892" fmla="*/ 5817651 w 7467600"/>
              <a:gd name="connsiteY892" fmla="*/ 3023919 h 6858000"/>
              <a:gd name="connsiteX893" fmla="*/ 5729634 w 7467600"/>
              <a:gd name="connsiteY893" fmla="*/ 3051849 h 6858000"/>
              <a:gd name="connsiteX894" fmla="*/ 5611018 w 7467600"/>
              <a:gd name="connsiteY894" fmla="*/ 2316769 h 6858000"/>
              <a:gd name="connsiteX895" fmla="*/ 5687608 w 7467600"/>
              <a:gd name="connsiteY895" fmla="*/ 2039972 h 6858000"/>
              <a:gd name="connsiteX896" fmla="*/ 5657554 w 7467600"/>
              <a:gd name="connsiteY896" fmla="*/ 1576445 h 6858000"/>
              <a:gd name="connsiteX897" fmla="*/ 5150475 w 7467600"/>
              <a:gd name="connsiteY897" fmla="*/ 1274012 h 6858000"/>
              <a:gd name="connsiteX898" fmla="*/ 5349142 w 7467600"/>
              <a:gd name="connsiteY898" fmla="*/ 2204405 h 6858000"/>
              <a:gd name="connsiteX899" fmla="*/ 5262214 w 7467600"/>
              <a:gd name="connsiteY899" fmla="*/ 2233836 h 6858000"/>
              <a:gd name="connsiteX900" fmla="*/ 4981539 w 7467600"/>
              <a:gd name="connsiteY900" fmla="*/ 1542201 h 6858000"/>
              <a:gd name="connsiteX901" fmla="*/ 4958461 w 7467600"/>
              <a:gd name="connsiteY901" fmla="*/ 1136957 h 6858000"/>
              <a:gd name="connsiteX902" fmla="*/ 4655015 w 7467600"/>
              <a:gd name="connsiteY902" fmla="*/ 891426 h 6858000"/>
              <a:gd name="connsiteX903" fmla="*/ 4348002 w 7467600"/>
              <a:gd name="connsiteY903" fmla="*/ 2205895 h 6858000"/>
              <a:gd name="connsiteX904" fmla="*/ 4262250 w 7467600"/>
              <a:gd name="connsiteY904" fmla="*/ 2219972 h 6858000"/>
              <a:gd name="connsiteX905" fmla="*/ 4550611 w 7467600"/>
              <a:gd name="connsiteY905" fmla="*/ 817540 h 6858000"/>
              <a:gd name="connsiteX906" fmla="*/ 4564418 w 7467600"/>
              <a:gd name="connsiteY906" fmla="*/ 808293 h 6858000"/>
              <a:gd name="connsiteX907" fmla="*/ 4266388 w 7467600"/>
              <a:gd name="connsiteY907" fmla="*/ 500083 h 6858000"/>
              <a:gd name="connsiteX908" fmla="*/ 4032842 w 7467600"/>
              <a:gd name="connsiteY908" fmla="*/ 211809 h 6858000"/>
              <a:gd name="connsiteX909" fmla="*/ 3882765 w 7467600"/>
              <a:gd name="connsiteY909" fmla="*/ 0 h 6858000"/>
              <a:gd name="connsiteX910" fmla="*/ 3721337 w 7467600"/>
              <a:gd name="connsiteY910" fmla="*/ 0 h 6858000"/>
              <a:gd name="connsiteX911" fmla="*/ 3797544 w 7467600"/>
              <a:gd name="connsiteY911" fmla="*/ 0 h 6858000"/>
              <a:gd name="connsiteX912" fmla="*/ 3775734 w 7467600"/>
              <a:gd name="connsiteY912" fmla="*/ 95131 h 6858000"/>
              <a:gd name="connsiteX913" fmla="*/ 3724807 w 7467600"/>
              <a:gd name="connsiteY913" fmla="*/ 272257 h 6858000"/>
              <a:gd name="connsiteX914" fmla="*/ 3726844 w 7467600"/>
              <a:gd name="connsiteY914" fmla="*/ 282988 h 6858000"/>
              <a:gd name="connsiteX915" fmla="*/ 3742664 w 7467600"/>
              <a:gd name="connsiteY915" fmla="*/ 279918 h 6858000"/>
              <a:gd name="connsiteX916" fmla="*/ 4103910 w 7467600"/>
              <a:gd name="connsiteY916" fmla="*/ 1161917 h 6858000"/>
              <a:gd name="connsiteX917" fmla="*/ 4020269 w 7467600"/>
              <a:gd name="connsiteY917" fmla="*/ 1200406 h 6858000"/>
              <a:gd name="connsiteX918" fmla="*/ 3674882 w 7467600"/>
              <a:gd name="connsiteY918" fmla="*/ 488524 h 6858000"/>
              <a:gd name="connsiteX919" fmla="*/ 3132682 w 7467600"/>
              <a:gd name="connsiteY919" fmla="*/ 1072284 h 6858000"/>
              <a:gd name="connsiteX920" fmla="*/ 2716346 w 7467600"/>
              <a:gd name="connsiteY920" fmla="*/ 1276376 h 6858000"/>
              <a:gd name="connsiteX921" fmla="*/ 2716772 w 7467600"/>
              <a:gd name="connsiteY921" fmla="*/ 1255462 h 6858000"/>
              <a:gd name="connsiteX922" fmla="*/ 3471096 w 7467600"/>
              <a:gd name="connsiteY922" fmla="*/ 437072 h 6858000"/>
              <a:gd name="connsiteX923" fmla="*/ 3639057 w 7467600"/>
              <a:gd name="connsiteY923" fmla="*/ 286334 h 6858000"/>
              <a:gd name="connsiteX924" fmla="*/ 3640309 w 7467600"/>
              <a:gd name="connsiteY924" fmla="*/ 284664 h 6858000"/>
              <a:gd name="connsiteX925" fmla="*/ 3646022 w 7467600"/>
              <a:gd name="connsiteY925" fmla="*/ 276711 h 6858000"/>
              <a:gd name="connsiteX926" fmla="*/ 3707943 w 7467600"/>
              <a:gd name="connsiteY926" fmla="*/ 65958 h 6858000"/>
              <a:gd name="connsiteX927" fmla="*/ 3721337 w 7467600"/>
              <a:gd name="connsiteY927" fmla="*/ 0 h 6858000"/>
              <a:gd name="connsiteX928" fmla="*/ 2867960 w 7467600"/>
              <a:gd name="connsiteY928" fmla="*/ 0 h 6858000"/>
              <a:gd name="connsiteX929" fmla="*/ 2926351 w 7467600"/>
              <a:gd name="connsiteY929" fmla="*/ 0 h 6858000"/>
              <a:gd name="connsiteX930" fmla="*/ 2902823 w 7467600"/>
              <a:gd name="connsiteY930" fmla="*/ 262929 h 6858000"/>
              <a:gd name="connsiteX931" fmla="*/ 2940663 w 7467600"/>
              <a:gd name="connsiteY931" fmla="*/ 140884 h 6858000"/>
              <a:gd name="connsiteX932" fmla="*/ 2947039 w 7467600"/>
              <a:gd name="connsiteY932" fmla="*/ 122524 h 6858000"/>
              <a:gd name="connsiteX933" fmla="*/ 2984316 w 7467600"/>
              <a:gd name="connsiteY933" fmla="*/ 0 h 6858000"/>
              <a:gd name="connsiteX934" fmla="*/ 3016114 w 7467600"/>
              <a:gd name="connsiteY934" fmla="*/ 0 h 6858000"/>
              <a:gd name="connsiteX935" fmla="*/ 2979949 w 7467600"/>
              <a:gd name="connsiteY935" fmla="*/ 119274 h 6858000"/>
              <a:gd name="connsiteX936" fmla="*/ 3023879 w 7467600"/>
              <a:gd name="connsiteY936" fmla="*/ 0 h 6858000"/>
              <a:gd name="connsiteX937" fmla="*/ 3105400 w 7467600"/>
              <a:gd name="connsiteY937" fmla="*/ 0 h 6858000"/>
              <a:gd name="connsiteX938" fmla="*/ 3094669 w 7467600"/>
              <a:gd name="connsiteY938" fmla="*/ 30308 h 6858000"/>
              <a:gd name="connsiteX939" fmla="*/ 2901945 w 7467600"/>
              <a:gd name="connsiteY939" fmla="*/ 466538 h 6858000"/>
              <a:gd name="connsiteX940" fmla="*/ 2815209 w 7467600"/>
              <a:gd name="connsiteY940" fmla="*/ 497361 h 6858000"/>
              <a:gd name="connsiteX941" fmla="*/ 2844845 w 7467600"/>
              <a:gd name="connsiteY941" fmla="*/ 127638 h 6858000"/>
              <a:gd name="connsiteX942" fmla="*/ 2867960 w 7467600"/>
              <a:gd name="connsiteY942" fmla="*/ 0 h 6858000"/>
              <a:gd name="connsiteX943" fmla="*/ 1057230 w 7467600"/>
              <a:gd name="connsiteY943" fmla="*/ 0 h 6858000"/>
              <a:gd name="connsiteX944" fmla="*/ 1111003 w 7467600"/>
              <a:gd name="connsiteY944" fmla="*/ 0 h 6858000"/>
              <a:gd name="connsiteX945" fmla="*/ 1125553 w 7467600"/>
              <a:gd name="connsiteY945" fmla="*/ 52588 h 6858000"/>
              <a:gd name="connsiteX946" fmla="*/ 1304276 w 7467600"/>
              <a:gd name="connsiteY946" fmla="*/ 476275 h 6858000"/>
              <a:gd name="connsiteX947" fmla="*/ 1492066 w 7467600"/>
              <a:gd name="connsiteY947" fmla="*/ 886333 h 6858000"/>
              <a:gd name="connsiteX948" fmla="*/ 1423698 w 7467600"/>
              <a:gd name="connsiteY948" fmla="*/ 710817 h 6858000"/>
              <a:gd name="connsiteX949" fmla="*/ 1357609 w 7467600"/>
              <a:gd name="connsiteY949" fmla="*/ 532892 h 6858000"/>
              <a:gd name="connsiteX950" fmla="*/ 1309550 w 7467600"/>
              <a:gd name="connsiteY950" fmla="*/ 374031 h 6858000"/>
              <a:gd name="connsiteX951" fmla="*/ 1193673 w 7467600"/>
              <a:gd name="connsiteY951" fmla="*/ 49533 h 6858000"/>
              <a:gd name="connsiteX952" fmla="*/ 1164391 w 7467600"/>
              <a:gd name="connsiteY952" fmla="*/ 0 h 6858000"/>
              <a:gd name="connsiteX953" fmla="*/ 1200666 w 7467600"/>
              <a:gd name="connsiteY953" fmla="*/ 0 h 6858000"/>
              <a:gd name="connsiteX954" fmla="*/ 1223408 w 7467600"/>
              <a:gd name="connsiteY954" fmla="*/ 38996 h 6858000"/>
              <a:gd name="connsiteX955" fmla="*/ 1339635 w 7467600"/>
              <a:gd name="connsiteY955" fmla="*/ 365517 h 6858000"/>
              <a:gd name="connsiteX956" fmla="*/ 1387469 w 7467600"/>
              <a:gd name="connsiteY956" fmla="*/ 523079 h 6858000"/>
              <a:gd name="connsiteX957" fmla="*/ 1452685 w 7467600"/>
              <a:gd name="connsiteY957" fmla="*/ 699806 h 6858000"/>
              <a:gd name="connsiteX958" fmla="*/ 1492092 w 7467600"/>
              <a:gd name="connsiteY958" fmla="*/ 800424 h 6858000"/>
              <a:gd name="connsiteX959" fmla="*/ 1455302 w 7467600"/>
              <a:gd name="connsiteY959" fmla="*/ 632913 h 6858000"/>
              <a:gd name="connsiteX960" fmla="*/ 1222336 w 7467600"/>
              <a:gd name="connsiteY960" fmla="*/ 9480 h 6858000"/>
              <a:gd name="connsiteX961" fmla="*/ 1214634 w 7467600"/>
              <a:gd name="connsiteY961" fmla="*/ 0 h 6858000"/>
              <a:gd name="connsiteX962" fmla="*/ 1289827 w 7467600"/>
              <a:gd name="connsiteY962" fmla="*/ 0 h 6858000"/>
              <a:gd name="connsiteX963" fmla="*/ 1321076 w 7467600"/>
              <a:gd name="connsiteY963" fmla="*/ 59722 h 6858000"/>
              <a:gd name="connsiteX964" fmla="*/ 1512579 w 7467600"/>
              <a:gd name="connsiteY964" fmla="*/ 626441 h 6858000"/>
              <a:gd name="connsiteX965" fmla="*/ 1506076 w 7467600"/>
              <a:gd name="connsiteY965" fmla="*/ 1089289 h 6858000"/>
              <a:gd name="connsiteX966" fmla="*/ 1486346 w 7467600"/>
              <a:gd name="connsiteY966" fmla="*/ 1079919 h 6858000"/>
              <a:gd name="connsiteX967" fmla="*/ 1070511 w 7467600"/>
              <a:gd name="connsiteY967" fmla="*/ 48609 h 6858000"/>
              <a:gd name="connsiteX968" fmla="*/ 1057230 w 7467600"/>
              <a:gd name="connsiteY968" fmla="*/ 0 h 6858000"/>
              <a:gd name="connsiteX969" fmla="*/ 43151 w 7467600"/>
              <a:gd name="connsiteY969" fmla="*/ 0 h 6858000"/>
              <a:gd name="connsiteX970" fmla="*/ 95283 w 7467600"/>
              <a:gd name="connsiteY970" fmla="*/ 0 h 6858000"/>
              <a:gd name="connsiteX971" fmla="*/ 300708 w 7467600"/>
              <a:gd name="connsiteY971" fmla="*/ 154571 h 6858000"/>
              <a:gd name="connsiteX972" fmla="*/ 530414 w 7467600"/>
              <a:gd name="connsiteY972" fmla="*/ 354673 h 6858000"/>
              <a:gd name="connsiteX973" fmla="*/ 333785 w 7467600"/>
              <a:gd name="connsiteY973" fmla="*/ 161564 h 6858000"/>
              <a:gd name="connsiteX974" fmla="*/ 147005 w 7467600"/>
              <a:gd name="connsiteY974" fmla="*/ 0 h 6858000"/>
              <a:gd name="connsiteX975" fmla="*/ 272509 w 7467600"/>
              <a:gd name="connsiteY975" fmla="*/ 0 h 6858000"/>
              <a:gd name="connsiteX976" fmla="*/ 326276 w 7467600"/>
              <a:gd name="connsiteY976" fmla="*/ 45847 h 6858000"/>
              <a:gd name="connsiteX977" fmla="*/ 823759 w 7467600"/>
              <a:gd name="connsiteY977" fmla="*/ 574145 h 6858000"/>
              <a:gd name="connsiteX978" fmla="*/ 811254 w 7467600"/>
              <a:gd name="connsiteY978" fmla="*/ 665546 h 6858000"/>
              <a:gd name="connsiteX979" fmla="*/ 154042 w 7467600"/>
              <a:gd name="connsiteY979" fmla="*/ 261522 h 6858000"/>
              <a:gd name="connsiteX980" fmla="*/ 13550 w 7467600"/>
              <a:gd name="connsiteY980" fmla="*/ 158423 h 6858000"/>
              <a:gd name="connsiteX981" fmla="*/ 0 w 7467600"/>
              <a:gd name="connsiteY981" fmla="*/ 146618 h 6858000"/>
              <a:gd name="connsiteX982" fmla="*/ 0 w 7467600"/>
              <a:gd name="connsiteY982" fmla="*/ 59161 h 6858000"/>
              <a:gd name="connsiteX983" fmla="*/ 45427 w 7467600"/>
              <a:gd name="connsiteY983" fmla="*/ 101078 h 6858000"/>
              <a:gd name="connsiteX984" fmla="*/ 630103 w 7467600"/>
              <a:gd name="connsiteY984" fmla="*/ 485885 h 6858000"/>
              <a:gd name="connsiteX985" fmla="*/ 532040 w 7467600"/>
              <a:gd name="connsiteY985" fmla="*/ 399359 h 6858000"/>
              <a:gd name="connsiteX986" fmla="*/ 517618 w 7467600"/>
              <a:gd name="connsiteY986" fmla="*/ 385726 h 6858000"/>
              <a:gd name="connsiteX987" fmla="*/ 285074 w 7467600"/>
              <a:gd name="connsiteY987" fmla="*/ 182755 h 6858000"/>
              <a:gd name="connsiteX988" fmla="*/ 43151 w 7467600"/>
              <a:gd name="connsiteY98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312201 w 7467600"/>
              <a:gd name="connsiteY131" fmla="*/ 5128278 h 6858000"/>
              <a:gd name="connsiteX132" fmla="*/ 1903353 w 7467600"/>
              <a:gd name="connsiteY132" fmla="*/ 5044827 h 6858000"/>
              <a:gd name="connsiteX133" fmla="*/ 1936931 w 7467600"/>
              <a:gd name="connsiteY133" fmla="*/ 5093954 h 6858000"/>
              <a:gd name="connsiteX134" fmla="*/ 2195868 w 7467600"/>
              <a:gd name="connsiteY134" fmla="*/ 5396574 h 6858000"/>
              <a:gd name="connsiteX135" fmla="*/ 2088852 w 7467600"/>
              <a:gd name="connsiteY135" fmla="*/ 5166123 h 6858000"/>
              <a:gd name="connsiteX136" fmla="*/ 1958241 w 7467600"/>
              <a:gd name="connsiteY136" fmla="*/ 5067955 h 6858000"/>
              <a:gd name="connsiteX137" fmla="*/ 1903353 w 7467600"/>
              <a:gd name="connsiteY137" fmla="*/ 5044827 h 6858000"/>
              <a:gd name="connsiteX138" fmla="*/ 1979378 w 7467600"/>
              <a:gd name="connsiteY138" fmla="*/ 4769504 h 6858000"/>
              <a:gd name="connsiteX139" fmla="*/ 2882120 w 7467600"/>
              <a:gd name="connsiteY139" fmla="*/ 5064547 h 6858000"/>
              <a:gd name="connsiteX140" fmla="*/ 2793103 w 7467600"/>
              <a:gd name="connsiteY140" fmla="*/ 5039699 h 6858000"/>
              <a:gd name="connsiteX141" fmla="*/ 2770041 w 7467600"/>
              <a:gd name="connsiteY141" fmla="*/ 5033634 h 6858000"/>
              <a:gd name="connsiteX142" fmla="*/ 1979378 w 7467600"/>
              <a:gd name="connsiteY142" fmla="*/ 4769504 h 6858000"/>
              <a:gd name="connsiteX143" fmla="*/ 1927410 w 7467600"/>
              <a:gd name="connsiteY143" fmla="*/ 4716164 h 6858000"/>
              <a:gd name="connsiteX144" fmla="*/ 1959587 w 7467600"/>
              <a:gd name="connsiteY144" fmla="*/ 4728849 h 6858000"/>
              <a:gd name="connsiteX145" fmla="*/ 2777707 w 7467600"/>
              <a:gd name="connsiteY145" fmla="*/ 5003991 h 6858000"/>
              <a:gd name="connsiteX146" fmla="*/ 2800768 w 7467600"/>
              <a:gd name="connsiteY146" fmla="*/ 5010056 h 6858000"/>
              <a:gd name="connsiteX147" fmla="*/ 2879408 w 7467600"/>
              <a:gd name="connsiteY147" fmla="*/ 5031590 h 6858000"/>
              <a:gd name="connsiteX148" fmla="*/ 2862295 w 7467600"/>
              <a:gd name="connsiteY148" fmla="*/ 5022958 h 6858000"/>
              <a:gd name="connsiteX149" fmla="*/ 2813343 w 7467600"/>
              <a:gd name="connsiteY149" fmla="*/ 4998369 h 6858000"/>
              <a:gd name="connsiteX150" fmla="*/ 2646245 w 7467600"/>
              <a:gd name="connsiteY150" fmla="*/ 4930999 h 6858000"/>
              <a:gd name="connsiteX151" fmla="*/ 1999243 w 7467600"/>
              <a:gd name="connsiteY151" fmla="*/ 4730524 h 6858000"/>
              <a:gd name="connsiteX152" fmla="*/ 1979527 w 7467600"/>
              <a:gd name="connsiteY152" fmla="*/ 4726651 h 6858000"/>
              <a:gd name="connsiteX153" fmla="*/ 1927410 w 7467600"/>
              <a:gd name="connsiteY153" fmla="*/ 4716164 h 6858000"/>
              <a:gd name="connsiteX154" fmla="*/ 1997014 w 7467600"/>
              <a:gd name="connsiteY154" fmla="*/ 4698007 h 6858000"/>
              <a:gd name="connsiteX155" fmla="*/ 2005458 w 7467600"/>
              <a:gd name="connsiteY155" fmla="*/ 4699540 h 6858000"/>
              <a:gd name="connsiteX156" fmla="*/ 2657186 w 7467600"/>
              <a:gd name="connsiteY156" fmla="*/ 4901687 h 6858000"/>
              <a:gd name="connsiteX157" fmla="*/ 2826662 w 7467600"/>
              <a:gd name="connsiteY157" fmla="*/ 4970362 h 6858000"/>
              <a:gd name="connsiteX158" fmla="*/ 2876100 w 7467600"/>
              <a:gd name="connsiteY158" fmla="*/ 4995397 h 6858000"/>
              <a:gd name="connsiteX159" fmla="*/ 3042600 w 7467600"/>
              <a:gd name="connsiteY159" fmla="*/ 5059532 h 6858000"/>
              <a:gd name="connsiteX160" fmla="*/ 1997014 w 7467600"/>
              <a:gd name="connsiteY160" fmla="*/ 4698007 h 6858000"/>
              <a:gd name="connsiteX161" fmla="*/ 2305292 w 7467600"/>
              <a:gd name="connsiteY161" fmla="*/ 4219492 h 6858000"/>
              <a:gd name="connsiteX162" fmla="*/ 3360922 w 7467600"/>
              <a:gd name="connsiteY162" fmla="*/ 4529373 h 6858000"/>
              <a:gd name="connsiteX163" fmla="*/ 3492420 w 7467600"/>
              <a:gd name="connsiteY163" fmla="*/ 4510145 h 6858000"/>
              <a:gd name="connsiteX164" fmla="*/ 3364086 w 7467600"/>
              <a:gd name="connsiteY164" fmla="*/ 4480340 h 6858000"/>
              <a:gd name="connsiteX165" fmla="*/ 3225818 w 7467600"/>
              <a:gd name="connsiteY165" fmla="*/ 4411822 h 6858000"/>
              <a:gd name="connsiteX166" fmla="*/ 3129696 w 7467600"/>
              <a:gd name="connsiteY166" fmla="*/ 4360704 h 6858000"/>
              <a:gd name="connsiteX167" fmla="*/ 2814545 w 7467600"/>
              <a:gd name="connsiteY167" fmla="*/ 4282955 h 6858000"/>
              <a:gd name="connsiteX168" fmla="*/ 2305292 w 7467600"/>
              <a:gd name="connsiteY168" fmla="*/ 4219492 h 6858000"/>
              <a:gd name="connsiteX169" fmla="*/ 2626982 w 7467600"/>
              <a:gd name="connsiteY169" fmla="*/ 4206450 h 6858000"/>
              <a:gd name="connsiteX170" fmla="*/ 2490617 w 7467600"/>
              <a:gd name="connsiteY170" fmla="*/ 4206951 h 6858000"/>
              <a:gd name="connsiteX171" fmla="*/ 2819869 w 7467600"/>
              <a:gd name="connsiteY171" fmla="*/ 4252936 h 6858000"/>
              <a:gd name="connsiteX172" fmla="*/ 3143018 w 7467600"/>
              <a:gd name="connsiteY172" fmla="*/ 4332698 h 6858000"/>
              <a:gd name="connsiteX173" fmla="*/ 3241520 w 7467600"/>
              <a:gd name="connsiteY173" fmla="*/ 4385112 h 6858000"/>
              <a:gd name="connsiteX174" fmla="*/ 3374575 w 7467600"/>
              <a:gd name="connsiteY174" fmla="*/ 4451517 h 6858000"/>
              <a:gd name="connsiteX175" fmla="*/ 3505221 w 7467600"/>
              <a:gd name="connsiteY175" fmla="*/ 4480757 h 6858000"/>
              <a:gd name="connsiteX176" fmla="*/ 2626982 w 7467600"/>
              <a:gd name="connsiteY176" fmla="*/ 4206450 h 6858000"/>
              <a:gd name="connsiteX177" fmla="*/ 1310106 w 7467600"/>
              <a:gd name="connsiteY177" fmla="*/ 3943217 h 6858000"/>
              <a:gd name="connsiteX178" fmla="*/ 854994 w 7467600"/>
              <a:gd name="connsiteY178" fmla="*/ 4399136 h 6858000"/>
              <a:gd name="connsiteX179" fmla="*/ 742462 w 7467600"/>
              <a:gd name="connsiteY179" fmla="*/ 4594648 h 6858000"/>
              <a:gd name="connsiteX180" fmla="*/ 820602 w 7467600"/>
              <a:gd name="connsiteY180" fmla="*/ 4485915 h 6858000"/>
              <a:gd name="connsiteX181" fmla="*/ 878295 w 7467600"/>
              <a:gd name="connsiteY181" fmla="*/ 4403594 h 6858000"/>
              <a:gd name="connsiteX182" fmla="*/ 1240607 w 7467600"/>
              <a:gd name="connsiteY182" fmla="*/ 4010401 h 6858000"/>
              <a:gd name="connsiteX183" fmla="*/ 1310106 w 7467600"/>
              <a:gd name="connsiteY183" fmla="*/ 3943217 h 6858000"/>
              <a:gd name="connsiteX184" fmla="*/ 1423113 w 7467600"/>
              <a:gd name="connsiteY184" fmla="*/ 3874565 h 6858000"/>
              <a:gd name="connsiteX185" fmla="*/ 1260565 w 7467600"/>
              <a:gd name="connsiteY185" fmla="*/ 4031982 h 6858000"/>
              <a:gd name="connsiteX186" fmla="*/ 901900 w 7467600"/>
              <a:gd name="connsiteY186" fmla="*/ 4421236 h 6858000"/>
              <a:gd name="connsiteX187" fmla="*/ 845044 w 7467600"/>
              <a:gd name="connsiteY187" fmla="*/ 4502436 h 6858000"/>
              <a:gd name="connsiteX188" fmla="*/ 685926 w 7467600"/>
              <a:gd name="connsiteY188" fmla="*/ 4703069 h 6858000"/>
              <a:gd name="connsiteX189" fmla="*/ 684248 w 7467600"/>
              <a:gd name="connsiteY189" fmla="*/ 4706721 h 6858000"/>
              <a:gd name="connsiteX190" fmla="*/ 1423113 w 7467600"/>
              <a:gd name="connsiteY190" fmla="*/ 3874565 h 6858000"/>
              <a:gd name="connsiteX191" fmla="*/ 3316479 w 7467600"/>
              <a:gd name="connsiteY191" fmla="*/ 3872136 h 6858000"/>
              <a:gd name="connsiteX192" fmla="*/ 3546806 w 7467600"/>
              <a:gd name="connsiteY192" fmla="*/ 4356139 h 6858000"/>
              <a:gd name="connsiteX193" fmla="*/ 3364433 w 7467600"/>
              <a:gd name="connsiteY193" fmla="*/ 3953121 h 6858000"/>
              <a:gd name="connsiteX194" fmla="*/ 3316479 w 7467600"/>
              <a:gd name="connsiteY194" fmla="*/ 3872136 h 6858000"/>
              <a:gd name="connsiteX195" fmla="*/ 3291335 w 7467600"/>
              <a:gd name="connsiteY195" fmla="*/ 3767420 h 6858000"/>
              <a:gd name="connsiteX196" fmla="*/ 3390805 w 7467600"/>
              <a:gd name="connsiteY196" fmla="*/ 3937163 h 6858000"/>
              <a:gd name="connsiteX197" fmla="*/ 3579062 w 7467600"/>
              <a:gd name="connsiteY197" fmla="*/ 4359040 h 6858000"/>
              <a:gd name="connsiteX198" fmla="*/ 3467355 w 7467600"/>
              <a:gd name="connsiteY198" fmla="*/ 3988130 h 6858000"/>
              <a:gd name="connsiteX199" fmla="*/ 3310753 w 7467600"/>
              <a:gd name="connsiteY199" fmla="*/ 3787140 h 6858000"/>
              <a:gd name="connsiteX200" fmla="*/ 3291335 w 7467600"/>
              <a:gd name="connsiteY200" fmla="*/ 3767420 h 6858000"/>
              <a:gd name="connsiteX201" fmla="*/ 1635889 w 7467600"/>
              <a:gd name="connsiteY201" fmla="*/ 3709494 h 6858000"/>
              <a:gd name="connsiteX202" fmla="*/ 1634800 w 7467600"/>
              <a:gd name="connsiteY202" fmla="*/ 3731111 h 6858000"/>
              <a:gd name="connsiteX203" fmla="*/ 1635889 w 7467600"/>
              <a:gd name="connsiteY203" fmla="*/ 3709494 h 6858000"/>
              <a:gd name="connsiteX204" fmla="*/ 1510397 w 7467600"/>
              <a:gd name="connsiteY204" fmla="*/ 3684705 h 6858000"/>
              <a:gd name="connsiteX205" fmla="*/ 1146550 w 7467600"/>
              <a:gd name="connsiteY205" fmla="*/ 3802012 h 6858000"/>
              <a:gd name="connsiteX206" fmla="*/ 698834 w 7467600"/>
              <a:gd name="connsiteY206" fmla="*/ 3952272 h 6858000"/>
              <a:gd name="connsiteX207" fmla="*/ 34256 w 7467600"/>
              <a:gd name="connsiteY207" fmla="*/ 4347603 h 6858000"/>
              <a:gd name="connsiteX208" fmla="*/ 527241 w 7467600"/>
              <a:gd name="connsiteY208" fmla="*/ 4065078 h 6858000"/>
              <a:gd name="connsiteX209" fmla="*/ 1510397 w 7467600"/>
              <a:gd name="connsiteY209" fmla="*/ 3684705 h 6858000"/>
              <a:gd name="connsiteX210" fmla="*/ 1313114 w 7467600"/>
              <a:gd name="connsiteY210" fmla="*/ 3655216 h 6858000"/>
              <a:gd name="connsiteX211" fmla="*/ 1109304 w 7467600"/>
              <a:gd name="connsiteY211" fmla="*/ 3669030 h 6858000"/>
              <a:gd name="connsiteX212" fmla="*/ 8129 w 7467600"/>
              <a:gd name="connsiteY212" fmla="*/ 4330519 h 6858000"/>
              <a:gd name="connsiteX213" fmla="*/ 687572 w 7467600"/>
              <a:gd name="connsiteY213" fmla="*/ 3925629 h 6858000"/>
              <a:gd name="connsiteX214" fmla="*/ 1138365 w 7467600"/>
              <a:gd name="connsiteY214" fmla="*/ 3774515 h 6858000"/>
              <a:gd name="connsiteX215" fmla="*/ 1505579 w 7467600"/>
              <a:gd name="connsiteY215" fmla="*/ 3655526 h 6858000"/>
              <a:gd name="connsiteX216" fmla="*/ 1313114 w 7467600"/>
              <a:gd name="connsiteY216" fmla="*/ 3655216 h 6858000"/>
              <a:gd name="connsiteX217" fmla="*/ 3655073 w 7467600"/>
              <a:gd name="connsiteY217" fmla="*/ 3650884 h 6858000"/>
              <a:gd name="connsiteX218" fmla="*/ 3989938 w 7467600"/>
              <a:gd name="connsiteY218" fmla="*/ 3991685 h 6858000"/>
              <a:gd name="connsiteX219" fmla="*/ 4393907 w 7467600"/>
              <a:gd name="connsiteY219" fmla="*/ 4261258 h 6858000"/>
              <a:gd name="connsiteX220" fmla="*/ 4648051 w 7467600"/>
              <a:gd name="connsiteY220" fmla="*/ 4374051 h 6858000"/>
              <a:gd name="connsiteX221" fmla="*/ 4383389 w 7467600"/>
              <a:gd name="connsiteY221" fmla="*/ 4184369 h 6858000"/>
              <a:gd name="connsiteX222" fmla="*/ 4165508 w 7467600"/>
              <a:gd name="connsiteY222" fmla="*/ 4035196 h 6858000"/>
              <a:gd name="connsiteX223" fmla="*/ 4068162 w 7467600"/>
              <a:gd name="connsiteY223" fmla="*/ 3953394 h 6858000"/>
              <a:gd name="connsiteX224" fmla="*/ 3981416 w 7467600"/>
              <a:gd name="connsiteY224" fmla="*/ 3880482 h 6858000"/>
              <a:gd name="connsiteX225" fmla="*/ 3800147 w 7467600"/>
              <a:gd name="connsiteY225" fmla="*/ 3749872 h 6858000"/>
              <a:gd name="connsiteX226" fmla="*/ 3655073 w 7467600"/>
              <a:gd name="connsiteY226" fmla="*/ 3650884 h 6858000"/>
              <a:gd name="connsiteX227" fmla="*/ 3670252 w 7467600"/>
              <a:gd name="connsiteY227" fmla="*/ 3622798 h 6858000"/>
              <a:gd name="connsiteX228" fmla="*/ 3817258 w 7467600"/>
              <a:gd name="connsiteY228" fmla="*/ 3723577 h 6858000"/>
              <a:gd name="connsiteX229" fmla="*/ 4000461 w 7467600"/>
              <a:gd name="connsiteY229" fmla="*/ 3855966 h 6858000"/>
              <a:gd name="connsiteX230" fmla="*/ 4088180 w 7467600"/>
              <a:gd name="connsiteY230" fmla="*/ 3929774 h 6858000"/>
              <a:gd name="connsiteX231" fmla="*/ 4184555 w 7467600"/>
              <a:gd name="connsiteY231" fmla="*/ 4010683 h 6858000"/>
              <a:gd name="connsiteX232" fmla="*/ 4399563 w 7467600"/>
              <a:gd name="connsiteY232" fmla="*/ 4158106 h 6858000"/>
              <a:gd name="connsiteX233" fmla="*/ 4684469 w 7467600"/>
              <a:gd name="connsiteY233" fmla="*/ 4364680 h 6858000"/>
              <a:gd name="connsiteX234" fmla="*/ 4690271 w 7467600"/>
              <a:gd name="connsiteY234" fmla="*/ 4370034 h 6858000"/>
              <a:gd name="connsiteX235" fmla="*/ 4136093 w 7467600"/>
              <a:gd name="connsiteY235" fmla="*/ 3858466 h 6858000"/>
              <a:gd name="connsiteX236" fmla="*/ 3670252 w 7467600"/>
              <a:gd name="connsiteY236" fmla="*/ 3622798 h 6858000"/>
              <a:gd name="connsiteX237" fmla="*/ 4440129 w 7467600"/>
              <a:gd name="connsiteY237" fmla="*/ 3448571 h 6858000"/>
              <a:gd name="connsiteX238" fmla="*/ 4856525 w 7467600"/>
              <a:gd name="connsiteY238" fmla="*/ 3915351 h 6858000"/>
              <a:gd name="connsiteX239" fmla="*/ 5059055 w 7467600"/>
              <a:gd name="connsiteY239" fmla="*/ 4108918 h 6858000"/>
              <a:gd name="connsiteX240" fmla="*/ 5290070 w 7467600"/>
              <a:gd name="connsiteY240" fmla="*/ 4263619 h 6858000"/>
              <a:gd name="connsiteX241" fmla="*/ 4834991 w 7467600"/>
              <a:gd name="connsiteY241" fmla="*/ 3830985 h 6858000"/>
              <a:gd name="connsiteX242" fmla="*/ 4440129 w 7467600"/>
              <a:gd name="connsiteY242" fmla="*/ 3448571 h 6858000"/>
              <a:gd name="connsiteX243" fmla="*/ 4441737 w 7467600"/>
              <a:gd name="connsiteY243" fmla="*/ 3399734 h 6858000"/>
              <a:gd name="connsiteX244" fmla="*/ 4431236 w 7467600"/>
              <a:gd name="connsiteY244" fmla="*/ 3400954 h 6858000"/>
              <a:gd name="connsiteX245" fmla="*/ 4557150 w 7467600"/>
              <a:gd name="connsiteY245" fmla="*/ 3510023 h 6858000"/>
              <a:gd name="connsiteX246" fmla="*/ 4856936 w 7467600"/>
              <a:gd name="connsiteY246" fmla="*/ 3809146 h 6858000"/>
              <a:gd name="connsiteX247" fmla="*/ 5111996 w 7467600"/>
              <a:gd name="connsiteY247" fmla="*/ 4065759 h 6858000"/>
              <a:gd name="connsiteX248" fmla="*/ 5388878 w 7467600"/>
              <a:gd name="connsiteY248" fmla="*/ 4300185 h 6858000"/>
              <a:gd name="connsiteX249" fmla="*/ 5425556 w 7467600"/>
              <a:gd name="connsiteY249" fmla="*/ 4308967 h 6858000"/>
              <a:gd name="connsiteX250" fmla="*/ 4943646 w 7467600"/>
              <a:gd name="connsiteY250" fmla="*/ 3822916 h 6858000"/>
              <a:gd name="connsiteX251" fmla="*/ 4594837 w 7467600"/>
              <a:gd name="connsiteY251" fmla="*/ 3532274 h 6858000"/>
              <a:gd name="connsiteX252" fmla="*/ 4441737 w 7467600"/>
              <a:gd name="connsiteY252" fmla="*/ 3399734 h 6858000"/>
              <a:gd name="connsiteX253" fmla="*/ 5425834 w 7467600"/>
              <a:gd name="connsiteY253" fmla="*/ 3162785 h 6858000"/>
              <a:gd name="connsiteX254" fmla="*/ 5401644 w 7467600"/>
              <a:gd name="connsiteY254" fmla="*/ 3617847 h 6858000"/>
              <a:gd name="connsiteX255" fmla="*/ 5467256 w 7467600"/>
              <a:gd name="connsiteY255" fmla="*/ 4175494 h 6858000"/>
              <a:gd name="connsiteX256" fmla="*/ 5448069 w 7467600"/>
              <a:gd name="connsiteY256" fmla="*/ 3567554 h 6858000"/>
              <a:gd name="connsiteX257" fmla="*/ 5425834 w 7467600"/>
              <a:gd name="connsiteY257" fmla="*/ 3162785 h 6858000"/>
              <a:gd name="connsiteX258" fmla="*/ 1318687 w 7467600"/>
              <a:gd name="connsiteY258" fmla="*/ 3113840 h 6858000"/>
              <a:gd name="connsiteX259" fmla="*/ 1066793 w 7467600"/>
              <a:gd name="connsiteY259" fmla="*/ 3212171 h 6858000"/>
              <a:gd name="connsiteX260" fmla="*/ 993319 w 7467600"/>
              <a:gd name="connsiteY260" fmla="*/ 3247648 h 6858000"/>
              <a:gd name="connsiteX261" fmla="*/ 853081 w 7467600"/>
              <a:gd name="connsiteY261" fmla="*/ 3312410 h 6858000"/>
              <a:gd name="connsiteX262" fmla="*/ 805957 w 7467600"/>
              <a:gd name="connsiteY262" fmla="*/ 3330443 h 6858000"/>
              <a:gd name="connsiteX263" fmla="*/ 1318687 w 7467600"/>
              <a:gd name="connsiteY263" fmla="*/ 3113840 h 6858000"/>
              <a:gd name="connsiteX264" fmla="*/ 5453702 w 7467600"/>
              <a:gd name="connsiteY264" fmla="*/ 3090882 h 6858000"/>
              <a:gd name="connsiteX265" fmla="*/ 5480135 w 7467600"/>
              <a:gd name="connsiteY265" fmla="*/ 3565802 h 6858000"/>
              <a:gd name="connsiteX266" fmla="*/ 5499023 w 7467600"/>
              <a:gd name="connsiteY266" fmla="*/ 4166310 h 6858000"/>
              <a:gd name="connsiteX267" fmla="*/ 5547022 w 7467600"/>
              <a:gd name="connsiteY267" fmla="*/ 3607838 h 6858000"/>
              <a:gd name="connsiteX268" fmla="*/ 5515964 w 7467600"/>
              <a:gd name="connsiteY268" fmla="*/ 3378541 h 6858000"/>
              <a:gd name="connsiteX269" fmla="*/ 5453702 w 7467600"/>
              <a:gd name="connsiteY269" fmla="*/ 3090882 h 6858000"/>
              <a:gd name="connsiteX270" fmla="*/ 1238695 w 7467600"/>
              <a:gd name="connsiteY270" fmla="*/ 3076820 h 6858000"/>
              <a:gd name="connsiteX271" fmla="*/ 716371 w 7467600"/>
              <a:gd name="connsiteY271" fmla="*/ 3293249 h 6858000"/>
              <a:gd name="connsiteX272" fmla="*/ 579522 w 7467600"/>
              <a:gd name="connsiteY272" fmla="*/ 3371759 h 6858000"/>
              <a:gd name="connsiteX273" fmla="*/ 600288 w 7467600"/>
              <a:gd name="connsiteY273" fmla="*/ 3365555 h 6858000"/>
              <a:gd name="connsiteX274" fmla="*/ 840692 w 7467600"/>
              <a:gd name="connsiteY274" fmla="*/ 3284921 h 6858000"/>
              <a:gd name="connsiteX275" fmla="*/ 979248 w 7467600"/>
              <a:gd name="connsiteY275" fmla="*/ 3221003 h 6858000"/>
              <a:gd name="connsiteX276" fmla="*/ 1053282 w 7467600"/>
              <a:gd name="connsiteY276" fmla="*/ 3185247 h 6858000"/>
              <a:gd name="connsiteX277" fmla="*/ 1320603 w 7467600"/>
              <a:gd name="connsiteY277" fmla="*/ 3081281 h 6858000"/>
              <a:gd name="connsiteX278" fmla="*/ 1238695 w 7467600"/>
              <a:gd name="connsiteY278" fmla="*/ 3076820 h 6858000"/>
              <a:gd name="connsiteX279" fmla="*/ 5425627 w 7467600"/>
              <a:gd name="connsiteY279" fmla="*/ 2954192 h 6858000"/>
              <a:gd name="connsiteX280" fmla="*/ 5470770 w 7467600"/>
              <a:gd name="connsiteY280" fmla="*/ 3005435 h 6858000"/>
              <a:gd name="connsiteX281" fmla="*/ 5519779 w 7467600"/>
              <a:gd name="connsiteY281" fmla="*/ 4359223 h 6858000"/>
              <a:gd name="connsiteX282" fmla="*/ 5520293 w 7467600"/>
              <a:gd name="connsiteY282" fmla="*/ 4360602 h 6858000"/>
              <a:gd name="connsiteX283" fmla="*/ 5767221 w 7467600"/>
              <a:gd name="connsiteY283" fmla="*/ 4665564 h 6858000"/>
              <a:gd name="connsiteX284" fmla="*/ 6937169 w 7467600"/>
              <a:gd name="connsiteY284" fmla="*/ 4815941 h 6858000"/>
              <a:gd name="connsiteX285" fmla="*/ 6953922 w 7467600"/>
              <a:gd name="connsiteY285" fmla="*/ 4890068 h 6858000"/>
              <a:gd name="connsiteX286" fmla="*/ 6071359 w 7467600"/>
              <a:gd name="connsiteY286" fmla="*/ 4770770 h 6858000"/>
              <a:gd name="connsiteX287" fmla="*/ 6038839 w 7467600"/>
              <a:gd name="connsiteY287" fmla="*/ 4764474 h 6858000"/>
              <a:gd name="connsiteX288" fmla="*/ 6038706 w 7467600"/>
              <a:gd name="connsiteY288" fmla="*/ 4763847 h 6858000"/>
              <a:gd name="connsiteX289" fmla="*/ 6037784 w 7467600"/>
              <a:gd name="connsiteY289" fmla="*/ 4764270 h 6858000"/>
              <a:gd name="connsiteX290" fmla="*/ 6038839 w 7467600"/>
              <a:gd name="connsiteY290" fmla="*/ 4764474 h 6858000"/>
              <a:gd name="connsiteX291" fmla="*/ 6040338 w 7467600"/>
              <a:gd name="connsiteY291" fmla="*/ 4771418 h 6858000"/>
              <a:gd name="connsiteX292" fmla="*/ 6024488 w 7467600"/>
              <a:gd name="connsiteY292" fmla="*/ 4809903 h 6858000"/>
              <a:gd name="connsiteX293" fmla="*/ 5599771 w 7467600"/>
              <a:gd name="connsiteY293" fmla="*/ 5509652 h 6858000"/>
              <a:gd name="connsiteX294" fmla="*/ 5548843 w 7467600"/>
              <a:gd name="connsiteY294" fmla="*/ 5563845 h 6858000"/>
              <a:gd name="connsiteX295" fmla="*/ 5940952 w 7467600"/>
              <a:gd name="connsiteY295" fmla="*/ 6250028 h 6858000"/>
              <a:gd name="connsiteX296" fmla="*/ 6043441 w 7467600"/>
              <a:gd name="connsiteY296" fmla="*/ 6665847 h 6858000"/>
              <a:gd name="connsiteX297" fmla="*/ 6093432 w 7467600"/>
              <a:gd name="connsiteY297" fmla="*/ 6858000 h 6858000"/>
              <a:gd name="connsiteX298" fmla="*/ 6034344 w 7467600"/>
              <a:gd name="connsiteY298" fmla="*/ 6858000 h 6858000"/>
              <a:gd name="connsiteX299" fmla="*/ 6026679 w 7467600"/>
              <a:gd name="connsiteY299" fmla="*/ 6836959 h 6858000"/>
              <a:gd name="connsiteX300" fmla="*/ 5800441 w 7467600"/>
              <a:gd name="connsiteY300" fmla="*/ 6335286 h 6858000"/>
              <a:gd name="connsiteX301" fmla="*/ 5526562 w 7467600"/>
              <a:gd name="connsiteY301" fmla="*/ 5705388 h 6858000"/>
              <a:gd name="connsiteX302" fmla="*/ 5519640 w 7467600"/>
              <a:gd name="connsiteY302" fmla="*/ 5683774 h 6858000"/>
              <a:gd name="connsiteX303" fmla="*/ 5844559 w 7467600"/>
              <a:gd name="connsiteY303" fmla="*/ 6553349 h 6858000"/>
              <a:gd name="connsiteX304" fmla="*/ 5975994 w 7467600"/>
              <a:gd name="connsiteY304" fmla="*/ 6858000 h 6858000"/>
              <a:gd name="connsiteX305" fmla="*/ 5898547 w 7467600"/>
              <a:gd name="connsiteY305" fmla="*/ 6858000 h 6858000"/>
              <a:gd name="connsiteX306" fmla="*/ 5682041 w 7467600"/>
              <a:gd name="connsiteY306" fmla="*/ 6355860 h 6858000"/>
              <a:gd name="connsiteX307" fmla="*/ 5461758 w 7467600"/>
              <a:gd name="connsiteY307" fmla="*/ 5820220 h 6858000"/>
              <a:gd name="connsiteX308" fmla="*/ 5237282 w 7467600"/>
              <a:gd name="connsiteY308" fmla="*/ 6579086 h 6858000"/>
              <a:gd name="connsiteX309" fmla="*/ 5115009 w 7467600"/>
              <a:gd name="connsiteY309" fmla="*/ 6858000 h 6858000"/>
              <a:gd name="connsiteX310" fmla="*/ 5028074 w 7467600"/>
              <a:gd name="connsiteY310" fmla="*/ 6858000 h 6858000"/>
              <a:gd name="connsiteX311" fmla="*/ 5079508 w 7467600"/>
              <a:gd name="connsiteY311" fmla="*/ 6749074 h 6858000"/>
              <a:gd name="connsiteX312" fmla="*/ 5371846 w 7467600"/>
              <a:gd name="connsiteY312" fmla="*/ 5924413 h 6858000"/>
              <a:gd name="connsiteX313" fmla="*/ 5270512 w 7467600"/>
              <a:gd name="connsiteY313" fmla="*/ 6138975 h 6858000"/>
              <a:gd name="connsiteX314" fmla="*/ 5062409 w 7467600"/>
              <a:gd name="connsiteY314" fmla="*/ 6653544 h 6858000"/>
              <a:gd name="connsiteX315" fmla="*/ 5036628 w 7467600"/>
              <a:gd name="connsiteY315" fmla="*/ 6754247 h 6858000"/>
              <a:gd name="connsiteX316" fmla="*/ 5009112 w 7467600"/>
              <a:gd name="connsiteY316" fmla="*/ 6858000 h 6858000"/>
              <a:gd name="connsiteX317" fmla="*/ 4976679 w 7467600"/>
              <a:gd name="connsiteY317" fmla="*/ 6858000 h 6858000"/>
              <a:gd name="connsiteX318" fmla="*/ 5006537 w 7467600"/>
              <a:gd name="connsiteY318" fmla="*/ 6747068 h 6858000"/>
              <a:gd name="connsiteX319" fmla="*/ 5032723 w 7467600"/>
              <a:gd name="connsiteY319" fmla="*/ 6644957 h 6858000"/>
              <a:gd name="connsiteX320" fmla="*/ 5242949 w 7467600"/>
              <a:gd name="connsiteY320" fmla="*/ 6125175 h 6858000"/>
              <a:gd name="connsiteX321" fmla="*/ 5286321 w 7467600"/>
              <a:gd name="connsiteY321" fmla="*/ 6033555 h 6858000"/>
              <a:gd name="connsiteX322" fmla="*/ 5008210 w 7467600"/>
              <a:gd name="connsiteY322" fmla="*/ 6649194 h 6858000"/>
              <a:gd name="connsiteX323" fmla="*/ 4986321 w 7467600"/>
              <a:gd name="connsiteY323" fmla="*/ 6765687 h 6858000"/>
              <a:gd name="connsiteX324" fmla="*/ 4973474 w 7467600"/>
              <a:gd name="connsiteY324" fmla="*/ 6858000 h 6858000"/>
              <a:gd name="connsiteX325" fmla="*/ 4907178 w 7467600"/>
              <a:gd name="connsiteY325" fmla="*/ 6858000 h 6858000"/>
              <a:gd name="connsiteX326" fmla="*/ 4910810 w 7467600"/>
              <a:gd name="connsiteY326" fmla="*/ 6829660 h 6858000"/>
              <a:gd name="connsiteX327" fmla="*/ 4987461 w 7467600"/>
              <a:gd name="connsiteY327" fmla="*/ 6432994 h 6858000"/>
              <a:gd name="connsiteX328" fmla="*/ 5179262 w 7467600"/>
              <a:gd name="connsiteY328" fmla="*/ 6035044 h 6858000"/>
              <a:gd name="connsiteX329" fmla="*/ 4689678 w 7467600"/>
              <a:gd name="connsiteY329" fmla="*/ 6440241 h 6858000"/>
              <a:gd name="connsiteX330" fmla="*/ 4477543 w 7467600"/>
              <a:gd name="connsiteY330" fmla="*/ 6674836 h 6858000"/>
              <a:gd name="connsiteX331" fmla="*/ 4329957 w 7467600"/>
              <a:gd name="connsiteY331" fmla="*/ 6858000 h 6858000"/>
              <a:gd name="connsiteX332" fmla="*/ 4218595 w 7467600"/>
              <a:gd name="connsiteY332" fmla="*/ 6858000 h 6858000"/>
              <a:gd name="connsiteX333" fmla="*/ 4368888 w 7467600"/>
              <a:gd name="connsiteY333" fmla="*/ 6668412 h 6858000"/>
              <a:gd name="connsiteX334" fmla="*/ 4563091 w 7467600"/>
              <a:gd name="connsiteY334" fmla="*/ 6442508 h 6858000"/>
              <a:gd name="connsiteX335" fmla="*/ 5387324 w 7467600"/>
              <a:gd name="connsiteY335" fmla="*/ 5705830 h 6858000"/>
              <a:gd name="connsiteX336" fmla="*/ 5073620 w 7467600"/>
              <a:gd name="connsiteY336" fmla="*/ 5955437 h 6858000"/>
              <a:gd name="connsiteX337" fmla="*/ 4689789 w 7467600"/>
              <a:gd name="connsiteY337" fmla="*/ 6268382 h 6858000"/>
              <a:gd name="connsiteX338" fmla="*/ 4418722 w 7467600"/>
              <a:gd name="connsiteY338" fmla="*/ 6570886 h 6858000"/>
              <a:gd name="connsiteX339" fmla="*/ 4214944 w 7467600"/>
              <a:gd name="connsiteY339" fmla="*/ 6858000 h 6858000"/>
              <a:gd name="connsiteX340" fmla="*/ 4177898 w 7467600"/>
              <a:gd name="connsiteY340" fmla="*/ 6858000 h 6858000"/>
              <a:gd name="connsiteX341" fmla="*/ 4391597 w 7467600"/>
              <a:gd name="connsiteY341" fmla="*/ 6556370 h 6858000"/>
              <a:gd name="connsiteX342" fmla="*/ 4668889 w 7467600"/>
              <a:gd name="connsiteY342" fmla="*/ 6246399 h 6858000"/>
              <a:gd name="connsiteX343" fmla="*/ 5055427 w 7467600"/>
              <a:gd name="connsiteY343" fmla="*/ 5931476 h 6858000"/>
              <a:gd name="connsiteX344" fmla="*/ 5371814 w 7467600"/>
              <a:gd name="connsiteY344" fmla="*/ 5678975 h 6858000"/>
              <a:gd name="connsiteX345" fmla="*/ 4987918 w 7467600"/>
              <a:gd name="connsiteY345" fmla="*/ 5838701 h 6858000"/>
              <a:gd name="connsiteX346" fmla="*/ 4317146 w 7467600"/>
              <a:gd name="connsiteY346" fmla="*/ 6587716 h 6858000"/>
              <a:gd name="connsiteX347" fmla="*/ 4171627 w 7467600"/>
              <a:gd name="connsiteY347" fmla="*/ 6858000 h 6858000"/>
              <a:gd name="connsiteX348" fmla="*/ 4081585 w 7467600"/>
              <a:gd name="connsiteY348" fmla="*/ 6858000 h 6858000"/>
              <a:gd name="connsiteX349" fmla="*/ 4238603 w 7467600"/>
              <a:gd name="connsiteY349" fmla="*/ 6559341 h 6858000"/>
              <a:gd name="connsiteX350" fmla="*/ 4778333 w 7467600"/>
              <a:gd name="connsiteY350" fmla="*/ 5873626 h 6858000"/>
              <a:gd name="connsiteX351" fmla="*/ 5414185 w 7467600"/>
              <a:gd name="connsiteY351" fmla="*/ 5573882 h 6858000"/>
              <a:gd name="connsiteX352" fmla="*/ 5959648 w 7467600"/>
              <a:gd name="connsiteY352" fmla="*/ 4760797 h 6858000"/>
              <a:gd name="connsiteX353" fmla="*/ 5355019 w 7467600"/>
              <a:gd name="connsiteY353" fmla="*/ 4734672 h 6858000"/>
              <a:gd name="connsiteX354" fmla="*/ 5083565 w 7467600"/>
              <a:gd name="connsiteY354" fmla="*/ 5179121 h 6858000"/>
              <a:gd name="connsiteX355" fmla="*/ 4713577 w 7467600"/>
              <a:gd name="connsiteY355" fmla="*/ 5616803 h 6858000"/>
              <a:gd name="connsiteX356" fmla="*/ 3989559 w 7467600"/>
              <a:gd name="connsiteY356" fmla="*/ 6145945 h 6858000"/>
              <a:gd name="connsiteX357" fmla="*/ 3939824 w 7467600"/>
              <a:gd name="connsiteY357" fmla="*/ 6066900 h 6858000"/>
              <a:gd name="connsiteX358" fmla="*/ 4584537 w 7467600"/>
              <a:gd name="connsiteY358" fmla="*/ 5324826 h 6858000"/>
              <a:gd name="connsiteX359" fmla="*/ 5037105 w 7467600"/>
              <a:gd name="connsiteY359" fmla="*/ 5088765 h 6858000"/>
              <a:gd name="connsiteX360" fmla="*/ 5039930 w 7467600"/>
              <a:gd name="connsiteY360" fmla="*/ 5089585 h 6858000"/>
              <a:gd name="connsiteX361" fmla="*/ 5263764 w 7467600"/>
              <a:gd name="connsiteY361" fmla="*/ 4735525 h 6858000"/>
              <a:gd name="connsiteX362" fmla="*/ 4086300 w 7467600"/>
              <a:gd name="connsiteY362" fmla="*/ 4884599 h 6858000"/>
              <a:gd name="connsiteX363" fmla="*/ 4085485 w 7467600"/>
              <a:gd name="connsiteY363" fmla="*/ 4899070 h 6858000"/>
              <a:gd name="connsiteX364" fmla="*/ 3871915 w 7467600"/>
              <a:gd name="connsiteY364" fmla="*/ 5253645 h 6858000"/>
              <a:gd name="connsiteX365" fmla="*/ 3799374 w 7467600"/>
              <a:gd name="connsiteY365" fmla="*/ 5466127 h 6858000"/>
              <a:gd name="connsiteX366" fmla="*/ 3498850 w 7467600"/>
              <a:gd name="connsiteY366" fmla="*/ 6661888 h 6858000"/>
              <a:gd name="connsiteX367" fmla="*/ 3399216 w 7467600"/>
              <a:gd name="connsiteY367" fmla="*/ 6858000 h 6858000"/>
              <a:gd name="connsiteX368" fmla="*/ 3303688 w 7467600"/>
              <a:gd name="connsiteY368" fmla="*/ 6858000 h 6858000"/>
              <a:gd name="connsiteX369" fmla="*/ 3391774 w 7467600"/>
              <a:gd name="connsiteY369" fmla="*/ 6697181 h 6858000"/>
              <a:gd name="connsiteX370" fmla="*/ 3735540 w 7467600"/>
              <a:gd name="connsiteY370" fmla="*/ 5546923 h 6858000"/>
              <a:gd name="connsiteX371" fmla="*/ 3729438 w 7467600"/>
              <a:gd name="connsiteY371" fmla="*/ 5569058 h 6858000"/>
              <a:gd name="connsiteX372" fmla="*/ 3707782 w 7467600"/>
              <a:gd name="connsiteY372" fmla="*/ 5644908 h 6858000"/>
              <a:gd name="connsiteX373" fmla="*/ 3583827 w 7467600"/>
              <a:gd name="connsiteY373" fmla="*/ 6039215 h 6858000"/>
              <a:gd name="connsiteX374" fmla="*/ 3547861 w 7467600"/>
              <a:gd name="connsiteY374" fmla="*/ 6129609 h 6858000"/>
              <a:gd name="connsiteX375" fmla="*/ 3490905 w 7467600"/>
              <a:gd name="connsiteY375" fmla="*/ 6277660 h 6858000"/>
              <a:gd name="connsiteX376" fmla="*/ 3455859 w 7467600"/>
              <a:gd name="connsiteY376" fmla="*/ 6391301 h 6858000"/>
              <a:gd name="connsiteX377" fmla="*/ 3429112 w 7467600"/>
              <a:gd name="connsiteY377" fmla="*/ 6479469 h 6858000"/>
              <a:gd name="connsiteX378" fmla="*/ 3304862 w 7467600"/>
              <a:gd name="connsiteY378" fmla="*/ 6796476 h 6858000"/>
              <a:gd name="connsiteX379" fmla="*/ 3276071 w 7467600"/>
              <a:gd name="connsiteY379" fmla="*/ 6858000 h 6858000"/>
              <a:gd name="connsiteX380" fmla="*/ 3240805 w 7467600"/>
              <a:gd name="connsiteY380" fmla="*/ 6858000 h 6858000"/>
              <a:gd name="connsiteX381" fmla="*/ 3275917 w 7467600"/>
              <a:gd name="connsiteY381" fmla="*/ 6783192 h 6858000"/>
              <a:gd name="connsiteX382" fmla="*/ 3399358 w 7467600"/>
              <a:gd name="connsiteY382" fmla="*/ 6469011 h 6858000"/>
              <a:gd name="connsiteX383" fmla="*/ 3425650 w 7467600"/>
              <a:gd name="connsiteY383" fmla="*/ 6381333 h 6858000"/>
              <a:gd name="connsiteX384" fmla="*/ 3460661 w 7467600"/>
              <a:gd name="connsiteY384" fmla="*/ 6266763 h 6858000"/>
              <a:gd name="connsiteX385" fmla="*/ 3518021 w 7467600"/>
              <a:gd name="connsiteY385" fmla="*/ 6117298 h 6858000"/>
              <a:gd name="connsiteX386" fmla="*/ 3554035 w 7467600"/>
              <a:gd name="connsiteY386" fmla="*/ 6027832 h 6858000"/>
              <a:gd name="connsiteX387" fmla="*/ 3677174 w 7467600"/>
              <a:gd name="connsiteY387" fmla="*/ 5636351 h 6858000"/>
              <a:gd name="connsiteX388" fmla="*/ 3698819 w 7467600"/>
              <a:gd name="connsiteY388" fmla="*/ 5560503 h 6858000"/>
              <a:gd name="connsiteX389" fmla="*/ 3702094 w 7467600"/>
              <a:gd name="connsiteY389" fmla="*/ 5549194 h 6858000"/>
              <a:gd name="connsiteX390" fmla="*/ 3398355 w 7467600"/>
              <a:gd name="connsiteY390" fmla="*/ 6094603 h 6858000"/>
              <a:gd name="connsiteX391" fmla="*/ 3193941 w 7467600"/>
              <a:gd name="connsiteY391" fmla="*/ 6798775 h 6858000"/>
              <a:gd name="connsiteX392" fmla="*/ 3184140 w 7467600"/>
              <a:gd name="connsiteY392" fmla="*/ 6858000 h 6858000"/>
              <a:gd name="connsiteX393" fmla="*/ 3099978 w 7467600"/>
              <a:gd name="connsiteY393" fmla="*/ 6858000 h 6858000"/>
              <a:gd name="connsiteX394" fmla="*/ 3101556 w 7467600"/>
              <a:gd name="connsiteY394" fmla="*/ 6843337 h 6858000"/>
              <a:gd name="connsiteX395" fmla="*/ 3370162 w 7467600"/>
              <a:gd name="connsiteY395" fmla="*/ 5785550 h 6858000"/>
              <a:gd name="connsiteX396" fmla="*/ 3746477 w 7467600"/>
              <a:gd name="connsiteY396" fmla="*/ 5377889 h 6858000"/>
              <a:gd name="connsiteX397" fmla="*/ 3863399 w 7467600"/>
              <a:gd name="connsiteY397" fmla="*/ 5087257 h 6858000"/>
              <a:gd name="connsiteX398" fmla="*/ 3968712 w 7467600"/>
              <a:gd name="connsiteY398" fmla="*/ 4913989 h 6858000"/>
              <a:gd name="connsiteX399" fmla="*/ 2792390 w 7467600"/>
              <a:gd name="connsiteY399" fmla="*/ 5382974 h 6858000"/>
              <a:gd name="connsiteX400" fmla="*/ 2714982 w 7467600"/>
              <a:gd name="connsiteY400" fmla="*/ 5427051 h 6858000"/>
              <a:gd name="connsiteX401" fmla="*/ 2813361 w 7467600"/>
              <a:gd name="connsiteY401" fmla="*/ 6023912 h 6858000"/>
              <a:gd name="connsiteX402" fmla="*/ 2688430 w 7467600"/>
              <a:gd name="connsiteY402" fmla="*/ 6801564 h 6858000"/>
              <a:gd name="connsiteX403" fmla="*/ 2629626 w 7467600"/>
              <a:gd name="connsiteY403" fmla="*/ 6763394 h 6858000"/>
              <a:gd name="connsiteX404" fmla="*/ 2565328 w 7467600"/>
              <a:gd name="connsiteY404" fmla="*/ 5516399 h 6858000"/>
              <a:gd name="connsiteX405" fmla="*/ 1922999 w 7467600"/>
              <a:gd name="connsiteY405" fmla="*/ 5980343 h 6858000"/>
              <a:gd name="connsiteX406" fmla="*/ 1950261 w 7467600"/>
              <a:gd name="connsiteY406" fmla="*/ 6405858 h 6858000"/>
              <a:gd name="connsiteX407" fmla="*/ 2365554 w 7467600"/>
              <a:gd name="connsiteY407" fmla="*/ 6759107 h 6858000"/>
              <a:gd name="connsiteX408" fmla="*/ 2424142 w 7467600"/>
              <a:gd name="connsiteY408" fmla="*/ 6858000 h 6858000"/>
              <a:gd name="connsiteX409" fmla="*/ 2395994 w 7467600"/>
              <a:gd name="connsiteY409" fmla="*/ 6858000 h 6858000"/>
              <a:gd name="connsiteX410" fmla="*/ 2392863 w 7467600"/>
              <a:gd name="connsiteY410" fmla="*/ 6852964 h 6858000"/>
              <a:gd name="connsiteX411" fmla="*/ 2017589 w 7467600"/>
              <a:gd name="connsiteY411" fmla="*/ 6493982 h 6858000"/>
              <a:gd name="connsiteX412" fmla="*/ 2147336 w 7467600"/>
              <a:gd name="connsiteY412" fmla="*/ 6594052 h 6858000"/>
              <a:gd name="connsiteX413" fmla="*/ 2207047 w 7467600"/>
              <a:gd name="connsiteY413" fmla="*/ 6654540 h 6858000"/>
              <a:gd name="connsiteX414" fmla="*/ 2299106 w 7467600"/>
              <a:gd name="connsiteY414" fmla="*/ 6778931 h 6858000"/>
              <a:gd name="connsiteX415" fmla="*/ 2314430 w 7467600"/>
              <a:gd name="connsiteY415" fmla="*/ 6801144 h 6858000"/>
              <a:gd name="connsiteX416" fmla="*/ 2352406 w 7467600"/>
              <a:gd name="connsiteY416" fmla="*/ 6858000 h 6858000"/>
              <a:gd name="connsiteX417" fmla="*/ 2314492 w 7467600"/>
              <a:gd name="connsiteY417" fmla="*/ 6858000 h 6858000"/>
              <a:gd name="connsiteX418" fmla="*/ 2288095 w 7467600"/>
              <a:gd name="connsiteY418" fmla="*/ 6818030 h 6858000"/>
              <a:gd name="connsiteX419" fmla="*/ 2272768 w 7467600"/>
              <a:gd name="connsiteY419" fmla="*/ 6795822 h 6858000"/>
              <a:gd name="connsiteX420" fmla="*/ 2182715 w 7467600"/>
              <a:gd name="connsiteY420" fmla="*/ 6675071 h 6858000"/>
              <a:gd name="connsiteX421" fmla="*/ 2032061 w 7467600"/>
              <a:gd name="connsiteY421" fmla="*/ 6541380 h 6858000"/>
              <a:gd name="connsiteX422" fmla="*/ 2257220 w 7467600"/>
              <a:gd name="connsiteY422" fmla="*/ 6826257 h 6858000"/>
              <a:gd name="connsiteX423" fmla="*/ 2281324 w 7467600"/>
              <a:gd name="connsiteY423" fmla="*/ 6858000 h 6858000"/>
              <a:gd name="connsiteX424" fmla="*/ 2242860 w 7467600"/>
              <a:gd name="connsiteY424" fmla="*/ 6858000 h 6858000"/>
              <a:gd name="connsiteX425" fmla="*/ 2232818 w 7467600"/>
              <a:gd name="connsiteY425" fmla="*/ 6844926 h 6858000"/>
              <a:gd name="connsiteX426" fmla="*/ 1990172 w 7467600"/>
              <a:gd name="connsiteY426" fmla="*/ 6542121 h 6858000"/>
              <a:gd name="connsiteX427" fmla="*/ 2124090 w 7467600"/>
              <a:gd name="connsiteY427" fmla="*/ 6761017 h 6858000"/>
              <a:gd name="connsiteX428" fmla="*/ 2200380 w 7467600"/>
              <a:gd name="connsiteY428" fmla="*/ 6858000 h 6858000"/>
              <a:gd name="connsiteX429" fmla="*/ 2147507 w 7467600"/>
              <a:gd name="connsiteY429" fmla="*/ 6858000 h 6858000"/>
              <a:gd name="connsiteX430" fmla="*/ 2070668 w 7467600"/>
              <a:gd name="connsiteY430" fmla="*/ 6761520 h 6858000"/>
              <a:gd name="connsiteX431" fmla="*/ 1975142 w 7467600"/>
              <a:gd name="connsiteY431" fmla="*/ 6585570 h 6858000"/>
              <a:gd name="connsiteX432" fmla="*/ 2050035 w 7467600"/>
              <a:gd name="connsiteY432" fmla="*/ 6813345 h 6858000"/>
              <a:gd name="connsiteX433" fmla="*/ 2063025 w 7467600"/>
              <a:gd name="connsiteY433" fmla="*/ 6858000 h 6858000"/>
              <a:gd name="connsiteX434" fmla="*/ 2021675 w 7467600"/>
              <a:gd name="connsiteY434" fmla="*/ 6858000 h 6858000"/>
              <a:gd name="connsiteX435" fmla="*/ 2019308 w 7467600"/>
              <a:gd name="connsiteY435" fmla="*/ 6847118 h 6858000"/>
              <a:gd name="connsiteX436" fmla="*/ 1938835 w 7467600"/>
              <a:gd name="connsiteY436" fmla="*/ 6551160 h 6858000"/>
              <a:gd name="connsiteX437" fmla="*/ 1953230 w 7467600"/>
              <a:gd name="connsiteY437" fmla="*/ 6759699 h 6858000"/>
              <a:gd name="connsiteX438" fmla="*/ 1956763 w 7467600"/>
              <a:gd name="connsiteY438" fmla="*/ 6778191 h 6858000"/>
              <a:gd name="connsiteX439" fmla="*/ 1967925 w 7467600"/>
              <a:gd name="connsiteY439" fmla="*/ 6858000 h 6858000"/>
              <a:gd name="connsiteX440" fmla="*/ 1936622 w 7467600"/>
              <a:gd name="connsiteY440" fmla="*/ 6858000 h 6858000"/>
              <a:gd name="connsiteX441" fmla="*/ 1926261 w 7467600"/>
              <a:gd name="connsiteY441" fmla="*/ 6784064 h 6858000"/>
              <a:gd name="connsiteX442" fmla="*/ 1922724 w 7467600"/>
              <a:gd name="connsiteY442" fmla="*/ 6765577 h 6858000"/>
              <a:gd name="connsiteX443" fmla="*/ 1904650 w 7467600"/>
              <a:gd name="connsiteY443" fmla="*/ 6639616 h 6858000"/>
              <a:gd name="connsiteX444" fmla="*/ 1885273 w 7467600"/>
              <a:gd name="connsiteY444" fmla="*/ 6858000 h 6858000"/>
              <a:gd name="connsiteX445" fmla="*/ 1854363 w 7467600"/>
              <a:gd name="connsiteY445" fmla="*/ 6858000 h 6858000"/>
              <a:gd name="connsiteX446" fmla="*/ 1880391 w 7467600"/>
              <a:gd name="connsiteY446" fmla="*/ 6603796 h 6858000"/>
              <a:gd name="connsiteX447" fmla="*/ 1818273 w 7467600"/>
              <a:gd name="connsiteY447" fmla="*/ 6715729 h 6858000"/>
              <a:gd name="connsiteX448" fmla="*/ 1794691 w 7467600"/>
              <a:gd name="connsiteY448" fmla="*/ 6843239 h 6858000"/>
              <a:gd name="connsiteX449" fmla="*/ 1794914 w 7467600"/>
              <a:gd name="connsiteY449" fmla="*/ 6858000 h 6858000"/>
              <a:gd name="connsiteX450" fmla="*/ 1746128 w 7467600"/>
              <a:gd name="connsiteY450" fmla="*/ 6858000 h 6858000"/>
              <a:gd name="connsiteX451" fmla="*/ 1753934 w 7467600"/>
              <a:gd name="connsiteY451" fmla="*/ 6724796 h 6858000"/>
              <a:gd name="connsiteX452" fmla="*/ 1792053 w 7467600"/>
              <a:gd name="connsiteY452" fmla="*/ 6572396 h 6858000"/>
              <a:gd name="connsiteX453" fmla="*/ 1862248 w 7467600"/>
              <a:gd name="connsiteY453" fmla="*/ 6266397 h 6858000"/>
              <a:gd name="connsiteX454" fmla="*/ 1862250 w 7467600"/>
              <a:gd name="connsiteY454" fmla="*/ 6033531 h 6858000"/>
              <a:gd name="connsiteX455" fmla="*/ 1211999 w 7467600"/>
              <a:gd name="connsiteY455" fmla="*/ 6683610 h 6858000"/>
              <a:gd name="connsiteX456" fmla="*/ 1213266 w 7467600"/>
              <a:gd name="connsiteY456" fmla="*/ 6691947 h 6858000"/>
              <a:gd name="connsiteX457" fmla="*/ 1203370 w 7467600"/>
              <a:gd name="connsiteY457" fmla="*/ 6850676 h 6858000"/>
              <a:gd name="connsiteX458" fmla="*/ 1203671 w 7467600"/>
              <a:gd name="connsiteY458" fmla="*/ 6858000 h 6858000"/>
              <a:gd name="connsiteX459" fmla="*/ 1143180 w 7467600"/>
              <a:gd name="connsiteY459" fmla="*/ 6858000 h 6858000"/>
              <a:gd name="connsiteX460" fmla="*/ 1142176 w 7467600"/>
              <a:gd name="connsiteY460" fmla="*/ 6766045 h 6858000"/>
              <a:gd name="connsiteX461" fmla="*/ 1067484 w 7467600"/>
              <a:gd name="connsiteY461" fmla="*/ 6858000 h 6858000"/>
              <a:gd name="connsiteX462" fmla="*/ 953928 w 7467600"/>
              <a:gd name="connsiteY462" fmla="*/ 6858000 h 6858000"/>
              <a:gd name="connsiteX463" fmla="*/ 959715 w 7467600"/>
              <a:gd name="connsiteY463" fmla="*/ 6850185 h 6858000"/>
              <a:gd name="connsiteX464" fmla="*/ 1483788 w 7467600"/>
              <a:gd name="connsiteY464" fmla="*/ 6259174 h 6858000"/>
              <a:gd name="connsiteX465" fmla="*/ 1100671 w 7467600"/>
              <a:gd name="connsiteY465" fmla="*/ 6252137 h 6858000"/>
              <a:gd name="connsiteX466" fmla="*/ 1090144 w 7467600"/>
              <a:gd name="connsiteY466" fmla="*/ 6256748 h 6858000"/>
              <a:gd name="connsiteX467" fmla="*/ 1095872 w 7467600"/>
              <a:gd name="connsiteY467" fmla="*/ 6271892 h 6858000"/>
              <a:gd name="connsiteX468" fmla="*/ 262785 w 7467600"/>
              <a:gd name="connsiteY468" fmla="*/ 6845450 h 6858000"/>
              <a:gd name="connsiteX469" fmla="*/ 209968 w 7467600"/>
              <a:gd name="connsiteY469" fmla="*/ 6770713 h 6858000"/>
              <a:gd name="connsiteX470" fmla="*/ 873460 w 7467600"/>
              <a:gd name="connsiteY470" fmla="*/ 6253768 h 6858000"/>
              <a:gd name="connsiteX471" fmla="*/ 192686 w 7467600"/>
              <a:gd name="connsiteY471" fmla="*/ 5849257 h 6858000"/>
              <a:gd name="connsiteX472" fmla="*/ 4696 w 7467600"/>
              <a:gd name="connsiteY472" fmla="*/ 5697668 h 6858000"/>
              <a:gd name="connsiteX473" fmla="*/ 0 w 7467600"/>
              <a:gd name="connsiteY473" fmla="*/ 5689984 h 6858000"/>
              <a:gd name="connsiteX474" fmla="*/ 0 w 7467600"/>
              <a:gd name="connsiteY474" fmla="*/ 5513472 h 6858000"/>
              <a:gd name="connsiteX475" fmla="*/ 174101 w 7467600"/>
              <a:gd name="connsiteY475" fmla="*/ 5620277 h 6858000"/>
              <a:gd name="connsiteX476" fmla="*/ 891800 w 7467600"/>
              <a:gd name="connsiteY476" fmla="*/ 6036935 h 6858000"/>
              <a:gd name="connsiteX477" fmla="*/ 1072219 w 7467600"/>
              <a:gd name="connsiteY477" fmla="*/ 6169443 h 6858000"/>
              <a:gd name="connsiteX478" fmla="*/ 1074117 w 7467600"/>
              <a:gd name="connsiteY478" fmla="*/ 6170301 h 6858000"/>
              <a:gd name="connsiteX479" fmla="*/ 1083114 w 7467600"/>
              <a:gd name="connsiteY479" fmla="*/ 6174131 h 6858000"/>
              <a:gd name="connsiteX480" fmla="*/ 1543010 w 7467600"/>
              <a:gd name="connsiteY480" fmla="*/ 6191140 h 6858000"/>
              <a:gd name="connsiteX481" fmla="*/ 1551080 w 7467600"/>
              <a:gd name="connsiteY481" fmla="*/ 6195006 h 6858000"/>
              <a:gd name="connsiteX482" fmla="*/ 2345443 w 7467600"/>
              <a:gd name="connsiteY482" fmla="*/ 5549882 h 6858000"/>
              <a:gd name="connsiteX483" fmla="*/ 1721499 w 7467600"/>
              <a:gd name="connsiteY483" fmla="*/ 5599969 h 6858000"/>
              <a:gd name="connsiteX484" fmla="*/ 767716 w 7467600"/>
              <a:gd name="connsiteY484" fmla="*/ 5472768 h 6858000"/>
              <a:gd name="connsiteX485" fmla="*/ 722147 w 7467600"/>
              <a:gd name="connsiteY485" fmla="*/ 5393091 h 6858000"/>
              <a:gd name="connsiteX486" fmla="*/ 1485552 w 7467600"/>
              <a:gd name="connsiteY486" fmla="*/ 5313202 h 6858000"/>
              <a:gd name="connsiteX487" fmla="*/ 2143004 w 7467600"/>
              <a:gd name="connsiteY487" fmla="*/ 5402420 h 6858000"/>
              <a:gd name="connsiteX488" fmla="*/ 1933391 w 7467600"/>
              <a:gd name="connsiteY488" fmla="*/ 5156971 h 6858000"/>
              <a:gd name="connsiteX489" fmla="*/ 1827118 w 7467600"/>
              <a:gd name="connsiteY489" fmla="*/ 4968410 h 6858000"/>
              <a:gd name="connsiteX490" fmla="*/ 1837349 w 7467600"/>
              <a:gd name="connsiteY490" fmla="*/ 4956357 h 6858000"/>
              <a:gd name="connsiteX491" fmla="*/ 2162835 w 7467600"/>
              <a:gd name="connsiteY491" fmla="*/ 5187853 h 6858000"/>
              <a:gd name="connsiteX492" fmla="*/ 2257167 w 7467600"/>
              <a:gd name="connsiteY492" fmla="*/ 5462123 h 6858000"/>
              <a:gd name="connsiteX493" fmla="*/ 2261598 w 7467600"/>
              <a:gd name="connsiteY493" fmla="*/ 5467998 h 6858000"/>
              <a:gd name="connsiteX494" fmla="*/ 2437177 w 7467600"/>
              <a:gd name="connsiteY494" fmla="*/ 5479608 h 6858000"/>
              <a:gd name="connsiteX495" fmla="*/ 2445247 w 7467600"/>
              <a:gd name="connsiteY495" fmla="*/ 5483476 h 6858000"/>
              <a:gd name="connsiteX496" fmla="*/ 2743626 w 7467600"/>
              <a:gd name="connsiteY496" fmla="*/ 5304819 h 6858000"/>
              <a:gd name="connsiteX497" fmla="*/ 3048102 w 7467600"/>
              <a:gd name="connsiteY497" fmla="*/ 5150595 h 6858000"/>
              <a:gd name="connsiteX498" fmla="*/ 1799414 w 7467600"/>
              <a:gd name="connsiteY498" fmla="*/ 4694732 h 6858000"/>
              <a:gd name="connsiteX499" fmla="*/ 1771735 w 7467600"/>
              <a:gd name="connsiteY499" fmla="*/ 4619929 h 6858000"/>
              <a:gd name="connsiteX500" fmla="*/ 3104273 w 7467600"/>
              <a:gd name="connsiteY500" fmla="*/ 5076159 h 6858000"/>
              <a:gd name="connsiteX501" fmla="*/ 3113245 w 7467600"/>
              <a:gd name="connsiteY501" fmla="*/ 5090705 h 6858000"/>
              <a:gd name="connsiteX502" fmla="*/ 3126294 w 7467600"/>
              <a:gd name="connsiteY502" fmla="*/ 5114400 h 6858000"/>
              <a:gd name="connsiteX503" fmla="*/ 3937433 w 7467600"/>
              <a:gd name="connsiteY503" fmla="*/ 4830473 h 6858000"/>
              <a:gd name="connsiteX504" fmla="*/ 3590475 w 7467600"/>
              <a:gd name="connsiteY504" fmla="*/ 4597974 h 6858000"/>
              <a:gd name="connsiteX505" fmla="*/ 3100264 w 7467600"/>
              <a:gd name="connsiteY505" fmla="*/ 4579845 h 6858000"/>
              <a:gd name="connsiteX506" fmla="*/ 2183576 w 7467600"/>
              <a:gd name="connsiteY506" fmla="*/ 4227150 h 6858000"/>
              <a:gd name="connsiteX507" fmla="*/ 2151029 w 7467600"/>
              <a:gd name="connsiteY507" fmla="*/ 4146947 h 6858000"/>
              <a:gd name="connsiteX508" fmla="*/ 3563434 w 7467600"/>
              <a:gd name="connsiteY508" fmla="*/ 4469115 h 6858000"/>
              <a:gd name="connsiteX509" fmla="*/ 3177952 w 7467600"/>
              <a:gd name="connsiteY509" fmla="*/ 3657386 h 6858000"/>
              <a:gd name="connsiteX510" fmla="*/ 3189263 w 7467600"/>
              <a:gd name="connsiteY510" fmla="*/ 3625726 h 6858000"/>
              <a:gd name="connsiteX511" fmla="*/ 3560912 w 7467600"/>
              <a:gd name="connsiteY511" fmla="*/ 4079863 h 6858000"/>
              <a:gd name="connsiteX512" fmla="*/ 3626636 w 7467600"/>
              <a:gd name="connsiteY512" fmla="*/ 4512230 h 6858000"/>
              <a:gd name="connsiteX513" fmla="*/ 3653088 w 7467600"/>
              <a:gd name="connsiteY513" fmla="*/ 4521417 h 6858000"/>
              <a:gd name="connsiteX514" fmla="*/ 3988128 w 7467600"/>
              <a:gd name="connsiteY514" fmla="*/ 4817267 h 6858000"/>
              <a:gd name="connsiteX515" fmla="*/ 4830582 w 7467600"/>
              <a:gd name="connsiteY515" fmla="*/ 4676000 h 6858000"/>
              <a:gd name="connsiteX516" fmla="*/ 4830100 w 7467600"/>
              <a:gd name="connsiteY516" fmla="*/ 4675554 h 6858000"/>
              <a:gd name="connsiteX517" fmla="*/ 4036318 w 7467600"/>
              <a:gd name="connsiteY517" fmla="*/ 4147013 h 6858000"/>
              <a:gd name="connsiteX518" fmla="*/ 3432098 w 7467600"/>
              <a:gd name="connsiteY518" fmla="*/ 3537312 h 6858000"/>
              <a:gd name="connsiteX519" fmla="*/ 3446761 w 7467600"/>
              <a:gd name="connsiteY519" fmla="*/ 3461278 h 6858000"/>
              <a:gd name="connsiteX520" fmla="*/ 4419733 w 7467600"/>
              <a:gd name="connsiteY520" fmla="*/ 3963555 h 6858000"/>
              <a:gd name="connsiteX521" fmla="*/ 4781371 w 7467600"/>
              <a:gd name="connsiteY521" fmla="*/ 4458604 h 6858000"/>
              <a:gd name="connsiteX522" fmla="*/ 4780440 w 7467600"/>
              <a:gd name="connsiteY522" fmla="*/ 4470290 h 6858000"/>
              <a:gd name="connsiteX523" fmla="*/ 4898954 w 7467600"/>
              <a:gd name="connsiteY523" fmla="*/ 4662092 h 6858000"/>
              <a:gd name="connsiteX524" fmla="*/ 4900699 w 7467600"/>
              <a:gd name="connsiteY524" fmla="*/ 4670867 h 6858000"/>
              <a:gd name="connsiteX525" fmla="*/ 5714511 w 7467600"/>
              <a:gd name="connsiteY525" fmla="*/ 4663483 h 6858000"/>
              <a:gd name="connsiteX526" fmla="*/ 5464793 w 7467600"/>
              <a:gd name="connsiteY526" fmla="*/ 4393556 h 6858000"/>
              <a:gd name="connsiteX527" fmla="*/ 5461897 w 7467600"/>
              <a:gd name="connsiteY527" fmla="*/ 4390879 h 6858000"/>
              <a:gd name="connsiteX528" fmla="*/ 4294126 w 7467600"/>
              <a:gd name="connsiteY528" fmla="*/ 3303048 h 6858000"/>
              <a:gd name="connsiteX529" fmla="*/ 4305321 w 7467600"/>
              <a:gd name="connsiteY529" fmla="*/ 3256953 h 6858000"/>
              <a:gd name="connsiteX530" fmla="*/ 4949299 w 7467600"/>
              <a:gd name="connsiteY530" fmla="*/ 3766336 h 6858000"/>
              <a:gd name="connsiteX531" fmla="*/ 5291452 w 7467600"/>
              <a:gd name="connsiteY531" fmla="*/ 4076801 h 6858000"/>
              <a:gd name="connsiteX532" fmla="*/ 5434998 w 7467600"/>
              <a:gd name="connsiteY532" fmla="*/ 4254100 h 6858000"/>
              <a:gd name="connsiteX533" fmla="*/ 5351015 w 7467600"/>
              <a:gd name="connsiteY533" fmla="*/ 3760989 h 6858000"/>
              <a:gd name="connsiteX534" fmla="*/ 5413780 w 7467600"/>
              <a:gd name="connsiteY534" fmla="*/ 2966265 h 6858000"/>
              <a:gd name="connsiteX535" fmla="*/ 5425627 w 7467600"/>
              <a:gd name="connsiteY535" fmla="*/ 2954192 h 6858000"/>
              <a:gd name="connsiteX536" fmla="*/ 6604735 w 7467600"/>
              <a:gd name="connsiteY536" fmla="*/ 2041381 h 6858000"/>
              <a:gd name="connsiteX537" fmla="*/ 7204487 w 7467600"/>
              <a:gd name="connsiteY537" fmla="*/ 2742112 h 6858000"/>
              <a:gd name="connsiteX538" fmla="*/ 7131592 w 7467600"/>
              <a:gd name="connsiteY538" fmla="*/ 2672096 h 6858000"/>
              <a:gd name="connsiteX539" fmla="*/ 6996344 w 7467600"/>
              <a:gd name="connsiteY539" fmla="*/ 2518310 h 6858000"/>
              <a:gd name="connsiteX540" fmla="*/ 6735495 w 7467600"/>
              <a:gd name="connsiteY540" fmla="*/ 2196890 h 6858000"/>
              <a:gd name="connsiteX541" fmla="*/ 6721901 w 7467600"/>
              <a:gd name="connsiteY541" fmla="*/ 2179274 h 6858000"/>
              <a:gd name="connsiteX542" fmla="*/ 6604735 w 7467600"/>
              <a:gd name="connsiteY542" fmla="*/ 2041381 h 6858000"/>
              <a:gd name="connsiteX543" fmla="*/ 6591670 w 7467600"/>
              <a:gd name="connsiteY543" fmla="*/ 1988277 h 6858000"/>
              <a:gd name="connsiteX544" fmla="*/ 6747349 w 7467600"/>
              <a:gd name="connsiteY544" fmla="*/ 2160069 h 6858000"/>
              <a:gd name="connsiteX545" fmla="*/ 6760943 w 7467600"/>
              <a:gd name="connsiteY545" fmla="*/ 2177686 h 6858000"/>
              <a:gd name="connsiteX546" fmla="*/ 7021065 w 7467600"/>
              <a:gd name="connsiteY546" fmla="*/ 2498102 h 6858000"/>
              <a:gd name="connsiteX547" fmla="*/ 7155223 w 7467600"/>
              <a:gd name="connsiteY547" fmla="*/ 2650386 h 6858000"/>
              <a:gd name="connsiteX548" fmla="*/ 7203167 w 7467600"/>
              <a:gd name="connsiteY548" fmla="*/ 2697288 h 6858000"/>
              <a:gd name="connsiteX549" fmla="*/ 6937703 w 7467600"/>
              <a:gd name="connsiteY549" fmla="*/ 2321981 h 6858000"/>
              <a:gd name="connsiteX550" fmla="*/ 6591670 w 7467600"/>
              <a:gd name="connsiteY550" fmla="*/ 1988277 h 6858000"/>
              <a:gd name="connsiteX551" fmla="*/ 5798671 w 7467600"/>
              <a:gd name="connsiteY551" fmla="*/ 1981601 h 6858000"/>
              <a:gd name="connsiteX552" fmla="*/ 5754709 w 7467600"/>
              <a:gd name="connsiteY552" fmla="*/ 2071454 h 6858000"/>
              <a:gd name="connsiteX553" fmla="*/ 5763044 w 7467600"/>
              <a:gd name="connsiteY553" fmla="*/ 2842206 h 6858000"/>
              <a:gd name="connsiteX554" fmla="*/ 5764974 w 7467600"/>
              <a:gd name="connsiteY554" fmla="*/ 2799609 h 6858000"/>
              <a:gd name="connsiteX555" fmla="*/ 5767665 w 7467600"/>
              <a:gd name="connsiteY555" fmla="*/ 2666409 h 6858000"/>
              <a:gd name="connsiteX556" fmla="*/ 5763055 w 7467600"/>
              <a:gd name="connsiteY556" fmla="*/ 2579705 h 6858000"/>
              <a:gd name="connsiteX557" fmla="*/ 5758079 w 7467600"/>
              <a:gd name="connsiteY557" fmla="*/ 2492508 h 6858000"/>
              <a:gd name="connsiteX558" fmla="*/ 5779325 w 7467600"/>
              <a:gd name="connsiteY558" fmla="*/ 2197069 h 6858000"/>
              <a:gd name="connsiteX559" fmla="*/ 5798671 w 7467600"/>
              <a:gd name="connsiteY559" fmla="*/ 1981601 h 6858000"/>
              <a:gd name="connsiteX560" fmla="*/ 5829202 w 7467600"/>
              <a:gd name="connsiteY560" fmla="*/ 1971679 h 6858000"/>
              <a:gd name="connsiteX561" fmla="*/ 5809558 w 7467600"/>
              <a:gd name="connsiteY561" fmla="*/ 2198043 h 6858000"/>
              <a:gd name="connsiteX562" fmla="*/ 5788653 w 7467600"/>
              <a:gd name="connsiteY562" fmla="*/ 2489430 h 6858000"/>
              <a:gd name="connsiteX563" fmla="*/ 5793439 w 7467600"/>
              <a:gd name="connsiteY563" fmla="*/ 2575235 h 6858000"/>
              <a:gd name="connsiteX564" fmla="*/ 5796837 w 7467600"/>
              <a:gd name="connsiteY564" fmla="*/ 2637633 h 6858000"/>
              <a:gd name="connsiteX565" fmla="*/ 5818614 w 7467600"/>
              <a:gd name="connsiteY565" fmla="*/ 2473055 h 6858000"/>
              <a:gd name="connsiteX566" fmla="*/ 5829202 w 7467600"/>
              <a:gd name="connsiteY566" fmla="*/ 1971679 h 6858000"/>
              <a:gd name="connsiteX567" fmla="*/ 5911389 w 7467600"/>
              <a:gd name="connsiteY567" fmla="*/ 1898371 h 6858000"/>
              <a:gd name="connsiteX568" fmla="*/ 6237627 w 7467600"/>
              <a:gd name="connsiteY568" fmla="*/ 2231921 h 6858000"/>
              <a:gd name="connsiteX569" fmla="*/ 5911389 w 7467600"/>
              <a:gd name="connsiteY569" fmla="*/ 1898371 h 6858000"/>
              <a:gd name="connsiteX570" fmla="*/ 6944437 w 7467600"/>
              <a:gd name="connsiteY570" fmla="*/ 1575402 h 6858000"/>
              <a:gd name="connsiteX571" fmla="*/ 6304730 w 7467600"/>
              <a:gd name="connsiteY571" fmla="*/ 1766654 h 6858000"/>
              <a:gd name="connsiteX572" fmla="*/ 6944437 w 7467600"/>
              <a:gd name="connsiteY572" fmla="*/ 1575402 h 6858000"/>
              <a:gd name="connsiteX573" fmla="*/ 7019523 w 7467600"/>
              <a:gd name="connsiteY573" fmla="*/ 1519450 h 6858000"/>
              <a:gd name="connsiteX574" fmla="*/ 6298091 w 7467600"/>
              <a:gd name="connsiteY574" fmla="*/ 1737122 h 6858000"/>
              <a:gd name="connsiteX575" fmla="*/ 7019523 w 7467600"/>
              <a:gd name="connsiteY575" fmla="*/ 1519450 h 6858000"/>
              <a:gd name="connsiteX576" fmla="*/ 2399523 w 7467600"/>
              <a:gd name="connsiteY576" fmla="*/ 1428234 h 6858000"/>
              <a:gd name="connsiteX577" fmla="*/ 2224982 w 7467600"/>
              <a:gd name="connsiteY577" fmla="*/ 1826201 h 6858000"/>
              <a:gd name="connsiteX578" fmla="*/ 2096099 w 7467600"/>
              <a:gd name="connsiteY578" fmla="*/ 2345900 h 6858000"/>
              <a:gd name="connsiteX579" fmla="*/ 2283317 w 7467600"/>
              <a:gd name="connsiteY579" fmla="*/ 1796925 h 6858000"/>
              <a:gd name="connsiteX580" fmla="*/ 2399523 w 7467600"/>
              <a:gd name="connsiteY580" fmla="*/ 1428234 h 6858000"/>
              <a:gd name="connsiteX581" fmla="*/ 2448558 w 7467600"/>
              <a:gd name="connsiteY581" fmla="*/ 1373435 h 6858000"/>
              <a:gd name="connsiteX582" fmla="*/ 2312521 w 7467600"/>
              <a:gd name="connsiteY582" fmla="*/ 1806140 h 6858000"/>
              <a:gd name="connsiteX583" fmla="*/ 2127533 w 7467600"/>
              <a:gd name="connsiteY583" fmla="*/ 2348380 h 6858000"/>
              <a:gd name="connsiteX584" fmla="*/ 2358080 w 7467600"/>
              <a:gd name="connsiteY584" fmla="*/ 1866134 h 6858000"/>
              <a:gd name="connsiteX585" fmla="*/ 2407436 w 7467600"/>
              <a:gd name="connsiteY585" fmla="*/ 1651070 h 6858000"/>
              <a:gd name="connsiteX586" fmla="*/ 2448558 w 7467600"/>
              <a:gd name="connsiteY586" fmla="*/ 1373435 h 6858000"/>
              <a:gd name="connsiteX587" fmla="*/ 278707 w 7467600"/>
              <a:gd name="connsiteY587" fmla="*/ 1352270 h 6858000"/>
              <a:gd name="connsiteX588" fmla="*/ 321570 w 7467600"/>
              <a:gd name="connsiteY588" fmla="*/ 1861610 h 6858000"/>
              <a:gd name="connsiteX589" fmla="*/ 294281 w 7467600"/>
              <a:gd name="connsiteY589" fmla="*/ 1440658 h 6858000"/>
              <a:gd name="connsiteX590" fmla="*/ 278707 w 7467600"/>
              <a:gd name="connsiteY590" fmla="*/ 1352270 h 6858000"/>
              <a:gd name="connsiteX591" fmla="*/ 1423821 w 7467600"/>
              <a:gd name="connsiteY591" fmla="*/ 1351958 h 6858000"/>
              <a:gd name="connsiteX592" fmla="*/ 1638521 w 7467600"/>
              <a:gd name="connsiteY592" fmla="*/ 1908470 h 6858000"/>
              <a:gd name="connsiteX593" fmla="*/ 1754199 w 7467600"/>
              <a:gd name="connsiteY593" fmla="*/ 2149284 h 6858000"/>
              <a:gd name="connsiteX594" fmla="*/ 1908359 w 7467600"/>
              <a:gd name="connsiteY594" fmla="*/ 2364988 h 6858000"/>
              <a:gd name="connsiteX595" fmla="*/ 1647661 w 7467600"/>
              <a:gd name="connsiteY595" fmla="*/ 1825945 h 6858000"/>
              <a:gd name="connsiteX596" fmla="*/ 1423821 w 7467600"/>
              <a:gd name="connsiteY596" fmla="*/ 1351958 h 6858000"/>
              <a:gd name="connsiteX597" fmla="*/ 1431890 w 7467600"/>
              <a:gd name="connsiteY597" fmla="*/ 1306475 h 6858000"/>
              <a:gd name="connsiteX598" fmla="*/ 1507597 w 7467600"/>
              <a:gd name="connsiteY598" fmla="*/ 1446132 h 6858000"/>
              <a:gd name="connsiteX599" fmla="*/ 1674586 w 7467600"/>
              <a:gd name="connsiteY599" fmla="*/ 1813832 h 6858000"/>
              <a:gd name="connsiteX600" fmla="*/ 1815950 w 7467600"/>
              <a:gd name="connsiteY600" fmla="*/ 2128564 h 6858000"/>
              <a:gd name="connsiteX601" fmla="*/ 1984242 w 7467600"/>
              <a:gd name="connsiteY601" fmla="*/ 2430829 h 6858000"/>
              <a:gd name="connsiteX602" fmla="*/ 2014023 w 7467600"/>
              <a:gd name="connsiteY602" fmla="*/ 2450995 h 6858000"/>
              <a:gd name="connsiteX603" fmla="*/ 1747337 w 7467600"/>
              <a:gd name="connsiteY603" fmla="*/ 1855264 h 6858000"/>
              <a:gd name="connsiteX604" fmla="*/ 1533749 w 7467600"/>
              <a:gd name="connsiteY604" fmla="*/ 1478656 h 6858000"/>
              <a:gd name="connsiteX605" fmla="*/ 1431890 w 7467600"/>
              <a:gd name="connsiteY605" fmla="*/ 1306475 h 6858000"/>
              <a:gd name="connsiteX606" fmla="*/ 5052692 w 7467600"/>
              <a:gd name="connsiteY606" fmla="*/ 1292994 h 6858000"/>
              <a:gd name="connsiteX607" fmla="*/ 5200661 w 7467600"/>
              <a:gd name="connsiteY607" fmla="*/ 1635186 h 6858000"/>
              <a:gd name="connsiteX608" fmla="*/ 5297138 w 7467600"/>
              <a:gd name="connsiteY608" fmla="*/ 1906351 h 6858000"/>
              <a:gd name="connsiteX609" fmla="*/ 5052692 w 7467600"/>
              <a:gd name="connsiteY609" fmla="*/ 1292994 h 6858000"/>
              <a:gd name="connsiteX610" fmla="*/ 5009948 w 7467600"/>
              <a:gd name="connsiteY610" fmla="*/ 1273619 h 6858000"/>
              <a:gd name="connsiteX611" fmla="*/ 5121777 w 7467600"/>
              <a:gd name="connsiteY611" fmla="*/ 1654213 h 6858000"/>
              <a:gd name="connsiteX612" fmla="*/ 5293545 w 7467600"/>
              <a:gd name="connsiteY612" fmla="*/ 2072247 h 6858000"/>
              <a:gd name="connsiteX613" fmla="*/ 5294042 w 7467600"/>
              <a:gd name="connsiteY613" fmla="*/ 2065019 h 6858000"/>
              <a:gd name="connsiteX614" fmla="*/ 5171936 w 7467600"/>
              <a:gd name="connsiteY614" fmla="*/ 1647613 h 6858000"/>
              <a:gd name="connsiteX615" fmla="*/ 5009948 w 7467600"/>
              <a:gd name="connsiteY615" fmla="*/ 1273619 h 6858000"/>
              <a:gd name="connsiteX616" fmla="*/ 655236 w 7467600"/>
              <a:gd name="connsiteY616" fmla="*/ 1268632 h 6858000"/>
              <a:gd name="connsiteX617" fmla="*/ 839521 w 7467600"/>
              <a:gd name="connsiteY617" fmla="*/ 1685315 h 6858000"/>
              <a:gd name="connsiteX618" fmla="*/ 1109416 w 7467600"/>
              <a:gd name="connsiteY618" fmla="*/ 2061663 h 6858000"/>
              <a:gd name="connsiteX619" fmla="*/ 1298300 w 7467600"/>
              <a:gd name="connsiteY619" fmla="*/ 2247742 h 6858000"/>
              <a:gd name="connsiteX620" fmla="*/ 1125871 w 7467600"/>
              <a:gd name="connsiteY620" fmla="*/ 1989513 h 6858000"/>
              <a:gd name="connsiteX621" fmla="*/ 981574 w 7467600"/>
              <a:gd name="connsiteY621" fmla="*/ 1783157 h 6858000"/>
              <a:gd name="connsiteX622" fmla="*/ 922198 w 7467600"/>
              <a:gd name="connsiteY622" fmla="*/ 1677437 h 6858000"/>
              <a:gd name="connsiteX623" fmla="*/ 869293 w 7467600"/>
              <a:gd name="connsiteY623" fmla="*/ 1583214 h 6858000"/>
              <a:gd name="connsiteX624" fmla="*/ 751431 w 7467600"/>
              <a:gd name="connsiteY624" fmla="*/ 1405731 h 6858000"/>
              <a:gd name="connsiteX625" fmla="*/ 655236 w 7467600"/>
              <a:gd name="connsiteY625" fmla="*/ 1268632 h 6858000"/>
              <a:gd name="connsiteX626" fmla="*/ 6516292 w 7467600"/>
              <a:gd name="connsiteY626" fmla="*/ 1263064 h 6858000"/>
              <a:gd name="connsiteX627" fmla="*/ 5736320 w 7467600"/>
              <a:gd name="connsiteY627" fmla="*/ 1501803 h 6858000"/>
              <a:gd name="connsiteX628" fmla="*/ 6516292 w 7467600"/>
              <a:gd name="connsiteY628" fmla="*/ 1263064 h 6858000"/>
              <a:gd name="connsiteX629" fmla="*/ 291466 w 7467600"/>
              <a:gd name="connsiteY629" fmla="*/ 1250369 h 6858000"/>
              <a:gd name="connsiteX630" fmla="*/ 323180 w 7467600"/>
              <a:gd name="connsiteY630" fmla="*/ 1435283 h 6858000"/>
              <a:gd name="connsiteX631" fmla="*/ 349381 w 7467600"/>
              <a:gd name="connsiteY631" fmla="*/ 1875041 h 6858000"/>
              <a:gd name="connsiteX632" fmla="*/ 374363 w 7467600"/>
              <a:gd name="connsiteY632" fmla="*/ 1506494 h 6858000"/>
              <a:gd name="connsiteX633" fmla="*/ 302168 w 7467600"/>
              <a:gd name="connsiteY633" fmla="*/ 1274495 h 6858000"/>
              <a:gd name="connsiteX634" fmla="*/ 291466 w 7467600"/>
              <a:gd name="connsiteY634" fmla="*/ 1250369 h 6858000"/>
              <a:gd name="connsiteX635" fmla="*/ 678222 w 7467600"/>
              <a:gd name="connsiteY635" fmla="*/ 1248670 h 6858000"/>
              <a:gd name="connsiteX636" fmla="*/ 775536 w 7467600"/>
              <a:gd name="connsiteY636" fmla="*/ 1388015 h 6858000"/>
              <a:gd name="connsiteX637" fmla="*/ 894529 w 7467600"/>
              <a:gd name="connsiteY637" fmla="*/ 1567739 h 6858000"/>
              <a:gd name="connsiteX638" fmla="*/ 948000 w 7467600"/>
              <a:gd name="connsiteY638" fmla="*/ 1663088 h 6858000"/>
              <a:gd name="connsiteX639" fmla="*/ 1006812 w 7467600"/>
              <a:gd name="connsiteY639" fmla="*/ 1767683 h 6858000"/>
              <a:gd name="connsiteX640" fmla="*/ 1149133 w 7467600"/>
              <a:gd name="connsiteY640" fmla="*/ 1971513 h 6858000"/>
              <a:gd name="connsiteX641" fmla="*/ 1333952 w 7467600"/>
              <a:gd name="connsiteY641" fmla="*/ 2251620 h 6858000"/>
              <a:gd name="connsiteX642" fmla="*/ 1337329 w 7467600"/>
              <a:gd name="connsiteY642" fmla="*/ 2258350 h 6858000"/>
              <a:gd name="connsiteX643" fmla="*/ 1014726 w 7467600"/>
              <a:gd name="connsiteY643" fmla="*/ 1615556 h 6858000"/>
              <a:gd name="connsiteX644" fmla="*/ 678222 w 7467600"/>
              <a:gd name="connsiteY644" fmla="*/ 1248670 h 6858000"/>
              <a:gd name="connsiteX645" fmla="*/ 6691602 w 7467600"/>
              <a:gd name="connsiteY645" fmla="*/ 1140573 h 6858000"/>
              <a:gd name="connsiteX646" fmla="*/ 6571100 w 7467600"/>
              <a:gd name="connsiteY646" fmla="*/ 1183662 h 6858000"/>
              <a:gd name="connsiteX647" fmla="*/ 6241687 w 7467600"/>
              <a:gd name="connsiteY647" fmla="*/ 1257600 h 6858000"/>
              <a:gd name="connsiteX648" fmla="*/ 5693009 w 7467600"/>
              <a:gd name="connsiteY648" fmla="*/ 1478256 h 6858000"/>
              <a:gd name="connsiteX649" fmla="*/ 6548420 w 7467600"/>
              <a:gd name="connsiteY649" fmla="*/ 1214599 h 6858000"/>
              <a:gd name="connsiteX650" fmla="*/ 6605473 w 7467600"/>
              <a:gd name="connsiteY650" fmla="*/ 1184686 h 6858000"/>
              <a:gd name="connsiteX651" fmla="*/ 6691602 w 7467600"/>
              <a:gd name="connsiteY651" fmla="*/ 1140573 h 6858000"/>
              <a:gd name="connsiteX652" fmla="*/ 4002475 w 7467600"/>
              <a:gd name="connsiteY652" fmla="*/ 1037802 h 6858000"/>
              <a:gd name="connsiteX653" fmla="*/ 4000324 w 7467600"/>
              <a:gd name="connsiteY653" fmla="*/ 1039362 h 6858000"/>
              <a:gd name="connsiteX654" fmla="*/ 4002862 w 7467600"/>
              <a:gd name="connsiteY654" fmla="*/ 1042866 h 6858000"/>
              <a:gd name="connsiteX655" fmla="*/ 4002475 w 7467600"/>
              <a:gd name="connsiteY655" fmla="*/ 1037802 h 6858000"/>
              <a:gd name="connsiteX656" fmla="*/ 506322 w 7467600"/>
              <a:gd name="connsiteY656" fmla="*/ 1020997 h 6858000"/>
              <a:gd name="connsiteX657" fmla="*/ 533068 w 7467600"/>
              <a:gd name="connsiteY657" fmla="*/ 1029409 h 6858000"/>
              <a:gd name="connsiteX658" fmla="*/ 1232525 w 7467600"/>
              <a:gd name="connsiteY658" fmla="*/ 1804675 h 6858000"/>
              <a:gd name="connsiteX659" fmla="*/ 1388858 w 7467600"/>
              <a:gd name="connsiteY659" fmla="*/ 2368011 h 6858000"/>
              <a:gd name="connsiteX660" fmla="*/ 1384098 w 7467600"/>
              <a:gd name="connsiteY660" fmla="*/ 2378125 h 6858000"/>
              <a:gd name="connsiteX661" fmla="*/ 1425393 w 7467600"/>
              <a:gd name="connsiteY661" fmla="*/ 2589124 h 6858000"/>
              <a:gd name="connsiteX662" fmla="*/ 1424001 w 7467600"/>
              <a:gd name="connsiteY662" fmla="*/ 2597541 h 6858000"/>
              <a:gd name="connsiteX663" fmla="*/ 2152729 w 7467600"/>
              <a:gd name="connsiteY663" fmla="*/ 2864487 h 6858000"/>
              <a:gd name="connsiteX664" fmla="*/ 2020609 w 7467600"/>
              <a:gd name="connsiteY664" fmla="*/ 2539671 h 6858000"/>
              <a:gd name="connsiteX665" fmla="*/ 2018920 w 7467600"/>
              <a:gd name="connsiteY665" fmla="*/ 2536309 h 6858000"/>
              <a:gd name="connsiteX666" fmla="*/ 1342441 w 7467600"/>
              <a:gd name="connsiteY666" fmla="*/ 1173017 h 6858000"/>
              <a:gd name="connsiteX667" fmla="*/ 1367925 w 7467600"/>
              <a:gd name="connsiteY667" fmla="*/ 1135648 h 6858000"/>
              <a:gd name="connsiteX668" fmla="*/ 1771401 w 7467600"/>
              <a:gd name="connsiteY668" fmla="*/ 1806673 h 6858000"/>
              <a:gd name="connsiteX669" fmla="*/ 1972385 w 7467600"/>
              <a:gd name="connsiteY669" fmla="*/ 2198735 h 6858000"/>
              <a:gd name="connsiteX670" fmla="*/ 2040892 w 7467600"/>
              <a:gd name="connsiteY670" fmla="*/ 2405205 h 6858000"/>
              <a:gd name="connsiteX671" fmla="*/ 2131689 w 7467600"/>
              <a:gd name="connsiteY671" fmla="*/ 1936926 h 6858000"/>
              <a:gd name="connsiteX672" fmla="*/ 2454820 w 7467600"/>
              <a:gd name="connsiteY672" fmla="*/ 1248808 h 6858000"/>
              <a:gd name="connsiteX673" fmla="*/ 2492512 w 7467600"/>
              <a:gd name="connsiteY673" fmla="*/ 1302920 h 6858000"/>
              <a:gd name="connsiteX674" fmla="*/ 2081216 w 7467600"/>
              <a:gd name="connsiteY674" fmla="*/ 2527513 h 6858000"/>
              <a:gd name="connsiteX675" fmla="*/ 2081211 w 7467600"/>
              <a:gd name="connsiteY675" fmla="*/ 2528916 h 6858000"/>
              <a:gd name="connsiteX676" fmla="*/ 2199067 w 7467600"/>
              <a:gd name="connsiteY676" fmla="*/ 2884061 h 6858000"/>
              <a:gd name="connsiteX677" fmla="*/ 3192586 w 7467600"/>
              <a:gd name="connsiteY677" fmla="*/ 3411496 h 6858000"/>
              <a:gd name="connsiteX678" fmla="*/ 3182620 w 7467600"/>
              <a:gd name="connsiteY678" fmla="*/ 3483279 h 6858000"/>
              <a:gd name="connsiteX679" fmla="*/ 2435119 w 7467600"/>
              <a:gd name="connsiteY679" fmla="*/ 3080173 h 6858000"/>
              <a:gd name="connsiteX680" fmla="*/ 2410152 w 7467600"/>
              <a:gd name="connsiteY680" fmla="*/ 3063751 h 6858000"/>
              <a:gd name="connsiteX681" fmla="*/ 2408099 w 7467600"/>
              <a:gd name="connsiteY681" fmla="*/ 3064403 h 6858000"/>
              <a:gd name="connsiteX682" fmla="*/ 2407218 w 7467600"/>
              <a:gd name="connsiteY682" fmla="*/ 3070324 h 6858000"/>
              <a:gd name="connsiteX683" fmla="*/ 2380138 w 7467600"/>
              <a:gd name="connsiteY683" fmla="*/ 3099341 h 6858000"/>
              <a:gd name="connsiteX684" fmla="*/ 1765923 w 7467600"/>
              <a:gd name="connsiteY684" fmla="*/ 3581043 h 6858000"/>
              <a:gd name="connsiteX685" fmla="*/ 1702258 w 7467600"/>
              <a:gd name="connsiteY685" fmla="*/ 3612286 h 6858000"/>
              <a:gd name="connsiteX686" fmla="*/ 1538370 w 7467600"/>
              <a:gd name="connsiteY686" fmla="*/ 3811804 h 6858000"/>
              <a:gd name="connsiteX687" fmla="*/ 542867 w 7467600"/>
              <a:gd name="connsiteY687" fmla="*/ 4944092 h 6858000"/>
              <a:gd name="connsiteX688" fmla="*/ 515800 w 7467600"/>
              <a:gd name="connsiteY688" fmla="*/ 4862180 h 6858000"/>
              <a:gd name="connsiteX689" fmla="*/ 909145 w 7467600"/>
              <a:gd name="connsiteY689" fmla="*/ 4199225 h 6858000"/>
              <a:gd name="connsiteX690" fmla="*/ 1214067 w 7467600"/>
              <a:gd name="connsiteY690" fmla="*/ 3908561 h 6858000"/>
              <a:gd name="connsiteX691" fmla="*/ 640967 w 7467600"/>
              <a:gd name="connsiteY691" fmla="*/ 4105601 h 6858000"/>
              <a:gd name="connsiteX692" fmla="*/ 112563 w 7467600"/>
              <a:gd name="connsiteY692" fmla="*/ 4396952 h 6858000"/>
              <a:gd name="connsiteX693" fmla="*/ 0 w 7467600"/>
              <a:gd name="connsiteY693" fmla="*/ 4466006 h 6858000"/>
              <a:gd name="connsiteX694" fmla="*/ 0 w 7467600"/>
              <a:gd name="connsiteY694" fmla="*/ 4233763 h 6858000"/>
              <a:gd name="connsiteX695" fmla="*/ 36881 w 7467600"/>
              <a:gd name="connsiteY695" fmla="*/ 4200118 h 6858000"/>
              <a:gd name="connsiteX696" fmla="*/ 910534 w 7467600"/>
              <a:gd name="connsiteY696" fmla="*/ 3629753 h 6858000"/>
              <a:gd name="connsiteX697" fmla="*/ 1578717 w 7467600"/>
              <a:gd name="connsiteY697" fmla="*/ 3575982 h 6858000"/>
              <a:gd name="connsiteX698" fmla="*/ 2338780 w 7467600"/>
              <a:gd name="connsiteY698" fmla="*/ 3033725 h 6858000"/>
              <a:gd name="connsiteX699" fmla="*/ 1807991 w 7467600"/>
              <a:gd name="connsiteY699" fmla="*/ 2807184 h 6858000"/>
              <a:gd name="connsiteX700" fmla="*/ 1416358 w 7467600"/>
              <a:gd name="connsiteY700" fmla="*/ 3112571 h 6858000"/>
              <a:gd name="connsiteX701" fmla="*/ 939066 w 7467600"/>
              <a:gd name="connsiteY701" fmla="*/ 3378798 h 6858000"/>
              <a:gd name="connsiteX702" fmla="*/ 115099 w 7467600"/>
              <a:gd name="connsiteY702" fmla="*/ 3607650 h 6858000"/>
              <a:gd name="connsiteX703" fmla="*/ 97284 w 7467600"/>
              <a:gd name="connsiteY703" fmla="*/ 3520393 h 6858000"/>
              <a:gd name="connsiteX704" fmla="*/ 922050 w 7467600"/>
              <a:gd name="connsiteY704" fmla="*/ 3074867 h 6858000"/>
              <a:gd name="connsiteX705" fmla="*/ 1405265 w 7467600"/>
              <a:gd name="connsiteY705" fmla="*/ 3016319 h 6858000"/>
              <a:gd name="connsiteX706" fmla="*/ 1407512 w 7467600"/>
              <a:gd name="connsiteY706" fmla="*/ 3018001 h 6858000"/>
              <a:gd name="connsiteX707" fmla="*/ 1726266 w 7467600"/>
              <a:gd name="connsiteY707" fmla="*/ 2777274 h 6858000"/>
              <a:gd name="connsiteX708" fmla="*/ 625390 w 7467600"/>
              <a:gd name="connsiteY708" fmla="*/ 2514541 h 6858000"/>
              <a:gd name="connsiteX709" fmla="*/ 619799 w 7467600"/>
              <a:gd name="connsiteY709" fmla="*/ 2527180 h 6858000"/>
              <a:gd name="connsiteX710" fmla="*/ 310030 w 7467600"/>
              <a:gd name="connsiteY710" fmla="*/ 2771818 h 6858000"/>
              <a:gd name="connsiteX711" fmla="*/ 173877 w 7467600"/>
              <a:gd name="connsiteY711" fmla="*/ 2937056 h 6858000"/>
              <a:gd name="connsiteX712" fmla="*/ 77889 w 7467600"/>
              <a:gd name="connsiteY712" fmla="*/ 3138440 h 6858000"/>
              <a:gd name="connsiteX713" fmla="*/ 0 w 7467600"/>
              <a:gd name="connsiteY713" fmla="*/ 3271395 h 6858000"/>
              <a:gd name="connsiteX714" fmla="*/ 0 w 7467600"/>
              <a:gd name="connsiteY714" fmla="*/ 3153002 h 6858000"/>
              <a:gd name="connsiteX715" fmla="*/ 2386 w 7467600"/>
              <a:gd name="connsiteY715" fmla="*/ 3149203 h 6858000"/>
              <a:gd name="connsiteX716" fmla="*/ 89753 w 7467600"/>
              <a:gd name="connsiteY716" fmla="*/ 2987702 h 6858000"/>
              <a:gd name="connsiteX717" fmla="*/ 76869 w 7467600"/>
              <a:gd name="connsiteY717" fmla="*/ 3005404 h 6858000"/>
              <a:gd name="connsiteX718" fmla="*/ 32049 w 7467600"/>
              <a:gd name="connsiteY718" fmla="*/ 3065814 h 6858000"/>
              <a:gd name="connsiteX719" fmla="*/ 0 w 7467600"/>
              <a:gd name="connsiteY719" fmla="*/ 3108744 h 6858000"/>
              <a:gd name="connsiteX720" fmla="*/ 0 w 7467600"/>
              <a:gd name="connsiteY720" fmla="*/ 3058059 h 6858000"/>
              <a:gd name="connsiteX721" fmla="*/ 7610 w 7467600"/>
              <a:gd name="connsiteY721" fmla="*/ 3047889 h 6858000"/>
              <a:gd name="connsiteX722" fmla="*/ 52419 w 7467600"/>
              <a:gd name="connsiteY722" fmla="*/ 2987479 h 6858000"/>
              <a:gd name="connsiteX723" fmla="*/ 59142 w 7467600"/>
              <a:gd name="connsiteY723" fmla="*/ 2978488 h 6858000"/>
              <a:gd name="connsiteX724" fmla="*/ 0 w 7467600"/>
              <a:gd name="connsiteY724" fmla="*/ 3015334 h 6858000"/>
              <a:gd name="connsiteX725" fmla="*/ 0 w 7467600"/>
              <a:gd name="connsiteY725" fmla="*/ 2914286 h 6858000"/>
              <a:gd name="connsiteX726" fmla="*/ 36383 w 7467600"/>
              <a:gd name="connsiteY726" fmla="*/ 2901128 h 6858000"/>
              <a:gd name="connsiteX727" fmla="*/ 156329 w 7467600"/>
              <a:gd name="connsiteY727" fmla="*/ 2840533 h 6858000"/>
              <a:gd name="connsiteX728" fmla="*/ 358355 w 7467600"/>
              <a:gd name="connsiteY728" fmla="*/ 2620471 h 6858000"/>
              <a:gd name="connsiteX729" fmla="*/ 510577 w 7467600"/>
              <a:gd name="connsiteY729" fmla="*/ 2501244 h 6858000"/>
              <a:gd name="connsiteX730" fmla="*/ 211967 w 7467600"/>
              <a:gd name="connsiteY730" fmla="*/ 2479171 h 6858000"/>
              <a:gd name="connsiteX731" fmla="*/ 0 w 7467600"/>
              <a:gd name="connsiteY731" fmla="*/ 2476398 h 6858000"/>
              <a:gd name="connsiteX732" fmla="*/ 0 w 7467600"/>
              <a:gd name="connsiteY732" fmla="*/ 2389189 h 6858000"/>
              <a:gd name="connsiteX733" fmla="*/ 103062 w 7467600"/>
              <a:gd name="connsiteY733" fmla="*/ 2389518 h 6858000"/>
              <a:gd name="connsiteX734" fmla="*/ 510734 w 7467600"/>
              <a:gd name="connsiteY734" fmla="*/ 2416201 h 6858000"/>
              <a:gd name="connsiteX735" fmla="*/ 279257 w 7467600"/>
              <a:gd name="connsiteY735" fmla="*/ 2092102 h 6858000"/>
              <a:gd name="connsiteX736" fmla="*/ 65265 w 7467600"/>
              <a:gd name="connsiteY736" fmla="*/ 2006049 h 6858000"/>
              <a:gd name="connsiteX737" fmla="*/ 0 w 7467600"/>
              <a:gd name="connsiteY737" fmla="*/ 1982532 h 6858000"/>
              <a:gd name="connsiteX738" fmla="*/ 0 w 7467600"/>
              <a:gd name="connsiteY738" fmla="*/ 1912789 h 6858000"/>
              <a:gd name="connsiteX739" fmla="*/ 97460 w 7467600"/>
              <a:gd name="connsiteY739" fmla="*/ 1953725 h 6858000"/>
              <a:gd name="connsiteX740" fmla="*/ 221272 w 7467600"/>
              <a:gd name="connsiteY740" fmla="*/ 1980766 h 6858000"/>
              <a:gd name="connsiteX741" fmla="*/ 116765 w 7467600"/>
              <a:gd name="connsiteY741" fmla="*/ 1911033 h 6858000"/>
              <a:gd name="connsiteX742" fmla="*/ 16405 w 7467600"/>
              <a:gd name="connsiteY742" fmla="*/ 1803412 h 6858000"/>
              <a:gd name="connsiteX743" fmla="*/ 0 w 7467600"/>
              <a:gd name="connsiteY743" fmla="*/ 1784777 h 6858000"/>
              <a:gd name="connsiteX744" fmla="*/ 0 w 7467600"/>
              <a:gd name="connsiteY744" fmla="*/ 1740082 h 6858000"/>
              <a:gd name="connsiteX745" fmla="*/ 39394 w 7467600"/>
              <a:gd name="connsiteY745" fmla="*/ 1784856 h 6858000"/>
              <a:gd name="connsiteX746" fmla="*/ 135813 w 7467600"/>
              <a:gd name="connsiteY746" fmla="*/ 1888838 h 6858000"/>
              <a:gd name="connsiteX747" fmla="*/ 242575 w 7467600"/>
              <a:gd name="connsiteY747" fmla="*/ 1958841 h 6858000"/>
              <a:gd name="connsiteX748" fmla="*/ 82197 w 7467600"/>
              <a:gd name="connsiteY748" fmla="*/ 1754826 h 6858000"/>
              <a:gd name="connsiteX749" fmla="*/ 0 w 7467600"/>
              <a:gd name="connsiteY749" fmla="*/ 1679650 h 6858000"/>
              <a:gd name="connsiteX750" fmla="*/ 0 w 7467600"/>
              <a:gd name="connsiteY750" fmla="*/ 1602463 h 6858000"/>
              <a:gd name="connsiteX751" fmla="*/ 84689 w 7467600"/>
              <a:gd name="connsiteY751" fmla="*/ 1677442 h 6858000"/>
              <a:gd name="connsiteX752" fmla="*/ 298437 w 7467600"/>
              <a:gd name="connsiteY752" fmla="*/ 1968019 h 6858000"/>
              <a:gd name="connsiteX753" fmla="*/ 227269 w 7467600"/>
              <a:gd name="connsiteY753" fmla="*/ 1114064 h 6858000"/>
              <a:gd name="connsiteX754" fmla="*/ 248003 w 7467600"/>
              <a:gd name="connsiteY754" fmla="*/ 1089613 h 6858000"/>
              <a:gd name="connsiteX755" fmla="*/ 427020 w 7467600"/>
              <a:gd name="connsiteY755" fmla="*/ 1619803 h 6858000"/>
              <a:gd name="connsiteX756" fmla="*/ 340345 w 7467600"/>
              <a:gd name="connsiteY756" fmla="*/ 2027739 h 6858000"/>
              <a:gd name="connsiteX757" fmla="*/ 360865 w 7467600"/>
              <a:gd name="connsiteY757" fmla="*/ 2044827 h 6858000"/>
              <a:gd name="connsiteX758" fmla="*/ 560414 w 7467600"/>
              <a:gd name="connsiteY758" fmla="*/ 2421457 h 6858000"/>
              <a:gd name="connsiteX759" fmla="*/ 1359703 w 7467600"/>
              <a:gd name="connsiteY759" fmla="*/ 2578554 h 6858000"/>
              <a:gd name="connsiteX760" fmla="*/ 1359422 w 7467600"/>
              <a:gd name="connsiteY760" fmla="*/ 2577994 h 6858000"/>
              <a:gd name="connsiteX761" fmla="*/ 828701 w 7467600"/>
              <a:gd name="connsiteY761" fmla="*/ 1839520 h 6858000"/>
              <a:gd name="connsiteX762" fmla="*/ 494427 w 7467600"/>
              <a:gd name="connsiteY762" fmla="*/ 1092333 h 6858000"/>
              <a:gd name="connsiteX763" fmla="*/ 506322 w 7467600"/>
              <a:gd name="connsiteY763" fmla="*/ 1020997 h 6858000"/>
              <a:gd name="connsiteX764" fmla="*/ 4570198 w 7467600"/>
              <a:gd name="connsiteY764" fmla="*/ 978081 h 6858000"/>
              <a:gd name="connsiteX765" fmla="*/ 4523691 w 7467600"/>
              <a:gd name="connsiteY765" fmla="*/ 1127776 h 6858000"/>
              <a:gd name="connsiteX766" fmla="*/ 4509875 w 7467600"/>
              <a:gd name="connsiteY766" fmla="*/ 1167552 h 6858000"/>
              <a:gd name="connsiteX767" fmla="*/ 4478168 w 7467600"/>
              <a:gd name="connsiteY767" fmla="*/ 1260735 h 6858000"/>
              <a:gd name="connsiteX768" fmla="*/ 4409309 w 7467600"/>
              <a:gd name="connsiteY768" fmla="*/ 1666996 h 6858000"/>
              <a:gd name="connsiteX769" fmla="*/ 4370031 w 7467600"/>
              <a:gd name="connsiteY769" fmla="*/ 1955666 h 6858000"/>
              <a:gd name="connsiteX770" fmla="*/ 4570198 w 7467600"/>
              <a:gd name="connsiteY770" fmla="*/ 978081 h 6858000"/>
              <a:gd name="connsiteX771" fmla="*/ 4557898 w 7467600"/>
              <a:gd name="connsiteY771" fmla="*/ 900011 h 6858000"/>
              <a:gd name="connsiteX772" fmla="*/ 4344840 w 7467600"/>
              <a:gd name="connsiteY772" fmla="*/ 1922038 h 6858000"/>
              <a:gd name="connsiteX773" fmla="*/ 4378710 w 7467600"/>
              <a:gd name="connsiteY773" fmla="*/ 1665516 h 6858000"/>
              <a:gd name="connsiteX774" fmla="*/ 4448798 w 7467600"/>
              <a:gd name="connsiteY774" fmla="*/ 1253024 h 6858000"/>
              <a:gd name="connsiteX775" fmla="*/ 4480315 w 7467600"/>
              <a:gd name="connsiteY775" fmla="*/ 1158454 h 6858000"/>
              <a:gd name="connsiteX776" fmla="*/ 4494133 w 7467600"/>
              <a:gd name="connsiteY776" fmla="*/ 1118676 h 6858000"/>
              <a:gd name="connsiteX777" fmla="*/ 4557898 w 7467600"/>
              <a:gd name="connsiteY777" fmla="*/ 900011 h 6858000"/>
              <a:gd name="connsiteX778" fmla="*/ 5870151 w 7467600"/>
              <a:gd name="connsiteY778" fmla="*/ 898890 h 6858000"/>
              <a:gd name="connsiteX779" fmla="*/ 5861335 w 7467600"/>
              <a:gd name="connsiteY779" fmla="*/ 899177 h 6858000"/>
              <a:gd name="connsiteX780" fmla="*/ 5843702 w 7467600"/>
              <a:gd name="connsiteY780" fmla="*/ 899748 h 6858000"/>
              <a:gd name="connsiteX781" fmla="*/ 5651107 w 7467600"/>
              <a:gd name="connsiteY781" fmla="*/ 920306 h 6858000"/>
              <a:gd name="connsiteX782" fmla="*/ 5459407 w 7467600"/>
              <a:gd name="connsiteY782" fmla="*/ 940975 h 6858000"/>
              <a:gd name="connsiteX783" fmla="*/ 5374846 w 7467600"/>
              <a:gd name="connsiteY783" fmla="*/ 941988 h 6858000"/>
              <a:gd name="connsiteX784" fmla="*/ 5256105 w 7467600"/>
              <a:gd name="connsiteY784" fmla="*/ 945632 h 6858000"/>
              <a:gd name="connsiteX785" fmla="*/ 5107071 w 7467600"/>
              <a:gd name="connsiteY785" fmla="*/ 969720 h 6858000"/>
              <a:gd name="connsiteX786" fmla="*/ 4998681 w 7467600"/>
              <a:gd name="connsiteY786" fmla="*/ 988771 h 6858000"/>
              <a:gd name="connsiteX787" fmla="*/ 5870151 w 7467600"/>
              <a:gd name="connsiteY787" fmla="*/ 898890 h 6858000"/>
              <a:gd name="connsiteX788" fmla="*/ 5504425 w 7467600"/>
              <a:gd name="connsiteY788" fmla="*/ 848067 h 6858000"/>
              <a:gd name="connsiteX789" fmla="*/ 4968849 w 7467600"/>
              <a:gd name="connsiteY789" fmla="*/ 962318 h 6858000"/>
              <a:gd name="connsiteX790" fmla="*/ 5104039 w 7467600"/>
              <a:gd name="connsiteY790" fmla="*/ 940634 h 6858000"/>
              <a:gd name="connsiteX791" fmla="*/ 5256311 w 7467600"/>
              <a:gd name="connsiteY791" fmla="*/ 916490 h 6858000"/>
              <a:gd name="connsiteX792" fmla="*/ 5377381 w 7467600"/>
              <a:gd name="connsiteY792" fmla="*/ 912671 h 6858000"/>
              <a:gd name="connsiteX793" fmla="*/ 5460148 w 7467600"/>
              <a:gd name="connsiteY793" fmla="*/ 911442 h 6858000"/>
              <a:gd name="connsiteX794" fmla="*/ 5648971 w 7467600"/>
              <a:gd name="connsiteY794" fmla="*/ 891331 h 6858000"/>
              <a:gd name="connsiteX795" fmla="*/ 5844807 w 7467600"/>
              <a:gd name="connsiteY795" fmla="*/ 870718 h 6858000"/>
              <a:gd name="connsiteX796" fmla="*/ 5862975 w 7467600"/>
              <a:gd name="connsiteY796" fmla="*/ 869756 h 6858000"/>
              <a:gd name="connsiteX797" fmla="*/ 5920887 w 7467600"/>
              <a:gd name="connsiteY797" fmla="*/ 865929 h 6858000"/>
              <a:gd name="connsiteX798" fmla="*/ 5504425 w 7467600"/>
              <a:gd name="connsiteY798" fmla="*/ 848067 h 6858000"/>
              <a:gd name="connsiteX799" fmla="*/ 3607114 w 7467600"/>
              <a:gd name="connsiteY799" fmla="*/ 467441 h 6858000"/>
              <a:gd name="connsiteX800" fmla="*/ 3296242 w 7467600"/>
              <a:gd name="connsiteY800" fmla="*/ 807991 h 6858000"/>
              <a:gd name="connsiteX801" fmla="*/ 3174674 w 7467600"/>
              <a:gd name="connsiteY801" fmla="*/ 919759 h 6858000"/>
              <a:gd name="connsiteX802" fmla="*/ 3042978 w 7467600"/>
              <a:gd name="connsiteY802" fmla="*/ 1054894 h 6858000"/>
              <a:gd name="connsiteX803" fmla="*/ 2968914 w 7467600"/>
              <a:gd name="connsiteY803" fmla="*/ 1133756 h 6858000"/>
              <a:gd name="connsiteX804" fmla="*/ 3103823 w 7467600"/>
              <a:gd name="connsiteY804" fmla="*/ 1026814 h 6858000"/>
              <a:gd name="connsiteX805" fmla="*/ 3607114 w 7467600"/>
              <a:gd name="connsiteY805" fmla="*/ 467441 h 6858000"/>
              <a:gd name="connsiteX806" fmla="*/ 3744487 w 7467600"/>
              <a:gd name="connsiteY806" fmla="*/ 383136 h 6858000"/>
              <a:gd name="connsiteX807" fmla="*/ 3970213 w 7467600"/>
              <a:gd name="connsiteY807" fmla="*/ 995559 h 6858000"/>
              <a:gd name="connsiteX808" fmla="*/ 3744487 w 7467600"/>
              <a:gd name="connsiteY808" fmla="*/ 383136 h 6858000"/>
              <a:gd name="connsiteX809" fmla="*/ 3624562 w 7467600"/>
              <a:gd name="connsiteY809" fmla="*/ 367041 h 6858000"/>
              <a:gd name="connsiteX810" fmla="*/ 3489712 w 7467600"/>
              <a:gd name="connsiteY810" fmla="*/ 485386 h 6858000"/>
              <a:gd name="connsiteX811" fmla="*/ 3182994 w 7467600"/>
              <a:gd name="connsiteY811" fmla="*/ 828265 h 6858000"/>
              <a:gd name="connsiteX812" fmla="*/ 2892114 w 7467600"/>
              <a:gd name="connsiteY812" fmla="*/ 1172635 h 6858000"/>
              <a:gd name="connsiteX813" fmla="*/ 3021459 w 7467600"/>
              <a:gd name="connsiteY813" fmla="*/ 1035385 h 6858000"/>
              <a:gd name="connsiteX814" fmla="*/ 3153873 w 7467600"/>
              <a:gd name="connsiteY814" fmla="*/ 898971 h 6858000"/>
              <a:gd name="connsiteX815" fmla="*/ 3276511 w 7467600"/>
              <a:gd name="connsiteY815" fmla="*/ 786423 h 6858000"/>
              <a:gd name="connsiteX816" fmla="*/ 3584154 w 7467600"/>
              <a:gd name="connsiteY816" fmla="*/ 448218 h 6858000"/>
              <a:gd name="connsiteX817" fmla="*/ 3624562 w 7467600"/>
              <a:gd name="connsiteY817" fmla="*/ 367041 h 6858000"/>
              <a:gd name="connsiteX818" fmla="*/ 3766672 w 7467600"/>
              <a:gd name="connsiteY818" fmla="*/ 359429 h 6858000"/>
              <a:gd name="connsiteX819" fmla="*/ 3996338 w 7467600"/>
              <a:gd name="connsiteY819" fmla="*/ 968237 h 6858000"/>
              <a:gd name="connsiteX820" fmla="*/ 3766672 w 7467600"/>
              <a:gd name="connsiteY820" fmla="*/ 359429 h 6858000"/>
              <a:gd name="connsiteX821" fmla="*/ 5805386 w 7467600"/>
              <a:gd name="connsiteY821" fmla="*/ 239240 h 6858000"/>
              <a:gd name="connsiteX822" fmla="*/ 5736947 w 7467600"/>
              <a:gd name="connsiteY822" fmla="*/ 261367 h 6858000"/>
              <a:gd name="connsiteX823" fmla="*/ 5427012 w 7467600"/>
              <a:gd name="connsiteY823" fmla="*/ 311272 h 6858000"/>
              <a:gd name="connsiteX824" fmla="*/ 5147818 w 7467600"/>
              <a:gd name="connsiteY824" fmla="*/ 322112 h 6858000"/>
              <a:gd name="connsiteX825" fmla="*/ 5060854 w 7467600"/>
              <a:gd name="connsiteY825" fmla="*/ 311882 h 6858000"/>
              <a:gd name="connsiteX826" fmla="*/ 4945989 w 7467600"/>
              <a:gd name="connsiteY826" fmla="*/ 300516 h 6858000"/>
              <a:gd name="connsiteX827" fmla="*/ 5410479 w 7467600"/>
              <a:gd name="connsiteY827" fmla="*/ 348434 h 6858000"/>
              <a:gd name="connsiteX828" fmla="*/ 5805386 w 7467600"/>
              <a:gd name="connsiteY828" fmla="*/ 239240 h 6858000"/>
              <a:gd name="connsiteX829" fmla="*/ 5905192 w 7467600"/>
              <a:gd name="connsiteY829" fmla="*/ 163079 h 6858000"/>
              <a:gd name="connsiteX830" fmla="*/ 5865655 w 7467600"/>
              <a:gd name="connsiteY830" fmla="*/ 171901 h 6858000"/>
              <a:gd name="connsiteX831" fmla="*/ 5259740 w 7467600"/>
              <a:gd name="connsiteY831" fmla="*/ 257013 h 6858000"/>
              <a:gd name="connsiteX832" fmla="*/ 5208466 w 7467600"/>
              <a:gd name="connsiteY832" fmla="*/ 257550 h 6858000"/>
              <a:gd name="connsiteX833" fmla="*/ 4980204 w 7467600"/>
              <a:gd name="connsiteY833" fmla="*/ 271903 h 6858000"/>
              <a:gd name="connsiteX834" fmla="*/ 5068068 w 7467600"/>
              <a:gd name="connsiteY834" fmla="*/ 282244 h 6858000"/>
              <a:gd name="connsiteX835" fmla="*/ 5153231 w 7467600"/>
              <a:gd name="connsiteY835" fmla="*/ 292240 h 6858000"/>
              <a:gd name="connsiteX836" fmla="*/ 5426491 w 7467600"/>
              <a:gd name="connsiteY836" fmla="*/ 281128 h 6858000"/>
              <a:gd name="connsiteX837" fmla="*/ 5731212 w 7467600"/>
              <a:gd name="connsiteY837" fmla="*/ 231951 h 6858000"/>
              <a:gd name="connsiteX838" fmla="*/ 5905192 w 7467600"/>
              <a:gd name="connsiteY838" fmla="*/ 163079 h 6858000"/>
              <a:gd name="connsiteX839" fmla="*/ 5944437 w 7467600"/>
              <a:gd name="connsiteY839" fmla="*/ 113829 h 6858000"/>
              <a:gd name="connsiteX840" fmla="*/ 5825032 w 7467600"/>
              <a:gd name="connsiteY840" fmla="*/ 146405 h 6858000"/>
              <a:gd name="connsiteX841" fmla="*/ 4955599 w 7467600"/>
              <a:gd name="connsiteY841" fmla="*/ 247008 h 6858000"/>
              <a:gd name="connsiteX842" fmla="*/ 5210104 w 7467600"/>
              <a:gd name="connsiteY842" fmla="*/ 228123 h 6858000"/>
              <a:gd name="connsiteX843" fmla="*/ 5261015 w 7467600"/>
              <a:gd name="connsiteY843" fmla="*/ 227087 h 6858000"/>
              <a:gd name="connsiteX844" fmla="*/ 5861181 w 7467600"/>
              <a:gd name="connsiteY844" fmla="*/ 143093 h 6858000"/>
              <a:gd name="connsiteX845" fmla="*/ 5961252 w 7467600"/>
              <a:gd name="connsiteY845" fmla="*/ 114820 h 6858000"/>
              <a:gd name="connsiteX846" fmla="*/ 5944437 w 7467600"/>
              <a:gd name="connsiteY846" fmla="*/ 113829 h 6858000"/>
              <a:gd name="connsiteX847" fmla="*/ 3882765 w 7467600"/>
              <a:gd name="connsiteY847" fmla="*/ 0 h 6858000"/>
              <a:gd name="connsiteX848" fmla="*/ 3995099 w 7467600"/>
              <a:gd name="connsiteY848" fmla="*/ 0 h 6858000"/>
              <a:gd name="connsiteX849" fmla="*/ 4163818 w 7467600"/>
              <a:gd name="connsiteY849" fmla="*/ 234104 h 6858000"/>
              <a:gd name="connsiteX850" fmla="*/ 4172099 w 7467600"/>
              <a:gd name="connsiteY850" fmla="*/ 234207 h 6858000"/>
              <a:gd name="connsiteX851" fmla="*/ 4784282 w 7467600"/>
              <a:gd name="connsiteY851" fmla="*/ 276561 h 6858000"/>
              <a:gd name="connsiteX852" fmla="*/ 4801687 w 7467600"/>
              <a:gd name="connsiteY852" fmla="*/ 267764 h 6858000"/>
              <a:gd name="connsiteX853" fmla="*/ 6082788 w 7467600"/>
              <a:gd name="connsiteY853" fmla="*/ 64119 h 6858000"/>
              <a:gd name="connsiteX854" fmla="*/ 6099442 w 7467600"/>
              <a:gd name="connsiteY854" fmla="*/ 82568 h 6858000"/>
              <a:gd name="connsiteX855" fmla="*/ 4804137 w 7467600"/>
              <a:gd name="connsiteY855" fmla="*/ 320931 h 6858000"/>
              <a:gd name="connsiteX856" fmla="*/ 4227047 w 7467600"/>
              <a:gd name="connsiteY856" fmla="*/ 313415 h 6858000"/>
              <a:gd name="connsiteX857" fmla="*/ 4346041 w 7467600"/>
              <a:gd name="connsiteY857" fmla="*/ 456086 h 6858000"/>
              <a:gd name="connsiteX858" fmla="*/ 4870967 w 7467600"/>
              <a:gd name="connsiteY858" fmla="*/ 963061 h 6858000"/>
              <a:gd name="connsiteX859" fmla="*/ 4889647 w 7467600"/>
              <a:gd name="connsiteY859" fmla="*/ 957147 h 6858000"/>
              <a:gd name="connsiteX860" fmla="*/ 5422504 w 7467600"/>
              <a:gd name="connsiteY860" fmla="*/ 805191 h 6858000"/>
              <a:gd name="connsiteX861" fmla="*/ 6087656 w 7467600"/>
              <a:gd name="connsiteY861" fmla="*/ 826703 h 6858000"/>
              <a:gd name="connsiteX862" fmla="*/ 6058717 w 7467600"/>
              <a:gd name="connsiteY862" fmla="*/ 865992 h 6858000"/>
              <a:gd name="connsiteX863" fmla="*/ 4974153 w 7467600"/>
              <a:gd name="connsiteY863" fmla="*/ 1045456 h 6858000"/>
              <a:gd name="connsiteX864" fmla="*/ 5627835 w 7467600"/>
              <a:gd name="connsiteY864" fmla="*/ 1472077 h 6858000"/>
              <a:gd name="connsiteX865" fmla="*/ 5629817 w 7467600"/>
              <a:gd name="connsiteY865" fmla="*/ 1471412 h 6858000"/>
              <a:gd name="connsiteX866" fmla="*/ 5634124 w 7467600"/>
              <a:gd name="connsiteY866" fmla="*/ 1470572 h 6858000"/>
              <a:gd name="connsiteX867" fmla="*/ 5755832 w 7467600"/>
              <a:gd name="connsiteY867" fmla="*/ 1383886 h 6858000"/>
              <a:gd name="connsiteX868" fmla="*/ 6014186 w 7467600"/>
              <a:gd name="connsiteY868" fmla="*/ 1279799 h 6858000"/>
              <a:gd name="connsiteX869" fmla="*/ 6901619 w 7467600"/>
              <a:gd name="connsiteY869" fmla="*/ 1047874 h 6858000"/>
              <a:gd name="connsiteX870" fmla="*/ 6931566 w 7467600"/>
              <a:gd name="connsiteY870" fmla="*/ 1062034 h 6858000"/>
              <a:gd name="connsiteX871" fmla="*/ 5790982 w 7467600"/>
              <a:gd name="connsiteY871" fmla="*/ 1561380 h 6858000"/>
              <a:gd name="connsiteX872" fmla="*/ 6188971 w 7467600"/>
              <a:gd name="connsiteY872" fmla="*/ 1755168 h 6858000"/>
              <a:gd name="connsiteX873" fmla="*/ 6202446 w 7467600"/>
              <a:gd name="connsiteY873" fmla="*/ 1752268 h 6858000"/>
              <a:gd name="connsiteX874" fmla="*/ 7179560 w 7467600"/>
              <a:gd name="connsiteY874" fmla="*/ 1467551 h 6858000"/>
              <a:gd name="connsiteX875" fmla="*/ 7158730 w 7467600"/>
              <a:gd name="connsiteY875" fmla="*/ 1507835 h 6858000"/>
              <a:gd name="connsiteX876" fmla="*/ 6326959 w 7467600"/>
              <a:gd name="connsiteY876" fmla="*/ 1817686 h 6858000"/>
              <a:gd name="connsiteX877" fmla="*/ 6537433 w 7467600"/>
              <a:gd name="connsiteY877" fmla="*/ 1907790 h 6858000"/>
              <a:gd name="connsiteX878" fmla="*/ 6550221 w 7467600"/>
              <a:gd name="connsiteY878" fmla="*/ 1910729 h 6858000"/>
              <a:gd name="connsiteX879" fmla="*/ 6964438 w 7467600"/>
              <a:gd name="connsiteY879" fmla="*/ 2209505 h 6858000"/>
              <a:gd name="connsiteX880" fmla="*/ 7367862 w 7467600"/>
              <a:gd name="connsiteY880" fmla="*/ 2806833 h 6858000"/>
              <a:gd name="connsiteX881" fmla="*/ 7364329 w 7467600"/>
              <a:gd name="connsiteY881" fmla="*/ 2826907 h 6858000"/>
              <a:gd name="connsiteX882" fmla="*/ 7290545 w 7467600"/>
              <a:gd name="connsiteY882" fmla="*/ 2850663 h 6858000"/>
              <a:gd name="connsiteX883" fmla="*/ 6472036 w 7467600"/>
              <a:gd name="connsiteY883" fmla="*/ 1959003 h 6858000"/>
              <a:gd name="connsiteX884" fmla="*/ 5792897 w 7467600"/>
              <a:gd name="connsiteY884" fmla="*/ 1647747 h 6858000"/>
              <a:gd name="connsiteX885" fmla="*/ 5842751 w 7467600"/>
              <a:gd name="connsiteY885" fmla="*/ 1816112 h 6858000"/>
              <a:gd name="connsiteX886" fmla="*/ 5847424 w 7467600"/>
              <a:gd name="connsiteY886" fmla="*/ 1815776 h 6858000"/>
              <a:gd name="connsiteX887" fmla="*/ 6399821 w 7467600"/>
              <a:gd name="connsiteY887" fmla="*/ 2344799 h 6858000"/>
              <a:gd name="connsiteX888" fmla="*/ 6323232 w 7467600"/>
              <a:gd name="connsiteY888" fmla="*/ 2389634 h 6858000"/>
              <a:gd name="connsiteX889" fmla="*/ 5942958 w 7467600"/>
              <a:gd name="connsiteY889" fmla="*/ 2077708 h 6858000"/>
              <a:gd name="connsiteX890" fmla="*/ 5921559 w 7467600"/>
              <a:gd name="connsiteY890" fmla="*/ 2378596 h 6858000"/>
              <a:gd name="connsiteX891" fmla="*/ 5817651 w 7467600"/>
              <a:gd name="connsiteY891" fmla="*/ 3023919 h 6858000"/>
              <a:gd name="connsiteX892" fmla="*/ 5729634 w 7467600"/>
              <a:gd name="connsiteY892" fmla="*/ 3051849 h 6858000"/>
              <a:gd name="connsiteX893" fmla="*/ 5611018 w 7467600"/>
              <a:gd name="connsiteY893" fmla="*/ 2316769 h 6858000"/>
              <a:gd name="connsiteX894" fmla="*/ 5687608 w 7467600"/>
              <a:gd name="connsiteY894" fmla="*/ 2039972 h 6858000"/>
              <a:gd name="connsiteX895" fmla="*/ 5657554 w 7467600"/>
              <a:gd name="connsiteY895" fmla="*/ 1576445 h 6858000"/>
              <a:gd name="connsiteX896" fmla="*/ 5150475 w 7467600"/>
              <a:gd name="connsiteY896" fmla="*/ 1274012 h 6858000"/>
              <a:gd name="connsiteX897" fmla="*/ 5349142 w 7467600"/>
              <a:gd name="connsiteY897" fmla="*/ 2204405 h 6858000"/>
              <a:gd name="connsiteX898" fmla="*/ 5262214 w 7467600"/>
              <a:gd name="connsiteY898" fmla="*/ 2233836 h 6858000"/>
              <a:gd name="connsiteX899" fmla="*/ 4981539 w 7467600"/>
              <a:gd name="connsiteY899" fmla="*/ 1542201 h 6858000"/>
              <a:gd name="connsiteX900" fmla="*/ 4958461 w 7467600"/>
              <a:gd name="connsiteY900" fmla="*/ 1136957 h 6858000"/>
              <a:gd name="connsiteX901" fmla="*/ 4655015 w 7467600"/>
              <a:gd name="connsiteY901" fmla="*/ 891426 h 6858000"/>
              <a:gd name="connsiteX902" fmla="*/ 4348002 w 7467600"/>
              <a:gd name="connsiteY902" fmla="*/ 2205895 h 6858000"/>
              <a:gd name="connsiteX903" fmla="*/ 4262250 w 7467600"/>
              <a:gd name="connsiteY903" fmla="*/ 2219972 h 6858000"/>
              <a:gd name="connsiteX904" fmla="*/ 4550611 w 7467600"/>
              <a:gd name="connsiteY904" fmla="*/ 817540 h 6858000"/>
              <a:gd name="connsiteX905" fmla="*/ 4564418 w 7467600"/>
              <a:gd name="connsiteY905" fmla="*/ 808293 h 6858000"/>
              <a:gd name="connsiteX906" fmla="*/ 4266388 w 7467600"/>
              <a:gd name="connsiteY906" fmla="*/ 500083 h 6858000"/>
              <a:gd name="connsiteX907" fmla="*/ 4032842 w 7467600"/>
              <a:gd name="connsiteY907" fmla="*/ 211809 h 6858000"/>
              <a:gd name="connsiteX908" fmla="*/ 3882765 w 7467600"/>
              <a:gd name="connsiteY908" fmla="*/ 0 h 6858000"/>
              <a:gd name="connsiteX909" fmla="*/ 3721337 w 7467600"/>
              <a:gd name="connsiteY909" fmla="*/ 0 h 6858000"/>
              <a:gd name="connsiteX910" fmla="*/ 3797544 w 7467600"/>
              <a:gd name="connsiteY910" fmla="*/ 0 h 6858000"/>
              <a:gd name="connsiteX911" fmla="*/ 3775734 w 7467600"/>
              <a:gd name="connsiteY911" fmla="*/ 95131 h 6858000"/>
              <a:gd name="connsiteX912" fmla="*/ 3724807 w 7467600"/>
              <a:gd name="connsiteY912" fmla="*/ 272257 h 6858000"/>
              <a:gd name="connsiteX913" fmla="*/ 3726844 w 7467600"/>
              <a:gd name="connsiteY913" fmla="*/ 282988 h 6858000"/>
              <a:gd name="connsiteX914" fmla="*/ 3742664 w 7467600"/>
              <a:gd name="connsiteY914" fmla="*/ 279918 h 6858000"/>
              <a:gd name="connsiteX915" fmla="*/ 4103910 w 7467600"/>
              <a:gd name="connsiteY915" fmla="*/ 1161917 h 6858000"/>
              <a:gd name="connsiteX916" fmla="*/ 4020269 w 7467600"/>
              <a:gd name="connsiteY916" fmla="*/ 1200406 h 6858000"/>
              <a:gd name="connsiteX917" fmla="*/ 3674882 w 7467600"/>
              <a:gd name="connsiteY917" fmla="*/ 488524 h 6858000"/>
              <a:gd name="connsiteX918" fmla="*/ 3132682 w 7467600"/>
              <a:gd name="connsiteY918" fmla="*/ 1072284 h 6858000"/>
              <a:gd name="connsiteX919" fmla="*/ 2716346 w 7467600"/>
              <a:gd name="connsiteY919" fmla="*/ 1276376 h 6858000"/>
              <a:gd name="connsiteX920" fmla="*/ 2716772 w 7467600"/>
              <a:gd name="connsiteY920" fmla="*/ 1255462 h 6858000"/>
              <a:gd name="connsiteX921" fmla="*/ 3471096 w 7467600"/>
              <a:gd name="connsiteY921" fmla="*/ 437072 h 6858000"/>
              <a:gd name="connsiteX922" fmla="*/ 3639057 w 7467600"/>
              <a:gd name="connsiteY922" fmla="*/ 286334 h 6858000"/>
              <a:gd name="connsiteX923" fmla="*/ 3640309 w 7467600"/>
              <a:gd name="connsiteY923" fmla="*/ 284664 h 6858000"/>
              <a:gd name="connsiteX924" fmla="*/ 3646022 w 7467600"/>
              <a:gd name="connsiteY924" fmla="*/ 276711 h 6858000"/>
              <a:gd name="connsiteX925" fmla="*/ 3707943 w 7467600"/>
              <a:gd name="connsiteY925" fmla="*/ 65958 h 6858000"/>
              <a:gd name="connsiteX926" fmla="*/ 3721337 w 7467600"/>
              <a:gd name="connsiteY926" fmla="*/ 0 h 6858000"/>
              <a:gd name="connsiteX927" fmla="*/ 2867960 w 7467600"/>
              <a:gd name="connsiteY927" fmla="*/ 0 h 6858000"/>
              <a:gd name="connsiteX928" fmla="*/ 2926351 w 7467600"/>
              <a:gd name="connsiteY928" fmla="*/ 0 h 6858000"/>
              <a:gd name="connsiteX929" fmla="*/ 2902823 w 7467600"/>
              <a:gd name="connsiteY929" fmla="*/ 262929 h 6858000"/>
              <a:gd name="connsiteX930" fmla="*/ 2940663 w 7467600"/>
              <a:gd name="connsiteY930" fmla="*/ 140884 h 6858000"/>
              <a:gd name="connsiteX931" fmla="*/ 2947039 w 7467600"/>
              <a:gd name="connsiteY931" fmla="*/ 122524 h 6858000"/>
              <a:gd name="connsiteX932" fmla="*/ 2984316 w 7467600"/>
              <a:gd name="connsiteY932" fmla="*/ 0 h 6858000"/>
              <a:gd name="connsiteX933" fmla="*/ 3016114 w 7467600"/>
              <a:gd name="connsiteY933" fmla="*/ 0 h 6858000"/>
              <a:gd name="connsiteX934" fmla="*/ 2979949 w 7467600"/>
              <a:gd name="connsiteY934" fmla="*/ 119274 h 6858000"/>
              <a:gd name="connsiteX935" fmla="*/ 3023879 w 7467600"/>
              <a:gd name="connsiteY935" fmla="*/ 0 h 6858000"/>
              <a:gd name="connsiteX936" fmla="*/ 3105400 w 7467600"/>
              <a:gd name="connsiteY936" fmla="*/ 0 h 6858000"/>
              <a:gd name="connsiteX937" fmla="*/ 3094669 w 7467600"/>
              <a:gd name="connsiteY937" fmla="*/ 30308 h 6858000"/>
              <a:gd name="connsiteX938" fmla="*/ 2901945 w 7467600"/>
              <a:gd name="connsiteY938" fmla="*/ 466538 h 6858000"/>
              <a:gd name="connsiteX939" fmla="*/ 2815209 w 7467600"/>
              <a:gd name="connsiteY939" fmla="*/ 497361 h 6858000"/>
              <a:gd name="connsiteX940" fmla="*/ 2844845 w 7467600"/>
              <a:gd name="connsiteY940" fmla="*/ 127638 h 6858000"/>
              <a:gd name="connsiteX941" fmla="*/ 2867960 w 7467600"/>
              <a:gd name="connsiteY941" fmla="*/ 0 h 6858000"/>
              <a:gd name="connsiteX942" fmla="*/ 1057230 w 7467600"/>
              <a:gd name="connsiteY942" fmla="*/ 0 h 6858000"/>
              <a:gd name="connsiteX943" fmla="*/ 1111003 w 7467600"/>
              <a:gd name="connsiteY943" fmla="*/ 0 h 6858000"/>
              <a:gd name="connsiteX944" fmla="*/ 1125553 w 7467600"/>
              <a:gd name="connsiteY944" fmla="*/ 52588 h 6858000"/>
              <a:gd name="connsiteX945" fmla="*/ 1304276 w 7467600"/>
              <a:gd name="connsiteY945" fmla="*/ 476275 h 6858000"/>
              <a:gd name="connsiteX946" fmla="*/ 1492066 w 7467600"/>
              <a:gd name="connsiteY946" fmla="*/ 886333 h 6858000"/>
              <a:gd name="connsiteX947" fmla="*/ 1423698 w 7467600"/>
              <a:gd name="connsiteY947" fmla="*/ 710817 h 6858000"/>
              <a:gd name="connsiteX948" fmla="*/ 1357609 w 7467600"/>
              <a:gd name="connsiteY948" fmla="*/ 532892 h 6858000"/>
              <a:gd name="connsiteX949" fmla="*/ 1309550 w 7467600"/>
              <a:gd name="connsiteY949" fmla="*/ 374031 h 6858000"/>
              <a:gd name="connsiteX950" fmla="*/ 1193673 w 7467600"/>
              <a:gd name="connsiteY950" fmla="*/ 49533 h 6858000"/>
              <a:gd name="connsiteX951" fmla="*/ 1164391 w 7467600"/>
              <a:gd name="connsiteY951" fmla="*/ 0 h 6858000"/>
              <a:gd name="connsiteX952" fmla="*/ 1200666 w 7467600"/>
              <a:gd name="connsiteY952" fmla="*/ 0 h 6858000"/>
              <a:gd name="connsiteX953" fmla="*/ 1223408 w 7467600"/>
              <a:gd name="connsiteY953" fmla="*/ 38996 h 6858000"/>
              <a:gd name="connsiteX954" fmla="*/ 1339635 w 7467600"/>
              <a:gd name="connsiteY954" fmla="*/ 365517 h 6858000"/>
              <a:gd name="connsiteX955" fmla="*/ 1387469 w 7467600"/>
              <a:gd name="connsiteY955" fmla="*/ 523079 h 6858000"/>
              <a:gd name="connsiteX956" fmla="*/ 1452685 w 7467600"/>
              <a:gd name="connsiteY956" fmla="*/ 699806 h 6858000"/>
              <a:gd name="connsiteX957" fmla="*/ 1492092 w 7467600"/>
              <a:gd name="connsiteY957" fmla="*/ 800424 h 6858000"/>
              <a:gd name="connsiteX958" fmla="*/ 1455302 w 7467600"/>
              <a:gd name="connsiteY958" fmla="*/ 632913 h 6858000"/>
              <a:gd name="connsiteX959" fmla="*/ 1222336 w 7467600"/>
              <a:gd name="connsiteY959" fmla="*/ 9480 h 6858000"/>
              <a:gd name="connsiteX960" fmla="*/ 1214634 w 7467600"/>
              <a:gd name="connsiteY960" fmla="*/ 0 h 6858000"/>
              <a:gd name="connsiteX961" fmla="*/ 1289827 w 7467600"/>
              <a:gd name="connsiteY961" fmla="*/ 0 h 6858000"/>
              <a:gd name="connsiteX962" fmla="*/ 1321076 w 7467600"/>
              <a:gd name="connsiteY962" fmla="*/ 59722 h 6858000"/>
              <a:gd name="connsiteX963" fmla="*/ 1512579 w 7467600"/>
              <a:gd name="connsiteY963" fmla="*/ 626441 h 6858000"/>
              <a:gd name="connsiteX964" fmla="*/ 1506076 w 7467600"/>
              <a:gd name="connsiteY964" fmla="*/ 1089289 h 6858000"/>
              <a:gd name="connsiteX965" fmla="*/ 1486346 w 7467600"/>
              <a:gd name="connsiteY965" fmla="*/ 1079919 h 6858000"/>
              <a:gd name="connsiteX966" fmla="*/ 1070511 w 7467600"/>
              <a:gd name="connsiteY966" fmla="*/ 48609 h 6858000"/>
              <a:gd name="connsiteX967" fmla="*/ 1057230 w 7467600"/>
              <a:gd name="connsiteY967" fmla="*/ 0 h 6858000"/>
              <a:gd name="connsiteX968" fmla="*/ 43151 w 7467600"/>
              <a:gd name="connsiteY968" fmla="*/ 0 h 6858000"/>
              <a:gd name="connsiteX969" fmla="*/ 95283 w 7467600"/>
              <a:gd name="connsiteY969" fmla="*/ 0 h 6858000"/>
              <a:gd name="connsiteX970" fmla="*/ 300708 w 7467600"/>
              <a:gd name="connsiteY970" fmla="*/ 154571 h 6858000"/>
              <a:gd name="connsiteX971" fmla="*/ 530414 w 7467600"/>
              <a:gd name="connsiteY971" fmla="*/ 354673 h 6858000"/>
              <a:gd name="connsiteX972" fmla="*/ 333785 w 7467600"/>
              <a:gd name="connsiteY972" fmla="*/ 161564 h 6858000"/>
              <a:gd name="connsiteX973" fmla="*/ 147005 w 7467600"/>
              <a:gd name="connsiteY973" fmla="*/ 0 h 6858000"/>
              <a:gd name="connsiteX974" fmla="*/ 272509 w 7467600"/>
              <a:gd name="connsiteY974" fmla="*/ 0 h 6858000"/>
              <a:gd name="connsiteX975" fmla="*/ 326276 w 7467600"/>
              <a:gd name="connsiteY975" fmla="*/ 45847 h 6858000"/>
              <a:gd name="connsiteX976" fmla="*/ 823759 w 7467600"/>
              <a:gd name="connsiteY976" fmla="*/ 574145 h 6858000"/>
              <a:gd name="connsiteX977" fmla="*/ 811254 w 7467600"/>
              <a:gd name="connsiteY977" fmla="*/ 665546 h 6858000"/>
              <a:gd name="connsiteX978" fmla="*/ 154042 w 7467600"/>
              <a:gd name="connsiteY978" fmla="*/ 261522 h 6858000"/>
              <a:gd name="connsiteX979" fmla="*/ 13550 w 7467600"/>
              <a:gd name="connsiteY979" fmla="*/ 158423 h 6858000"/>
              <a:gd name="connsiteX980" fmla="*/ 0 w 7467600"/>
              <a:gd name="connsiteY980" fmla="*/ 146618 h 6858000"/>
              <a:gd name="connsiteX981" fmla="*/ 0 w 7467600"/>
              <a:gd name="connsiteY981" fmla="*/ 59161 h 6858000"/>
              <a:gd name="connsiteX982" fmla="*/ 45427 w 7467600"/>
              <a:gd name="connsiteY982" fmla="*/ 101078 h 6858000"/>
              <a:gd name="connsiteX983" fmla="*/ 630103 w 7467600"/>
              <a:gd name="connsiteY983" fmla="*/ 485885 h 6858000"/>
              <a:gd name="connsiteX984" fmla="*/ 532040 w 7467600"/>
              <a:gd name="connsiteY984" fmla="*/ 399359 h 6858000"/>
              <a:gd name="connsiteX985" fmla="*/ 517618 w 7467600"/>
              <a:gd name="connsiteY985" fmla="*/ 385726 h 6858000"/>
              <a:gd name="connsiteX986" fmla="*/ 285074 w 7467600"/>
              <a:gd name="connsiteY986" fmla="*/ 182755 h 6858000"/>
              <a:gd name="connsiteX987" fmla="*/ 43151 w 7467600"/>
              <a:gd name="connsiteY98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312201 w 7467600"/>
              <a:gd name="connsiteY130" fmla="*/ 5128278 h 6858000"/>
              <a:gd name="connsiteX131" fmla="*/ 1903353 w 7467600"/>
              <a:gd name="connsiteY131" fmla="*/ 5044827 h 6858000"/>
              <a:gd name="connsiteX132" fmla="*/ 1936931 w 7467600"/>
              <a:gd name="connsiteY132" fmla="*/ 5093954 h 6858000"/>
              <a:gd name="connsiteX133" fmla="*/ 2195868 w 7467600"/>
              <a:gd name="connsiteY133" fmla="*/ 5396574 h 6858000"/>
              <a:gd name="connsiteX134" fmla="*/ 2088852 w 7467600"/>
              <a:gd name="connsiteY134" fmla="*/ 5166123 h 6858000"/>
              <a:gd name="connsiteX135" fmla="*/ 1958241 w 7467600"/>
              <a:gd name="connsiteY135" fmla="*/ 5067955 h 6858000"/>
              <a:gd name="connsiteX136" fmla="*/ 1903353 w 7467600"/>
              <a:gd name="connsiteY136" fmla="*/ 5044827 h 6858000"/>
              <a:gd name="connsiteX137" fmla="*/ 1979378 w 7467600"/>
              <a:gd name="connsiteY137" fmla="*/ 4769504 h 6858000"/>
              <a:gd name="connsiteX138" fmla="*/ 2882120 w 7467600"/>
              <a:gd name="connsiteY138" fmla="*/ 5064547 h 6858000"/>
              <a:gd name="connsiteX139" fmla="*/ 2793103 w 7467600"/>
              <a:gd name="connsiteY139" fmla="*/ 5039699 h 6858000"/>
              <a:gd name="connsiteX140" fmla="*/ 2770041 w 7467600"/>
              <a:gd name="connsiteY140" fmla="*/ 5033634 h 6858000"/>
              <a:gd name="connsiteX141" fmla="*/ 1979378 w 7467600"/>
              <a:gd name="connsiteY141" fmla="*/ 4769504 h 6858000"/>
              <a:gd name="connsiteX142" fmla="*/ 1927410 w 7467600"/>
              <a:gd name="connsiteY142" fmla="*/ 4716164 h 6858000"/>
              <a:gd name="connsiteX143" fmla="*/ 1959587 w 7467600"/>
              <a:gd name="connsiteY143" fmla="*/ 4728849 h 6858000"/>
              <a:gd name="connsiteX144" fmla="*/ 2777707 w 7467600"/>
              <a:gd name="connsiteY144" fmla="*/ 5003991 h 6858000"/>
              <a:gd name="connsiteX145" fmla="*/ 2800768 w 7467600"/>
              <a:gd name="connsiteY145" fmla="*/ 5010056 h 6858000"/>
              <a:gd name="connsiteX146" fmla="*/ 2879408 w 7467600"/>
              <a:gd name="connsiteY146" fmla="*/ 5031590 h 6858000"/>
              <a:gd name="connsiteX147" fmla="*/ 2862295 w 7467600"/>
              <a:gd name="connsiteY147" fmla="*/ 5022958 h 6858000"/>
              <a:gd name="connsiteX148" fmla="*/ 2813343 w 7467600"/>
              <a:gd name="connsiteY148" fmla="*/ 4998369 h 6858000"/>
              <a:gd name="connsiteX149" fmla="*/ 2646245 w 7467600"/>
              <a:gd name="connsiteY149" fmla="*/ 4930999 h 6858000"/>
              <a:gd name="connsiteX150" fmla="*/ 1999243 w 7467600"/>
              <a:gd name="connsiteY150" fmla="*/ 4730524 h 6858000"/>
              <a:gd name="connsiteX151" fmla="*/ 1979527 w 7467600"/>
              <a:gd name="connsiteY151" fmla="*/ 4726651 h 6858000"/>
              <a:gd name="connsiteX152" fmla="*/ 1927410 w 7467600"/>
              <a:gd name="connsiteY152" fmla="*/ 4716164 h 6858000"/>
              <a:gd name="connsiteX153" fmla="*/ 1997014 w 7467600"/>
              <a:gd name="connsiteY153" fmla="*/ 4698007 h 6858000"/>
              <a:gd name="connsiteX154" fmla="*/ 2005458 w 7467600"/>
              <a:gd name="connsiteY154" fmla="*/ 4699540 h 6858000"/>
              <a:gd name="connsiteX155" fmla="*/ 2657186 w 7467600"/>
              <a:gd name="connsiteY155" fmla="*/ 4901687 h 6858000"/>
              <a:gd name="connsiteX156" fmla="*/ 2826662 w 7467600"/>
              <a:gd name="connsiteY156" fmla="*/ 4970362 h 6858000"/>
              <a:gd name="connsiteX157" fmla="*/ 2876100 w 7467600"/>
              <a:gd name="connsiteY157" fmla="*/ 4995397 h 6858000"/>
              <a:gd name="connsiteX158" fmla="*/ 3042600 w 7467600"/>
              <a:gd name="connsiteY158" fmla="*/ 5059532 h 6858000"/>
              <a:gd name="connsiteX159" fmla="*/ 1997014 w 7467600"/>
              <a:gd name="connsiteY159" fmla="*/ 4698007 h 6858000"/>
              <a:gd name="connsiteX160" fmla="*/ 2305292 w 7467600"/>
              <a:gd name="connsiteY160" fmla="*/ 4219492 h 6858000"/>
              <a:gd name="connsiteX161" fmla="*/ 3360922 w 7467600"/>
              <a:gd name="connsiteY161" fmla="*/ 4529373 h 6858000"/>
              <a:gd name="connsiteX162" fmla="*/ 3492420 w 7467600"/>
              <a:gd name="connsiteY162" fmla="*/ 4510145 h 6858000"/>
              <a:gd name="connsiteX163" fmla="*/ 3364086 w 7467600"/>
              <a:gd name="connsiteY163" fmla="*/ 4480340 h 6858000"/>
              <a:gd name="connsiteX164" fmla="*/ 3225818 w 7467600"/>
              <a:gd name="connsiteY164" fmla="*/ 4411822 h 6858000"/>
              <a:gd name="connsiteX165" fmla="*/ 3129696 w 7467600"/>
              <a:gd name="connsiteY165" fmla="*/ 4360704 h 6858000"/>
              <a:gd name="connsiteX166" fmla="*/ 2814545 w 7467600"/>
              <a:gd name="connsiteY166" fmla="*/ 4282955 h 6858000"/>
              <a:gd name="connsiteX167" fmla="*/ 2305292 w 7467600"/>
              <a:gd name="connsiteY167" fmla="*/ 4219492 h 6858000"/>
              <a:gd name="connsiteX168" fmla="*/ 2626982 w 7467600"/>
              <a:gd name="connsiteY168" fmla="*/ 4206450 h 6858000"/>
              <a:gd name="connsiteX169" fmla="*/ 2490617 w 7467600"/>
              <a:gd name="connsiteY169" fmla="*/ 4206951 h 6858000"/>
              <a:gd name="connsiteX170" fmla="*/ 2819869 w 7467600"/>
              <a:gd name="connsiteY170" fmla="*/ 4252936 h 6858000"/>
              <a:gd name="connsiteX171" fmla="*/ 3143018 w 7467600"/>
              <a:gd name="connsiteY171" fmla="*/ 4332698 h 6858000"/>
              <a:gd name="connsiteX172" fmla="*/ 3241520 w 7467600"/>
              <a:gd name="connsiteY172" fmla="*/ 4385112 h 6858000"/>
              <a:gd name="connsiteX173" fmla="*/ 3374575 w 7467600"/>
              <a:gd name="connsiteY173" fmla="*/ 4451517 h 6858000"/>
              <a:gd name="connsiteX174" fmla="*/ 3505221 w 7467600"/>
              <a:gd name="connsiteY174" fmla="*/ 4480757 h 6858000"/>
              <a:gd name="connsiteX175" fmla="*/ 2626982 w 7467600"/>
              <a:gd name="connsiteY175" fmla="*/ 4206450 h 6858000"/>
              <a:gd name="connsiteX176" fmla="*/ 1310106 w 7467600"/>
              <a:gd name="connsiteY176" fmla="*/ 3943217 h 6858000"/>
              <a:gd name="connsiteX177" fmla="*/ 854994 w 7467600"/>
              <a:gd name="connsiteY177" fmla="*/ 4399136 h 6858000"/>
              <a:gd name="connsiteX178" fmla="*/ 742462 w 7467600"/>
              <a:gd name="connsiteY178" fmla="*/ 4594648 h 6858000"/>
              <a:gd name="connsiteX179" fmla="*/ 820602 w 7467600"/>
              <a:gd name="connsiteY179" fmla="*/ 4485915 h 6858000"/>
              <a:gd name="connsiteX180" fmla="*/ 878295 w 7467600"/>
              <a:gd name="connsiteY180" fmla="*/ 4403594 h 6858000"/>
              <a:gd name="connsiteX181" fmla="*/ 1240607 w 7467600"/>
              <a:gd name="connsiteY181" fmla="*/ 4010401 h 6858000"/>
              <a:gd name="connsiteX182" fmla="*/ 1310106 w 7467600"/>
              <a:gd name="connsiteY182" fmla="*/ 3943217 h 6858000"/>
              <a:gd name="connsiteX183" fmla="*/ 1423113 w 7467600"/>
              <a:gd name="connsiteY183" fmla="*/ 3874565 h 6858000"/>
              <a:gd name="connsiteX184" fmla="*/ 1260565 w 7467600"/>
              <a:gd name="connsiteY184" fmla="*/ 4031982 h 6858000"/>
              <a:gd name="connsiteX185" fmla="*/ 901900 w 7467600"/>
              <a:gd name="connsiteY185" fmla="*/ 4421236 h 6858000"/>
              <a:gd name="connsiteX186" fmla="*/ 845044 w 7467600"/>
              <a:gd name="connsiteY186" fmla="*/ 4502436 h 6858000"/>
              <a:gd name="connsiteX187" fmla="*/ 685926 w 7467600"/>
              <a:gd name="connsiteY187" fmla="*/ 4703069 h 6858000"/>
              <a:gd name="connsiteX188" fmla="*/ 684248 w 7467600"/>
              <a:gd name="connsiteY188" fmla="*/ 4706721 h 6858000"/>
              <a:gd name="connsiteX189" fmla="*/ 1423113 w 7467600"/>
              <a:gd name="connsiteY189" fmla="*/ 3874565 h 6858000"/>
              <a:gd name="connsiteX190" fmla="*/ 3316479 w 7467600"/>
              <a:gd name="connsiteY190" fmla="*/ 3872136 h 6858000"/>
              <a:gd name="connsiteX191" fmla="*/ 3546806 w 7467600"/>
              <a:gd name="connsiteY191" fmla="*/ 4356139 h 6858000"/>
              <a:gd name="connsiteX192" fmla="*/ 3364433 w 7467600"/>
              <a:gd name="connsiteY192" fmla="*/ 3953121 h 6858000"/>
              <a:gd name="connsiteX193" fmla="*/ 3316479 w 7467600"/>
              <a:gd name="connsiteY193" fmla="*/ 3872136 h 6858000"/>
              <a:gd name="connsiteX194" fmla="*/ 3291335 w 7467600"/>
              <a:gd name="connsiteY194" fmla="*/ 3767420 h 6858000"/>
              <a:gd name="connsiteX195" fmla="*/ 3390805 w 7467600"/>
              <a:gd name="connsiteY195" fmla="*/ 3937163 h 6858000"/>
              <a:gd name="connsiteX196" fmla="*/ 3579062 w 7467600"/>
              <a:gd name="connsiteY196" fmla="*/ 4359040 h 6858000"/>
              <a:gd name="connsiteX197" fmla="*/ 3467355 w 7467600"/>
              <a:gd name="connsiteY197" fmla="*/ 3988130 h 6858000"/>
              <a:gd name="connsiteX198" fmla="*/ 3310753 w 7467600"/>
              <a:gd name="connsiteY198" fmla="*/ 3787140 h 6858000"/>
              <a:gd name="connsiteX199" fmla="*/ 3291335 w 7467600"/>
              <a:gd name="connsiteY199" fmla="*/ 3767420 h 6858000"/>
              <a:gd name="connsiteX200" fmla="*/ 1635889 w 7467600"/>
              <a:gd name="connsiteY200" fmla="*/ 3709494 h 6858000"/>
              <a:gd name="connsiteX201" fmla="*/ 1634800 w 7467600"/>
              <a:gd name="connsiteY201" fmla="*/ 3731111 h 6858000"/>
              <a:gd name="connsiteX202" fmla="*/ 1635889 w 7467600"/>
              <a:gd name="connsiteY202" fmla="*/ 3709494 h 6858000"/>
              <a:gd name="connsiteX203" fmla="*/ 1510397 w 7467600"/>
              <a:gd name="connsiteY203" fmla="*/ 3684705 h 6858000"/>
              <a:gd name="connsiteX204" fmla="*/ 1146550 w 7467600"/>
              <a:gd name="connsiteY204" fmla="*/ 3802012 h 6858000"/>
              <a:gd name="connsiteX205" fmla="*/ 698834 w 7467600"/>
              <a:gd name="connsiteY205" fmla="*/ 3952272 h 6858000"/>
              <a:gd name="connsiteX206" fmla="*/ 34256 w 7467600"/>
              <a:gd name="connsiteY206" fmla="*/ 4347603 h 6858000"/>
              <a:gd name="connsiteX207" fmla="*/ 527241 w 7467600"/>
              <a:gd name="connsiteY207" fmla="*/ 4065078 h 6858000"/>
              <a:gd name="connsiteX208" fmla="*/ 1510397 w 7467600"/>
              <a:gd name="connsiteY208" fmla="*/ 3684705 h 6858000"/>
              <a:gd name="connsiteX209" fmla="*/ 1313114 w 7467600"/>
              <a:gd name="connsiteY209" fmla="*/ 3655216 h 6858000"/>
              <a:gd name="connsiteX210" fmla="*/ 1109304 w 7467600"/>
              <a:gd name="connsiteY210" fmla="*/ 3669030 h 6858000"/>
              <a:gd name="connsiteX211" fmla="*/ 8129 w 7467600"/>
              <a:gd name="connsiteY211" fmla="*/ 4330519 h 6858000"/>
              <a:gd name="connsiteX212" fmla="*/ 687572 w 7467600"/>
              <a:gd name="connsiteY212" fmla="*/ 3925629 h 6858000"/>
              <a:gd name="connsiteX213" fmla="*/ 1138365 w 7467600"/>
              <a:gd name="connsiteY213" fmla="*/ 3774515 h 6858000"/>
              <a:gd name="connsiteX214" fmla="*/ 1505579 w 7467600"/>
              <a:gd name="connsiteY214" fmla="*/ 3655526 h 6858000"/>
              <a:gd name="connsiteX215" fmla="*/ 1313114 w 7467600"/>
              <a:gd name="connsiteY215" fmla="*/ 3655216 h 6858000"/>
              <a:gd name="connsiteX216" fmla="*/ 3655073 w 7467600"/>
              <a:gd name="connsiteY216" fmla="*/ 3650884 h 6858000"/>
              <a:gd name="connsiteX217" fmla="*/ 3989938 w 7467600"/>
              <a:gd name="connsiteY217" fmla="*/ 3991685 h 6858000"/>
              <a:gd name="connsiteX218" fmla="*/ 4393907 w 7467600"/>
              <a:gd name="connsiteY218" fmla="*/ 4261258 h 6858000"/>
              <a:gd name="connsiteX219" fmla="*/ 4648051 w 7467600"/>
              <a:gd name="connsiteY219" fmla="*/ 4374051 h 6858000"/>
              <a:gd name="connsiteX220" fmla="*/ 4383389 w 7467600"/>
              <a:gd name="connsiteY220" fmla="*/ 4184369 h 6858000"/>
              <a:gd name="connsiteX221" fmla="*/ 4165508 w 7467600"/>
              <a:gd name="connsiteY221" fmla="*/ 4035196 h 6858000"/>
              <a:gd name="connsiteX222" fmla="*/ 4068162 w 7467600"/>
              <a:gd name="connsiteY222" fmla="*/ 3953394 h 6858000"/>
              <a:gd name="connsiteX223" fmla="*/ 3981416 w 7467600"/>
              <a:gd name="connsiteY223" fmla="*/ 3880482 h 6858000"/>
              <a:gd name="connsiteX224" fmla="*/ 3800147 w 7467600"/>
              <a:gd name="connsiteY224" fmla="*/ 3749872 h 6858000"/>
              <a:gd name="connsiteX225" fmla="*/ 3655073 w 7467600"/>
              <a:gd name="connsiteY225" fmla="*/ 3650884 h 6858000"/>
              <a:gd name="connsiteX226" fmla="*/ 3670252 w 7467600"/>
              <a:gd name="connsiteY226" fmla="*/ 3622798 h 6858000"/>
              <a:gd name="connsiteX227" fmla="*/ 3817258 w 7467600"/>
              <a:gd name="connsiteY227" fmla="*/ 3723577 h 6858000"/>
              <a:gd name="connsiteX228" fmla="*/ 4000461 w 7467600"/>
              <a:gd name="connsiteY228" fmla="*/ 3855966 h 6858000"/>
              <a:gd name="connsiteX229" fmla="*/ 4088180 w 7467600"/>
              <a:gd name="connsiteY229" fmla="*/ 3929774 h 6858000"/>
              <a:gd name="connsiteX230" fmla="*/ 4184555 w 7467600"/>
              <a:gd name="connsiteY230" fmla="*/ 4010683 h 6858000"/>
              <a:gd name="connsiteX231" fmla="*/ 4399563 w 7467600"/>
              <a:gd name="connsiteY231" fmla="*/ 4158106 h 6858000"/>
              <a:gd name="connsiteX232" fmla="*/ 4684469 w 7467600"/>
              <a:gd name="connsiteY232" fmla="*/ 4364680 h 6858000"/>
              <a:gd name="connsiteX233" fmla="*/ 4690271 w 7467600"/>
              <a:gd name="connsiteY233" fmla="*/ 4370034 h 6858000"/>
              <a:gd name="connsiteX234" fmla="*/ 4136093 w 7467600"/>
              <a:gd name="connsiteY234" fmla="*/ 3858466 h 6858000"/>
              <a:gd name="connsiteX235" fmla="*/ 3670252 w 7467600"/>
              <a:gd name="connsiteY235" fmla="*/ 3622798 h 6858000"/>
              <a:gd name="connsiteX236" fmla="*/ 4440129 w 7467600"/>
              <a:gd name="connsiteY236" fmla="*/ 3448571 h 6858000"/>
              <a:gd name="connsiteX237" fmla="*/ 4856525 w 7467600"/>
              <a:gd name="connsiteY237" fmla="*/ 3915351 h 6858000"/>
              <a:gd name="connsiteX238" fmla="*/ 5059055 w 7467600"/>
              <a:gd name="connsiteY238" fmla="*/ 4108918 h 6858000"/>
              <a:gd name="connsiteX239" fmla="*/ 5290070 w 7467600"/>
              <a:gd name="connsiteY239" fmla="*/ 4263619 h 6858000"/>
              <a:gd name="connsiteX240" fmla="*/ 4834991 w 7467600"/>
              <a:gd name="connsiteY240" fmla="*/ 3830985 h 6858000"/>
              <a:gd name="connsiteX241" fmla="*/ 4440129 w 7467600"/>
              <a:gd name="connsiteY241" fmla="*/ 3448571 h 6858000"/>
              <a:gd name="connsiteX242" fmla="*/ 4441737 w 7467600"/>
              <a:gd name="connsiteY242" fmla="*/ 3399734 h 6858000"/>
              <a:gd name="connsiteX243" fmla="*/ 4431236 w 7467600"/>
              <a:gd name="connsiteY243" fmla="*/ 3400954 h 6858000"/>
              <a:gd name="connsiteX244" fmla="*/ 4557150 w 7467600"/>
              <a:gd name="connsiteY244" fmla="*/ 3510023 h 6858000"/>
              <a:gd name="connsiteX245" fmla="*/ 4856936 w 7467600"/>
              <a:gd name="connsiteY245" fmla="*/ 3809146 h 6858000"/>
              <a:gd name="connsiteX246" fmla="*/ 5111996 w 7467600"/>
              <a:gd name="connsiteY246" fmla="*/ 4065759 h 6858000"/>
              <a:gd name="connsiteX247" fmla="*/ 5388878 w 7467600"/>
              <a:gd name="connsiteY247" fmla="*/ 4300185 h 6858000"/>
              <a:gd name="connsiteX248" fmla="*/ 5425556 w 7467600"/>
              <a:gd name="connsiteY248" fmla="*/ 4308967 h 6858000"/>
              <a:gd name="connsiteX249" fmla="*/ 4943646 w 7467600"/>
              <a:gd name="connsiteY249" fmla="*/ 3822916 h 6858000"/>
              <a:gd name="connsiteX250" fmla="*/ 4594837 w 7467600"/>
              <a:gd name="connsiteY250" fmla="*/ 3532274 h 6858000"/>
              <a:gd name="connsiteX251" fmla="*/ 4441737 w 7467600"/>
              <a:gd name="connsiteY251" fmla="*/ 3399734 h 6858000"/>
              <a:gd name="connsiteX252" fmla="*/ 5425834 w 7467600"/>
              <a:gd name="connsiteY252" fmla="*/ 3162785 h 6858000"/>
              <a:gd name="connsiteX253" fmla="*/ 5401644 w 7467600"/>
              <a:gd name="connsiteY253" fmla="*/ 3617847 h 6858000"/>
              <a:gd name="connsiteX254" fmla="*/ 5467256 w 7467600"/>
              <a:gd name="connsiteY254" fmla="*/ 4175494 h 6858000"/>
              <a:gd name="connsiteX255" fmla="*/ 5448069 w 7467600"/>
              <a:gd name="connsiteY255" fmla="*/ 3567554 h 6858000"/>
              <a:gd name="connsiteX256" fmla="*/ 5425834 w 7467600"/>
              <a:gd name="connsiteY256" fmla="*/ 3162785 h 6858000"/>
              <a:gd name="connsiteX257" fmla="*/ 1318687 w 7467600"/>
              <a:gd name="connsiteY257" fmla="*/ 3113840 h 6858000"/>
              <a:gd name="connsiteX258" fmla="*/ 1066793 w 7467600"/>
              <a:gd name="connsiteY258" fmla="*/ 3212171 h 6858000"/>
              <a:gd name="connsiteX259" fmla="*/ 993319 w 7467600"/>
              <a:gd name="connsiteY259" fmla="*/ 3247648 h 6858000"/>
              <a:gd name="connsiteX260" fmla="*/ 853081 w 7467600"/>
              <a:gd name="connsiteY260" fmla="*/ 3312410 h 6858000"/>
              <a:gd name="connsiteX261" fmla="*/ 805957 w 7467600"/>
              <a:gd name="connsiteY261" fmla="*/ 3330443 h 6858000"/>
              <a:gd name="connsiteX262" fmla="*/ 1318687 w 7467600"/>
              <a:gd name="connsiteY262" fmla="*/ 3113840 h 6858000"/>
              <a:gd name="connsiteX263" fmla="*/ 5453702 w 7467600"/>
              <a:gd name="connsiteY263" fmla="*/ 3090882 h 6858000"/>
              <a:gd name="connsiteX264" fmla="*/ 5480135 w 7467600"/>
              <a:gd name="connsiteY264" fmla="*/ 3565802 h 6858000"/>
              <a:gd name="connsiteX265" fmla="*/ 5499023 w 7467600"/>
              <a:gd name="connsiteY265" fmla="*/ 4166310 h 6858000"/>
              <a:gd name="connsiteX266" fmla="*/ 5547022 w 7467600"/>
              <a:gd name="connsiteY266" fmla="*/ 3607838 h 6858000"/>
              <a:gd name="connsiteX267" fmla="*/ 5515964 w 7467600"/>
              <a:gd name="connsiteY267" fmla="*/ 3378541 h 6858000"/>
              <a:gd name="connsiteX268" fmla="*/ 5453702 w 7467600"/>
              <a:gd name="connsiteY268" fmla="*/ 3090882 h 6858000"/>
              <a:gd name="connsiteX269" fmla="*/ 1238695 w 7467600"/>
              <a:gd name="connsiteY269" fmla="*/ 3076820 h 6858000"/>
              <a:gd name="connsiteX270" fmla="*/ 716371 w 7467600"/>
              <a:gd name="connsiteY270" fmla="*/ 3293249 h 6858000"/>
              <a:gd name="connsiteX271" fmla="*/ 579522 w 7467600"/>
              <a:gd name="connsiteY271" fmla="*/ 3371759 h 6858000"/>
              <a:gd name="connsiteX272" fmla="*/ 600288 w 7467600"/>
              <a:gd name="connsiteY272" fmla="*/ 3365555 h 6858000"/>
              <a:gd name="connsiteX273" fmla="*/ 840692 w 7467600"/>
              <a:gd name="connsiteY273" fmla="*/ 3284921 h 6858000"/>
              <a:gd name="connsiteX274" fmla="*/ 979248 w 7467600"/>
              <a:gd name="connsiteY274" fmla="*/ 3221003 h 6858000"/>
              <a:gd name="connsiteX275" fmla="*/ 1053282 w 7467600"/>
              <a:gd name="connsiteY275" fmla="*/ 3185247 h 6858000"/>
              <a:gd name="connsiteX276" fmla="*/ 1320603 w 7467600"/>
              <a:gd name="connsiteY276" fmla="*/ 3081281 h 6858000"/>
              <a:gd name="connsiteX277" fmla="*/ 1238695 w 7467600"/>
              <a:gd name="connsiteY277" fmla="*/ 3076820 h 6858000"/>
              <a:gd name="connsiteX278" fmla="*/ 5425627 w 7467600"/>
              <a:gd name="connsiteY278" fmla="*/ 2954192 h 6858000"/>
              <a:gd name="connsiteX279" fmla="*/ 5470770 w 7467600"/>
              <a:gd name="connsiteY279" fmla="*/ 3005435 h 6858000"/>
              <a:gd name="connsiteX280" fmla="*/ 5519779 w 7467600"/>
              <a:gd name="connsiteY280" fmla="*/ 4359223 h 6858000"/>
              <a:gd name="connsiteX281" fmla="*/ 5520293 w 7467600"/>
              <a:gd name="connsiteY281" fmla="*/ 4360602 h 6858000"/>
              <a:gd name="connsiteX282" fmla="*/ 5767221 w 7467600"/>
              <a:gd name="connsiteY282" fmla="*/ 4665564 h 6858000"/>
              <a:gd name="connsiteX283" fmla="*/ 6937169 w 7467600"/>
              <a:gd name="connsiteY283" fmla="*/ 4815941 h 6858000"/>
              <a:gd name="connsiteX284" fmla="*/ 6953922 w 7467600"/>
              <a:gd name="connsiteY284" fmla="*/ 4890068 h 6858000"/>
              <a:gd name="connsiteX285" fmla="*/ 6071359 w 7467600"/>
              <a:gd name="connsiteY285" fmla="*/ 4770770 h 6858000"/>
              <a:gd name="connsiteX286" fmla="*/ 6038839 w 7467600"/>
              <a:gd name="connsiteY286" fmla="*/ 4764474 h 6858000"/>
              <a:gd name="connsiteX287" fmla="*/ 6038706 w 7467600"/>
              <a:gd name="connsiteY287" fmla="*/ 4763847 h 6858000"/>
              <a:gd name="connsiteX288" fmla="*/ 6037784 w 7467600"/>
              <a:gd name="connsiteY288" fmla="*/ 4764270 h 6858000"/>
              <a:gd name="connsiteX289" fmla="*/ 6038839 w 7467600"/>
              <a:gd name="connsiteY289" fmla="*/ 4764474 h 6858000"/>
              <a:gd name="connsiteX290" fmla="*/ 6040338 w 7467600"/>
              <a:gd name="connsiteY290" fmla="*/ 4771418 h 6858000"/>
              <a:gd name="connsiteX291" fmla="*/ 6024488 w 7467600"/>
              <a:gd name="connsiteY291" fmla="*/ 4809903 h 6858000"/>
              <a:gd name="connsiteX292" fmla="*/ 5599771 w 7467600"/>
              <a:gd name="connsiteY292" fmla="*/ 5509652 h 6858000"/>
              <a:gd name="connsiteX293" fmla="*/ 5548843 w 7467600"/>
              <a:gd name="connsiteY293" fmla="*/ 5563845 h 6858000"/>
              <a:gd name="connsiteX294" fmla="*/ 5940952 w 7467600"/>
              <a:gd name="connsiteY294" fmla="*/ 6250028 h 6858000"/>
              <a:gd name="connsiteX295" fmla="*/ 6043441 w 7467600"/>
              <a:gd name="connsiteY295" fmla="*/ 6665847 h 6858000"/>
              <a:gd name="connsiteX296" fmla="*/ 6093432 w 7467600"/>
              <a:gd name="connsiteY296" fmla="*/ 6858000 h 6858000"/>
              <a:gd name="connsiteX297" fmla="*/ 6034344 w 7467600"/>
              <a:gd name="connsiteY297" fmla="*/ 6858000 h 6858000"/>
              <a:gd name="connsiteX298" fmla="*/ 6026679 w 7467600"/>
              <a:gd name="connsiteY298" fmla="*/ 6836959 h 6858000"/>
              <a:gd name="connsiteX299" fmla="*/ 5800441 w 7467600"/>
              <a:gd name="connsiteY299" fmla="*/ 6335286 h 6858000"/>
              <a:gd name="connsiteX300" fmla="*/ 5526562 w 7467600"/>
              <a:gd name="connsiteY300" fmla="*/ 5705388 h 6858000"/>
              <a:gd name="connsiteX301" fmla="*/ 5519640 w 7467600"/>
              <a:gd name="connsiteY301" fmla="*/ 5683774 h 6858000"/>
              <a:gd name="connsiteX302" fmla="*/ 5844559 w 7467600"/>
              <a:gd name="connsiteY302" fmla="*/ 6553349 h 6858000"/>
              <a:gd name="connsiteX303" fmla="*/ 5975994 w 7467600"/>
              <a:gd name="connsiteY303" fmla="*/ 6858000 h 6858000"/>
              <a:gd name="connsiteX304" fmla="*/ 5898547 w 7467600"/>
              <a:gd name="connsiteY304" fmla="*/ 6858000 h 6858000"/>
              <a:gd name="connsiteX305" fmla="*/ 5682041 w 7467600"/>
              <a:gd name="connsiteY305" fmla="*/ 6355860 h 6858000"/>
              <a:gd name="connsiteX306" fmla="*/ 5461758 w 7467600"/>
              <a:gd name="connsiteY306" fmla="*/ 5820220 h 6858000"/>
              <a:gd name="connsiteX307" fmla="*/ 5237282 w 7467600"/>
              <a:gd name="connsiteY307" fmla="*/ 6579086 h 6858000"/>
              <a:gd name="connsiteX308" fmla="*/ 5115009 w 7467600"/>
              <a:gd name="connsiteY308" fmla="*/ 6858000 h 6858000"/>
              <a:gd name="connsiteX309" fmla="*/ 5028074 w 7467600"/>
              <a:gd name="connsiteY309" fmla="*/ 6858000 h 6858000"/>
              <a:gd name="connsiteX310" fmla="*/ 5079508 w 7467600"/>
              <a:gd name="connsiteY310" fmla="*/ 6749074 h 6858000"/>
              <a:gd name="connsiteX311" fmla="*/ 5371846 w 7467600"/>
              <a:gd name="connsiteY311" fmla="*/ 5924413 h 6858000"/>
              <a:gd name="connsiteX312" fmla="*/ 5270512 w 7467600"/>
              <a:gd name="connsiteY312" fmla="*/ 6138975 h 6858000"/>
              <a:gd name="connsiteX313" fmla="*/ 5062409 w 7467600"/>
              <a:gd name="connsiteY313" fmla="*/ 6653544 h 6858000"/>
              <a:gd name="connsiteX314" fmla="*/ 5036628 w 7467600"/>
              <a:gd name="connsiteY314" fmla="*/ 6754247 h 6858000"/>
              <a:gd name="connsiteX315" fmla="*/ 5009112 w 7467600"/>
              <a:gd name="connsiteY315" fmla="*/ 6858000 h 6858000"/>
              <a:gd name="connsiteX316" fmla="*/ 4976679 w 7467600"/>
              <a:gd name="connsiteY316" fmla="*/ 6858000 h 6858000"/>
              <a:gd name="connsiteX317" fmla="*/ 5006537 w 7467600"/>
              <a:gd name="connsiteY317" fmla="*/ 6747068 h 6858000"/>
              <a:gd name="connsiteX318" fmla="*/ 5032723 w 7467600"/>
              <a:gd name="connsiteY318" fmla="*/ 6644957 h 6858000"/>
              <a:gd name="connsiteX319" fmla="*/ 5242949 w 7467600"/>
              <a:gd name="connsiteY319" fmla="*/ 6125175 h 6858000"/>
              <a:gd name="connsiteX320" fmla="*/ 5286321 w 7467600"/>
              <a:gd name="connsiteY320" fmla="*/ 6033555 h 6858000"/>
              <a:gd name="connsiteX321" fmla="*/ 5008210 w 7467600"/>
              <a:gd name="connsiteY321" fmla="*/ 6649194 h 6858000"/>
              <a:gd name="connsiteX322" fmla="*/ 4986321 w 7467600"/>
              <a:gd name="connsiteY322" fmla="*/ 6765687 h 6858000"/>
              <a:gd name="connsiteX323" fmla="*/ 4973474 w 7467600"/>
              <a:gd name="connsiteY323" fmla="*/ 6858000 h 6858000"/>
              <a:gd name="connsiteX324" fmla="*/ 4907178 w 7467600"/>
              <a:gd name="connsiteY324" fmla="*/ 6858000 h 6858000"/>
              <a:gd name="connsiteX325" fmla="*/ 4910810 w 7467600"/>
              <a:gd name="connsiteY325" fmla="*/ 6829660 h 6858000"/>
              <a:gd name="connsiteX326" fmla="*/ 4987461 w 7467600"/>
              <a:gd name="connsiteY326" fmla="*/ 6432994 h 6858000"/>
              <a:gd name="connsiteX327" fmla="*/ 5179262 w 7467600"/>
              <a:gd name="connsiteY327" fmla="*/ 6035044 h 6858000"/>
              <a:gd name="connsiteX328" fmla="*/ 4689678 w 7467600"/>
              <a:gd name="connsiteY328" fmla="*/ 6440241 h 6858000"/>
              <a:gd name="connsiteX329" fmla="*/ 4477543 w 7467600"/>
              <a:gd name="connsiteY329" fmla="*/ 6674836 h 6858000"/>
              <a:gd name="connsiteX330" fmla="*/ 4329957 w 7467600"/>
              <a:gd name="connsiteY330" fmla="*/ 6858000 h 6858000"/>
              <a:gd name="connsiteX331" fmla="*/ 4218595 w 7467600"/>
              <a:gd name="connsiteY331" fmla="*/ 6858000 h 6858000"/>
              <a:gd name="connsiteX332" fmla="*/ 4368888 w 7467600"/>
              <a:gd name="connsiteY332" fmla="*/ 6668412 h 6858000"/>
              <a:gd name="connsiteX333" fmla="*/ 4563091 w 7467600"/>
              <a:gd name="connsiteY333" fmla="*/ 6442508 h 6858000"/>
              <a:gd name="connsiteX334" fmla="*/ 5387324 w 7467600"/>
              <a:gd name="connsiteY334" fmla="*/ 5705830 h 6858000"/>
              <a:gd name="connsiteX335" fmla="*/ 5073620 w 7467600"/>
              <a:gd name="connsiteY335" fmla="*/ 5955437 h 6858000"/>
              <a:gd name="connsiteX336" fmla="*/ 4689789 w 7467600"/>
              <a:gd name="connsiteY336" fmla="*/ 6268382 h 6858000"/>
              <a:gd name="connsiteX337" fmla="*/ 4418722 w 7467600"/>
              <a:gd name="connsiteY337" fmla="*/ 6570886 h 6858000"/>
              <a:gd name="connsiteX338" fmla="*/ 4214944 w 7467600"/>
              <a:gd name="connsiteY338" fmla="*/ 6858000 h 6858000"/>
              <a:gd name="connsiteX339" fmla="*/ 4177898 w 7467600"/>
              <a:gd name="connsiteY339" fmla="*/ 6858000 h 6858000"/>
              <a:gd name="connsiteX340" fmla="*/ 4391597 w 7467600"/>
              <a:gd name="connsiteY340" fmla="*/ 6556370 h 6858000"/>
              <a:gd name="connsiteX341" fmla="*/ 4668889 w 7467600"/>
              <a:gd name="connsiteY341" fmla="*/ 6246399 h 6858000"/>
              <a:gd name="connsiteX342" fmla="*/ 5055427 w 7467600"/>
              <a:gd name="connsiteY342" fmla="*/ 5931476 h 6858000"/>
              <a:gd name="connsiteX343" fmla="*/ 5371814 w 7467600"/>
              <a:gd name="connsiteY343" fmla="*/ 5678975 h 6858000"/>
              <a:gd name="connsiteX344" fmla="*/ 4987918 w 7467600"/>
              <a:gd name="connsiteY344" fmla="*/ 5838701 h 6858000"/>
              <a:gd name="connsiteX345" fmla="*/ 4317146 w 7467600"/>
              <a:gd name="connsiteY345" fmla="*/ 6587716 h 6858000"/>
              <a:gd name="connsiteX346" fmla="*/ 4171627 w 7467600"/>
              <a:gd name="connsiteY346" fmla="*/ 6858000 h 6858000"/>
              <a:gd name="connsiteX347" fmla="*/ 4081585 w 7467600"/>
              <a:gd name="connsiteY347" fmla="*/ 6858000 h 6858000"/>
              <a:gd name="connsiteX348" fmla="*/ 4238603 w 7467600"/>
              <a:gd name="connsiteY348" fmla="*/ 6559341 h 6858000"/>
              <a:gd name="connsiteX349" fmla="*/ 4778333 w 7467600"/>
              <a:gd name="connsiteY349" fmla="*/ 5873626 h 6858000"/>
              <a:gd name="connsiteX350" fmla="*/ 5414185 w 7467600"/>
              <a:gd name="connsiteY350" fmla="*/ 5573882 h 6858000"/>
              <a:gd name="connsiteX351" fmla="*/ 5959648 w 7467600"/>
              <a:gd name="connsiteY351" fmla="*/ 4760797 h 6858000"/>
              <a:gd name="connsiteX352" fmla="*/ 5355019 w 7467600"/>
              <a:gd name="connsiteY352" fmla="*/ 4734672 h 6858000"/>
              <a:gd name="connsiteX353" fmla="*/ 5083565 w 7467600"/>
              <a:gd name="connsiteY353" fmla="*/ 5179121 h 6858000"/>
              <a:gd name="connsiteX354" fmla="*/ 4713577 w 7467600"/>
              <a:gd name="connsiteY354" fmla="*/ 5616803 h 6858000"/>
              <a:gd name="connsiteX355" fmla="*/ 3989559 w 7467600"/>
              <a:gd name="connsiteY355" fmla="*/ 6145945 h 6858000"/>
              <a:gd name="connsiteX356" fmla="*/ 3939824 w 7467600"/>
              <a:gd name="connsiteY356" fmla="*/ 6066900 h 6858000"/>
              <a:gd name="connsiteX357" fmla="*/ 4584537 w 7467600"/>
              <a:gd name="connsiteY357" fmla="*/ 5324826 h 6858000"/>
              <a:gd name="connsiteX358" fmla="*/ 5037105 w 7467600"/>
              <a:gd name="connsiteY358" fmla="*/ 5088765 h 6858000"/>
              <a:gd name="connsiteX359" fmla="*/ 5039930 w 7467600"/>
              <a:gd name="connsiteY359" fmla="*/ 5089585 h 6858000"/>
              <a:gd name="connsiteX360" fmla="*/ 5263764 w 7467600"/>
              <a:gd name="connsiteY360" fmla="*/ 4735525 h 6858000"/>
              <a:gd name="connsiteX361" fmla="*/ 4086300 w 7467600"/>
              <a:gd name="connsiteY361" fmla="*/ 4884599 h 6858000"/>
              <a:gd name="connsiteX362" fmla="*/ 4085485 w 7467600"/>
              <a:gd name="connsiteY362" fmla="*/ 4899070 h 6858000"/>
              <a:gd name="connsiteX363" fmla="*/ 3871915 w 7467600"/>
              <a:gd name="connsiteY363" fmla="*/ 5253645 h 6858000"/>
              <a:gd name="connsiteX364" fmla="*/ 3799374 w 7467600"/>
              <a:gd name="connsiteY364" fmla="*/ 5466127 h 6858000"/>
              <a:gd name="connsiteX365" fmla="*/ 3498850 w 7467600"/>
              <a:gd name="connsiteY365" fmla="*/ 6661888 h 6858000"/>
              <a:gd name="connsiteX366" fmla="*/ 3399216 w 7467600"/>
              <a:gd name="connsiteY366" fmla="*/ 6858000 h 6858000"/>
              <a:gd name="connsiteX367" fmla="*/ 3303688 w 7467600"/>
              <a:gd name="connsiteY367" fmla="*/ 6858000 h 6858000"/>
              <a:gd name="connsiteX368" fmla="*/ 3391774 w 7467600"/>
              <a:gd name="connsiteY368" fmla="*/ 6697181 h 6858000"/>
              <a:gd name="connsiteX369" fmla="*/ 3735540 w 7467600"/>
              <a:gd name="connsiteY369" fmla="*/ 5546923 h 6858000"/>
              <a:gd name="connsiteX370" fmla="*/ 3729438 w 7467600"/>
              <a:gd name="connsiteY370" fmla="*/ 5569058 h 6858000"/>
              <a:gd name="connsiteX371" fmla="*/ 3707782 w 7467600"/>
              <a:gd name="connsiteY371" fmla="*/ 5644908 h 6858000"/>
              <a:gd name="connsiteX372" fmla="*/ 3583827 w 7467600"/>
              <a:gd name="connsiteY372" fmla="*/ 6039215 h 6858000"/>
              <a:gd name="connsiteX373" fmla="*/ 3547861 w 7467600"/>
              <a:gd name="connsiteY373" fmla="*/ 6129609 h 6858000"/>
              <a:gd name="connsiteX374" fmla="*/ 3490905 w 7467600"/>
              <a:gd name="connsiteY374" fmla="*/ 6277660 h 6858000"/>
              <a:gd name="connsiteX375" fmla="*/ 3455859 w 7467600"/>
              <a:gd name="connsiteY375" fmla="*/ 6391301 h 6858000"/>
              <a:gd name="connsiteX376" fmla="*/ 3429112 w 7467600"/>
              <a:gd name="connsiteY376" fmla="*/ 6479469 h 6858000"/>
              <a:gd name="connsiteX377" fmla="*/ 3304862 w 7467600"/>
              <a:gd name="connsiteY377" fmla="*/ 6796476 h 6858000"/>
              <a:gd name="connsiteX378" fmla="*/ 3276071 w 7467600"/>
              <a:gd name="connsiteY378" fmla="*/ 6858000 h 6858000"/>
              <a:gd name="connsiteX379" fmla="*/ 3240805 w 7467600"/>
              <a:gd name="connsiteY379" fmla="*/ 6858000 h 6858000"/>
              <a:gd name="connsiteX380" fmla="*/ 3275917 w 7467600"/>
              <a:gd name="connsiteY380" fmla="*/ 6783192 h 6858000"/>
              <a:gd name="connsiteX381" fmla="*/ 3399358 w 7467600"/>
              <a:gd name="connsiteY381" fmla="*/ 6469011 h 6858000"/>
              <a:gd name="connsiteX382" fmla="*/ 3425650 w 7467600"/>
              <a:gd name="connsiteY382" fmla="*/ 6381333 h 6858000"/>
              <a:gd name="connsiteX383" fmla="*/ 3460661 w 7467600"/>
              <a:gd name="connsiteY383" fmla="*/ 6266763 h 6858000"/>
              <a:gd name="connsiteX384" fmla="*/ 3518021 w 7467600"/>
              <a:gd name="connsiteY384" fmla="*/ 6117298 h 6858000"/>
              <a:gd name="connsiteX385" fmla="*/ 3554035 w 7467600"/>
              <a:gd name="connsiteY385" fmla="*/ 6027832 h 6858000"/>
              <a:gd name="connsiteX386" fmla="*/ 3677174 w 7467600"/>
              <a:gd name="connsiteY386" fmla="*/ 5636351 h 6858000"/>
              <a:gd name="connsiteX387" fmla="*/ 3698819 w 7467600"/>
              <a:gd name="connsiteY387" fmla="*/ 5560503 h 6858000"/>
              <a:gd name="connsiteX388" fmla="*/ 3702094 w 7467600"/>
              <a:gd name="connsiteY388" fmla="*/ 5549194 h 6858000"/>
              <a:gd name="connsiteX389" fmla="*/ 3398355 w 7467600"/>
              <a:gd name="connsiteY389" fmla="*/ 6094603 h 6858000"/>
              <a:gd name="connsiteX390" fmla="*/ 3193941 w 7467600"/>
              <a:gd name="connsiteY390" fmla="*/ 6798775 h 6858000"/>
              <a:gd name="connsiteX391" fmla="*/ 3184140 w 7467600"/>
              <a:gd name="connsiteY391" fmla="*/ 6858000 h 6858000"/>
              <a:gd name="connsiteX392" fmla="*/ 3099978 w 7467600"/>
              <a:gd name="connsiteY392" fmla="*/ 6858000 h 6858000"/>
              <a:gd name="connsiteX393" fmla="*/ 3101556 w 7467600"/>
              <a:gd name="connsiteY393" fmla="*/ 6843337 h 6858000"/>
              <a:gd name="connsiteX394" fmla="*/ 3370162 w 7467600"/>
              <a:gd name="connsiteY394" fmla="*/ 5785550 h 6858000"/>
              <a:gd name="connsiteX395" fmla="*/ 3746477 w 7467600"/>
              <a:gd name="connsiteY395" fmla="*/ 5377889 h 6858000"/>
              <a:gd name="connsiteX396" fmla="*/ 3863399 w 7467600"/>
              <a:gd name="connsiteY396" fmla="*/ 5087257 h 6858000"/>
              <a:gd name="connsiteX397" fmla="*/ 3968712 w 7467600"/>
              <a:gd name="connsiteY397" fmla="*/ 4913989 h 6858000"/>
              <a:gd name="connsiteX398" fmla="*/ 2792390 w 7467600"/>
              <a:gd name="connsiteY398" fmla="*/ 5382974 h 6858000"/>
              <a:gd name="connsiteX399" fmla="*/ 2714982 w 7467600"/>
              <a:gd name="connsiteY399" fmla="*/ 5427051 h 6858000"/>
              <a:gd name="connsiteX400" fmla="*/ 2813361 w 7467600"/>
              <a:gd name="connsiteY400" fmla="*/ 6023912 h 6858000"/>
              <a:gd name="connsiteX401" fmla="*/ 2688430 w 7467600"/>
              <a:gd name="connsiteY401" fmla="*/ 6801564 h 6858000"/>
              <a:gd name="connsiteX402" fmla="*/ 2629626 w 7467600"/>
              <a:gd name="connsiteY402" fmla="*/ 6763394 h 6858000"/>
              <a:gd name="connsiteX403" fmla="*/ 2565328 w 7467600"/>
              <a:gd name="connsiteY403" fmla="*/ 5516399 h 6858000"/>
              <a:gd name="connsiteX404" fmla="*/ 1922999 w 7467600"/>
              <a:gd name="connsiteY404" fmla="*/ 5980343 h 6858000"/>
              <a:gd name="connsiteX405" fmla="*/ 1950261 w 7467600"/>
              <a:gd name="connsiteY405" fmla="*/ 6405858 h 6858000"/>
              <a:gd name="connsiteX406" fmla="*/ 2365554 w 7467600"/>
              <a:gd name="connsiteY406" fmla="*/ 6759107 h 6858000"/>
              <a:gd name="connsiteX407" fmla="*/ 2424142 w 7467600"/>
              <a:gd name="connsiteY407" fmla="*/ 6858000 h 6858000"/>
              <a:gd name="connsiteX408" fmla="*/ 2395994 w 7467600"/>
              <a:gd name="connsiteY408" fmla="*/ 6858000 h 6858000"/>
              <a:gd name="connsiteX409" fmla="*/ 2392863 w 7467600"/>
              <a:gd name="connsiteY409" fmla="*/ 6852964 h 6858000"/>
              <a:gd name="connsiteX410" fmla="*/ 2017589 w 7467600"/>
              <a:gd name="connsiteY410" fmla="*/ 6493982 h 6858000"/>
              <a:gd name="connsiteX411" fmla="*/ 2147336 w 7467600"/>
              <a:gd name="connsiteY411" fmla="*/ 6594052 h 6858000"/>
              <a:gd name="connsiteX412" fmla="*/ 2207047 w 7467600"/>
              <a:gd name="connsiteY412" fmla="*/ 6654540 h 6858000"/>
              <a:gd name="connsiteX413" fmla="*/ 2299106 w 7467600"/>
              <a:gd name="connsiteY413" fmla="*/ 6778931 h 6858000"/>
              <a:gd name="connsiteX414" fmla="*/ 2314430 w 7467600"/>
              <a:gd name="connsiteY414" fmla="*/ 6801144 h 6858000"/>
              <a:gd name="connsiteX415" fmla="*/ 2352406 w 7467600"/>
              <a:gd name="connsiteY415" fmla="*/ 6858000 h 6858000"/>
              <a:gd name="connsiteX416" fmla="*/ 2314492 w 7467600"/>
              <a:gd name="connsiteY416" fmla="*/ 6858000 h 6858000"/>
              <a:gd name="connsiteX417" fmla="*/ 2288095 w 7467600"/>
              <a:gd name="connsiteY417" fmla="*/ 6818030 h 6858000"/>
              <a:gd name="connsiteX418" fmla="*/ 2272768 w 7467600"/>
              <a:gd name="connsiteY418" fmla="*/ 6795822 h 6858000"/>
              <a:gd name="connsiteX419" fmla="*/ 2182715 w 7467600"/>
              <a:gd name="connsiteY419" fmla="*/ 6675071 h 6858000"/>
              <a:gd name="connsiteX420" fmla="*/ 2032061 w 7467600"/>
              <a:gd name="connsiteY420" fmla="*/ 6541380 h 6858000"/>
              <a:gd name="connsiteX421" fmla="*/ 2257220 w 7467600"/>
              <a:gd name="connsiteY421" fmla="*/ 6826257 h 6858000"/>
              <a:gd name="connsiteX422" fmla="*/ 2281324 w 7467600"/>
              <a:gd name="connsiteY422" fmla="*/ 6858000 h 6858000"/>
              <a:gd name="connsiteX423" fmla="*/ 2242860 w 7467600"/>
              <a:gd name="connsiteY423" fmla="*/ 6858000 h 6858000"/>
              <a:gd name="connsiteX424" fmla="*/ 2232818 w 7467600"/>
              <a:gd name="connsiteY424" fmla="*/ 6844926 h 6858000"/>
              <a:gd name="connsiteX425" fmla="*/ 1990172 w 7467600"/>
              <a:gd name="connsiteY425" fmla="*/ 6542121 h 6858000"/>
              <a:gd name="connsiteX426" fmla="*/ 2124090 w 7467600"/>
              <a:gd name="connsiteY426" fmla="*/ 6761017 h 6858000"/>
              <a:gd name="connsiteX427" fmla="*/ 2200380 w 7467600"/>
              <a:gd name="connsiteY427" fmla="*/ 6858000 h 6858000"/>
              <a:gd name="connsiteX428" fmla="*/ 2147507 w 7467600"/>
              <a:gd name="connsiteY428" fmla="*/ 6858000 h 6858000"/>
              <a:gd name="connsiteX429" fmla="*/ 2070668 w 7467600"/>
              <a:gd name="connsiteY429" fmla="*/ 6761520 h 6858000"/>
              <a:gd name="connsiteX430" fmla="*/ 1975142 w 7467600"/>
              <a:gd name="connsiteY430" fmla="*/ 6585570 h 6858000"/>
              <a:gd name="connsiteX431" fmla="*/ 2050035 w 7467600"/>
              <a:gd name="connsiteY431" fmla="*/ 6813345 h 6858000"/>
              <a:gd name="connsiteX432" fmla="*/ 2063025 w 7467600"/>
              <a:gd name="connsiteY432" fmla="*/ 6858000 h 6858000"/>
              <a:gd name="connsiteX433" fmla="*/ 2021675 w 7467600"/>
              <a:gd name="connsiteY433" fmla="*/ 6858000 h 6858000"/>
              <a:gd name="connsiteX434" fmla="*/ 2019308 w 7467600"/>
              <a:gd name="connsiteY434" fmla="*/ 6847118 h 6858000"/>
              <a:gd name="connsiteX435" fmla="*/ 1938835 w 7467600"/>
              <a:gd name="connsiteY435" fmla="*/ 6551160 h 6858000"/>
              <a:gd name="connsiteX436" fmla="*/ 1953230 w 7467600"/>
              <a:gd name="connsiteY436" fmla="*/ 6759699 h 6858000"/>
              <a:gd name="connsiteX437" fmla="*/ 1956763 w 7467600"/>
              <a:gd name="connsiteY437" fmla="*/ 6778191 h 6858000"/>
              <a:gd name="connsiteX438" fmla="*/ 1967925 w 7467600"/>
              <a:gd name="connsiteY438" fmla="*/ 6858000 h 6858000"/>
              <a:gd name="connsiteX439" fmla="*/ 1936622 w 7467600"/>
              <a:gd name="connsiteY439" fmla="*/ 6858000 h 6858000"/>
              <a:gd name="connsiteX440" fmla="*/ 1926261 w 7467600"/>
              <a:gd name="connsiteY440" fmla="*/ 6784064 h 6858000"/>
              <a:gd name="connsiteX441" fmla="*/ 1922724 w 7467600"/>
              <a:gd name="connsiteY441" fmla="*/ 6765577 h 6858000"/>
              <a:gd name="connsiteX442" fmla="*/ 1904650 w 7467600"/>
              <a:gd name="connsiteY442" fmla="*/ 6639616 h 6858000"/>
              <a:gd name="connsiteX443" fmla="*/ 1885273 w 7467600"/>
              <a:gd name="connsiteY443" fmla="*/ 6858000 h 6858000"/>
              <a:gd name="connsiteX444" fmla="*/ 1854363 w 7467600"/>
              <a:gd name="connsiteY444" fmla="*/ 6858000 h 6858000"/>
              <a:gd name="connsiteX445" fmla="*/ 1880391 w 7467600"/>
              <a:gd name="connsiteY445" fmla="*/ 6603796 h 6858000"/>
              <a:gd name="connsiteX446" fmla="*/ 1818273 w 7467600"/>
              <a:gd name="connsiteY446" fmla="*/ 6715729 h 6858000"/>
              <a:gd name="connsiteX447" fmla="*/ 1794691 w 7467600"/>
              <a:gd name="connsiteY447" fmla="*/ 6843239 h 6858000"/>
              <a:gd name="connsiteX448" fmla="*/ 1794914 w 7467600"/>
              <a:gd name="connsiteY448" fmla="*/ 6858000 h 6858000"/>
              <a:gd name="connsiteX449" fmla="*/ 1746128 w 7467600"/>
              <a:gd name="connsiteY449" fmla="*/ 6858000 h 6858000"/>
              <a:gd name="connsiteX450" fmla="*/ 1753934 w 7467600"/>
              <a:gd name="connsiteY450" fmla="*/ 6724796 h 6858000"/>
              <a:gd name="connsiteX451" fmla="*/ 1792053 w 7467600"/>
              <a:gd name="connsiteY451" fmla="*/ 6572396 h 6858000"/>
              <a:gd name="connsiteX452" fmla="*/ 1862248 w 7467600"/>
              <a:gd name="connsiteY452" fmla="*/ 6266397 h 6858000"/>
              <a:gd name="connsiteX453" fmla="*/ 1862250 w 7467600"/>
              <a:gd name="connsiteY453" fmla="*/ 6033531 h 6858000"/>
              <a:gd name="connsiteX454" fmla="*/ 1211999 w 7467600"/>
              <a:gd name="connsiteY454" fmla="*/ 6683610 h 6858000"/>
              <a:gd name="connsiteX455" fmla="*/ 1213266 w 7467600"/>
              <a:gd name="connsiteY455" fmla="*/ 6691947 h 6858000"/>
              <a:gd name="connsiteX456" fmla="*/ 1203370 w 7467600"/>
              <a:gd name="connsiteY456" fmla="*/ 6850676 h 6858000"/>
              <a:gd name="connsiteX457" fmla="*/ 1203671 w 7467600"/>
              <a:gd name="connsiteY457" fmla="*/ 6858000 h 6858000"/>
              <a:gd name="connsiteX458" fmla="*/ 1143180 w 7467600"/>
              <a:gd name="connsiteY458" fmla="*/ 6858000 h 6858000"/>
              <a:gd name="connsiteX459" fmla="*/ 1142176 w 7467600"/>
              <a:gd name="connsiteY459" fmla="*/ 6766045 h 6858000"/>
              <a:gd name="connsiteX460" fmla="*/ 1067484 w 7467600"/>
              <a:gd name="connsiteY460" fmla="*/ 6858000 h 6858000"/>
              <a:gd name="connsiteX461" fmla="*/ 953928 w 7467600"/>
              <a:gd name="connsiteY461" fmla="*/ 6858000 h 6858000"/>
              <a:gd name="connsiteX462" fmla="*/ 959715 w 7467600"/>
              <a:gd name="connsiteY462" fmla="*/ 6850185 h 6858000"/>
              <a:gd name="connsiteX463" fmla="*/ 1483788 w 7467600"/>
              <a:gd name="connsiteY463" fmla="*/ 6259174 h 6858000"/>
              <a:gd name="connsiteX464" fmla="*/ 1100671 w 7467600"/>
              <a:gd name="connsiteY464" fmla="*/ 6252137 h 6858000"/>
              <a:gd name="connsiteX465" fmla="*/ 1090144 w 7467600"/>
              <a:gd name="connsiteY465" fmla="*/ 6256748 h 6858000"/>
              <a:gd name="connsiteX466" fmla="*/ 1095872 w 7467600"/>
              <a:gd name="connsiteY466" fmla="*/ 6271892 h 6858000"/>
              <a:gd name="connsiteX467" fmla="*/ 262785 w 7467600"/>
              <a:gd name="connsiteY467" fmla="*/ 6845450 h 6858000"/>
              <a:gd name="connsiteX468" fmla="*/ 209968 w 7467600"/>
              <a:gd name="connsiteY468" fmla="*/ 6770713 h 6858000"/>
              <a:gd name="connsiteX469" fmla="*/ 873460 w 7467600"/>
              <a:gd name="connsiteY469" fmla="*/ 6253768 h 6858000"/>
              <a:gd name="connsiteX470" fmla="*/ 192686 w 7467600"/>
              <a:gd name="connsiteY470" fmla="*/ 5849257 h 6858000"/>
              <a:gd name="connsiteX471" fmla="*/ 4696 w 7467600"/>
              <a:gd name="connsiteY471" fmla="*/ 5697668 h 6858000"/>
              <a:gd name="connsiteX472" fmla="*/ 0 w 7467600"/>
              <a:gd name="connsiteY472" fmla="*/ 5689984 h 6858000"/>
              <a:gd name="connsiteX473" fmla="*/ 0 w 7467600"/>
              <a:gd name="connsiteY473" fmla="*/ 5513472 h 6858000"/>
              <a:gd name="connsiteX474" fmla="*/ 174101 w 7467600"/>
              <a:gd name="connsiteY474" fmla="*/ 5620277 h 6858000"/>
              <a:gd name="connsiteX475" fmla="*/ 891800 w 7467600"/>
              <a:gd name="connsiteY475" fmla="*/ 6036935 h 6858000"/>
              <a:gd name="connsiteX476" fmla="*/ 1072219 w 7467600"/>
              <a:gd name="connsiteY476" fmla="*/ 6169443 h 6858000"/>
              <a:gd name="connsiteX477" fmla="*/ 1074117 w 7467600"/>
              <a:gd name="connsiteY477" fmla="*/ 6170301 h 6858000"/>
              <a:gd name="connsiteX478" fmla="*/ 1083114 w 7467600"/>
              <a:gd name="connsiteY478" fmla="*/ 6174131 h 6858000"/>
              <a:gd name="connsiteX479" fmla="*/ 1543010 w 7467600"/>
              <a:gd name="connsiteY479" fmla="*/ 6191140 h 6858000"/>
              <a:gd name="connsiteX480" fmla="*/ 1551080 w 7467600"/>
              <a:gd name="connsiteY480" fmla="*/ 6195006 h 6858000"/>
              <a:gd name="connsiteX481" fmla="*/ 2345443 w 7467600"/>
              <a:gd name="connsiteY481" fmla="*/ 5549882 h 6858000"/>
              <a:gd name="connsiteX482" fmla="*/ 1721499 w 7467600"/>
              <a:gd name="connsiteY482" fmla="*/ 5599969 h 6858000"/>
              <a:gd name="connsiteX483" fmla="*/ 767716 w 7467600"/>
              <a:gd name="connsiteY483" fmla="*/ 5472768 h 6858000"/>
              <a:gd name="connsiteX484" fmla="*/ 722147 w 7467600"/>
              <a:gd name="connsiteY484" fmla="*/ 5393091 h 6858000"/>
              <a:gd name="connsiteX485" fmla="*/ 1485552 w 7467600"/>
              <a:gd name="connsiteY485" fmla="*/ 5313202 h 6858000"/>
              <a:gd name="connsiteX486" fmla="*/ 2143004 w 7467600"/>
              <a:gd name="connsiteY486" fmla="*/ 5402420 h 6858000"/>
              <a:gd name="connsiteX487" fmla="*/ 1933391 w 7467600"/>
              <a:gd name="connsiteY487" fmla="*/ 5156971 h 6858000"/>
              <a:gd name="connsiteX488" fmla="*/ 1827118 w 7467600"/>
              <a:gd name="connsiteY488" fmla="*/ 4968410 h 6858000"/>
              <a:gd name="connsiteX489" fmla="*/ 1837349 w 7467600"/>
              <a:gd name="connsiteY489" fmla="*/ 4956357 h 6858000"/>
              <a:gd name="connsiteX490" fmla="*/ 2162835 w 7467600"/>
              <a:gd name="connsiteY490" fmla="*/ 5187853 h 6858000"/>
              <a:gd name="connsiteX491" fmla="*/ 2257167 w 7467600"/>
              <a:gd name="connsiteY491" fmla="*/ 5462123 h 6858000"/>
              <a:gd name="connsiteX492" fmla="*/ 2261598 w 7467600"/>
              <a:gd name="connsiteY492" fmla="*/ 5467998 h 6858000"/>
              <a:gd name="connsiteX493" fmla="*/ 2437177 w 7467600"/>
              <a:gd name="connsiteY493" fmla="*/ 5479608 h 6858000"/>
              <a:gd name="connsiteX494" fmla="*/ 2445247 w 7467600"/>
              <a:gd name="connsiteY494" fmla="*/ 5483476 h 6858000"/>
              <a:gd name="connsiteX495" fmla="*/ 2743626 w 7467600"/>
              <a:gd name="connsiteY495" fmla="*/ 5304819 h 6858000"/>
              <a:gd name="connsiteX496" fmla="*/ 3048102 w 7467600"/>
              <a:gd name="connsiteY496" fmla="*/ 5150595 h 6858000"/>
              <a:gd name="connsiteX497" fmla="*/ 1799414 w 7467600"/>
              <a:gd name="connsiteY497" fmla="*/ 4694732 h 6858000"/>
              <a:gd name="connsiteX498" fmla="*/ 1771735 w 7467600"/>
              <a:gd name="connsiteY498" fmla="*/ 4619929 h 6858000"/>
              <a:gd name="connsiteX499" fmla="*/ 3104273 w 7467600"/>
              <a:gd name="connsiteY499" fmla="*/ 5076159 h 6858000"/>
              <a:gd name="connsiteX500" fmla="*/ 3113245 w 7467600"/>
              <a:gd name="connsiteY500" fmla="*/ 5090705 h 6858000"/>
              <a:gd name="connsiteX501" fmla="*/ 3126294 w 7467600"/>
              <a:gd name="connsiteY501" fmla="*/ 5114400 h 6858000"/>
              <a:gd name="connsiteX502" fmla="*/ 3937433 w 7467600"/>
              <a:gd name="connsiteY502" fmla="*/ 4830473 h 6858000"/>
              <a:gd name="connsiteX503" fmla="*/ 3590475 w 7467600"/>
              <a:gd name="connsiteY503" fmla="*/ 4597974 h 6858000"/>
              <a:gd name="connsiteX504" fmla="*/ 3100264 w 7467600"/>
              <a:gd name="connsiteY504" fmla="*/ 4579845 h 6858000"/>
              <a:gd name="connsiteX505" fmla="*/ 2183576 w 7467600"/>
              <a:gd name="connsiteY505" fmla="*/ 4227150 h 6858000"/>
              <a:gd name="connsiteX506" fmla="*/ 2151029 w 7467600"/>
              <a:gd name="connsiteY506" fmla="*/ 4146947 h 6858000"/>
              <a:gd name="connsiteX507" fmla="*/ 3563434 w 7467600"/>
              <a:gd name="connsiteY507" fmla="*/ 4469115 h 6858000"/>
              <a:gd name="connsiteX508" fmla="*/ 3177952 w 7467600"/>
              <a:gd name="connsiteY508" fmla="*/ 3657386 h 6858000"/>
              <a:gd name="connsiteX509" fmla="*/ 3189263 w 7467600"/>
              <a:gd name="connsiteY509" fmla="*/ 3625726 h 6858000"/>
              <a:gd name="connsiteX510" fmla="*/ 3560912 w 7467600"/>
              <a:gd name="connsiteY510" fmla="*/ 4079863 h 6858000"/>
              <a:gd name="connsiteX511" fmla="*/ 3626636 w 7467600"/>
              <a:gd name="connsiteY511" fmla="*/ 4512230 h 6858000"/>
              <a:gd name="connsiteX512" fmla="*/ 3653088 w 7467600"/>
              <a:gd name="connsiteY512" fmla="*/ 4521417 h 6858000"/>
              <a:gd name="connsiteX513" fmla="*/ 3988128 w 7467600"/>
              <a:gd name="connsiteY513" fmla="*/ 4817267 h 6858000"/>
              <a:gd name="connsiteX514" fmla="*/ 4830582 w 7467600"/>
              <a:gd name="connsiteY514" fmla="*/ 4676000 h 6858000"/>
              <a:gd name="connsiteX515" fmla="*/ 4830100 w 7467600"/>
              <a:gd name="connsiteY515" fmla="*/ 4675554 h 6858000"/>
              <a:gd name="connsiteX516" fmla="*/ 4036318 w 7467600"/>
              <a:gd name="connsiteY516" fmla="*/ 4147013 h 6858000"/>
              <a:gd name="connsiteX517" fmla="*/ 3432098 w 7467600"/>
              <a:gd name="connsiteY517" fmla="*/ 3537312 h 6858000"/>
              <a:gd name="connsiteX518" fmla="*/ 3446761 w 7467600"/>
              <a:gd name="connsiteY518" fmla="*/ 3461278 h 6858000"/>
              <a:gd name="connsiteX519" fmla="*/ 4419733 w 7467600"/>
              <a:gd name="connsiteY519" fmla="*/ 3963555 h 6858000"/>
              <a:gd name="connsiteX520" fmla="*/ 4781371 w 7467600"/>
              <a:gd name="connsiteY520" fmla="*/ 4458604 h 6858000"/>
              <a:gd name="connsiteX521" fmla="*/ 4780440 w 7467600"/>
              <a:gd name="connsiteY521" fmla="*/ 4470290 h 6858000"/>
              <a:gd name="connsiteX522" fmla="*/ 4898954 w 7467600"/>
              <a:gd name="connsiteY522" fmla="*/ 4662092 h 6858000"/>
              <a:gd name="connsiteX523" fmla="*/ 4900699 w 7467600"/>
              <a:gd name="connsiteY523" fmla="*/ 4670867 h 6858000"/>
              <a:gd name="connsiteX524" fmla="*/ 5714511 w 7467600"/>
              <a:gd name="connsiteY524" fmla="*/ 4663483 h 6858000"/>
              <a:gd name="connsiteX525" fmla="*/ 5464793 w 7467600"/>
              <a:gd name="connsiteY525" fmla="*/ 4393556 h 6858000"/>
              <a:gd name="connsiteX526" fmla="*/ 5461897 w 7467600"/>
              <a:gd name="connsiteY526" fmla="*/ 4390879 h 6858000"/>
              <a:gd name="connsiteX527" fmla="*/ 4294126 w 7467600"/>
              <a:gd name="connsiteY527" fmla="*/ 3303048 h 6858000"/>
              <a:gd name="connsiteX528" fmla="*/ 4305321 w 7467600"/>
              <a:gd name="connsiteY528" fmla="*/ 3256953 h 6858000"/>
              <a:gd name="connsiteX529" fmla="*/ 4949299 w 7467600"/>
              <a:gd name="connsiteY529" fmla="*/ 3766336 h 6858000"/>
              <a:gd name="connsiteX530" fmla="*/ 5291452 w 7467600"/>
              <a:gd name="connsiteY530" fmla="*/ 4076801 h 6858000"/>
              <a:gd name="connsiteX531" fmla="*/ 5434998 w 7467600"/>
              <a:gd name="connsiteY531" fmla="*/ 4254100 h 6858000"/>
              <a:gd name="connsiteX532" fmla="*/ 5351015 w 7467600"/>
              <a:gd name="connsiteY532" fmla="*/ 3760989 h 6858000"/>
              <a:gd name="connsiteX533" fmla="*/ 5413780 w 7467600"/>
              <a:gd name="connsiteY533" fmla="*/ 2966265 h 6858000"/>
              <a:gd name="connsiteX534" fmla="*/ 5425627 w 7467600"/>
              <a:gd name="connsiteY534" fmla="*/ 2954192 h 6858000"/>
              <a:gd name="connsiteX535" fmla="*/ 6604735 w 7467600"/>
              <a:gd name="connsiteY535" fmla="*/ 2041381 h 6858000"/>
              <a:gd name="connsiteX536" fmla="*/ 7204487 w 7467600"/>
              <a:gd name="connsiteY536" fmla="*/ 2742112 h 6858000"/>
              <a:gd name="connsiteX537" fmla="*/ 7131592 w 7467600"/>
              <a:gd name="connsiteY537" fmla="*/ 2672096 h 6858000"/>
              <a:gd name="connsiteX538" fmla="*/ 6996344 w 7467600"/>
              <a:gd name="connsiteY538" fmla="*/ 2518310 h 6858000"/>
              <a:gd name="connsiteX539" fmla="*/ 6735495 w 7467600"/>
              <a:gd name="connsiteY539" fmla="*/ 2196890 h 6858000"/>
              <a:gd name="connsiteX540" fmla="*/ 6721901 w 7467600"/>
              <a:gd name="connsiteY540" fmla="*/ 2179274 h 6858000"/>
              <a:gd name="connsiteX541" fmla="*/ 6604735 w 7467600"/>
              <a:gd name="connsiteY541" fmla="*/ 2041381 h 6858000"/>
              <a:gd name="connsiteX542" fmla="*/ 6591670 w 7467600"/>
              <a:gd name="connsiteY542" fmla="*/ 1988277 h 6858000"/>
              <a:gd name="connsiteX543" fmla="*/ 6747349 w 7467600"/>
              <a:gd name="connsiteY543" fmla="*/ 2160069 h 6858000"/>
              <a:gd name="connsiteX544" fmla="*/ 6760943 w 7467600"/>
              <a:gd name="connsiteY544" fmla="*/ 2177686 h 6858000"/>
              <a:gd name="connsiteX545" fmla="*/ 7021065 w 7467600"/>
              <a:gd name="connsiteY545" fmla="*/ 2498102 h 6858000"/>
              <a:gd name="connsiteX546" fmla="*/ 7155223 w 7467600"/>
              <a:gd name="connsiteY546" fmla="*/ 2650386 h 6858000"/>
              <a:gd name="connsiteX547" fmla="*/ 7203167 w 7467600"/>
              <a:gd name="connsiteY547" fmla="*/ 2697288 h 6858000"/>
              <a:gd name="connsiteX548" fmla="*/ 6937703 w 7467600"/>
              <a:gd name="connsiteY548" fmla="*/ 2321981 h 6858000"/>
              <a:gd name="connsiteX549" fmla="*/ 6591670 w 7467600"/>
              <a:gd name="connsiteY549" fmla="*/ 1988277 h 6858000"/>
              <a:gd name="connsiteX550" fmla="*/ 5798671 w 7467600"/>
              <a:gd name="connsiteY550" fmla="*/ 1981601 h 6858000"/>
              <a:gd name="connsiteX551" fmla="*/ 5754709 w 7467600"/>
              <a:gd name="connsiteY551" fmla="*/ 2071454 h 6858000"/>
              <a:gd name="connsiteX552" fmla="*/ 5763044 w 7467600"/>
              <a:gd name="connsiteY552" fmla="*/ 2842206 h 6858000"/>
              <a:gd name="connsiteX553" fmla="*/ 5764974 w 7467600"/>
              <a:gd name="connsiteY553" fmla="*/ 2799609 h 6858000"/>
              <a:gd name="connsiteX554" fmla="*/ 5767665 w 7467600"/>
              <a:gd name="connsiteY554" fmla="*/ 2666409 h 6858000"/>
              <a:gd name="connsiteX555" fmla="*/ 5763055 w 7467600"/>
              <a:gd name="connsiteY555" fmla="*/ 2579705 h 6858000"/>
              <a:gd name="connsiteX556" fmla="*/ 5758079 w 7467600"/>
              <a:gd name="connsiteY556" fmla="*/ 2492508 h 6858000"/>
              <a:gd name="connsiteX557" fmla="*/ 5779325 w 7467600"/>
              <a:gd name="connsiteY557" fmla="*/ 2197069 h 6858000"/>
              <a:gd name="connsiteX558" fmla="*/ 5798671 w 7467600"/>
              <a:gd name="connsiteY558" fmla="*/ 1981601 h 6858000"/>
              <a:gd name="connsiteX559" fmla="*/ 5829202 w 7467600"/>
              <a:gd name="connsiteY559" fmla="*/ 1971679 h 6858000"/>
              <a:gd name="connsiteX560" fmla="*/ 5809558 w 7467600"/>
              <a:gd name="connsiteY560" fmla="*/ 2198043 h 6858000"/>
              <a:gd name="connsiteX561" fmla="*/ 5788653 w 7467600"/>
              <a:gd name="connsiteY561" fmla="*/ 2489430 h 6858000"/>
              <a:gd name="connsiteX562" fmla="*/ 5793439 w 7467600"/>
              <a:gd name="connsiteY562" fmla="*/ 2575235 h 6858000"/>
              <a:gd name="connsiteX563" fmla="*/ 5796837 w 7467600"/>
              <a:gd name="connsiteY563" fmla="*/ 2637633 h 6858000"/>
              <a:gd name="connsiteX564" fmla="*/ 5818614 w 7467600"/>
              <a:gd name="connsiteY564" fmla="*/ 2473055 h 6858000"/>
              <a:gd name="connsiteX565" fmla="*/ 5829202 w 7467600"/>
              <a:gd name="connsiteY565" fmla="*/ 1971679 h 6858000"/>
              <a:gd name="connsiteX566" fmla="*/ 5911389 w 7467600"/>
              <a:gd name="connsiteY566" fmla="*/ 1898371 h 6858000"/>
              <a:gd name="connsiteX567" fmla="*/ 6237627 w 7467600"/>
              <a:gd name="connsiteY567" fmla="*/ 2231921 h 6858000"/>
              <a:gd name="connsiteX568" fmla="*/ 5911389 w 7467600"/>
              <a:gd name="connsiteY568" fmla="*/ 1898371 h 6858000"/>
              <a:gd name="connsiteX569" fmla="*/ 6944437 w 7467600"/>
              <a:gd name="connsiteY569" fmla="*/ 1575402 h 6858000"/>
              <a:gd name="connsiteX570" fmla="*/ 6304730 w 7467600"/>
              <a:gd name="connsiteY570" fmla="*/ 1766654 h 6858000"/>
              <a:gd name="connsiteX571" fmla="*/ 6944437 w 7467600"/>
              <a:gd name="connsiteY571" fmla="*/ 1575402 h 6858000"/>
              <a:gd name="connsiteX572" fmla="*/ 7019523 w 7467600"/>
              <a:gd name="connsiteY572" fmla="*/ 1519450 h 6858000"/>
              <a:gd name="connsiteX573" fmla="*/ 6298091 w 7467600"/>
              <a:gd name="connsiteY573" fmla="*/ 1737122 h 6858000"/>
              <a:gd name="connsiteX574" fmla="*/ 7019523 w 7467600"/>
              <a:gd name="connsiteY574" fmla="*/ 1519450 h 6858000"/>
              <a:gd name="connsiteX575" fmla="*/ 2399523 w 7467600"/>
              <a:gd name="connsiteY575" fmla="*/ 1428234 h 6858000"/>
              <a:gd name="connsiteX576" fmla="*/ 2224982 w 7467600"/>
              <a:gd name="connsiteY576" fmla="*/ 1826201 h 6858000"/>
              <a:gd name="connsiteX577" fmla="*/ 2096099 w 7467600"/>
              <a:gd name="connsiteY577" fmla="*/ 2345900 h 6858000"/>
              <a:gd name="connsiteX578" fmla="*/ 2283317 w 7467600"/>
              <a:gd name="connsiteY578" fmla="*/ 1796925 h 6858000"/>
              <a:gd name="connsiteX579" fmla="*/ 2399523 w 7467600"/>
              <a:gd name="connsiteY579" fmla="*/ 1428234 h 6858000"/>
              <a:gd name="connsiteX580" fmla="*/ 2448558 w 7467600"/>
              <a:gd name="connsiteY580" fmla="*/ 1373435 h 6858000"/>
              <a:gd name="connsiteX581" fmla="*/ 2312521 w 7467600"/>
              <a:gd name="connsiteY581" fmla="*/ 1806140 h 6858000"/>
              <a:gd name="connsiteX582" fmla="*/ 2127533 w 7467600"/>
              <a:gd name="connsiteY582" fmla="*/ 2348380 h 6858000"/>
              <a:gd name="connsiteX583" fmla="*/ 2358080 w 7467600"/>
              <a:gd name="connsiteY583" fmla="*/ 1866134 h 6858000"/>
              <a:gd name="connsiteX584" fmla="*/ 2407436 w 7467600"/>
              <a:gd name="connsiteY584" fmla="*/ 1651070 h 6858000"/>
              <a:gd name="connsiteX585" fmla="*/ 2448558 w 7467600"/>
              <a:gd name="connsiteY585" fmla="*/ 1373435 h 6858000"/>
              <a:gd name="connsiteX586" fmla="*/ 278707 w 7467600"/>
              <a:gd name="connsiteY586" fmla="*/ 1352270 h 6858000"/>
              <a:gd name="connsiteX587" fmla="*/ 321570 w 7467600"/>
              <a:gd name="connsiteY587" fmla="*/ 1861610 h 6858000"/>
              <a:gd name="connsiteX588" fmla="*/ 294281 w 7467600"/>
              <a:gd name="connsiteY588" fmla="*/ 1440658 h 6858000"/>
              <a:gd name="connsiteX589" fmla="*/ 278707 w 7467600"/>
              <a:gd name="connsiteY589" fmla="*/ 1352270 h 6858000"/>
              <a:gd name="connsiteX590" fmla="*/ 1423821 w 7467600"/>
              <a:gd name="connsiteY590" fmla="*/ 1351958 h 6858000"/>
              <a:gd name="connsiteX591" fmla="*/ 1638521 w 7467600"/>
              <a:gd name="connsiteY591" fmla="*/ 1908470 h 6858000"/>
              <a:gd name="connsiteX592" fmla="*/ 1754199 w 7467600"/>
              <a:gd name="connsiteY592" fmla="*/ 2149284 h 6858000"/>
              <a:gd name="connsiteX593" fmla="*/ 1908359 w 7467600"/>
              <a:gd name="connsiteY593" fmla="*/ 2364988 h 6858000"/>
              <a:gd name="connsiteX594" fmla="*/ 1647661 w 7467600"/>
              <a:gd name="connsiteY594" fmla="*/ 1825945 h 6858000"/>
              <a:gd name="connsiteX595" fmla="*/ 1423821 w 7467600"/>
              <a:gd name="connsiteY595" fmla="*/ 1351958 h 6858000"/>
              <a:gd name="connsiteX596" fmla="*/ 1431890 w 7467600"/>
              <a:gd name="connsiteY596" fmla="*/ 1306475 h 6858000"/>
              <a:gd name="connsiteX597" fmla="*/ 1507597 w 7467600"/>
              <a:gd name="connsiteY597" fmla="*/ 1446132 h 6858000"/>
              <a:gd name="connsiteX598" fmla="*/ 1674586 w 7467600"/>
              <a:gd name="connsiteY598" fmla="*/ 1813832 h 6858000"/>
              <a:gd name="connsiteX599" fmla="*/ 1815950 w 7467600"/>
              <a:gd name="connsiteY599" fmla="*/ 2128564 h 6858000"/>
              <a:gd name="connsiteX600" fmla="*/ 1984242 w 7467600"/>
              <a:gd name="connsiteY600" fmla="*/ 2430829 h 6858000"/>
              <a:gd name="connsiteX601" fmla="*/ 2014023 w 7467600"/>
              <a:gd name="connsiteY601" fmla="*/ 2450995 h 6858000"/>
              <a:gd name="connsiteX602" fmla="*/ 1747337 w 7467600"/>
              <a:gd name="connsiteY602" fmla="*/ 1855264 h 6858000"/>
              <a:gd name="connsiteX603" fmla="*/ 1533749 w 7467600"/>
              <a:gd name="connsiteY603" fmla="*/ 1478656 h 6858000"/>
              <a:gd name="connsiteX604" fmla="*/ 1431890 w 7467600"/>
              <a:gd name="connsiteY604" fmla="*/ 1306475 h 6858000"/>
              <a:gd name="connsiteX605" fmla="*/ 5052692 w 7467600"/>
              <a:gd name="connsiteY605" fmla="*/ 1292994 h 6858000"/>
              <a:gd name="connsiteX606" fmla="*/ 5200661 w 7467600"/>
              <a:gd name="connsiteY606" fmla="*/ 1635186 h 6858000"/>
              <a:gd name="connsiteX607" fmla="*/ 5297138 w 7467600"/>
              <a:gd name="connsiteY607" fmla="*/ 1906351 h 6858000"/>
              <a:gd name="connsiteX608" fmla="*/ 5052692 w 7467600"/>
              <a:gd name="connsiteY608" fmla="*/ 1292994 h 6858000"/>
              <a:gd name="connsiteX609" fmla="*/ 5009948 w 7467600"/>
              <a:gd name="connsiteY609" fmla="*/ 1273619 h 6858000"/>
              <a:gd name="connsiteX610" fmla="*/ 5121777 w 7467600"/>
              <a:gd name="connsiteY610" fmla="*/ 1654213 h 6858000"/>
              <a:gd name="connsiteX611" fmla="*/ 5293545 w 7467600"/>
              <a:gd name="connsiteY611" fmla="*/ 2072247 h 6858000"/>
              <a:gd name="connsiteX612" fmla="*/ 5294042 w 7467600"/>
              <a:gd name="connsiteY612" fmla="*/ 2065019 h 6858000"/>
              <a:gd name="connsiteX613" fmla="*/ 5171936 w 7467600"/>
              <a:gd name="connsiteY613" fmla="*/ 1647613 h 6858000"/>
              <a:gd name="connsiteX614" fmla="*/ 5009948 w 7467600"/>
              <a:gd name="connsiteY614" fmla="*/ 1273619 h 6858000"/>
              <a:gd name="connsiteX615" fmla="*/ 655236 w 7467600"/>
              <a:gd name="connsiteY615" fmla="*/ 1268632 h 6858000"/>
              <a:gd name="connsiteX616" fmla="*/ 839521 w 7467600"/>
              <a:gd name="connsiteY616" fmla="*/ 1685315 h 6858000"/>
              <a:gd name="connsiteX617" fmla="*/ 1109416 w 7467600"/>
              <a:gd name="connsiteY617" fmla="*/ 2061663 h 6858000"/>
              <a:gd name="connsiteX618" fmla="*/ 1298300 w 7467600"/>
              <a:gd name="connsiteY618" fmla="*/ 2247742 h 6858000"/>
              <a:gd name="connsiteX619" fmla="*/ 1125871 w 7467600"/>
              <a:gd name="connsiteY619" fmla="*/ 1989513 h 6858000"/>
              <a:gd name="connsiteX620" fmla="*/ 981574 w 7467600"/>
              <a:gd name="connsiteY620" fmla="*/ 1783157 h 6858000"/>
              <a:gd name="connsiteX621" fmla="*/ 922198 w 7467600"/>
              <a:gd name="connsiteY621" fmla="*/ 1677437 h 6858000"/>
              <a:gd name="connsiteX622" fmla="*/ 869293 w 7467600"/>
              <a:gd name="connsiteY622" fmla="*/ 1583214 h 6858000"/>
              <a:gd name="connsiteX623" fmla="*/ 751431 w 7467600"/>
              <a:gd name="connsiteY623" fmla="*/ 1405731 h 6858000"/>
              <a:gd name="connsiteX624" fmla="*/ 655236 w 7467600"/>
              <a:gd name="connsiteY624" fmla="*/ 1268632 h 6858000"/>
              <a:gd name="connsiteX625" fmla="*/ 6516292 w 7467600"/>
              <a:gd name="connsiteY625" fmla="*/ 1263064 h 6858000"/>
              <a:gd name="connsiteX626" fmla="*/ 5736320 w 7467600"/>
              <a:gd name="connsiteY626" fmla="*/ 1501803 h 6858000"/>
              <a:gd name="connsiteX627" fmla="*/ 6516292 w 7467600"/>
              <a:gd name="connsiteY627" fmla="*/ 1263064 h 6858000"/>
              <a:gd name="connsiteX628" fmla="*/ 291466 w 7467600"/>
              <a:gd name="connsiteY628" fmla="*/ 1250369 h 6858000"/>
              <a:gd name="connsiteX629" fmla="*/ 323180 w 7467600"/>
              <a:gd name="connsiteY629" fmla="*/ 1435283 h 6858000"/>
              <a:gd name="connsiteX630" fmla="*/ 349381 w 7467600"/>
              <a:gd name="connsiteY630" fmla="*/ 1875041 h 6858000"/>
              <a:gd name="connsiteX631" fmla="*/ 374363 w 7467600"/>
              <a:gd name="connsiteY631" fmla="*/ 1506494 h 6858000"/>
              <a:gd name="connsiteX632" fmla="*/ 302168 w 7467600"/>
              <a:gd name="connsiteY632" fmla="*/ 1274495 h 6858000"/>
              <a:gd name="connsiteX633" fmla="*/ 291466 w 7467600"/>
              <a:gd name="connsiteY633" fmla="*/ 1250369 h 6858000"/>
              <a:gd name="connsiteX634" fmla="*/ 678222 w 7467600"/>
              <a:gd name="connsiteY634" fmla="*/ 1248670 h 6858000"/>
              <a:gd name="connsiteX635" fmla="*/ 775536 w 7467600"/>
              <a:gd name="connsiteY635" fmla="*/ 1388015 h 6858000"/>
              <a:gd name="connsiteX636" fmla="*/ 894529 w 7467600"/>
              <a:gd name="connsiteY636" fmla="*/ 1567739 h 6858000"/>
              <a:gd name="connsiteX637" fmla="*/ 948000 w 7467600"/>
              <a:gd name="connsiteY637" fmla="*/ 1663088 h 6858000"/>
              <a:gd name="connsiteX638" fmla="*/ 1006812 w 7467600"/>
              <a:gd name="connsiteY638" fmla="*/ 1767683 h 6858000"/>
              <a:gd name="connsiteX639" fmla="*/ 1149133 w 7467600"/>
              <a:gd name="connsiteY639" fmla="*/ 1971513 h 6858000"/>
              <a:gd name="connsiteX640" fmla="*/ 1333952 w 7467600"/>
              <a:gd name="connsiteY640" fmla="*/ 2251620 h 6858000"/>
              <a:gd name="connsiteX641" fmla="*/ 1337329 w 7467600"/>
              <a:gd name="connsiteY641" fmla="*/ 2258350 h 6858000"/>
              <a:gd name="connsiteX642" fmla="*/ 1014726 w 7467600"/>
              <a:gd name="connsiteY642" fmla="*/ 1615556 h 6858000"/>
              <a:gd name="connsiteX643" fmla="*/ 678222 w 7467600"/>
              <a:gd name="connsiteY643" fmla="*/ 1248670 h 6858000"/>
              <a:gd name="connsiteX644" fmla="*/ 6691602 w 7467600"/>
              <a:gd name="connsiteY644" fmla="*/ 1140573 h 6858000"/>
              <a:gd name="connsiteX645" fmla="*/ 6571100 w 7467600"/>
              <a:gd name="connsiteY645" fmla="*/ 1183662 h 6858000"/>
              <a:gd name="connsiteX646" fmla="*/ 6241687 w 7467600"/>
              <a:gd name="connsiteY646" fmla="*/ 1257600 h 6858000"/>
              <a:gd name="connsiteX647" fmla="*/ 5693009 w 7467600"/>
              <a:gd name="connsiteY647" fmla="*/ 1478256 h 6858000"/>
              <a:gd name="connsiteX648" fmla="*/ 6548420 w 7467600"/>
              <a:gd name="connsiteY648" fmla="*/ 1214599 h 6858000"/>
              <a:gd name="connsiteX649" fmla="*/ 6605473 w 7467600"/>
              <a:gd name="connsiteY649" fmla="*/ 1184686 h 6858000"/>
              <a:gd name="connsiteX650" fmla="*/ 6691602 w 7467600"/>
              <a:gd name="connsiteY650" fmla="*/ 1140573 h 6858000"/>
              <a:gd name="connsiteX651" fmla="*/ 4002475 w 7467600"/>
              <a:gd name="connsiteY651" fmla="*/ 1037802 h 6858000"/>
              <a:gd name="connsiteX652" fmla="*/ 4000324 w 7467600"/>
              <a:gd name="connsiteY652" fmla="*/ 1039362 h 6858000"/>
              <a:gd name="connsiteX653" fmla="*/ 4002862 w 7467600"/>
              <a:gd name="connsiteY653" fmla="*/ 1042866 h 6858000"/>
              <a:gd name="connsiteX654" fmla="*/ 4002475 w 7467600"/>
              <a:gd name="connsiteY654" fmla="*/ 1037802 h 6858000"/>
              <a:gd name="connsiteX655" fmla="*/ 506322 w 7467600"/>
              <a:gd name="connsiteY655" fmla="*/ 1020997 h 6858000"/>
              <a:gd name="connsiteX656" fmla="*/ 533068 w 7467600"/>
              <a:gd name="connsiteY656" fmla="*/ 1029409 h 6858000"/>
              <a:gd name="connsiteX657" fmla="*/ 1232525 w 7467600"/>
              <a:gd name="connsiteY657" fmla="*/ 1804675 h 6858000"/>
              <a:gd name="connsiteX658" fmla="*/ 1388858 w 7467600"/>
              <a:gd name="connsiteY658" fmla="*/ 2368011 h 6858000"/>
              <a:gd name="connsiteX659" fmla="*/ 1384098 w 7467600"/>
              <a:gd name="connsiteY659" fmla="*/ 2378125 h 6858000"/>
              <a:gd name="connsiteX660" fmla="*/ 1425393 w 7467600"/>
              <a:gd name="connsiteY660" fmla="*/ 2589124 h 6858000"/>
              <a:gd name="connsiteX661" fmla="*/ 1424001 w 7467600"/>
              <a:gd name="connsiteY661" fmla="*/ 2597541 h 6858000"/>
              <a:gd name="connsiteX662" fmla="*/ 2152729 w 7467600"/>
              <a:gd name="connsiteY662" fmla="*/ 2864487 h 6858000"/>
              <a:gd name="connsiteX663" fmla="*/ 2020609 w 7467600"/>
              <a:gd name="connsiteY663" fmla="*/ 2539671 h 6858000"/>
              <a:gd name="connsiteX664" fmla="*/ 2018920 w 7467600"/>
              <a:gd name="connsiteY664" fmla="*/ 2536309 h 6858000"/>
              <a:gd name="connsiteX665" fmla="*/ 1342441 w 7467600"/>
              <a:gd name="connsiteY665" fmla="*/ 1173017 h 6858000"/>
              <a:gd name="connsiteX666" fmla="*/ 1367925 w 7467600"/>
              <a:gd name="connsiteY666" fmla="*/ 1135648 h 6858000"/>
              <a:gd name="connsiteX667" fmla="*/ 1771401 w 7467600"/>
              <a:gd name="connsiteY667" fmla="*/ 1806673 h 6858000"/>
              <a:gd name="connsiteX668" fmla="*/ 1972385 w 7467600"/>
              <a:gd name="connsiteY668" fmla="*/ 2198735 h 6858000"/>
              <a:gd name="connsiteX669" fmla="*/ 2040892 w 7467600"/>
              <a:gd name="connsiteY669" fmla="*/ 2405205 h 6858000"/>
              <a:gd name="connsiteX670" fmla="*/ 2131689 w 7467600"/>
              <a:gd name="connsiteY670" fmla="*/ 1936926 h 6858000"/>
              <a:gd name="connsiteX671" fmla="*/ 2454820 w 7467600"/>
              <a:gd name="connsiteY671" fmla="*/ 1248808 h 6858000"/>
              <a:gd name="connsiteX672" fmla="*/ 2492512 w 7467600"/>
              <a:gd name="connsiteY672" fmla="*/ 1302920 h 6858000"/>
              <a:gd name="connsiteX673" fmla="*/ 2081216 w 7467600"/>
              <a:gd name="connsiteY673" fmla="*/ 2527513 h 6858000"/>
              <a:gd name="connsiteX674" fmla="*/ 2081211 w 7467600"/>
              <a:gd name="connsiteY674" fmla="*/ 2528916 h 6858000"/>
              <a:gd name="connsiteX675" fmla="*/ 2199067 w 7467600"/>
              <a:gd name="connsiteY675" fmla="*/ 2884061 h 6858000"/>
              <a:gd name="connsiteX676" fmla="*/ 3192586 w 7467600"/>
              <a:gd name="connsiteY676" fmla="*/ 3411496 h 6858000"/>
              <a:gd name="connsiteX677" fmla="*/ 3182620 w 7467600"/>
              <a:gd name="connsiteY677" fmla="*/ 3483279 h 6858000"/>
              <a:gd name="connsiteX678" fmla="*/ 2435119 w 7467600"/>
              <a:gd name="connsiteY678" fmla="*/ 3080173 h 6858000"/>
              <a:gd name="connsiteX679" fmla="*/ 2410152 w 7467600"/>
              <a:gd name="connsiteY679" fmla="*/ 3063751 h 6858000"/>
              <a:gd name="connsiteX680" fmla="*/ 2408099 w 7467600"/>
              <a:gd name="connsiteY680" fmla="*/ 3064403 h 6858000"/>
              <a:gd name="connsiteX681" fmla="*/ 2407218 w 7467600"/>
              <a:gd name="connsiteY681" fmla="*/ 3070324 h 6858000"/>
              <a:gd name="connsiteX682" fmla="*/ 2380138 w 7467600"/>
              <a:gd name="connsiteY682" fmla="*/ 3099341 h 6858000"/>
              <a:gd name="connsiteX683" fmla="*/ 1765923 w 7467600"/>
              <a:gd name="connsiteY683" fmla="*/ 3581043 h 6858000"/>
              <a:gd name="connsiteX684" fmla="*/ 1702258 w 7467600"/>
              <a:gd name="connsiteY684" fmla="*/ 3612286 h 6858000"/>
              <a:gd name="connsiteX685" fmla="*/ 1538370 w 7467600"/>
              <a:gd name="connsiteY685" fmla="*/ 3811804 h 6858000"/>
              <a:gd name="connsiteX686" fmla="*/ 542867 w 7467600"/>
              <a:gd name="connsiteY686" fmla="*/ 4944092 h 6858000"/>
              <a:gd name="connsiteX687" fmla="*/ 515800 w 7467600"/>
              <a:gd name="connsiteY687" fmla="*/ 4862180 h 6858000"/>
              <a:gd name="connsiteX688" fmla="*/ 909145 w 7467600"/>
              <a:gd name="connsiteY688" fmla="*/ 4199225 h 6858000"/>
              <a:gd name="connsiteX689" fmla="*/ 1214067 w 7467600"/>
              <a:gd name="connsiteY689" fmla="*/ 3908561 h 6858000"/>
              <a:gd name="connsiteX690" fmla="*/ 640967 w 7467600"/>
              <a:gd name="connsiteY690" fmla="*/ 4105601 h 6858000"/>
              <a:gd name="connsiteX691" fmla="*/ 112563 w 7467600"/>
              <a:gd name="connsiteY691" fmla="*/ 4396952 h 6858000"/>
              <a:gd name="connsiteX692" fmla="*/ 0 w 7467600"/>
              <a:gd name="connsiteY692" fmla="*/ 4466006 h 6858000"/>
              <a:gd name="connsiteX693" fmla="*/ 0 w 7467600"/>
              <a:gd name="connsiteY693" fmla="*/ 4233763 h 6858000"/>
              <a:gd name="connsiteX694" fmla="*/ 36881 w 7467600"/>
              <a:gd name="connsiteY694" fmla="*/ 4200118 h 6858000"/>
              <a:gd name="connsiteX695" fmla="*/ 910534 w 7467600"/>
              <a:gd name="connsiteY695" fmla="*/ 3629753 h 6858000"/>
              <a:gd name="connsiteX696" fmla="*/ 1578717 w 7467600"/>
              <a:gd name="connsiteY696" fmla="*/ 3575982 h 6858000"/>
              <a:gd name="connsiteX697" fmla="*/ 2338780 w 7467600"/>
              <a:gd name="connsiteY697" fmla="*/ 3033725 h 6858000"/>
              <a:gd name="connsiteX698" fmla="*/ 1807991 w 7467600"/>
              <a:gd name="connsiteY698" fmla="*/ 2807184 h 6858000"/>
              <a:gd name="connsiteX699" fmla="*/ 1416358 w 7467600"/>
              <a:gd name="connsiteY699" fmla="*/ 3112571 h 6858000"/>
              <a:gd name="connsiteX700" fmla="*/ 939066 w 7467600"/>
              <a:gd name="connsiteY700" fmla="*/ 3378798 h 6858000"/>
              <a:gd name="connsiteX701" fmla="*/ 115099 w 7467600"/>
              <a:gd name="connsiteY701" fmla="*/ 3607650 h 6858000"/>
              <a:gd name="connsiteX702" fmla="*/ 97284 w 7467600"/>
              <a:gd name="connsiteY702" fmla="*/ 3520393 h 6858000"/>
              <a:gd name="connsiteX703" fmla="*/ 922050 w 7467600"/>
              <a:gd name="connsiteY703" fmla="*/ 3074867 h 6858000"/>
              <a:gd name="connsiteX704" fmla="*/ 1405265 w 7467600"/>
              <a:gd name="connsiteY704" fmla="*/ 3016319 h 6858000"/>
              <a:gd name="connsiteX705" fmla="*/ 1407512 w 7467600"/>
              <a:gd name="connsiteY705" fmla="*/ 3018001 h 6858000"/>
              <a:gd name="connsiteX706" fmla="*/ 1726266 w 7467600"/>
              <a:gd name="connsiteY706" fmla="*/ 2777274 h 6858000"/>
              <a:gd name="connsiteX707" fmla="*/ 625390 w 7467600"/>
              <a:gd name="connsiteY707" fmla="*/ 2514541 h 6858000"/>
              <a:gd name="connsiteX708" fmla="*/ 619799 w 7467600"/>
              <a:gd name="connsiteY708" fmla="*/ 2527180 h 6858000"/>
              <a:gd name="connsiteX709" fmla="*/ 310030 w 7467600"/>
              <a:gd name="connsiteY709" fmla="*/ 2771818 h 6858000"/>
              <a:gd name="connsiteX710" fmla="*/ 173877 w 7467600"/>
              <a:gd name="connsiteY710" fmla="*/ 2937056 h 6858000"/>
              <a:gd name="connsiteX711" fmla="*/ 77889 w 7467600"/>
              <a:gd name="connsiteY711" fmla="*/ 3138440 h 6858000"/>
              <a:gd name="connsiteX712" fmla="*/ 0 w 7467600"/>
              <a:gd name="connsiteY712" fmla="*/ 3271395 h 6858000"/>
              <a:gd name="connsiteX713" fmla="*/ 0 w 7467600"/>
              <a:gd name="connsiteY713" fmla="*/ 3153002 h 6858000"/>
              <a:gd name="connsiteX714" fmla="*/ 2386 w 7467600"/>
              <a:gd name="connsiteY714" fmla="*/ 3149203 h 6858000"/>
              <a:gd name="connsiteX715" fmla="*/ 89753 w 7467600"/>
              <a:gd name="connsiteY715" fmla="*/ 2987702 h 6858000"/>
              <a:gd name="connsiteX716" fmla="*/ 76869 w 7467600"/>
              <a:gd name="connsiteY716" fmla="*/ 3005404 h 6858000"/>
              <a:gd name="connsiteX717" fmla="*/ 32049 w 7467600"/>
              <a:gd name="connsiteY717" fmla="*/ 3065814 h 6858000"/>
              <a:gd name="connsiteX718" fmla="*/ 0 w 7467600"/>
              <a:gd name="connsiteY718" fmla="*/ 3108744 h 6858000"/>
              <a:gd name="connsiteX719" fmla="*/ 0 w 7467600"/>
              <a:gd name="connsiteY719" fmla="*/ 3058059 h 6858000"/>
              <a:gd name="connsiteX720" fmla="*/ 7610 w 7467600"/>
              <a:gd name="connsiteY720" fmla="*/ 3047889 h 6858000"/>
              <a:gd name="connsiteX721" fmla="*/ 52419 w 7467600"/>
              <a:gd name="connsiteY721" fmla="*/ 2987479 h 6858000"/>
              <a:gd name="connsiteX722" fmla="*/ 59142 w 7467600"/>
              <a:gd name="connsiteY722" fmla="*/ 2978488 h 6858000"/>
              <a:gd name="connsiteX723" fmla="*/ 0 w 7467600"/>
              <a:gd name="connsiteY723" fmla="*/ 3015334 h 6858000"/>
              <a:gd name="connsiteX724" fmla="*/ 0 w 7467600"/>
              <a:gd name="connsiteY724" fmla="*/ 2914286 h 6858000"/>
              <a:gd name="connsiteX725" fmla="*/ 36383 w 7467600"/>
              <a:gd name="connsiteY725" fmla="*/ 2901128 h 6858000"/>
              <a:gd name="connsiteX726" fmla="*/ 156329 w 7467600"/>
              <a:gd name="connsiteY726" fmla="*/ 2840533 h 6858000"/>
              <a:gd name="connsiteX727" fmla="*/ 358355 w 7467600"/>
              <a:gd name="connsiteY727" fmla="*/ 2620471 h 6858000"/>
              <a:gd name="connsiteX728" fmla="*/ 510577 w 7467600"/>
              <a:gd name="connsiteY728" fmla="*/ 2501244 h 6858000"/>
              <a:gd name="connsiteX729" fmla="*/ 211967 w 7467600"/>
              <a:gd name="connsiteY729" fmla="*/ 2479171 h 6858000"/>
              <a:gd name="connsiteX730" fmla="*/ 0 w 7467600"/>
              <a:gd name="connsiteY730" fmla="*/ 2476398 h 6858000"/>
              <a:gd name="connsiteX731" fmla="*/ 0 w 7467600"/>
              <a:gd name="connsiteY731" fmla="*/ 2389189 h 6858000"/>
              <a:gd name="connsiteX732" fmla="*/ 103062 w 7467600"/>
              <a:gd name="connsiteY732" fmla="*/ 2389518 h 6858000"/>
              <a:gd name="connsiteX733" fmla="*/ 510734 w 7467600"/>
              <a:gd name="connsiteY733" fmla="*/ 2416201 h 6858000"/>
              <a:gd name="connsiteX734" fmla="*/ 279257 w 7467600"/>
              <a:gd name="connsiteY734" fmla="*/ 2092102 h 6858000"/>
              <a:gd name="connsiteX735" fmla="*/ 65265 w 7467600"/>
              <a:gd name="connsiteY735" fmla="*/ 2006049 h 6858000"/>
              <a:gd name="connsiteX736" fmla="*/ 0 w 7467600"/>
              <a:gd name="connsiteY736" fmla="*/ 1982532 h 6858000"/>
              <a:gd name="connsiteX737" fmla="*/ 0 w 7467600"/>
              <a:gd name="connsiteY737" fmla="*/ 1912789 h 6858000"/>
              <a:gd name="connsiteX738" fmla="*/ 97460 w 7467600"/>
              <a:gd name="connsiteY738" fmla="*/ 1953725 h 6858000"/>
              <a:gd name="connsiteX739" fmla="*/ 221272 w 7467600"/>
              <a:gd name="connsiteY739" fmla="*/ 1980766 h 6858000"/>
              <a:gd name="connsiteX740" fmla="*/ 116765 w 7467600"/>
              <a:gd name="connsiteY740" fmla="*/ 1911033 h 6858000"/>
              <a:gd name="connsiteX741" fmla="*/ 16405 w 7467600"/>
              <a:gd name="connsiteY741" fmla="*/ 1803412 h 6858000"/>
              <a:gd name="connsiteX742" fmla="*/ 0 w 7467600"/>
              <a:gd name="connsiteY742" fmla="*/ 1784777 h 6858000"/>
              <a:gd name="connsiteX743" fmla="*/ 0 w 7467600"/>
              <a:gd name="connsiteY743" fmla="*/ 1740082 h 6858000"/>
              <a:gd name="connsiteX744" fmla="*/ 39394 w 7467600"/>
              <a:gd name="connsiteY744" fmla="*/ 1784856 h 6858000"/>
              <a:gd name="connsiteX745" fmla="*/ 135813 w 7467600"/>
              <a:gd name="connsiteY745" fmla="*/ 1888838 h 6858000"/>
              <a:gd name="connsiteX746" fmla="*/ 242575 w 7467600"/>
              <a:gd name="connsiteY746" fmla="*/ 1958841 h 6858000"/>
              <a:gd name="connsiteX747" fmla="*/ 82197 w 7467600"/>
              <a:gd name="connsiteY747" fmla="*/ 1754826 h 6858000"/>
              <a:gd name="connsiteX748" fmla="*/ 0 w 7467600"/>
              <a:gd name="connsiteY748" fmla="*/ 1679650 h 6858000"/>
              <a:gd name="connsiteX749" fmla="*/ 0 w 7467600"/>
              <a:gd name="connsiteY749" fmla="*/ 1602463 h 6858000"/>
              <a:gd name="connsiteX750" fmla="*/ 84689 w 7467600"/>
              <a:gd name="connsiteY750" fmla="*/ 1677442 h 6858000"/>
              <a:gd name="connsiteX751" fmla="*/ 298437 w 7467600"/>
              <a:gd name="connsiteY751" fmla="*/ 1968019 h 6858000"/>
              <a:gd name="connsiteX752" fmla="*/ 227269 w 7467600"/>
              <a:gd name="connsiteY752" fmla="*/ 1114064 h 6858000"/>
              <a:gd name="connsiteX753" fmla="*/ 248003 w 7467600"/>
              <a:gd name="connsiteY753" fmla="*/ 1089613 h 6858000"/>
              <a:gd name="connsiteX754" fmla="*/ 427020 w 7467600"/>
              <a:gd name="connsiteY754" fmla="*/ 1619803 h 6858000"/>
              <a:gd name="connsiteX755" fmla="*/ 340345 w 7467600"/>
              <a:gd name="connsiteY755" fmla="*/ 2027739 h 6858000"/>
              <a:gd name="connsiteX756" fmla="*/ 360865 w 7467600"/>
              <a:gd name="connsiteY756" fmla="*/ 2044827 h 6858000"/>
              <a:gd name="connsiteX757" fmla="*/ 560414 w 7467600"/>
              <a:gd name="connsiteY757" fmla="*/ 2421457 h 6858000"/>
              <a:gd name="connsiteX758" fmla="*/ 1359703 w 7467600"/>
              <a:gd name="connsiteY758" fmla="*/ 2578554 h 6858000"/>
              <a:gd name="connsiteX759" fmla="*/ 1359422 w 7467600"/>
              <a:gd name="connsiteY759" fmla="*/ 2577994 h 6858000"/>
              <a:gd name="connsiteX760" fmla="*/ 828701 w 7467600"/>
              <a:gd name="connsiteY760" fmla="*/ 1839520 h 6858000"/>
              <a:gd name="connsiteX761" fmla="*/ 494427 w 7467600"/>
              <a:gd name="connsiteY761" fmla="*/ 1092333 h 6858000"/>
              <a:gd name="connsiteX762" fmla="*/ 506322 w 7467600"/>
              <a:gd name="connsiteY762" fmla="*/ 1020997 h 6858000"/>
              <a:gd name="connsiteX763" fmla="*/ 4570198 w 7467600"/>
              <a:gd name="connsiteY763" fmla="*/ 978081 h 6858000"/>
              <a:gd name="connsiteX764" fmla="*/ 4523691 w 7467600"/>
              <a:gd name="connsiteY764" fmla="*/ 1127776 h 6858000"/>
              <a:gd name="connsiteX765" fmla="*/ 4509875 w 7467600"/>
              <a:gd name="connsiteY765" fmla="*/ 1167552 h 6858000"/>
              <a:gd name="connsiteX766" fmla="*/ 4478168 w 7467600"/>
              <a:gd name="connsiteY766" fmla="*/ 1260735 h 6858000"/>
              <a:gd name="connsiteX767" fmla="*/ 4409309 w 7467600"/>
              <a:gd name="connsiteY767" fmla="*/ 1666996 h 6858000"/>
              <a:gd name="connsiteX768" fmla="*/ 4370031 w 7467600"/>
              <a:gd name="connsiteY768" fmla="*/ 1955666 h 6858000"/>
              <a:gd name="connsiteX769" fmla="*/ 4570198 w 7467600"/>
              <a:gd name="connsiteY769" fmla="*/ 978081 h 6858000"/>
              <a:gd name="connsiteX770" fmla="*/ 4557898 w 7467600"/>
              <a:gd name="connsiteY770" fmla="*/ 900011 h 6858000"/>
              <a:gd name="connsiteX771" fmla="*/ 4344840 w 7467600"/>
              <a:gd name="connsiteY771" fmla="*/ 1922038 h 6858000"/>
              <a:gd name="connsiteX772" fmla="*/ 4378710 w 7467600"/>
              <a:gd name="connsiteY772" fmla="*/ 1665516 h 6858000"/>
              <a:gd name="connsiteX773" fmla="*/ 4448798 w 7467600"/>
              <a:gd name="connsiteY773" fmla="*/ 1253024 h 6858000"/>
              <a:gd name="connsiteX774" fmla="*/ 4480315 w 7467600"/>
              <a:gd name="connsiteY774" fmla="*/ 1158454 h 6858000"/>
              <a:gd name="connsiteX775" fmla="*/ 4494133 w 7467600"/>
              <a:gd name="connsiteY775" fmla="*/ 1118676 h 6858000"/>
              <a:gd name="connsiteX776" fmla="*/ 4557898 w 7467600"/>
              <a:gd name="connsiteY776" fmla="*/ 900011 h 6858000"/>
              <a:gd name="connsiteX777" fmla="*/ 5870151 w 7467600"/>
              <a:gd name="connsiteY777" fmla="*/ 898890 h 6858000"/>
              <a:gd name="connsiteX778" fmla="*/ 5861335 w 7467600"/>
              <a:gd name="connsiteY778" fmla="*/ 899177 h 6858000"/>
              <a:gd name="connsiteX779" fmla="*/ 5843702 w 7467600"/>
              <a:gd name="connsiteY779" fmla="*/ 899748 h 6858000"/>
              <a:gd name="connsiteX780" fmla="*/ 5651107 w 7467600"/>
              <a:gd name="connsiteY780" fmla="*/ 920306 h 6858000"/>
              <a:gd name="connsiteX781" fmla="*/ 5459407 w 7467600"/>
              <a:gd name="connsiteY781" fmla="*/ 940975 h 6858000"/>
              <a:gd name="connsiteX782" fmla="*/ 5374846 w 7467600"/>
              <a:gd name="connsiteY782" fmla="*/ 941988 h 6858000"/>
              <a:gd name="connsiteX783" fmla="*/ 5256105 w 7467600"/>
              <a:gd name="connsiteY783" fmla="*/ 945632 h 6858000"/>
              <a:gd name="connsiteX784" fmla="*/ 5107071 w 7467600"/>
              <a:gd name="connsiteY784" fmla="*/ 969720 h 6858000"/>
              <a:gd name="connsiteX785" fmla="*/ 4998681 w 7467600"/>
              <a:gd name="connsiteY785" fmla="*/ 988771 h 6858000"/>
              <a:gd name="connsiteX786" fmla="*/ 5870151 w 7467600"/>
              <a:gd name="connsiteY786" fmla="*/ 898890 h 6858000"/>
              <a:gd name="connsiteX787" fmla="*/ 5504425 w 7467600"/>
              <a:gd name="connsiteY787" fmla="*/ 848067 h 6858000"/>
              <a:gd name="connsiteX788" fmla="*/ 4968849 w 7467600"/>
              <a:gd name="connsiteY788" fmla="*/ 962318 h 6858000"/>
              <a:gd name="connsiteX789" fmla="*/ 5104039 w 7467600"/>
              <a:gd name="connsiteY789" fmla="*/ 940634 h 6858000"/>
              <a:gd name="connsiteX790" fmla="*/ 5256311 w 7467600"/>
              <a:gd name="connsiteY790" fmla="*/ 916490 h 6858000"/>
              <a:gd name="connsiteX791" fmla="*/ 5377381 w 7467600"/>
              <a:gd name="connsiteY791" fmla="*/ 912671 h 6858000"/>
              <a:gd name="connsiteX792" fmla="*/ 5460148 w 7467600"/>
              <a:gd name="connsiteY792" fmla="*/ 911442 h 6858000"/>
              <a:gd name="connsiteX793" fmla="*/ 5648971 w 7467600"/>
              <a:gd name="connsiteY793" fmla="*/ 891331 h 6858000"/>
              <a:gd name="connsiteX794" fmla="*/ 5844807 w 7467600"/>
              <a:gd name="connsiteY794" fmla="*/ 870718 h 6858000"/>
              <a:gd name="connsiteX795" fmla="*/ 5862975 w 7467600"/>
              <a:gd name="connsiteY795" fmla="*/ 869756 h 6858000"/>
              <a:gd name="connsiteX796" fmla="*/ 5920887 w 7467600"/>
              <a:gd name="connsiteY796" fmla="*/ 865929 h 6858000"/>
              <a:gd name="connsiteX797" fmla="*/ 5504425 w 7467600"/>
              <a:gd name="connsiteY797" fmla="*/ 848067 h 6858000"/>
              <a:gd name="connsiteX798" fmla="*/ 3607114 w 7467600"/>
              <a:gd name="connsiteY798" fmla="*/ 467441 h 6858000"/>
              <a:gd name="connsiteX799" fmla="*/ 3296242 w 7467600"/>
              <a:gd name="connsiteY799" fmla="*/ 807991 h 6858000"/>
              <a:gd name="connsiteX800" fmla="*/ 3174674 w 7467600"/>
              <a:gd name="connsiteY800" fmla="*/ 919759 h 6858000"/>
              <a:gd name="connsiteX801" fmla="*/ 3042978 w 7467600"/>
              <a:gd name="connsiteY801" fmla="*/ 1054894 h 6858000"/>
              <a:gd name="connsiteX802" fmla="*/ 2968914 w 7467600"/>
              <a:gd name="connsiteY802" fmla="*/ 1133756 h 6858000"/>
              <a:gd name="connsiteX803" fmla="*/ 3103823 w 7467600"/>
              <a:gd name="connsiteY803" fmla="*/ 1026814 h 6858000"/>
              <a:gd name="connsiteX804" fmla="*/ 3607114 w 7467600"/>
              <a:gd name="connsiteY804" fmla="*/ 467441 h 6858000"/>
              <a:gd name="connsiteX805" fmla="*/ 3744487 w 7467600"/>
              <a:gd name="connsiteY805" fmla="*/ 383136 h 6858000"/>
              <a:gd name="connsiteX806" fmla="*/ 3970213 w 7467600"/>
              <a:gd name="connsiteY806" fmla="*/ 995559 h 6858000"/>
              <a:gd name="connsiteX807" fmla="*/ 3744487 w 7467600"/>
              <a:gd name="connsiteY807" fmla="*/ 383136 h 6858000"/>
              <a:gd name="connsiteX808" fmla="*/ 3624562 w 7467600"/>
              <a:gd name="connsiteY808" fmla="*/ 367041 h 6858000"/>
              <a:gd name="connsiteX809" fmla="*/ 3489712 w 7467600"/>
              <a:gd name="connsiteY809" fmla="*/ 485386 h 6858000"/>
              <a:gd name="connsiteX810" fmla="*/ 3182994 w 7467600"/>
              <a:gd name="connsiteY810" fmla="*/ 828265 h 6858000"/>
              <a:gd name="connsiteX811" fmla="*/ 2892114 w 7467600"/>
              <a:gd name="connsiteY811" fmla="*/ 1172635 h 6858000"/>
              <a:gd name="connsiteX812" fmla="*/ 3021459 w 7467600"/>
              <a:gd name="connsiteY812" fmla="*/ 1035385 h 6858000"/>
              <a:gd name="connsiteX813" fmla="*/ 3153873 w 7467600"/>
              <a:gd name="connsiteY813" fmla="*/ 898971 h 6858000"/>
              <a:gd name="connsiteX814" fmla="*/ 3276511 w 7467600"/>
              <a:gd name="connsiteY814" fmla="*/ 786423 h 6858000"/>
              <a:gd name="connsiteX815" fmla="*/ 3584154 w 7467600"/>
              <a:gd name="connsiteY815" fmla="*/ 448218 h 6858000"/>
              <a:gd name="connsiteX816" fmla="*/ 3624562 w 7467600"/>
              <a:gd name="connsiteY816" fmla="*/ 367041 h 6858000"/>
              <a:gd name="connsiteX817" fmla="*/ 3766672 w 7467600"/>
              <a:gd name="connsiteY817" fmla="*/ 359429 h 6858000"/>
              <a:gd name="connsiteX818" fmla="*/ 3996338 w 7467600"/>
              <a:gd name="connsiteY818" fmla="*/ 968237 h 6858000"/>
              <a:gd name="connsiteX819" fmla="*/ 3766672 w 7467600"/>
              <a:gd name="connsiteY819" fmla="*/ 359429 h 6858000"/>
              <a:gd name="connsiteX820" fmla="*/ 5805386 w 7467600"/>
              <a:gd name="connsiteY820" fmla="*/ 239240 h 6858000"/>
              <a:gd name="connsiteX821" fmla="*/ 5736947 w 7467600"/>
              <a:gd name="connsiteY821" fmla="*/ 261367 h 6858000"/>
              <a:gd name="connsiteX822" fmla="*/ 5427012 w 7467600"/>
              <a:gd name="connsiteY822" fmla="*/ 311272 h 6858000"/>
              <a:gd name="connsiteX823" fmla="*/ 5147818 w 7467600"/>
              <a:gd name="connsiteY823" fmla="*/ 322112 h 6858000"/>
              <a:gd name="connsiteX824" fmla="*/ 5060854 w 7467600"/>
              <a:gd name="connsiteY824" fmla="*/ 311882 h 6858000"/>
              <a:gd name="connsiteX825" fmla="*/ 4945989 w 7467600"/>
              <a:gd name="connsiteY825" fmla="*/ 300516 h 6858000"/>
              <a:gd name="connsiteX826" fmla="*/ 5410479 w 7467600"/>
              <a:gd name="connsiteY826" fmla="*/ 348434 h 6858000"/>
              <a:gd name="connsiteX827" fmla="*/ 5805386 w 7467600"/>
              <a:gd name="connsiteY827" fmla="*/ 239240 h 6858000"/>
              <a:gd name="connsiteX828" fmla="*/ 5905192 w 7467600"/>
              <a:gd name="connsiteY828" fmla="*/ 163079 h 6858000"/>
              <a:gd name="connsiteX829" fmla="*/ 5865655 w 7467600"/>
              <a:gd name="connsiteY829" fmla="*/ 171901 h 6858000"/>
              <a:gd name="connsiteX830" fmla="*/ 5259740 w 7467600"/>
              <a:gd name="connsiteY830" fmla="*/ 257013 h 6858000"/>
              <a:gd name="connsiteX831" fmla="*/ 5208466 w 7467600"/>
              <a:gd name="connsiteY831" fmla="*/ 257550 h 6858000"/>
              <a:gd name="connsiteX832" fmla="*/ 4980204 w 7467600"/>
              <a:gd name="connsiteY832" fmla="*/ 271903 h 6858000"/>
              <a:gd name="connsiteX833" fmla="*/ 5068068 w 7467600"/>
              <a:gd name="connsiteY833" fmla="*/ 282244 h 6858000"/>
              <a:gd name="connsiteX834" fmla="*/ 5153231 w 7467600"/>
              <a:gd name="connsiteY834" fmla="*/ 292240 h 6858000"/>
              <a:gd name="connsiteX835" fmla="*/ 5426491 w 7467600"/>
              <a:gd name="connsiteY835" fmla="*/ 281128 h 6858000"/>
              <a:gd name="connsiteX836" fmla="*/ 5731212 w 7467600"/>
              <a:gd name="connsiteY836" fmla="*/ 231951 h 6858000"/>
              <a:gd name="connsiteX837" fmla="*/ 5905192 w 7467600"/>
              <a:gd name="connsiteY837" fmla="*/ 163079 h 6858000"/>
              <a:gd name="connsiteX838" fmla="*/ 5944437 w 7467600"/>
              <a:gd name="connsiteY838" fmla="*/ 113829 h 6858000"/>
              <a:gd name="connsiteX839" fmla="*/ 5825032 w 7467600"/>
              <a:gd name="connsiteY839" fmla="*/ 146405 h 6858000"/>
              <a:gd name="connsiteX840" fmla="*/ 4955599 w 7467600"/>
              <a:gd name="connsiteY840" fmla="*/ 247008 h 6858000"/>
              <a:gd name="connsiteX841" fmla="*/ 5210104 w 7467600"/>
              <a:gd name="connsiteY841" fmla="*/ 228123 h 6858000"/>
              <a:gd name="connsiteX842" fmla="*/ 5261015 w 7467600"/>
              <a:gd name="connsiteY842" fmla="*/ 227087 h 6858000"/>
              <a:gd name="connsiteX843" fmla="*/ 5861181 w 7467600"/>
              <a:gd name="connsiteY843" fmla="*/ 143093 h 6858000"/>
              <a:gd name="connsiteX844" fmla="*/ 5961252 w 7467600"/>
              <a:gd name="connsiteY844" fmla="*/ 114820 h 6858000"/>
              <a:gd name="connsiteX845" fmla="*/ 5944437 w 7467600"/>
              <a:gd name="connsiteY845" fmla="*/ 113829 h 6858000"/>
              <a:gd name="connsiteX846" fmla="*/ 3882765 w 7467600"/>
              <a:gd name="connsiteY846" fmla="*/ 0 h 6858000"/>
              <a:gd name="connsiteX847" fmla="*/ 3995099 w 7467600"/>
              <a:gd name="connsiteY847" fmla="*/ 0 h 6858000"/>
              <a:gd name="connsiteX848" fmla="*/ 4163818 w 7467600"/>
              <a:gd name="connsiteY848" fmla="*/ 234104 h 6858000"/>
              <a:gd name="connsiteX849" fmla="*/ 4172099 w 7467600"/>
              <a:gd name="connsiteY849" fmla="*/ 234207 h 6858000"/>
              <a:gd name="connsiteX850" fmla="*/ 4784282 w 7467600"/>
              <a:gd name="connsiteY850" fmla="*/ 276561 h 6858000"/>
              <a:gd name="connsiteX851" fmla="*/ 4801687 w 7467600"/>
              <a:gd name="connsiteY851" fmla="*/ 267764 h 6858000"/>
              <a:gd name="connsiteX852" fmla="*/ 6082788 w 7467600"/>
              <a:gd name="connsiteY852" fmla="*/ 64119 h 6858000"/>
              <a:gd name="connsiteX853" fmla="*/ 6099442 w 7467600"/>
              <a:gd name="connsiteY853" fmla="*/ 82568 h 6858000"/>
              <a:gd name="connsiteX854" fmla="*/ 4804137 w 7467600"/>
              <a:gd name="connsiteY854" fmla="*/ 320931 h 6858000"/>
              <a:gd name="connsiteX855" fmla="*/ 4227047 w 7467600"/>
              <a:gd name="connsiteY855" fmla="*/ 313415 h 6858000"/>
              <a:gd name="connsiteX856" fmla="*/ 4346041 w 7467600"/>
              <a:gd name="connsiteY856" fmla="*/ 456086 h 6858000"/>
              <a:gd name="connsiteX857" fmla="*/ 4870967 w 7467600"/>
              <a:gd name="connsiteY857" fmla="*/ 963061 h 6858000"/>
              <a:gd name="connsiteX858" fmla="*/ 4889647 w 7467600"/>
              <a:gd name="connsiteY858" fmla="*/ 957147 h 6858000"/>
              <a:gd name="connsiteX859" fmla="*/ 5422504 w 7467600"/>
              <a:gd name="connsiteY859" fmla="*/ 805191 h 6858000"/>
              <a:gd name="connsiteX860" fmla="*/ 6087656 w 7467600"/>
              <a:gd name="connsiteY860" fmla="*/ 826703 h 6858000"/>
              <a:gd name="connsiteX861" fmla="*/ 6058717 w 7467600"/>
              <a:gd name="connsiteY861" fmla="*/ 865992 h 6858000"/>
              <a:gd name="connsiteX862" fmla="*/ 4974153 w 7467600"/>
              <a:gd name="connsiteY862" fmla="*/ 1045456 h 6858000"/>
              <a:gd name="connsiteX863" fmla="*/ 5627835 w 7467600"/>
              <a:gd name="connsiteY863" fmla="*/ 1472077 h 6858000"/>
              <a:gd name="connsiteX864" fmla="*/ 5629817 w 7467600"/>
              <a:gd name="connsiteY864" fmla="*/ 1471412 h 6858000"/>
              <a:gd name="connsiteX865" fmla="*/ 5634124 w 7467600"/>
              <a:gd name="connsiteY865" fmla="*/ 1470572 h 6858000"/>
              <a:gd name="connsiteX866" fmla="*/ 5755832 w 7467600"/>
              <a:gd name="connsiteY866" fmla="*/ 1383886 h 6858000"/>
              <a:gd name="connsiteX867" fmla="*/ 6014186 w 7467600"/>
              <a:gd name="connsiteY867" fmla="*/ 1279799 h 6858000"/>
              <a:gd name="connsiteX868" fmla="*/ 6901619 w 7467600"/>
              <a:gd name="connsiteY868" fmla="*/ 1047874 h 6858000"/>
              <a:gd name="connsiteX869" fmla="*/ 6931566 w 7467600"/>
              <a:gd name="connsiteY869" fmla="*/ 1062034 h 6858000"/>
              <a:gd name="connsiteX870" fmla="*/ 5790982 w 7467600"/>
              <a:gd name="connsiteY870" fmla="*/ 1561380 h 6858000"/>
              <a:gd name="connsiteX871" fmla="*/ 6188971 w 7467600"/>
              <a:gd name="connsiteY871" fmla="*/ 1755168 h 6858000"/>
              <a:gd name="connsiteX872" fmla="*/ 6202446 w 7467600"/>
              <a:gd name="connsiteY872" fmla="*/ 1752268 h 6858000"/>
              <a:gd name="connsiteX873" fmla="*/ 7179560 w 7467600"/>
              <a:gd name="connsiteY873" fmla="*/ 1467551 h 6858000"/>
              <a:gd name="connsiteX874" fmla="*/ 7158730 w 7467600"/>
              <a:gd name="connsiteY874" fmla="*/ 1507835 h 6858000"/>
              <a:gd name="connsiteX875" fmla="*/ 6326959 w 7467600"/>
              <a:gd name="connsiteY875" fmla="*/ 1817686 h 6858000"/>
              <a:gd name="connsiteX876" fmla="*/ 6537433 w 7467600"/>
              <a:gd name="connsiteY876" fmla="*/ 1907790 h 6858000"/>
              <a:gd name="connsiteX877" fmla="*/ 6550221 w 7467600"/>
              <a:gd name="connsiteY877" fmla="*/ 1910729 h 6858000"/>
              <a:gd name="connsiteX878" fmla="*/ 6964438 w 7467600"/>
              <a:gd name="connsiteY878" fmla="*/ 2209505 h 6858000"/>
              <a:gd name="connsiteX879" fmla="*/ 7367862 w 7467600"/>
              <a:gd name="connsiteY879" fmla="*/ 2806833 h 6858000"/>
              <a:gd name="connsiteX880" fmla="*/ 7364329 w 7467600"/>
              <a:gd name="connsiteY880" fmla="*/ 2826907 h 6858000"/>
              <a:gd name="connsiteX881" fmla="*/ 7290545 w 7467600"/>
              <a:gd name="connsiteY881" fmla="*/ 2850663 h 6858000"/>
              <a:gd name="connsiteX882" fmla="*/ 6472036 w 7467600"/>
              <a:gd name="connsiteY882" fmla="*/ 1959003 h 6858000"/>
              <a:gd name="connsiteX883" fmla="*/ 5792897 w 7467600"/>
              <a:gd name="connsiteY883" fmla="*/ 1647747 h 6858000"/>
              <a:gd name="connsiteX884" fmla="*/ 5842751 w 7467600"/>
              <a:gd name="connsiteY884" fmla="*/ 1816112 h 6858000"/>
              <a:gd name="connsiteX885" fmla="*/ 5847424 w 7467600"/>
              <a:gd name="connsiteY885" fmla="*/ 1815776 h 6858000"/>
              <a:gd name="connsiteX886" fmla="*/ 6399821 w 7467600"/>
              <a:gd name="connsiteY886" fmla="*/ 2344799 h 6858000"/>
              <a:gd name="connsiteX887" fmla="*/ 6323232 w 7467600"/>
              <a:gd name="connsiteY887" fmla="*/ 2389634 h 6858000"/>
              <a:gd name="connsiteX888" fmla="*/ 5942958 w 7467600"/>
              <a:gd name="connsiteY888" fmla="*/ 2077708 h 6858000"/>
              <a:gd name="connsiteX889" fmla="*/ 5921559 w 7467600"/>
              <a:gd name="connsiteY889" fmla="*/ 2378596 h 6858000"/>
              <a:gd name="connsiteX890" fmla="*/ 5817651 w 7467600"/>
              <a:gd name="connsiteY890" fmla="*/ 3023919 h 6858000"/>
              <a:gd name="connsiteX891" fmla="*/ 5729634 w 7467600"/>
              <a:gd name="connsiteY891" fmla="*/ 3051849 h 6858000"/>
              <a:gd name="connsiteX892" fmla="*/ 5611018 w 7467600"/>
              <a:gd name="connsiteY892" fmla="*/ 2316769 h 6858000"/>
              <a:gd name="connsiteX893" fmla="*/ 5687608 w 7467600"/>
              <a:gd name="connsiteY893" fmla="*/ 2039972 h 6858000"/>
              <a:gd name="connsiteX894" fmla="*/ 5657554 w 7467600"/>
              <a:gd name="connsiteY894" fmla="*/ 1576445 h 6858000"/>
              <a:gd name="connsiteX895" fmla="*/ 5150475 w 7467600"/>
              <a:gd name="connsiteY895" fmla="*/ 1274012 h 6858000"/>
              <a:gd name="connsiteX896" fmla="*/ 5349142 w 7467600"/>
              <a:gd name="connsiteY896" fmla="*/ 2204405 h 6858000"/>
              <a:gd name="connsiteX897" fmla="*/ 5262214 w 7467600"/>
              <a:gd name="connsiteY897" fmla="*/ 2233836 h 6858000"/>
              <a:gd name="connsiteX898" fmla="*/ 4981539 w 7467600"/>
              <a:gd name="connsiteY898" fmla="*/ 1542201 h 6858000"/>
              <a:gd name="connsiteX899" fmla="*/ 4958461 w 7467600"/>
              <a:gd name="connsiteY899" fmla="*/ 1136957 h 6858000"/>
              <a:gd name="connsiteX900" fmla="*/ 4655015 w 7467600"/>
              <a:gd name="connsiteY900" fmla="*/ 891426 h 6858000"/>
              <a:gd name="connsiteX901" fmla="*/ 4348002 w 7467600"/>
              <a:gd name="connsiteY901" fmla="*/ 2205895 h 6858000"/>
              <a:gd name="connsiteX902" fmla="*/ 4262250 w 7467600"/>
              <a:gd name="connsiteY902" fmla="*/ 2219972 h 6858000"/>
              <a:gd name="connsiteX903" fmla="*/ 4550611 w 7467600"/>
              <a:gd name="connsiteY903" fmla="*/ 817540 h 6858000"/>
              <a:gd name="connsiteX904" fmla="*/ 4564418 w 7467600"/>
              <a:gd name="connsiteY904" fmla="*/ 808293 h 6858000"/>
              <a:gd name="connsiteX905" fmla="*/ 4266388 w 7467600"/>
              <a:gd name="connsiteY905" fmla="*/ 500083 h 6858000"/>
              <a:gd name="connsiteX906" fmla="*/ 4032842 w 7467600"/>
              <a:gd name="connsiteY906" fmla="*/ 211809 h 6858000"/>
              <a:gd name="connsiteX907" fmla="*/ 3882765 w 7467600"/>
              <a:gd name="connsiteY907" fmla="*/ 0 h 6858000"/>
              <a:gd name="connsiteX908" fmla="*/ 3721337 w 7467600"/>
              <a:gd name="connsiteY908" fmla="*/ 0 h 6858000"/>
              <a:gd name="connsiteX909" fmla="*/ 3797544 w 7467600"/>
              <a:gd name="connsiteY909" fmla="*/ 0 h 6858000"/>
              <a:gd name="connsiteX910" fmla="*/ 3775734 w 7467600"/>
              <a:gd name="connsiteY910" fmla="*/ 95131 h 6858000"/>
              <a:gd name="connsiteX911" fmla="*/ 3724807 w 7467600"/>
              <a:gd name="connsiteY911" fmla="*/ 272257 h 6858000"/>
              <a:gd name="connsiteX912" fmla="*/ 3726844 w 7467600"/>
              <a:gd name="connsiteY912" fmla="*/ 282988 h 6858000"/>
              <a:gd name="connsiteX913" fmla="*/ 3742664 w 7467600"/>
              <a:gd name="connsiteY913" fmla="*/ 279918 h 6858000"/>
              <a:gd name="connsiteX914" fmla="*/ 4103910 w 7467600"/>
              <a:gd name="connsiteY914" fmla="*/ 1161917 h 6858000"/>
              <a:gd name="connsiteX915" fmla="*/ 4020269 w 7467600"/>
              <a:gd name="connsiteY915" fmla="*/ 1200406 h 6858000"/>
              <a:gd name="connsiteX916" fmla="*/ 3674882 w 7467600"/>
              <a:gd name="connsiteY916" fmla="*/ 488524 h 6858000"/>
              <a:gd name="connsiteX917" fmla="*/ 3132682 w 7467600"/>
              <a:gd name="connsiteY917" fmla="*/ 1072284 h 6858000"/>
              <a:gd name="connsiteX918" fmla="*/ 2716346 w 7467600"/>
              <a:gd name="connsiteY918" fmla="*/ 1276376 h 6858000"/>
              <a:gd name="connsiteX919" fmla="*/ 2716772 w 7467600"/>
              <a:gd name="connsiteY919" fmla="*/ 1255462 h 6858000"/>
              <a:gd name="connsiteX920" fmla="*/ 3471096 w 7467600"/>
              <a:gd name="connsiteY920" fmla="*/ 437072 h 6858000"/>
              <a:gd name="connsiteX921" fmla="*/ 3639057 w 7467600"/>
              <a:gd name="connsiteY921" fmla="*/ 286334 h 6858000"/>
              <a:gd name="connsiteX922" fmla="*/ 3640309 w 7467600"/>
              <a:gd name="connsiteY922" fmla="*/ 284664 h 6858000"/>
              <a:gd name="connsiteX923" fmla="*/ 3646022 w 7467600"/>
              <a:gd name="connsiteY923" fmla="*/ 276711 h 6858000"/>
              <a:gd name="connsiteX924" fmla="*/ 3707943 w 7467600"/>
              <a:gd name="connsiteY924" fmla="*/ 65958 h 6858000"/>
              <a:gd name="connsiteX925" fmla="*/ 3721337 w 7467600"/>
              <a:gd name="connsiteY925" fmla="*/ 0 h 6858000"/>
              <a:gd name="connsiteX926" fmla="*/ 2867960 w 7467600"/>
              <a:gd name="connsiteY926" fmla="*/ 0 h 6858000"/>
              <a:gd name="connsiteX927" fmla="*/ 2926351 w 7467600"/>
              <a:gd name="connsiteY927" fmla="*/ 0 h 6858000"/>
              <a:gd name="connsiteX928" fmla="*/ 2902823 w 7467600"/>
              <a:gd name="connsiteY928" fmla="*/ 262929 h 6858000"/>
              <a:gd name="connsiteX929" fmla="*/ 2940663 w 7467600"/>
              <a:gd name="connsiteY929" fmla="*/ 140884 h 6858000"/>
              <a:gd name="connsiteX930" fmla="*/ 2947039 w 7467600"/>
              <a:gd name="connsiteY930" fmla="*/ 122524 h 6858000"/>
              <a:gd name="connsiteX931" fmla="*/ 2984316 w 7467600"/>
              <a:gd name="connsiteY931" fmla="*/ 0 h 6858000"/>
              <a:gd name="connsiteX932" fmla="*/ 3016114 w 7467600"/>
              <a:gd name="connsiteY932" fmla="*/ 0 h 6858000"/>
              <a:gd name="connsiteX933" fmla="*/ 2979949 w 7467600"/>
              <a:gd name="connsiteY933" fmla="*/ 119274 h 6858000"/>
              <a:gd name="connsiteX934" fmla="*/ 3023879 w 7467600"/>
              <a:gd name="connsiteY934" fmla="*/ 0 h 6858000"/>
              <a:gd name="connsiteX935" fmla="*/ 3105400 w 7467600"/>
              <a:gd name="connsiteY935" fmla="*/ 0 h 6858000"/>
              <a:gd name="connsiteX936" fmla="*/ 3094669 w 7467600"/>
              <a:gd name="connsiteY936" fmla="*/ 30308 h 6858000"/>
              <a:gd name="connsiteX937" fmla="*/ 2901945 w 7467600"/>
              <a:gd name="connsiteY937" fmla="*/ 466538 h 6858000"/>
              <a:gd name="connsiteX938" fmla="*/ 2815209 w 7467600"/>
              <a:gd name="connsiteY938" fmla="*/ 497361 h 6858000"/>
              <a:gd name="connsiteX939" fmla="*/ 2844845 w 7467600"/>
              <a:gd name="connsiteY939" fmla="*/ 127638 h 6858000"/>
              <a:gd name="connsiteX940" fmla="*/ 2867960 w 7467600"/>
              <a:gd name="connsiteY940" fmla="*/ 0 h 6858000"/>
              <a:gd name="connsiteX941" fmla="*/ 1057230 w 7467600"/>
              <a:gd name="connsiteY941" fmla="*/ 0 h 6858000"/>
              <a:gd name="connsiteX942" fmla="*/ 1111003 w 7467600"/>
              <a:gd name="connsiteY942" fmla="*/ 0 h 6858000"/>
              <a:gd name="connsiteX943" fmla="*/ 1125553 w 7467600"/>
              <a:gd name="connsiteY943" fmla="*/ 52588 h 6858000"/>
              <a:gd name="connsiteX944" fmla="*/ 1304276 w 7467600"/>
              <a:gd name="connsiteY944" fmla="*/ 476275 h 6858000"/>
              <a:gd name="connsiteX945" fmla="*/ 1492066 w 7467600"/>
              <a:gd name="connsiteY945" fmla="*/ 886333 h 6858000"/>
              <a:gd name="connsiteX946" fmla="*/ 1423698 w 7467600"/>
              <a:gd name="connsiteY946" fmla="*/ 710817 h 6858000"/>
              <a:gd name="connsiteX947" fmla="*/ 1357609 w 7467600"/>
              <a:gd name="connsiteY947" fmla="*/ 532892 h 6858000"/>
              <a:gd name="connsiteX948" fmla="*/ 1309550 w 7467600"/>
              <a:gd name="connsiteY948" fmla="*/ 374031 h 6858000"/>
              <a:gd name="connsiteX949" fmla="*/ 1193673 w 7467600"/>
              <a:gd name="connsiteY949" fmla="*/ 49533 h 6858000"/>
              <a:gd name="connsiteX950" fmla="*/ 1164391 w 7467600"/>
              <a:gd name="connsiteY950" fmla="*/ 0 h 6858000"/>
              <a:gd name="connsiteX951" fmla="*/ 1200666 w 7467600"/>
              <a:gd name="connsiteY951" fmla="*/ 0 h 6858000"/>
              <a:gd name="connsiteX952" fmla="*/ 1223408 w 7467600"/>
              <a:gd name="connsiteY952" fmla="*/ 38996 h 6858000"/>
              <a:gd name="connsiteX953" fmla="*/ 1339635 w 7467600"/>
              <a:gd name="connsiteY953" fmla="*/ 365517 h 6858000"/>
              <a:gd name="connsiteX954" fmla="*/ 1387469 w 7467600"/>
              <a:gd name="connsiteY954" fmla="*/ 523079 h 6858000"/>
              <a:gd name="connsiteX955" fmla="*/ 1452685 w 7467600"/>
              <a:gd name="connsiteY955" fmla="*/ 699806 h 6858000"/>
              <a:gd name="connsiteX956" fmla="*/ 1492092 w 7467600"/>
              <a:gd name="connsiteY956" fmla="*/ 800424 h 6858000"/>
              <a:gd name="connsiteX957" fmla="*/ 1455302 w 7467600"/>
              <a:gd name="connsiteY957" fmla="*/ 632913 h 6858000"/>
              <a:gd name="connsiteX958" fmla="*/ 1222336 w 7467600"/>
              <a:gd name="connsiteY958" fmla="*/ 9480 h 6858000"/>
              <a:gd name="connsiteX959" fmla="*/ 1214634 w 7467600"/>
              <a:gd name="connsiteY959" fmla="*/ 0 h 6858000"/>
              <a:gd name="connsiteX960" fmla="*/ 1289827 w 7467600"/>
              <a:gd name="connsiteY960" fmla="*/ 0 h 6858000"/>
              <a:gd name="connsiteX961" fmla="*/ 1321076 w 7467600"/>
              <a:gd name="connsiteY961" fmla="*/ 59722 h 6858000"/>
              <a:gd name="connsiteX962" fmla="*/ 1512579 w 7467600"/>
              <a:gd name="connsiteY962" fmla="*/ 626441 h 6858000"/>
              <a:gd name="connsiteX963" fmla="*/ 1506076 w 7467600"/>
              <a:gd name="connsiteY963" fmla="*/ 1089289 h 6858000"/>
              <a:gd name="connsiteX964" fmla="*/ 1486346 w 7467600"/>
              <a:gd name="connsiteY964" fmla="*/ 1079919 h 6858000"/>
              <a:gd name="connsiteX965" fmla="*/ 1070511 w 7467600"/>
              <a:gd name="connsiteY965" fmla="*/ 48609 h 6858000"/>
              <a:gd name="connsiteX966" fmla="*/ 1057230 w 7467600"/>
              <a:gd name="connsiteY966" fmla="*/ 0 h 6858000"/>
              <a:gd name="connsiteX967" fmla="*/ 43151 w 7467600"/>
              <a:gd name="connsiteY967" fmla="*/ 0 h 6858000"/>
              <a:gd name="connsiteX968" fmla="*/ 95283 w 7467600"/>
              <a:gd name="connsiteY968" fmla="*/ 0 h 6858000"/>
              <a:gd name="connsiteX969" fmla="*/ 300708 w 7467600"/>
              <a:gd name="connsiteY969" fmla="*/ 154571 h 6858000"/>
              <a:gd name="connsiteX970" fmla="*/ 530414 w 7467600"/>
              <a:gd name="connsiteY970" fmla="*/ 354673 h 6858000"/>
              <a:gd name="connsiteX971" fmla="*/ 333785 w 7467600"/>
              <a:gd name="connsiteY971" fmla="*/ 161564 h 6858000"/>
              <a:gd name="connsiteX972" fmla="*/ 147005 w 7467600"/>
              <a:gd name="connsiteY972" fmla="*/ 0 h 6858000"/>
              <a:gd name="connsiteX973" fmla="*/ 272509 w 7467600"/>
              <a:gd name="connsiteY973" fmla="*/ 0 h 6858000"/>
              <a:gd name="connsiteX974" fmla="*/ 326276 w 7467600"/>
              <a:gd name="connsiteY974" fmla="*/ 45847 h 6858000"/>
              <a:gd name="connsiteX975" fmla="*/ 823759 w 7467600"/>
              <a:gd name="connsiteY975" fmla="*/ 574145 h 6858000"/>
              <a:gd name="connsiteX976" fmla="*/ 811254 w 7467600"/>
              <a:gd name="connsiteY976" fmla="*/ 665546 h 6858000"/>
              <a:gd name="connsiteX977" fmla="*/ 154042 w 7467600"/>
              <a:gd name="connsiteY977" fmla="*/ 261522 h 6858000"/>
              <a:gd name="connsiteX978" fmla="*/ 13550 w 7467600"/>
              <a:gd name="connsiteY978" fmla="*/ 158423 h 6858000"/>
              <a:gd name="connsiteX979" fmla="*/ 0 w 7467600"/>
              <a:gd name="connsiteY979" fmla="*/ 146618 h 6858000"/>
              <a:gd name="connsiteX980" fmla="*/ 0 w 7467600"/>
              <a:gd name="connsiteY980" fmla="*/ 59161 h 6858000"/>
              <a:gd name="connsiteX981" fmla="*/ 45427 w 7467600"/>
              <a:gd name="connsiteY981" fmla="*/ 101078 h 6858000"/>
              <a:gd name="connsiteX982" fmla="*/ 630103 w 7467600"/>
              <a:gd name="connsiteY982" fmla="*/ 485885 h 6858000"/>
              <a:gd name="connsiteX983" fmla="*/ 532040 w 7467600"/>
              <a:gd name="connsiteY983" fmla="*/ 399359 h 6858000"/>
              <a:gd name="connsiteX984" fmla="*/ 517618 w 7467600"/>
              <a:gd name="connsiteY984" fmla="*/ 385726 h 6858000"/>
              <a:gd name="connsiteX985" fmla="*/ 285074 w 7467600"/>
              <a:gd name="connsiteY985" fmla="*/ 182755 h 6858000"/>
              <a:gd name="connsiteX986" fmla="*/ 43151 w 7467600"/>
              <a:gd name="connsiteY98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312201 w 7467600"/>
              <a:gd name="connsiteY129" fmla="*/ 5128278 h 6858000"/>
              <a:gd name="connsiteX130" fmla="*/ 1903353 w 7467600"/>
              <a:gd name="connsiteY130" fmla="*/ 5044827 h 6858000"/>
              <a:gd name="connsiteX131" fmla="*/ 1936931 w 7467600"/>
              <a:gd name="connsiteY131" fmla="*/ 5093954 h 6858000"/>
              <a:gd name="connsiteX132" fmla="*/ 2195868 w 7467600"/>
              <a:gd name="connsiteY132" fmla="*/ 5396574 h 6858000"/>
              <a:gd name="connsiteX133" fmla="*/ 2088852 w 7467600"/>
              <a:gd name="connsiteY133" fmla="*/ 5166123 h 6858000"/>
              <a:gd name="connsiteX134" fmla="*/ 1958241 w 7467600"/>
              <a:gd name="connsiteY134" fmla="*/ 5067955 h 6858000"/>
              <a:gd name="connsiteX135" fmla="*/ 1903353 w 7467600"/>
              <a:gd name="connsiteY135" fmla="*/ 5044827 h 6858000"/>
              <a:gd name="connsiteX136" fmla="*/ 1979378 w 7467600"/>
              <a:gd name="connsiteY136" fmla="*/ 4769504 h 6858000"/>
              <a:gd name="connsiteX137" fmla="*/ 2882120 w 7467600"/>
              <a:gd name="connsiteY137" fmla="*/ 5064547 h 6858000"/>
              <a:gd name="connsiteX138" fmla="*/ 2793103 w 7467600"/>
              <a:gd name="connsiteY138" fmla="*/ 5039699 h 6858000"/>
              <a:gd name="connsiteX139" fmla="*/ 2770041 w 7467600"/>
              <a:gd name="connsiteY139" fmla="*/ 5033634 h 6858000"/>
              <a:gd name="connsiteX140" fmla="*/ 1979378 w 7467600"/>
              <a:gd name="connsiteY140" fmla="*/ 4769504 h 6858000"/>
              <a:gd name="connsiteX141" fmla="*/ 1927410 w 7467600"/>
              <a:gd name="connsiteY141" fmla="*/ 4716164 h 6858000"/>
              <a:gd name="connsiteX142" fmla="*/ 1959587 w 7467600"/>
              <a:gd name="connsiteY142" fmla="*/ 4728849 h 6858000"/>
              <a:gd name="connsiteX143" fmla="*/ 2777707 w 7467600"/>
              <a:gd name="connsiteY143" fmla="*/ 5003991 h 6858000"/>
              <a:gd name="connsiteX144" fmla="*/ 2800768 w 7467600"/>
              <a:gd name="connsiteY144" fmla="*/ 5010056 h 6858000"/>
              <a:gd name="connsiteX145" fmla="*/ 2879408 w 7467600"/>
              <a:gd name="connsiteY145" fmla="*/ 5031590 h 6858000"/>
              <a:gd name="connsiteX146" fmla="*/ 2862295 w 7467600"/>
              <a:gd name="connsiteY146" fmla="*/ 5022958 h 6858000"/>
              <a:gd name="connsiteX147" fmla="*/ 2813343 w 7467600"/>
              <a:gd name="connsiteY147" fmla="*/ 4998369 h 6858000"/>
              <a:gd name="connsiteX148" fmla="*/ 2646245 w 7467600"/>
              <a:gd name="connsiteY148" fmla="*/ 4930999 h 6858000"/>
              <a:gd name="connsiteX149" fmla="*/ 1999243 w 7467600"/>
              <a:gd name="connsiteY149" fmla="*/ 4730524 h 6858000"/>
              <a:gd name="connsiteX150" fmla="*/ 1979527 w 7467600"/>
              <a:gd name="connsiteY150" fmla="*/ 4726651 h 6858000"/>
              <a:gd name="connsiteX151" fmla="*/ 1927410 w 7467600"/>
              <a:gd name="connsiteY151" fmla="*/ 4716164 h 6858000"/>
              <a:gd name="connsiteX152" fmla="*/ 1997014 w 7467600"/>
              <a:gd name="connsiteY152" fmla="*/ 4698007 h 6858000"/>
              <a:gd name="connsiteX153" fmla="*/ 2005458 w 7467600"/>
              <a:gd name="connsiteY153" fmla="*/ 4699540 h 6858000"/>
              <a:gd name="connsiteX154" fmla="*/ 2657186 w 7467600"/>
              <a:gd name="connsiteY154" fmla="*/ 4901687 h 6858000"/>
              <a:gd name="connsiteX155" fmla="*/ 2826662 w 7467600"/>
              <a:gd name="connsiteY155" fmla="*/ 4970362 h 6858000"/>
              <a:gd name="connsiteX156" fmla="*/ 2876100 w 7467600"/>
              <a:gd name="connsiteY156" fmla="*/ 4995397 h 6858000"/>
              <a:gd name="connsiteX157" fmla="*/ 3042600 w 7467600"/>
              <a:gd name="connsiteY157" fmla="*/ 5059532 h 6858000"/>
              <a:gd name="connsiteX158" fmla="*/ 1997014 w 7467600"/>
              <a:gd name="connsiteY158" fmla="*/ 4698007 h 6858000"/>
              <a:gd name="connsiteX159" fmla="*/ 2305292 w 7467600"/>
              <a:gd name="connsiteY159" fmla="*/ 4219492 h 6858000"/>
              <a:gd name="connsiteX160" fmla="*/ 3360922 w 7467600"/>
              <a:gd name="connsiteY160" fmla="*/ 4529373 h 6858000"/>
              <a:gd name="connsiteX161" fmla="*/ 3492420 w 7467600"/>
              <a:gd name="connsiteY161" fmla="*/ 4510145 h 6858000"/>
              <a:gd name="connsiteX162" fmla="*/ 3364086 w 7467600"/>
              <a:gd name="connsiteY162" fmla="*/ 4480340 h 6858000"/>
              <a:gd name="connsiteX163" fmla="*/ 3225818 w 7467600"/>
              <a:gd name="connsiteY163" fmla="*/ 4411822 h 6858000"/>
              <a:gd name="connsiteX164" fmla="*/ 3129696 w 7467600"/>
              <a:gd name="connsiteY164" fmla="*/ 4360704 h 6858000"/>
              <a:gd name="connsiteX165" fmla="*/ 2814545 w 7467600"/>
              <a:gd name="connsiteY165" fmla="*/ 4282955 h 6858000"/>
              <a:gd name="connsiteX166" fmla="*/ 2305292 w 7467600"/>
              <a:gd name="connsiteY166" fmla="*/ 4219492 h 6858000"/>
              <a:gd name="connsiteX167" fmla="*/ 2626982 w 7467600"/>
              <a:gd name="connsiteY167" fmla="*/ 4206450 h 6858000"/>
              <a:gd name="connsiteX168" fmla="*/ 2490617 w 7467600"/>
              <a:gd name="connsiteY168" fmla="*/ 4206951 h 6858000"/>
              <a:gd name="connsiteX169" fmla="*/ 2819869 w 7467600"/>
              <a:gd name="connsiteY169" fmla="*/ 4252936 h 6858000"/>
              <a:gd name="connsiteX170" fmla="*/ 3143018 w 7467600"/>
              <a:gd name="connsiteY170" fmla="*/ 4332698 h 6858000"/>
              <a:gd name="connsiteX171" fmla="*/ 3241520 w 7467600"/>
              <a:gd name="connsiteY171" fmla="*/ 4385112 h 6858000"/>
              <a:gd name="connsiteX172" fmla="*/ 3374575 w 7467600"/>
              <a:gd name="connsiteY172" fmla="*/ 4451517 h 6858000"/>
              <a:gd name="connsiteX173" fmla="*/ 3505221 w 7467600"/>
              <a:gd name="connsiteY173" fmla="*/ 4480757 h 6858000"/>
              <a:gd name="connsiteX174" fmla="*/ 2626982 w 7467600"/>
              <a:gd name="connsiteY174" fmla="*/ 4206450 h 6858000"/>
              <a:gd name="connsiteX175" fmla="*/ 1310106 w 7467600"/>
              <a:gd name="connsiteY175" fmla="*/ 3943217 h 6858000"/>
              <a:gd name="connsiteX176" fmla="*/ 854994 w 7467600"/>
              <a:gd name="connsiteY176" fmla="*/ 4399136 h 6858000"/>
              <a:gd name="connsiteX177" fmla="*/ 742462 w 7467600"/>
              <a:gd name="connsiteY177" fmla="*/ 4594648 h 6858000"/>
              <a:gd name="connsiteX178" fmla="*/ 820602 w 7467600"/>
              <a:gd name="connsiteY178" fmla="*/ 4485915 h 6858000"/>
              <a:gd name="connsiteX179" fmla="*/ 878295 w 7467600"/>
              <a:gd name="connsiteY179" fmla="*/ 4403594 h 6858000"/>
              <a:gd name="connsiteX180" fmla="*/ 1240607 w 7467600"/>
              <a:gd name="connsiteY180" fmla="*/ 4010401 h 6858000"/>
              <a:gd name="connsiteX181" fmla="*/ 1310106 w 7467600"/>
              <a:gd name="connsiteY181" fmla="*/ 3943217 h 6858000"/>
              <a:gd name="connsiteX182" fmla="*/ 1423113 w 7467600"/>
              <a:gd name="connsiteY182" fmla="*/ 3874565 h 6858000"/>
              <a:gd name="connsiteX183" fmla="*/ 1260565 w 7467600"/>
              <a:gd name="connsiteY183" fmla="*/ 4031982 h 6858000"/>
              <a:gd name="connsiteX184" fmla="*/ 901900 w 7467600"/>
              <a:gd name="connsiteY184" fmla="*/ 4421236 h 6858000"/>
              <a:gd name="connsiteX185" fmla="*/ 845044 w 7467600"/>
              <a:gd name="connsiteY185" fmla="*/ 4502436 h 6858000"/>
              <a:gd name="connsiteX186" fmla="*/ 685926 w 7467600"/>
              <a:gd name="connsiteY186" fmla="*/ 4703069 h 6858000"/>
              <a:gd name="connsiteX187" fmla="*/ 684248 w 7467600"/>
              <a:gd name="connsiteY187" fmla="*/ 4706721 h 6858000"/>
              <a:gd name="connsiteX188" fmla="*/ 1423113 w 7467600"/>
              <a:gd name="connsiteY188" fmla="*/ 3874565 h 6858000"/>
              <a:gd name="connsiteX189" fmla="*/ 3316479 w 7467600"/>
              <a:gd name="connsiteY189" fmla="*/ 3872136 h 6858000"/>
              <a:gd name="connsiteX190" fmla="*/ 3546806 w 7467600"/>
              <a:gd name="connsiteY190" fmla="*/ 4356139 h 6858000"/>
              <a:gd name="connsiteX191" fmla="*/ 3364433 w 7467600"/>
              <a:gd name="connsiteY191" fmla="*/ 3953121 h 6858000"/>
              <a:gd name="connsiteX192" fmla="*/ 3316479 w 7467600"/>
              <a:gd name="connsiteY192" fmla="*/ 3872136 h 6858000"/>
              <a:gd name="connsiteX193" fmla="*/ 3291335 w 7467600"/>
              <a:gd name="connsiteY193" fmla="*/ 3767420 h 6858000"/>
              <a:gd name="connsiteX194" fmla="*/ 3390805 w 7467600"/>
              <a:gd name="connsiteY194" fmla="*/ 3937163 h 6858000"/>
              <a:gd name="connsiteX195" fmla="*/ 3579062 w 7467600"/>
              <a:gd name="connsiteY195" fmla="*/ 4359040 h 6858000"/>
              <a:gd name="connsiteX196" fmla="*/ 3467355 w 7467600"/>
              <a:gd name="connsiteY196" fmla="*/ 3988130 h 6858000"/>
              <a:gd name="connsiteX197" fmla="*/ 3310753 w 7467600"/>
              <a:gd name="connsiteY197" fmla="*/ 3787140 h 6858000"/>
              <a:gd name="connsiteX198" fmla="*/ 3291335 w 7467600"/>
              <a:gd name="connsiteY198" fmla="*/ 3767420 h 6858000"/>
              <a:gd name="connsiteX199" fmla="*/ 1635889 w 7467600"/>
              <a:gd name="connsiteY199" fmla="*/ 3709494 h 6858000"/>
              <a:gd name="connsiteX200" fmla="*/ 1634800 w 7467600"/>
              <a:gd name="connsiteY200" fmla="*/ 3731111 h 6858000"/>
              <a:gd name="connsiteX201" fmla="*/ 1635889 w 7467600"/>
              <a:gd name="connsiteY201" fmla="*/ 3709494 h 6858000"/>
              <a:gd name="connsiteX202" fmla="*/ 1510397 w 7467600"/>
              <a:gd name="connsiteY202" fmla="*/ 3684705 h 6858000"/>
              <a:gd name="connsiteX203" fmla="*/ 1146550 w 7467600"/>
              <a:gd name="connsiteY203" fmla="*/ 3802012 h 6858000"/>
              <a:gd name="connsiteX204" fmla="*/ 698834 w 7467600"/>
              <a:gd name="connsiteY204" fmla="*/ 3952272 h 6858000"/>
              <a:gd name="connsiteX205" fmla="*/ 34256 w 7467600"/>
              <a:gd name="connsiteY205" fmla="*/ 4347603 h 6858000"/>
              <a:gd name="connsiteX206" fmla="*/ 527241 w 7467600"/>
              <a:gd name="connsiteY206" fmla="*/ 4065078 h 6858000"/>
              <a:gd name="connsiteX207" fmla="*/ 1510397 w 7467600"/>
              <a:gd name="connsiteY207" fmla="*/ 3684705 h 6858000"/>
              <a:gd name="connsiteX208" fmla="*/ 1313114 w 7467600"/>
              <a:gd name="connsiteY208" fmla="*/ 3655216 h 6858000"/>
              <a:gd name="connsiteX209" fmla="*/ 1109304 w 7467600"/>
              <a:gd name="connsiteY209" fmla="*/ 3669030 h 6858000"/>
              <a:gd name="connsiteX210" fmla="*/ 8129 w 7467600"/>
              <a:gd name="connsiteY210" fmla="*/ 4330519 h 6858000"/>
              <a:gd name="connsiteX211" fmla="*/ 687572 w 7467600"/>
              <a:gd name="connsiteY211" fmla="*/ 3925629 h 6858000"/>
              <a:gd name="connsiteX212" fmla="*/ 1138365 w 7467600"/>
              <a:gd name="connsiteY212" fmla="*/ 3774515 h 6858000"/>
              <a:gd name="connsiteX213" fmla="*/ 1505579 w 7467600"/>
              <a:gd name="connsiteY213" fmla="*/ 3655526 h 6858000"/>
              <a:gd name="connsiteX214" fmla="*/ 1313114 w 7467600"/>
              <a:gd name="connsiteY214" fmla="*/ 3655216 h 6858000"/>
              <a:gd name="connsiteX215" fmla="*/ 3655073 w 7467600"/>
              <a:gd name="connsiteY215" fmla="*/ 3650884 h 6858000"/>
              <a:gd name="connsiteX216" fmla="*/ 3989938 w 7467600"/>
              <a:gd name="connsiteY216" fmla="*/ 3991685 h 6858000"/>
              <a:gd name="connsiteX217" fmla="*/ 4393907 w 7467600"/>
              <a:gd name="connsiteY217" fmla="*/ 4261258 h 6858000"/>
              <a:gd name="connsiteX218" fmla="*/ 4648051 w 7467600"/>
              <a:gd name="connsiteY218" fmla="*/ 4374051 h 6858000"/>
              <a:gd name="connsiteX219" fmla="*/ 4383389 w 7467600"/>
              <a:gd name="connsiteY219" fmla="*/ 4184369 h 6858000"/>
              <a:gd name="connsiteX220" fmla="*/ 4165508 w 7467600"/>
              <a:gd name="connsiteY220" fmla="*/ 4035196 h 6858000"/>
              <a:gd name="connsiteX221" fmla="*/ 4068162 w 7467600"/>
              <a:gd name="connsiteY221" fmla="*/ 3953394 h 6858000"/>
              <a:gd name="connsiteX222" fmla="*/ 3981416 w 7467600"/>
              <a:gd name="connsiteY222" fmla="*/ 3880482 h 6858000"/>
              <a:gd name="connsiteX223" fmla="*/ 3800147 w 7467600"/>
              <a:gd name="connsiteY223" fmla="*/ 3749872 h 6858000"/>
              <a:gd name="connsiteX224" fmla="*/ 3655073 w 7467600"/>
              <a:gd name="connsiteY224" fmla="*/ 3650884 h 6858000"/>
              <a:gd name="connsiteX225" fmla="*/ 3670252 w 7467600"/>
              <a:gd name="connsiteY225" fmla="*/ 3622798 h 6858000"/>
              <a:gd name="connsiteX226" fmla="*/ 3817258 w 7467600"/>
              <a:gd name="connsiteY226" fmla="*/ 3723577 h 6858000"/>
              <a:gd name="connsiteX227" fmla="*/ 4000461 w 7467600"/>
              <a:gd name="connsiteY227" fmla="*/ 3855966 h 6858000"/>
              <a:gd name="connsiteX228" fmla="*/ 4088180 w 7467600"/>
              <a:gd name="connsiteY228" fmla="*/ 3929774 h 6858000"/>
              <a:gd name="connsiteX229" fmla="*/ 4184555 w 7467600"/>
              <a:gd name="connsiteY229" fmla="*/ 4010683 h 6858000"/>
              <a:gd name="connsiteX230" fmla="*/ 4399563 w 7467600"/>
              <a:gd name="connsiteY230" fmla="*/ 4158106 h 6858000"/>
              <a:gd name="connsiteX231" fmla="*/ 4684469 w 7467600"/>
              <a:gd name="connsiteY231" fmla="*/ 4364680 h 6858000"/>
              <a:gd name="connsiteX232" fmla="*/ 4690271 w 7467600"/>
              <a:gd name="connsiteY232" fmla="*/ 4370034 h 6858000"/>
              <a:gd name="connsiteX233" fmla="*/ 4136093 w 7467600"/>
              <a:gd name="connsiteY233" fmla="*/ 3858466 h 6858000"/>
              <a:gd name="connsiteX234" fmla="*/ 3670252 w 7467600"/>
              <a:gd name="connsiteY234" fmla="*/ 3622798 h 6858000"/>
              <a:gd name="connsiteX235" fmla="*/ 4440129 w 7467600"/>
              <a:gd name="connsiteY235" fmla="*/ 3448571 h 6858000"/>
              <a:gd name="connsiteX236" fmla="*/ 4856525 w 7467600"/>
              <a:gd name="connsiteY236" fmla="*/ 3915351 h 6858000"/>
              <a:gd name="connsiteX237" fmla="*/ 5059055 w 7467600"/>
              <a:gd name="connsiteY237" fmla="*/ 4108918 h 6858000"/>
              <a:gd name="connsiteX238" fmla="*/ 5290070 w 7467600"/>
              <a:gd name="connsiteY238" fmla="*/ 4263619 h 6858000"/>
              <a:gd name="connsiteX239" fmla="*/ 4834991 w 7467600"/>
              <a:gd name="connsiteY239" fmla="*/ 3830985 h 6858000"/>
              <a:gd name="connsiteX240" fmla="*/ 4440129 w 7467600"/>
              <a:gd name="connsiteY240" fmla="*/ 3448571 h 6858000"/>
              <a:gd name="connsiteX241" fmla="*/ 4441737 w 7467600"/>
              <a:gd name="connsiteY241" fmla="*/ 3399734 h 6858000"/>
              <a:gd name="connsiteX242" fmla="*/ 4431236 w 7467600"/>
              <a:gd name="connsiteY242" fmla="*/ 3400954 h 6858000"/>
              <a:gd name="connsiteX243" fmla="*/ 4557150 w 7467600"/>
              <a:gd name="connsiteY243" fmla="*/ 3510023 h 6858000"/>
              <a:gd name="connsiteX244" fmla="*/ 4856936 w 7467600"/>
              <a:gd name="connsiteY244" fmla="*/ 3809146 h 6858000"/>
              <a:gd name="connsiteX245" fmla="*/ 5111996 w 7467600"/>
              <a:gd name="connsiteY245" fmla="*/ 4065759 h 6858000"/>
              <a:gd name="connsiteX246" fmla="*/ 5388878 w 7467600"/>
              <a:gd name="connsiteY246" fmla="*/ 4300185 h 6858000"/>
              <a:gd name="connsiteX247" fmla="*/ 5425556 w 7467600"/>
              <a:gd name="connsiteY247" fmla="*/ 4308967 h 6858000"/>
              <a:gd name="connsiteX248" fmla="*/ 4943646 w 7467600"/>
              <a:gd name="connsiteY248" fmla="*/ 3822916 h 6858000"/>
              <a:gd name="connsiteX249" fmla="*/ 4594837 w 7467600"/>
              <a:gd name="connsiteY249" fmla="*/ 3532274 h 6858000"/>
              <a:gd name="connsiteX250" fmla="*/ 4441737 w 7467600"/>
              <a:gd name="connsiteY250" fmla="*/ 3399734 h 6858000"/>
              <a:gd name="connsiteX251" fmla="*/ 5425834 w 7467600"/>
              <a:gd name="connsiteY251" fmla="*/ 3162785 h 6858000"/>
              <a:gd name="connsiteX252" fmla="*/ 5401644 w 7467600"/>
              <a:gd name="connsiteY252" fmla="*/ 3617847 h 6858000"/>
              <a:gd name="connsiteX253" fmla="*/ 5467256 w 7467600"/>
              <a:gd name="connsiteY253" fmla="*/ 4175494 h 6858000"/>
              <a:gd name="connsiteX254" fmla="*/ 5448069 w 7467600"/>
              <a:gd name="connsiteY254" fmla="*/ 3567554 h 6858000"/>
              <a:gd name="connsiteX255" fmla="*/ 5425834 w 7467600"/>
              <a:gd name="connsiteY255" fmla="*/ 3162785 h 6858000"/>
              <a:gd name="connsiteX256" fmla="*/ 1318687 w 7467600"/>
              <a:gd name="connsiteY256" fmla="*/ 3113840 h 6858000"/>
              <a:gd name="connsiteX257" fmla="*/ 1066793 w 7467600"/>
              <a:gd name="connsiteY257" fmla="*/ 3212171 h 6858000"/>
              <a:gd name="connsiteX258" fmla="*/ 993319 w 7467600"/>
              <a:gd name="connsiteY258" fmla="*/ 3247648 h 6858000"/>
              <a:gd name="connsiteX259" fmla="*/ 853081 w 7467600"/>
              <a:gd name="connsiteY259" fmla="*/ 3312410 h 6858000"/>
              <a:gd name="connsiteX260" fmla="*/ 805957 w 7467600"/>
              <a:gd name="connsiteY260" fmla="*/ 3330443 h 6858000"/>
              <a:gd name="connsiteX261" fmla="*/ 1318687 w 7467600"/>
              <a:gd name="connsiteY261" fmla="*/ 3113840 h 6858000"/>
              <a:gd name="connsiteX262" fmla="*/ 5453702 w 7467600"/>
              <a:gd name="connsiteY262" fmla="*/ 3090882 h 6858000"/>
              <a:gd name="connsiteX263" fmla="*/ 5480135 w 7467600"/>
              <a:gd name="connsiteY263" fmla="*/ 3565802 h 6858000"/>
              <a:gd name="connsiteX264" fmla="*/ 5499023 w 7467600"/>
              <a:gd name="connsiteY264" fmla="*/ 4166310 h 6858000"/>
              <a:gd name="connsiteX265" fmla="*/ 5547022 w 7467600"/>
              <a:gd name="connsiteY265" fmla="*/ 3607838 h 6858000"/>
              <a:gd name="connsiteX266" fmla="*/ 5515964 w 7467600"/>
              <a:gd name="connsiteY266" fmla="*/ 3378541 h 6858000"/>
              <a:gd name="connsiteX267" fmla="*/ 5453702 w 7467600"/>
              <a:gd name="connsiteY267" fmla="*/ 3090882 h 6858000"/>
              <a:gd name="connsiteX268" fmla="*/ 1238695 w 7467600"/>
              <a:gd name="connsiteY268" fmla="*/ 3076820 h 6858000"/>
              <a:gd name="connsiteX269" fmla="*/ 716371 w 7467600"/>
              <a:gd name="connsiteY269" fmla="*/ 3293249 h 6858000"/>
              <a:gd name="connsiteX270" fmla="*/ 579522 w 7467600"/>
              <a:gd name="connsiteY270" fmla="*/ 3371759 h 6858000"/>
              <a:gd name="connsiteX271" fmla="*/ 600288 w 7467600"/>
              <a:gd name="connsiteY271" fmla="*/ 3365555 h 6858000"/>
              <a:gd name="connsiteX272" fmla="*/ 840692 w 7467600"/>
              <a:gd name="connsiteY272" fmla="*/ 3284921 h 6858000"/>
              <a:gd name="connsiteX273" fmla="*/ 979248 w 7467600"/>
              <a:gd name="connsiteY273" fmla="*/ 3221003 h 6858000"/>
              <a:gd name="connsiteX274" fmla="*/ 1053282 w 7467600"/>
              <a:gd name="connsiteY274" fmla="*/ 3185247 h 6858000"/>
              <a:gd name="connsiteX275" fmla="*/ 1320603 w 7467600"/>
              <a:gd name="connsiteY275" fmla="*/ 3081281 h 6858000"/>
              <a:gd name="connsiteX276" fmla="*/ 1238695 w 7467600"/>
              <a:gd name="connsiteY276" fmla="*/ 3076820 h 6858000"/>
              <a:gd name="connsiteX277" fmla="*/ 5425627 w 7467600"/>
              <a:gd name="connsiteY277" fmla="*/ 2954192 h 6858000"/>
              <a:gd name="connsiteX278" fmla="*/ 5470770 w 7467600"/>
              <a:gd name="connsiteY278" fmla="*/ 3005435 h 6858000"/>
              <a:gd name="connsiteX279" fmla="*/ 5519779 w 7467600"/>
              <a:gd name="connsiteY279" fmla="*/ 4359223 h 6858000"/>
              <a:gd name="connsiteX280" fmla="*/ 5520293 w 7467600"/>
              <a:gd name="connsiteY280" fmla="*/ 4360602 h 6858000"/>
              <a:gd name="connsiteX281" fmla="*/ 5767221 w 7467600"/>
              <a:gd name="connsiteY281" fmla="*/ 4665564 h 6858000"/>
              <a:gd name="connsiteX282" fmla="*/ 6937169 w 7467600"/>
              <a:gd name="connsiteY282" fmla="*/ 4815941 h 6858000"/>
              <a:gd name="connsiteX283" fmla="*/ 6953922 w 7467600"/>
              <a:gd name="connsiteY283" fmla="*/ 4890068 h 6858000"/>
              <a:gd name="connsiteX284" fmla="*/ 6071359 w 7467600"/>
              <a:gd name="connsiteY284" fmla="*/ 4770770 h 6858000"/>
              <a:gd name="connsiteX285" fmla="*/ 6038839 w 7467600"/>
              <a:gd name="connsiteY285" fmla="*/ 4764474 h 6858000"/>
              <a:gd name="connsiteX286" fmla="*/ 6038706 w 7467600"/>
              <a:gd name="connsiteY286" fmla="*/ 4763847 h 6858000"/>
              <a:gd name="connsiteX287" fmla="*/ 6037784 w 7467600"/>
              <a:gd name="connsiteY287" fmla="*/ 4764270 h 6858000"/>
              <a:gd name="connsiteX288" fmla="*/ 6038839 w 7467600"/>
              <a:gd name="connsiteY288" fmla="*/ 4764474 h 6858000"/>
              <a:gd name="connsiteX289" fmla="*/ 6040338 w 7467600"/>
              <a:gd name="connsiteY289" fmla="*/ 4771418 h 6858000"/>
              <a:gd name="connsiteX290" fmla="*/ 6024488 w 7467600"/>
              <a:gd name="connsiteY290" fmla="*/ 4809903 h 6858000"/>
              <a:gd name="connsiteX291" fmla="*/ 5599771 w 7467600"/>
              <a:gd name="connsiteY291" fmla="*/ 5509652 h 6858000"/>
              <a:gd name="connsiteX292" fmla="*/ 5548843 w 7467600"/>
              <a:gd name="connsiteY292" fmla="*/ 5563845 h 6858000"/>
              <a:gd name="connsiteX293" fmla="*/ 5940952 w 7467600"/>
              <a:gd name="connsiteY293" fmla="*/ 6250028 h 6858000"/>
              <a:gd name="connsiteX294" fmla="*/ 6043441 w 7467600"/>
              <a:gd name="connsiteY294" fmla="*/ 6665847 h 6858000"/>
              <a:gd name="connsiteX295" fmla="*/ 6093432 w 7467600"/>
              <a:gd name="connsiteY295" fmla="*/ 6858000 h 6858000"/>
              <a:gd name="connsiteX296" fmla="*/ 6034344 w 7467600"/>
              <a:gd name="connsiteY296" fmla="*/ 6858000 h 6858000"/>
              <a:gd name="connsiteX297" fmla="*/ 6026679 w 7467600"/>
              <a:gd name="connsiteY297" fmla="*/ 6836959 h 6858000"/>
              <a:gd name="connsiteX298" fmla="*/ 5800441 w 7467600"/>
              <a:gd name="connsiteY298" fmla="*/ 6335286 h 6858000"/>
              <a:gd name="connsiteX299" fmla="*/ 5526562 w 7467600"/>
              <a:gd name="connsiteY299" fmla="*/ 5705388 h 6858000"/>
              <a:gd name="connsiteX300" fmla="*/ 5519640 w 7467600"/>
              <a:gd name="connsiteY300" fmla="*/ 5683774 h 6858000"/>
              <a:gd name="connsiteX301" fmla="*/ 5844559 w 7467600"/>
              <a:gd name="connsiteY301" fmla="*/ 6553349 h 6858000"/>
              <a:gd name="connsiteX302" fmla="*/ 5975994 w 7467600"/>
              <a:gd name="connsiteY302" fmla="*/ 6858000 h 6858000"/>
              <a:gd name="connsiteX303" fmla="*/ 5898547 w 7467600"/>
              <a:gd name="connsiteY303" fmla="*/ 6858000 h 6858000"/>
              <a:gd name="connsiteX304" fmla="*/ 5682041 w 7467600"/>
              <a:gd name="connsiteY304" fmla="*/ 6355860 h 6858000"/>
              <a:gd name="connsiteX305" fmla="*/ 5461758 w 7467600"/>
              <a:gd name="connsiteY305" fmla="*/ 5820220 h 6858000"/>
              <a:gd name="connsiteX306" fmla="*/ 5237282 w 7467600"/>
              <a:gd name="connsiteY306" fmla="*/ 6579086 h 6858000"/>
              <a:gd name="connsiteX307" fmla="*/ 5115009 w 7467600"/>
              <a:gd name="connsiteY307" fmla="*/ 6858000 h 6858000"/>
              <a:gd name="connsiteX308" fmla="*/ 5028074 w 7467600"/>
              <a:gd name="connsiteY308" fmla="*/ 6858000 h 6858000"/>
              <a:gd name="connsiteX309" fmla="*/ 5079508 w 7467600"/>
              <a:gd name="connsiteY309" fmla="*/ 6749074 h 6858000"/>
              <a:gd name="connsiteX310" fmla="*/ 5371846 w 7467600"/>
              <a:gd name="connsiteY310" fmla="*/ 5924413 h 6858000"/>
              <a:gd name="connsiteX311" fmla="*/ 5270512 w 7467600"/>
              <a:gd name="connsiteY311" fmla="*/ 6138975 h 6858000"/>
              <a:gd name="connsiteX312" fmla="*/ 5062409 w 7467600"/>
              <a:gd name="connsiteY312" fmla="*/ 6653544 h 6858000"/>
              <a:gd name="connsiteX313" fmla="*/ 5036628 w 7467600"/>
              <a:gd name="connsiteY313" fmla="*/ 6754247 h 6858000"/>
              <a:gd name="connsiteX314" fmla="*/ 5009112 w 7467600"/>
              <a:gd name="connsiteY314" fmla="*/ 6858000 h 6858000"/>
              <a:gd name="connsiteX315" fmla="*/ 4976679 w 7467600"/>
              <a:gd name="connsiteY315" fmla="*/ 6858000 h 6858000"/>
              <a:gd name="connsiteX316" fmla="*/ 5006537 w 7467600"/>
              <a:gd name="connsiteY316" fmla="*/ 6747068 h 6858000"/>
              <a:gd name="connsiteX317" fmla="*/ 5032723 w 7467600"/>
              <a:gd name="connsiteY317" fmla="*/ 6644957 h 6858000"/>
              <a:gd name="connsiteX318" fmla="*/ 5242949 w 7467600"/>
              <a:gd name="connsiteY318" fmla="*/ 6125175 h 6858000"/>
              <a:gd name="connsiteX319" fmla="*/ 5286321 w 7467600"/>
              <a:gd name="connsiteY319" fmla="*/ 6033555 h 6858000"/>
              <a:gd name="connsiteX320" fmla="*/ 5008210 w 7467600"/>
              <a:gd name="connsiteY320" fmla="*/ 6649194 h 6858000"/>
              <a:gd name="connsiteX321" fmla="*/ 4986321 w 7467600"/>
              <a:gd name="connsiteY321" fmla="*/ 6765687 h 6858000"/>
              <a:gd name="connsiteX322" fmla="*/ 4973474 w 7467600"/>
              <a:gd name="connsiteY322" fmla="*/ 6858000 h 6858000"/>
              <a:gd name="connsiteX323" fmla="*/ 4907178 w 7467600"/>
              <a:gd name="connsiteY323" fmla="*/ 6858000 h 6858000"/>
              <a:gd name="connsiteX324" fmla="*/ 4910810 w 7467600"/>
              <a:gd name="connsiteY324" fmla="*/ 6829660 h 6858000"/>
              <a:gd name="connsiteX325" fmla="*/ 4987461 w 7467600"/>
              <a:gd name="connsiteY325" fmla="*/ 6432994 h 6858000"/>
              <a:gd name="connsiteX326" fmla="*/ 5179262 w 7467600"/>
              <a:gd name="connsiteY326" fmla="*/ 6035044 h 6858000"/>
              <a:gd name="connsiteX327" fmla="*/ 4689678 w 7467600"/>
              <a:gd name="connsiteY327" fmla="*/ 6440241 h 6858000"/>
              <a:gd name="connsiteX328" fmla="*/ 4477543 w 7467600"/>
              <a:gd name="connsiteY328" fmla="*/ 6674836 h 6858000"/>
              <a:gd name="connsiteX329" fmla="*/ 4329957 w 7467600"/>
              <a:gd name="connsiteY329" fmla="*/ 6858000 h 6858000"/>
              <a:gd name="connsiteX330" fmla="*/ 4218595 w 7467600"/>
              <a:gd name="connsiteY330" fmla="*/ 6858000 h 6858000"/>
              <a:gd name="connsiteX331" fmla="*/ 4368888 w 7467600"/>
              <a:gd name="connsiteY331" fmla="*/ 6668412 h 6858000"/>
              <a:gd name="connsiteX332" fmla="*/ 4563091 w 7467600"/>
              <a:gd name="connsiteY332" fmla="*/ 6442508 h 6858000"/>
              <a:gd name="connsiteX333" fmla="*/ 5387324 w 7467600"/>
              <a:gd name="connsiteY333" fmla="*/ 5705830 h 6858000"/>
              <a:gd name="connsiteX334" fmla="*/ 5073620 w 7467600"/>
              <a:gd name="connsiteY334" fmla="*/ 5955437 h 6858000"/>
              <a:gd name="connsiteX335" fmla="*/ 4689789 w 7467600"/>
              <a:gd name="connsiteY335" fmla="*/ 6268382 h 6858000"/>
              <a:gd name="connsiteX336" fmla="*/ 4418722 w 7467600"/>
              <a:gd name="connsiteY336" fmla="*/ 6570886 h 6858000"/>
              <a:gd name="connsiteX337" fmla="*/ 4214944 w 7467600"/>
              <a:gd name="connsiteY337" fmla="*/ 6858000 h 6858000"/>
              <a:gd name="connsiteX338" fmla="*/ 4177898 w 7467600"/>
              <a:gd name="connsiteY338" fmla="*/ 6858000 h 6858000"/>
              <a:gd name="connsiteX339" fmla="*/ 4391597 w 7467600"/>
              <a:gd name="connsiteY339" fmla="*/ 6556370 h 6858000"/>
              <a:gd name="connsiteX340" fmla="*/ 4668889 w 7467600"/>
              <a:gd name="connsiteY340" fmla="*/ 6246399 h 6858000"/>
              <a:gd name="connsiteX341" fmla="*/ 5055427 w 7467600"/>
              <a:gd name="connsiteY341" fmla="*/ 5931476 h 6858000"/>
              <a:gd name="connsiteX342" fmla="*/ 5371814 w 7467600"/>
              <a:gd name="connsiteY342" fmla="*/ 5678975 h 6858000"/>
              <a:gd name="connsiteX343" fmla="*/ 4987918 w 7467600"/>
              <a:gd name="connsiteY343" fmla="*/ 5838701 h 6858000"/>
              <a:gd name="connsiteX344" fmla="*/ 4317146 w 7467600"/>
              <a:gd name="connsiteY344" fmla="*/ 6587716 h 6858000"/>
              <a:gd name="connsiteX345" fmla="*/ 4171627 w 7467600"/>
              <a:gd name="connsiteY345" fmla="*/ 6858000 h 6858000"/>
              <a:gd name="connsiteX346" fmla="*/ 4081585 w 7467600"/>
              <a:gd name="connsiteY346" fmla="*/ 6858000 h 6858000"/>
              <a:gd name="connsiteX347" fmla="*/ 4238603 w 7467600"/>
              <a:gd name="connsiteY347" fmla="*/ 6559341 h 6858000"/>
              <a:gd name="connsiteX348" fmla="*/ 4778333 w 7467600"/>
              <a:gd name="connsiteY348" fmla="*/ 5873626 h 6858000"/>
              <a:gd name="connsiteX349" fmla="*/ 5414185 w 7467600"/>
              <a:gd name="connsiteY349" fmla="*/ 5573882 h 6858000"/>
              <a:gd name="connsiteX350" fmla="*/ 5959648 w 7467600"/>
              <a:gd name="connsiteY350" fmla="*/ 4760797 h 6858000"/>
              <a:gd name="connsiteX351" fmla="*/ 5355019 w 7467600"/>
              <a:gd name="connsiteY351" fmla="*/ 4734672 h 6858000"/>
              <a:gd name="connsiteX352" fmla="*/ 5083565 w 7467600"/>
              <a:gd name="connsiteY352" fmla="*/ 5179121 h 6858000"/>
              <a:gd name="connsiteX353" fmla="*/ 4713577 w 7467600"/>
              <a:gd name="connsiteY353" fmla="*/ 5616803 h 6858000"/>
              <a:gd name="connsiteX354" fmla="*/ 3989559 w 7467600"/>
              <a:gd name="connsiteY354" fmla="*/ 6145945 h 6858000"/>
              <a:gd name="connsiteX355" fmla="*/ 3939824 w 7467600"/>
              <a:gd name="connsiteY355" fmla="*/ 6066900 h 6858000"/>
              <a:gd name="connsiteX356" fmla="*/ 4584537 w 7467600"/>
              <a:gd name="connsiteY356" fmla="*/ 5324826 h 6858000"/>
              <a:gd name="connsiteX357" fmla="*/ 5037105 w 7467600"/>
              <a:gd name="connsiteY357" fmla="*/ 5088765 h 6858000"/>
              <a:gd name="connsiteX358" fmla="*/ 5039930 w 7467600"/>
              <a:gd name="connsiteY358" fmla="*/ 5089585 h 6858000"/>
              <a:gd name="connsiteX359" fmla="*/ 5263764 w 7467600"/>
              <a:gd name="connsiteY359" fmla="*/ 4735525 h 6858000"/>
              <a:gd name="connsiteX360" fmla="*/ 4086300 w 7467600"/>
              <a:gd name="connsiteY360" fmla="*/ 4884599 h 6858000"/>
              <a:gd name="connsiteX361" fmla="*/ 4085485 w 7467600"/>
              <a:gd name="connsiteY361" fmla="*/ 4899070 h 6858000"/>
              <a:gd name="connsiteX362" fmla="*/ 3871915 w 7467600"/>
              <a:gd name="connsiteY362" fmla="*/ 5253645 h 6858000"/>
              <a:gd name="connsiteX363" fmla="*/ 3799374 w 7467600"/>
              <a:gd name="connsiteY363" fmla="*/ 5466127 h 6858000"/>
              <a:gd name="connsiteX364" fmla="*/ 3498850 w 7467600"/>
              <a:gd name="connsiteY364" fmla="*/ 6661888 h 6858000"/>
              <a:gd name="connsiteX365" fmla="*/ 3399216 w 7467600"/>
              <a:gd name="connsiteY365" fmla="*/ 6858000 h 6858000"/>
              <a:gd name="connsiteX366" fmla="*/ 3303688 w 7467600"/>
              <a:gd name="connsiteY366" fmla="*/ 6858000 h 6858000"/>
              <a:gd name="connsiteX367" fmla="*/ 3391774 w 7467600"/>
              <a:gd name="connsiteY367" fmla="*/ 6697181 h 6858000"/>
              <a:gd name="connsiteX368" fmla="*/ 3735540 w 7467600"/>
              <a:gd name="connsiteY368" fmla="*/ 5546923 h 6858000"/>
              <a:gd name="connsiteX369" fmla="*/ 3729438 w 7467600"/>
              <a:gd name="connsiteY369" fmla="*/ 5569058 h 6858000"/>
              <a:gd name="connsiteX370" fmla="*/ 3707782 w 7467600"/>
              <a:gd name="connsiteY370" fmla="*/ 5644908 h 6858000"/>
              <a:gd name="connsiteX371" fmla="*/ 3583827 w 7467600"/>
              <a:gd name="connsiteY371" fmla="*/ 6039215 h 6858000"/>
              <a:gd name="connsiteX372" fmla="*/ 3547861 w 7467600"/>
              <a:gd name="connsiteY372" fmla="*/ 6129609 h 6858000"/>
              <a:gd name="connsiteX373" fmla="*/ 3490905 w 7467600"/>
              <a:gd name="connsiteY373" fmla="*/ 6277660 h 6858000"/>
              <a:gd name="connsiteX374" fmla="*/ 3455859 w 7467600"/>
              <a:gd name="connsiteY374" fmla="*/ 6391301 h 6858000"/>
              <a:gd name="connsiteX375" fmla="*/ 3429112 w 7467600"/>
              <a:gd name="connsiteY375" fmla="*/ 6479469 h 6858000"/>
              <a:gd name="connsiteX376" fmla="*/ 3304862 w 7467600"/>
              <a:gd name="connsiteY376" fmla="*/ 6796476 h 6858000"/>
              <a:gd name="connsiteX377" fmla="*/ 3276071 w 7467600"/>
              <a:gd name="connsiteY377" fmla="*/ 6858000 h 6858000"/>
              <a:gd name="connsiteX378" fmla="*/ 3240805 w 7467600"/>
              <a:gd name="connsiteY378" fmla="*/ 6858000 h 6858000"/>
              <a:gd name="connsiteX379" fmla="*/ 3275917 w 7467600"/>
              <a:gd name="connsiteY379" fmla="*/ 6783192 h 6858000"/>
              <a:gd name="connsiteX380" fmla="*/ 3399358 w 7467600"/>
              <a:gd name="connsiteY380" fmla="*/ 6469011 h 6858000"/>
              <a:gd name="connsiteX381" fmla="*/ 3425650 w 7467600"/>
              <a:gd name="connsiteY381" fmla="*/ 6381333 h 6858000"/>
              <a:gd name="connsiteX382" fmla="*/ 3460661 w 7467600"/>
              <a:gd name="connsiteY382" fmla="*/ 6266763 h 6858000"/>
              <a:gd name="connsiteX383" fmla="*/ 3518021 w 7467600"/>
              <a:gd name="connsiteY383" fmla="*/ 6117298 h 6858000"/>
              <a:gd name="connsiteX384" fmla="*/ 3554035 w 7467600"/>
              <a:gd name="connsiteY384" fmla="*/ 6027832 h 6858000"/>
              <a:gd name="connsiteX385" fmla="*/ 3677174 w 7467600"/>
              <a:gd name="connsiteY385" fmla="*/ 5636351 h 6858000"/>
              <a:gd name="connsiteX386" fmla="*/ 3698819 w 7467600"/>
              <a:gd name="connsiteY386" fmla="*/ 5560503 h 6858000"/>
              <a:gd name="connsiteX387" fmla="*/ 3702094 w 7467600"/>
              <a:gd name="connsiteY387" fmla="*/ 5549194 h 6858000"/>
              <a:gd name="connsiteX388" fmla="*/ 3398355 w 7467600"/>
              <a:gd name="connsiteY388" fmla="*/ 6094603 h 6858000"/>
              <a:gd name="connsiteX389" fmla="*/ 3193941 w 7467600"/>
              <a:gd name="connsiteY389" fmla="*/ 6798775 h 6858000"/>
              <a:gd name="connsiteX390" fmla="*/ 3184140 w 7467600"/>
              <a:gd name="connsiteY390" fmla="*/ 6858000 h 6858000"/>
              <a:gd name="connsiteX391" fmla="*/ 3099978 w 7467600"/>
              <a:gd name="connsiteY391" fmla="*/ 6858000 h 6858000"/>
              <a:gd name="connsiteX392" fmla="*/ 3101556 w 7467600"/>
              <a:gd name="connsiteY392" fmla="*/ 6843337 h 6858000"/>
              <a:gd name="connsiteX393" fmla="*/ 3370162 w 7467600"/>
              <a:gd name="connsiteY393" fmla="*/ 5785550 h 6858000"/>
              <a:gd name="connsiteX394" fmla="*/ 3746477 w 7467600"/>
              <a:gd name="connsiteY394" fmla="*/ 5377889 h 6858000"/>
              <a:gd name="connsiteX395" fmla="*/ 3863399 w 7467600"/>
              <a:gd name="connsiteY395" fmla="*/ 5087257 h 6858000"/>
              <a:gd name="connsiteX396" fmla="*/ 3968712 w 7467600"/>
              <a:gd name="connsiteY396" fmla="*/ 4913989 h 6858000"/>
              <a:gd name="connsiteX397" fmla="*/ 2792390 w 7467600"/>
              <a:gd name="connsiteY397" fmla="*/ 5382974 h 6858000"/>
              <a:gd name="connsiteX398" fmla="*/ 2714982 w 7467600"/>
              <a:gd name="connsiteY398" fmla="*/ 5427051 h 6858000"/>
              <a:gd name="connsiteX399" fmla="*/ 2813361 w 7467600"/>
              <a:gd name="connsiteY399" fmla="*/ 6023912 h 6858000"/>
              <a:gd name="connsiteX400" fmla="*/ 2688430 w 7467600"/>
              <a:gd name="connsiteY400" fmla="*/ 6801564 h 6858000"/>
              <a:gd name="connsiteX401" fmla="*/ 2629626 w 7467600"/>
              <a:gd name="connsiteY401" fmla="*/ 6763394 h 6858000"/>
              <a:gd name="connsiteX402" fmla="*/ 2565328 w 7467600"/>
              <a:gd name="connsiteY402" fmla="*/ 5516399 h 6858000"/>
              <a:gd name="connsiteX403" fmla="*/ 1922999 w 7467600"/>
              <a:gd name="connsiteY403" fmla="*/ 5980343 h 6858000"/>
              <a:gd name="connsiteX404" fmla="*/ 1950261 w 7467600"/>
              <a:gd name="connsiteY404" fmla="*/ 6405858 h 6858000"/>
              <a:gd name="connsiteX405" fmla="*/ 2365554 w 7467600"/>
              <a:gd name="connsiteY405" fmla="*/ 6759107 h 6858000"/>
              <a:gd name="connsiteX406" fmla="*/ 2424142 w 7467600"/>
              <a:gd name="connsiteY406" fmla="*/ 6858000 h 6858000"/>
              <a:gd name="connsiteX407" fmla="*/ 2395994 w 7467600"/>
              <a:gd name="connsiteY407" fmla="*/ 6858000 h 6858000"/>
              <a:gd name="connsiteX408" fmla="*/ 2392863 w 7467600"/>
              <a:gd name="connsiteY408" fmla="*/ 6852964 h 6858000"/>
              <a:gd name="connsiteX409" fmla="*/ 2017589 w 7467600"/>
              <a:gd name="connsiteY409" fmla="*/ 6493982 h 6858000"/>
              <a:gd name="connsiteX410" fmla="*/ 2147336 w 7467600"/>
              <a:gd name="connsiteY410" fmla="*/ 6594052 h 6858000"/>
              <a:gd name="connsiteX411" fmla="*/ 2207047 w 7467600"/>
              <a:gd name="connsiteY411" fmla="*/ 6654540 h 6858000"/>
              <a:gd name="connsiteX412" fmla="*/ 2299106 w 7467600"/>
              <a:gd name="connsiteY412" fmla="*/ 6778931 h 6858000"/>
              <a:gd name="connsiteX413" fmla="*/ 2314430 w 7467600"/>
              <a:gd name="connsiteY413" fmla="*/ 6801144 h 6858000"/>
              <a:gd name="connsiteX414" fmla="*/ 2352406 w 7467600"/>
              <a:gd name="connsiteY414" fmla="*/ 6858000 h 6858000"/>
              <a:gd name="connsiteX415" fmla="*/ 2314492 w 7467600"/>
              <a:gd name="connsiteY415" fmla="*/ 6858000 h 6858000"/>
              <a:gd name="connsiteX416" fmla="*/ 2288095 w 7467600"/>
              <a:gd name="connsiteY416" fmla="*/ 6818030 h 6858000"/>
              <a:gd name="connsiteX417" fmla="*/ 2272768 w 7467600"/>
              <a:gd name="connsiteY417" fmla="*/ 6795822 h 6858000"/>
              <a:gd name="connsiteX418" fmla="*/ 2182715 w 7467600"/>
              <a:gd name="connsiteY418" fmla="*/ 6675071 h 6858000"/>
              <a:gd name="connsiteX419" fmla="*/ 2032061 w 7467600"/>
              <a:gd name="connsiteY419" fmla="*/ 6541380 h 6858000"/>
              <a:gd name="connsiteX420" fmla="*/ 2257220 w 7467600"/>
              <a:gd name="connsiteY420" fmla="*/ 6826257 h 6858000"/>
              <a:gd name="connsiteX421" fmla="*/ 2281324 w 7467600"/>
              <a:gd name="connsiteY421" fmla="*/ 6858000 h 6858000"/>
              <a:gd name="connsiteX422" fmla="*/ 2242860 w 7467600"/>
              <a:gd name="connsiteY422" fmla="*/ 6858000 h 6858000"/>
              <a:gd name="connsiteX423" fmla="*/ 2232818 w 7467600"/>
              <a:gd name="connsiteY423" fmla="*/ 6844926 h 6858000"/>
              <a:gd name="connsiteX424" fmla="*/ 1990172 w 7467600"/>
              <a:gd name="connsiteY424" fmla="*/ 6542121 h 6858000"/>
              <a:gd name="connsiteX425" fmla="*/ 2124090 w 7467600"/>
              <a:gd name="connsiteY425" fmla="*/ 6761017 h 6858000"/>
              <a:gd name="connsiteX426" fmla="*/ 2200380 w 7467600"/>
              <a:gd name="connsiteY426" fmla="*/ 6858000 h 6858000"/>
              <a:gd name="connsiteX427" fmla="*/ 2147507 w 7467600"/>
              <a:gd name="connsiteY427" fmla="*/ 6858000 h 6858000"/>
              <a:gd name="connsiteX428" fmla="*/ 2070668 w 7467600"/>
              <a:gd name="connsiteY428" fmla="*/ 6761520 h 6858000"/>
              <a:gd name="connsiteX429" fmla="*/ 1975142 w 7467600"/>
              <a:gd name="connsiteY429" fmla="*/ 6585570 h 6858000"/>
              <a:gd name="connsiteX430" fmla="*/ 2050035 w 7467600"/>
              <a:gd name="connsiteY430" fmla="*/ 6813345 h 6858000"/>
              <a:gd name="connsiteX431" fmla="*/ 2063025 w 7467600"/>
              <a:gd name="connsiteY431" fmla="*/ 6858000 h 6858000"/>
              <a:gd name="connsiteX432" fmla="*/ 2021675 w 7467600"/>
              <a:gd name="connsiteY432" fmla="*/ 6858000 h 6858000"/>
              <a:gd name="connsiteX433" fmla="*/ 2019308 w 7467600"/>
              <a:gd name="connsiteY433" fmla="*/ 6847118 h 6858000"/>
              <a:gd name="connsiteX434" fmla="*/ 1938835 w 7467600"/>
              <a:gd name="connsiteY434" fmla="*/ 6551160 h 6858000"/>
              <a:gd name="connsiteX435" fmla="*/ 1953230 w 7467600"/>
              <a:gd name="connsiteY435" fmla="*/ 6759699 h 6858000"/>
              <a:gd name="connsiteX436" fmla="*/ 1956763 w 7467600"/>
              <a:gd name="connsiteY436" fmla="*/ 6778191 h 6858000"/>
              <a:gd name="connsiteX437" fmla="*/ 1967925 w 7467600"/>
              <a:gd name="connsiteY437" fmla="*/ 6858000 h 6858000"/>
              <a:gd name="connsiteX438" fmla="*/ 1936622 w 7467600"/>
              <a:gd name="connsiteY438" fmla="*/ 6858000 h 6858000"/>
              <a:gd name="connsiteX439" fmla="*/ 1926261 w 7467600"/>
              <a:gd name="connsiteY439" fmla="*/ 6784064 h 6858000"/>
              <a:gd name="connsiteX440" fmla="*/ 1922724 w 7467600"/>
              <a:gd name="connsiteY440" fmla="*/ 6765577 h 6858000"/>
              <a:gd name="connsiteX441" fmla="*/ 1904650 w 7467600"/>
              <a:gd name="connsiteY441" fmla="*/ 6639616 h 6858000"/>
              <a:gd name="connsiteX442" fmla="*/ 1885273 w 7467600"/>
              <a:gd name="connsiteY442" fmla="*/ 6858000 h 6858000"/>
              <a:gd name="connsiteX443" fmla="*/ 1854363 w 7467600"/>
              <a:gd name="connsiteY443" fmla="*/ 6858000 h 6858000"/>
              <a:gd name="connsiteX444" fmla="*/ 1880391 w 7467600"/>
              <a:gd name="connsiteY444" fmla="*/ 6603796 h 6858000"/>
              <a:gd name="connsiteX445" fmla="*/ 1818273 w 7467600"/>
              <a:gd name="connsiteY445" fmla="*/ 6715729 h 6858000"/>
              <a:gd name="connsiteX446" fmla="*/ 1794691 w 7467600"/>
              <a:gd name="connsiteY446" fmla="*/ 6843239 h 6858000"/>
              <a:gd name="connsiteX447" fmla="*/ 1794914 w 7467600"/>
              <a:gd name="connsiteY447" fmla="*/ 6858000 h 6858000"/>
              <a:gd name="connsiteX448" fmla="*/ 1746128 w 7467600"/>
              <a:gd name="connsiteY448" fmla="*/ 6858000 h 6858000"/>
              <a:gd name="connsiteX449" fmla="*/ 1753934 w 7467600"/>
              <a:gd name="connsiteY449" fmla="*/ 6724796 h 6858000"/>
              <a:gd name="connsiteX450" fmla="*/ 1792053 w 7467600"/>
              <a:gd name="connsiteY450" fmla="*/ 6572396 h 6858000"/>
              <a:gd name="connsiteX451" fmla="*/ 1862248 w 7467600"/>
              <a:gd name="connsiteY451" fmla="*/ 6266397 h 6858000"/>
              <a:gd name="connsiteX452" fmla="*/ 1862250 w 7467600"/>
              <a:gd name="connsiteY452" fmla="*/ 6033531 h 6858000"/>
              <a:gd name="connsiteX453" fmla="*/ 1211999 w 7467600"/>
              <a:gd name="connsiteY453" fmla="*/ 6683610 h 6858000"/>
              <a:gd name="connsiteX454" fmla="*/ 1213266 w 7467600"/>
              <a:gd name="connsiteY454" fmla="*/ 6691947 h 6858000"/>
              <a:gd name="connsiteX455" fmla="*/ 1203370 w 7467600"/>
              <a:gd name="connsiteY455" fmla="*/ 6850676 h 6858000"/>
              <a:gd name="connsiteX456" fmla="*/ 1203671 w 7467600"/>
              <a:gd name="connsiteY456" fmla="*/ 6858000 h 6858000"/>
              <a:gd name="connsiteX457" fmla="*/ 1143180 w 7467600"/>
              <a:gd name="connsiteY457" fmla="*/ 6858000 h 6858000"/>
              <a:gd name="connsiteX458" fmla="*/ 1142176 w 7467600"/>
              <a:gd name="connsiteY458" fmla="*/ 6766045 h 6858000"/>
              <a:gd name="connsiteX459" fmla="*/ 1067484 w 7467600"/>
              <a:gd name="connsiteY459" fmla="*/ 6858000 h 6858000"/>
              <a:gd name="connsiteX460" fmla="*/ 953928 w 7467600"/>
              <a:gd name="connsiteY460" fmla="*/ 6858000 h 6858000"/>
              <a:gd name="connsiteX461" fmla="*/ 959715 w 7467600"/>
              <a:gd name="connsiteY461" fmla="*/ 6850185 h 6858000"/>
              <a:gd name="connsiteX462" fmla="*/ 1483788 w 7467600"/>
              <a:gd name="connsiteY462" fmla="*/ 6259174 h 6858000"/>
              <a:gd name="connsiteX463" fmla="*/ 1100671 w 7467600"/>
              <a:gd name="connsiteY463" fmla="*/ 6252137 h 6858000"/>
              <a:gd name="connsiteX464" fmla="*/ 1090144 w 7467600"/>
              <a:gd name="connsiteY464" fmla="*/ 6256748 h 6858000"/>
              <a:gd name="connsiteX465" fmla="*/ 1095872 w 7467600"/>
              <a:gd name="connsiteY465" fmla="*/ 6271892 h 6858000"/>
              <a:gd name="connsiteX466" fmla="*/ 262785 w 7467600"/>
              <a:gd name="connsiteY466" fmla="*/ 6845450 h 6858000"/>
              <a:gd name="connsiteX467" fmla="*/ 209968 w 7467600"/>
              <a:gd name="connsiteY467" fmla="*/ 6770713 h 6858000"/>
              <a:gd name="connsiteX468" fmla="*/ 873460 w 7467600"/>
              <a:gd name="connsiteY468" fmla="*/ 6253768 h 6858000"/>
              <a:gd name="connsiteX469" fmla="*/ 192686 w 7467600"/>
              <a:gd name="connsiteY469" fmla="*/ 5849257 h 6858000"/>
              <a:gd name="connsiteX470" fmla="*/ 4696 w 7467600"/>
              <a:gd name="connsiteY470" fmla="*/ 5697668 h 6858000"/>
              <a:gd name="connsiteX471" fmla="*/ 0 w 7467600"/>
              <a:gd name="connsiteY471" fmla="*/ 5689984 h 6858000"/>
              <a:gd name="connsiteX472" fmla="*/ 0 w 7467600"/>
              <a:gd name="connsiteY472" fmla="*/ 5513472 h 6858000"/>
              <a:gd name="connsiteX473" fmla="*/ 174101 w 7467600"/>
              <a:gd name="connsiteY473" fmla="*/ 5620277 h 6858000"/>
              <a:gd name="connsiteX474" fmla="*/ 891800 w 7467600"/>
              <a:gd name="connsiteY474" fmla="*/ 6036935 h 6858000"/>
              <a:gd name="connsiteX475" fmla="*/ 1072219 w 7467600"/>
              <a:gd name="connsiteY475" fmla="*/ 6169443 h 6858000"/>
              <a:gd name="connsiteX476" fmla="*/ 1074117 w 7467600"/>
              <a:gd name="connsiteY476" fmla="*/ 6170301 h 6858000"/>
              <a:gd name="connsiteX477" fmla="*/ 1083114 w 7467600"/>
              <a:gd name="connsiteY477" fmla="*/ 6174131 h 6858000"/>
              <a:gd name="connsiteX478" fmla="*/ 1543010 w 7467600"/>
              <a:gd name="connsiteY478" fmla="*/ 6191140 h 6858000"/>
              <a:gd name="connsiteX479" fmla="*/ 1551080 w 7467600"/>
              <a:gd name="connsiteY479" fmla="*/ 6195006 h 6858000"/>
              <a:gd name="connsiteX480" fmla="*/ 2345443 w 7467600"/>
              <a:gd name="connsiteY480" fmla="*/ 5549882 h 6858000"/>
              <a:gd name="connsiteX481" fmla="*/ 1721499 w 7467600"/>
              <a:gd name="connsiteY481" fmla="*/ 5599969 h 6858000"/>
              <a:gd name="connsiteX482" fmla="*/ 767716 w 7467600"/>
              <a:gd name="connsiteY482" fmla="*/ 5472768 h 6858000"/>
              <a:gd name="connsiteX483" fmla="*/ 722147 w 7467600"/>
              <a:gd name="connsiteY483" fmla="*/ 5393091 h 6858000"/>
              <a:gd name="connsiteX484" fmla="*/ 1485552 w 7467600"/>
              <a:gd name="connsiteY484" fmla="*/ 5313202 h 6858000"/>
              <a:gd name="connsiteX485" fmla="*/ 2143004 w 7467600"/>
              <a:gd name="connsiteY485" fmla="*/ 5402420 h 6858000"/>
              <a:gd name="connsiteX486" fmla="*/ 1933391 w 7467600"/>
              <a:gd name="connsiteY486" fmla="*/ 5156971 h 6858000"/>
              <a:gd name="connsiteX487" fmla="*/ 1827118 w 7467600"/>
              <a:gd name="connsiteY487" fmla="*/ 4968410 h 6858000"/>
              <a:gd name="connsiteX488" fmla="*/ 1837349 w 7467600"/>
              <a:gd name="connsiteY488" fmla="*/ 4956357 h 6858000"/>
              <a:gd name="connsiteX489" fmla="*/ 2162835 w 7467600"/>
              <a:gd name="connsiteY489" fmla="*/ 5187853 h 6858000"/>
              <a:gd name="connsiteX490" fmla="*/ 2257167 w 7467600"/>
              <a:gd name="connsiteY490" fmla="*/ 5462123 h 6858000"/>
              <a:gd name="connsiteX491" fmla="*/ 2261598 w 7467600"/>
              <a:gd name="connsiteY491" fmla="*/ 5467998 h 6858000"/>
              <a:gd name="connsiteX492" fmla="*/ 2437177 w 7467600"/>
              <a:gd name="connsiteY492" fmla="*/ 5479608 h 6858000"/>
              <a:gd name="connsiteX493" fmla="*/ 2445247 w 7467600"/>
              <a:gd name="connsiteY493" fmla="*/ 5483476 h 6858000"/>
              <a:gd name="connsiteX494" fmla="*/ 2743626 w 7467600"/>
              <a:gd name="connsiteY494" fmla="*/ 5304819 h 6858000"/>
              <a:gd name="connsiteX495" fmla="*/ 3048102 w 7467600"/>
              <a:gd name="connsiteY495" fmla="*/ 5150595 h 6858000"/>
              <a:gd name="connsiteX496" fmla="*/ 1799414 w 7467600"/>
              <a:gd name="connsiteY496" fmla="*/ 4694732 h 6858000"/>
              <a:gd name="connsiteX497" fmla="*/ 1771735 w 7467600"/>
              <a:gd name="connsiteY497" fmla="*/ 4619929 h 6858000"/>
              <a:gd name="connsiteX498" fmla="*/ 3104273 w 7467600"/>
              <a:gd name="connsiteY498" fmla="*/ 5076159 h 6858000"/>
              <a:gd name="connsiteX499" fmla="*/ 3113245 w 7467600"/>
              <a:gd name="connsiteY499" fmla="*/ 5090705 h 6858000"/>
              <a:gd name="connsiteX500" fmla="*/ 3126294 w 7467600"/>
              <a:gd name="connsiteY500" fmla="*/ 5114400 h 6858000"/>
              <a:gd name="connsiteX501" fmla="*/ 3937433 w 7467600"/>
              <a:gd name="connsiteY501" fmla="*/ 4830473 h 6858000"/>
              <a:gd name="connsiteX502" fmla="*/ 3590475 w 7467600"/>
              <a:gd name="connsiteY502" fmla="*/ 4597974 h 6858000"/>
              <a:gd name="connsiteX503" fmla="*/ 3100264 w 7467600"/>
              <a:gd name="connsiteY503" fmla="*/ 4579845 h 6858000"/>
              <a:gd name="connsiteX504" fmla="*/ 2183576 w 7467600"/>
              <a:gd name="connsiteY504" fmla="*/ 4227150 h 6858000"/>
              <a:gd name="connsiteX505" fmla="*/ 2151029 w 7467600"/>
              <a:gd name="connsiteY505" fmla="*/ 4146947 h 6858000"/>
              <a:gd name="connsiteX506" fmla="*/ 3563434 w 7467600"/>
              <a:gd name="connsiteY506" fmla="*/ 4469115 h 6858000"/>
              <a:gd name="connsiteX507" fmla="*/ 3177952 w 7467600"/>
              <a:gd name="connsiteY507" fmla="*/ 3657386 h 6858000"/>
              <a:gd name="connsiteX508" fmla="*/ 3189263 w 7467600"/>
              <a:gd name="connsiteY508" fmla="*/ 3625726 h 6858000"/>
              <a:gd name="connsiteX509" fmla="*/ 3560912 w 7467600"/>
              <a:gd name="connsiteY509" fmla="*/ 4079863 h 6858000"/>
              <a:gd name="connsiteX510" fmla="*/ 3626636 w 7467600"/>
              <a:gd name="connsiteY510" fmla="*/ 4512230 h 6858000"/>
              <a:gd name="connsiteX511" fmla="*/ 3653088 w 7467600"/>
              <a:gd name="connsiteY511" fmla="*/ 4521417 h 6858000"/>
              <a:gd name="connsiteX512" fmla="*/ 3988128 w 7467600"/>
              <a:gd name="connsiteY512" fmla="*/ 4817267 h 6858000"/>
              <a:gd name="connsiteX513" fmla="*/ 4830582 w 7467600"/>
              <a:gd name="connsiteY513" fmla="*/ 4676000 h 6858000"/>
              <a:gd name="connsiteX514" fmla="*/ 4830100 w 7467600"/>
              <a:gd name="connsiteY514" fmla="*/ 4675554 h 6858000"/>
              <a:gd name="connsiteX515" fmla="*/ 4036318 w 7467600"/>
              <a:gd name="connsiteY515" fmla="*/ 4147013 h 6858000"/>
              <a:gd name="connsiteX516" fmla="*/ 3432098 w 7467600"/>
              <a:gd name="connsiteY516" fmla="*/ 3537312 h 6858000"/>
              <a:gd name="connsiteX517" fmla="*/ 3446761 w 7467600"/>
              <a:gd name="connsiteY517" fmla="*/ 3461278 h 6858000"/>
              <a:gd name="connsiteX518" fmla="*/ 4419733 w 7467600"/>
              <a:gd name="connsiteY518" fmla="*/ 3963555 h 6858000"/>
              <a:gd name="connsiteX519" fmla="*/ 4781371 w 7467600"/>
              <a:gd name="connsiteY519" fmla="*/ 4458604 h 6858000"/>
              <a:gd name="connsiteX520" fmla="*/ 4780440 w 7467600"/>
              <a:gd name="connsiteY520" fmla="*/ 4470290 h 6858000"/>
              <a:gd name="connsiteX521" fmla="*/ 4898954 w 7467600"/>
              <a:gd name="connsiteY521" fmla="*/ 4662092 h 6858000"/>
              <a:gd name="connsiteX522" fmla="*/ 4900699 w 7467600"/>
              <a:gd name="connsiteY522" fmla="*/ 4670867 h 6858000"/>
              <a:gd name="connsiteX523" fmla="*/ 5714511 w 7467600"/>
              <a:gd name="connsiteY523" fmla="*/ 4663483 h 6858000"/>
              <a:gd name="connsiteX524" fmla="*/ 5464793 w 7467600"/>
              <a:gd name="connsiteY524" fmla="*/ 4393556 h 6858000"/>
              <a:gd name="connsiteX525" fmla="*/ 5461897 w 7467600"/>
              <a:gd name="connsiteY525" fmla="*/ 4390879 h 6858000"/>
              <a:gd name="connsiteX526" fmla="*/ 4294126 w 7467600"/>
              <a:gd name="connsiteY526" fmla="*/ 3303048 h 6858000"/>
              <a:gd name="connsiteX527" fmla="*/ 4305321 w 7467600"/>
              <a:gd name="connsiteY527" fmla="*/ 3256953 h 6858000"/>
              <a:gd name="connsiteX528" fmla="*/ 4949299 w 7467600"/>
              <a:gd name="connsiteY528" fmla="*/ 3766336 h 6858000"/>
              <a:gd name="connsiteX529" fmla="*/ 5291452 w 7467600"/>
              <a:gd name="connsiteY529" fmla="*/ 4076801 h 6858000"/>
              <a:gd name="connsiteX530" fmla="*/ 5434998 w 7467600"/>
              <a:gd name="connsiteY530" fmla="*/ 4254100 h 6858000"/>
              <a:gd name="connsiteX531" fmla="*/ 5351015 w 7467600"/>
              <a:gd name="connsiteY531" fmla="*/ 3760989 h 6858000"/>
              <a:gd name="connsiteX532" fmla="*/ 5413780 w 7467600"/>
              <a:gd name="connsiteY532" fmla="*/ 2966265 h 6858000"/>
              <a:gd name="connsiteX533" fmla="*/ 5425627 w 7467600"/>
              <a:gd name="connsiteY533" fmla="*/ 2954192 h 6858000"/>
              <a:gd name="connsiteX534" fmla="*/ 6604735 w 7467600"/>
              <a:gd name="connsiteY534" fmla="*/ 2041381 h 6858000"/>
              <a:gd name="connsiteX535" fmla="*/ 7204487 w 7467600"/>
              <a:gd name="connsiteY535" fmla="*/ 2742112 h 6858000"/>
              <a:gd name="connsiteX536" fmla="*/ 7131592 w 7467600"/>
              <a:gd name="connsiteY536" fmla="*/ 2672096 h 6858000"/>
              <a:gd name="connsiteX537" fmla="*/ 6996344 w 7467600"/>
              <a:gd name="connsiteY537" fmla="*/ 2518310 h 6858000"/>
              <a:gd name="connsiteX538" fmla="*/ 6735495 w 7467600"/>
              <a:gd name="connsiteY538" fmla="*/ 2196890 h 6858000"/>
              <a:gd name="connsiteX539" fmla="*/ 6721901 w 7467600"/>
              <a:gd name="connsiteY539" fmla="*/ 2179274 h 6858000"/>
              <a:gd name="connsiteX540" fmla="*/ 6604735 w 7467600"/>
              <a:gd name="connsiteY540" fmla="*/ 2041381 h 6858000"/>
              <a:gd name="connsiteX541" fmla="*/ 6591670 w 7467600"/>
              <a:gd name="connsiteY541" fmla="*/ 1988277 h 6858000"/>
              <a:gd name="connsiteX542" fmla="*/ 6747349 w 7467600"/>
              <a:gd name="connsiteY542" fmla="*/ 2160069 h 6858000"/>
              <a:gd name="connsiteX543" fmla="*/ 6760943 w 7467600"/>
              <a:gd name="connsiteY543" fmla="*/ 2177686 h 6858000"/>
              <a:gd name="connsiteX544" fmla="*/ 7021065 w 7467600"/>
              <a:gd name="connsiteY544" fmla="*/ 2498102 h 6858000"/>
              <a:gd name="connsiteX545" fmla="*/ 7155223 w 7467600"/>
              <a:gd name="connsiteY545" fmla="*/ 2650386 h 6858000"/>
              <a:gd name="connsiteX546" fmla="*/ 7203167 w 7467600"/>
              <a:gd name="connsiteY546" fmla="*/ 2697288 h 6858000"/>
              <a:gd name="connsiteX547" fmla="*/ 6937703 w 7467600"/>
              <a:gd name="connsiteY547" fmla="*/ 2321981 h 6858000"/>
              <a:gd name="connsiteX548" fmla="*/ 6591670 w 7467600"/>
              <a:gd name="connsiteY548" fmla="*/ 1988277 h 6858000"/>
              <a:gd name="connsiteX549" fmla="*/ 5798671 w 7467600"/>
              <a:gd name="connsiteY549" fmla="*/ 1981601 h 6858000"/>
              <a:gd name="connsiteX550" fmla="*/ 5754709 w 7467600"/>
              <a:gd name="connsiteY550" fmla="*/ 2071454 h 6858000"/>
              <a:gd name="connsiteX551" fmla="*/ 5763044 w 7467600"/>
              <a:gd name="connsiteY551" fmla="*/ 2842206 h 6858000"/>
              <a:gd name="connsiteX552" fmla="*/ 5764974 w 7467600"/>
              <a:gd name="connsiteY552" fmla="*/ 2799609 h 6858000"/>
              <a:gd name="connsiteX553" fmla="*/ 5767665 w 7467600"/>
              <a:gd name="connsiteY553" fmla="*/ 2666409 h 6858000"/>
              <a:gd name="connsiteX554" fmla="*/ 5763055 w 7467600"/>
              <a:gd name="connsiteY554" fmla="*/ 2579705 h 6858000"/>
              <a:gd name="connsiteX555" fmla="*/ 5758079 w 7467600"/>
              <a:gd name="connsiteY555" fmla="*/ 2492508 h 6858000"/>
              <a:gd name="connsiteX556" fmla="*/ 5779325 w 7467600"/>
              <a:gd name="connsiteY556" fmla="*/ 2197069 h 6858000"/>
              <a:gd name="connsiteX557" fmla="*/ 5798671 w 7467600"/>
              <a:gd name="connsiteY557" fmla="*/ 1981601 h 6858000"/>
              <a:gd name="connsiteX558" fmla="*/ 5829202 w 7467600"/>
              <a:gd name="connsiteY558" fmla="*/ 1971679 h 6858000"/>
              <a:gd name="connsiteX559" fmla="*/ 5809558 w 7467600"/>
              <a:gd name="connsiteY559" fmla="*/ 2198043 h 6858000"/>
              <a:gd name="connsiteX560" fmla="*/ 5788653 w 7467600"/>
              <a:gd name="connsiteY560" fmla="*/ 2489430 h 6858000"/>
              <a:gd name="connsiteX561" fmla="*/ 5793439 w 7467600"/>
              <a:gd name="connsiteY561" fmla="*/ 2575235 h 6858000"/>
              <a:gd name="connsiteX562" fmla="*/ 5796837 w 7467600"/>
              <a:gd name="connsiteY562" fmla="*/ 2637633 h 6858000"/>
              <a:gd name="connsiteX563" fmla="*/ 5818614 w 7467600"/>
              <a:gd name="connsiteY563" fmla="*/ 2473055 h 6858000"/>
              <a:gd name="connsiteX564" fmla="*/ 5829202 w 7467600"/>
              <a:gd name="connsiteY564" fmla="*/ 1971679 h 6858000"/>
              <a:gd name="connsiteX565" fmla="*/ 5911389 w 7467600"/>
              <a:gd name="connsiteY565" fmla="*/ 1898371 h 6858000"/>
              <a:gd name="connsiteX566" fmla="*/ 6237627 w 7467600"/>
              <a:gd name="connsiteY566" fmla="*/ 2231921 h 6858000"/>
              <a:gd name="connsiteX567" fmla="*/ 5911389 w 7467600"/>
              <a:gd name="connsiteY567" fmla="*/ 1898371 h 6858000"/>
              <a:gd name="connsiteX568" fmla="*/ 6944437 w 7467600"/>
              <a:gd name="connsiteY568" fmla="*/ 1575402 h 6858000"/>
              <a:gd name="connsiteX569" fmla="*/ 6304730 w 7467600"/>
              <a:gd name="connsiteY569" fmla="*/ 1766654 h 6858000"/>
              <a:gd name="connsiteX570" fmla="*/ 6944437 w 7467600"/>
              <a:gd name="connsiteY570" fmla="*/ 1575402 h 6858000"/>
              <a:gd name="connsiteX571" fmla="*/ 7019523 w 7467600"/>
              <a:gd name="connsiteY571" fmla="*/ 1519450 h 6858000"/>
              <a:gd name="connsiteX572" fmla="*/ 6298091 w 7467600"/>
              <a:gd name="connsiteY572" fmla="*/ 1737122 h 6858000"/>
              <a:gd name="connsiteX573" fmla="*/ 7019523 w 7467600"/>
              <a:gd name="connsiteY573" fmla="*/ 1519450 h 6858000"/>
              <a:gd name="connsiteX574" fmla="*/ 2399523 w 7467600"/>
              <a:gd name="connsiteY574" fmla="*/ 1428234 h 6858000"/>
              <a:gd name="connsiteX575" fmla="*/ 2224982 w 7467600"/>
              <a:gd name="connsiteY575" fmla="*/ 1826201 h 6858000"/>
              <a:gd name="connsiteX576" fmla="*/ 2096099 w 7467600"/>
              <a:gd name="connsiteY576" fmla="*/ 2345900 h 6858000"/>
              <a:gd name="connsiteX577" fmla="*/ 2283317 w 7467600"/>
              <a:gd name="connsiteY577" fmla="*/ 1796925 h 6858000"/>
              <a:gd name="connsiteX578" fmla="*/ 2399523 w 7467600"/>
              <a:gd name="connsiteY578" fmla="*/ 1428234 h 6858000"/>
              <a:gd name="connsiteX579" fmla="*/ 2448558 w 7467600"/>
              <a:gd name="connsiteY579" fmla="*/ 1373435 h 6858000"/>
              <a:gd name="connsiteX580" fmla="*/ 2312521 w 7467600"/>
              <a:gd name="connsiteY580" fmla="*/ 1806140 h 6858000"/>
              <a:gd name="connsiteX581" fmla="*/ 2127533 w 7467600"/>
              <a:gd name="connsiteY581" fmla="*/ 2348380 h 6858000"/>
              <a:gd name="connsiteX582" fmla="*/ 2358080 w 7467600"/>
              <a:gd name="connsiteY582" fmla="*/ 1866134 h 6858000"/>
              <a:gd name="connsiteX583" fmla="*/ 2407436 w 7467600"/>
              <a:gd name="connsiteY583" fmla="*/ 1651070 h 6858000"/>
              <a:gd name="connsiteX584" fmla="*/ 2448558 w 7467600"/>
              <a:gd name="connsiteY584" fmla="*/ 1373435 h 6858000"/>
              <a:gd name="connsiteX585" fmla="*/ 278707 w 7467600"/>
              <a:gd name="connsiteY585" fmla="*/ 1352270 h 6858000"/>
              <a:gd name="connsiteX586" fmla="*/ 321570 w 7467600"/>
              <a:gd name="connsiteY586" fmla="*/ 1861610 h 6858000"/>
              <a:gd name="connsiteX587" fmla="*/ 294281 w 7467600"/>
              <a:gd name="connsiteY587" fmla="*/ 1440658 h 6858000"/>
              <a:gd name="connsiteX588" fmla="*/ 278707 w 7467600"/>
              <a:gd name="connsiteY588" fmla="*/ 1352270 h 6858000"/>
              <a:gd name="connsiteX589" fmla="*/ 1423821 w 7467600"/>
              <a:gd name="connsiteY589" fmla="*/ 1351958 h 6858000"/>
              <a:gd name="connsiteX590" fmla="*/ 1638521 w 7467600"/>
              <a:gd name="connsiteY590" fmla="*/ 1908470 h 6858000"/>
              <a:gd name="connsiteX591" fmla="*/ 1754199 w 7467600"/>
              <a:gd name="connsiteY591" fmla="*/ 2149284 h 6858000"/>
              <a:gd name="connsiteX592" fmla="*/ 1908359 w 7467600"/>
              <a:gd name="connsiteY592" fmla="*/ 2364988 h 6858000"/>
              <a:gd name="connsiteX593" fmla="*/ 1647661 w 7467600"/>
              <a:gd name="connsiteY593" fmla="*/ 1825945 h 6858000"/>
              <a:gd name="connsiteX594" fmla="*/ 1423821 w 7467600"/>
              <a:gd name="connsiteY594" fmla="*/ 1351958 h 6858000"/>
              <a:gd name="connsiteX595" fmla="*/ 1431890 w 7467600"/>
              <a:gd name="connsiteY595" fmla="*/ 1306475 h 6858000"/>
              <a:gd name="connsiteX596" fmla="*/ 1507597 w 7467600"/>
              <a:gd name="connsiteY596" fmla="*/ 1446132 h 6858000"/>
              <a:gd name="connsiteX597" fmla="*/ 1674586 w 7467600"/>
              <a:gd name="connsiteY597" fmla="*/ 1813832 h 6858000"/>
              <a:gd name="connsiteX598" fmla="*/ 1815950 w 7467600"/>
              <a:gd name="connsiteY598" fmla="*/ 2128564 h 6858000"/>
              <a:gd name="connsiteX599" fmla="*/ 1984242 w 7467600"/>
              <a:gd name="connsiteY599" fmla="*/ 2430829 h 6858000"/>
              <a:gd name="connsiteX600" fmla="*/ 2014023 w 7467600"/>
              <a:gd name="connsiteY600" fmla="*/ 2450995 h 6858000"/>
              <a:gd name="connsiteX601" fmla="*/ 1747337 w 7467600"/>
              <a:gd name="connsiteY601" fmla="*/ 1855264 h 6858000"/>
              <a:gd name="connsiteX602" fmla="*/ 1533749 w 7467600"/>
              <a:gd name="connsiteY602" fmla="*/ 1478656 h 6858000"/>
              <a:gd name="connsiteX603" fmla="*/ 1431890 w 7467600"/>
              <a:gd name="connsiteY603" fmla="*/ 1306475 h 6858000"/>
              <a:gd name="connsiteX604" fmla="*/ 5052692 w 7467600"/>
              <a:gd name="connsiteY604" fmla="*/ 1292994 h 6858000"/>
              <a:gd name="connsiteX605" fmla="*/ 5200661 w 7467600"/>
              <a:gd name="connsiteY605" fmla="*/ 1635186 h 6858000"/>
              <a:gd name="connsiteX606" fmla="*/ 5297138 w 7467600"/>
              <a:gd name="connsiteY606" fmla="*/ 1906351 h 6858000"/>
              <a:gd name="connsiteX607" fmla="*/ 5052692 w 7467600"/>
              <a:gd name="connsiteY607" fmla="*/ 1292994 h 6858000"/>
              <a:gd name="connsiteX608" fmla="*/ 5009948 w 7467600"/>
              <a:gd name="connsiteY608" fmla="*/ 1273619 h 6858000"/>
              <a:gd name="connsiteX609" fmla="*/ 5121777 w 7467600"/>
              <a:gd name="connsiteY609" fmla="*/ 1654213 h 6858000"/>
              <a:gd name="connsiteX610" fmla="*/ 5293545 w 7467600"/>
              <a:gd name="connsiteY610" fmla="*/ 2072247 h 6858000"/>
              <a:gd name="connsiteX611" fmla="*/ 5294042 w 7467600"/>
              <a:gd name="connsiteY611" fmla="*/ 2065019 h 6858000"/>
              <a:gd name="connsiteX612" fmla="*/ 5171936 w 7467600"/>
              <a:gd name="connsiteY612" fmla="*/ 1647613 h 6858000"/>
              <a:gd name="connsiteX613" fmla="*/ 5009948 w 7467600"/>
              <a:gd name="connsiteY613" fmla="*/ 1273619 h 6858000"/>
              <a:gd name="connsiteX614" fmla="*/ 655236 w 7467600"/>
              <a:gd name="connsiteY614" fmla="*/ 1268632 h 6858000"/>
              <a:gd name="connsiteX615" fmla="*/ 839521 w 7467600"/>
              <a:gd name="connsiteY615" fmla="*/ 1685315 h 6858000"/>
              <a:gd name="connsiteX616" fmla="*/ 1109416 w 7467600"/>
              <a:gd name="connsiteY616" fmla="*/ 2061663 h 6858000"/>
              <a:gd name="connsiteX617" fmla="*/ 1298300 w 7467600"/>
              <a:gd name="connsiteY617" fmla="*/ 2247742 h 6858000"/>
              <a:gd name="connsiteX618" fmla="*/ 1125871 w 7467600"/>
              <a:gd name="connsiteY618" fmla="*/ 1989513 h 6858000"/>
              <a:gd name="connsiteX619" fmla="*/ 981574 w 7467600"/>
              <a:gd name="connsiteY619" fmla="*/ 1783157 h 6858000"/>
              <a:gd name="connsiteX620" fmla="*/ 922198 w 7467600"/>
              <a:gd name="connsiteY620" fmla="*/ 1677437 h 6858000"/>
              <a:gd name="connsiteX621" fmla="*/ 869293 w 7467600"/>
              <a:gd name="connsiteY621" fmla="*/ 1583214 h 6858000"/>
              <a:gd name="connsiteX622" fmla="*/ 751431 w 7467600"/>
              <a:gd name="connsiteY622" fmla="*/ 1405731 h 6858000"/>
              <a:gd name="connsiteX623" fmla="*/ 655236 w 7467600"/>
              <a:gd name="connsiteY623" fmla="*/ 1268632 h 6858000"/>
              <a:gd name="connsiteX624" fmla="*/ 6516292 w 7467600"/>
              <a:gd name="connsiteY624" fmla="*/ 1263064 h 6858000"/>
              <a:gd name="connsiteX625" fmla="*/ 5736320 w 7467600"/>
              <a:gd name="connsiteY625" fmla="*/ 1501803 h 6858000"/>
              <a:gd name="connsiteX626" fmla="*/ 6516292 w 7467600"/>
              <a:gd name="connsiteY626" fmla="*/ 1263064 h 6858000"/>
              <a:gd name="connsiteX627" fmla="*/ 291466 w 7467600"/>
              <a:gd name="connsiteY627" fmla="*/ 1250369 h 6858000"/>
              <a:gd name="connsiteX628" fmla="*/ 323180 w 7467600"/>
              <a:gd name="connsiteY628" fmla="*/ 1435283 h 6858000"/>
              <a:gd name="connsiteX629" fmla="*/ 349381 w 7467600"/>
              <a:gd name="connsiteY629" fmla="*/ 1875041 h 6858000"/>
              <a:gd name="connsiteX630" fmla="*/ 374363 w 7467600"/>
              <a:gd name="connsiteY630" fmla="*/ 1506494 h 6858000"/>
              <a:gd name="connsiteX631" fmla="*/ 302168 w 7467600"/>
              <a:gd name="connsiteY631" fmla="*/ 1274495 h 6858000"/>
              <a:gd name="connsiteX632" fmla="*/ 291466 w 7467600"/>
              <a:gd name="connsiteY632" fmla="*/ 1250369 h 6858000"/>
              <a:gd name="connsiteX633" fmla="*/ 678222 w 7467600"/>
              <a:gd name="connsiteY633" fmla="*/ 1248670 h 6858000"/>
              <a:gd name="connsiteX634" fmla="*/ 775536 w 7467600"/>
              <a:gd name="connsiteY634" fmla="*/ 1388015 h 6858000"/>
              <a:gd name="connsiteX635" fmla="*/ 894529 w 7467600"/>
              <a:gd name="connsiteY635" fmla="*/ 1567739 h 6858000"/>
              <a:gd name="connsiteX636" fmla="*/ 948000 w 7467600"/>
              <a:gd name="connsiteY636" fmla="*/ 1663088 h 6858000"/>
              <a:gd name="connsiteX637" fmla="*/ 1006812 w 7467600"/>
              <a:gd name="connsiteY637" fmla="*/ 1767683 h 6858000"/>
              <a:gd name="connsiteX638" fmla="*/ 1149133 w 7467600"/>
              <a:gd name="connsiteY638" fmla="*/ 1971513 h 6858000"/>
              <a:gd name="connsiteX639" fmla="*/ 1333952 w 7467600"/>
              <a:gd name="connsiteY639" fmla="*/ 2251620 h 6858000"/>
              <a:gd name="connsiteX640" fmla="*/ 1337329 w 7467600"/>
              <a:gd name="connsiteY640" fmla="*/ 2258350 h 6858000"/>
              <a:gd name="connsiteX641" fmla="*/ 1014726 w 7467600"/>
              <a:gd name="connsiteY641" fmla="*/ 1615556 h 6858000"/>
              <a:gd name="connsiteX642" fmla="*/ 678222 w 7467600"/>
              <a:gd name="connsiteY642" fmla="*/ 1248670 h 6858000"/>
              <a:gd name="connsiteX643" fmla="*/ 6691602 w 7467600"/>
              <a:gd name="connsiteY643" fmla="*/ 1140573 h 6858000"/>
              <a:gd name="connsiteX644" fmla="*/ 6571100 w 7467600"/>
              <a:gd name="connsiteY644" fmla="*/ 1183662 h 6858000"/>
              <a:gd name="connsiteX645" fmla="*/ 6241687 w 7467600"/>
              <a:gd name="connsiteY645" fmla="*/ 1257600 h 6858000"/>
              <a:gd name="connsiteX646" fmla="*/ 5693009 w 7467600"/>
              <a:gd name="connsiteY646" fmla="*/ 1478256 h 6858000"/>
              <a:gd name="connsiteX647" fmla="*/ 6548420 w 7467600"/>
              <a:gd name="connsiteY647" fmla="*/ 1214599 h 6858000"/>
              <a:gd name="connsiteX648" fmla="*/ 6605473 w 7467600"/>
              <a:gd name="connsiteY648" fmla="*/ 1184686 h 6858000"/>
              <a:gd name="connsiteX649" fmla="*/ 6691602 w 7467600"/>
              <a:gd name="connsiteY649" fmla="*/ 1140573 h 6858000"/>
              <a:gd name="connsiteX650" fmla="*/ 4002475 w 7467600"/>
              <a:gd name="connsiteY650" fmla="*/ 1037802 h 6858000"/>
              <a:gd name="connsiteX651" fmla="*/ 4000324 w 7467600"/>
              <a:gd name="connsiteY651" fmla="*/ 1039362 h 6858000"/>
              <a:gd name="connsiteX652" fmla="*/ 4002862 w 7467600"/>
              <a:gd name="connsiteY652" fmla="*/ 1042866 h 6858000"/>
              <a:gd name="connsiteX653" fmla="*/ 4002475 w 7467600"/>
              <a:gd name="connsiteY653" fmla="*/ 1037802 h 6858000"/>
              <a:gd name="connsiteX654" fmla="*/ 506322 w 7467600"/>
              <a:gd name="connsiteY654" fmla="*/ 1020997 h 6858000"/>
              <a:gd name="connsiteX655" fmla="*/ 533068 w 7467600"/>
              <a:gd name="connsiteY655" fmla="*/ 1029409 h 6858000"/>
              <a:gd name="connsiteX656" fmla="*/ 1232525 w 7467600"/>
              <a:gd name="connsiteY656" fmla="*/ 1804675 h 6858000"/>
              <a:gd name="connsiteX657" fmla="*/ 1388858 w 7467600"/>
              <a:gd name="connsiteY657" fmla="*/ 2368011 h 6858000"/>
              <a:gd name="connsiteX658" fmla="*/ 1384098 w 7467600"/>
              <a:gd name="connsiteY658" fmla="*/ 2378125 h 6858000"/>
              <a:gd name="connsiteX659" fmla="*/ 1425393 w 7467600"/>
              <a:gd name="connsiteY659" fmla="*/ 2589124 h 6858000"/>
              <a:gd name="connsiteX660" fmla="*/ 1424001 w 7467600"/>
              <a:gd name="connsiteY660" fmla="*/ 2597541 h 6858000"/>
              <a:gd name="connsiteX661" fmla="*/ 2152729 w 7467600"/>
              <a:gd name="connsiteY661" fmla="*/ 2864487 h 6858000"/>
              <a:gd name="connsiteX662" fmla="*/ 2020609 w 7467600"/>
              <a:gd name="connsiteY662" fmla="*/ 2539671 h 6858000"/>
              <a:gd name="connsiteX663" fmla="*/ 2018920 w 7467600"/>
              <a:gd name="connsiteY663" fmla="*/ 2536309 h 6858000"/>
              <a:gd name="connsiteX664" fmla="*/ 1342441 w 7467600"/>
              <a:gd name="connsiteY664" fmla="*/ 1173017 h 6858000"/>
              <a:gd name="connsiteX665" fmla="*/ 1367925 w 7467600"/>
              <a:gd name="connsiteY665" fmla="*/ 1135648 h 6858000"/>
              <a:gd name="connsiteX666" fmla="*/ 1771401 w 7467600"/>
              <a:gd name="connsiteY666" fmla="*/ 1806673 h 6858000"/>
              <a:gd name="connsiteX667" fmla="*/ 1972385 w 7467600"/>
              <a:gd name="connsiteY667" fmla="*/ 2198735 h 6858000"/>
              <a:gd name="connsiteX668" fmla="*/ 2040892 w 7467600"/>
              <a:gd name="connsiteY668" fmla="*/ 2405205 h 6858000"/>
              <a:gd name="connsiteX669" fmla="*/ 2131689 w 7467600"/>
              <a:gd name="connsiteY669" fmla="*/ 1936926 h 6858000"/>
              <a:gd name="connsiteX670" fmla="*/ 2454820 w 7467600"/>
              <a:gd name="connsiteY670" fmla="*/ 1248808 h 6858000"/>
              <a:gd name="connsiteX671" fmla="*/ 2492512 w 7467600"/>
              <a:gd name="connsiteY671" fmla="*/ 1302920 h 6858000"/>
              <a:gd name="connsiteX672" fmla="*/ 2081216 w 7467600"/>
              <a:gd name="connsiteY672" fmla="*/ 2527513 h 6858000"/>
              <a:gd name="connsiteX673" fmla="*/ 2081211 w 7467600"/>
              <a:gd name="connsiteY673" fmla="*/ 2528916 h 6858000"/>
              <a:gd name="connsiteX674" fmla="*/ 2199067 w 7467600"/>
              <a:gd name="connsiteY674" fmla="*/ 2884061 h 6858000"/>
              <a:gd name="connsiteX675" fmla="*/ 3192586 w 7467600"/>
              <a:gd name="connsiteY675" fmla="*/ 3411496 h 6858000"/>
              <a:gd name="connsiteX676" fmla="*/ 3182620 w 7467600"/>
              <a:gd name="connsiteY676" fmla="*/ 3483279 h 6858000"/>
              <a:gd name="connsiteX677" fmla="*/ 2435119 w 7467600"/>
              <a:gd name="connsiteY677" fmla="*/ 3080173 h 6858000"/>
              <a:gd name="connsiteX678" fmla="*/ 2410152 w 7467600"/>
              <a:gd name="connsiteY678" fmla="*/ 3063751 h 6858000"/>
              <a:gd name="connsiteX679" fmla="*/ 2408099 w 7467600"/>
              <a:gd name="connsiteY679" fmla="*/ 3064403 h 6858000"/>
              <a:gd name="connsiteX680" fmla="*/ 2407218 w 7467600"/>
              <a:gd name="connsiteY680" fmla="*/ 3070324 h 6858000"/>
              <a:gd name="connsiteX681" fmla="*/ 2380138 w 7467600"/>
              <a:gd name="connsiteY681" fmla="*/ 3099341 h 6858000"/>
              <a:gd name="connsiteX682" fmla="*/ 1765923 w 7467600"/>
              <a:gd name="connsiteY682" fmla="*/ 3581043 h 6858000"/>
              <a:gd name="connsiteX683" fmla="*/ 1702258 w 7467600"/>
              <a:gd name="connsiteY683" fmla="*/ 3612286 h 6858000"/>
              <a:gd name="connsiteX684" fmla="*/ 1538370 w 7467600"/>
              <a:gd name="connsiteY684" fmla="*/ 3811804 h 6858000"/>
              <a:gd name="connsiteX685" fmla="*/ 542867 w 7467600"/>
              <a:gd name="connsiteY685" fmla="*/ 4944092 h 6858000"/>
              <a:gd name="connsiteX686" fmla="*/ 515800 w 7467600"/>
              <a:gd name="connsiteY686" fmla="*/ 4862180 h 6858000"/>
              <a:gd name="connsiteX687" fmla="*/ 909145 w 7467600"/>
              <a:gd name="connsiteY687" fmla="*/ 4199225 h 6858000"/>
              <a:gd name="connsiteX688" fmla="*/ 1214067 w 7467600"/>
              <a:gd name="connsiteY688" fmla="*/ 3908561 h 6858000"/>
              <a:gd name="connsiteX689" fmla="*/ 640967 w 7467600"/>
              <a:gd name="connsiteY689" fmla="*/ 4105601 h 6858000"/>
              <a:gd name="connsiteX690" fmla="*/ 112563 w 7467600"/>
              <a:gd name="connsiteY690" fmla="*/ 4396952 h 6858000"/>
              <a:gd name="connsiteX691" fmla="*/ 0 w 7467600"/>
              <a:gd name="connsiteY691" fmla="*/ 4466006 h 6858000"/>
              <a:gd name="connsiteX692" fmla="*/ 0 w 7467600"/>
              <a:gd name="connsiteY692" fmla="*/ 4233763 h 6858000"/>
              <a:gd name="connsiteX693" fmla="*/ 36881 w 7467600"/>
              <a:gd name="connsiteY693" fmla="*/ 4200118 h 6858000"/>
              <a:gd name="connsiteX694" fmla="*/ 910534 w 7467600"/>
              <a:gd name="connsiteY694" fmla="*/ 3629753 h 6858000"/>
              <a:gd name="connsiteX695" fmla="*/ 1578717 w 7467600"/>
              <a:gd name="connsiteY695" fmla="*/ 3575982 h 6858000"/>
              <a:gd name="connsiteX696" fmla="*/ 2338780 w 7467600"/>
              <a:gd name="connsiteY696" fmla="*/ 3033725 h 6858000"/>
              <a:gd name="connsiteX697" fmla="*/ 1807991 w 7467600"/>
              <a:gd name="connsiteY697" fmla="*/ 2807184 h 6858000"/>
              <a:gd name="connsiteX698" fmla="*/ 1416358 w 7467600"/>
              <a:gd name="connsiteY698" fmla="*/ 3112571 h 6858000"/>
              <a:gd name="connsiteX699" fmla="*/ 939066 w 7467600"/>
              <a:gd name="connsiteY699" fmla="*/ 3378798 h 6858000"/>
              <a:gd name="connsiteX700" fmla="*/ 115099 w 7467600"/>
              <a:gd name="connsiteY700" fmla="*/ 3607650 h 6858000"/>
              <a:gd name="connsiteX701" fmla="*/ 97284 w 7467600"/>
              <a:gd name="connsiteY701" fmla="*/ 3520393 h 6858000"/>
              <a:gd name="connsiteX702" fmla="*/ 922050 w 7467600"/>
              <a:gd name="connsiteY702" fmla="*/ 3074867 h 6858000"/>
              <a:gd name="connsiteX703" fmla="*/ 1405265 w 7467600"/>
              <a:gd name="connsiteY703" fmla="*/ 3016319 h 6858000"/>
              <a:gd name="connsiteX704" fmla="*/ 1407512 w 7467600"/>
              <a:gd name="connsiteY704" fmla="*/ 3018001 h 6858000"/>
              <a:gd name="connsiteX705" fmla="*/ 1726266 w 7467600"/>
              <a:gd name="connsiteY705" fmla="*/ 2777274 h 6858000"/>
              <a:gd name="connsiteX706" fmla="*/ 625390 w 7467600"/>
              <a:gd name="connsiteY706" fmla="*/ 2514541 h 6858000"/>
              <a:gd name="connsiteX707" fmla="*/ 619799 w 7467600"/>
              <a:gd name="connsiteY707" fmla="*/ 2527180 h 6858000"/>
              <a:gd name="connsiteX708" fmla="*/ 310030 w 7467600"/>
              <a:gd name="connsiteY708" fmla="*/ 2771818 h 6858000"/>
              <a:gd name="connsiteX709" fmla="*/ 173877 w 7467600"/>
              <a:gd name="connsiteY709" fmla="*/ 2937056 h 6858000"/>
              <a:gd name="connsiteX710" fmla="*/ 77889 w 7467600"/>
              <a:gd name="connsiteY710" fmla="*/ 3138440 h 6858000"/>
              <a:gd name="connsiteX711" fmla="*/ 0 w 7467600"/>
              <a:gd name="connsiteY711" fmla="*/ 3271395 h 6858000"/>
              <a:gd name="connsiteX712" fmla="*/ 0 w 7467600"/>
              <a:gd name="connsiteY712" fmla="*/ 3153002 h 6858000"/>
              <a:gd name="connsiteX713" fmla="*/ 2386 w 7467600"/>
              <a:gd name="connsiteY713" fmla="*/ 3149203 h 6858000"/>
              <a:gd name="connsiteX714" fmla="*/ 89753 w 7467600"/>
              <a:gd name="connsiteY714" fmla="*/ 2987702 h 6858000"/>
              <a:gd name="connsiteX715" fmla="*/ 76869 w 7467600"/>
              <a:gd name="connsiteY715" fmla="*/ 3005404 h 6858000"/>
              <a:gd name="connsiteX716" fmla="*/ 32049 w 7467600"/>
              <a:gd name="connsiteY716" fmla="*/ 3065814 h 6858000"/>
              <a:gd name="connsiteX717" fmla="*/ 0 w 7467600"/>
              <a:gd name="connsiteY717" fmla="*/ 3108744 h 6858000"/>
              <a:gd name="connsiteX718" fmla="*/ 0 w 7467600"/>
              <a:gd name="connsiteY718" fmla="*/ 3058059 h 6858000"/>
              <a:gd name="connsiteX719" fmla="*/ 7610 w 7467600"/>
              <a:gd name="connsiteY719" fmla="*/ 3047889 h 6858000"/>
              <a:gd name="connsiteX720" fmla="*/ 52419 w 7467600"/>
              <a:gd name="connsiteY720" fmla="*/ 2987479 h 6858000"/>
              <a:gd name="connsiteX721" fmla="*/ 59142 w 7467600"/>
              <a:gd name="connsiteY721" fmla="*/ 2978488 h 6858000"/>
              <a:gd name="connsiteX722" fmla="*/ 0 w 7467600"/>
              <a:gd name="connsiteY722" fmla="*/ 3015334 h 6858000"/>
              <a:gd name="connsiteX723" fmla="*/ 0 w 7467600"/>
              <a:gd name="connsiteY723" fmla="*/ 2914286 h 6858000"/>
              <a:gd name="connsiteX724" fmla="*/ 36383 w 7467600"/>
              <a:gd name="connsiteY724" fmla="*/ 2901128 h 6858000"/>
              <a:gd name="connsiteX725" fmla="*/ 156329 w 7467600"/>
              <a:gd name="connsiteY725" fmla="*/ 2840533 h 6858000"/>
              <a:gd name="connsiteX726" fmla="*/ 358355 w 7467600"/>
              <a:gd name="connsiteY726" fmla="*/ 2620471 h 6858000"/>
              <a:gd name="connsiteX727" fmla="*/ 510577 w 7467600"/>
              <a:gd name="connsiteY727" fmla="*/ 2501244 h 6858000"/>
              <a:gd name="connsiteX728" fmla="*/ 211967 w 7467600"/>
              <a:gd name="connsiteY728" fmla="*/ 2479171 h 6858000"/>
              <a:gd name="connsiteX729" fmla="*/ 0 w 7467600"/>
              <a:gd name="connsiteY729" fmla="*/ 2476398 h 6858000"/>
              <a:gd name="connsiteX730" fmla="*/ 0 w 7467600"/>
              <a:gd name="connsiteY730" fmla="*/ 2389189 h 6858000"/>
              <a:gd name="connsiteX731" fmla="*/ 103062 w 7467600"/>
              <a:gd name="connsiteY731" fmla="*/ 2389518 h 6858000"/>
              <a:gd name="connsiteX732" fmla="*/ 510734 w 7467600"/>
              <a:gd name="connsiteY732" fmla="*/ 2416201 h 6858000"/>
              <a:gd name="connsiteX733" fmla="*/ 279257 w 7467600"/>
              <a:gd name="connsiteY733" fmla="*/ 2092102 h 6858000"/>
              <a:gd name="connsiteX734" fmla="*/ 65265 w 7467600"/>
              <a:gd name="connsiteY734" fmla="*/ 2006049 h 6858000"/>
              <a:gd name="connsiteX735" fmla="*/ 0 w 7467600"/>
              <a:gd name="connsiteY735" fmla="*/ 1982532 h 6858000"/>
              <a:gd name="connsiteX736" fmla="*/ 0 w 7467600"/>
              <a:gd name="connsiteY736" fmla="*/ 1912789 h 6858000"/>
              <a:gd name="connsiteX737" fmla="*/ 97460 w 7467600"/>
              <a:gd name="connsiteY737" fmla="*/ 1953725 h 6858000"/>
              <a:gd name="connsiteX738" fmla="*/ 221272 w 7467600"/>
              <a:gd name="connsiteY738" fmla="*/ 1980766 h 6858000"/>
              <a:gd name="connsiteX739" fmla="*/ 116765 w 7467600"/>
              <a:gd name="connsiteY739" fmla="*/ 1911033 h 6858000"/>
              <a:gd name="connsiteX740" fmla="*/ 16405 w 7467600"/>
              <a:gd name="connsiteY740" fmla="*/ 1803412 h 6858000"/>
              <a:gd name="connsiteX741" fmla="*/ 0 w 7467600"/>
              <a:gd name="connsiteY741" fmla="*/ 1784777 h 6858000"/>
              <a:gd name="connsiteX742" fmla="*/ 0 w 7467600"/>
              <a:gd name="connsiteY742" fmla="*/ 1740082 h 6858000"/>
              <a:gd name="connsiteX743" fmla="*/ 39394 w 7467600"/>
              <a:gd name="connsiteY743" fmla="*/ 1784856 h 6858000"/>
              <a:gd name="connsiteX744" fmla="*/ 135813 w 7467600"/>
              <a:gd name="connsiteY744" fmla="*/ 1888838 h 6858000"/>
              <a:gd name="connsiteX745" fmla="*/ 242575 w 7467600"/>
              <a:gd name="connsiteY745" fmla="*/ 1958841 h 6858000"/>
              <a:gd name="connsiteX746" fmla="*/ 82197 w 7467600"/>
              <a:gd name="connsiteY746" fmla="*/ 1754826 h 6858000"/>
              <a:gd name="connsiteX747" fmla="*/ 0 w 7467600"/>
              <a:gd name="connsiteY747" fmla="*/ 1679650 h 6858000"/>
              <a:gd name="connsiteX748" fmla="*/ 0 w 7467600"/>
              <a:gd name="connsiteY748" fmla="*/ 1602463 h 6858000"/>
              <a:gd name="connsiteX749" fmla="*/ 84689 w 7467600"/>
              <a:gd name="connsiteY749" fmla="*/ 1677442 h 6858000"/>
              <a:gd name="connsiteX750" fmla="*/ 298437 w 7467600"/>
              <a:gd name="connsiteY750" fmla="*/ 1968019 h 6858000"/>
              <a:gd name="connsiteX751" fmla="*/ 227269 w 7467600"/>
              <a:gd name="connsiteY751" fmla="*/ 1114064 h 6858000"/>
              <a:gd name="connsiteX752" fmla="*/ 248003 w 7467600"/>
              <a:gd name="connsiteY752" fmla="*/ 1089613 h 6858000"/>
              <a:gd name="connsiteX753" fmla="*/ 427020 w 7467600"/>
              <a:gd name="connsiteY753" fmla="*/ 1619803 h 6858000"/>
              <a:gd name="connsiteX754" fmla="*/ 340345 w 7467600"/>
              <a:gd name="connsiteY754" fmla="*/ 2027739 h 6858000"/>
              <a:gd name="connsiteX755" fmla="*/ 360865 w 7467600"/>
              <a:gd name="connsiteY755" fmla="*/ 2044827 h 6858000"/>
              <a:gd name="connsiteX756" fmla="*/ 560414 w 7467600"/>
              <a:gd name="connsiteY756" fmla="*/ 2421457 h 6858000"/>
              <a:gd name="connsiteX757" fmla="*/ 1359703 w 7467600"/>
              <a:gd name="connsiteY757" fmla="*/ 2578554 h 6858000"/>
              <a:gd name="connsiteX758" fmla="*/ 1359422 w 7467600"/>
              <a:gd name="connsiteY758" fmla="*/ 2577994 h 6858000"/>
              <a:gd name="connsiteX759" fmla="*/ 828701 w 7467600"/>
              <a:gd name="connsiteY759" fmla="*/ 1839520 h 6858000"/>
              <a:gd name="connsiteX760" fmla="*/ 494427 w 7467600"/>
              <a:gd name="connsiteY760" fmla="*/ 1092333 h 6858000"/>
              <a:gd name="connsiteX761" fmla="*/ 506322 w 7467600"/>
              <a:gd name="connsiteY761" fmla="*/ 1020997 h 6858000"/>
              <a:gd name="connsiteX762" fmla="*/ 4570198 w 7467600"/>
              <a:gd name="connsiteY762" fmla="*/ 978081 h 6858000"/>
              <a:gd name="connsiteX763" fmla="*/ 4523691 w 7467600"/>
              <a:gd name="connsiteY763" fmla="*/ 1127776 h 6858000"/>
              <a:gd name="connsiteX764" fmla="*/ 4509875 w 7467600"/>
              <a:gd name="connsiteY764" fmla="*/ 1167552 h 6858000"/>
              <a:gd name="connsiteX765" fmla="*/ 4478168 w 7467600"/>
              <a:gd name="connsiteY765" fmla="*/ 1260735 h 6858000"/>
              <a:gd name="connsiteX766" fmla="*/ 4409309 w 7467600"/>
              <a:gd name="connsiteY766" fmla="*/ 1666996 h 6858000"/>
              <a:gd name="connsiteX767" fmla="*/ 4370031 w 7467600"/>
              <a:gd name="connsiteY767" fmla="*/ 1955666 h 6858000"/>
              <a:gd name="connsiteX768" fmla="*/ 4570198 w 7467600"/>
              <a:gd name="connsiteY768" fmla="*/ 978081 h 6858000"/>
              <a:gd name="connsiteX769" fmla="*/ 4557898 w 7467600"/>
              <a:gd name="connsiteY769" fmla="*/ 900011 h 6858000"/>
              <a:gd name="connsiteX770" fmla="*/ 4344840 w 7467600"/>
              <a:gd name="connsiteY770" fmla="*/ 1922038 h 6858000"/>
              <a:gd name="connsiteX771" fmla="*/ 4378710 w 7467600"/>
              <a:gd name="connsiteY771" fmla="*/ 1665516 h 6858000"/>
              <a:gd name="connsiteX772" fmla="*/ 4448798 w 7467600"/>
              <a:gd name="connsiteY772" fmla="*/ 1253024 h 6858000"/>
              <a:gd name="connsiteX773" fmla="*/ 4480315 w 7467600"/>
              <a:gd name="connsiteY773" fmla="*/ 1158454 h 6858000"/>
              <a:gd name="connsiteX774" fmla="*/ 4494133 w 7467600"/>
              <a:gd name="connsiteY774" fmla="*/ 1118676 h 6858000"/>
              <a:gd name="connsiteX775" fmla="*/ 4557898 w 7467600"/>
              <a:gd name="connsiteY775" fmla="*/ 900011 h 6858000"/>
              <a:gd name="connsiteX776" fmla="*/ 5870151 w 7467600"/>
              <a:gd name="connsiteY776" fmla="*/ 898890 h 6858000"/>
              <a:gd name="connsiteX777" fmla="*/ 5861335 w 7467600"/>
              <a:gd name="connsiteY777" fmla="*/ 899177 h 6858000"/>
              <a:gd name="connsiteX778" fmla="*/ 5843702 w 7467600"/>
              <a:gd name="connsiteY778" fmla="*/ 899748 h 6858000"/>
              <a:gd name="connsiteX779" fmla="*/ 5651107 w 7467600"/>
              <a:gd name="connsiteY779" fmla="*/ 920306 h 6858000"/>
              <a:gd name="connsiteX780" fmla="*/ 5459407 w 7467600"/>
              <a:gd name="connsiteY780" fmla="*/ 940975 h 6858000"/>
              <a:gd name="connsiteX781" fmla="*/ 5374846 w 7467600"/>
              <a:gd name="connsiteY781" fmla="*/ 941988 h 6858000"/>
              <a:gd name="connsiteX782" fmla="*/ 5256105 w 7467600"/>
              <a:gd name="connsiteY782" fmla="*/ 945632 h 6858000"/>
              <a:gd name="connsiteX783" fmla="*/ 5107071 w 7467600"/>
              <a:gd name="connsiteY783" fmla="*/ 969720 h 6858000"/>
              <a:gd name="connsiteX784" fmla="*/ 4998681 w 7467600"/>
              <a:gd name="connsiteY784" fmla="*/ 988771 h 6858000"/>
              <a:gd name="connsiteX785" fmla="*/ 5870151 w 7467600"/>
              <a:gd name="connsiteY785" fmla="*/ 898890 h 6858000"/>
              <a:gd name="connsiteX786" fmla="*/ 5504425 w 7467600"/>
              <a:gd name="connsiteY786" fmla="*/ 848067 h 6858000"/>
              <a:gd name="connsiteX787" fmla="*/ 4968849 w 7467600"/>
              <a:gd name="connsiteY787" fmla="*/ 962318 h 6858000"/>
              <a:gd name="connsiteX788" fmla="*/ 5104039 w 7467600"/>
              <a:gd name="connsiteY788" fmla="*/ 940634 h 6858000"/>
              <a:gd name="connsiteX789" fmla="*/ 5256311 w 7467600"/>
              <a:gd name="connsiteY789" fmla="*/ 916490 h 6858000"/>
              <a:gd name="connsiteX790" fmla="*/ 5377381 w 7467600"/>
              <a:gd name="connsiteY790" fmla="*/ 912671 h 6858000"/>
              <a:gd name="connsiteX791" fmla="*/ 5460148 w 7467600"/>
              <a:gd name="connsiteY791" fmla="*/ 911442 h 6858000"/>
              <a:gd name="connsiteX792" fmla="*/ 5648971 w 7467600"/>
              <a:gd name="connsiteY792" fmla="*/ 891331 h 6858000"/>
              <a:gd name="connsiteX793" fmla="*/ 5844807 w 7467600"/>
              <a:gd name="connsiteY793" fmla="*/ 870718 h 6858000"/>
              <a:gd name="connsiteX794" fmla="*/ 5862975 w 7467600"/>
              <a:gd name="connsiteY794" fmla="*/ 869756 h 6858000"/>
              <a:gd name="connsiteX795" fmla="*/ 5920887 w 7467600"/>
              <a:gd name="connsiteY795" fmla="*/ 865929 h 6858000"/>
              <a:gd name="connsiteX796" fmla="*/ 5504425 w 7467600"/>
              <a:gd name="connsiteY796" fmla="*/ 848067 h 6858000"/>
              <a:gd name="connsiteX797" fmla="*/ 3607114 w 7467600"/>
              <a:gd name="connsiteY797" fmla="*/ 467441 h 6858000"/>
              <a:gd name="connsiteX798" fmla="*/ 3296242 w 7467600"/>
              <a:gd name="connsiteY798" fmla="*/ 807991 h 6858000"/>
              <a:gd name="connsiteX799" fmla="*/ 3174674 w 7467600"/>
              <a:gd name="connsiteY799" fmla="*/ 919759 h 6858000"/>
              <a:gd name="connsiteX800" fmla="*/ 3042978 w 7467600"/>
              <a:gd name="connsiteY800" fmla="*/ 1054894 h 6858000"/>
              <a:gd name="connsiteX801" fmla="*/ 2968914 w 7467600"/>
              <a:gd name="connsiteY801" fmla="*/ 1133756 h 6858000"/>
              <a:gd name="connsiteX802" fmla="*/ 3103823 w 7467600"/>
              <a:gd name="connsiteY802" fmla="*/ 1026814 h 6858000"/>
              <a:gd name="connsiteX803" fmla="*/ 3607114 w 7467600"/>
              <a:gd name="connsiteY803" fmla="*/ 467441 h 6858000"/>
              <a:gd name="connsiteX804" fmla="*/ 3744487 w 7467600"/>
              <a:gd name="connsiteY804" fmla="*/ 383136 h 6858000"/>
              <a:gd name="connsiteX805" fmla="*/ 3970213 w 7467600"/>
              <a:gd name="connsiteY805" fmla="*/ 995559 h 6858000"/>
              <a:gd name="connsiteX806" fmla="*/ 3744487 w 7467600"/>
              <a:gd name="connsiteY806" fmla="*/ 383136 h 6858000"/>
              <a:gd name="connsiteX807" fmla="*/ 3624562 w 7467600"/>
              <a:gd name="connsiteY807" fmla="*/ 367041 h 6858000"/>
              <a:gd name="connsiteX808" fmla="*/ 3489712 w 7467600"/>
              <a:gd name="connsiteY808" fmla="*/ 485386 h 6858000"/>
              <a:gd name="connsiteX809" fmla="*/ 3182994 w 7467600"/>
              <a:gd name="connsiteY809" fmla="*/ 828265 h 6858000"/>
              <a:gd name="connsiteX810" fmla="*/ 2892114 w 7467600"/>
              <a:gd name="connsiteY810" fmla="*/ 1172635 h 6858000"/>
              <a:gd name="connsiteX811" fmla="*/ 3021459 w 7467600"/>
              <a:gd name="connsiteY811" fmla="*/ 1035385 h 6858000"/>
              <a:gd name="connsiteX812" fmla="*/ 3153873 w 7467600"/>
              <a:gd name="connsiteY812" fmla="*/ 898971 h 6858000"/>
              <a:gd name="connsiteX813" fmla="*/ 3276511 w 7467600"/>
              <a:gd name="connsiteY813" fmla="*/ 786423 h 6858000"/>
              <a:gd name="connsiteX814" fmla="*/ 3584154 w 7467600"/>
              <a:gd name="connsiteY814" fmla="*/ 448218 h 6858000"/>
              <a:gd name="connsiteX815" fmla="*/ 3624562 w 7467600"/>
              <a:gd name="connsiteY815" fmla="*/ 367041 h 6858000"/>
              <a:gd name="connsiteX816" fmla="*/ 3766672 w 7467600"/>
              <a:gd name="connsiteY816" fmla="*/ 359429 h 6858000"/>
              <a:gd name="connsiteX817" fmla="*/ 3996338 w 7467600"/>
              <a:gd name="connsiteY817" fmla="*/ 968237 h 6858000"/>
              <a:gd name="connsiteX818" fmla="*/ 3766672 w 7467600"/>
              <a:gd name="connsiteY818" fmla="*/ 359429 h 6858000"/>
              <a:gd name="connsiteX819" fmla="*/ 5805386 w 7467600"/>
              <a:gd name="connsiteY819" fmla="*/ 239240 h 6858000"/>
              <a:gd name="connsiteX820" fmla="*/ 5736947 w 7467600"/>
              <a:gd name="connsiteY820" fmla="*/ 261367 h 6858000"/>
              <a:gd name="connsiteX821" fmla="*/ 5427012 w 7467600"/>
              <a:gd name="connsiteY821" fmla="*/ 311272 h 6858000"/>
              <a:gd name="connsiteX822" fmla="*/ 5147818 w 7467600"/>
              <a:gd name="connsiteY822" fmla="*/ 322112 h 6858000"/>
              <a:gd name="connsiteX823" fmla="*/ 5060854 w 7467600"/>
              <a:gd name="connsiteY823" fmla="*/ 311882 h 6858000"/>
              <a:gd name="connsiteX824" fmla="*/ 4945989 w 7467600"/>
              <a:gd name="connsiteY824" fmla="*/ 300516 h 6858000"/>
              <a:gd name="connsiteX825" fmla="*/ 5410479 w 7467600"/>
              <a:gd name="connsiteY825" fmla="*/ 348434 h 6858000"/>
              <a:gd name="connsiteX826" fmla="*/ 5805386 w 7467600"/>
              <a:gd name="connsiteY826" fmla="*/ 239240 h 6858000"/>
              <a:gd name="connsiteX827" fmla="*/ 5905192 w 7467600"/>
              <a:gd name="connsiteY827" fmla="*/ 163079 h 6858000"/>
              <a:gd name="connsiteX828" fmla="*/ 5865655 w 7467600"/>
              <a:gd name="connsiteY828" fmla="*/ 171901 h 6858000"/>
              <a:gd name="connsiteX829" fmla="*/ 5259740 w 7467600"/>
              <a:gd name="connsiteY829" fmla="*/ 257013 h 6858000"/>
              <a:gd name="connsiteX830" fmla="*/ 5208466 w 7467600"/>
              <a:gd name="connsiteY830" fmla="*/ 257550 h 6858000"/>
              <a:gd name="connsiteX831" fmla="*/ 4980204 w 7467600"/>
              <a:gd name="connsiteY831" fmla="*/ 271903 h 6858000"/>
              <a:gd name="connsiteX832" fmla="*/ 5068068 w 7467600"/>
              <a:gd name="connsiteY832" fmla="*/ 282244 h 6858000"/>
              <a:gd name="connsiteX833" fmla="*/ 5153231 w 7467600"/>
              <a:gd name="connsiteY833" fmla="*/ 292240 h 6858000"/>
              <a:gd name="connsiteX834" fmla="*/ 5426491 w 7467600"/>
              <a:gd name="connsiteY834" fmla="*/ 281128 h 6858000"/>
              <a:gd name="connsiteX835" fmla="*/ 5731212 w 7467600"/>
              <a:gd name="connsiteY835" fmla="*/ 231951 h 6858000"/>
              <a:gd name="connsiteX836" fmla="*/ 5905192 w 7467600"/>
              <a:gd name="connsiteY836" fmla="*/ 163079 h 6858000"/>
              <a:gd name="connsiteX837" fmla="*/ 5944437 w 7467600"/>
              <a:gd name="connsiteY837" fmla="*/ 113829 h 6858000"/>
              <a:gd name="connsiteX838" fmla="*/ 5825032 w 7467600"/>
              <a:gd name="connsiteY838" fmla="*/ 146405 h 6858000"/>
              <a:gd name="connsiteX839" fmla="*/ 4955599 w 7467600"/>
              <a:gd name="connsiteY839" fmla="*/ 247008 h 6858000"/>
              <a:gd name="connsiteX840" fmla="*/ 5210104 w 7467600"/>
              <a:gd name="connsiteY840" fmla="*/ 228123 h 6858000"/>
              <a:gd name="connsiteX841" fmla="*/ 5261015 w 7467600"/>
              <a:gd name="connsiteY841" fmla="*/ 227087 h 6858000"/>
              <a:gd name="connsiteX842" fmla="*/ 5861181 w 7467600"/>
              <a:gd name="connsiteY842" fmla="*/ 143093 h 6858000"/>
              <a:gd name="connsiteX843" fmla="*/ 5961252 w 7467600"/>
              <a:gd name="connsiteY843" fmla="*/ 114820 h 6858000"/>
              <a:gd name="connsiteX844" fmla="*/ 5944437 w 7467600"/>
              <a:gd name="connsiteY844" fmla="*/ 113829 h 6858000"/>
              <a:gd name="connsiteX845" fmla="*/ 3882765 w 7467600"/>
              <a:gd name="connsiteY845" fmla="*/ 0 h 6858000"/>
              <a:gd name="connsiteX846" fmla="*/ 3995099 w 7467600"/>
              <a:gd name="connsiteY846" fmla="*/ 0 h 6858000"/>
              <a:gd name="connsiteX847" fmla="*/ 4163818 w 7467600"/>
              <a:gd name="connsiteY847" fmla="*/ 234104 h 6858000"/>
              <a:gd name="connsiteX848" fmla="*/ 4172099 w 7467600"/>
              <a:gd name="connsiteY848" fmla="*/ 234207 h 6858000"/>
              <a:gd name="connsiteX849" fmla="*/ 4784282 w 7467600"/>
              <a:gd name="connsiteY849" fmla="*/ 276561 h 6858000"/>
              <a:gd name="connsiteX850" fmla="*/ 4801687 w 7467600"/>
              <a:gd name="connsiteY850" fmla="*/ 267764 h 6858000"/>
              <a:gd name="connsiteX851" fmla="*/ 6082788 w 7467600"/>
              <a:gd name="connsiteY851" fmla="*/ 64119 h 6858000"/>
              <a:gd name="connsiteX852" fmla="*/ 6099442 w 7467600"/>
              <a:gd name="connsiteY852" fmla="*/ 82568 h 6858000"/>
              <a:gd name="connsiteX853" fmla="*/ 4804137 w 7467600"/>
              <a:gd name="connsiteY853" fmla="*/ 320931 h 6858000"/>
              <a:gd name="connsiteX854" fmla="*/ 4227047 w 7467600"/>
              <a:gd name="connsiteY854" fmla="*/ 313415 h 6858000"/>
              <a:gd name="connsiteX855" fmla="*/ 4346041 w 7467600"/>
              <a:gd name="connsiteY855" fmla="*/ 456086 h 6858000"/>
              <a:gd name="connsiteX856" fmla="*/ 4870967 w 7467600"/>
              <a:gd name="connsiteY856" fmla="*/ 963061 h 6858000"/>
              <a:gd name="connsiteX857" fmla="*/ 4889647 w 7467600"/>
              <a:gd name="connsiteY857" fmla="*/ 957147 h 6858000"/>
              <a:gd name="connsiteX858" fmla="*/ 5422504 w 7467600"/>
              <a:gd name="connsiteY858" fmla="*/ 805191 h 6858000"/>
              <a:gd name="connsiteX859" fmla="*/ 6087656 w 7467600"/>
              <a:gd name="connsiteY859" fmla="*/ 826703 h 6858000"/>
              <a:gd name="connsiteX860" fmla="*/ 6058717 w 7467600"/>
              <a:gd name="connsiteY860" fmla="*/ 865992 h 6858000"/>
              <a:gd name="connsiteX861" fmla="*/ 4974153 w 7467600"/>
              <a:gd name="connsiteY861" fmla="*/ 1045456 h 6858000"/>
              <a:gd name="connsiteX862" fmla="*/ 5627835 w 7467600"/>
              <a:gd name="connsiteY862" fmla="*/ 1472077 h 6858000"/>
              <a:gd name="connsiteX863" fmla="*/ 5629817 w 7467600"/>
              <a:gd name="connsiteY863" fmla="*/ 1471412 h 6858000"/>
              <a:gd name="connsiteX864" fmla="*/ 5634124 w 7467600"/>
              <a:gd name="connsiteY864" fmla="*/ 1470572 h 6858000"/>
              <a:gd name="connsiteX865" fmla="*/ 5755832 w 7467600"/>
              <a:gd name="connsiteY865" fmla="*/ 1383886 h 6858000"/>
              <a:gd name="connsiteX866" fmla="*/ 6014186 w 7467600"/>
              <a:gd name="connsiteY866" fmla="*/ 1279799 h 6858000"/>
              <a:gd name="connsiteX867" fmla="*/ 6901619 w 7467600"/>
              <a:gd name="connsiteY867" fmla="*/ 1047874 h 6858000"/>
              <a:gd name="connsiteX868" fmla="*/ 6931566 w 7467600"/>
              <a:gd name="connsiteY868" fmla="*/ 1062034 h 6858000"/>
              <a:gd name="connsiteX869" fmla="*/ 5790982 w 7467600"/>
              <a:gd name="connsiteY869" fmla="*/ 1561380 h 6858000"/>
              <a:gd name="connsiteX870" fmla="*/ 6188971 w 7467600"/>
              <a:gd name="connsiteY870" fmla="*/ 1755168 h 6858000"/>
              <a:gd name="connsiteX871" fmla="*/ 6202446 w 7467600"/>
              <a:gd name="connsiteY871" fmla="*/ 1752268 h 6858000"/>
              <a:gd name="connsiteX872" fmla="*/ 7179560 w 7467600"/>
              <a:gd name="connsiteY872" fmla="*/ 1467551 h 6858000"/>
              <a:gd name="connsiteX873" fmla="*/ 7158730 w 7467600"/>
              <a:gd name="connsiteY873" fmla="*/ 1507835 h 6858000"/>
              <a:gd name="connsiteX874" fmla="*/ 6326959 w 7467600"/>
              <a:gd name="connsiteY874" fmla="*/ 1817686 h 6858000"/>
              <a:gd name="connsiteX875" fmla="*/ 6537433 w 7467600"/>
              <a:gd name="connsiteY875" fmla="*/ 1907790 h 6858000"/>
              <a:gd name="connsiteX876" fmla="*/ 6550221 w 7467600"/>
              <a:gd name="connsiteY876" fmla="*/ 1910729 h 6858000"/>
              <a:gd name="connsiteX877" fmla="*/ 6964438 w 7467600"/>
              <a:gd name="connsiteY877" fmla="*/ 2209505 h 6858000"/>
              <a:gd name="connsiteX878" fmla="*/ 7367862 w 7467600"/>
              <a:gd name="connsiteY878" fmla="*/ 2806833 h 6858000"/>
              <a:gd name="connsiteX879" fmla="*/ 7364329 w 7467600"/>
              <a:gd name="connsiteY879" fmla="*/ 2826907 h 6858000"/>
              <a:gd name="connsiteX880" fmla="*/ 7290545 w 7467600"/>
              <a:gd name="connsiteY880" fmla="*/ 2850663 h 6858000"/>
              <a:gd name="connsiteX881" fmla="*/ 6472036 w 7467600"/>
              <a:gd name="connsiteY881" fmla="*/ 1959003 h 6858000"/>
              <a:gd name="connsiteX882" fmla="*/ 5792897 w 7467600"/>
              <a:gd name="connsiteY882" fmla="*/ 1647747 h 6858000"/>
              <a:gd name="connsiteX883" fmla="*/ 5842751 w 7467600"/>
              <a:gd name="connsiteY883" fmla="*/ 1816112 h 6858000"/>
              <a:gd name="connsiteX884" fmla="*/ 5847424 w 7467600"/>
              <a:gd name="connsiteY884" fmla="*/ 1815776 h 6858000"/>
              <a:gd name="connsiteX885" fmla="*/ 6399821 w 7467600"/>
              <a:gd name="connsiteY885" fmla="*/ 2344799 h 6858000"/>
              <a:gd name="connsiteX886" fmla="*/ 6323232 w 7467600"/>
              <a:gd name="connsiteY886" fmla="*/ 2389634 h 6858000"/>
              <a:gd name="connsiteX887" fmla="*/ 5942958 w 7467600"/>
              <a:gd name="connsiteY887" fmla="*/ 2077708 h 6858000"/>
              <a:gd name="connsiteX888" fmla="*/ 5921559 w 7467600"/>
              <a:gd name="connsiteY888" fmla="*/ 2378596 h 6858000"/>
              <a:gd name="connsiteX889" fmla="*/ 5817651 w 7467600"/>
              <a:gd name="connsiteY889" fmla="*/ 3023919 h 6858000"/>
              <a:gd name="connsiteX890" fmla="*/ 5729634 w 7467600"/>
              <a:gd name="connsiteY890" fmla="*/ 3051849 h 6858000"/>
              <a:gd name="connsiteX891" fmla="*/ 5611018 w 7467600"/>
              <a:gd name="connsiteY891" fmla="*/ 2316769 h 6858000"/>
              <a:gd name="connsiteX892" fmla="*/ 5687608 w 7467600"/>
              <a:gd name="connsiteY892" fmla="*/ 2039972 h 6858000"/>
              <a:gd name="connsiteX893" fmla="*/ 5657554 w 7467600"/>
              <a:gd name="connsiteY893" fmla="*/ 1576445 h 6858000"/>
              <a:gd name="connsiteX894" fmla="*/ 5150475 w 7467600"/>
              <a:gd name="connsiteY894" fmla="*/ 1274012 h 6858000"/>
              <a:gd name="connsiteX895" fmla="*/ 5349142 w 7467600"/>
              <a:gd name="connsiteY895" fmla="*/ 2204405 h 6858000"/>
              <a:gd name="connsiteX896" fmla="*/ 5262214 w 7467600"/>
              <a:gd name="connsiteY896" fmla="*/ 2233836 h 6858000"/>
              <a:gd name="connsiteX897" fmla="*/ 4981539 w 7467600"/>
              <a:gd name="connsiteY897" fmla="*/ 1542201 h 6858000"/>
              <a:gd name="connsiteX898" fmla="*/ 4958461 w 7467600"/>
              <a:gd name="connsiteY898" fmla="*/ 1136957 h 6858000"/>
              <a:gd name="connsiteX899" fmla="*/ 4655015 w 7467600"/>
              <a:gd name="connsiteY899" fmla="*/ 891426 h 6858000"/>
              <a:gd name="connsiteX900" fmla="*/ 4348002 w 7467600"/>
              <a:gd name="connsiteY900" fmla="*/ 2205895 h 6858000"/>
              <a:gd name="connsiteX901" fmla="*/ 4262250 w 7467600"/>
              <a:gd name="connsiteY901" fmla="*/ 2219972 h 6858000"/>
              <a:gd name="connsiteX902" fmla="*/ 4550611 w 7467600"/>
              <a:gd name="connsiteY902" fmla="*/ 817540 h 6858000"/>
              <a:gd name="connsiteX903" fmla="*/ 4564418 w 7467600"/>
              <a:gd name="connsiteY903" fmla="*/ 808293 h 6858000"/>
              <a:gd name="connsiteX904" fmla="*/ 4266388 w 7467600"/>
              <a:gd name="connsiteY904" fmla="*/ 500083 h 6858000"/>
              <a:gd name="connsiteX905" fmla="*/ 4032842 w 7467600"/>
              <a:gd name="connsiteY905" fmla="*/ 211809 h 6858000"/>
              <a:gd name="connsiteX906" fmla="*/ 3882765 w 7467600"/>
              <a:gd name="connsiteY906" fmla="*/ 0 h 6858000"/>
              <a:gd name="connsiteX907" fmla="*/ 3721337 w 7467600"/>
              <a:gd name="connsiteY907" fmla="*/ 0 h 6858000"/>
              <a:gd name="connsiteX908" fmla="*/ 3797544 w 7467600"/>
              <a:gd name="connsiteY908" fmla="*/ 0 h 6858000"/>
              <a:gd name="connsiteX909" fmla="*/ 3775734 w 7467600"/>
              <a:gd name="connsiteY909" fmla="*/ 95131 h 6858000"/>
              <a:gd name="connsiteX910" fmla="*/ 3724807 w 7467600"/>
              <a:gd name="connsiteY910" fmla="*/ 272257 h 6858000"/>
              <a:gd name="connsiteX911" fmla="*/ 3726844 w 7467600"/>
              <a:gd name="connsiteY911" fmla="*/ 282988 h 6858000"/>
              <a:gd name="connsiteX912" fmla="*/ 3742664 w 7467600"/>
              <a:gd name="connsiteY912" fmla="*/ 279918 h 6858000"/>
              <a:gd name="connsiteX913" fmla="*/ 4103910 w 7467600"/>
              <a:gd name="connsiteY913" fmla="*/ 1161917 h 6858000"/>
              <a:gd name="connsiteX914" fmla="*/ 4020269 w 7467600"/>
              <a:gd name="connsiteY914" fmla="*/ 1200406 h 6858000"/>
              <a:gd name="connsiteX915" fmla="*/ 3674882 w 7467600"/>
              <a:gd name="connsiteY915" fmla="*/ 488524 h 6858000"/>
              <a:gd name="connsiteX916" fmla="*/ 3132682 w 7467600"/>
              <a:gd name="connsiteY916" fmla="*/ 1072284 h 6858000"/>
              <a:gd name="connsiteX917" fmla="*/ 2716346 w 7467600"/>
              <a:gd name="connsiteY917" fmla="*/ 1276376 h 6858000"/>
              <a:gd name="connsiteX918" fmla="*/ 2716772 w 7467600"/>
              <a:gd name="connsiteY918" fmla="*/ 1255462 h 6858000"/>
              <a:gd name="connsiteX919" fmla="*/ 3471096 w 7467600"/>
              <a:gd name="connsiteY919" fmla="*/ 437072 h 6858000"/>
              <a:gd name="connsiteX920" fmla="*/ 3639057 w 7467600"/>
              <a:gd name="connsiteY920" fmla="*/ 286334 h 6858000"/>
              <a:gd name="connsiteX921" fmla="*/ 3640309 w 7467600"/>
              <a:gd name="connsiteY921" fmla="*/ 284664 h 6858000"/>
              <a:gd name="connsiteX922" fmla="*/ 3646022 w 7467600"/>
              <a:gd name="connsiteY922" fmla="*/ 276711 h 6858000"/>
              <a:gd name="connsiteX923" fmla="*/ 3707943 w 7467600"/>
              <a:gd name="connsiteY923" fmla="*/ 65958 h 6858000"/>
              <a:gd name="connsiteX924" fmla="*/ 3721337 w 7467600"/>
              <a:gd name="connsiteY924" fmla="*/ 0 h 6858000"/>
              <a:gd name="connsiteX925" fmla="*/ 2867960 w 7467600"/>
              <a:gd name="connsiteY925" fmla="*/ 0 h 6858000"/>
              <a:gd name="connsiteX926" fmla="*/ 2926351 w 7467600"/>
              <a:gd name="connsiteY926" fmla="*/ 0 h 6858000"/>
              <a:gd name="connsiteX927" fmla="*/ 2902823 w 7467600"/>
              <a:gd name="connsiteY927" fmla="*/ 262929 h 6858000"/>
              <a:gd name="connsiteX928" fmla="*/ 2940663 w 7467600"/>
              <a:gd name="connsiteY928" fmla="*/ 140884 h 6858000"/>
              <a:gd name="connsiteX929" fmla="*/ 2947039 w 7467600"/>
              <a:gd name="connsiteY929" fmla="*/ 122524 h 6858000"/>
              <a:gd name="connsiteX930" fmla="*/ 2984316 w 7467600"/>
              <a:gd name="connsiteY930" fmla="*/ 0 h 6858000"/>
              <a:gd name="connsiteX931" fmla="*/ 3016114 w 7467600"/>
              <a:gd name="connsiteY931" fmla="*/ 0 h 6858000"/>
              <a:gd name="connsiteX932" fmla="*/ 2979949 w 7467600"/>
              <a:gd name="connsiteY932" fmla="*/ 119274 h 6858000"/>
              <a:gd name="connsiteX933" fmla="*/ 3023879 w 7467600"/>
              <a:gd name="connsiteY933" fmla="*/ 0 h 6858000"/>
              <a:gd name="connsiteX934" fmla="*/ 3105400 w 7467600"/>
              <a:gd name="connsiteY934" fmla="*/ 0 h 6858000"/>
              <a:gd name="connsiteX935" fmla="*/ 3094669 w 7467600"/>
              <a:gd name="connsiteY935" fmla="*/ 30308 h 6858000"/>
              <a:gd name="connsiteX936" fmla="*/ 2901945 w 7467600"/>
              <a:gd name="connsiteY936" fmla="*/ 466538 h 6858000"/>
              <a:gd name="connsiteX937" fmla="*/ 2815209 w 7467600"/>
              <a:gd name="connsiteY937" fmla="*/ 497361 h 6858000"/>
              <a:gd name="connsiteX938" fmla="*/ 2844845 w 7467600"/>
              <a:gd name="connsiteY938" fmla="*/ 127638 h 6858000"/>
              <a:gd name="connsiteX939" fmla="*/ 2867960 w 7467600"/>
              <a:gd name="connsiteY939" fmla="*/ 0 h 6858000"/>
              <a:gd name="connsiteX940" fmla="*/ 1057230 w 7467600"/>
              <a:gd name="connsiteY940" fmla="*/ 0 h 6858000"/>
              <a:gd name="connsiteX941" fmla="*/ 1111003 w 7467600"/>
              <a:gd name="connsiteY941" fmla="*/ 0 h 6858000"/>
              <a:gd name="connsiteX942" fmla="*/ 1125553 w 7467600"/>
              <a:gd name="connsiteY942" fmla="*/ 52588 h 6858000"/>
              <a:gd name="connsiteX943" fmla="*/ 1304276 w 7467600"/>
              <a:gd name="connsiteY943" fmla="*/ 476275 h 6858000"/>
              <a:gd name="connsiteX944" fmla="*/ 1492066 w 7467600"/>
              <a:gd name="connsiteY944" fmla="*/ 886333 h 6858000"/>
              <a:gd name="connsiteX945" fmla="*/ 1423698 w 7467600"/>
              <a:gd name="connsiteY945" fmla="*/ 710817 h 6858000"/>
              <a:gd name="connsiteX946" fmla="*/ 1357609 w 7467600"/>
              <a:gd name="connsiteY946" fmla="*/ 532892 h 6858000"/>
              <a:gd name="connsiteX947" fmla="*/ 1309550 w 7467600"/>
              <a:gd name="connsiteY947" fmla="*/ 374031 h 6858000"/>
              <a:gd name="connsiteX948" fmla="*/ 1193673 w 7467600"/>
              <a:gd name="connsiteY948" fmla="*/ 49533 h 6858000"/>
              <a:gd name="connsiteX949" fmla="*/ 1164391 w 7467600"/>
              <a:gd name="connsiteY949" fmla="*/ 0 h 6858000"/>
              <a:gd name="connsiteX950" fmla="*/ 1200666 w 7467600"/>
              <a:gd name="connsiteY950" fmla="*/ 0 h 6858000"/>
              <a:gd name="connsiteX951" fmla="*/ 1223408 w 7467600"/>
              <a:gd name="connsiteY951" fmla="*/ 38996 h 6858000"/>
              <a:gd name="connsiteX952" fmla="*/ 1339635 w 7467600"/>
              <a:gd name="connsiteY952" fmla="*/ 365517 h 6858000"/>
              <a:gd name="connsiteX953" fmla="*/ 1387469 w 7467600"/>
              <a:gd name="connsiteY953" fmla="*/ 523079 h 6858000"/>
              <a:gd name="connsiteX954" fmla="*/ 1452685 w 7467600"/>
              <a:gd name="connsiteY954" fmla="*/ 699806 h 6858000"/>
              <a:gd name="connsiteX955" fmla="*/ 1492092 w 7467600"/>
              <a:gd name="connsiteY955" fmla="*/ 800424 h 6858000"/>
              <a:gd name="connsiteX956" fmla="*/ 1455302 w 7467600"/>
              <a:gd name="connsiteY956" fmla="*/ 632913 h 6858000"/>
              <a:gd name="connsiteX957" fmla="*/ 1222336 w 7467600"/>
              <a:gd name="connsiteY957" fmla="*/ 9480 h 6858000"/>
              <a:gd name="connsiteX958" fmla="*/ 1214634 w 7467600"/>
              <a:gd name="connsiteY958" fmla="*/ 0 h 6858000"/>
              <a:gd name="connsiteX959" fmla="*/ 1289827 w 7467600"/>
              <a:gd name="connsiteY959" fmla="*/ 0 h 6858000"/>
              <a:gd name="connsiteX960" fmla="*/ 1321076 w 7467600"/>
              <a:gd name="connsiteY960" fmla="*/ 59722 h 6858000"/>
              <a:gd name="connsiteX961" fmla="*/ 1512579 w 7467600"/>
              <a:gd name="connsiteY961" fmla="*/ 626441 h 6858000"/>
              <a:gd name="connsiteX962" fmla="*/ 1506076 w 7467600"/>
              <a:gd name="connsiteY962" fmla="*/ 1089289 h 6858000"/>
              <a:gd name="connsiteX963" fmla="*/ 1486346 w 7467600"/>
              <a:gd name="connsiteY963" fmla="*/ 1079919 h 6858000"/>
              <a:gd name="connsiteX964" fmla="*/ 1070511 w 7467600"/>
              <a:gd name="connsiteY964" fmla="*/ 48609 h 6858000"/>
              <a:gd name="connsiteX965" fmla="*/ 1057230 w 7467600"/>
              <a:gd name="connsiteY965" fmla="*/ 0 h 6858000"/>
              <a:gd name="connsiteX966" fmla="*/ 43151 w 7467600"/>
              <a:gd name="connsiteY966" fmla="*/ 0 h 6858000"/>
              <a:gd name="connsiteX967" fmla="*/ 95283 w 7467600"/>
              <a:gd name="connsiteY967" fmla="*/ 0 h 6858000"/>
              <a:gd name="connsiteX968" fmla="*/ 300708 w 7467600"/>
              <a:gd name="connsiteY968" fmla="*/ 154571 h 6858000"/>
              <a:gd name="connsiteX969" fmla="*/ 530414 w 7467600"/>
              <a:gd name="connsiteY969" fmla="*/ 354673 h 6858000"/>
              <a:gd name="connsiteX970" fmla="*/ 333785 w 7467600"/>
              <a:gd name="connsiteY970" fmla="*/ 161564 h 6858000"/>
              <a:gd name="connsiteX971" fmla="*/ 147005 w 7467600"/>
              <a:gd name="connsiteY971" fmla="*/ 0 h 6858000"/>
              <a:gd name="connsiteX972" fmla="*/ 272509 w 7467600"/>
              <a:gd name="connsiteY972" fmla="*/ 0 h 6858000"/>
              <a:gd name="connsiteX973" fmla="*/ 326276 w 7467600"/>
              <a:gd name="connsiteY973" fmla="*/ 45847 h 6858000"/>
              <a:gd name="connsiteX974" fmla="*/ 823759 w 7467600"/>
              <a:gd name="connsiteY974" fmla="*/ 574145 h 6858000"/>
              <a:gd name="connsiteX975" fmla="*/ 811254 w 7467600"/>
              <a:gd name="connsiteY975" fmla="*/ 665546 h 6858000"/>
              <a:gd name="connsiteX976" fmla="*/ 154042 w 7467600"/>
              <a:gd name="connsiteY976" fmla="*/ 261522 h 6858000"/>
              <a:gd name="connsiteX977" fmla="*/ 13550 w 7467600"/>
              <a:gd name="connsiteY977" fmla="*/ 158423 h 6858000"/>
              <a:gd name="connsiteX978" fmla="*/ 0 w 7467600"/>
              <a:gd name="connsiteY978" fmla="*/ 146618 h 6858000"/>
              <a:gd name="connsiteX979" fmla="*/ 0 w 7467600"/>
              <a:gd name="connsiteY979" fmla="*/ 59161 h 6858000"/>
              <a:gd name="connsiteX980" fmla="*/ 45427 w 7467600"/>
              <a:gd name="connsiteY980" fmla="*/ 101078 h 6858000"/>
              <a:gd name="connsiteX981" fmla="*/ 630103 w 7467600"/>
              <a:gd name="connsiteY981" fmla="*/ 485885 h 6858000"/>
              <a:gd name="connsiteX982" fmla="*/ 532040 w 7467600"/>
              <a:gd name="connsiteY982" fmla="*/ 399359 h 6858000"/>
              <a:gd name="connsiteX983" fmla="*/ 517618 w 7467600"/>
              <a:gd name="connsiteY983" fmla="*/ 385726 h 6858000"/>
              <a:gd name="connsiteX984" fmla="*/ 285074 w 7467600"/>
              <a:gd name="connsiteY984" fmla="*/ 182755 h 6858000"/>
              <a:gd name="connsiteX985" fmla="*/ 43151 w 7467600"/>
              <a:gd name="connsiteY98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1903353 w 7467600"/>
              <a:gd name="connsiteY127" fmla="*/ 5044827 h 6858000"/>
              <a:gd name="connsiteX128" fmla="*/ 1936931 w 7467600"/>
              <a:gd name="connsiteY128" fmla="*/ 5093954 h 6858000"/>
              <a:gd name="connsiteX129" fmla="*/ 2195868 w 7467600"/>
              <a:gd name="connsiteY129" fmla="*/ 5396574 h 6858000"/>
              <a:gd name="connsiteX130" fmla="*/ 2088852 w 7467600"/>
              <a:gd name="connsiteY130" fmla="*/ 5166123 h 6858000"/>
              <a:gd name="connsiteX131" fmla="*/ 1958241 w 7467600"/>
              <a:gd name="connsiteY131" fmla="*/ 5067955 h 6858000"/>
              <a:gd name="connsiteX132" fmla="*/ 1903353 w 7467600"/>
              <a:gd name="connsiteY132" fmla="*/ 5044827 h 6858000"/>
              <a:gd name="connsiteX133" fmla="*/ 1979378 w 7467600"/>
              <a:gd name="connsiteY133" fmla="*/ 4769504 h 6858000"/>
              <a:gd name="connsiteX134" fmla="*/ 2882120 w 7467600"/>
              <a:gd name="connsiteY134" fmla="*/ 5064547 h 6858000"/>
              <a:gd name="connsiteX135" fmla="*/ 2793103 w 7467600"/>
              <a:gd name="connsiteY135" fmla="*/ 5039699 h 6858000"/>
              <a:gd name="connsiteX136" fmla="*/ 2770041 w 7467600"/>
              <a:gd name="connsiteY136" fmla="*/ 5033634 h 6858000"/>
              <a:gd name="connsiteX137" fmla="*/ 1979378 w 7467600"/>
              <a:gd name="connsiteY137" fmla="*/ 4769504 h 6858000"/>
              <a:gd name="connsiteX138" fmla="*/ 1927410 w 7467600"/>
              <a:gd name="connsiteY138" fmla="*/ 4716164 h 6858000"/>
              <a:gd name="connsiteX139" fmla="*/ 1959587 w 7467600"/>
              <a:gd name="connsiteY139" fmla="*/ 4728849 h 6858000"/>
              <a:gd name="connsiteX140" fmla="*/ 2777707 w 7467600"/>
              <a:gd name="connsiteY140" fmla="*/ 5003991 h 6858000"/>
              <a:gd name="connsiteX141" fmla="*/ 2800768 w 7467600"/>
              <a:gd name="connsiteY141" fmla="*/ 5010056 h 6858000"/>
              <a:gd name="connsiteX142" fmla="*/ 2879408 w 7467600"/>
              <a:gd name="connsiteY142" fmla="*/ 5031590 h 6858000"/>
              <a:gd name="connsiteX143" fmla="*/ 2862295 w 7467600"/>
              <a:gd name="connsiteY143" fmla="*/ 5022958 h 6858000"/>
              <a:gd name="connsiteX144" fmla="*/ 2813343 w 7467600"/>
              <a:gd name="connsiteY144" fmla="*/ 4998369 h 6858000"/>
              <a:gd name="connsiteX145" fmla="*/ 2646245 w 7467600"/>
              <a:gd name="connsiteY145" fmla="*/ 4930999 h 6858000"/>
              <a:gd name="connsiteX146" fmla="*/ 1999243 w 7467600"/>
              <a:gd name="connsiteY146" fmla="*/ 4730524 h 6858000"/>
              <a:gd name="connsiteX147" fmla="*/ 1979527 w 7467600"/>
              <a:gd name="connsiteY147" fmla="*/ 4726651 h 6858000"/>
              <a:gd name="connsiteX148" fmla="*/ 1927410 w 7467600"/>
              <a:gd name="connsiteY148" fmla="*/ 4716164 h 6858000"/>
              <a:gd name="connsiteX149" fmla="*/ 1997014 w 7467600"/>
              <a:gd name="connsiteY149" fmla="*/ 4698007 h 6858000"/>
              <a:gd name="connsiteX150" fmla="*/ 2005458 w 7467600"/>
              <a:gd name="connsiteY150" fmla="*/ 4699540 h 6858000"/>
              <a:gd name="connsiteX151" fmla="*/ 2657186 w 7467600"/>
              <a:gd name="connsiteY151" fmla="*/ 4901687 h 6858000"/>
              <a:gd name="connsiteX152" fmla="*/ 2826662 w 7467600"/>
              <a:gd name="connsiteY152" fmla="*/ 4970362 h 6858000"/>
              <a:gd name="connsiteX153" fmla="*/ 2876100 w 7467600"/>
              <a:gd name="connsiteY153" fmla="*/ 4995397 h 6858000"/>
              <a:gd name="connsiteX154" fmla="*/ 3042600 w 7467600"/>
              <a:gd name="connsiteY154" fmla="*/ 5059532 h 6858000"/>
              <a:gd name="connsiteX155" fmla="*/ 1997014 w 7467600"/>
              <a:gd name="connsiteY155" fmla="*/ 4698007 h 6858000"/>
              <a:gd name="connsiteX156" fmla="*/ 2305292 w 7467600"/>
              <a:gd name="connsiteY156" fmla="*/ 4219492 h 6858000"/>
              <a:gd name="connsiteX157" fmla="*/ 3360922 w 7467600"/>
              <a:gd name="connsiteY157" fmla="*/ 4529373 h 6858000"/>
              <a:gd name="connsiteX158" fmla="*/ 3492420 w 7467600"/>
              <a:gd name="connsiteY158" fmla="*/ 4510145 h 6858000"/>
              <a:gd name="connsiteX159" fmla="*/ 3364086 w 7467600"/>
              <a:gd name="connsiteY159" fmla="*/ 4480340 h 6858000"/>
              <a:gd name="connsiteX160" fmla="*/ 3225818 w 7467600"/>
              <a:gd name="connsiteY160" fmla="*/ 4411822 h 6858000"/>
              <a:gd name="connsiteX161" fmla="*/ 3129696 w 7467600"/>
              <a:gd name="connsiteY161" fmla="*/ 4360704 h 6858000"/>
              <a:gd name="connsiteX162" fmla="*/ 2814545 w 7467600"/>
              <a:gd name="connsiteY162" fmla="*/ 4282955 h 6858000"/>
              <a:gd name="connsiteX163" fmla="*/ 2305292 w 7467600"/>
              <a:gd name="connsiteY163" fmla="*/ 4219492 h 6858000"/>
              <a:gd name="connsiteX164" fmla="*/ 2626982 w 7467600"/>
              <a:gd name="connsiteY164" fmla="*/ 4206450 h 6858000"/>
              <a:gd name="connsiteX165" fmla="*/ 2490617 w 7467600"/>
              <a:gd name="connsiteY165" fmla="*/ 4206951 h 6858000"/>
              <a:gd name="connsiteX166" fmla="*/ 2819869 w 7467600"/>
              <a:gd name="connsiteY166" fmla="*/ 4252936 h 6858000"/>
              <a:gd name="connsiteX167" fmla="*/ 3143018 w 7467600"/>
              <a:gd name="connsiteY167" fmla="*/ 4332698 h 6858000"/>
              <a:gd name="connsiteX168" fmla="*/ 3241520 w 7467600"/>
              <a:gd name="connsiteY168" fmla="*/ 4385112 h 6858000"/>
              <a:gd name="connsiteX169" fmla="*/ 3374575 w 7467600"/>
              <a:gd name="connsiteY169" fmla="*/ 4451517 h 6858000"/>
              <a:gd name="connsiteX170" fmla="*/ 3505221 w 7467600"/>
              <a:gd name="connsiteY170" fmla="*/ 4480757 h 6858000"/>
              <a:gd name="connsiteX171" fmla="*/ 2626982 w 7467600"/>
              <a:gd name="connsiteY171" fmla="*/ 4206450 h 6858000"/>
              <a:gd name="connsiteX172" fmla="*/ 1310106 w 7467600"/>
              <a:gd name="connsiteY172" fmla="*/ 3943217 h 6858000"/>
              <a:gd name="connsiteX173" fmla="*/ 854994 w 7467600"/>
              <a:gd name="connsiteY173" fmla="*/ 4399136 h 6858000"/>
              <a:gd name="connsiteX174" fmla="*/ 742462 w 7467600"/>
              <a:gd name="connsiteY174" fmla="*/ 4594648 h 6858000"/>
              <a:gd name="connsiteX175" fmla="*/ 820602 w 7467600"/>
              <a:gd name="connsiteY175" fmla="*/ 4485915 h 6858000"/>
              <a:gd name="connsiteX176" fmla="*/ 878295 w 7467600"/>
              <a:gd name="connsiteY176" fmla="*/ 4403594 h 6858000"/>
              <a:gd name="connsiteX177" fmla="*/ 1240607 w 7467600"/>
              <a:gd name="connsiteY177" fmla="*/ 4010401 h 6858000"/>
              <a:gd name="connsiteX178" fmla="*/ 1310106 w 7467600"/>
              <a:gd name="connsiteY178" fmla="*/ 3943217 h 6858000"/>
              <a:gd name="connsiteX179" fmla="*/ 1423113 w 7467600"/>
              <a:gd name="connsiteY179" fmla="*/ 3874565 h 6858000"/>
              <a:gd name="connsiteX180" fmla="*/ 1260565 w 7467600"/>
              <a:gd name="connsiteY180" fmla="*/ 4031982 h 6858000"/>
              <a:gd name="connsiteX181" fmla="*/ 901900 w 7467600"/>
              <a:gd name="connsiteY181" fmla="*/ 4421236 h 6858000"/>
              <a:gd name="connsiteX182" fmla="*/ 845044 w 7467600"/>
              <a:gd name="connsiteY182" fmla="*/ 4502436 h 6858000"/>
              <a:gd name="connsiteX183" fmla="*/ 685926 w 7467600"/>
              <a:gd name="connsiteY183" fmla="*/ 4703069 h 6858000"/>
              <a:gd name="connsiteX184" fmla="*/ 684248 w 7467600"/>
              <a:gd name="connsiteY184" fmla="*/ 4706721 h 6858000"/>
              <a:gd name="connsiteX185" fmla="*/ 1423113 w 7467600"/>
              <a:gd name="connsiteY185" fmla="*/ 3874565 h 6858000"/>
              <a:gd name="connsiteX186" fmla="*/ 3316479 w 7467600"/>
              <a:gd name="connsiteY186" fmla="*/ 3872136 h 6858000"/>
              <a:gd name="connsiteX187" fmla="*/ 3546806 w 7467600"/>
              <a:gd name="connsiteY187" fmla="*/ 4356139 h 6858000"/>
              <a:gd name="connsiteX188" fmla="*/ 3364433 w 7467600"/>
              <a:gd name="connsiteY188" fmla="*/ 3953121 h 6858000"/>
              <a:gd name="connsiteX189" fmla="*/ 3316479 w 7467600"/>
              <a:gd name="connsiteY189" fmla="*/ 3872136 h 6858000"/>
              <a:gd name="connsiteX190" fmla="*/ 3291335 w 7467600"/>
              <a:gd name="connsiteY190" fmla="*/ 3767420 h 6858000"/>
              <a:gd name="connsiteX191" fmla="*/ 3390805 w 7467600"/>
              <a:gd name="connsiteY191" fmla="*/ 3937163 h 6858000"/>
              <a:gd name="connsiteX192" fmla="*/ 3579062 w 7467600"/>
              <a:gd name="connsiteY192" fmla="*/ 4359040 h 6858000"/>
              <a:gd name="connsiteX193" fmla="*/ 3467355 w 7467600"/>
              <a:gd name="connsiteY193" fmla="*/ 3988130 h 6858000"/>
              <a:gd name="connsiteX194" fmla="*/ 3310753 w 7467600"/>
              <a:gd name="connsiteY194" fmla="*/ 3787140 h 6858000"/>
              <a:gd name="connsiteX195" fmla="*/ 3291335 w 7467600"/>
              <a:gd name="connsiteY195" fmla="*/ 3767420 h 6858000"/>
              <a:gd name="connsiteX196" fmla="*/ 1635889 w 7467600"/>
              <a:gd name="connsiteY196" fmla="*/ 3709494 h 6858000"/>
              <a:gd name="connsiteX197" fmla="*/ 1634800 w 7467600"/>
              <a:gd name="connsiteY197" fmla="*/ 3731111 h 6858000"/>
              <a:gd name="connsiteX198" fmla="*/ 1635889 w 7467600"/>
              <a:gd name="connsiteY198" fmla="*/ 3709494 h 6858000"/>
              <a:gd name="connsiteX199" fmla="*/ 1510397 w 7467600"/>
              <a:gd name="connsiteY199" fmla="*/ 3684705 h 6858000"/>
              <a:gd name="connsiteX200" fmla="*/ 1146550 w 7467600"/>
              <a:gd name="connsiteY200" fmla="*/ 3802012 h 6858000"/>
              <a:gd name="connsiteX201" fmla="*/ 698834 w 7467600"/>
              <a:gd name="connsiteY201" fmla="*/ 3952272 h 6858000"/>
              <a:gd name="connsiteX202" fmla="*/ 34256 w 7467600"/>
              <a:gd name="connsiteY202" fmla="*/ 4347603 h 6858000"/>
              <a:gd name="connsiteX203" fmla="*/ 527241 w 7467600"/>
              <a:gd name="connsiteY203" fmla="*/ 4065078 h 6858000"/>
              <a:gd name="connsiteX204" fmla="*/ 1510397 w 7467600"/>
              <a:gd name="connsiteY204" fmla="*/ 3684705 h 6858000"/>
              <a:gd name="connsiteX205" fmla="*/ 1313114 w 7467600"/>
              <a:gd name="connsiteY205" fmla="*/ 3655216 h 6858000"/>
              <a:gd name="connsiteX206" fmla="*/ 1109304 w 7467600"/>
              <a:gd name="connsiteY206" fmla="*/ 3669030 h 6858000"/>
              <a:gd name="connsiteX207" fmla="*/ 8129 w 7467600"/>
              <a:gd name="connsiteY207" fmla="*/ 4330519 h 6858000"/>
              <a:gd name="connsiteX208" fmla="*/ 687572 w 7467600"/>
              <a:gd name="connsiteY208" fmla="*/ 3925629 h 6858000"/>
              <a:gd name="connsiteX209" fmla="*/ 1138365 w 7467600"/>
              <a:gd name="connsiteY209" fmla="*/ 3774515 h 6858000"/>
              <a:gd name="connsiteX210" fmla="*/ 1505579 w 7467600"/>
              <a:gd name="connsiteY210" fmla="*/ 3655526 h 6858000"/>
              <a:gd name="connsiteX211" fmla="*/ 1313114 w 7467600"/>
              <a:gd name="connsiteY211" fmla="*/ 3655216 h 6858000"/>
              <a:gd name="connsiteX212" fmla="*/ 3655073 w 7467600"/>
              <a:gd name="connsiteY212" fmla="*/ 3650884 h 6858000"/>
              <a:gd name="connsiteX213" fmla="*/ 3989938 w 7467600"/>
              <a:gd name="connsiteY213" fmla="*/ 3991685 h 6858000"/>
              <a:gd name="connsiteX214" fmla="*/ 4393907 w 7467600"/>
              <a:gd name="connsiteY214" fmla="*/ 4261258 h 6858000"/>
              <a:gd name="connsiteX215" fmla="*/ 4648051 w 7467600"/>
              <a:gd name="connsiteY215" fmla="*/ 4374051 h 6858000"/>
              <a:gd name="connsiteX216" fmla="*/ 4383389 w 7467600"/>
              <a:gd name="connsiteY216" fmla="*/ 4184369 h 6858000"/>
              <a:gd name="connsiteX217" fmla="*/ 4165508 w 7467600"/>
              <a:gd name="connsiteY217" fmla="*/ 4035196 h 6858000"/>
              <a:gd name="connsiteX218" fmla="*/ 4068162 w 7467600"/>
              <a:gd name="connsiteY218" fmla="*/ 3953394 h 6858000"/>
              <a:gd name="connsiteX219" fmla="*/ 3981416 w 7467600"/>
              <a:gd name="connsiteY219" fmla="*/ 3880482 h 6858000"/>
              <a:gd name="connsiteX220" fmla="*/ 3800147 w 7467600"/>
              <a:gd name="connsiteY220" fmla="*/ 3749872 h 6858000"/>
              <a:gd name="connsiteX221" fmla="*/ 3655073 w 7467600"/>
              <a:gd name="connsiteY221" fmla="*/ 3650884 h 6858000"/>
              <a:gd name="connsiteX222" fmla="*/ 3670252 w 7467600"/>
              <a:gd name="connsiteY222" fmla="*/ 3622798 h 6858000"/>
              <a:gd name="connsiteX223" fmla="*/ 3817258 w 7467600"/>
              <a:gd name="connsiteY223" fmla="*/ 3723577 h 6858000"/>
              <a:gd name="connsiteX224" fmla="*/ 4000461 w 7467600"/>
              <a:gd name="connsiteY224" fmla="*/ 3855966 h 6858000"/>
              <a:gd name="connsiteX225" fmla="*/ 4088180 w 7467600"/>
              <a:gd name="connsiteY225" fmla="*/ 3929774 h 6858000"/>
              <a:gd name="connsiteX226" fmla="*/ 4184555 w 7467600"/>
              <a:gd name="connsiteY226" fmla="*/ 4010683 h 6858000"/>
              <a:gd name="connsiteX227" fmla="*/ 4399563 w 7467600"/>
              <a:gd name="connsiteY227" fmla="*/ 4158106 h 6858000"/>
              <a:gd name="connsiteX228" fmla="*/ 4684469 w 7467600"/>
              <a:gd name="connsiteY228" fmla="*/ 4364680 h 6858000"/>
              <a:gd name="connsiteX229" fmla="*/ 4690271 w 7467600"/>
              <a:gd name="connsiteY229" fmla="*/ 4370034 h 6858000"/>
              <a:gd name="connsiteX230" fmla="*/ 4136093 w 7467600"/>
              <a:gd name="connsiteY230" fmla="*/ 3858466 h 6858000"/>
              <a:gd name="connsiteX231" fmla="*/ 3670252 w 7467600"/>
              <a:gd name="connsiteY231" fmla="*/ 3622798 h 6858000"/>
              <a:gd name="connsiteX232" fmla="*/ 4440129 w 7467600"/>
              <a:gd name="connsiteY232" fmla="*/ 3448571 h 6858000"/>
              <a:gd name="connsiteX233" fmla="*/ 4856525 w 7467600"/>
              <a:gd name="connsiteY233" fmla="*/ 3915351 h 6858000"/>
              <a:gd name="connsiteX234" fmla="*/ 5059055 w 7467600"/>
              <a:gd name="connsiteY234" fmla="*/ 4108918 h 6858000"/>
              <a:gd name="connsiteX235" fmla="*/ 5290070 w 7467600"/>
              <a:gd name="connsiteY235" fmla="*/ 4263619 h 6858000"/>
              <a:gd name="connsiteX236" fmla="*/ 4834991 w 7467600"/>
              <a:gd name="connsiteY236" fmla="*/ 3830985 h 6858000"/>
              <a:gd name="connsiteX237" fmla="*/ 4440129 w 7467600"/>
              <a:gd name="connsiteY237" fmla="*/ 3448571 h 6858000"/>
              <a:gd name="connsiteX238" fmla="*/ 4441737 w 7467600"/>
              <a:gd name="connsiteY238" fmla="*/ 3399734 h 6858000"/>
              <a:gd name="connsiteX239" fmla="*/ 4431236 w 7467600"/>
              <a:gd name="connsiteY239" fmla="*/ 3400954 h 6858000"/>
              <a:gd name="connsiteX240" fmla="*/ 4557150 w 7467600"/>
              <a:gd name="connsiteY240" fmla="*/ 3510023 h 6858000"/>
              <a:gd name="connsiteX241" fmla="*/ 4856936 w 7467600"/>
              <a:gd name="connsiteY241" fmla="*/ 3809146 h 6858000"/>
              <a:gd name="connsiteX242" fmla="*/ 5111996 w 7467600"/>
              <a:gd name="connsiteY242" fmla="*/ 4065759 h 6858000"/>
              <a:gd name="connsiteX243" fmla="*/ 5388878 w 7467600"/>
              <a:gd name="connsiteY243" fmla="*/ 4300185 h 6858000"/>
              <a:gd name="connsiteX244" fmla="*/ 5425556 w 7467600"/>
              <a:gd name="connsiteY244" fmla="*/ 4308967 h 6858000"/>
              <a:gd name="connsiteX245" fmla="*/ 4943646 w 7467600"/>
              <a:gd name="connsiteY245" fmla="*/ 3822916 h 6858000"/>
              <a:gd name="connsiteX246" fmla="*/ 4594837 w 7467600"/>
              <a:gd name="connsiteY246" fmla="*/ 3532274 h 6858000"/>
              <a:gd name="connsiteX247" fmla="*/ 4441737 w 7467600"/>
              <a:gd name="connsiteY247" fmla="*/ 3399734 h 6858000"/>
              <a:gd name="connsiteX248" fmla="*/ 5425834 w 7467600"/>
              <a:gd name="connsiteY248" fmla="*/ 3162785 h 6858000"/>
              <a:gd name="connsiteX249" fmla="*/ 5401644 w 7467600"/>
              <a:gd name="connsiteY249" fmla="*/ 3617847 h 6858000"/>
              <a:gd name="connsiteX250" fmla="*/ 5467256 w 7467600"/>
              <a:gd name="connsiteY250" fmla="*/ 4175494 h 6858000"/>
              <a:gd name="connsiteX251" fmla="*/ 5448069 w 7467600"/>
              <a:gd name="connsiteY251" fmla="*/ 3567554 h 6858000"/>
              <a:gd name="connsiteX252" fmla="*/ 5425834 w 7467600"/>
              <a:gd name="connsiteY252" fmla="*/ 3162785 h 6858000"/>
              <a:gd name="connsiteX253" fmla="*/ 1318687 w 7467600"/>
              <a:gd name="connsiteY253" fmla="*/ 3113840 h 6858000"/>
              <a:gd name="connsiteX254" fmla="*/ 1066793 w 7467600"/>
              <a:gd name="connsiteY254" fmla="*/ 3212171 h 6858000"/>
              <a:gd name="connsiteX255" fmla="*/ 993319 w 7467600"/>
              <a:gd name="connsiteY255" fmla="*/ 3247648 h 6858000"/>
              <a:gd name="connsiteX256" fmla="*/ 853081 w 7467600"/>
              <a:gd name="connsiteY256" fmla="*/ 3312410 h 6858000"/>
              <a:gd name="connsiteX257" fmla="*/ 805957 w 7467600"/>
              <a:gd name="connsiteY257" fmla="*/ 3330443 h 6858000"/>
              <a:gd name="connsiteX258" fmla="*/ 1318687 w 7467600"/>
              <a:gd name="connsiteY258" fmla="*/ 3113840 h 6858000"/>
              <a:gd name="connsiteX259" fmla="*/ 5453702 w 7467600"/>
              <a:gd name="connsiteY259" fmla="*/ 3090882 h 6858000"/>
              <a:gd name="connsiteX260" fmla="*/ 5480135 w 7467600"/>
              <a:gd name="connsiteY260" fmla="*/ 3565802 h 6858000"/>
              <a:gd name="connsiteX261" fmla="*/ 5499023 w 7467600"/>
              <a:gd name="connsiteY261" fmla="*/ 4166310 h 6858000"/>
              <a:gd name="connsiteX262" fmla="*/ 5547022 w 7467600"/>
              <a:gd name="connsiteY262" fmla="*/ 3607838 h 6858000"/>
              <a:gd name="connsiteX263" fmla="*/ 5515964 w 7467600"/>
              <a:gd name="connsiteY263" fmla="*/ 3378541 h 6858000"/>
              <a:gd name="connsiteX264" fmla="*/ 5453702 w 7467600"/>
              <a:gd name="connsiteY264" fmla="*/ 3090882 h 6858000"/>
              <a:gd name="connsiteX265" fmla="*/ 1238695 w 7467600"/>
              <a:gd name="connsiteY265" fmla="*/ 3076820 h 6858000"/>
              <a:gd name="connsiteX266" fmla="*/ 716371 w 7467600"/>
              <a:gd name="connsiteY266" fmla="*/ 3293249 h 6858000"/>
              <a:gd name="connsiteX267" fmla="*/ 579522 w 7467600"/>
              <a:gd name="connsiteY267" fmla="*/ 3371759 h 6858000"/>
              <a:gd name="connsiteX268" fmla="*/ 600288 w 7467600"/>
              <a:gd name="connsiteY268" fmla="*/ 3365555 h 6858000"/>
              <a:gd name="connsiteX269" fmla="*/ 840692 w 7467600"/>
              <a:gd name="connsiteY269" fmla="*/ 3284921 h 6858000"/>
              <a:gd name="connsiteX270" fmla="*/ 979248 w 7467600"/>
              <a:gd name="connsiteY270" fmla="*/ 3221003 h 6858000"/>
              <a:gd name="connsiteX271" fmla="*/ 1053282 w 7467600"/>
              <a:gd name="connsiteY271" fmla="*/ 3185247 h 6858000"/>
              <a:gd name="connsiteX272" fmla="*/ 1320603 w 7467600"/>
              <a:gd name="connsiteY272" fmla="*/ 3081281 h 6858000"/>
              <a:gd name="connsiteX273" fmla="*/ 1238695 w 7467600"/>
              <a:gd name="connsiteY273" fmla="*/ 3076820 h 6858000"/>
              <a:gd name="connsiteX274" fmla="*/ 5425627 w 7467600"/>
              <a:gd name="connsiteY274" fmla="*/ 2954192 h 6858000"/>
              <a:gd name="connsiteX275" fmla="*/ 5470770 w 7467600"/>
              <a:gd name="connsiteY275" fmla="*/ 3005435 h 6858000"/>
              <a:gd name="connsiteX276" fmla="*/ 5519779 w 7467600"/>
              <a:gd name="connsiteY276" fmla="*/ 4359223 h 6858000"/>
              <a:gd name="connsiteX277" fmla="*/ 5520293 w 7467600"/>
              <a:gd name="connsiteY277" fmla="*/ 4360602 h 6858000"/>
              <a:gd name="connsiteX278" fmla="*/ 5767221 w 7467600"/>
              <a:gd name="connsiteY278" fmla="*/ 4665564 h 6858000"/>
              <a:gd name="connsiteX279" fmla="*/ 6937169 w 7467600"/>
              <a:gd name="connsiteY279" fmla="*/ 4815941 h 6858000"/>
              <a:gd name="connsiteX280" fmla="*/ 6953922 w 7467600"/>
              <a:gd name="connsiteY280" fmla="*/ 4890068 h 6858000"/>
              <a:gd name="connsiteX281" fmla="*/ 6071359 w 7467600"/>
              <a:gd name="connsiteY281" fmla="*/ 4770770 h 6858000"/>
              <a:gd name="connsiteX282" fmla="*/ 6038839 w 7467600"/>
              <a:gd name="connsiteY282" fmla="*/ 4764474 h 6858000"/>
              <a:gd name="connsiteX283" fmla="*/ 6038706 w 7467600"/>
              <a:gd name="connsiteY283" fmla="*/ 4763847 h 6858000"/>
              <a:gd name="connsiteX284" fmla="*/ 6037784 w 7467600"/>
              <a:gd name="connsiteY284" fmla="*/ 4764270 h 6858000"/>
              <a:gd name="connsiteX285" fmla="*/ 6038839 w 7467600"/>
              <a:gd name="connsiteY285" fmla="*/ 4764474 h 6858000"/>
              <a:gd name="connsiteX286" fmla="*/ 6040338 w 7467600"/>
              <a:gd name="connsiteY286" fmla="*/ 4771418 h 6858000"/>
              <a:gd name="connsiteX287" fmla="*/ 6024488 w 7467600"/>
              <a:gd name="connsiteY287" fmla="*/ 4809903 h 6858000"/>
              <a:gd name="connsiteX288" fmla="*/ 5599771 w 7467600"/>
              <a:gd name="connsiteY288" fmla="*/ 5509652 h 6858000"/>
              <a:gd name="connsiteX289" fmla="*/ 5548843 w 7467600"/>
              <a:gd name="connsiteY289" fmla="*/ 5563845 h 6858000"/>
              <a:gd name="connsiteX290" fmla="*/ 5940952 w 7467600"/>
              <a:gd name="connsiteY290" fmla="*/ 6250028 h 6858000"/>
              <a:gd name="connsiteX291" fmla="*/ 6043441 w 7467600"/>
              <a:gd name="connsiteY291" fmla="*/ 6665847 h 6858000"/>
              <a:gd name="connsiteX292" fmla="*/ 6093432 w 7467600"/>
              <a:gd name="connsiteY292" fmla="*/ 6858000 h 6858000"/>
              <a:gd name="connsiteX293" fmla="*/ 6034344 w 7467600"/>
              <a:gd name="connsiteY293" fmla="*/ 6858000 h 6858000"/>
              <a:gd name="connsiteX294" fmla="*/ 6026679 w 7467600"/>
              <a:gd name="connsiteY294" fmla="*/ 6836959 h 6858000"/>
              <a:gd name="connsiteX295" fmla="*/ 5800441 w 7467600"/>
              <a:gd name="connsiteY295" fmla="*/ 6335286 h 6858000"/>
              <a:gd name="connsiteX296" fmla="*/ 5526562 w 7467600"/>
              <a:gd name="connsiteY296" fmla="*/ 5705388 h 6858000"/>
              <a:gd name="connsiteX297" fmla="*/ 5519640 w 7467600"/>
              <a:gd name="connsiteY297" fmla="*/ 5683774 h 6858000"/>
              <a:gd name="connsiteX298" fmla="*/ 5844559 w 7467600"/>
              <a:gd name="connsiteY298" fmla="*/ 6553349 h 6858000"/>
              <a:gd name="connsiteX299" fmla="*/ 5975994 w 7467600"/>
              <a:gd name="connsiteY299" fmla="*/ 6858000 h 6858000"/>
              <a:gd name="connsiteX300" fmla="*/ 5898547 w 7467600"/>
              <a:gd name="connsiteY300" fmla="*/ 6858000 h 6858000"/>
              <a:gd name="connsiteX301" fmla="*/ 5682041 w 7467600"/>
              <a:gd name="connsiteY301" fmla="*/ 6355860 h 6858000"/>
              <a:gd name="connsiteX302" fmla="*/ 5461758 w 7467600"/>
              <a:gd name="connsiteY302" fmla="*/ 5820220 h 6858000"/>
              <a:gd name="connsiteX303" fmla="*/ 5237282 w 7467600"/>
              <a:gd name="connsiteY303" fmla="*/ 6579086 h 6858000"/>
              <a:gd name="connsiteX304" fmla="*/ 5115009 w 7467600"/>
              <a:gd name="connsiteY304" fmla="*/ 6858000 h 6858000"/>
              <a:gd name="connsiteX305" fmla="*/ 5028074 w 7467600"/>
              <a:gd name="connsiteY305" fmla="*/ 6858000 h 6858000"/>
              <a:gd name="connsiteX306" fmla="*/ 5079508 w 7467600"/>
              <a:gd name="connsiteY306" fmla="*/ 6749074 h 6858000"/>
              <a:gd name="connsiteX307" fmla="*/ 5371846 w 7467600"/>
              <a:gd name="connsiteY307" fmla="*/ 5924413 h 6858000"/>
              <a:gd name="connsiteX308" fmla="*/ 5270512 w 7467600"/>
              <a:gd name="connsiteY308" fmla="*/ 6138975 h 6858000"/>
              <a:gd name="connsiteX309" fmla="*/ 5062409 w 7467600"/>
              <a:gd name="connsiteY309" fmla="*/ 6653544 h 6858000"/>
              <a:gd name="connsiteX310" fmla="*/ 5036628 w 7467600"/>
              <a:gd name="connsiteY310" fmla="*/ 6754247 h 6858000"/>
              <a:gd name="connsiteX311" fmla="*/ 5009112 w 7467600"/>
              <a:gd name="connsiteY311" fmla="*/ 6858000 h 6858000"/>
              <a:gd name="connsiteX312" fmla="*/ 4976679 w 7467600"/>
              <a:gd name="connsiteY312" fmla="*/ 6858000 h 6858000"/>
              <a:gd name="connsiteX313" fmla="*/ 5006537 w 7467600"/>
              <a:gd name="connsiteY313" fmla="*/ 6747068 h 6858000"/>
              <a:gd name="connsiteX314" fmla="*/ 5032723 w 7467600"/>
              <a:gd name="connsiteY314" fmla="*/ 6644957 h 6858000"/>
              <a:gd name="connsiteX315" fmla="*/ 5242949 w 7467600"/>
              <a:gd name="connsiteY315" fmla="*/ 6125175 h 6858000"/>
              <a:gd name="connsiteX316" fmla="*/ 5286321 w 7467600"/>
              <a:gd name="connsiteY316" fmla="*/ 6033555 h 6858000"/>
              <a:gd name="connsiteX317" fmla="*/ 5008210 w 7467600"/>
              <a:gd name="connsiteY317" fmla="*/ 6649194 h 6858000"/>
              <a:gd name="connsiteX318" fmla="*/ 4986321 w 7467600"/>
              <a:gd name="connsiteY318" fmla="*/ 6765687 h 6858000"/>
              <a:gd name="connsiteX319" fmla="*/ 4973474 w 7467600"/>
              <a:gd name="connsiteY319" fmla="*/ 6858000 h 6858000"/>
              <a:gd name="connsiteX320" fmla="*/ 4907178 w 7467600"/>
              <a:gd name="connsiteY320" fmla="*/ 6858000 h 6858000"/>
              <a:gd name="connsiteX321" fmla="*/ 4910810 w 7467600"/>
              <a:gd name="connsiteY321" fmla="*/ 6829660 h 6858000"/>
              <a:gd name="connsiteX322" fmla="*/ 4987461 w 7467600"/>
              <a:gd name="connsiteY322" fmla="*/ 6432994 h 6858000"/>
              <a:gd name="connsiteX323" fmla="*/ 5179262 w 7467600"/>
              <a:gd name="connsiteY323" fmla="*/ 6035044 h 6858000"/>
              <a:gd name="connsiteX324" fmla="*/ 4689678 w 7467600"/>
              <a:gd name="connsiteY324" fmla="*/ 6440241 h 6858000"/>
              <a:gd name="connsiteX325" fmla="*/ 4477543 w 7467600"/>
              <a:gd name="connsiteY325" fmla="*/ 6674836 h 6858000"/>
              <a:gd name="connsiteX326" fmla="*/ 4329957 w 7467600"/>
              <a:gd name="connsiteY326" fmla="*/ 6858000 h 6858000"/>
              <a:gd name="connsiteX327" fmla="*/ 4218595 w 7467600"/>
              <a:gd name="connsiteY327" fmla="*/ 6858000 h 6858000"/>
              <a:gd name="connsiteX328" fmla="*/ 4368888 w 7467600"/>
              <a:gd name="connsiteY328" fmla="*/ 6668412 h 6858000"/>
              <a:gd name="connsiteX329" fmla="*/ 4563091 w 7467600"/>
              <a:gd name="connsiteY329" fmla="*/ 6442508 h 6858000"/>
              <a:gd name="connsiteX330" fmla="*/ 5387324 w 7467600"/>
              <a:gd name="connsiteY330" fmla="*/ 5705830 h 6858000"/>
              <a:gd name="connsiteX331" fmla="*/ 5073620 w 7467600"/>
              <a:gd name="connsiteY331" fmla="*/ 5955437 h 6858000"/>
              <a:gd name="connsiteX332" fmla="*/ 4689789 w 7467600"/>
              <a:gd name="connsiteY332" fmla="*/ 6268382 h 6858000"/>
              <a:gd name="connsiteX333" fmla="*/ 4418722 w 7467600"/>
              <a:gd name="connsiteY333" fmla="*/ 6570886 h 6858000"/>
              <a:gd name="connsiteX334" fmla="*/ 4214944 w 7467600"/>
              <a:gd name="connsiteY334" fmla="*/ 6858000 h 6858000"/>
              <a:gd name="connsiteX335" fmla="*/ 4177898 w 7467600"/>
              <a:gd name="connsiteY335" fmla="*/ 6858000 h 6858000"/>
              <a:gd name="connsiteX336" fmla="*/ 4391597 w 7467600"/>
              <a:gd name="connsiteY336" fmla="*/ 6556370 h 6858000"/>
              <a:gd name="connsiteX337" fmla="*/ 4668889 w 7467600"/>
              <a:gd name="connsiteY337" fmla="*/ 6246399 h 6858000"/>
              <a:gd name="connsiteX338" fmla="*/ 5055427 w 7467600"/>
              <a:gd name="connsiteY338" fmla="*/ 5931476 h 6858000"/>
              <a:gd name="connsiteX339" fmla="*/ 5371814 w 7467600"/>
              <a:gd name="connsiteY339" fmla="*/ 5678975 h 6858000"/>
              <a:gd name="connsiteX340" fmla="*/ 4987918 w 7467600"/>
              <a:gd name="connsiteY340" fmla="*/ 5838701 h 6858000"/>
              <a:gd name="connsiteX341" fmla="*/ 4317146 w 7467600"/>
              <a:gd name="connsiteY341" fmla="*/ 6587716 h 6858000"/>
              <a:gd name="connsiteX342" fmla="*/ 4171627 w 7467600"/>
              <a:gd name="connsiteY342" fmla="*/ 6858000 h 6858000"/>
              <a:gd name="connsiteX343" fmla="*/ 4081585 w 7467600"/>
              <a:gd name="connsiteY343" fmla="*/ 6858000 h 6858000"/>
              <a:gd name="connsiteX344" fmla="*/ 4238603 w 7467600"/>
              <a:gd name="connsiteY344" fmla="*/ 6559341 h 6858000"/>
              <a:gd name="connsiteX345" fmla="*/ 4778333 w 7467600"/>
              <a:gd name="connsiteY345" fmla="*/ 5873626 h 6858000"/>
              <a:gd name="connsiteX346" fmla="*/ 5414185 w 7467600"/>
              <a:gd name="connsiteY346" fmla="*/ 5573882 h 6858000"/>
              <a:gd name="connsiteX347" fmla="*/ 5959648 w 7467600"/>
              <a:gd name="connsiteY347" fmla="*/ 4760797 h 6858000"/>
              <a:gd name="connsiteX348" fmla="*/ 5355019 w 7467600"/>
              <a:gd name="connsiteY348" fmla="*/ 4734672 h 6858000"/>
              <a:gd name="connsiteX349" fmla="*/ 5083565 w 7467600"/>
              <a:gd name="connsiteY349" fmla="*/ 5179121 h 6858000"/>
              <a:gd name="connsiteX350" fmla="*/ 4713577 w 7467600"/>
              <a:gd name="connsiteY350" fmla="*/ 5616803 h 6858000"/>
              <a:gd name="connsiteX351" fmla="*/ 3989559 w 7467600"/>
              <a:gd name="connsiteY351" fmla="*/ 6145945 h 6858000"/>
              <a:gd name="connsiteX352" fmla="*/ 3939824 w 7467600"/>
              <a:gd name="connsiteY352" fmla="*/ 6066900 h 6858000"/>
              <a:gd name="connsiteX353" fmla="*/ 4584537 w 7467600"/>
              <a:gd name="connsiteY353" fmla="*/ 5324826 h 6858000"/>
              <a:gd name="connsiteX354" fmla="*/ 5037105 w 7467600"/>
              <a:gd name="connsiteY354" fmla="*/ 5088765 h 6858000"/>
              <a:gd name="connsiteX355" fmla="*/ 5039930 w 7467600"/>
              <a:gd name="connsiteY355" fmla="*/ 5089585 h 6858000"/>
              <a:gd name="connsiteX356" fmla="*/ 5263764 w 7467600"/>
              <a:gd name="connsiteY356" fmla="*/ 4735525 h 6858000"/>
              <a:gd name="connsiteX357" fmla="*/ 4086300 w 7467600"/>
              <a:gd name="connsiteY357" fmla="*/ 4884599 h 6858000"/>
              <a:gd name="connsiteX358" fmla="*/ 4085485 w 7467600"/>
              <a:gd name="connsiteY358" fmla="*/ 4899070 h 6858000"/>
              <a:gd name="connsiteX359" fmla="*/ 3871915 w 7467600"/>
              <a:gd name="connsiteY359" fmla="*/ 5253645 h 6858000"/>
              <a:gd name="connsiteX360" fmla="*/ 3799374 w 7467600"/>
              <a:gd name="connsiteY360" fmla="*/ 5466127 h 6858000"/>
              <a:gd name="connsiteX361" fmla="*/ 3498850 w 7467600"/>
              <a:gd name="connsiteY361" fmla="*/ 6661888 h 6858000"/>
              <a:gd name="connsiteX362" fmla="*/ 3399216 w 7467600"/>
              <a:gd name="connsiteY362" fmla="*/ 6858000 h 6858000"/>
              <a:gd name="connsiteX363" fmla="*/ 3303688 w 7467600"/>
              <a:gd name="connsiteY363" fmla="*/ 6858000 h 6858000"/>
              <a:gd name="connsiteX364" fmla="*/ 3391774 w 7467600"/>
              <a:gd name="connsiteY364" fmla="*/ 6697181 h 6858000"/>
              <a:gd name="connsiteX365" fmla="*/ 3735540 w 7467600"/>
              <a:gd name="connsiteY365" fmla="*/ 5546923 h 6858000"/>
              <a:gd name="connsiteX366" fmla="*/ 3729438 w 7467600"/>
              <a:gd name="connsiteY366" fmla="*/ 5569058 h 6858000"/>
              <a:gd name="connsiteX367" fmla="*/ 3707782 w 7467600"/>
              <a:gd name="connsiteY367" fmla="*/ 5644908 h 6858000"/>
              <a:gd name="connsiteX368" fmla="*/ 3583827 w 7467600"/>
              <a:gd name="connsiteY368" fmla="*/ 6039215 h 6858000"/>
              <a:gd name="connsiteX369" fmla="*/ 3547861 w 7467600"/>
              <a:gd name="connsiteY369" fmla="*/ 6129609 h 6858000"/>
              <a:gd name="connsiteX370" fmla="*/ 3490905 w 7467600"/>
              <a:gd name="connsiteY370" fmla="*/ 6277660 h 6858000"/>
              <a:gd name="connsiteX371" fmla="*/ 3455859 w 7467600"/>
              <a:gd name="connsiteY371" fmla="*/ 6391301 h 6858000"/>
              <a:gd name="connsiteX372" fmla="*/ 3429112 w 7467600"/>
              <a:gd name="connsiteY372" fmla="*/ 6479469 h 6858000"/>
              <a:gd name="connsiteX373" fmla="*/ 3304862 w 7467600"/>
              <a:gd name="connsiteY373" fmla="*/ 6796476 h 6858000"/>
              <a:gd name="connsiteX374" fmla="*/ 3276071 w 7467600"/>
              <a:gd name="connsiteY374" fmla="*/ 6858000 h 6858000"/>
              <a:gd name="connsiteX375" fmla="*/ 3240805 w 7467600"/>
              <a:gd name="connsiteY375" fmla="*/ 6858000 h 6858000"/>
              <a:gd name="connsiteX376" fmla="*/ 3275917 w 7467600"/>
              <a:gd name="connsiteY376" fmla="*/ 6783192 h 6858000"/>
              <a:gd name="connsiteX377" fmla="*/ 3399358 w 7467600"/>
              <a:gd name="connsiteY377" fmla="*/ 6469011 h 6858000"/>
              <a:gd name="connsiteX378" fmla="*/ 3425650 w 7467600"/>
              <a:gd name="connsiteY378" fmla="*/ 6381333 h 6858000"/>
              <a:gd name="connsiteX379" fmla="*/ 3460661 w 7467600"/>
              <a:gd name="connsiteY379" fmla="*/ 6266763 h 6858000"/>
              <a:gd name="connsiteX380" fmla="*/ 3518021 w 7467600"/>
              <a:gd name="connsiteY380" fmla="*/ 6117298 h 6858000"/>
              <a:gd name="connsiteX381" fmla="*/ 3554035 w 7467600"/>
              <a:gd name="connsiteY381" fmla="*/ 6027832 h 6858000"/>
              <a:gd name="connsiteX382" fmla="*/ 3677174 w 7467600"/>
              <a:gd name="connsiteY382" fmla="*/ 5636351 h 6858000"/>
              <a:gd name="connsiteX383" fmla="*/ 3698819 w 7467600"/>
              <a:gd name="connsiteY383" fmla="*/ 5560503 h 6858000"/>
              <a:gd name="connsiteX384" fmla="*/ 3702094 w 7467600"/>
              <a:gd name="connsiteY384" fmla="*/ 5549194 h 6858000"/>
              <a:gd name="connsiteX385" fmla="*/ 3398355 w 7467600"/>
              <a:gd name="connsiteY385" fmla="*/ 6094603 h 6858000"/>
              <a:gd name="connsiteX386" fmla="*/ 3193941 w 7467600"/>
              <a:gd name="connsiteY386" fmla="*/ 6798775 h 6858000"/>
              <a:gd name="connsiteX387" fmla="*/ 3184140 w 7467600"/>
              <a:gd name="connsiteY387" fmla="*/ 6858000 h 6858000"/>
              <a:gd name="connsiteX388" fmla="*/ 3099978 w 7467600"/>
              <a:gd name="connsiteY388" fmla="*/ 6858000 h 6858000"/>
              <a:gd name="connsiteX389" fmla="*/ 3101556 w 7467600"/>
              <a:gd name="connsiteY389" fmla="*/ 6843337 h 6858000"/>
              <a:gd name="connsiteX390" fmla="*/ 3370162 w 7467600"/>
              <a:gd name="connsiteY390" fmla="*/ 5785550 h 6858000"/>
              <a:gd name="connsiteX391" fmla="*/ 3746477 w 7467600"/>
              <a:gd name="connsiteY391" fmla="*/ 5377889 h 6858000"/>
              <a:gd name="connsiteX392" fmla="*/ 3863399 w 7467600"/>
              <a:gd name="connsiteY392" fmla="*/ 5087257 h 6858000"/>
              <a:gd name="connsiteX393" fmla="*/ 3968712 w 7467600"/>
              <a:gd name="connsiteY393" fmla="*/ 4913989 h 6858000"/>
              <a:gd name="connsiteX394" fmla="*/ 2792390 w 7467600"/>
              <a:gd name="connsiteY394" fmla="*/ 5382974 h 6858000"/>
              <a:gd name="connsiteX395" fmla="*/ 2714982 w 7467600"/>
              <a:gd name="connsiteY395" fmla="*/ 5427051 h 6858000"/>
              <a:gd name="connsiteX396" fmla="*/ 2813361 w 7467600"/>
              <a:gd name="connsiteY396" fmla="*/ 6023912 h 6858000"/>
              <a:gd name="connsiteX397" fmla="*/ 2688430 w 7467600"/>
              <a:gd name="connsiteY397" fmla="*/ 6801564 h 6858000"/>
              <a:gd name="connsiteX398" fmla="*/ 2629626 w 7467600"/>
              <a:gd name="connsiteY398" fmla="*/ 6763394 h 6858000"/>
              <a:gd name="connsiteX399" fmla="*/ 2565328 w 7467600"/>
              <a:gd name="connsiteY399" fmla="*/ 5516399 h 6858000"/>
              <a:gd name="connsiteX400" fmla="*/ 1922999 w 7467600"/>
              <a:gd name="connsiteY400" fmla="*/ 5980343 h 6858000"/>
              <a:gd name="connsiteX401" fmla="*/ 1950261 w 7467600"/>
              <a:gd name="connsiteY401" fmla="*/ 6405858 h 6858000"/>
              <a:gd name="connsiteX402" fmla="*/ 2365554 w 7467600"/>
              <a:gd name="connsiteY402" fmla="*/ 6759107 h 6858000"/>
              <a:gd name="connsiteX403" fmla="*/ 2424142 w 7467600"/>
              <a:gd name="connsiteY403" fmla="*/ 6858000 h 6858000"/>
              <a:gd name="connsiteX404" fmla="*/ 2395994 w 7467600"/>
              <a:gd name="connsiteY404" fmla="*/ 6858000 h 6858000"/>
              <a:gd name="connsiteX405" fmla="*/ 2392863 w 7467600"/>
              <a:gd name="connsiteY405" fmla="*/ 6852964 h 6858000"/>
              <a:gd name="connsiteX406" fmla="*/ 2017589 w 7467600"/>
              <a:gd name="connsiteY406" fmla="*/ 6493982 h 6858000"/>
              <a:gd name="connsiteX407" fmla="*/ 2147336 w 7467600"/>
              <a:gd name="connsiteY407" fmla="*/ 6594052 h 6858000"/>
              <a:gd name="connsiteX408" fmla="*/ 2207047 w 7467600"/>
              <a:gd name="connsiteY408" fmla="*/ 6654540 h 6858000"/>
              <a:gd name="connsiteX409" fmla="*/ 2299106 w 7467600"/>
              <a:gd name="connsiteY409" fmla="*/ 6778931 h 6858000"/>
              <a:gd name="connsiteX410" fmla="*/ 2314430 w 7467600"/>
              <a:gd name="connsiteY410" fmla="*/ 6801144 h 6858000"/>
              <a:gd name="connsiteX411" fmla="*/ 2352406 w 7467600"/>
              <a:gd name="connsiteY411" fmla="*/ 6858000 h 6858000"/>
              <a:gd name="connsiteX412" fmla="*/ 2314492 w 7467600"/>
              <a:gd name="connsiteY412" fmla="*/ 6858000 h 6858000"/>
              <a:gd name="connsiteX413" fmla="*/ 2288095 w 7467600"/>
              <a:gd name="connsiteY413" fmla="*/ 6818030 h 6858000"/>
              <a:gd name="connsiteX414" fmla="*/ 2272768 w 7467600"/>
              <a:gd name="connsiteY414" fmla="*/ 6795822 h 6858000"/>
              <a:gd name="connsiteX415" fmla="*/ 2182715 w 7467600"/>
              <a:gd name="connsiteY415" fmla="*/ 6675071 h 6858000"/>
              <a:gd name="connsiteX416" fmla="*/ 2032061 w 7467600"/>
              <a:gd name="connsiteY416" fmla="*/ 6541380 h 6858000"/>
              <a:gd name="connsiteX417" fmla="*/ 2257220 w 7467600"/>
              <a:gd name="connsiteY417" fmla="*/ 6826257 h 6858000"/>
              <a:gd name="connsiteX418" fmla="*/ 2281324 w 7467600"/>
              <a:gd name="connsiteY418" fmla="*/ 6858000 h 6858000"/>
              <a:gd name="connsiteX419" fmla="*/ 2242860 w 7467600"/>
              <a:gd name="connsiteY419" fmla="*/ 6858000 h 6858000"/>
              <a:gd name="connsiteX420" fmla="*/ 2232818 w 7467600"/>
              <a:gd name="connsiteY420" fmla="*/ 6844926 h 6858000"/>
              <a:gd name="connsiteX421" fmla="*/ 1990172 w 7467600"/>
              <a:gd name="connsiteY421" fmla="*/ 6542121 h 6858000"/>
              <a:gd name="connsiteX422" fmla="*/ 2124090 w 7467600"/>
              <a:gd name="connsiteY422" fmla="*/ 6761017 h 6858000"/>
              <a:gd name="connsiteX423" fmla="*/ 2200380 w 7467600"/>
              <a:gd name="connsiteY423" fmla="*/ 6858000 h 6858000"/>
              <a:gd name="connsiteX424" fmla="*/ 2147507 w 7467600"/>
              <a:gd name="connsiteY424" fmla="*/ 6858000 h 6858000"/>
              <a:gd name="connsiteX425" fmla="*/ 2070668 w 7467600"/>
              <a:gd name="connsiteY425" fmla="*/ 6761520 h 6858000"/>
              <a:gd name="connsiteX426" fmla="*/ 1975142 w 7467600"/>
              <a:gd name="connsiteY426" fmla="*/ 6585570 h 6858000"/>
              <a:gd name="connsiteX427" fmla="*/ 2050035 w 7467600"/>
              <a:gd name="connsiteY427" fmla="*/ 6813345 h 6858000"/>
              <a:gd name="connsiteX428" fmla="*/ 2063025 w 7467600"/>
              <a:gd name="connsiteY428" fmla="*/ 6858000 h 6858000"/>
              <a:gd name="connsiteX429" fmla="*/ 2021675 w 7467600"/>
              <a:gd name="connsiteY429" fmla="*/ 6858000 h 6858000"/>
              <a:gd name="connsiteX430" fmla="*/ 2019308 w 7467600"/>
              <a:gd name="connsiteY430" fmla="*/ 6847118 h 6858000"/>
              <a:gd name="connsiteX431" fmla="*/ 1938835 w 7467600"/>
              <a:gd name="connsiteY431" fmla="*/ 6551160 h 6858000"/>
              <a:gd name="connsiteX432" fmla="*/ 1953230 w 7467600"/>
              <a:gd name="connsiteY432" fmla="*/ 6759699 h 6858000"/>
              <a:gd name="connsiteX433" fmla="*/ 1956763 w 7467600"/>
              <a:gd name="connsiteY433" fmla="*/ 6778191 h 6858000"/>
              <a:gd name="connsiteX434" fmla="*/ 1967925 w 7467600"/>
              <a:gd name="connsiteY434" fmla="*/ 6858000 h 6858000"/>
              <a:gd name="connsiteX435" fmla="*/ 1936622 w 7467600"/>
              <a:gd name="connsiteY435" fmla="*/ 6858000 h 6858000"/>
              <a:gd name="connsiteX436" fmla="*/ 1926261 w 7467600"/>
              <a:gd name="connsiteY436" fmla="*/ 6784064 h 6858000"/>
              <a:gd name="connsiteX437" fmla="*/ 1922724 w 7467600"/>
              <a:gd name="connsiteY437" fmla="*/ 6765577 h 6858000"/>
              <a:gd name="connsiteX438" fmla="*/ 1904650 w 7467600"/>
              <a:gd name="connsiteY438" fmla="*/ 6639616 h 6858000"/>
              <a:gd name="connsiteX439" fmla="*/ 1885273 w 7467600"/>
              <a:gd name="connsiteY439" fmla="*/ 6858000 h 6858000"/>
              <a:gd name="connsiteX440" fmla="*/ 1854363 w 7467600"/>
              <a:gd name="connsiteY440" fmla="*/ 6858000 h 6858000"/>
              <a:gd name="connsiteX441" fmla="*/ 1880391 w 7467600"/>
              <a:gd name="connsiteY441" fmla="*/ 6603796 h 6858000"/>
              <a:gd name="connsiteX442" fmla="*/ 1818273 w 7467600"/>
              <a:gd name="connsiteY442" fmla="*/ 6715729 h 6858000"/>
              <a:gd name="connsiteX443" fmla="*/ 1794691 w 7467600"/>
              <a:gd name="connsiteY443" fmla="*/ 6843239 h 6858000"/>
              <a:gd name="connsiteX444" fmla="*/ 1794914 w 7467600"/>
              <a:gd name="connsiteY444" fmla="*/ 6858000 h 6858000"/>
              <a:gd name="connsiteX445" fmla="*/ 1746128 w 7467600"/>
              <a:gd name="connsiteY445" fmla="*/ 6858000 h 6858000"/>
              <a:gd name="connsiteX446" fmla="*/ 1753934 w 7467600"/>
              <a:gd name="connsiteY446" fmla="*/ 6724796 h 6858000"/>
              <a:gd name="connsiteX447" fmla="*/ 1792053 w 7467600"/>
              <a:gd name="connsiteY447" fmla="*/ 6572396 h 6858000"/>
              <a:gd name="connsiteX448" fmla="*/ 1862248 w 7467600"/>
              <a:gd name="connsiteY448" fmla="*/ 6266397 h 6858000"/>
              <a:gd name="connsiteX449" fmla="*/ 1862250 w 7467600"/>
              <a:gd name="connsiteY449" fmla="*/ 6033531 h 6858000"/>
              <a:gd name="connsiteX450" fmla="*/ 1211999 w 7467600"/>
              <a:gd name="connsiteY450" fmla="*/ 6683610 h 6858000"/>
              <a:gd name="connsiteX451" fmla="*/ 1213266 w 7467600"/>
              <a:gd name="connsiteY451" fmla="*/ 6691947 h 6858000"/>
              <a:gd name="connsiteX452" fmla="*/ 1203370 w 7467600"/>
              <a:gd name="connsiteY452" fmla="*/ 6850676 h 6858000"/>
              <a:gd name="connsiteX453" fmla="*/ 1203671 w 7467600"/>
              <a:gd name="connsiteY453" fmla="*/ 6858000 h 6858000"/>
              <a:gd name="connsiteX454" fmla="*/ 1143180 w 7467600"/>
              <a:gd name="connsiteY454" fmla="*/ 6858000 h 6858000"/>
              <a:gd name="connsiteX455" fmla="*/ 1142176 w 7467600"/>
              <a:gd name="connsiteY455" fmla="*/ 6766045 h 6858000"/>
              <a:gd name="connsiteX456" fmla="*/ 1067484 w 7467600"/>
              <a:gd name="connsiteY456" fmla="*/ 6858000 h 6858000"/>
              <a:gd name="connsiteX457" fmla="*/ 953928 w 7467600"/>
              <a:gd name="connsiteY457" fmla="*/ 6858000 h 6858000"/>
              <a:gd name="connsiteX458" fmla="*/ 959715 w 7467600"/>
              <a:gd name="connsiteY458" fmla="*/ 6850185 h 6858000"/>
              <a:gd name="connsiteX459" fmla="*/ 1483788 w 7467600"/>
              <a:gd name="connsiteY459" fmla="*/ 6259174 h 6858000"/>
              <a:gd name="connsiteX460" fmla="*/ 1100671 w 7467600"/>
              <a:gd name="connsiteY460" fmla="*/ 6252137 h 6858000"/>
              <a:gd name="connsiteX461" fmla="*/ 1090144 w 7467600"/>
              <a:gd name="connsiteY461" fmla="*/ 6256748 h 6858000"/>
              <a:gd name="connsiteX462" fmla="*/ 1095872 w 7467600"/>
              <a:gd name="connsiteY462" fmla="*/ 6271892 h 6858000"/>
              <a:gd name="connsiteX463" fmla="*/ 262785 w 7467600"/>
              <a:gd name="connsiteY463" fmla="*/ 6845450 h 6858000"/>
              <a:gd name="connsiteX464" fmla="*/ 209968 w 7467600"/>
              <a:gd name="connsiteY464" fmla="*/ 6770713 h 6858000"/>
              <a:gd name="connsiteX465" fmla="*/ 873460 w 7467600"/>
              <a:gd name="connsiteY465" fmla="*/ 6253768 h 6858000"/>
              <a:gd name="connsiteX466" fmla="*/ 192686 w 7467600"/>
              <a:gd name="connsiteY466" fmla="*/ 5849257 h 6858000"/>
              <a:gd name="connsiteX467" fmla="*/ 4696 w 7467600"/>
              <a:gd name="connsiteY467" fmla="*/ 5697668 h 6858000"/>
              <a:gd name="connsiteX468" fmla="*/ 0 w 7467600"/>
              <a:gd name="connsiteY468" fmla="*/ 5689984 h 6858000"/>
              <a:gd name="connsiteX469" fmla="*/ 0 w 7467600"/>
              <a:gd name="connsiteY469" fmla="*/ 5513472 h 6858000"/>
              <a:gd name="connsiteX470" fmla="*/ 174101 w 7467600"/>
              <a:gd name="connsiteY470" fmla="*/ 5620277 h 6858000"/>
              <a:gd name="connsiteX471" fmla="*/ 891800 w 7467600"/>
              <a:gd name="connsiteY471" fmla="*/ 6036935 h 6858000"/>
              <a:gd name="connsiteX472" fmla="*/ 1072219 w 7467600"/>
              <a:gd name="connsiteY472" fmla="*/ 6169443 h 6858000"/>
              <a:gd name="connsiteX473" fmla="*/ 1074117 w 7467600"/>
              <a:gd name="connsiteY473" fmla="*/ 6170301 h 6858000"/>
              <a:gd name="connsiteX474" fmla="*/ 1083114 w 7467600"/>
              <a:gd name="connsiteY474" fmla="*/ 6174131 h 6858000"/>
              <a:gd name="connsiteX475" fmla="*/ 1543010 w 7467600"/>
              <a:gd name="connsiteY475" fmla="*/ 6191140 h 6858000"/>
              <a:gd name="connsiteX476" fmla="*/ 1551080 w 7467600"/>
              <a:gd name="connsiteY476" fmla="*/ 6195006 h 6858000"/>
              <a:gd name="connsiteX477" fmla="*/ 2345443 w 7467600"/>
              <a:gd name="connsiteY477" fmla="*/ 5549882 h 6858000"/>
              <a:gd name="connsiteX478" fmla="*/ 1721499 w 7467600"/>
              <a:gd name="connsiteY478" fmla="*/ 5599969 h 6858000"/>
              <a:gd name="connsiteX479" fmla="*/ 767716 w 7467600"/>
              <a:gd name="connsiteY479" fmla="*/ 5472768 h 6858000"/>
              <a:gd name="connsiteX480" fmla="*/ 722147 w 7467600"/>
              <a:gd name="connsiteY480" fmla="*/ 5393091 h 6858000"/>
              <a:gd name="connsiteX481" fmla="*/ 1485552 w 7467600"/>
              <a:gd name="connsiteY481" fmla="*/ 5313202 h 6858000"/>
              <a:gd name="connsiteX482" fmla="*/ 2143004 w 7467600"/>
              <a:gd name="connsiteY482" fmla="*/ 5402420 h 6858000"/>
              <a:gd name="connsiteX483" fmla="*/ 1933391 w 7467600"/>
              <a:gd name="connsiteY483" fmla="*/ 5156971 h 6858000"/>
              <a:gd name="connsiteX484" fmla="*/ 1827118 w 7467600"/>
              <a:gd name="connsiteY484" fmla="*/ 4968410 h 6858000"/>
              <a:gd name="connsiteX485" fmla="*/ 1837349 w 7467600"/>
              <a:gd name="connsiteY485" fmla="*/ 4956357 h 6858000"/>
              <a:gd name="connsiteX486" fmla="*/ 2162835 w 7467600"/>
              <a:gd name="connsiteY486" fmla="*/ 5187853 h 6858000"/>
              <a:gd name="connsiteX487" fmla="*/ 2257167 w 7467600"/>
              <a:gd name="connsiteY487" fmla="*/ 5462123 h 6858000"/>
              <a:gd name="connsiteX488" fmla="*/ 2261598 w 7467600"/>
              <a:gd name="connsiteY488" fmla="*/ 5467998 h 6858000"/>
              <a:gd name="connsiteX489" fmla="*/ 2437177 w 7467600"/>
              <a:gd name="connsiteY489" fmla="*/ 5479608 h 6858000"/>
              <a:gd name="connsiteX490" fmla="*/ 2445247 w 7467600"/>
              <a:gd name="connsiteY490" fmla="*/ 5483476 h 6858000"/>
              <a:gd name="connsiteX491" fmla="*/ 2743626 w 7467600"/>
              <a:gd name="connsiteY491" fmla="*/ 5304819 h 6858000"/>
              <a:gd name="connsiteX492" fmla="*/ 3048102 w 7467600"/>
              <a:gd name="connsiteY492" fmla="*/ 5150595 h 6858000"/>
              <a:gd name="connsiteX493" fmla="*/ 1799414 w 7467600"/>
              <a:gd name="connsiteY493" fmla="*/ 4694732 h 6858000"/>
              <a:gd name="connsiteX494" fmla="*/ 1771735 w 7467600"/>
              <a:gd name="connsiteY494" fmla="*/ 4619929 h 6858000"/>
              <a:gd name="connsiteX495" fmla="*/ 3104273 w 7467600"/>
              <a:gd name="connsiteY495" fmla="*/ 5076159 h 6858000"/>
              <a:gd name="connsiteX496" fmla="*/ 3113245 w 7467600"/>
              <a:gd name="connsiteY496" fmla="*/ 5090705 h 6858000"/>
              <a:gd name="connsiteX497" fmla="*/ 3126294 w 7467600"/>
              <a:gd name="connsiteY497" fmla="*/ 5114400 h 6858000"/>
              <a:gd name="connsiteX498" fmla="*/ 3937433 w 7467600"/>
              <a:gd name="connsiteY498" fmla="*/ 4830473 h 6858000"/>
              <a:gd name="connsiteX499" fmla="*/ 3590475 w 7467600"/>
              <a:gd name="connsiteY499" fmla="*/ 4597974 h 6858000"/>
              <a:gd name="connsiteX500" fmla="*/ 3100264 w 7467600"/>
              <a:gd name="connsiteY500" fmla="*/ 4579845 h 6858000"/>
              <a:gd name="connsiteX501" fmla="*/ 2183576 w 7467600"/>
              <a:gd name="connsiteY501" fmla="*/ 4227150 h 6858000"/>
              <a:gd name="connsiteX502" fmla="*/ 2151029 w 7467600"/>
              <a:gd name="connsiteY502" fmla="*/ 4146947 h 6858000"/>
              <a:gd name="connsiteX503" fmla="*/ 3563434 w 7467600"/>
              <a:gd name="connsiteY503" fmla="*/ 4469115 h 6858000"/>
              <a:gd name="connsiteX504" fmla="*/ 3177952 w 7467600"/>
              <a:gd name="connsiteY504" fmla="*/ 3657386 h 6858000"/>
              <a:gd name="connsiteX505" fmla="*/ 3189263 w 7467600"/>
              <a:gd name="connsiteY505" fmla="*/ 3625726 h 6858000"/>
              <a:gd name="connsiteX506" fmla="*/ 3560912 w 7467600"/>
              <a:gd name="connsiteY506" fmla="*/ 4079863 h 6858000"/>
              <a:gd name="connsiteX507" fmla="*/ 3626636 w 7467600"/>
              <a:gd name="connsiteY507" fmla="*/ 4512230 h 6858000"/>
              <a:gd name="connsiteX508" fmla="*/ 3653088 w 7467600"/>
              <a:gd name="connsiteY508" fmla="*/ 4521417 h 6858000"/>
              <a:gd name="connsiteX509" fmla="*/ 3988128 w 7467600"/>
              <a:gd name="connsiteY509" fmla="*/ 4817267 h 6858000"/>
              <a:gd name="connsiteX510" fmla="*/ 4830582 w 7467600"/>
              <a:gd name="connsiteY510" fmla="*/ 4676000 h 6858000"/>
              <a:gd name="connsiteX511" fmla="*/ 4830100 w 7467600"/>
              <a:gd name="connsiteY511" fmla="*/ 4675554 h 6858000"/>
              <a:gd name="connsiteX512" fmla="*/ 4036318 w 7467600"/>
              <a:gd name="connsiteY512" fmla="*/ 4147013 h 6858000"/>
              <a:gd name="connsiteX513" fmla="*/ 3432098 w 7467600"/>
              <a:gd name="connsiteY513" fmla="*/ 3537312 h 6858000"/>
              <a:gd name="connsiteX514" fmla="*/ 3446761 w 7467600"/>
              <a:gd name="connsiteY514" fmla="*/ 3461278 h 6858000"/>
              <a:gd name="connsiteX515" fmla="*/ 4419733 w 7467600"/>
              <a:gd name="connsiteY515" fmla="*/ 3963555 h 6858000"/>
              <a:gd name="connsiteX516" fmla="*/ 4781371 w 7467600"/>
              <a:gd name="connsiteY516" fmla="*/ 4458604 h 6858000"/>
              <a:gd name="connsiteX517" fmla="*/ 4780440 w 7467600"/>
              <a:gd name="connsiteY517" fmla="*/ 4470290 h 6858000"/>
              <a:gd name="connsiteX518" fmla="*/ 4898954 w 7467600"/>
              <a:gd name="connsiteY518" fmla="*/ 4662092 h 6858000"/>
              <a:gd name="connsiteX519" fmla="*/ 4900699 w 7467600"/>
              <a:gd name="connsiteY519" fmla="*/ 4670867 h 6858000"/>
              <a:gd name="connsiteX520" fmla="*/ 5714511 w 7467600"/>
              <a:gd name="connsiteY520" fmla="*/ 4663483 h 6858000"/>
              <a:gd name="connsiteX521" fmla="*/ 5464793 w 7467600"/>
              <a:gd name="connsiteY521" fmla="*/ 4393556 h 6858000"/>
              <a:gd name="connsiteX522" fmla="*/ 5461897 w 7467600"/>
              <a:gd name="connsiteY522" fmla="*/ 4390879 h 6858000"/>
              <a:gd name="connsiteX523" fmla="*/ 4294126 w 7467600"/>
              <a:gd name="connsiteY523" fmla="*/ 3303048 h 6858000"/>
              <a:gd name="connsiteX524" fmla="*/ 4305321 w 7467600"/>
              <a:gd name="connsiteY524" fmla="*/ 3256953 h 6858000"/>
              <a:gd name="connsiteX525" fmla="*/ 4949299 w 7467600"/>
              <a:gd name="connsiteY525" fmla="*/ 3766336 h 6858000"/>
              <a:gd name="connsiteX526" fmla="*/ 5291452 w 7467600"/>
              <a:gd name="connsiteY526" fmla="*/ 4076801 h 6858000"/>
              <a:gd name="connsiteX527" fmla="*/ 5434998 w 7467600"/>
              <a:gd name="connsiteY527" fmla="*/ 4254100 h 6858000"/>
              <a:gd name="connsiteX528" fmla="*/ 5351015 w 7467600"/>
              <a:gd name="connsiteY528" fmla="*/ 3760989 h 6858000"/>
              <a:gd name="connsiteX529" fmla="*/ 5413780 w 7467600"/>
              <a:gd name="connsiteY529" fmla="*/ 2966265 h 6858000"/>
              <a:gd name="connsiteX530" fmla="*/ 5425627 w 7467600"/>
              <a:gd name="connsiteY530" fmla="*/ 2954192 h 6858000"/>
              <a:gd name="connsiteX531" fmla="*/ 6604735 w 7467600"/>
              <a:gd name="connsiteY531" fmla="*/ 2041381 h 6858000"/>
              <a:gd name="connsiteX532" fmla="*/ 7204487 w 7467600"/>
              <a:gd name="connsiteY532" fmla="*/ 2742112 h 6858000"/>
              <a:gd name="connsiteX533" fmla="*/ 7131592 w 7467600"/>
              <a:gd name="connsiteY533" fmla="*/ 2672096 h 6858000"/>
              <a:gd name="connsiteX534" fmla="*/ 6996344 w 7467600"/>
              <a:gd name="connsiteY534" fmla="*/ 2518310 h 6858000"/>
              <a:gd name="connsiteX535" fmla="*/ 6735495 w 7467600"/>
              <a:gd name="connsiteY535" fmla="*/ 2196890 h 6858000"/>
              <a:gd name="connsiteX536" fmla="*/ 6721901 w 7467600"/>
              <a:gd name="connsiteY536" fmla="*/ 2179274 h 6858000"/>
              <a:gd name="connsiteX537" fmla="*/ 6604735 w 7467600"/>
              <a:gd name="connsiteY537" fmla="*/ 2041381 h 6858000"/>
              <a:gd name="connsiteX538" fmla="*/ 6591670 w 7467600"/>
              <a:gd name="connsiteY538" fmla="*/ 1988277 h 6858000"/>
              <a:gd name="connsiteX539" fmla="*/ 6747349 w 7467600"/>
              <a:gd name="connsiteY539" fmla="*/ 2160069 h 6858000"/>
              <a:gd name="connsiteX540" fmla="*/ 6760943 w 7467600"/>
              <a:gd name="connsiteY540" fmla="*/ 2177686 h 6858000"/>
              <a:gd name="connsiteX541" fmla="*/ 7021065 w 7467600"/>
              <a:gd name="connsiteY541" fmla="*/ 2498102 h 6858000"/>
              <a:gd name="connsiteX542" fmla="*/ 7155223 w 7467600"/>
              <a:gd name="connsiteY542" fmla="*/ 2650386 h 6858000"/>
              <a:gd name="connsiteX543" fmla="*/ 7203167 w 7467600"/>
              <a:gd name="connsiteY543" fmla="*/ 2697288 h 6858000"/>
              <a:gd name="connsiteX544" fmla="*/ 6937703 w 7467600"/>
              <a:gd name="connsiteY544" fmla="*/ 2321981 h 6858000"/>
              <a:gd name="connsiteX545" fmla="*/ 6591670 w 7467600"/>
              <a:gd name="connsiteY545" fmla="*/ 1988277 h 6858000"/>
              <a:gd name="connsiteX546" fmla="*/ 5798671 w 7467600"/>
              <a:gd name="connsiteY546" fmla="*/ 1981601 h 6858000"/>
              <a:gd name="connsiteX547" fmla="*/ 5754709 w 7467600"/>
              <a:gd name="connsiteY547" fmla="*/ 2071454 h 6858000"/>
              <a:gd name="connsiteX548" fmla="*/ 5763044 w 7467600"/>
              <a:gd name="connsiteY548" fmla="*/ 2842206 h 6858000"/>
              <a:gd name="connsiteX549" fmla="*/ 5764974 w 7467600"/>
              <a:gd name="connsiteY549" fmla="*/ 2799609 h 6858000"/>
              <a:gd name="connsiteX550" fmla="*/ 5767665 w 7467600"/>
              <a:gd name="connsiteY550" fmla="*/ 2666409 h 6858000"/>
              <a:gd name="connsiteX551" fmla="*/ 5763055 w 7467600"/>
              <a:gd name="connsiteY551" fmla="*/ 2579705 h 6858000"/>
              <a:gd name="connsiteX552" fmla="*/ 5758079 w 7467600"/>
              <a:gd name="connsiteY552" fmla="*/ 2492508 h 6858000"/>
              <a:gd name="connsiteX553" fmla="*/ 5779325 w 7467600"/>
              <a:gd name="connsiteY553" fmla="*/ 2197069 h 6858000"/>
              <a:gd name="connsiteX554" fmla="*/ 5798671 w 7467600"/>
              <a:gd name="connsiteY554" fmla="*/ 1981601 h 6858000"/>
              <a:gd name="connsiteX555" fmla="*/ 5829202 w 7467600"/>
              <a:gd name="connsiteY555" fmla="*/ 1971679 h 6858000"/>
              <a:gd name="connsiteX556" fmla="*/ 5809558 w 7467600"/>
              <a:gd name="connsiteY556" fmla="*/ 2198043 h 6858000"/>
              <a:gd name="connsiteX557" fmla="*/ 5788653 w 7467600"/>
              <a:gd name="connsiteY557" fmla="*/ 2489430 h 6858000"/>
              <a:gd name="connsiteX558" fmla="*/ 5793439 w 7467600"/>
              <a:gd name="connsiteY558" fmla="*/ 2575235 h 6858000"/>
              <a:gd name="connsiteX559" fmla="*/ 5796837 w 7467600"/>
              <a:gd name="connsiteY559" fmla="*/ 2637633 h 6858000"/>
              <a:gd name="connsiteX560" fmla="*/ 5818614 w 7467600"/>
              <a:gd name="connsiteY560" fmla="*/ 2473055 h 6858000"/>
              <a:gd name="connsiteX561" fmla="*/ 5829202 w 7467600"/>
              <a:gd name="connsiteY561" fmla="*/ 1971679 h 6858000"/>
              <a:gd name="connsiteX562" fmla="*/ 5911389 w 7467600"/>
              <a:gd name="connsiteY562" fmla="*/ 1898371 h 6858000"/>
              <a:gd name="connsiteX563" fmla="*/ 6237627 w 7467600"/>
              <a:gd name="connsiteY563" fmla="*/ 2231921 h 6858000"/>
              <a:gd name="connsiteX564" fmla="*/ 5911389 w 7467600"/>
              <a:gd name="connsiteY564" fmla="*/ 1898371 h 6858000"/>
              <a:gd name="connsiteX565" fmla="*/ 6944437 w 7467600"/>
              <a:gd name="connsiteY565" fmla="*/ 1575402 h 6858000"/>
              <a:gd name="connsiteX566" fmla="*/ 6304730 w 7467600"/>
              <a:gd name="connsiteY566" fmla="*/ 1766654 h 6858000"/>
              <a:gd name="connsiteX567" fmla="*/ 6944437 w 7467600"/>
              <a:gd name="connsiteY567" fmla="*/ 1575402 h 6858000"/>
              <a:gd name="connsiteX568" fmla="*/ 7019523 w 7467600"/>
              <a:gd name="connsiteY568" fmla="*/ 1519450 h 6858000"/>
              <a:gd name="connsiteX569" fmla="*/ 6298091 w 7467600"/>
              <a:gd name="connsiteY569" fmla="*/ 1737122 h 6858000"/>
              <a:gd name="connsiteX570" fmla="*/ 7019523 w 7467600"/>
              <a:gd name="connsiteY570" fmla="*/ 1519450 h 6858000"/>
              <a:gd name="connsiteX571" fmla="*/ 2399523 w 7467600"/>
              <a:gd name="connsiteY571" fmla="*/ 1428234 h 6858000"/>
              <a:gd name="connsiteX572" fmla="*/ 2224982 w 7467600"/>
              <a:gd name="connsiteY572" fmla="*/ 1826201 h 6858000"/>
              <a:gd name="connsiteX573" fmla="*/ 2096099 w 7467600"/>
              <a:gd name="connsiteY573" fmla="*/ 2345900 h 6858000"/>
              <a:gd name="connsiteX574" fmla="*/ 2283317 w 7467600"/>
              <a:gd name="connsiteY574" fmla="*/ 1796925 h 6858000"/>
              <a:gd name="connsiteX575" fmla="*/ 2399523 w 7467600"/>
              <a:gd name="connsiteY575" fmla="*/ 1428234 h 6858000"/>
              <a:gd name="connsiteX576" fmla="*/ 2448558 w 7467600"/>
              <a:gd name="connsiteY576" fmla="*/ 1373435 h 6858000"/>
              <a:gd name="connsiteX577" fmla="*/ 2312521 w 7467600"/>
              <a:gd name="connsiteY577" fmla="*/ 1806140 h 6858000"/>
              <a:gd name="connsiteX578" fmla="*/ 2127533 w 7467600"/>
              <a:gd name="connsiteY578" fmla="*/ 2348380 h 6858000"/>
              <a:gd name="connsiteX579" fmla="*/ 2358080 w 7467600"/>
              <a:gd name="connsiteY579" fmla="*/ 1866134 h 6858000"/>
              <a:gd name="connsiteX580" fmla="*/ 2407436 w 7467600"/>
              <a:gd name="connsiteY580" fmla="*/ 1651070 h 6858000"/>
              <a:gd name="connsiteX581" fmla="*/ 2448558 w 7467600"/>
              <a:gd name="connsiteY581" fmla="*/ 1373435 h 6858000"/>
              <a:gd name="connsiteX582" fmla="*/ 278707 w 7467600"/>
              <a:gd name="connsiteY582" fmla="*/ 1352270 h 6858000"/>
              <a:gd name="connsiteX583" fmla="*/ 321570 w 7467600"/>
              <a:gd name="connsiteY583" fmla="*/ 1861610 h 6858000"/>
              <a:gd name="connsiteX584" fmla="*/ 294281 w 7467600"/>
              <a:gd name="connsiteY584" fmla="*/ 1440658 h 6858000"/>
              <a:gd name="connsiteX585" fmla="*/ 278707 w 7467600"/>
              <a:gd name="connsiteY585" fmla="*/ 1352270 h 6858000"/>
              <a:gd name="connsiteX586" fmla="*/ 1423821 w 7467600"/>
              <a:gd name="connsiteY586" fmla="*/ 1351958 h 6858000"/>
              <a:gd name="connsiteX587" fmla="*/ 1638521 w 7467600"/>
              <a:gd name="connsiteY587" fmla="*/ 1908470 h 6858000"/>
              <a:gd name="connsiteX588" fmla="*/ 1754199 w 7467600"/>
              <a:gd name="connsiteY588" fmla="*/ 2149284 h 6858000"/>
              <a:gd name="connsiteX589" fmla="*/ 1908359 w 7467600"/>
              <a:gd name="connsiteY589" fmla="*/ 2364988 h 6858000"/>
              <a:gd name="connsiteX590" fmla="*/ 1647661 w 7467600"/>
              <a:gd name="connsiteY590" fmla="*/ 1825945 h 6858000"/>
              <a:gd name="connsiteX591" fmla="*/ 1423821 w 7467600"/>
              <a:gd name="connsiteY591" fmla="*/ 1351958 h 6858000"/>
              <a:gd name="connsiteX592" fmla="*/ 1431890 w 7467600"/>
              <a:gd name="connsiteY592" fmla="*/ 1306475 h 6858000"/>
              <a:gd name="connsiteX593" fmla="*/ 1507597 w 7467600"/>
              <a:gd name="connsiteY593" fmla="*/ 1446132 h 6858000"/>
              <a:gd name="connsiteX594" fmla="*/ 1674586 w 7467600"/>
              <a:gd name="connsiteY594" fmla="*/ 1813832 h 6858000"/>
              <a:gd name="connsiteX595" fmla="*/ 1815950 w 7467600"/>
              <a:gd name="connsiteY595" fmla="*/ 2128564 h 6858000"/>
              <a:gd name="connsiteX596" fmla="*/ 1984242 w 7467600"/>
              <a:gd name="connsiteY596" fmla="*/ 2430829 h 6858000"/>
              <a:gd name="connsiteX597" fmla="*/ 2014023 w 7467600"/>
              <a:gd name="connsiteY597" fmla="*/ 2450995 h 6858000"/>
              <a:gd name="connsiteX598" fmla="*/ 1747337 w 7467600"/>
              <a:gd name="connsiteY598" fmla="*/ 1855264 h 6858000"/>
              <a:gd name="connsiteX599" fmla="*/ 1533749 w 7467600"/>
              <a:gd name="connsiteY599" fmla="*/ 1478656 h 6858000"/>
              <a:gd name="connsiteX600" fmla="*/ 1431890 w 7467600"/>
              <a:gd name="connsiteY600" fmla="*/ 1306475 h 6858000"/>
              <a:gd name="connsiteX601" fmla="*/ 5052692 w 7467600"/>
              <a:gd name="connsiteY601" fmla="*/ 1292994 h 6858000"/>
              <a:gd name="connsiteX602" fmla="*/ 5200661 w 7467600"/>
              <a:gd name="connsiteY602" fmla="*/ 1635186 h 6858000"/>
              <a:gd name="connsiteX603" fmla="*/ 5297138 w 7467600"/>
              <a:gd name="connsiteY603" fmla="*/ 1906351 h 6858000"/>
              <a:gd name="connsiteX604" fmla="*/ 5052692 w 7467600"/>
              <a:gd name="connsiteY604" fmla="*/ 1292994 h 6858000"/>
              <a:gd name="connsiteX605" fmla="*/ 5009948 w 7467600"/>
              <a:gd name="connsiteY605" fmla="*/ 1273619 h 6858000"/>
              <a:gd name="connsiteX606" fmla="*/ 5121777 w 7467600"/>
              <a:gd name="connsiteY606" fmla="*/ 1654213 h 6858000"/>
              <a:gd name="connsiteX607" fmla="*/ 5293545 w 7467600"/>
              <a:gd name="connsiteY607" fmla="*/ 2072247 h 6858000"/>
              <a:gd name="connsiteX608" fmla="*/ 5294042 w 7467600"/>
              <a:gd name="connsiteY608" fmla="*/ 2065019 h 6858000"/>
              <a:gd name="connsiteX609" fmla="*/ 5171936 w 7467600"/>
              <a:gd name="connsiteY609" fmla="*/ 1647613 h 6858000"/>
              <a:gd name="connsiteX610" fmla="*/ 5009948 w 7467600"/>
              <a:gd name="connsiteY610" fmla="*/ 1273619 h 6858000"/>
              <a:gd name="connsiteX611" fmla="*/ 655236 w 7467600"/>
              <a:gd name="connsiteY611" fmla="*/ 1268632 h 6858000"/>
              <a:gd name="connsiteX612" fmla="*/ 839521 w 7467600"/>
              <a:gd name="connsiteY612" fmla="*/ 1685315 h 6858000"/>
              <a:gd name="connsiteX613" fmla="*/ 1109416 w 7467600"/>
              <a:gd name="connsiteY613" fmla="*/ 2061663 h 6858000"/>
              <a:gd name="connsiteX614" fmla="*/ 1298300 w 7467600"/>
              <a:gd name="connsiteY614" fmla="*/ 2247742 h 6858000"/>
              <a:gd name="connsiteX615" fmla="*/ 1125871 w 7467600"/>
              <a:gd name="connsiteY615" fmla="*/ 1989513 h 6858000"/>
              <a:gd name="connsiteX616" fmla="*/ 981574 w 7467600"/>
              <a:gd name="connsiteY616" fmla="*/ 1783157 h 6858000"/>
              <a:gd name="connsiteX617" fmla="*/ 922198 w 7467600"/>
              <a:gd name="connsiteY617" fmla="*/ 1677437 h 6858000"/>
              <a:gd name="connsiteX618" fmla="*/ 869293 w 7467600"/>
              <a:gd name="connsiteY618" fmla="*/ 1583214 h 6858000"/>
              <a:gd name="connsiteX619" fmla="*/ 751431 w 7467600"/>
              <a:gd name="connsiteY619" fmla="*/ 1405731 h 6858000"/>
              <a:gd name="connsiteX620" fmla="*/ 655236 w 7467600"/>
              <a:gd name="connsiteY620" fmla="*/ 1268632 h 6858000"/>
              <a:gd name="connsiteX621" fmla="*/ 6516292 w 7467600"/>
              <a:gd name="connsiteY621" fmla="*/ 1263064 h 6858000"/>
              <a:gd name="connsiteX622" fmla="*/ 5736320 w 7467600"/>
              <a:gd name="connsiteY622" fmla="*/ 1501803 h 6858000"/>
              <a:gd name="connsiteX623" fmla="*/ 6516292 w 7467600"/>
              <a:gd name="connsiteY623" fmla="*/ 1263064 h 6858000"/>
              <a:gd name="connsiteX624" fmla="*/ 291466 w 7467600"/>
              <a:gd name="connsiteY624" fmla="*/ 1250369 h 6858000"/>
              <a:gd name="connsiteX625" fmla="*/ 323180 w 7467600"/>
              <a:gd name="connsiteY625" fmla="*/ 1435283 h 6858000"/>
              <a:gd name="connsiteX626" fmla="*/ 349381 w 7467600"/>
              <a:gd name="connsiteY626" fmla="*/ 1875041 h 6858000"/>
              <a:gd name="connsiteX627" fmla="*/ 374363 w 7467600"/>
              <a:gd name="connsiteY627" fmla="*/ 1506494 h 6858000"/>
              <a:gd name="connsiteX628" fmla="*/ 302168 w 7467600"/>
              <a:gd name="connsiteY628" fmla="*/ 1274495 h 6858000"/>
              <a:gd name="connsiteX629" fmla="*/ 291466 w 7467600"/>
              <a:gd name="connsiteY629" fmla="*/ 1250369 h 6858000"/>
              <a:gd name="connsiteX630" fmla="*/ 678222 w 7467600"/>
              <a:gd name="connsiteY630" fmla="*/ 1248670 h 6858000"/>
              <a:gd name="connsiteX631" fmla="*/ 775536 w 7467600"/>
              <a:gd name="connsiteY631" fmla="*/ 1388015 h 6858000"/>
              <a:gd name="connsiteX632" fmla="*/ 894529 w 7467600"/>
              <a:gd name="connsiteY632" fmla="*/ 1567739 h 6858000"/>
              <a:gd name="connsiteX633" fmla="*/ 948000 w 7467600"/>
              <a:gd name="connsiteY633" fmla="*/ 1663088 h 6858000"/>
              <a:gd name="connsiteX634" fmla="*/ 1006812 w 7467600"/>
              <a:gd name="connsiteY634" fmla="*/ 1767683 h 6858000"/>
              <a:gd name="connsiteX635" fmla="*/ 1149133 w 7467600"/>
              <a:gd name="connsiteY635" fmla="*/ 1971513 h 6858000"/>
              <a:gd name="connsiteX636" fmla="*/ 1333952 w 7467600"/>
              <a:gd name="connsiteY636" fmla="*/ 2251620 h 6858000"/>
              <a:gd name="connsiteX637" fmla="*/ 1337329 w 7467600"/>
              <a:gd name="connsiteY637" fmla="*/ 2258350 h 6858000"/>
              <a:gd name="connsiteX638" fmla="*/ 1014726 w 7467600"/>
              <a:gd name="connsiteY638" fmla="*/ 1615556 h 6858000"/>
              <a:gd name="connsiteX639" fmla="*/ 678222 w 7467600"/>
              <a:gd name="connsiteY639" fmla="*/ 1248670 h 6858000"/>
              <a:gd name="connsiteX640" fmla="*/ 6691602 w 7467600"/>
              <a:gd name="connsiteY640" fmla="*/ 1140573 h 6858000"/>
              <a:gd name="connsiteX641" fmla="*/ 6571100 w 7467600"/>
              <a:gd name="connsiteY641" fmla="*/ 1183662 h 6858000"/>
              <a:gd name="connsiteX642" fmla="*/ 6241687 w 7467600"/>
              <a:gd name="connsiteY642" fmla="*/ 1257600 h 6858000"/>
              <a:gd name="connsiteX643" fmla="*/ 5693009 w 7467600"/>
              <a:gd name="connsiteY643" fmla="*/ 1478256 h 6858000"/>
              <a:gd name="connsiteX644" fmla="*/ 6548420 w 7467600"/>
              <a:gd name="connsiteY644" fmla="*/ 1214599 h 6858000"/>
              <a:gd name="connsiteX645" fmla="*/ 6605473 w 7467600"/>
              <a:gd name="connsiteY645" fmla="*/ 1184686 h 6858000"/>
              <a:gd name="connsiteX646" fmla="*/ 6691602 w 7467600"/>
              <a:gd name="connsiteY646" fmla="*/ 1140573 h 6858000"/>
              <a:gd name="connsiteX647" fmla="*/ 4002475 w 7467600"/>
              <a:gd name="connsiteY647" fmla="*/ 1037802 h 6858000"/>
              <a:gd name="connsiteX648" fmla="*/ 4000324 w 7467600"/>
              <a:gd name="connsiteY648" fmla="*/ 1039362 h 6858000"/>
              <a:gd name="connsiteX649" fmla="*/ 4002862 w 7467600"/>
              <a:gd name="connsiteY649" fmla="*/ 1042866 h 6858000"/>
              <a:gd name="connsiteX650" fmla="*/ 4002475 w 7467600"/>
              <a:gd name="connsiteY650" fmla="*/ 1037802 h 6858000"/>
              <a:gd name="connsiteX651" fmla="*/ 506322 w 7467600"/>
              <a:gd name="connsiteY651" fmla="*/ 1020997 h 6858000"/>
              <a:gd name="connsiteX652" fmla="*/ 533068 w 7467600"/>
              <a:gd name="connsiteY652" fmla="*/ 1029409 h 6858000"/>
              <a:gd name="connsiteX653" fmla="*/ 1232525 w 7467600"/>
              <a:gd name="connsiteY653" fmla="*/ 1804675 h 6858000"/>
              <a:gd name="connsiteX654" fmla="*/ 1388858 w 7467600"/>
              <a:gd name="connsiteY654" fmla="*/ 2368011 h 6858000"/>
              <a:gd name="connsiteX655" fmla="*/ 1384098 w 7467600"/>
              <a:gd name="connsiteY655" fmla="*/ 2378125 h 6858000"/>
              <a:gd name="connsiteX656" fmla="*/ 1425393 w 7467600"/>
              <a:gd name="connsiteY656" fmla="*/ 2589124 h 6858000"/>
              <a:gd name="connsiteX657" fmla="*/ 1424001 w 7467600"/>
              <a:gd name="connsiteY657" fmla="*/ 2597541 h 6858000"/>
              <a:gd name="connsiteX658" fmla="*/ 2152729 w 7467600"/>
              <a:gd name="connsiteY658" fmla="*/ 2864487 h 6858000"/>
              <a:gd name="connsiteX659" fmla="*/ 2020609 w 7467600"/>
              <a:gd name="connsiteY659" fmla="*/ 2539671 h 6858000"/>
              <a:gd name="connsiteX660" fmla="*/ 2018920 w 7467600"/>
              <a:gd name="connsiteY660" fmla="*/ 2536309 h 6858000"/>
              <a:gd name="connsiteX661" fmla="*/ 1342441 w 7467600"/>
              <a:gd name="connsiteY661" fmla="*/ 1173017 h 6858000"/>
              <a:gd name="connsiteX662" fmla="*/ 1367925 w 7467600"/>
              <a:gd name="connsiteY662" fmla="*/ 1135648 h 6858000"/>
              <a:gd name="connsiteX663" fmla="*/ 1771401 w 7467600"/>
              <a:gd name="connsiteY663" fmla="*/ 1806673 h 6858000"/>
              <a:gd name="connsiteX664" fmla="*/ 1972385 w 7467600"/>
              <a:gd name="connsiteY664" fmla="*/ 2198735 h 6858000"/>
              <a:gd name="connsiteX665" fmla="*/ 2040892 w 7467600"/>
              <a:gd name="connsiteY665" fmla="*/ 2405205 h 6858000"/>
              <a:gd name="connsiteX666" fmla="*/ 2131689 w 7467600"/>
              <a:gd name="connsiteY666" fmla="*/ 1936926 h 6858000"/>
              <a:gd name="connsiteX667" fmla="*/ 2454820 w 7467600"/>
              <a:gd name="connsiteY667" fmla="*/ 1248808 h 6858000"/>
              <a:gd name="connsiteX668" fmla="*/ 2492512 w 7467600"/>
              <a:gd name="connsiteY668" fmla="*/ 1302920 h 6858000"/>
              <a:gd name="connsiteX669" fmla="*/ 2081216 w 7467600"/>
              <a:gd name="connsiteY669" fmla="*/ 2527513 h 6858000"/>
              <a:gd name="connsiteX670" fmla="*/ 2081211 w 7467600"/>
              <a:gd name="connsiteY670" fmla="*/ 2528916 h 6858000"/>
              <a:gd name="connsiteX671" fmla="*/ 2199067 w 7467600"/>
              <a:gd name="connsiteY671" fmla="*/ 2884061 h 6858000"/>
              <a:gd name="connsiteX672" fmla="*/ 3192586 w 7467600"/>
              <a:gd name="connsiteY672" fmla="*/ 3411496 h 6858000"/>
              <a:gd name="connsiteX673" fmla="*/ 3182620 w 7467600"/>
              <a:gd name="connsiteY673" fmla="*/ 3483279 h 6858000"/>
              <a:gd name="connsiteX674" fmla="*/ 2435119 w 7467600"/>
              <a:gd name="connsiteY674" fmla="*/ 3080173 h 6858000"/>
              <a:gd name="connsiteX675" fmla="*/ 2410152 w 7467600"/>
              <a:gd name="connsiteY675" fmla="*/ 3063751 h 6858000"/>
              <a:gd name="connsiteX676" fmla="*/ 2408099 w 7467600"/>
              <a:gd name="connsiteY676" fmla="*/ 3064403 h 6858000"/>
              <a:gd name="connsiteX677" fmla="*/ 2407218 w 7467600"/>
              <a:gd name="connsiteY677" fmla="*/ 3070324 h 6858000"/>
              <a:gd name="connsiteX678" fmla="*/ 2380138 w 7467600"/>
              <a:gd name="connsiteY678" fmla="*/ 3099341 h 6858000"/>
              <a:gd name="connsiteX679" fmla="*/ 1765923 w 7467600"/>
              <a:gd name="connsiteY679" fmla="*/ 3581043 h 6858000"/>
              <a:gd name="connsiteX680" fmla="*/ 1702258 w 7467600"/>
              <a:gd name="connsiteY680" fmla="*/ 3612286 h 6858000"/>
              <a:gd name="connsiteX681" fmla="*/ 1538370 w 7467600"/>
              <a:gd name="connsiteY681" fmla="*/ 3811804 h 6858000"/>
              <a:gd name="connsiteX682" fmla="*/ 542867 w 7467600"/>
              <a:gd name="connsiteY682" fmla="*/ 4944092 h 6858000"/>
              <a:gd name="connsiteX683" fmla="*/ 515800 w 7467600"/>
              <a:gd name="connsiteY683" fmla="*/ 4862180 h 6858000"/>
              <a:gd name="connsiteX684" fmla="*/ 909145 w 7467600"/>
              <a:gd name="connsiteY684" fmla="*/ 4199225 h 6858000"/>
              <a:gd name="connsiteX685" fmla="*/ 1214067 w 7467600"/>
              <a:gd name="connsiteY685" fmla="*/ 3908561 h 6858000"/>
              <a:gd name="connsiteX686" fmla="*/ 640967 w 7467600"/>
              <a:gd name="connsiteY686" fmla="*/ 4105601 h 6858000"/>
              <a:gd name="connsiteX687" fmla="*/ 112563 w 7467600"/>
              <a:gd name="connsiteY687" fmla="*/ 4396952 h 6858000"/>
              <a:gd name="connsiteX688" fmla="*/ 0 w 7467600"/>
              <a:gd name="connsiteY688" fmla="*/ 4466006 h 6858000"/>
              <a:gd name="connsiteX689" fmla="*/ 0 w 7467600"/>
              <a:gd name="connsiteY689" fmla="*/ 4233763 h 6858000"/>
              <a:gd name="connsiteX690" fmla="*/ 36881 w 7467600"/>
              <a:gd name="connsiteY690" fmla="*/ 4200118 h 6858000"/>
              <a:gd name="connsiteX691" fmla="*/ 910534 w 7467600"/>
              <a:gd name="connsiteY691" fmla="*/ 3629753 h 6858000"/>
              <a:gd name="connsiteX692" fmla="*/ 1578717 w 7467600"/>
              <a:gd name="connsiteY692" fmla="*/ 3575982 h 6858000"/>
              <a:gd name="connsiteX693" fmla="*/ 2338780 w 7467600"/>
              <a:gd name="connsiteY693" fmla="*/ 3033725 h 6858000"/>
              <a:gd name="connsiteX694" fmla="*/ 1807991 w 7467600"/>
              <a:gd name="connsiteY694" fmla="*/ 2807184 h 6858000"/>
              <a:gd name="connsiteX695" fmla="*/ 1416358 w 7467600"/>
              <a:gd name="connsiteY695" fmla="*/ 3112571 h 6858000"/>
              <a:gd name="connsiteX696" fmla="*/ 939066 w 7467600"/>
              <a:gd name="connsiteY696" fmla="*/ 3378798 h 6858000"/>
              <a:gd name="connsiteX697" fmla="*/ 115099 w 7467600"/>
              <a:gd name="connsiteY697" fmla="*/ 3607650 h 6858000"/>
              <a:gd name="connsiteX698" fmla="*/ 97284 w 7467600"/>
              <a:gd name="connsiteY698" fmla="*/ 3520393 h 6858000"/>
              <a:gd name="connsiteX699" fmla="*/ 922050 w 7467600"/>
              <a:gd name="connsiteY699" fmla="*/ 3074867 h 6858000"/>
              <a:gd name="connsiteX700" fmla="*/ 1405265 w 7467600"/>
              <a:gd name="connsiteY700" fmla="*/ 3016319 h 6858000"/>
              <a:gd name="connsiteX701" fmla="*/ 1407512 w 7467600"/>
              <a:gd name="connsiteY701" fmla="*/ 3018001 h 6858000"/>
              <a:gd name="connsiteX702" fmla="*/ 1726266 w 7467600"/>
              <a:gd name="connsiteY702" fmla="*/ 2777274 h 6858000"/>
              <a:gd name="connsiteX703" fmla="*/ 625390 w 7467600"/>
              <a:gd name="connsiteY703" fmla="*/ 2514541 h 6858000"/>
              <a:gd name="connsiteX704" fmla="*/ 619799 w 7467600"/>
              <a:gd name="connsiteY704" fmla="*/ 2527180 h 6858000"/>
              <a:gd name="connsiteX705" fmla="*/ 310030 w 7467600"/>
              <a:gd name="connsiteY705" fmla="*/ 2771818 h 6858000"/>
              <a:gd name="connsiteX706" fmla="*/ 173877 w 7467600"/>
              <a:gd name="connsiteY706" fmla="*/ 2937056 h 6858000"/>
              <a:gd name="connsiteX707" fmla="*/ 77889 w 7467600"/>
              <a:gd name="connsiteY707" fmla="*/ 3138440 h 6858000"/>
              <a:gd name="connsiteX708" fmla="*/ 0 w 7467600"/>
              <a:gd name="connsiteY708" fmla="*/ 3271395 h 6858000"/>
              <a:gd name="connsiteX709" fmla="*/ 0 w 7467600"/>
              <a:gd name="connsiteY709" fmla="*/ 3153002 h 6858000"/>
              <a:gd name="connsiteX710" fmla="*/ 2386 w 7467600"/>
              <a:gd name="connsiteY710" fmla="*/ 3149203 h 6858000"/>
              <a:gd name="connsiteX711" fmla="*/ 89753 w 7467600"/>
              <a:gd name="connsiteY711" fmla="*/ 2987702 h 6858000"/>
              <a:gd name="connsiteX712" fmla="*/ 76869 w 7467600"/>
              <a:gd name="connsiteY712" fmla="*/ 3005404 h 6858000"/>
              <a:gd name="connsiteX713" fmla="*/ 32049 w 7467600"/>
              <a:gd name="connsiteY713" fmla="*/ 3065814 h 6858000"/>
              <a:gd name="connsiteX714" fmla="*/ 0 w 7467600"/>
              <a:gd name="connsiteY714" fmla="*/ 3108744 h 6858000"/>
              <a:gd name="connsiteX715" fmla="*/ 0 w 7467600"/>
              <a:gd name="connsiteY715" fmla="*/ 3058059 h 6858000"/>
              <a:gd name="connsiteX716" fmla="*/ 7610 w 7467600"/>
              <a:gd name="connsiteY716" fmla="*/ 3047889 h 6858000"/>
              <a:gd name="connsiteX717" fmla="*/ 52419 w 7467600"/>
              <a:gd name="connsiteY717" fmla="*/ 2987479 h 6858000"/>
              <a:gd name="connsiteX718" fmla="*/ 59142 w 7467600"/>
              <a:gd name="connsiteY718" fmla="*/ 2978488 h 6858000"/>
              <a:gd name="connsiteX719" fmla="*/ 0 w 7467600"/>
              <a:gd name="connsiteY719" fmla="*/ 3015334 h 6858000"/>
              <a:gd name="connsiteX720" fmla="*/ 0 w 7467600"/>
              <a:gd name="connsiteY720" fmla="*/ 2914286 h 6858000"/>
              <a:gd name="connsiteX721" fmla="*/ 36383 w 7467600"/>
              <a:gd name="connsiteY721" fmla="*/ 2901128 h 6858000"/>
              <a:gd name="connsiteX722" fmla="*/ 156329 w 7467600"/>
              <a:gd name="connsiteY722" fmla="*/ 2840533 h 6858000"/>
              <a:gd name="connsiteX723" fmla="*/ 358355 w 7467600"/>
              <a:gd name="connsiteY723" fmla="*/ 2620471 h 6858000"/>
              <a:gd name="connsiteX724" fmla="*/ 510577 w 7467600"/>
              <a:gd name="connsiteY724" fmla="*/ 2501244 h 6858000"/>
              <a:gd name="connsiteX725" fmla="*/ 211967 w 7467600"/>
              <a:gd name="connsiteY725" fmla="*/ 2479171 h 6858000"/>
              <a:gd name="connsiteX726" fmla="*/ 0 w 7467600"/>
              <a:gd name="connsiteY726" fmla="*/ 2476398 h 6858000"/>
              <a:gd name="connsiteX727" fmla="*/ 0 w 7467600"/>
              <a:gd name="connsiteY727" fmla="*/ 2389189 h 6858000"/>
              <a:gd name="connsiteX728" fmla="*/ 103062 w 7467600"/>
              <a:gd name="connsiteY728" fmla="*/ 2389518 h 6858000"/>
              <a:gd name="connsiteX729" fmla="*/ 510734 w 7467600"/>
              <a:gd name="connsiteY729" fmla="*/ 2416201 h 6858000"/>
              <a:gd name="connsiteX730" fmla="*/ 279257 w 7467600"/>
              <a:gd name="connsiteY730" fmla="*/ 2092102 h 6858000"/>
              <a:gd name="connsiteX731" fmla="*/ 65265 w 7467600"/>
              <a:gd name="connsiteY731" fmla="*/ 2006049 h 6858000"/>
              <a:gd name="connsiteX732" fmla="*/ 0 w 7467600"/>
              <a:gd name="connsiteY732" fmla="*/ 1982532 h 6858000"/>
              <a:gd name="connsiteX733" fmla="*/ 0 w 7467600"/>
              <a:gd name="connsiteY733" fmla="*/ 1912789 h 6858000"/>
              <a:gd name="connsiteX734" fmla="*/ 97460 w 7467600"/>
              <a:gd name="connsiteY734" fmla="*/ 1953725 h 6858000"/>
              <a:gd name="connsiteX735" fmla="*/ 221272 w 7467600"/>
              <a:gd name="connsiteY735" fmla="*/ 1980766 h 6858000"/>
              <a:gd name="connsiteX736" fmla="*/ 116765 w 7467600"/>
              <a:gd name="connsiteY736" fmla="*/ 1911033 h 6858000"/>
              <a:gd name="connsiteX737" fmla="*/ 16405 w 7467600"/>
              <a:gd name="connsiteY737" fmla="*/ 1803412 h 6858000"/>
              <a:gd name="connsiteX738" fmla="*/ 0 w 7467600"/>
              <a:gd name="connsiteY738" fmla="*/ 1784777 h 6858000"/>
              <a:gd name="connsiteX739" fmla="*/ 0 w 7467600"/>
              <a:gd name="connsiteY739" fmla="*/ 1740082 h 6858000"/>
              <a:gd name="connsiteX740" fmla="*/ 39394 w 7467600"/>
              <a:gd name="connsiteY740" fmla="*/ 1784856 h 6858000"/>
              <a:gd name="connsiteX741" fmla="*/ 135813 w 7467600"/>
              <a:gd name="connsiteY741" fmla="*/ 1888838 h 6858000"/>
              <a:gd name="connsiteX742" fmla="*/ 242575 w 7467600"/>
              <a:gd name="connsiteY742" fmla="*/ 1958841 h 6858000"/>
              <a:gd name="connsiteX743" fmla="*/ 82197 w 7467600"/>
              <a:gd name="connsiteY743" fmla="*/ 1754826 h 6858000"/>
              <a:gd name="connsiteX744" fmla="*/ 0 w 7467600"/>
              <a:gd name="connsiteY744" fmla="*/ 1679650 h 6858000"/>
              <a:gd name="connsiteX745" fmla="*/ 0 w 7467600"/>
              <a:gd name="connsiteY745" fmla="*/ 1602463 h 6858000"/>
              <a:gd name="connsiteX746" fmla="*/ 84689 w 7467600"/>
              <a:gd name="connsiteY746" fmla="*/ 1677442 h 6858000"/>
              <a:gd name="connsiteX747" fmla="*/ 298437 w 7467600"/>
              <a:gd name="connsiteY747" fmla="*/ 1968019 h 6858000"/>
              <a:gd name="connsiteX748" fmla="*/ 227269 w 7467600"/>
              <a:gd name="connsiteY748" fmla="*/ 1114064 h 6858000"/>
              <a:gd name="connsiteX749" fmla="*/ 248003 w 7467600"/>
              <a:gd name="connsiteY749" fmla="*/ 1089613 h 6858000"/>
              <a:gd name="connsiteX750" fmla="*/ 427020 w 7467600"/>
              <a:gd name="connsiteY750" fmla="*/ 1619803 h 6858000"/>
              <a:gd name="connsiteX751" fmla="*/ 340345 w 7467600"/>
              <a:gd name="connsiteY751" fmla="*/ 2027739 h 6858000"/>
              <a:gd name="connsiteX752" fmla="*/ 360865 w 7467600"/>
              <a:gd name="connsiteY752" fmla="*/ 2044827 h 6858000"/>
              <a:gd name="connsiteX753" fmla="*/ 560414 w 7467600"/>
              <a:gd name="connsiteY753" fmla="*/ 2421457 h 6858000"/>
              <a:gd name="connsiteX754" fmla="*/ 1359703 w 7467600"/>
              <a:gd name="connsiteY754" fmla="*/ 2578554 h 6858000"/>
              <a:gd name="connsiteX755" fmla="*/ 1359422 w 7467600"/>
              <a:gd name="connsiteY755" fmla="*/ 2577994 h 6858000"/>
              <a:gd name="connsiteX756" fmla="*/ 828701 w 7467600"/>
              <a:gd name="connsiteY756" fmla="*/ 1839520 h 6858000"/>
              <a:gd name="connsiteX757" fmla="*/ 494427 w 7467600"/>
              <a:gd name="connsiteY757" fmla="*/ 1092333 h 6858000"/>
              <a:gd name="connsiteX758" fmla="*/ 506322 w 7467600"/>
              <a:gd name="connsiteY758" fmla="*/ 1020997 h 6858000"/>
              <a:gd name="connsiteX759" fmla="*/ 4570198 w 7467600"/>
              <a:gd name="connsiteY759" fmla="*/ 978081 h 6858000"/>
              <a:gd name="connsiteX760" fmla="*/ 4523691 w 7467600"/>
              <a:gd name="connsiteY760" fmla="*/ 1127776 h 6858000"/>
              <a:gd name="connsiteX761" fmla="*/ 4509875 w 7467600"/>
              <a:gd name="connsiteY761" fmla="*/ 1167552 h 6858000"/>
              <a:gd name="connsiteX762" fmla="*/ 4478168 w 7467600"/>
              <a:gd name="connsiteY762" fmla="*/ 1260735 h 6858000"/>
              <a:gd name="connsiteX763" fmla="*/ 4409309 w 7467600"/>
              <a:gd name="connsiteY763" fmla="*/ 1666996 h 6858000"/>
              <a:gd name="connsiteX764" fmla="*/ 4370031 w 7467600"/>
              <a:gd name="connsiteY764" fmla="*/ 1955666 h 6858000"/>
              <a:gd name="connsiteX765" fmla="*/ 4570198 w 7467600"/>
              <a:gd name="connsiteY765" fmla="*/ 978081 h 6858000"/>
              <a:gd name="connsiteX766" fmla="*/ 4557898 w 7467600"/>
              <a:gd name="connsiteY766" fmla="*/ 900011 h 6858000"/>
              <a:gd name="connsiteX767" fmla="*/ 4344840 w 7467600"/>
              <a:gd name="connsiteY767" fmla="*/ 1922038 h 6858000"/>
              <a:gd name="connsiteX768" fmla="*/ 4378710 w 7467600"/>
              <a:gd name="connsiteY768" fmla="*/ 1665516 h 6858000"/>
              <a:gd name="connsiteX769" fmla="*/ 4448798 w 7467600"/>
              <a:gd name="connsiteY769" fmla="*/ 1253024 h 6858000"/>
              <a:gd name="connsiteX770" fmla="*/ 4480315 w 7467600"/>
              <a:gd name="connsiteY770" fmla="*/ 1158454 h 6858000"/>
              <a:gd name="connsiteX771" fmla="*/ 4494133 w 7467600"/>
              <a:gd name="connsiteY771" fmla="*/ 1118676 h 6858000"/>
              <a:gd name="connsiteX772" fmla="*/ 4557898 w 7467600"/>
              <a:gd name="connsiteY772" fmla="*/ 900011 h 6858000"/>
              <a:gd name="connsiteX773" fmla="*/ 5870151 w 7467600"/>
              <a:gd name="connsiteY773" fmla="*/ 898890 h 6858000"/>
              <a:gd name="connsiteX774" fmla="*/ 5861335 w 7467600"/>
              <a:gd name="connsiteY774" fmla="*/ 899177 h 6858000"/>
              <a:gd name="connsiteX775" fmla="*/ 5843702 w 7467600"/>
              <a:gd name="connsiteY775" fmla="*/ 899748 h 6858000"/>
              <a:gd name="connsiteX776" fmla="*/ 5651107 w 7467600"/>
              <a:gd name="connsiteY776" fmla="*/ 920306 h 6858000"/>
              <a:gd name="connsiteX777" fmla="*/ 5459407 w 7467600"/>
              <a:gd name="connsiteY777" fmla="*/ 940975 h 6858000"/>
              <a:gd name="connsiteX778" fmla="*/ 5374846 w 7467600"/>
              <a:gd name="connsiteY778" fmla="*/ 941988 h 6858000"/>
              <a:gd name="connsiteX779" fmla="*/ 5256105 w 7467600"/>
              <a:gd name="connsiteY779" fmla="*/ 945632 h 6858000"/>
              <a:gd name="connsiteX780" fmla="*/ 5107071 w 7467600"/>
              <a:gd name="connsiteY780" fmla="*/ 969720 h 6858000"/>
              <a:gd name="connsiteX781" fmla="*/ 4998681 w 7467600"/>
              <a:gd name="connsiteY781" fmla="*/ 988771 h 6858000"/>
              <a:gd name="connsiteX782" fmla="*/ 5870151 w 7467600"/>
              <a:gd name="connsiteY782" fmla="*/ 898890 h 6858000"/>
              <a:gd name="connsiteX783" fmla="*/ 5504425 w 7467600"/>
              <a:gd name="connsiteY783" fmla="*/ 848067 h 6858000"/>
              <a:gd name="connsiteX784" fmla="*/ 4968849 w 7467600"/>
              <a:gd name="connsiteY784" fmla="*/ 962318 h 6858000"/>
              <a:gd name="connsiteX785" fmla="*/ 5104039 w 7467600"/>
              <a:gd name="connsiteY785" fmla="*/ 940634 h 6858000"/>
              <a:gd name="connsiteX786" fmla="*/ 5256311 w 7467600"/>
              <a:gd name="connsiteY786" fmla="*/ 916490 h 6858000"/>
              <a:gd name="connsiteX787" fmla="*/ 5377381 w 7467600"/>
              <a:gd name="connsiteY787" fmla="*/ 912671 h 6858000"/>
              <a:gd name="connsiteX788" fmla="*/ 5460148 w 7467600"/>
              <a:gd name="connsiteY788" fmla="*/ 911442 h 6858000"/>
              <a:gd name="connsiteX789" fmla="*/ 5648971 w 7467600"/>
              <a:gd name="connsiteY789" fmla="*/ 891331 h 6858000"/>
              <a:gd name="connsiteX790" fmla="*/ 5844807 w 7467600"/>
              <a:gd name="connsiteY790" fmla="*/ 870718 h 6858000"/>
              <a:gd name="connsiteX791" fmla="*/ 5862975 w 7467600"/>
              <a:gd name="connsiteY791" fmla="*/ 869756 h 6858000"/>
              <a:gd name="connsiteX792" fmla="*/ 5920887 w 7467600"/>
              <a:gd name="connsiteY792" fmla="*/ 865929 h 6858000"/>
              <a:gd name="connsiteX793" fmla="*/ 5504425 w 7467600"/>
              <a:gd name="connsiteY793" fmla="*/ 848067 h 6858000"/>
              <a:gd name="connsiteX794" fmla="*/ 3607114 w 7467600"/>
              <a:gd name="connsiteY794" fmla="*/ 467441 h 6858000"/>
              <a:gd name="connsiteX795" fmla="*/ 3296242 w 7467600"/>
              <a:gd name="connsiteY795" fmla="*/ 807991 h 6858000"/>
              <a:gd name="connsiteX796" fmla="*/ 3174674 w 7467600"/>
              <a:gd name="connsiteY796" fmla="*/ 919759 h 6858000"/>
              <a:gd name="connsiteX797" fmla="*/ 3042978 w 7467600"/>
              <a:gd name="connsiteY797" fmla="*/ 1054894 h 6858000"/>
              <a:gd name="connsiteX798" fmla="*/ 2968914 w 7467600"/>
              <a:gd name="connsiteY798" fmla="*/ 1133756 h 6858000"/>
              <a:gd name="connsiteX799" fmla="*/ 3103823 w 7467600"/>
              <a:gd name="connsiteY799" fmla="*/ 1026814 h 6858000"/>
              <a:gd name="connsiteX800" fmla="*/ 3607114 w 7467600"/>
              <a:gd name="connsiteY800" fmla="*/ 467441 h 6858000"/>
              <a:gd name="connsiteX801" fmla="*/ 3744487 w 7467600"/>
              <a:gd name="connsiteY801" fmla="*/ 383136 h 6858000"/>
              <a:gd name="connsiteX802" fmla="*/ 3970213 w 7467600"/>
              <a:gd name="connsiteY802" fmla="*/ 995559 h 6858000"/>
              <a:gd name="connsiteX803" fmla="*/ 3744487 w 7467600"/>
              <a:gd name="connsiteY803" fmla="*/ 383136 h 6858000"/>
              <a:gd name="connsiteX804" fmla="*/ 3624562 w 7467600"/>
              <a:gd name="connsiteY804" fmla="*/ 367041 h 6858000"/>
              <a:gd name="connsiteX805" fmla="*/ 3489712 w 7467600"/>
              <a:gd name="connsiteY805" fmla="*/ 485386 h 6858000"/>
              <a:gd name="connsiteX806" fmla="*/ 3182994 w 7467600"/>
              <a:gd name="connsiteY806" fmla="*/ 828265 h 6858000"/>
              <a:gd name="connsiteX807" fmla="*/ 2892114 w 7467600"/>
              <a:gd name="connsiteY807" fmla="*/ 1172635 h 6858000"/>
              <a:gd name="connsiteX808" fmla="*/ 3021459 w 7467600"/>
              <a:gd name="connsiteY808" fmla="*/ 1035385 h 6858000"/>
              <a:gd name="connsiteX809" fmla="*/ 3153873 w 7467600"/>
              <a:gd name="connsiteY809" fmla="*/ 898971 h 6858000"/>
              <a:gd name="connsiteX810" fmla="*/ 3276511 w 7467600"/>
              <a:gd name="connsiteY810" fmla="*/ 786423 h 6858000"/>
              <a:gd name="connsiteX811" fmla="*/ 3584154 w 7467600"/>
              <a:gd name="connsiteY811" fmla="*/ 448218 h 6858000"/>
              <a:gd name="connsiteX812" fmla="*/ 3624562 w 7467600"/>
              <a:gd name="connsiteY812" fmla="*/ 367041 h 6858000"/>
              <a:gd name="connsiteX813" fmla="*/ 3766672 w 7467600"/>
              <a:gd name="connsiteY813" fmla="*/ 359429 h 6858000"/>
              <a:gd name="connsiteX814" fmla="*/ 3996338 w 7467600"/>
              <a:gd name="connsiteY814" fmla="*/ 968237 h 6858000"/>
              <a:gd name="connsiteX815" fmla="*/ 3766672 w 7467600"/>
              <a:gd name="connsiteY815" fmla="*/ 359429 h 6858000"/>
              <a:gd name="connsiteX816" fmla="*/ 5805386 w 7467600"/>
              <a:gd name="connsiteY816" fmla="*/ 239240 h 6858000"/>
              <a:gd name="connsiteX817" fmla="*/ 5736947 w 7467600"/>
              <a:gd name="connsiteY817" fmla="*/ 261367 h 6858000"/>
              <a:gd name="connsiteX818" fmla="*/ 5427012 w 7467600"/>
              <a:gd name="connsiteY818" fmla="*/ 311272 h 6858000"/>
              <a:gd name="connsiteX819" fmla="*/ 5147818 w 7467600"/>
              <a:gd name="connsiteY819" fmla="*/ 322112 h 6858000"/>
              <a:gd name="connsiteX820" fmla="*/ 5060854 w 7467600"/>
              <a:gd name="connsiteY820" fmla="*/ 311882 h 6858000"/>
              <a:gd name="connsiteX821" fmla="*/ 4945989 w 7467600"/>
              <a:gd name="connsiteY821" fmla="*/ 300516 h 6858000"/>
              <a:gd name="connsiteX822" fmla="*/ 5410479 w 7467600"/>
              <a:gd name="connsiteY822" fmla="*/ 348434 h 6858000"/>
              <a:gd name="connsiteX823" fmla="*/ 5805386 w 7467600"/>
              <a:gd name="connsiteY823" fmla="*/ 239240 h 6858000"/>
              <a:gd name="connsiteX824" fmla="*/ 5905192 w 7467600"/>
              <a:gd name="connsiteY824" fmla="*/ 163079 h 6858000"/>
              <a:gd name="connsiteX825" fmla="*/ 5865655 w 7467600"/>
              <a:gd name="connsiteY825" fmla="*/ 171901 h 6858000"/>
              <a:gd name="connsiteX826" fmla="*/ 5259740 w 7467600"/>
              <a:gd name="connsiteY826" fmla="*/ 257013 h 6858000"/>
              <a:gd name="connsiteX827" fmla="*/ 5208466 w 7467600"/>
              <a:gd name="connsiteY827" fmla="*/ 257550 h 6858000"/>
              <a:gd name="connsiteX828" fmla="*/ 4980204 w 7467600"/>
              <a:gd name="connsiteY828" fmla="*/ 271903 h 6858000"/>
              <a:gd name="connsiteX829" fmla="*/ 5068068 w 7467600"/>
              <a:gd name="connsiteY829" fmla="*/ 282244 h 6858000"/>
              <a:gd name="connsiteX830" fmla="*/ 5153231 w 7467600"/>
              <a:gd name="connsiteY830" fmla="*/ 292240 h 6858000"/>
              <a:gd name="connsiteX831" fmla="*/ 5426491 w 7467600"/>
              <a:gd name="connsiteY831" fmla="*/ 281128 h 6858000"/>
              <a:gd name="connsiteX832" fmla="*/ 5731212 w 7467600"/>
              <a:gd name="connsiteY832" fmla="*/ 231951 h 6858000"/>
              <a:gd name="connsiteX833" fmla="*/ 5905192 w 7467600"/>
              <a:gd name="connsiteY833" fmla="*/ 163079 h 6858000"/>
              <a:gd name="connsiteX834" fmla="*/ 5944437 w 7467600"/>
              <a:gd name="connsiteY834" fmla="*/ 113829 h 6858000"/>
              <a:gd name="connsiteX835" fmla="*/ 5825032 w 7467600"/>
              <a:gd name="connsiteY835" fmla="*/ 146405 h 6858000"/>
              <a:gd name="connsiteX836" fmla="*/ 4955599 w 7467600"/>
              <a:gd name="connsiteY836" fmla="*/ 247008 h 6858000"/>
              <a:gd name="connsiteX837" fmla="*/ 5210104 w 7467600"/>
              <a:gd name="connsiteY837" fmla="*/ 228123 h 6858000"/>
              <a:gd name="connsiteX838" fmla="*/ 5261015 w 7467600"/>
              <a:gd name="connsiteY838" fmla="*/ 227087 h 6858000"/>
              <a:gd name="connsiteX839" fmla="*/ 5861181 w 7467600"/>
              <a:gd name="connsiteY839" fmla="*/ 143093 h 6858000"/>
              <a:gd name="connsiteX840" fmla="*/ 5961252 w 7467600"/>
              <a:gd name="connsiteY840" fmla="*/ 114820 h 6858000"/>
              <a:gd name="connsiteX841" fmla="*/ 5944437 w 7467600"/>
              <a:gd name="connsiteY841" fmla="*/ 113829 h 6858000"/>
              <a:gd name="connsiteX842" fmla="*/ 3882765 w 7467600"/>
              <a:gd name="connsiteY842" fmla="*/ 0 h 6858000"/>
              <a:gd name="connsiteX843" fmla="*/ 3995099 w 7467600"/>
              <a:gd name="connsiteY843" fmla="*/ 0 h 6858000"/>
              <a:gd name="connsiteX844" fmla="*/ 4163818 w 7467600"/>
              <a:gd name="connsiteY844" fmla="*/ 234104 h 6858000"/>
              <a:gd name="connsiteX845" fmla="*/ 4172099 w 7467600"/>
              <a:gd name="connsiteY845" fmla="*/ 234207 h 6858000"/>
              <a:gd name="connsiteX846" fmla="*/ 4784282 w 7467600"/>
              <a:gd name="connsiteY846" fmla="*/ 276561 h 6858000"/>
              <a:gd name="connsiteX847" fmla="*/ 4801687 w 7467600"/>
              <a:gd name="connsiteY847" fmla="*/ 267764 h 6858000"/>
              <a:gd name="connsiteX848" fmla="*/ 6082788 w 7467600"/>
              <a:gd name="connsiteY848" fmla="*/ 64119 h 6858000"/>
              <a:gd name="connsiteX849" fmla="*/ 6099442 w 7467600"/>
              <a:gd name="connsiteY849" fmla="*/ 82568 h 6858000"/>
              <a:gd name="connsiteX850" fmla="*/ 4804137 w 7467600"/>
              <a:gd name="connsiteY850" fmla="*/ 320931 h 6858000"/>
              <a:gd name="connsiteX851" fmla="*/ 4227047 w 7467600"/>
              <a:gd name="connsiteY851" fmla="*/ 313415 h 6858000"/>
              <a:gd name="connsiteX852" fmla="*/ 4346041 w 7467600"/>
              <a:gd name="connsiteY852" fmla="*/ 456086 h 6858000"/>
              <a:gd name="connsiteX853" fmla="*/ 4870967 w 7467600"/>
              <a:gd name="connsiteY853" fmla="*/ 963061 h 6858000"/>
              <a:gd name="connsiteX854" fmla="*/ 4889647 w 7467600"/>
              <a:gd name="connsiteY854" fmla="*/ 957147 h 6858000"/>
              <a:gd name="connsiteX855" fmla="*/ 5422504 w 7467600"/>
              <a:gd name="connsiteY855" fmla="*/ 805191 h 6858000"/>
              <a:gd name="connsiteX856" fmla="*/ 6087656 w 7467600"/>
              <a:gd name="connsiteY856" fmla="*/ 826703 h 6858000"/>
              <a:gd name="connsiteX857" fmla="*/ 6058717 w 7467600"/>
              <a:gd name="connsiteY857" fmla="*/ 865992 h 6858000"/>
              <a:gd name="connsiteX858" fmla="*/ 4974153 w 7467600"/>
              <a:gd name="connsiteY858" fmla="*/ 1045456 h 6858000"/>
              <a:gd name="connsiteX859" fmla="*/ 5627835 w 7467600"/>
              <a:gd name="connsiteY859" fmla="*/ 1472077 h 6858000"/>
              <a:gd name="connsiteX860" fmla="*/ 5629817 w 7467600"/>
              <a:gd name="connsiteY860" fmla="*/ 1471412 h 6858000"/>
              <a:gd name="connsiteX861" fmla="*/ 5634124 w 7467600"/>
              <a:gd name="connsiteY861" fmla="*/ 1470572 h 6858000"/>
              <a:gd name="connsiteX862" fmla="*/ 5755832 w 7467600"/>
              <a:gd name="connsiteY862" fmla="*/ 1383886 h 6858000"/>
              <a:gd name="connsiteX863" fmla="*/ 6014186 w 7467600"/>
              <a:gd name="connsiteY863" fmla="*/ 1279799 h 6858000"/>
              <a:gd name="connsiteX864" fmla="*/ 6901619 w 7467600"/>
              <a:gd name="connsiteY864" fmla="*/ 1047874 h 6858000"/>
              <a:gd name="connsiteX865" fmla="*/ 6931566 w 7467600"/>
              <a:gd name="connsiteY865" fmla="*/ 1062034 h 6858000"/>
              <a:gd name="connsiteX866" fmla="*/ 5790982 w 7467600"/>
              <a:gd name="connsiteY866" fmla="*/ 1561380 h 6858000"/>
              <a:gd name="connsiteX867" fmla="*/ 6188971 w 7467600"/>
              <a:gd name="connsiteY867" fmla="*/ 1755168 h 6858000"/>
              <a:gd name="connsiteX868" fmla="*/ 6202446 w 7467600"/>
              <a:gd name="connsiteY868" fmla="*/ 1752268 h 6858000"/>
              <a:gd name="connsiteX869" fmla="*/ 7179560 w 7467600"/>
              <a:gd name="connsiteY869" fmla="*/ 1467551 h 6858000"/>
              <a:gd name="connsiteX870" fmla="*/ 7158730 w 7467600"/>
              <a:gd name="connsiteY870" fmla="*/ 1507835 h 6858000"/>
              <a:gd name="connsiteX871" fmla="*/ 6326959 w 7467600"/>
              <a:gd name="connsiteY871" fmla="*/ 1817686 h 6858000"/>
              <a:gd name="connsiteX872" fmla="*/ 6537433 w 7467600"/>
              <a:gd name="connsiteY872" fmla="*/ 1907790 h 6858000"/>
              <a:gd name="connsiteX873" fmla="*/ 6550221 w 7467600"/>
              <a:gd name="connsiteY873" fmla="*/ 1910729 h 6858000"/>
              <a:gd name="connsiteX874" fmla="*/ 6964438 w 7467600"/>
              <a:gd name="connsiteY874" fmla="*/ 2209505 h 6858000"/>
              <a:gd name="connsiteX875" fmla="*/ 7367862 w 7467600"/>
              <a:gd name="connsiteY875" fmla="*/ 2806833 h 6858000"/>
              <a:gd name="connsiteX876" fmla="*/ 7364329 w 7467600"/>
              <a:gd name="connsiteY876" fmla="*/ 2826907 h 6858000"/>
              <a:gd name="connsiteX877" fmla="*/ 7290545 w 7467600"/>
              <a:gd name="connsiteY877" fmla="*/ 2850663 h 6858000"/>
              <a:gd name="connsiteX878" fmla="*/ 6472036 w 7467600"/>
              <a:gd name="connsiteY878" fmla="*/ 1959003 h 6858000"/>
              <a:gd name="connsiteX879" fmla="*/ 5792897 w 7467600"/>
              <a:gd name="connsiteY879" fmla="*/ 1647747 h 6858000"/>
              <a:gd name="connsiteX880" fmla="*/ 5842751 w 7467600"/>
              <a:gd name="connsiteY880" fmla="*/ 1816112 h 6858000"/>
              <a:gd name="connsiteX881" fmla="*/ 5847424 w 7467600"/>
              <a:gd name="connsiteY881" fmla="*/ 1815776 h 6858000"/>
              <a:gd name="connsiteX882" fmla="*/ 6399821 w 7467600"/>
              <a:gd name="connsiteY882" fmla="*/ 2344799 h 6858000"/>
              <a:gd name="connsiteX883" fmla="*/ 6323232 w 7467600"/>
              <a:gd name="connsiteY883" fmla="*/ 2389634 h 6858000"/>
              <a:gd name="connsiteX884" fmla="*/ 5942958 w 7467600"/>
              <a:gd name="connsiteY884" fmla="*/ 2077708 h 6858000"/>
              <a:gd name="connsiteX885" fmla="*/ 5921559 w 7467600"/>
              <a:gd name="connsiteY885" fmla="*/ 2378596 h 6858000"/>
              <a:gd name="connsiteX886" fmla="*/ 5817651 w 7467600"/>
              <a:gd name="connsiteY886" fmla="*/ 3023919 h 6858000"/>
              <a:gd name="connsiteX887" fmla="*/ 5729634 w 7467600"/>
              <a:gd name="connsiteY887" fmla="*/ 3051849 h 6858000"/>
              <a:gd name="connsiteX888" fmla="*/ 5611018 w 7467600"/>
              <a:gd name="connsiteY888" fmla="*/ 2316769 h 6858000"/>
              <a:gd name="connsiteX889" fmla="*/ 5687608 w 7467600"/>
              <a:gd name="connsiteY889" fmla="*/ 2039972 h 6858000"/>
              <a:gd name="connsiteX890" fmla="*/ 5657554 w 7467600"/>
              <a:gd name="connsiteY890" fmla="*/ 1576445 h 6858000"/>
              <a:gd name="connsiteX891" fmla="*/ 5150475 w 7467600"/>
              <a:gd name="connsiteY891" fmla="*/ 1274012 h 6858000"/>
              <a:gd name="connsiteX892" fmla="*/ 5349142 w 7467600"/>
              <a:gd name="connsiteY892" fmla="*/ 2204405 h 6858000"/>
              <a:gd name="connsiteX893" fmla="*/ 5262214 w 7467600"/>
              <a:gd name="connsiteY893" fmla="*/ 2233836 h 6858000"/>
              <a:gd name="connsiteX894" fmla="*/ 4981539 w 7467600"/>
              <a:gd name="connsiteY894" fmla="*/ 1542201 h 6858000"/>
              <a:gd name="connsiteX895" fmla="*/ 4958461 w 7467600"/>
              <a:gd name="connsiteY895" fmla="*/ 1136957 h 6858000"/>
              <a:gd name="connsiteX896" fmla="*/ 4655015 w 7467600"/>
              <a:gd name="connsiteY896" fmla="*/ 891426 h 6858000"/>
              <a:gd name="connsiteX897" fmla="*/ 4348002 w 7467600"/>
              <a:gd name="connsiteY897" fmla="*/ 2205895 h 6858000"/>
              <a:gd name="connsiteX898" fmla="*/ 4262250 w 7467600"/>
              <a:gd name="connsiteY898" fmla="*/ 2219972 h 6858000"/>
              <a:gd name="connsiteX899" fmla="*/ 4550611 w 7467600"/>
              <a:gd name="connsiteY899" fmla="*/ 817540 h 6858000"/>
              <a:gd name="connsiteX900" fmla="*/ 4564418 w 7467600"/>
              <a:gd name="connsiteY900" fmla="*/ 808293 h 6858000"/>
              <a:gd name="connsiteX901" fmla="*/ 4266388 w 7467600"/>
              <a:gd name="connsiteY901" fmla="*/ 500083 h 6858000"/>
              <a:gd name="connsiteX902" fmla="*/ 4032842 w 7467600"/>
              <a:gd name="connsiteY902" fmla="*/ 211809 h 6858000"/>
              <a:gd name="connsiteX903" fmla="*/ 3882765 w 7467600"/>
              <a:gd name="connsiteY903" fmla="*/ 0 h 6858000"/>
              <a:gd name="connsiteX904" fmla="*/ 3721337 w 7467600"/>
              <a:gd name="connsiteY904" fmla="*/ 0 h 6858000"/>
              <a:gd name="connsiteX905" fmla="*/ 3797544 w 7467600"/>
              <a:gd name="connsiteY905" fmla="*/ 0 h 6858000"/>
              <a:gd name="connsiteX906" fmla="*/ 3775734 w 7467600"/>
              <a:gd name="connsiteY906" fmla="*/ 95131 h 6858000"/>
              <a:gd name="connsiteX907" fmla="*/ 3724807 w 7467600"/>
              <a:gd name="connsiteY907" fmla="*/ 272257 h 6858000"/>
              <a:gd name="connsiteX908" fmla="*/ 3726844 w 7467600"/>
              <a:gd name="connsiteY908" fmla="*/ 282988 h 6858000"/>
              <a:gd name="connsiteX909" fmla="*/ 3742664 w 7467600"/>
              <a:gd name="connsiteY909" fmla="*/ 279918 h 6858000"/>
              <a:gd name="connsiteX910" fmla="*/ 4103910 w 7467600"/>
              <a:gd name="connsiteY910" fmla="*/ 1161917 h 6858000"/>
              <a:gd name="connsiteX911" fmla="*/ 4020269 w 7467600"/>
              <a:gd name="connsiteY911" fmla="*/ 1200406 h 6858000"/>
              <a:gd name="connsiteX912" fmla="*/ 3674882 w 7467600"/>
              <a:gd name="connsiteY912" fmla="*/ 488524 h 6858000"/>
              <a:gd name="connsiteX913" fmla="*/ 3132682 w 7467600"/>
              <a:gd name="connsiteY913" fmla="*/ 1072284 h 6858000"/>
              <a:gd name="connsiteX914" fmla="*/ 2716346 w 7467600"/>
              <a:gd name="connsiteY914" fmla="*/ 1276376 h 6858000"/>
              <a:gd name="connsiteX915" fmla="*/ 2716772 w 7467600"/>
              <a:gd name="connsiteY915" fmla="*/ 1255462 h 6858000"/>
              <a:gd name="connsiteX916" fmla="*/ 3471096 w 7467600"/>
              <a:gd name="connsiteY916" fmla="*/ 437072 h 6858000"/>
              <a:gd name="connsiteX917" fmla="*/ 3639057 w 7467600"/>
              <a:gd name="connsiteY917" fmla="*/ 286334 h 6858000"/>
              <a:gd name="connsiteX918" fmla="*/ 3640309 w 7467600"/>
              <a:gd name="connsiteY918" fmla="*/ 284664 h 6858000"/>
              <a:gd name="connsiteX919" fmla="*/ 3646022 w 7467600"/>
              <a:gd name="connsiteY919" fmla="*/ 276711 h 6858000"/>
              <a:gd name="connsiteX920" fmla="*/ 3707943 w 7467600"/>
              <a:gd name="connsiteY920" fmla="*/ 65958 h 6858000"/>
              <a:gd name="connsiteX921" fmla="*/ 3721337 w 7467600"/>
              <a:gd name="connsiteY921" fmla="*/ 0 h 6858000"/>
              <a:gd name="connsiteX922" fmla="*/ 2867960 w 7467600"/>
              <a:gd name="connsiteY922" fmla="*/ 0 h 6858000"/>
              <a:gd name="connsiteX923" fmla="*/ 2926351 w 7467600"/>
              <a:gd name="connsiteY923" fmla="*/ 0 h 6858000"/>
              <a:gd name="connsiteX924" fmla="*/ 2902823 w 7467600"/>
              <a:gd name="connsiteY924" fmla="*/ 262929 h 6858000"/>
              <a:gd name="connsiteX925" fmla="*/ 2940663 w 7467600"/>
              <a:gd name="connsiteY925" fmla="*/ 140884 h 6858000"/>
              <a:gd name="connsiteX926" fmla="*/ 2947039 w 7467600"/>
              <a:gd name="connsiteY926" fmla="*/ 122524 h 6858000"/>
              <a:gd name="connsiteX927" fmla="*/ 2984316 w 7467600"/>
              <a:gd name="connsiteY927" fmla="*/ 0 h 6858000"/>
              <a:gd name="connsiteX928" fmla="*/ 3016114 w 7467600"/>
              <a:gd name="connsiteY928" fmla="*/ 0 h 6858000"/>
              <a:gd name="connsiteX929" fmla="*/ 2979949 w 7467600"/>
              <a:gd name="connsiteY929" fmla="*/ 119274 h 6858000"/>
              <a:gd name="connsiteX930" fmla="*/ 3023879 w 7467600"/>
              <a:gd name="connsiteY930" fmla="*/ 0 h 6858000"/>
              <a:gd name="connsiteX931" fmla="*/ 3105400 w 7467600"/>
              <a:gd name="connsiteY931" fmla="*/ 0 h 6858000"/>
              <a:gd name="connsiteX932" fmla="*/ 3094669 w 7467600"/>
              <a:gd name="connsiteY932" fmla="*/ 30308 h 6858000"/>
              <a:gd name="connsiteX933" fmla="*/ 2901945 w 7467600"/>
              <a:gd name="connsiteY933" fmla="*/ 466538 h 6858000"/>
              <a:gd name="connsiteX934" fmla="*/ 2815209 w 7467600"/>
              <a:gd name="connsiteY934" fmla="*/ 497361 h 6858000"/>
              <a:gd name="connsiteX935" fmla="*/ 2844845 w 7467600"/>
              <a:gd name="connsiteY935" fmla="*/ 127638 h 6858000"/>
              <a:gd name="connsiteX936" fmla="*/ 2867960 w 7467600"/>
              <a:gd name="connsiteY936" fmla="*/ 0 h 6858000"/>
              <a:gd name="connsiteX937" fmla="*/ 1057230 w 7467600"/>
              <a:gd name="connsiteY937" fmla="*/ 0 h 6858000"/>
              <a:gd name="connsiteX938" fmla="*/ 1111003 w 7467600"/>
              <a:gd name="connsiteY938" fmla="*/ 0 h 6858000"/>
              <a:gd name="connsiteX939" fmla="*/ 1125553 w 7467600"/>
              <a:gd name="connsiteY939" fmla="*/ 52588 h 6858000"/>
              <a:gd name="connsiteX940" fmla="*/ 1304276 w 7467600"/>
              <a:gd name="connsiteY940" fmla="*/ 476275 h 6858000"/>
              <a:gd name="connsiteX941" fmla="*/ 1492066 w 7467600"/>
              <a:gd name="connsiteY941" fmla="*/ 886333 h 6858000"/>
              <a:gd name="connsiteX942" fmla="*/ 1423698 w 7467600"/>
              <a:gd name="connsiteY942" fmla="*/ 710817 h 6858000"/>
              <a:gd name="connsiteX943" fmla="*/ 1357609 w 7467600"/>
              <a:gd name="connsiteY943" fmla="*/ 532892 h 6858000"/>
              <a:gd name="connsiteX944" fmla="*/ 1309550 w 7467600"/>
              <a:gd name="connsiteY944" fmla="*/ 374031 h 6858000"/>
              <a:gd name="connsiteX945" fmla="*/ 1193673 w 7467600"/>
              <a:gd name="connsiteY945" fmla="*/ 49533 h 6858000"/>
              <a:gd name="connsiteX946" fmla="*/ 1164391 w 7467600"/>
              <a:gd name="connsiteY946" fmla="*/ 0 h 6858000"/>
              <a:gd name="connsiteX947" fmla="*/ 1200666 w 7467600"/>
              <a:gd name="connsiteY947" fmla="*/ 0 h 6858000"/>
              <a:gd name="connsiteX948" fmla="*/ 1223408 w 7467600"/>
              <a:gd name="connsiteY948" fmla="*/ 38996 h 6858000"/>
              <a:gd name="connsiteX949" fmla="*/ 1339635 w 7467600"/>
              <a:gd name="connsiteY949" fmla="*/ 365517 h 6858000"/>
              <a:gd name="connsiteX950" fmla="*/ 1387469 w 7467600"/>
              <a:gd name="connsiteY950" fmla="*/ 523079 h 6858000"/>
              <a:gd name="connsiteX951" fmla="*/ 1452685 w 7467600"/>
              <a:gd name="connsiteY951" fmla="*/ 699806 h 6858000"/>
              <a:gd name="connsiteX952" fmla="*/ 1492092 w 7467600"/>
              <a:gd name="connsiteY952" fmla="*/ 800424 h 6858000"/>
              <a:gd name="connsiteX953" fmla="*/ 1455302 w 7467600"/>
              <a:gd name="connsiteY953" fmla="*/ 632913 h 6858000"/>
              <a:gd name="connsiteX954" fmla="*/ 1222336 w 7467600"/>
              <a:gd name="connsiteY954" fmla="*/ 9480 h 6858000"/>
              <a:gd name="connsiteX955" fmla="*/ 1214634 w 7467600"/>
              <a:gd name="connsiteY955" fmla="*/ 0 h 6858000"/>
              <a:gd name="connsiteX956" fmla="*/ 1289827 w 7467600"/>
              <a:gd name="connsiteY956" fmla="*/ 0 h 6858000"/>
              <a:gd name="connsiteX957" fmla="*/ 1321076 w 7467600"/>
              <a:gd name="connsiteY957" fmla="*/ 59722 h 6858000"/>
              <a:gd name="connsiteX958" fmla="*/ 1512579 w 7467600"/>
              <a:gd name="connsiteY958" fmla="*/ 626441 h 6858000"/>
              <a:gd name="connsiteX959" fmla="*/ 1506076 w 7467600"/>
              <a:gd name="connsiteY959" fmla="*/ 1089289 h 6858000"/>
              <a:gd name="connsiteX960" fmla="*/ 1486346 w 7467600"/>
              <a:gd name="connsiteY960" fmla="*/ 1079919 h 6858000"/>
              <a:gd name="connsiteX961" fmla="*/ 1070511 w 7467600"/>
              <a:gd name="connsiteY961" fmla="*/ 48609 h 6858000"/>
              <a:gd name="connsiteX962" fmla="*/ 1057230 w 7467600"/>
              <a:gd name="connsiteY962" fmla="*/ 0 h 6858000"/>
              <a:gd name="connsiteX963" fmla="*/ 43151 w 7467600"/>
              <a:gd name="connsiteY963" fmla="*/ 0 h 6858000"/>
              <a:gd name="connsiteX964" fmla="*/ 95283 w 7467600"/>
              <a:gd name="connsiteY964" fmla="*/ 0 h 6858000"/>
              <a:gd name="connsiteX965" fmla="*/ 300708 w 7467600"/>
              <a:gd name="connsiteY965" fmla="*/ 154571 h 6858000"/>
              <a:gd name="connsiteX966" fmla="*/ 530414 w 7467600"/>
              <a:gd name="connsiteY966" fmla="*/ 354673 h 6858000"/>
              <a:gd name="connsiteX967" fmla="*/ 333785 w 7467600"/>
              <a:gd name="connsiteY967" fmla="*/ 161564 h 6858000"/>
              <a:gd name="connsiteX968" fmla="*/ 147005 w 7467600"/>
              <a:gd name="connsiteY968" fmla="*/ 0 h 6858000"/>
              <a:gd name="connsiteX969" fmla="*/ 272509 w 7467600"/>
              <a:gd name="connsiteY969" fmla="*/ 0 h 6858000"/>
              <a:gd name="connsiteX970" fmla="*/ 326276 w 7467600"/>
              <a:gd name="connsiteY970" fmla="*/ 45847 h 6858000"/>
              <a:gd name="connsiteX971" fmla="*/ 823759 w 7467600"/>
              <a:gd name="connsiteY971" fmla="*/ 574145 h 6858000"/>
              <a:gd name="connsiteX972" fmla="*/ 811254 w 7467600"/>
              <a:gd name="connsiteY972" fmla="*/ 665546 h 6858000"/>
              <a:gd name="connsiteX973" fmla="*/ 154042 w 7467600"/>
              <a:gd name="connsiteY973" fmla="*/ 261522 h 6858000"/>
              <a:gd name="connsiteX974" fmla="*/ 13550 w 7467600"/>
              <a:gd name="connsiteY974" fmla="*/ 158423 h 6858000"/>
              <a:gd name="connsiteX975" fmla="*/ 0 w 7467600"/>
              <a:gd name="connsiteY975" fmla="*/ 146618 h 6858000"/>
              <a:gd name="connsiteX976" fmla="*/ 0 w 7467600"/>
              <a:gd name="connsiteY976" fmla="*/ 59161 h 6858000"/>
              <a:gd name="connsiteX977" fmla="*/ 45427 w 7467600"/>
              <a:gd name="connsiteY977" fmla="*/ 101078 h 6858000"/>
              <a:gd name="connsiteX978" fmla="*/ 630103 w 7467600"/>
              <a:gd name="connsiteY978" fmla="*/ 485885 h 6858000"/>
              <a:gd name="connsiteX979" fmla="*/ 532040 w 7467600"/>
              <a:gd name="connsiteY979" fmla="*/ 399359 h 6858000"/>
              <a:gd name="connsiteX980" fmla="*/ 517618 w 7467600"/>
              <a:gd name="connsiteY980" fmla="*/ 385726 h 6858000"/>
              <a:gd name="connsiteX981" fmla="*/ 285074 w 7467600"/>
              <a:gd name="connsiteY981" fmla="*/ 182755 h 6858000"/>
              <a:gd name="connsiteX982" fmla="*/ 43151 w 7467600"/>
              <a:gd name="connsiteY98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1456157 w 7467600"/>
              <a:gd name="connsiteY103" fmla="*/ 5371404 h 6858000"/>
              <a:gd name="connsiteX104" fmla="*/ 1244432 w 7467600"/>
              <a:gd name="connsiteY104" fmla="*/ 5385601 h 6858000"/>
              <a:gd name="connsiteX105" fmla="*/ 973990 w 7467600"/>
              <a:gd name="connsiteY105" fmla="*/ 5424940 h 6858000"/>
              <a:gd name="connsiteX106" fmla="*/ 1103809 w 7467600"/>
              <a:gd name="connsiteY106" fmla="*/ 5433720 h 6858000"/>
              <a:gd name="connsiteX107" fmla="*/ 1123454 w 7467600"/>
              <a:gd name="connsiteY107" fmla="*/ 5435727 h 6858000"/>
              <a:gd name="connsiteX108" fmla="*/ 1737017 w 7467600"/>
              <a:gd name="connsiteY108" fmla="*/ 5452183 h 6858000"/>
              <a:gd name="connsiteX109" fmla="*/ 1824397 w 7467600"/>
              <a:gd name="connsiteY109" fmla="*/ 5447757 h 6858000"/>
              <a:gd name="connsiteX110" fmla="*/ 2070059 w 7467600"/>
              <a:gd name="connsiteY110" fmla="*/ 5441660 h 6858000"/>
              <a:gd name="connsiteX111" fmla="*/ 1456157 w 7467600"/>
              <a:gd name="connsiteY111" fmla="*/ 5371404 h 6858000"/>
              <a:gd name="connsiteX112" fmla="*/ 4988186 w 7467600"/>
              <a:gd name="connsiteY112" fmla="*/ 5216467 h 6858000"/>
              <a:gd name="connsiteX113" fmla="*/ 4777334 w 7467600"/>
              <a:gd name="connsiteY113" fmla="*/ 5406072 h 6858000"/>
              <a:gd name="connsiteX114" fmla="*/ 4718341 w 7467600"/>
              <a:gd name="connsiteY114" fmla="*/ 5468043 h 6858000"/>
              <a:gd name="connsiteX115" fmla="*/ 4604655 w 7467600"/>
              <a:gd name="connsiteY115" fmla="*/ 5583434 h 6858000"/>
              <a:gd name="connsiteX116" fmla="*/ 4565074 w 7467600"/>
              <a:gd name="connsiteY116" fmla="*/ 5618550 h 6858000"/>
              <a:gd name="connsiteX117" fmla="*/ 4988186 w 7467600"/>
              <a:gd name="connsiteY117" fmla="*/ 5216467 h 6858000"/>
              <a:gd name="connsiteX118" fmla="*/ 4978032 w 7467600"/>
              <a:gd name="connsiteY118" fmla="*/ 5183809 h 6858000"/>
              <a:gd name="connsiteX119" fmla="*/ 4463413 w 7467600"/>
              <a:gd name="connsiteY119" fmla="*/ 5615162 h 6858000"/>
              <a:gd name="connsiteX120" fmla="*/ 4358134 w 7467600"/>
              <a:gd name="connsiteY120" fmla="*/ 5742791 h 6858000"/>
              <a:gd name="connsiteX121" fmla="*/ 4376219 w 7467600"/>
              <a:gd name="connsiteY121" fmla="*/ 5729027 h 6858000"/>
              <a:gd name="connsiteX122" fmla="*/ 4582340 w 7467600"/>
              <a:gd name="connsiteY122" fmla="*/ 5561037 h 6858000"/>
              <a:gd name="connsiteX123" fmla="*/ 4694684 w 7467600"/>
              <a:gd name="connsiteY123" fmla="*/ 5447098 h 6858000"/>
              <a:gd name="connsiteX124" fmla="*/ 4754123 w 7467600"/>
              <a:gd name="connsiteY124" fmla="*/ 5384643 h 6858000"/>
              <a:gd name="connsiteX125" fmla="*/ 4978032 w 7467600"/>
              <a:gd name="connsiteY125" fmla="*/ 5183809 h 6858000"/>
              <a:gd name="connsiteX126" fmla="*/ 1903353 w 7467600"/>
              <a:gd name="connsiteY126" fmla="*/ 5044827 h 6858000"/>
              <a:gd name="connsiteX127" fmla="*/ 1936931 w 7467600"/>
              <a:gd name="connsiteY127" fmla="*/ 5093954 h 6858000"/>
              <a:gd name="connsiteX128" fmla="*/ 2195868 w 7467600"/>
              <a:gd name="connsiteY128" fmla="*/ 5396574 h 6858000"/>
              <a:gd name="connsiteX129" fmla="*/ 2088852 w 7467600"/>
              <a:gd name="connsiteY129" fmla="*/ 5166123 h 6858000"/>
              <a:gd name="connsiteX130" fmla="*/ 1958241 w 7467600"/>
              <a:gd name="connsiteY130" fmla="*/ 5067955 h 6858000"/>
              <a:gd name="connsiteX131" fmla="*/ 1903353 w 7467600"/>
              <a:gd name="connsiteY131" fmla="*/ 5044827 h 6858000"/>
              <a:gd name="connsiteX132" fmla="*/ 1979378 w 7467600"/>
              <a:gd name="connsiteY132" fmla="*/ 4769504 h 6858000"/>
              <a:gd name="connsiteX133" fmla="*/ 2882120 w 7467600"/>
              <a:gd name="connsiteY133" fmla="*/ 5064547 h 6858000"/>
              <a:gd name="connsiteX134" fmla="*/ 2793103 w 7467600"/>
              <a:gd name="connsiteY134" fmla="*/ 5039699 h 6858000"/>
              <a:gd name="connsiteX135" fmla="*/ 2770041 w 7467600"/>
              <a:gd name="connsiteY135" fmla="*/ 5033634 h 6858000"/>
              <a:gd name="connsiteX136" fmla="*/ 1979378 w 7467600"/>
              <a:gd name="connsiteY136" fmla="*/ 4769504 h 6858000"/>
              <a:gd name="connsiteX137" fmla="*/ 1927410 w 7467600"/>
              <a:gd name="connsiteY137" fmla="*/ 4716164 h 6858000"/>
              <a:gd name="connsiteX138" fmla="*/ 1959587 w 7467600"/>
              <a:gd name="connsiteY138" fmla="*/ 4728849 h 6858000"/>
              <a:gd name="connsiteX139" fmla="*/ 2777707 w 7467600"/>
              <a:gd name="connsiteY139" fmla="*/ 5003991 h 6858000"/>
              <a:gd name="connsiteX140" fmla="*/ 2800768 w 7467600"/>
              <a:gd name="connsiteY140" fmla="*/ 5010056 h 6858000"/>
              <a:gd name="connsiteX141" fmla="*/ 2879408 w 7467600"/>
              <a:gd name="connsiteY141" fmla="*/ 5031590 h 6858000"/>
              <a:gd name="connsiteX142" fmla="*/ 2862295 w 7467600"/>
              <a:gd name="connsiteY142" fmla="*/ 5022958 h 6858000"/>
              <a:gd name="connsiteX143" fmla="*/ 2813343 w 7467600"/>
              <a:gd name="connsiteY143" fmla="*/ 4998369 h 6858000"/>
              <a:gd name="connsiteX144" fmla="*/ 2646245 w 7467600"/>
              <a:gd name="connsiteY144" fmla="*/ 4930999 h 6858000"/>
              <a:gd name="connsiteX145" fmla="*/ 1999243 w 7467600"/>
              <a:gd name="connsiteY145" fmla="*/ 4730524 h 6858000"/>
              <a:gd name="connsiteX146" fmla="*/ 1979527 w 7467600"/>
              <a:gd name="connsiteY146" fmla="*/ 4726651 h 6858000"/>
              <a:gd name="connsiteX147" fmla="*/ 1927410 w 7467600"/>
              <a:gd name="connsiteY147" fmla="*/ 4716164 h 6858000"/>
              <a:gd name="connsiteX148" fmla="*/ 1997014 w 7467600"/>
              <a:gd name="connsiteY148" fmla="*/ 4698007 h 6858000"/>
              <a:gd name="connsiteX149" fmla="*/ 2005458 w 7467600"/>
              <a:gd name="connsiteY149" fmla="*/ 4699540 h 6858000"/>
              <a:gd name="connsiteX150" fmla="*/ 2657186 w 7467600"/>
              <a:gd name="connsiteY150" fmla="*/ 4901687 h 6858000"/>
              <a:gd name="connsiteX151" fmla="*/ 2826662 w 7467600"/>
              <a:gd name="connsiteY151" fmla="*/ 4970362 h 6858000"/>
              <a:gd name="connsiteX152" fmla="*/ 2876100 w 7467600"/>
              <a:gd name="connsiteY152" fmla="*/ 4995397 h 6858000"/>
              <a:gd name="connsiteX153" fmla="*/ 3042600 w 7467600"/>
              <a:gd name="connsiteY153" fmla="*/ 5059532 h 6858000"/>
              <a:gd name="connsiteX154" fmla="*/ 1997014 w 7467600"/>
              <a:gd name="connsiteY154" fmla="*/ 4698007 h 6858000"/>
              <a:gd name="connsiteX155" fmla="*/ 2305292 w 7467600"/>
              <a:gd name="connsiteY155" fmla="*/ 4219492 h 6858000"/>
              <a:gd name="connsiteX156" fmla="*/ 3360922 w 7467600"/>
              <a:gd name="connsiteY156" fmla="*/ 4529373 h 6858000"/>
              <a:gd name="connsiteX157" fmla="*/ 3492420 w 7467600"/>
              <a:gd name="connsiteY157" fmla="*/ 4510145 h 6858000"/>
              <a:gd name="connsiteX158" fmla="*/ 3364086 w 7467600"/>
              <a:gd name="connsiteY158" fmla="*/ 4480340 h 6858000"/>
              <a:gd name="connsiteX159" fmla="*/ 3225818 w 7467600"/>
              <a:gd name="connsiteY159" fmla="*/ 4411822 h 6858000"/>
              <a:gd name="connsiteX160" fmla="*/ 3129696 w 7467600"/>
              <a:gd name="connsiteY160" fmla="*/ 4360704 h 6858000"/>
              <a:gd name="connsiteX161" fmla="*/ 2814545 w 7467600"/>
              <a:gd name="connsiteY161" fmla="*/ 4282955 h 6858000"/>
              <a:gd name="connsiteX162" fmla="*/ 2305292 w 7467600"/>
              <a:gd name="connsiteY162" fmla="*/ 4219492 h 6858000"/>
              <a:gd name="connsiteX163" fmla="*/ 2626982 w 7467600"/>
              <a:gd name="connsiteY163" fmla="*/ 4206450 h 6858000"/>
              <a:gd name="connsiteX164" fmla="*/ 2490617 w 7467600"/>
              <a:gd name="connsiteY164" fmla="*/ 4206951 h 6858000"/>
              <a:gd name="connsiteX165" fmla="*/ 2819869 w 7467600"/>
              <a:gd name="connsiteY165" fmla="*/ 4252936 h 6858000"/>
              <a:gd name="connsiteX166" fmla="*/ 3143018 w 7467600"/>
              <a:gd name="connsiteY166" fmla="*/ 4332698 h 6858000"/>
              <a:gd name="connsiteX167" fmla="*/ 3241520 w 7467600"/>
              <a:gd name="connsiteY167" fmla="*/ 4385112 h 6858000"/>
              <a:gd name="connsiteX168" fmla="*/ 3374575 w 7467600"/>
              <a:gd name="connsiteY168" fmla="*/ 4451517 h 6858000"/>
              <a:gd name="connsiteX169" fmla="*/ 3505221 w 7467600"/>
              <a:gd name="connsiteY169" fmla="*/ 4480757 h 6858000"/>
              <a:gd name="connsiteX170" fmla="*/ 2626982 w 7467600"/>
              <a:gd name="connsiteY170" fmla="*/ 4206450 h 6858000"/>
              <a:gd name="connsiteX171" fmla="*/ 1310106 w 7467600"/>
              <a:gd name="connsiteY171" fmla="*/ 3943217 h 6858000"/>
              <a:gd name="connsiteX172" fmla="*/ 854994 w 7467600"/>
              <a:gd name="connsiteY172" fmla="*/ 4399136 h 6858000"/>
              <a:gd name="connsiteX173" fmla="*/ 742462 w 7467600"/>
              <a:gd name="connsiteY173" fmla="*/ 4594648 h 6858000"/>
              <a:gd name="connsiteX174" fmla="*/ 820602 w 7467600"/>
              <a:gd name="connsiteY174" fmla="*/ 4485915 h 6858000"/>
              <a:gd name="connsiteX175" fmla="*/ 878295 w 7467600"/>
              <a:gd name="connsiteY175" fmla="*/ 4403594 h 6858000"/>
              <a:gd name="connsiteX176" fmla="*/ 1240607 w 7467600"/>
              <a:gd name="connsiteY176" fmla="*/ 4010401 h 6858000"/>
              <a:gd name="connsiteX177" fmla="*/ 1310106 w 7467600"/>
              <a:gd name="connsiteY177" fmla="*/ 3943217 h 6858000"/>
              <a:gd name="connsiteX178" fmla="*/ 1423113 w 7467600"/>
              <a:gd name="connsiteY178" fmla="*/ 3874565 h 6858000"/>
              <a:gd name="connsiteX179" fmla="*/ 1260565 w 7467600"/>
              <a:gd name="connsiteY179" fmla="*/ 4031982 h 6858000"/>
              <a:gd name="connsiteX180" fmla="*/ 901900 w 7467600"/>
              <a:gd name="connsiteY180" fmla="*/ 4421236 h 6858000"/>
              <a:gd name="connsiteX181" fmla="*/ 845044 w 7467600"/>
              <a:gd name="connsiteY181" fmla="*/ 4502436 h 6858000"/>
              <a:gd name="connsiteX182" fmla="*/ 685926 w 7467600"/>
              <a:gd name="connsiteY182" fmla="*/ 4703069 h 6858000"/>
              <a:gd name="connsiteX183" fmla="*/ 684248 w 7467600"/>
              <a:gd name="connsiteY183" fmla="*/ 4706721 h 6858000"/>
              <a:gd name="connsiteX184" fmla="*/ 1423113 w 7467600"/>
              <a:gd name="connsiteY184" fmla="*/ 3874565 h 6858000"/>
              <a:gd name="connsiteX185" fmla="*/ 3316479 w 7467600"/>
              <a:gd name="connsiteY185" fmla="*/ 3872136 h 6858000"/>
              <a:gd name="connsiteX186" fmla="*/ 3546806 w 7467600"/>
              <a:gd name="connsiteY186" fmla="*/ 4356139 h 6858000"/>
              <a:gd name="connsiteX187" fmla="*/ 3364433 w 7467600"/>
              <a:gd name="connsiteY187" fmla="*/ 3953121 h 6858000"/>
              <a:gd name="connsiteX188" fmla="*/ 3316479 w 7467600"/>
              <a:gd name="connsiteY188" fmla="*/ 3872136 h 6858000"/>
              <a:gd name="connsiteX189" fmla="*/ 3291335 w 7467600"/>
              <a:gd name="connsiteY189" fmla="*/ 3767420 h 6858000"/>
              <a:gd name="connsiteX190" fmla="*/ 3390805 w 7467600"/>
              <a:gd name="connsiteY190" fmla="*/ 3937163 h 6858000"/>
              <a:gd name="connsiteX191" fmla="*/ 3579062 w 7467600"/>
              <a:gd name="connsiteY191" fmla="*/ 4359040 h 6858000"/>
              <a:gd name="connsiteX192" fmla="*/ 3467355 w 7467600"/>
              <a:gd name="connsiteY192" fmla="*/ 3988130 h 6858000"/>
              <a:gd name="connsiteX193" fmla="*/ 3310753 w 7467600"/>
              <a:gd name="connsiteY193" fmla="*/ 3787140 h 6858000"/>
              <a:gd name="connsiteX194" fmla="*/ 3291335 w 7467600"/>
              <a:gd name="connsiteY194" fmla="*/ 3767420 h 6858000"/>
              <a:gd name="connsiteX195" fmla="*/ 1635889 w 7467600"/>
              <a:gd name="connsiteY195" fmla="*/ 3709494 h 6858000"/>
              <a:gd name="connsiteX196" fmla="*/ 1634800 w 7467600"/>
              <a:gd name="connsiteY196" fmla="*/ 3731111 h 6858000"/>
              <a:gd name="connsiteX197" fmla="*/ 1635889 w 7467600"/>
              <a:gd name="connsiteY197" fmla="*/ 3709494 h 6858000"/>
              <a:gd name="connsiteX198" fmla="*/ 1510397 w 7467600"/>
              <a:gd name="connsiteY198" fmla="*/ 3684705 h 6858000"/>
              <a:gd name="connsiteX199" fmla="*/ 1146550 w 7467600"/>
              <a:gd name="connsiteY199" fmla="*/ 3802012 h 6858000"/>
              <a:gd name="connsiteX200" fmla="*/ 698834 w 7467600"/>
              <a:gd name="connsiteY200" fmla="*/ 3952272 h 6858000"/>
              <a:gd name="connsiteX201" fmla="*/ 34256 w 7467600"/>
              <a:gd name="connsiteY201" fmla="*/ 4347603 h 6858000"/>
              <a:gd name="connsiteX202" fmla="*/ 527241 w 7467600"/>
              <a:gd name="connsiteY202" fmla="*/ 4065078 h 6858000"/>
              <a:gd name="connsiteX203" fmla="*/ 1510397 w 7467600"/>
              <a:gd name="connsiteY203" fmla="*/ 3684705 h 6858000"/>
              <a:gd name="connsiteX204" fmla="*/ 1313114 w 7467600"/>
              <a:gd name="connsiteY204" fmla="*/ 3655216 h 6858000"/>
              <a:gd name="connsiteX205" fmla="*/ 1109304 w 7467600"/>
              <a:gd name="connsiteY205" fmla="*/ 3669030 h 6858000"/>
              <a:gd name="connsiteX206" fmla="*/ 8129 w 7467600"/>
              <a:gd name="connsiteY206" fmla="*/ 4330519 h 6858000"/>
              <a:gd name="connsiteX207" fmla="*/ 687572 w 7467600"/>
              <a:gd name="connsiteY207" fmla="*/ 3925629 h 6858000"/>
              <a:gd name="connsiteX208" fmla="*/ 1138365 w 7467600"/>
              <a:gd name="connsiteY208" fmla="*/ 3774515 h 6858000"/>
              <a:gd name="connsiteX209" fmla="*/ 1505579 w 7467600"/>
              <a:gd name="connsiteY209" fmla="*/ 3655526 h 6858000"/>
              <a:gd name="connsiteX210" fmla="*/ 1313114 w 7467600"/>
              <a:gd name="connsiteY210" fmla="*/ 3655216 h 6858000"/>
              <a:gd name="connsiteX211" fmla="*/ 3655073 w 7467600"/>
              <a:gd name="connsiteY211" fmla="*/ 3650884 h 6858000"/>
              <a:gd name="connsiteX212" fmla="*/ 3989938 w 7467600"/>
              <a:gd name="connsiteY212" fmla="*/ 3991685 h 6858000"/>
              <a:gd name="connsiteX213" fmla="*/ 4393907 w 7467600"/>
              <a:gd name="connsiteY213" fmla="*/ 4261258 h 6858000"/>
              <a:gd name="connsiteX214" fmla="*/ 4648051 w 7467600"/>
              <a:gd name="connsiteY214" fmla="*/ 4374051 h 6858000"/>
              <a:gd name="connsiteX215" fmla="*/ 4383389 w 7467600"/>
              <a:gd name="connsiteY215" fmla="*/ 4184369 h 6858000"/>
              <a:gd name="connsiteX216" fmla="*/ 4165508 w 7467600"/>
              <a:gd name="connsiteY216" fmla="*/ 4035196 h 6858000"/>
              <a:gd name="connsiteX217" fmla="*/ 4068162 w 7467600"/>
              <a:gd name="connsiteY217" fmla="*/ 3953394 h 6858000"/>
              <a:gd name="connsiteX218" fmla="*/ 3981416 w 7467600"/>
              <a:gd name="connsiteY218" fmla="*/ 3880482 h 6858000"/>
              <a:gd name="connsiteX219" fmla="*/ 3800147 w 7467600"/>
              <a:gd name="connsiteY219" fmla="*/ 3749872 h 6858000"/>
              <a:gd name="connsiteX220" fmla="*/ 3655073 w 7467600"/>
              <a:gd name="connsiteY220" fmla="*/ 3650884 h 6858000"/>
              <a:gd name="connsiteX221" fmla="*/ 3670252 w 7467600"/>
              <a:gd name="connsiteY221" fmla="*/ 3622798 h 6858000"/>
              <a:gd name="connsiteX222" fmla="*/ 3817258 w 7467600"/>
              <a:gd name="connsiteY222" fmla="*/ 3723577 h 6858000"/>
              <a:gd name="connsiteX223" fmla="*/ 4000461 w 7467600"/>
              <a:gd name="connsiteY223" fmla="*/ 3855966 h 6858000"/>
              <a:gd name="connsiteX224" fmla="*/ 4088180 w 7467600"/>
              <a:gd name="connsiteY224" fmla="*/ 3929774 h 6858000"/>
              <a:gd name="connsiteX225" fmla="*/ 4184555 w 7467600"/>
              <a:gd name="connsiteY225" fmla="*/ 4010683 h 6858000"/>
              <a:gd name="connsiteX226" fmla="*/ 4399563 w 7467600"/>
              <a:gd name="connsiteY226" fmla="*/ 4158106 h 6858000"/>
              <a:gd name="connsiteX227" fmla="*/ 4684469 w 7467600"/>
              <a:gd name="connsiteY227" fmla="*/ 4364680 h 6858000"/>
              <a:gd name="connsiteX228" fmla="*/ 4690271 w 7467600"/>
              <a:gd name="connsiteY228" fmla="*/ 4370034 h 6858000"/>
              <a:gd name="connsiteX229" fmla="*/ 4136093 w 7467600"/>
              <a:gd name="connsiteY229" fmla="*/ 3858466 h 6858000"/>
              <a:gd name="connsiteX230" fmla="*/ 3670252 w 7467600"/>
              <a:gd name="connsiteY230" fmla="*/ 3622798 h 6858000"/>
              <a:gd name="connsiteX231" fmla="*/ 4440129 w 7467600"/>
              <a:gd name="connsiteY231" fmla="*/ 3448571 h 6858000"/>
              <a:gd name="connsiteX232" fmla="*/ 4856525 w 7467600"/>
              <a:gd name="connsiteY232" fmla="*/ 3915351 h 6858000"/>
              <a:gd name="connsiteX233" fmla="*/ 5059055 w 7467600"/>
              <a:gd name="connsiteY233" fmla="*/ 4108918 h 6858000"/>
              <a:gd name="connsiteX234" fmla="*/ 5290070 w 7467600"/>
              <a:gd name="connsiteY234" fmla="*/ 4263619 h 6858000"/>
              <a:gd name="connsiteX235" fmla="*/ 4834991 w 7467600"/>
              <a:gd name="connsiteY235" fmla="*/ 3830985 h 6858000"/>
              <a:gd name="connsiteX236" fmla="*/ 4440129 w 7467600"/>
              <a:gd name="connsiteY236" fmla="*/ 3448571 h 6858000"/>
              <a:gd name="connsiteX237" fmla="*/ 4441737 w 7467600"/>
              <a:gd name="connsiteY237" fmla="*/ 3399734 h 6858000"/>
              <a:gd name="connsiteX238" fmla="*/ 4431236 w 7467600"/>
              <a:gd name="connsiteY238" fmla="*/ 3400954 h 6858000"/>
              <a:gd name="connsiteX239" fmla="*/ 4557150 w 7467600"/>
              <a:gd name="connsiteY239" fmla="*/ 3510023 h 6858000"/>
              <a:gd name="connsiteX240" fmla="*/ 4856936 w 7467600"/>
              <a:gd name="connsiteY240" fmla="*/ 3809146 h 6858000"/>
              <a:gd name="connsiteX241" fmla="*/ 5111996 w 7467600"/>
              <a:gd name="connsiteY241" fmla="*/ 4065759 h 6858000"/>
              <a:gd name="connsiteX242" fmla="*/ 5388878 w 7467600"/>
              <a:gd name="connsiteY242" fmla="*/ 4300185 h 6858000"/>
              <a:gd name="connsiteX243" fmla="*/ 5425556 w 7467600"/>
              <a:gd name="connsiteY243" fmla="*/ 4308967 h 6858000"/>
              <a:gd name="connsiteX244" fmla="*/ 4943646 w 7467600"/>
              <a:gd name="connsiteY244" fmla="*/ 3822916 h 6858000"/>
              <a:gd name="connsiteX245" fmla="*/ 4594837 w 7467600"/>
              <a:gd name="connsiteY245" fmla="*/ 3532274 h 6858000"/>
              <a:gd name="connsiteX246" fmla="*/ 4441737 w 7467600"/>
              <a:gd name="connsiteY246" fmla="*/ 3399734 h 6858000"/>
              <a:gd name="connsiteX247" fmla="*/ 5425834 w 7467600"/>
              <a:gd name="connsiteY247" fmla="*/ 3162785 h 6858000"/>
              <a:gd name="connsiteX248" fmla="*/ 5401644 w 7467600"/>
              <a:gd name="connsiteY248" fmla="*/ 3617847 h 6858000"/>
              <a:gd name="connsiteX249" fmla="*/ 5467256 w 7467600"/>
              <a:gd name="connsiteY249" fmla="*/ 4175494 h 6858000"/>
              <a:gd name="connsiteX250" fmla="*/ 5448069 w 7467600"/>
              <a:gd name="connsiteY250" fmla="*/ 3567554 h 6858000"/>
              <a:gd name="connsiteX251" fmla="*/ 5425834 w 7467600"/>
              <a:gd name="connsiteY251" fmla="*/ 3162785 h 6858000"/>
              <a:gd name="connsiteX252" fmla="*/ 1318687 w 7467600"/>
              <a:gd name="connsiteY252" fmla="*/ 3113840 h 6858000"/>
              <a:gd name="connsiteX253" fmla="*/ 1066793 w 7467600"/>
              <a:gd name="connsiteY253" fmla="*/ 3212171 h 6858000"/>
              <a:gd name="connsiteX254" fmla="*/ 993319 w 7467600"/>
              <a:gd name="connsiteY254" fmla="*/ 3247648 h 6858000"/>
              <a:gd name="connsiteX255" fmla="*/ 853081 w 7467600"/>
              <a:gd name="connsiteY255" fmla="*/ 3312410 h 6858000"/>
              <a:gd name="connsiteX256" fmla="*/ 805957 w 7467600"/>
              <a:gd name="connsiteY256" fmla="*/ 3330443 h 6858000"/>
              <a:gd name="connsiteX257" fmla="*/ 1318687 w 7467600"/>
              <a:gd name="connsiteY257" fmla="*/ 3113840 h 6858000"/>
              <a:gd name="connsiteX258" fmla="*/ 5453702 w 7467600"/>
              <a:gd name="connsiteY258" fmla="*/ 3090882 h 6858000"/>
              <a:gd name="connsiteX259" fmla="*/ 5480135 w 7467600"/>
              <a:gd name="connsiteY259" fmla="*/ 3565802 h 6858000"/>
              <a:gd name="connsiteX260" fmla="*/ 5499023 w 7467600"/>
              <a:gd name="connsiteY260" fmla="*/ 4166310 h 6858000"/>
              <a:gd name="connsiteX261" fmla="*/ 5547022 w 7467600"/>
              <a:gd name="connsiteY261" fmla="*/ 3607838 h 6858000"/>
              <a:gd name="connsiteX262" fmla="*/ 5515964 w 7467600"/>
              <a:gd name="connsiteY262" fmla="*/ 3378541 h 6858000"/>
              <a:gd name="connsiteX263" fmla="*/ 5453702 w 7467600"/>
              <a:gd name="connsiteY263" fmla="*/ 3090882 h 6858000"/>
              <a:gd name="connsiteX264" fmla="*/ 1238695 w 7467600"/>
              <a:gd name="connsiteY264" fmla="*/ 3076820 h 6858000"/>
              <a:gd name="connsiteX265" fmla="*/ 716371 w 7467600"/>
              <a:gd name="connsiteY265" fmla="*/ 3293249 h 6858000"/>
              <a:gd name="connsiteX266" fmla="*/ 579522 w 7467600"/>
              <a:gd name="connsiteY266" fmla="*/ 3371759 h 6858000"/>
              <a:gd name="connsiteX267" fmla="*/ 600288 w 7467600"/>
              <a:gd name="connsiteY267" fmla="*/ 3365555 h 6858000"/>
              <a:gd name="connsiteX268" fmla="*/ 840692 w 7467600"/>
              <a:gd name="connsiteY268" fmla="*/ 3284921 h 6858000"/>
              <a:gd name="connsiteX269" fmla="*/ 979248 w 7467600"/>
              <a:gd name="connsiteY269" fmla="*/ 3221003 h 6858000"/>
              <a:gd name="connsiteX270" fmla="*/ 1053282 w 7467600"/>
              <a:gd name="connsiteY270" fmla="*/ 3185247 h 6858000"/>
              <a:gd name="connsiteX271" fmla="*/ 1320603 w 7467600"/>
              <a:gd name="connsiteY271" fmla="*/ 3081281 h 6858000"/>
              <a:gd name="connsiteX272" fmla="*/ 1238695 w 7467600"/>
              <a:gd name="connsiteY272" fmla="*/ 3076820 h 6858000"/>
              <a:gd name="connsiteX273" fmla="*/ 5425627 w 7467600"/>
              <a:gd name="connsiteY273" fmla="*/ 2954192 h 6858000"/>
              <a:gd name="connsiteX274" fmla="*/ 5470770 w 7467600"/>
              <a:gd name="connsiteY274" fmla="*/ 3005435 h 6858000"/>
              <a:gd name="connsiteX275" fmla="*/ 5519779 w 7467600"/>
              <a:gd name="connsiteY275" fmla="*/ 4359223 h 6858000"/>
              <a:gd name="connsiteX276" fmla="*/ 5520293 w 7467600"/>
              <a:gd name="connsiteY276" fmla="*/ 4360602 h 6858000"/>
              <a:gd name="connsiteX277" fmla="*/ 5767221 w 7467600"/>
              <a:gd name="connsiteY277" fmla="*/ 4665564 h 6858000"/>
              <a:gd name="connsiteX278" fmla="*/ 6937169 w 7467600"/>
              <a:gd name="connsiteY278" fmla="*/ 4815941 h 6858000"/>
              <a:gd name="connsiteX279" fmla="*/ 6953922 w 7467600"/>
              <a:gd name="connsiteY279" fmla="*/ 4890068 h 6858000"/>
              <a:gd name="connsiteX280" fmla="*/ 6071359 w 7467600"/>
              <a:gd name="connsiteY280" fmla="*/ 4770770 h 6858000"/>
              <a:gd name="connsiteX281" fmla="*/ 6038839 w 7467600"/>
              <a:gd name="connsiteY281" fmla="*/ 4764474 h 6858000"/>
              <a:gd name="connsiteX282" fmla="*/ 6038706 w 7467600"/>
              <a:gd name="connsiteY282" fmla="*/ 4763847 h 6858000"/>
              <a:gd name="connsiteX283" fmla="*/ 6037784 w 7467600"/>
              <a:gd name="connsiteY283" fmla="*/ 4764270 h 6858000"/>
              <a:gd name="connsiteX284" fmla="*/ 6038839 w 7467600"/>
              <a:gd name="connsiteY284" fmla="*/ 4764474 h 6858000"/>
              <a:gd name="connsiteX285" fmla="*/ 6040338 w 7467600"/>
              <a:gd name="connsiteY285" fmla="*/ 4771418 h 6858000"/>
              <a:gd name="connsiteX286" fmla="*/ 6024488 w 7467600"/>
              <a:gd name="connsiteY286" fmla="*/ 4809903 h 6858000"/>
              <a:gd name="connsiteX287" fmla="*/ 5599771 w 7467600"/>
              <a:gd name="connsiteY287" fmla="*/ 5509652 h 6858000"/>
              <a:gd name="connsiteX288" fmla="*/ 5548843 w 7467600"/>
              <a:gd name="connsiteY288" fmla="*/ 5563845 h 6858000"/>
              <a:gd name="connsiteX289" fmla="*/ 5940952 w 7467600"/>
              <a:gd name="connsiteY289" fmla="*/ 6250028 h 6858000"/>
              <a:gd name="connsiteX290" fmla="*/ 6043441 w 7467600"/>
              <a:gd name="connsiteY290" fmla="*/ 6665847 h 6858000"/>
              <a:gd name="connsiteX291" fmla="*/ 6093432 w 7467600"/>
              <a:gd name="connsiteY291" fmla="*/ 6858000 h 6858000"/>
              <a:gd name="connsiteX292" fmla="*/ 6034344 w 7467600"/>
              <a:gd name="connsiteY292" fmla="*/ 6858000 h 6858000"/>
              <a:gd name="connsiteX293" fmla="*/ 6026679 w 7467600"/>
              <a:gd name="connsiteY293" fmla="*/ 6836959 h 6858000"/>
              <a:gd name="connsiteX294" fmla="*/ 5800441 w 7467600"/>
              <a:gd name="connsiteY294" fmla="*/ 6335286 h 6858000"/>
              <a:gd name="connsiteX295" fmla="*/ 5526562 w 7467600"/>
              <a:gd name="connsiteY295" fmla="*/ 5705388 h 6858000"/>
              <a:gd name="connsiteX296" fmla="*/ 5519640 w 7467600"/>
              <a:gd name="connsiteY296" fmla="*/ 5683774 h 6858000"/>
              <a:gd name="connsiteX297" fmla="*/ 5844559 w 7467600"/>
              <a:gd name="connsiteY297" fmla="*/ 6553349 h 6858000"/>
              <a:gd name="connsiteX298" fmla="*/ 5975994 w 7467600"/>
              <a:gd name="connsiteY298" fmla="*/ 6858000 h 6858000"/>
              <a:gd name="connsiteX299" fmla="*/ 5898547 w 7467600"/>
              <a:gd name="connsiteY299" fmla="*/ 6858000 h 6858000"/>
              <a:gd name="connsiteX300" fmla="*/ 5682041 w 7467600"/>
              <a:gd name="connsiteY300" fmla="*/ 6355860 h 6858000"/>
              <a:gd name="connsiteX301" fmla="*/ 5461758 w 7467600"/>
              <a:gd name="connsiteY301" fmla="*/ 5820220 h 6858000"/>
              <a:gd name="connsiteX302" fmla="*/ 5237282 w 7467600"/>
              <a:gd name="connsiteY302" fmla="*/ 6579086 h 6858000"/>
              <a:gd name="connsiteX303" fmla="*/ 5115009 w 7467600"/>
              <a:gd name="connsiteY303" fmla="*/ 6858000 h 6858000"/>
              <a:gd name="connsiteX304" fmla="*/ 5028074 w 7467600"/>
              <a:gd name="connsiteY304" fmla="*/ 6858000 h 6858000"/>
              <a:gd name="connsiteX305" fmla="*/ 5079508 w 7467600"/>
              <a:gd name="connsiteY305" fmla="*/ 6749074 h 6858000"/>
              <a:gd name="connsiteX306" fmla="*/ 5371846 w 7467600"/>
              <a:gd name="connsiteY306" fmla="*/ 5924413 h 6858000"/>
              <a:gd name="connsiteX307" fmla="*/ 5270512 w 7467600"/>
              <a:gd name="connsiteY307" fmla="*/ 6138975 h 6858000"/>
              <a:gd name="connsiteX308" fmla="*/ 5062409 w 7467600"/>
              <a:gd name="connsiteY308" fmla="*/ 6653544 h 6858000"/>
              <a:gd name="connsiteX309" fmla="*/ 5036628 w 7467600"/>
              <a:gd name="connsiteY309" fmla="*/ 6754247 h 6858000"/>
              <a:gd name="connsiteX310" fmla="*/ 5009112 w 7467600"/>
              <a:gd name="connsiteY310" fmla="*/ 6858000 h 6858000"/>
              <a:gd name="connsiteX311" fmla="*/ 4976679 w 7467600"/>
              <a:gd name="connsiteY311" fmla="*/ 6858000 h 6858000"/>
              <a:gd name="connsiteX312" fmla="*/ 5006537 w 7467600"/>
              <a:gd name="connsiteY312" fmla="*/ 6747068 h 6858000"/>
              <a:gd name="connsiteX313" fmla="*/ 5032723 w 7467600"/>
              <a:gd name="connsiteY313" fmla="*/ 6644957 h 6858000"/>
              <a:gd name="connsiteX314" fmla="*/ 5242949 w 7467600"/>
              <a:gd name="connsiteY314" fmla="*/ 6125175 h 6858000"/>
              <a:gd name="connsiteX315" fmla="*/ 5286321 w 7467600"/>
              <a:gd name="connsiteY315" fmla="*/ 6033555 h 6858000"/>
              <a:gd name="connsiteX316" fmla="*/ 5008210 w 7467600"/>
              <a:gd name="connsiteY316" fmla="*/ 6649194 h 6858000"/>
              <a:gd name="connsiteX317" fmla="*/ 4986321 w 7467600"/>
              <a:gd name="connsiteY317" fmla="*/ 6765687 h 6858000"/>
              <a:gd name="connsiteX318" fmla="*/ 4973474 w 7467600"/>
              <a:gd name="connsiteY318" fmla="*/ 6858000 h 6858000"/>
              <a:gd name="connsiteX319" fmla="*/ 4907178 w 7467600"/>
              <a:gd name="connsiteY319" fmla="*/ 6858000 h 6858000"/>
              <a:gd name="connsiteX320" fmla="*/ 4910810 w 7467600"/>
              <a:gd name="connsiteY320" fmla="*/ 6829660 h 6858000"/>
              <a:gd name="connsiteX321" fmla="*/ 4987461 w 7467600"/>
              <a:gd name="connsiteY321" fmla="*/ 6432994 h 6858000"/>
              <a:gd name="connsiteX322" fmla="*/ 5179262 w 7467600"/>
              <a:gd name="connsiteY322" fmla="*/ 6035044 h 6858000"/>
              <a:gd name="connsiteX323" fmla="*/ 4689678 w 7467600"/>
              <a:gd name="connsiteY323" fmla="*/ 6440241 h 6858000"/>
              <a:gd name="connsiteX324" fmla="*/ 4477543 w 7467600"/>
              <a:gd name="connsiteY324" fmla="*/ 6674836 h 6858000"/>
              <a:gd name="connsiteX325" fmla="*/ 4329957 w 7467600"/>
              <a:gd name="connsiteY325" fmla="*/ 6858000 h 6858000"/>
              <a:gd name="connsiteX326" fmla="*/ 4218595 w 7467600"/>
              <a:gd name="connsiteY326" fmla="*/ 6858000 h 6858000"/>
              <a:gd name="connsiteX327" fmla="*/ 4368888 w 7467600"/>
              <a:gd name="connsiteY327" fmla="*/ 6668412 h 6858000"/>
              <a:gd name="connsiteX328" fmla="*/ 4563091 w 7467600"/>
              <a:gd name="connsiteY328" fmla="*/ 6442508 h 6858000"/>
              <a:gd name="connsiteX329" fmla="*/ 5387324 w 7467600"/>
              <a:gd name="connsiteY329" fmla="*/ 5705830 h 6858000"/>
              <a:gd name="connsiteX330" fmla="*/ 5073620 w 7467600"/>
              <a:gd name="connsiteY330" fmla="*/ 5955437 h 6858000"/>
              <a:gd name="connsiteX331" fmla="*/ 4689789 w 7467600"/>
              <a:gd name="connsiteY331" fmla="*/ 6268382 h 6858000"/>
              <a:gd name="connsiteX332" fmla="*/ 4418722 w 7467600"/>
              <a:gd name="connsiteY332" fmla="*/ 6570886 h 6858000"/>
              <a:gd name="connsiteX333" fmla="*/ 4214944 w 7467600"/>
              <a:gd name="connsiteY333" fmla="*/ 6858000 h 6858000"/>
              <a:gd name="connsiteX334" fmla="*/ 4177898 w 7467600"/>
              <a:gd name="connsiteY334" fmla="*/ 6858000 h 6858000"/>
              <a:gd name="connsiteX335" fmla="*/ 4391597 w 7467600"/>
              <a:gd name="connsiteY335" fmla="*/ 6556370 h 6858000"/>
              <a:gd name="connsiteX336" fmla="*/ 4668889 w 7467600"/>
              <a:gd name="connsiteY336" fmla="*/ 6246399 h 6858000"/>
              <a:gd name="connsiteX337" fmla="*/ 5055427 w 7467600"/>
              <a:gd name="connsiteY337" fmla="*/ 5931476 h 6858000"/>
              <a:gd name="connsiteX338" fmla="*/ 5371814 w 7467600"/>
              <a:gd name="connsiteY338" fmla="*/ 5678975 h 6858000"/>
              <a:gd name="connsiteX339" fmla="*/ 4987918 w 7467600"/>
              <a:gd name="connsiteY339" fmla="*/ 5838701 h 6858000"/>
              <a:gd name="connsiteX340" fmla="*/ 4317146 w 7467600"/>
              <a:gd name="connsiteY340" fmla="*/ 6587716 h 6858000"/>
              <a:gd name="connsiteX341" fmla="*/ 4171627 w 7467600"/>
              <a:gd name="connsiteY341" fmla="*/ 6858000 h 6858000"/>
              <a:gd name="connsiteX342" fmla="*/ 4081585 w 7467600"/>
              <a:gd name="connsiteY342" fmla="*/ 6858000 h 6858000"/>
              <a:gd name="connsiteX343" fmla="*/ 4238603 w 7467600"/>
              <a:gd name="connsiteY343" fmla="*/ 6559341 h 6858000"/>
              <a:gd name="connsiteX344" fmla="*/ 4778333 w 7467600"/>
              <a:gd name="connsiteY344" fmla="*/ 5873626 h 6858000"/>
              <a:gd name="connsiteX345" fmla="*/ 5414185 w 7467600"/>
              <a:gd name="connsiteY345" fmla="*/ 5573882 h 6858000"/>
              <a:gd name="connsiteX346" fmla="*/ 5959648 w 7467600"/>
              <a:gd name="connsiteY346" fmla="*/ 4760797 h 6858000"/>
              <a:gd name="connsiteX347" fmla="*/ 5355019 w 7467600"/>
              <a:gd name="connsiteY347" fmla="*/ 4734672 h 6858000"/>
              <a:gd name="connsiteX348" fmla="*/ 5083565 w 7467600"/>
              <a:gd name="connsiteY348" fmla="*/ 5179121 h 6858000"/>
              <a:gd name="connsiteX349" fmla="*/ 4713577 w 7467600"/>
              <a:gd name="connsiteY349" fmla="*/ 5616803 h 6858000"/>
              <a:gd name="connsiteX350" fmla="*/ 3989559 w 7467600"/>
              <a:gd name="connsiteY350" fmla="*/ 6145945 h 6858000"/>
              <a:gd name="connsiteX351" fmla="*/ 3939824 w 7467600"/>
              <a:gd name="connsiteY351" fmla="*/ 6066900 h 6858000"/>
              <a:gd name="connsiteX352" fmla="*/ 4584537 w 7467600"/>
              <a:gd name="connsiteY352" fmla="*/ 5324826 h 6858000"/>
              <a:gd name="connsiteX353" fmla="*/ 5037105 w 7467600"/>
              <a:gd name="connsiteY353" fmla="*/ 5088765 h 6858000"/>
              <a:gd name="connsiteX354" fmla="*/ 5039930 w 7467600"/>
              <a:gd name="connsiteY354" fmla="*/ 5089585 h 6858000"/>
              <a:gd name="connsiteX355" fmla="*/ 5263764 w 7467600"/>
              <a:gd name="connsiteY355" fmla="*/ 4735525 h 6858000"/>
              <a:gd name="connsiteX356" fmla="*/ 4086300 w 7467600"/>
              <a:gd name="connsiteY356" fmla="*/ 4884599 h 6858000"/>
              <a:gd name="connsiteX357" fmla="*/ 4085485 w 7467600"/>
              <a:gd name="connsiteY357" fmla="*/ 4899070 h 6858000"/>
              <a:gd name="connsiteX358" fmla="*/ 3871915 w 7467600"/>
              <a:gd name="connsiteY358" fmla="*/ 5253645 h 6858000"/>
              <a:gd name="connsiteX359" fmla="*/ 3799374 w 7467600"/>
              <a:gd name="connsiteY359" fmla="*/ 5466127 h 6858000"/>
              <a:gd name="connsiteX360" fmla="*/ 3498850 w 7467600"/>
              <a:gd name="connsiteY360" fmla="*/ 6661888 h 6858000"/>
              <a:gd name="connsiteX361" fmla="*/ 3399216 w 7467600"/>
              <a:gd name="connsiteY361" fmla="*/ 6858000 h 6858000"/>
              <a:gd name="connsiteX362" fmla="*/ 3303688 w 7467600"/>
              <a:gd name="connsiteY362" fmla="*/ 6858000 h 6858000"/>
              <a:gd name="connsiteX363" fmla="*/ 3391774 w 7467600"/>
              <a:gd name="connsiteY363" fmla="*/ 6697181 h 6858000"/>
              <a:gd name="connsiteX364" fmla="*/ 3735540 w 7467600"/>
              <a:gd name="connsiteY364" fmla="*/ 5546923 h 6858000"/>
              <a:gd name="connsiteX365" fmla="*/ 3729438 w 7467600"/>
              <a:gd name="connsiteY365" fmla="*/ 5569058 h 6858000"/>
              <a:gd name="connsiteX366" fmla="*/ 3707782 w 7467600"/>
              <a:gd name="connsiteY366" fmla="*/ 5644908 h 6858000"/>
              <a:gd name="connsiteX367" fmla="*/ 3583827 w 7467600"/>
              <a:gd name="connsiteY367" fmla="*/ 6039215 h 6858000"/>
              <a:gd name="connsiteX368" fmla="*/ 3547861 w 7467600"/>
              <a:gd name="connsiteY368" fmla="*/ 6129609 h 6858000"/>
              <a:gd name="connsiteX369" fmla="*/ 3490905 w 7467600"/>
              <a:gd name="connsiteY369" fmla="*/ 6277660 h 6858000"/>
              <a:gd name="connsiteX370" fmla="*/ 3455859 w 7467600"/>
              <a:gd name="connsiteY370" fmla="*/ 6391301 h 6858000"/>
              <a:gd name="connsiteX371" fmla="*/ 3429112 w 7467600"/>
              <a:gd name="connsiteY371" fmla="*/ 6479469 h 6858000"/>
              <a:gd name="connsiteX372" fmla="*/ 3304862 w 7467600"/>
              <a:gd name="connsiteY372" fmla="*/ 6796476 h 6858000"/>
              <a:gd name="connsiteX373" fmla="*/ 3276071 w 7467600"/>
              <a:gd name="connsiteY373" fmla="*/ 6858000 h 6858000"/>
              <a:gd name="connsiteX374" fmla="*/ 3240805 w 7467600"/>
              <a:gd name="connsiteY374" fmla="*/ 6858000 h 6858000"/>
              <a:gd name="connsiteX375" fmla="*/ 3275917 w 7467600"/>
              <a:gd name="connsiteY375" fmla="*/ 6783192 h 6858000"/>
              <a:gd name="connsiteX376" fmla="*/ 3399358 w 7467600"/>
              <a:gd name="connsiteY376" fmla="*/ 6469011 h 6858000"/>
              <a:gd name="connsiteX377" fmla="*/ 3425650 w 7467600"/>
              <a:gd name="connsiteY377" fmla="*/ 6381333 h 6858000"/>
              <a:gd name="connsiteX378" fmla="*/ 3460661 w 7467600"/>
              <a:gd name="connsiteY378" fmla="*/ 6266763 h 6858000"/>
              <a:gd name="connsiteX379" fmla="*/ 3518021 w 7467600"/>
              <a:gd name="connsiteY379" fmla="*/ 6117298 h 6858000"/>
              <a:gd name="connsiteX380" fmla="*/ 3554035 w 7467600"/>
              <a:gd name="connsiteY380" fmla="*/ 6027832 h 6858000"/>
              <a:gd name="connsiteX381" fmla="*/ 3677174 w 7467600"/>
              <a:gd name="connsiteY381" fmla="*/ 5636351 h 6858000"/>
              <a:gd name="connsiteX382" fmla="*/ 3698819 w 7467600"/>
              <a:gd name="connsiteY382" fmla="*/ 5560503 h 6858000"/>
              <a:gd name="connsiteX383" fmla="*/ 3702094 w 7467600"/>
              <a:gd name="connsiteY383" fmla="*/ 5549194 h 6858000"/>
              <a:gd name="connsiteX384" fmla="*/ 3398355 w 7467600"/>
              <a:gd name="connsiteY384" fmla="*/ 6094603 h 6858000"/>
              <a:gd name="connsiteX385" fmla="*/ 3193941 w 7467600"/>
              <a:gd name="connsiteY385" fmla="*/ 6798775 h 6858000"/>
              <a:gd name="connsiteX386" fmla="*/ 3184140 w 7467600"/>
              <a:gd name="connsiteY386" fmla="*/ 6858000 h 6858000"/>
              <a:gd name="connsiteX387" fmla="*/ 3099978 w 7467600"/>
              <a:gd name="connsiteY387" fmla="*/ 6858000 h 6858000"/>
              <a:gd name="connsiteX388" fmla="*/ 3101556 w 7467600"/>
              <a:gd name="connsiteY388" fmla="*/ 6843337 h 6858000"/>
              <a:gd name="connsiteX389" fmla="*/ 3370162 w 7467600"/>
              <a:gd name="connsiteY389" fmla="*/ 5785550 h 6858000"/>
              <a:gd name="connsiteX390" fmla="*/ 3746477 w 7467600"/>
              <a:gd name="connsiteY390" fmla="*/ 5377889 h 6858000"/>
              <a:gd name="connsiteX391" fmla="*/ 3863399 w 7467600"/>
              <a:gd name="connsiteY391" fmla="*/ 5087257 h 6858000"/>
              <a:gd name="connsiteX392" fmla="*/ 3968712 w 7467600"/>
              <a:gd name="connsiteY392" fmla="*/ 4913989 h 6858000"/>
              <a:gd name="connsiteX393" fmla="*/ 2792390 w 7467600"/>
              <a:gd name="connsiteY393" fmla="*/ 5382974 h 6858000"/>
              <a:gd name="connsiteX394" fmla="*/ 2714982 w 7467600"/>
              <a:gd name="connsiteY394" fmla="*/ 5427051 h 6858000"/>
              <a:gd name="connsiteX395" fmla="*/ 2813361 w 7467600"/>
              <a:gd name="connsiteY395" fmla="*/ 6023912 h 6858000"/>
              <a:gd name="connsiteX396" fmla="*/ 2688430 w 7467600"/>
              <a:gd name="connsiteY396" fmla="*/ 6801564 h 6858000"/>
              <a:gd name="connsiteX397" fmla="*/ 2629626 w 7467600"/>
              <a:gd name="connsiteY397" fmla="*/ 6763394 h 6858000"/>
              <a:gd name="connsiteX398" fmla="*/ 2565328 w 7467600"/>
              <a:gd name="connsiteY398" fmla="*/ 5516399 h 6858000"/>
              <a:gd name="connsiteX399" fmla="*/ 1922999 w 7467600"/>
              <a:gd name="connsiteY399" fmla="*/ 5980343 h 6858000"/>
              <a:gd name="connsiteX400" fmla="*/ 1950261 w 7467600"/>
              <a:gd name="connsiteY400" fmla="*/ 6405858 h 6858000"/>
              <a:gd name="connsiteX401" fmla="*/ 2365554 w 7467600"/>
              <a:gd name="connsiteY401" fmla="*/ 6759107 h 6858000"/>
              <a:gd name="connsiteX402" fmla="*/ 2424142 w 7467600"/>
              <a:gd name="connsiteY402" fmla="*/ 6858000 h 6858000"/>
              <a:gd name="connsiteX403" fmla="*/ 2395994 w 7467600"/>
              <a:gd name="connsiteY403" fmla="*/ 6858000 h 6858000"/>
              <a:gd name="connsiteX404" fmla="*/ 2392863 w 7467600"/>
              <a:gd name="connsiteY404" fmla="*/ 6852964 h 6858000"/>
              <a:gd name="connsiteX405" fmla="*/ 2017589 w 7467600"/>
              <a:gd name="connsiteY405" fmla="*/ 6493982 h 6858000"/>
              <a:gd name="connsiteX406" fmla="*/ 2147336 w 7467600"/>
              <a:gd name="connsiteY406" fmla="*/ 6594052 h 6858000"/>
              <a:gd name="connsiteX407" fmla="*/ 2207047 w 7467600"/>
              <a:gd name="connsiteY407" fmla="*/ 6654540 h 6858000"/>
              <a:gd name="connsiteX408" fmla="*/ 2299106 w 7467600"/>
              <a:gd name="connsiteY408" fmla="*/ 6778931 h 6858000"/>
              <a:gd name="connsiteX409" fmla="*/ 2314430 w 7467600"/>
              <a:gd name="connsiteY409" fmla="*/ 6801144 h 6858000"/>
              <a:gd name="connsiteX410" fmla="*/ 2352406 w 7467600"/>
              <a:gd name="connsiteY410" fmla="*/ 6858000 h 6858000"/>
              <a:gd name="connsiteX411" fmla="*/ 2314492 w 7467600"/>
              <a:gd name="connsiteY411" fmla="*/ 6858000 h 6858000"/>
              <a:gd name="connsiteX412" fmla="*/ 2288095 w 7467600"/>
              <a:gd name="connsiteY412" fmla="*/ 6818030 h 6858000"/>
              <a:gd name="connsiteX413" fmla="*/ 2272768 w 7467600"/>
              <a:gd name="connsiteY413" fmla="*/ 6795822 h 6858000"/>
              <a:gd name="connsiteX414" fmla="*/ 2182715 w 7467600"/>
              <a:gd name="connsiteY414" fmla="*/ 6675071 h 6858000"/>
              <a:gd name="connsiteX415" fmla="*/ 2032061 w 7467600"/>
              <a:gd name="connsiteY415" fmla="*/ 6541380 h 6858000"/>
              <a:gd name="connsiteX416" fmla="*/ 2257220 w 7467600"/>
              <a:gd name="connsiteY416" fmla="*/ 6826257 h 6858000"/>
              <a:gd name="connsiteX417" fmla="*/ 2281324 w 7467600"/>
              <a:gd name="connsiteY417" fmla="*/ 6858000 h 6858000"/>
              <a:gd name="connsiteX418" fmla="*/ 2242860 w 7467600"/>
              <a:gd name="connsiteY418" fmla="*/ 6858000 h 6858000"/>
              <a:gd name="connsiteX419" fmla="*/ 2232818 w 7467600"/>
              <a:gd name="connsiteY419" fmla="*/ 6844926 h 6858000"/>
              <a:gd name="connsiteX420" fmla="*/ 1990172 w 7467600"/>
              <a:gd name="connsiteY420" fmla="*/ 6542121 h 6858000"/>
              <a:gd name="connsiteX421" fmla="*/ 2124090 w 7467600"/>
              <a:gd name="connsiteY421" fmla="*/ 6761017 h 6858000"/>
              <a:gd name="connsiteX422" fmla="*/ 2200380 w 7467600"/>
              <a:gd name="connsiteY422" fmla="*/ 6858000 h 6858000"/>
              <a:gd name="connsiteX423" fmla="*/ 2147507 w 7467600"/>
              <a:gd name="connsiteY423" fmla="*/ 6858000 h 6858000"/>
              <a:gd name="connsiteX424" fmla="*/ 2070668 w 7467600"/>
              <a:gd name="connsiteY424" fmla="*/ 6761520 h 6858000"/>
              <a:gd name="connsiteX425" fmla="*/ 1975142 w 7467600"/>
              <a:gd name="connsiteY425" fmla="*/ 6585570 h 6858000"/>
              <a:gd name="connsiteX426" fmla="*/ 2050035 w 7467600"/>
              <a:gd name="connsiteY426" fmla="*/ 6813345 h 6858000"/>
              <a:gd name="connsiteX427" fmla="*/ 2063025 w 7467600"/>
              <a:gd name="connsiteY427" fmla="*/ 6858000 h 6858000"/>
              <a:gd name="connsiteX428" fmla="*/ 2021675 w 7467600"/>
              <a:gd name="connsiteY428" fmla="*/ 6858000 h 6858000"/>
              <a:gd name="connsiteX429" fmla="*/ 2019308 w 7467600"/>
              <a:gd name="connsiteY429" fmla="*/ 6847118 h 6858000"/>
              <a:gd name="connsiteX430" fmla="*/ 1938835 w 7467600"/>
              <a:gd name="connsiteY430" fmla="*/ 6551160 h 6858000"/>
              <a:gd name="connsiteX431" fmla="*/ 1953230 w 7467600"/>
              <a:gd name="connsiteY431" fmla="*/ 6759699 h 6858000"/>
              <a:gd name="connsiteX432" fmla="*/ 1956763 w 7467600"/>
              <a:gd name="connsiteY432" fmla="*/ 6778191 h 6858000"/>
              <a:gd name="connsiteX433" fmla="*/ 1967925 w 7467600"/>
              <a:gd name="connsiteY433" fmla="*/ 6858000 h 6858000"/>
              <a:gd name="connsiteX434" fmla="*/ 1936622 w 7467600"/>
              <a:gd name="connsiteY434" fmla="*/ 6858000 h 6858000"/>
              <a:gd name="connsiteX435" fmla="*/ 1926261 w 7467600"/>
              <a:gd name="connsiteY435" fmla="*/ 6784064 h 6858000"/>
              <a:gd name="connsiteX436" fmla="*/ 1922724 w 7467600"/>
              <a:gd name="connsiteY436" fmla="*/ 6765577 h 6858000"/>
              <a:gd name="connsiteX437" fmla="*/ 1904650 w 7467600"/>
              <a:gd name="connsiteY437" fmla="*/ 6639616 h 6858000"/>
              <a:gd name="connsiteX438" fmla="*/ 1885273 w 7467600"/>
              <a:gd name="connsiteY438" fmla="*/ 6858000 h 6858000"/>
              <a:gd name="connsiteX439" fmla="*/ 1854363 w 7467600"/>
              <a:gd name="connsiteY439" fmla="*/ 6858000 h 6858000"/>
              <a:gd name="connsiteX440" fmla="*/ 1880391 w 7467600"/>
              <a:gd name="connsiteY440" fmla="*/ 6603796 h 6858000"/>
              <a:gd name="connsiteX441" fmla="*/ 1818273 w 7467600"/>
              <a:gd name="connsiteY441" fmla="*/ 6715729 h 6858000"/>
              <a:gd name="connsiteX442" fmla="*/ 1794691 w 7467600"/>
              <a:gd name="connsiteY442" fmla="*/ 6843239 h 6858000"/>
              <a:gd name="connsiteX443" fmla="*/ 1794914 w 7467600"/>
              <a:gd name="connsiteY443" fmla="*/ 6858000 h 6858000"/>
              <a:gd name="connsiteX444" fmla="*/ 1746128 w 7467600"/>
              <a:gd name="connsiteY444" fmla="*/ 6858000 h 6858000"/>
              <a:gd name="connsiteX445" fmla="*/ 1753934 w 7467600"/>
              <a:gd name="connsiteY445" fmla="*/ 6724796 h 6858000"/>
              <a:gd name="connsiteX446" fmla="*/ 1792053 w 7467600"/>
              <a:gd name="connsiteY446" fmla="*/ 6572396 h 6858000"/>
              <a:gd name="connsiteX447" fmla="*/ 1862248 w 7467600"/>
              <a:gd name="connsiteY447" fmla="*/ 6266397 h 6858000"/>
              <a:gd name="connsiteX448" fmla="*/ 1862250 w 7467600"/>
              <a:gd name="connsiteY448" fmla="*/ 6033531 h 6858000"/>
              <a:gd name="connsiteX449" fmla="*/ 1211999 w 7467600"/>
              <a:gd name="connsiteY449" fmla="*/ 6683610 h 6858000"/>
              <a:gd name="connsiteX450" fmla="*/ 1213266 w 7467600"/>
              <a:gd name="connsiteY450" fmla="*/ 6691947 h 6858000"/>
              <a:gd name="connsiteX451" fmla="*/ 1203370 w 7467600"/>
              <a:gd name="connsiteY451" fmla="*/ 6850676 h 6858000"/>
              <a:gd name="connsiteX452" fmla="*/ 1203671 w 7467600"/>
              <a:gd name="connsiteY452" fmla="*/ 6858000 h 6858000"/>
              <a:gd name="connsiteX453" fmla="*/ 1143180 w 7467600"/>
              <a:gd name="connsiteY453" fmla="*/ 6858000 h 6858000"/>
              <a:gd name="connsiteX454" fmla="*/ 1142176 w 7467600"/>
              <a:gd name="connsiteY454" fmla="*/ 6766045 h 6858000"/>
              <a:gd name="connsiteX455" fmla="*/ 1067484 w 7467600"/>
              <a:gd name="connsiteY455" fmla="*/ 6858000 h 6858000"/>
              <a:gd name="connsiteX456" fmla="*/ 953928 w 7467600"/>
              <a:gd name="connsiteY456" fmla="*/ 6858000 h 6858000"/>
              <a:gd name="connsiteX457" fmla="*/ 959715 w 7467600"/>
              <a:gd name="connsiteY457" fmla="*/ 6850185 h 6858000"/>
              <a:gd name="connsiteX458" fmla="*/ 1483788 w 7467600"/>
              <a:gd name="connsiteY458" fmla="*/ 6259174 h 6858000"/>
              <a:gd name="connsiteX459" fmla="*/ 1100671 w 7467600"/>
              <a:gd name="connsiteY459" fmla="*/ 6252137 h 6858000"/>
              <a:gd name="connsiteX460" fmla="*/ 1090144 w 7467600"/>
              <a:gd name="connsiteY460" fmla="*/ 6256748 h 6858000"/>
              <a:gd name="connsiteX461" fmla="*/ 1095872 w 7467600"/>
              <a:gd name="connsiteY461" fmla="*/ 6271892 h 6858000"/>
              <a:gd name="connsiteX462" fmla="*/ 262785 w 7467600"/>
              <a:gd name="connsiteY462" fmla="*/ 6845450 h 6858000"/>
              <a:gd name="connsiteX463" fmla="*/ 209968 w 7467600"/>
              <a:gd name="connsiteY463" fmla="*/ 6770713 h 6858000"/>
              <a:gd name="connsiteX464" fmla="*/ 873460 w 7467600"/>
              <a:gd name="connsiteY464" fmla="*/ 6253768 h 6858000"/>
              <a:gd name="connsiteX465" fmla="*/ 192686 w 7467600"/>
              <a:gd name="connsiteY465" fmla="*/ 5849257 h 6858000"/>
              <a:gd name="connsiteX466" fmla="*/ 4696 w 7467600"/>
              <a:gd name="connsiteY466" fmla="*/ 5697668 h 6858000"/>
              <a:gd name="connsiteX467" fmla="*/ 0 w 7467600"/>
              <a:gd name="connsiteY467" fmla="*/ 5689984 h 6858000"/>
              <a:gd name="connsiteX468" fmla="*/ 0 w 7467600"/>
              <a:gd name="connsiteY468" fmla="*/ 5513472 h 6858000"/>
              <a:gd name="connsiteX469" fmla="*/ 174101 w 7467600"/>
              <a:gd name="connsiteY469" fmla="*/ 5620277 h 6858000"/>
              <a:gd name="connsiteX470" fmla="*/ 891800 w 7467600"/>
              <a:gd name="connsiteY470" fmla="*/ 6036935 h 6858000"/>
              <a:gd name="connsiteX471" fmla="*/ 1072219 w 7467600"/>
              <a:gd name="connsiteY471" fmla="*/ 6169443 h 6858000"/>
              <a:gd name="connsiteX472" fmla="*/ 1074117 w 7467600"/>
              <a:gd name="connsiteY472" fmla="*/ 6170301 h 6858000"/>
              <a:gd name="connsiteX473" fmla="*/ 1083114 w 7467600"/>
              <a:gd name="connsiteY473" fmla="*/ 6174131 h 6858000"/>
              <a:gd name="connsiteX474" fmla="*/ 1543010 w 7467600"/>
              <a:gd name="connsiteY474" fmla="*/ 6191140 h 6858000"/>
              <a:gd name="connsiteX475" fmla="*/ 1551080 w 7467600"/>
              <a:gd name="connsiteY475" fmla="*/ 6195006 h 6858000"/>
              <a:gd name="connsiteX476" fmla="*/ 2345443 w 7467600"/>
              <a:gd name="connsiteY476" fmla="*/ 5549882 h 6858000"/>
              <a:gd name="connsiteX477" fmla="*/ 1721499 w 7467600"/>
              <a:gd name="connsiteY477" fmla="*/ 5599969 h 6858000"/>
              <a:gd name="connsiteX478" fmla="*/ 767716 w 7467600"/>
              <a:gd name="connsiteY478" fmla="*/ 5472768 h 6858000"/>
              <a:gd name="connsiteX479" fmla="*/ 722147 w 7467600"/>
              <a:gd name="connsiteY479" fmla="*/ 5393091 h 6858000"/>
              <a:gd name="connsiteX480" fmla="*/ 1485552 w 7467600"/>
              <a:gd name="connsiteY480" fmla="*/ 5313202 h 6858000"/>
              <a:gd name="connsiteX481" fmla="*/ 2143004 w 7467600"/>
              <a:gd name="connsiteY481" fmla="*/ 5402420 h 6858000"/>
              <a:gd name="connsiteX482" fmla="*/ 1933391 w 7467600"/>
              <a:gd name="connsiteY482" fmla="*/ 5156971 h 6858000"/>
              <a:gd name="connsiteX483" fmla="*/ 1827118 w 7467600"/>
              <a:gd name="connsiteY483" fmla="*/ 4968410 h 6858000"/>
              <a:gd name="connsiteX484" fmla="*/ 1837349 w 7467600"/>
              <a:gd name="connsiteY484" fmla="*/ 4956357 h 6858000"/>
              <a:gd name="connsiteX485" fmla="*/ 2162835 w 7467600"/>
              <a:gd name="connsiteY485" fmla="*/ 5187853 h 6858000"/>
              <a:gd name="connsiteX486" fmla="*/ 2257167 w 7467600"/>
              <a:gd name="connsiteY486" fmla="*/ 5462123 h 6858000"/>
              <a:gd name="connsiteX487" fmla="*/ 2261598 w 7467600"/>
              <a:gd name="connsiteY487" fmla="*/ 5467998 h 6858000"/>
              <a:gd name="connsiteX488" fmla="*/ 2437177 w 7467600"/>
              <a:gd name="connsiteY488" fmla="*/ 5479608 h 6858000"/>
              <a:gd name="connsiteX489" fmla="*/ 2445247 w 7467600"/>
              <a:gd name="connsiteY489" fmla="*/ 5483476 h 6858000"/>
              <a:gd name="connsiteX490" fmla="*/ 2743626 w 7467600"/>
              <a:gd name="connsiteY490" fmla="*/ 5304819 h 6858000"/>
              <a:gd name="connsiteX491" fmla="*/ 3048102 w 7467600"/>
              <a:gd name="connsiteY491" fmla="*/ 5150595 h 6858000"/>
              <a:gd name="connsiteX492" fmla="*/ 1799414 w 7467600"/>
              <a:gd name="connsiteY492" fmla="*/ 4694732 h 6858000"/>
              <a:gd name="connsiteX493" fmla="*/ 1771735 w 7467600"/>
              <a:gd name="connsiteY493" fmla="*/ 4619929 h 6858000"/>
              <a:gd name="connsiteX494" fmla="*/ 3104273 w 7467600"/>
              <a:gd name="connsiteY494" fmla="*/ 5076159 h 6858000"/>
              <a:gd name="connsiteX495" fmla="*/ 3113245 w 7467600"/>
              <a:gd name="connsiteY495" fmla="*/ 5090705 h 6858000"/>
              <a:gd name="connsiteX496" fmla="*/ 3126294 w 7467600"/>
              <a:gd name="connsiteY496" fmla="*/ 5114400 h 6858000"/>
              <a:gd name="connsiteX497" fmla="*/ 3937433 w 7467600"/>
              <a:gd name="connsiteY497" fmla="*/ 4830473 h 6858000"/>
              <a:gd name="connsiteX498" fmla="*/ 3590475 w 7467600"/>
              <a:gd name="connsiteY498" fmla="*/ 4597974 h 6858000"/>
              <a:gd name="connsiteX499" fmla="*/ 3100264 w 7467600"/>
              <a:gd name="connsiteY499" fmla="*/ 4579845 h 6858000"/>
              <a:gd name="connsiteX500" fmla="*/ 2183576 w 7467600"/>
              <a:gd name="connsiteY500" fmla="*/ 4227150 h 6858000"/>
              <a:gd name="connsiteX501" fmla="*/ 2151029 w 7467600"/>
              <a:gd name="connsiteY501" fmla="*/ 4146947 h 6858000"/>
              <a:gd name="connsiteX502" fmla="*/ 3563434 w 7467600"/>
              <a:gd name="connsiteY502" fmla="*/ 4469115 h 6858000"/>
              <a:gd name="connsiteX503" fmla="*/ 3177952 w 7467600"/>
              <a:gd name="connsiteY503" fmla="*/ 3657386 h 6858000"/>
              <a:gd name="connsiteX504" fmla="*/ 3189263 w 7467600"/>
              <a:gd name="connsiteY504" fmla="*/ 3625726 h 6858000"/>
              <a:gd name="connsiteX505" fmla="*/ 3560912 w 7467600"/>
              <a:gd name="connsiteY505" fmla="*/ 4079863 h 6858000"/>
              <a:gd name="connsiteX506" fmla="*/ 3626636 w 7467600"/>
              <a:gd name="connsiteY506" fmla="*/ 4512230 h 6858000"/>
              <a:gd name="connsiteX507" fmla="*/ 3653088 w 7467600"/>
              <a:gd name="connsiteY507" fmla="*/ 4521417 h 6858000"/>
              <a:gd name="connsiteX508" fmla="*/ 3988128 w 7467600"/>
              <a:gd name="connsiteY508" fmla="*/ 4817267 h 6858000"/>
              <a:gd name="connsiteX509" fmla="*/ 4830582 w 7467600"/>
              <a:gd name="connsiteY509" fmla="*/ 4676000 h 6858000"/>
              <a:gd name="connsiteX510" fmla="*/ 4830100 w 7467600"/>
              <a:gd name="connsiteY510" fmla="*/ 4675554 h 6858000"/>
              <a:gd name="connsiteX511" fmla="*/ 4036318 w 7467600"/>
              <a:gd name="connsiteY511" fmla="*/ 4147013 h 6858000"/>
              <a:gd name="connsiteX512" fmla="*/ 3432098 w 7467600"/>
              <a:gd name="connsiteY512" fmla="*/ 3537312 h 6858000"/>
              <a:gd name="connsiteX513" fmla="*/ 3446761 w 7467600"/>
              <a:gd name="connsiteY513" fmla="*/ 3461278 h 6858000"/>
              <a:gd name="connsiteX514" fmla="*/ 4419733 w 7467600"/>
              <a:gd name="connsiteY514" fmla="*/ 3963555 h 6858000"/>
              <a:gd name="connsiteX515" fmla="*/ 4781371 w 7467600"/>
              <a:gd name="connsiteY515" fmla="*/ 4458604 h 6858000"/>
              <a:gd name="connsiteX516" fmla="*/ 4780440 w 7467600"/>
              <a:gd name="connsiteY516" fmla="*/ 4470290 h 6858000"/>
              <a:gd name="connsiteX517" fmla="*/ 4898954 w 7467600"/>
              <a:gd name="connsiteY517" fmla="*/ 4662092 h 6858000"/>
              <a:gd name="connsiteX518" fmla="*/ 4900699 w 7467600"/>
              <a:gd name="connsiteY518" fmla="*/ 4670867 h 6858000"/>
              <a:gd name="connsiteX519" fmla="*/ 5714511 w 7467600"/>
              <a:gd name="connsiteY519" fmla="*/ 4663483 h 6858000"/>
              <a:gd name="connsiteX520" fmla="*/ 5464793 w 7467600"/>
              <a:gd name="connsiteY520" fmla="*/ 4393556 h 6858000"/>
              <a:gd name="connsiteX521" fmla="*/ 5461897 w 7467600"/>
              <a:gd name="connsiteY521" fmla="*/ 4390879 h 6858000"/>
              <a:gd name="connsiteX522" fmla="*/ 4294126 w 7467600"/>
              <a:gd name="connsiteY522" fmla="*/ 3303048 h 6858000"/>
              <a:gd name="connsiteX523" fmla="*/ 4305321 w 7467600"/>
              <a:gd name="connsiteY523" fmla="*/ 3256953 h 6858000"/>
              <a:gd name="connsiteX524" fmla="*/ 4949299 w 7467600"/>
              <a:gd name="connsiteY524" fmla="*/ 3766336 h 6858000"/>
              <a:gd name="connsiteX525" fmla="*/ 5291452 w 7467600"/>
              <a:gd name="connsiteY525" fmla="*/ 4076801 h 6858000"/>
              <a:gd name="connsiteX526" fmla="*/ 5434998 w 7467600"/>
              <a:gd name="connsiteY526" fmla="*/ 4254100 h 6858000"/>
              <a:gd name="connsiteX527" fmla="*/ 5351015 w 7467600"/>
              <a:gd name="connsiteY527" fmla="*/ 3760989 h 6858000"/>
              <a:gd name="connsiteX528" fmla="*/ 5413780 w 7467600"/>
              <a:gd name="connsiteY528" fmla="*/ 2966265 h 6858000"/>
              <a:gd name="connsiteX529" fmla="*/ 5425627 w 7467600"/>
              <a:gd name="connsiteY529" fmla="*/ 2954192 h 6858000"/>
              <a:gd name="connsiteX530" fmla="*/ 6604735 w 7467600"/>
              <a:gd name="connsiteY530" fmla="*/ 2041381 h 6858000"/>
              <a:gd name="connsiteX531" fmla="*/ 7204487 w 7467600"/>
              <a:gd name="connsiteY531" fmla="*/ 2742112 h 6858000"/>
              <a:gd name="connsiteX532" fmla="*/ 7131592 w 7467600"/>
              <a:gd name="connsiteY532" fmla="*/ 2672096 h 6858000"/>
              <a:gd name="connsiteX533" fmla="*/ 6996344 w 7467600"/>
              <a:gd name="connsiteY533" fmla="*/ 2518310 h 6858000"/>
              <a:gd name="connsiteX534" fmla="*/ 6735495 w 7467600"/>
              <a:gd name="connsiteY534" fmla="*/ 2196890 h 6858000"/>
              <a:gd name="connsiteX535" fmla="*/ 6721901 w 7467600"/>
              <a:gd name="connsiteY535" fmla="*/ 2179274 h 6858000"/>
              <a:gd name="connsiteX536" fmla="*/ 6604735 w 7467600"/>
              <a:gd name="connsiteY536" fmla="*/ 2041381 h 6858000"/>
              <a:gd name="connsiteX537" fmla="*/ 6591670 w 7467600"/>
              <a:gd name="connsiteY537" fmla="*/ 1988277 h 6858000"/>
              <a:gd name="connsiteX538" fmla="*/ 6747349 w 7467600"/>
              <a:gd name="connsiteY538" fmla="*/ 2160069 h 6858000"/>
              <a:gd name="connsiteX539" fmla="*/ 6760943 w 7467600"/>
              <a:gd name="connsiteY539" fmla="*/ 2177686 h 6858000"/>
              <a:gd name="connsiteX540" fmla="*/ 7021065 w 7467600"/>
              <a:gd name="connsiteY540" fmla="*/ 2498102 h 6858000"/>
              <a:gd name="connsiteX541" fmla="*/ 7155223 w 7467600"/>
              <a:gd name="connsiteY541" fmla="*/ 2650386 h 6858000"/>
              <a:gd name="connsiteX542" fmla="*/ 7203167 w 7467600"/>
              <a:gd name="connsiteY542" fmla="*/ 2697288 h 6858000"/>
              <a:gd name="connsiteX543" fmla="*/ 6937703 w 7467600"/>
              <a:gd name="connsiteY543" fmla="*/ 2321981 h 6858000"/>
              <a:gd name="connsiteX544" fmla="*/ 6591670 w 7467600"/>
              <a:gd name="connsiteY544" fmla="*/ 1988277 h 6858000"/>
              <a:gd name="connsiteX545" fmla="*/ 5798671 w 7467600"/>
              <a:gd name="connsiteY545" fmla="*/ 1981601 h 6858000"/>
              <a:gd name="connsiteX546" fmla="*/ 5754709 w 7467600"/>
              <a:gd name="connsiteY546" fmla="*/ 2071454 h 6858000"/>
              <a:gd name="connsiteX547" fmla="*/ 5763044 w 7467600"/>
              <a:gd name="connsiteY547" fmla="*/ 2842206 h 6858000"/>
              <a:gd name="connsiteX548" fmla="*/ 5764974 w 7467600"/>
              <a:gd name="connsiteY548" fmla="*/ 2799609 h 6858000"/>
              <a:gd name="connsiteX549" fmla="*/ 5767665 w 7467600"/>
              <a:gd name="connsiteY549" fmla="*/ 2666409 h 6858000"/>
              <a:gd name="connsiteX550" fmla="*/ 5763055 w 7467600"/>
              <a:gd name="connsiteY550" fmla="*/ 2579705 h 6858000"/>
              <a:gd name="connsiteX551" fmla="*/ 5758079 w 7467600"/>
              <a:gd name="connsiteY551" fmla="*/ 2492508 h 6858000"/>
              <a:gd name="connsiteX552" fmla="*/ 5779325 w 7467600"/>
              <a:gd name="connsiteY552" fmla="*/ 2197069 h 6858000"/>
              <a:gd name="connsiteX553" fmla="*/ 5798671 w 7467600"/>
              <a:gd name="connsiteY553" fmla="*/ 1981601 h 6858000"/>
              <a:gd name="connsiteX554" fmla="*/ 5829202 w 7467600"/>
              <a:gd name="connsiteY554" fmla="*/ 1971679 h 6858000"/>
              <a:gd name="connsiteX555" fmla="*/ 5809558 w 7467600"/>
              <a:gd name="connsiteY555" fmla="*/ 2198043 h 6858000"/>
              <a:gd name="connsiteX556" fmla="*/ 5788653 w 7467600"/>
              <a:gd name="connsiteY556" fmla="*/ 2489430 h 6858000"/>
              <a:gd name="connsiteX557" fmla="*/ 5793439 w 7467600"/>
              <a:gd name="connsiteY557" fmla="*/ 2575235 h 6858000"/>
              <a:gd name="connsiteX558" fmla="*/ 5796837 w 7467600"/>
              <a:gd name="connsiteY558" fmla="*/ 2637633 h 6858000"/>
              <a:gd name="connsiteX559" fmla="*/ 5818614 w 7467600"/>
              <a:gd name="connsiteY559" fmla="*/ 2473055 h 6858000"/>
              <a:gd name="connsiteX560" fmla="*/ 5829202 w 7467600"/>
              <a:gd name="connsiteY560" fmla="*/ 1971679 h 6858000"/>
              <a:gd name="connsiteX561" fmla="*/ 5911389 w 7467600"/>
              <a:gd name="connsiteY561" fmla="*/ 1898371 h 6858000"/>
              <a:gd name="connsiteX562" fmla="*/ 6237627 w 7467600"/>
              <a:gd name="connsiteY562" fmla="*/ 2231921 h 6858000"/>
              <a:gd name="connsiteX563" fmla="*/ 5911389 w 7467600"/>
              <a:gd name="connsiteY563" fmla="*/ 1898371 h 6858000"/>
              <a:gd name="connsiteX564" fmla="*/ 6944437 w 7467600"/>
              <a:gd name="connsiteY564" fmla="*/ 1575402 h 6858000"/>
              <a:gd name="connsiteX565" fmla="*/ 6304730 w 7467600"/>
              <a:gd name="connsiteY565" fmla="*/ 1766654 h 6858000"/>
              <a:gd name="connsiteX566" fmla="*/ 6944437 w 7467600"/>
              <a:gd name="connsiteY566" fmla="*/ 1575402 h 6858000"/>
              <a:gd name="connsiteX567" fmla="*/ 7019523 w 7467600"/>
              <a:gd name="connsiteY567" fmla="*/ 1519450 h 6858000"/>
              <a:gd name="connsiteX568" fmla="*/ 6298091 w 7467600"/>
              <a:gd name="connsiteY568" fmla="*/ 1737122 h 6858000"/>
              <a:gd name="connsiteX569" fmla="*/ 7019523 w 7467600"/>
              <a:gd name="connsiteY569" fmla="*/ 1519450 h 6858000"/>
              <a:gd name="connsiteX570" fmla="*/ 2399523 w 7467600"/>
              <a:gd name="connsiteY570" fmla="*/ 1428234 h 6858000"/>
              <a:gd name="connsiteX571" fmla="*/ 2224982 w 7467600"/>
              <a:gd name="connsiteY571" fmla="*/ 1826201 h 6858000"/>
              <a:gd name="connsiteX572" fmla="*/ 2096099 w 7467600"/>
              <a:gd name="connsiteY572" fmla="*/ 2345900 h 6858000"/>
              <a:gd name="connsiteX573" fmla="*/ 2283317 w 7467600"/>
              <a:gd name="connsiteY573" fmla="*/ 1796925 h 6858000"/>
              <a:gd name="connsiteX574" fmla="*/ 2399523 w 7467600"/>
              <a:gd name="connsiteY574" fmla="*/ 1428234 h 6858000"/>
              <a:gd name="connsiteX575" fmla="*/ 2448558 w 7467600"/>
              <a:gd name="connsiteY575" fmla="*/ 1373435 h 6858000"/>
              <a:gd name="connsiteX576" fmla="*/ 2312521 w 7467600"/>
              <a:gd name="connsiteY576" fmla="*/ 1806140 h 6858000"/>
              <a:gd name="connsiteX577" fmla="*/ 2127533 w 7467600"/>
              <a:gd name="connsiteY577" fmla="*/ 2348380 h 6858000"/>
              <a:gd name="connsiteX578" fmla="*/ 2358080 w 7467600"/>
              <a:gd name="connsiteY578" fmla="*/ 1866134 h 6858000"/>
              <a:gd name="connsiteX579" fmla="*/ 2407436 w 7467600"/>
              <a:gd name="connsiteY579" fmla="*/ 1651070 h 6858000"/>
              <a:gd name="connsiteX580" fmla="*/ 2448558 w 7467600"/>
              <a:gd name="connsiteY580" fmla="*/ 1373435 h 6858000"/>
              <a:gd name="connsiteX581" fmla="*/ 278707 w 7467600"/>
              <a:gd name="connsiteY581" fmla="*/ 1352270 h 6858000"/>
              <a:gd name="connsiteX582" fmla="*/ 321570 w 7467600"/>
              <a:gd name="connsiteY582" fmla="*/ 1861610 h 6858000"/>
              <a:gd name="connsiteX583" fmla="*/ 294281 w 7467600"/>
              <a:gd name="connsiteY583" fmla="*/ 1440658 h 6858000"/>
              <a:gd name="connsiteX584" fmla="*/ 278707 w 7467600"/>
              <a:gd name="connsiteY584" fmla="*/ 1352270 h 6858000"/>
              <a:gd name="connsiteX585" fmla="*/ 1423821 w 7467600"/>
              <a:gd name="connsiteY585" fmla="*/ 1351958 h 6858000"/>
              <a:gd name="connsiteX586" fmla="*/ 1638521 w 7467600"/>
              <a:gd name="connsiteY586" fmla="*/ 1908470 h 6858000"/>
              <a:gd name="connsiteX587" fmla="*/ 1754199 w 7467600"/>
              <a:gd name="connsiteY587" fmla="*/ 2149284 h 6858000"/>
              <a:gd name="connsiteX588" fmla="*/ 1908359 w 7467600"/>
              <a:gd name="connsiteY588" fmla="*/ 2364988 h 6858000"/>
              <a:gd name="connsiteX589" fmla="*/ 1647661 w 7467600"/>
              <a:gd name="connsiteY589" fmla="*/ 1825945 h 6858000"/>
              <a:gd name="connsiteX590" fmla="*/ 1423821 w 7467600"/>
              <a:gd name="connsiteY590" fmla="*/ 1351958 h 6858000"/>
              <a:gd name="connsiteX591" fmla="*/ 1431890 w 7467600"/>
              <a:gd name="connsiteY591" fmla="*/ 1306475 h 6858000"/>
              <a:gd name="connsiteX592" fmla="*/ 1507597 w 7467600"/>
              <a:gd name="connsiteY592" fmla="*/ 1446132 h 6858000"/>
              <a:gd name="connsiteX593" fmla="*/ 1674586 w 7467600"/>
              <a:gd name="connsiteY593" fmla="*/ 1813832 h 6858000"/>
              <a:gd name="connsiteX594" fmla="*/ 1815950 w 7467600"/>
              <a:gd name="connsiteY594" fmla="*/ 2128564 h 6858000"/>
              <a:gd name="connsiteX595" fmla="*/ 1984242 w 7467600"/>
              <a:gd name="connsiteY595" fmla="*/ 2430829 h 6858000"/>
              <a:gd name="connsiteX596" fmla="*/ 2014023 w 7467600"/>
              <a:gd name="connsiteY596" fmla="*/ 2450995 h 6858000"/>
              <a:gd name="connsiteX597" fmla="*/ 1747337 w 7467600"/>
              <a:gd name="connsiteY597" fmla="*/ 1855264 h 6858000"/>
              <a:gd name="connsiteX598" fmla="*/ 1533749 w 7467600"/>
              <a:gd name="connsiteY598" fmla="*/ 1478656 h 6858000"/>
              <a:gd name="connsiteX599" fmla="*/ 1431890 w 7467600"/>
              <a:gd name="connsiteY599" fmla="*/ 1306475 h 6858000"/>
              <a:gd name="connsiteX600" fmla="*/ 5052692 w 7467600"/>
              <a:gd name="connsiteY600" fmla="*/ 1292994 h 6858000"/>
              <a:gd name="connsiteX601" fmla="*/ 5200661 w 7467600"/>
              <a:gd name="connsiteY601" fmla="*/ 1635186 h 6858000"/>
              <a:gd name="connsiteX602" fmla="*/ 5297138 w 7467600"/>
              <a:gd name="connsiteY602" fmla="*/ 1906351 h 6858000"/>
              <a:gd name="connsiteX603" fmla="*/ 5052692 w 7467600"/>
              <a:gd name="connsiteY603" fmla="*/ 1292994 h 6858000"/>
              <a:gd name="connsiteX604" fmla="*/ 5009948 w 7467600"/>
              <a:gd name="connsiteY604" fmla="*/ 1273619 h 6858000"/>
              <a:gd name="connsiteX605" fmla="*/ 5121777 w 7467600"/>
              <a:gd name="connsiteY605" fmla="*/ 1654213 h 6858000"/>
              <a:gd name="connsiteX606" fmla="*/ 5293545 w 7467600"/>
              <a:gd name="connsiteY606" fmla="*/ 2072247 h 6858000"/>
              <a:gd name="connsiteX607" fmla="*/ 5294042 w 7467600"/>
              <a:gd name="connsiteY607" fmla="*/ 2065019 h 6858000"/>
              <a:gd name="connsiteX608" fmla="*/ 5171936 w 7467600"/>
              <a:gd name="connsiteY608" fmla="*/ 1647613 h 6858000"/>
              <a:gd name="connsiteX609" fmla="*/ 5009948 w 7467600"/>
              <a:gd name="connsiteY609" fmla="*/ 1273619 h 6858000"/>
              <a:gd name="connsiteX610" fmla="*/ 655236 w 7467600"/>
              <a:gd name="connsiteY610" fmla="*/ 1268632 h 6858000"/>
              <a:gd name="connsiteX611" fmla="*/ 839521 w 7467600"/>
              <a:gd name="connsiteY611" fmla="*/ 1685315 h 6858000"/>
              <a:gd name="connsiteX612" fmla="*/ 1109416 w 7467600"/>
              <a:gd name="connsiteY612" fmla="*/ 2061663 h 6858000"/>
              <a:gd name="connsiteX613" fmla="*/ 1298300 w 7467600"/>
              <a:gd name="connsiteY613" fmla="*/ 2247742 h 6858000"/>
              <a:gd name="connsiteX614" fmla="*/ 1125871 w 7467600"/>
              <a:gd name="connsiteY614" fmla="*/ 1989513 h 6858000"/>
              <a:gd name="connsiteX615" fmla="*/ 981574 w 7467600"/>
              <a:gd name="connsiteY615" fmla="*/ 1783157 h 6858000"/>
              <a:gd name="connsiteX616" fmla="*/ 922198 w 7467600"/>
              <a:gd name="connsiteY616" fmla="*/ 1677437 h 6858000"/>
              <a:gd name="connsiteX617" fmla="*/ 869293 w 7467600"/>
              <a:gd name="connsiteY617" fmla="*/ 1583214 h 6858000"/>
              <a:gd name="connsiteX618" fmla="*/ 751431 w 7467600"/>
              <a:gd name="connsiteY618" fmla="*/ 1405731 h 6858000"/>
              <a:gd name="connsiteX619" fmla="*/ 655236 w 7467600"/>
              <a:gd name="connsiteY619" fmla="*/ 1268632 h 6858000"/>
              <a:gd name="connsiteX620" fmla="*/ 6516292 w 7467600"/>
              <a:gd name="connsiteY620" fmla="*/ 1263064 h 6858000"/>
              <a:gd name="connsiteX621" fmla="*/ 5736320 w 7467600"/>
              <a:gd name="connsiteY621" fmla="*/ 1501803 h 6858000"/>
              <a:gd name="connsiteX622" fmla="*/ 6516292 w 7467600"/>
              <a:gd name="connsiteY622" fmla="*/ 1263064 h 6858000"/>
              <a:gd name="connsiteX623" fmla="*/ 291466 w 7467600"/>
              <a:gd name="connsiteY623" fmla="*/ 1250369 h 6858000"/>
              <a:gd name="connsiteX624" fmla="*/ 323180 w 7467600"/>
              <a:gd name="connsiteY624" fmla="*/ 1435283 h 6858000"/>
              <a:gd name="connsiteX625" fmla="*/ 349381 w 7467600"/>
              <a:gd name="connsiteY625" fmla="*/ 1875041 h 6858000"/>
              <a:gd name="connsiteX626" fmla="*/ 374363 w 7467600"/>
              <a:gd name="connsiteY626" fmla="*/ 1506494 h 6858000"/>
              <a:gd name="connsiteX627" fmla="*/ 302168 w 7467600"/>
              <a:gd name="connsiteY627" fmla="*/ 1274495 h 6858000"/>
              <a:gd name="connsiteX628" fmla="*/ 291466 w 7467600"/>
              <a:gd name="connsiteY628" fmla="*/ 1250369 h 6858000"/>
              <a:gd name="connsiteX629" fmla="*/ 678222 w 7467600"/>
              <a:gd name="connsiteY629" fmla="*/ 1248670 h 6858000"/>
              <a:gd name="connsiteX630" fmla="*/ 775536 w 7467600"/>
              <a:gd name="connsiteY630" fmla="*/ 1388015 h 6858000"/>
              <a:gd name="connsiteX631" fmla="*/ 894529 w 7467600"/>
              <a:gd name="connsiteY631" fmla="*/ 1567739 h 6858000"/>
              <a:gd name="connsiteX632" fmla="*/ 948000 w 7467600"/>
              <a:gd name="connsiteY632" fmla="*/ 1663088 h 6858000"/>
              <a:gd name="connsiteX633" fmla="*/ 1006812 w 7467600"/>
              <a:gd name="connsiteY633" fmla="*/ 1767683 h 6858000"/>
              <a:gd name="connsiteX634" fmla="*/ 1149133 w 7467600"/>
              <a:gd name="connsiteY634" fmla="*/ 1971513 h 6858000"/>
              <a:gd name="connsiteX635" fmla="*/ 1333952 w 7467600"/>
              <a:gd name="connsiteY635" fmla="*/ 2251620 h 6858000"/>
              <a:gd name="connsiteX636" fmla="*/ 1337329 w 7467600"/>
              <a:gd name="connsiteY636" fmla="*/ 2258350 h 6858000"/>
              <a:gd name="connsiteX637" fmla="*/ 1014726 w 7467600"/>
              <a:gd name="connsiteY637" fmla="*/ 1615556 h 6858000"/>
              <a:gd name="connsiteX638" fmla="*/ 678222 w 7467600"/>
              <a:gd name="connsiteY638" fmla="*/ 1248670 h 6858000"/>
              <a:gd name="connsiteX639" fmla="*/ 6691602 w 7467600"/>
              <a:gd name="connsiteY639" fmla="*/ 1140573 h 6858000"/>
              <a:gd name="connsiteX640" fmla="*/ 6571100 w 7467600"/>
              <a:gd name="connsiteY640" fmla="*/ 1183662 h 6858000"/>
              <a:gd name="connsiteX641" fmla="*/ 6241687 w 7467600"/>
              <a:gd name="connsiteY641" fmla="*/ 1257600 h 6858000"/>
              <a:gd name="connsiteX642" fmla="*/ 5693009 w 7467600"/>
              <a:gd name="connsiteY642" fmla="*/ 1478256 h 6858000"/>
              <a:gd name="connsiteX643" fmla="*/ 6548420 w 7467600"/>
              <a:gd name="connsiteY643" fmla="*/ 1214599 h 6858000"/>
              <a:gd name="connsiteX644" fmla="*/ 6605473 w 7467600"/>
              <a:gd name="connsiteY644" fmla="*/ 1184686 h 6858000"/>
              <a:gd name="connsiteX645" fmla="*/ 6691602 w 7467600"/>
              <a:gd name="connsiteY645" fmla="*/ 1140573 h 6858000"/>
              <a:gd name="connsiteX646" fmla="*/ 4002475 w 7467600"/>
              <a:gd name="connsiteY646" fmla="*/ 1037802 h 6858000"/>
              <a:gd name="connsiteX647" fmla="*/ 4000324 w 7467600"/>
              <a:gd name="connsiteY647" fmla="*/ 1039362 h 6858000"/>
              <a:gd name="connsiteX648" fmla="*/ 4002862 w 7467600"/>
              <a:gd name="connsiteY648" fmla="*/ 1042866 h 6858000"/>
              <a:gd name="connsiteX649" fmla="*/ 4002475 w 7467600"/>
              <a:gd name="connsiteY649" fmla="*/ 1037802 h 6858000"/>
              <a:gd name="connsiteX650" fmla="*/ 506322 w 7467600"/>
              <a:gd name="connsiteY650" fmla="*/ 1020997 h 6858000"/>
              <a:gd name="connsiteX651" fmla="*/ 533068 w 7467600"/>
              <a:gd name="connsiteY651" fmla="*/ 1029409 h 6858000"/>
              <a:gd name="connsiteX652" fmla="*/ 1232525 w 7467600"/>
              <a:gd name="connsiteY652" fmla="*/ 1804675 h 6858000"/>
              <a:gd name="connsiteX653" fmla="*/ 1388858 w 7467600"/>
              <a:gd name="connsiteY653" fmla="*/ 2368011 h 6858000"/>
              <a:gd name="connsiteX654" fmla="*/ 1384098 w 7467600"/>
              <a:gd name="connsiteY654" fmla="*/ 2378125 h 6858000"/>
              <a:gd name="connsiteX655" fmla="*/ 1425393 w 7467600"/>
              <a:gd name="connsiteY655" fmla="*/ 2589124 h 6858000"/>
              <a:gd name="connsiteX656" fmla="*/ 1424001 w 7467600"/>
              <a:gd name="connsiteY656" fmla="*/ 2597541 h 6858000"/>
              <a:gd name="connsiteX657" fmla="*/ 2152729 w 7467600"/>
              <a:gd name="connsiteY657" fmla="*/ 2864487 h 6858000"/>
              <a:gd name="connsiteX658" fmla="*/ 2020609 w 7467600"/>
              <a:gd name="connsiteY658" fmla="*/ 2539671 h 6858000"/>
              <a:gd name="connsiteX659" fmla="*/ 2018920 w 7467600"/>
              <a:gd name="connsiteY659" fmla="*/ 2536309 h 6858000"/>
              <a:gd name="connsiteX660" fmla="*/ 1342441 w 7467600"/>
              <a:gd name="connsiteY660" fmla="*/ 1173017 h 6858000"/>
              <a:gd name="connsiteX661" fmla="*/ 1367925 w 7467600"/>
              <a:gd name="connsiteY661" fmla="*/ 1135648 h 6858000"/>
              <a:gd name="connsiteX662" fmla="*/ 1771401 w 7467600"/>
              <a:gd name="connsiteY662" fmla="*/ 1806673 h 6858000"/>
              <a:gd name="connsiteX663" fmla="*/ 1972385 w 7467600"/>
              <a:gd name="connsiteY663" fmla="*/ 2198735 h 6858000"/>
              <a:gd name="connsiteX664" fmla="*/ 2040892 w 7467600"/>
              <a:gd name="connsiteY664" fmla="*/ 2405205 h 6858000"/>
              <a:gd name="connsiteX665" fmla="*/ 2131689 w 7467600"/>
              <a:gd name="connsiteY665" fmla="*/ 1936926 h 6858000"/>
              <a:gd name="connsiteX666" fmla="*/ 2454820 w 7467600"/>
              <a:gd name="connsiteY666" fmla="*/ 1248808 h 6858000"/>
              <a:gd name="connsiteX667" fmla="*/ 2492512 w 7467600"/>
              <a:gd name="connsiteY667" fmla="*/ 1302920 h 6858000"/>
              <a:gd name="connsiteX668" fmla="*/ 2081216 w 7467600"/>
              <a:gd name="connsiteY668" fmla="*/ 2527513 h 6858000"/>
              <a:gd name="connsiteX669" fmla="*/ 2081211 w 7467600"/>
              <a:gd name="connsiteY669" fmla="*/ 2528916 h 6858000"/>
              <a:gd name="connsiteX670" fmla="*/ 2199067 w 7467600"/>
              <a:gd name="connsiteY670" fmla="*/ 2884061 h 6858000"/>
              <a:gd name="connsiteX671" fmla="*/ 3192586 w 7467600"/>
              <a:gd name="connsiteY671" fmla="*/ 3411496 h 6858000"/>
              <a:gd name="connsiteX672" fmla="*/ 3182620 w 7467600"/>
              <a:gd name="connsiteY672" fmla="*/ 3483279 h 6858000"/>
              <a:gd name="connsiteX673" fmla="*/ 2435119 w 7467600"/>
              <a:gd name="connsiteY673" fmla="*/ 3080173 h 6858000"/>
              <a:gd name="connsiteX674" fmla="*/ 2410152 w 7467600"/>
              <a:gd name="connsiteY674" fmla="*/ 3063751 h 6858000"/>
              <a:gd name="connsiteX675" fmla="*/ 2408099 w 7467600"/>
              <a:gd name="connsiteY675" fmla="*/ 3064403 h 6858000"/>
              <a:gd name="connsiteX676" fmla="*/ 2407218 w 7467600"/>
              <a:gd name="connsiteY676" fmla="*/ 3070324 h 6858000"/>
              <a:gd name="connsiteX677" fmla="*/ 2380138 w 7467600"/>
              <a:gd name="connsiteY677" fmla="*/ 3099341 h 6858000"/>
              <a:gd name="connsiteX678" fmla="*/ 1765923 w 7467600"/>
              <a:gd name="connsiteY678" fmla="*/ 3581043 h 6858000"/>
              <a:gd name="connsiteX679" fmla="*/ 1702258 w 7467600"/>
              <a:gd name="connsiteY679" fmla="*/ 3612286 h 6858000"/>
              <a:gd name="connsiteX680" fmla="*/ 1538370 w 7467600"/>
              <a:gd name="connsiteY680" fmla="*/ 3811804 h 6858000"/>
              <a:gd name="connsiteX681" fmla="*/ 542867 w 7467600"/>
              <a:gd name="connsiteY681" fmla="*/ 4944092 h 6858000"/>
              <a:gd name="connsiteX682" fmla="*/ 515800 w 7467600"/>
              <a:gd name="connsiteY682" fmla="*/ 4862180 h 6858000"/>
              <a:gd name="connsiteX683" fmla="*/ 909145 w 7467600"/>
              <a:gd name="connsiteY683" fmla="*/ 4199225 h 6858000"/>
              <a:gd name="connsiteX684" fmla="*/ 1214067 w 7467600"/>
              <a:gd name="connsiteY684" fmla="*/ 3908561 h 6858000"/>
              <a:gd name="connsiteX685" fmla="*/ 640967 w 7467600"/>
              <a:gd name="connsiteY685" fmla="*/ 4105601 h 6858000"/>
              <a:gd name="connsiteX686" fmla="*/ 112563 w 7467600"/>
              <a:gd name="connsiteY686" fmla="*/ 4396952 h 6858000"/>
              <a:gd name="connsiteX687" fmla="*/ 0 w 7467600"/>
              <a:gd name="connsiteY687" fmla="*/ 4466006 h 6858000"/>
              <a:gd name="connsiteX688" fmla="*/ 0 w 7467600"/>
              <a:gd name="connsiteY688" fmla="*/ 4233763 h 6858000"/>
              <a:gd name="connsiteX689" fmla="*/ 36881 w 7467600"/>
              <a:gd name="connsiteY689" fmla="*/ 4200118 h 6858000"/>
              <a:gd name="connsiteX690" fmla="*/ 910534 w 7467600"/>
              <a:gd name="connsiteY690" fmla="*/ 3629753 h 6858000"/>
              <a:gd name="connsiteX691" fmla="*/ 1578717 w 7467600"/>
              <a:gd name="connsiteY691" fmla="*/ 3575982 h 6858000"/>
              <a:gd name="connsiteX692" fmla="*/ 2338780 w 7467600"/>
              <a:gd name="connsiteY692" fmla="*/ 3033725 h 6858000"/>
              <a:gd name="connsiteX693" fmla="*/ 1807991 w 7467600"/>
              <a:gd name="connsiteY693" fmla="*/ 2807184 h 6858000"/>
              <a:gd name="connsiteX694" fmla="*/ 1416358 w 7467600"/>
              <a:gd name="connsiteY694" fmla="*/ 3112571 h 6858000"/>
              <a:gd name="connsiteX695" fmla="*/ 939066 w 7467600"/>
              <a:gd name="connsiteY695" fmla="*/ 3378798 h 6858000"/>
              <a:gd name="connsiteX696" fmla="*/ 115099 w 7467600"/>
              <a:gd name="connsiteY696" fmla="*/ 3607650 h 6858000"/>
              <a:gd name="connsiteX697" fmla="*/ 97284 w 7467600"/>
              <a:gd name="connsiteY697" fmla="*/ 3520393 h 6858000"/>
              <a:gd name="connsiteX698" fmla="*/ 922050 w 7467600"/>
              <a:gd name="connsiteY698" fmla="*/ 3074867 h 6858000"/>
              <a:gd name="connsiteX699" fmla="*/ 1405265 w 7467600"/>
              <a:gd name="connsiteY699" fmla="*/ 3016319 h 6858000"/>
              <a:gd name="connsiteX700" fmla="*/ 1407512 w 7467600"/>
              <a:gd name="connsiteY700" fmla="*/ 3018001 h 6858000"/>
              <a:gd name="connsiteX701" fmla="*/ 1726266 w 7467600"/>
              <a:gd name="connsiteY701" fmla="*/ 2777274 h 6858000"/>
              <a:gd name="connsiteX702" fmla="*/ 625390 w 7467600"/>
              <a:gd name="connsiteY702" fmla="*/ 2514541 h 6858000"/>
              <a:gd name="connsiteX703" fmla="*/ 619799 w 7467600"/>
              <a:gd name="connsiteY703" fmla="*/ 2527180 h 6858000"/>
              <a:gd name="connsiteX704" fmla="*/ 310030 w 7467600"/>
              <a:gd name="connsiteY704" fmla="*/ 2771818 h 6858000"/>
              <a:gd name="connsiteX705" fmla="*/ 173877 w 7467600"/>
              <a:gd name="connsiteY705" fmla="*/ 2937056 h 6858000"/>
              <a:gd name="connsiteX706" fmla="*/ 77889 w 7467600"/>
              <a:gd name="connsiteY706" fmla="*/ 3138440 h 6858000"/>
              <a:gd name="connsiteX707" fmla="*/ 0 w 7467600"/>
              <a:gd name="connsiteY707" fmla="*/ 3271395 h 6858000"/>
              <a:gd name="connsiteX708" fmla="*/ 0 w 7467600"/>
              <a:gd name="connsiteY708" fmla="*/ 3153002 h 6858000"/>
              <a:gd name="connsiteX709" fmla="*/ 2386 w 7467600"/>
              <a:gd name="connsiteY709" fmla="*/ 3149203 h 6858000"/>
              <a:gd name="connsiteX710" fmla="*/ 89753 w 7467600"/>
              <a:gd name="connsiteY710" fmla="*/ 2987702 h 6858000"/>
              <a:gd name="connsiteX711" fmla="*/ 76869 w 7467600"/>
              <a:gd name="connsiteY711" fmla="*/ 3005404 h 6858000"/>
              <a:gd name="connsiteX712" fmla="*/ 32049 w 7467600"/>
              <a:gd name="connsiteY712" fmla="*/ 3065814 h 6858000"/>
              <a:gd name="connsiteX713" fmla="*/ 0 w 7467600"/>
              <a:gd name="connsiteY713" fmla="*/ 3108744 h 6858000"/>
              <a:gd name="connsiteX714" fmla="*/ 0 w 7467600"/>
              <a:gd name="connsiteY714" fmla="*/ 3058059 h 6858000"/>
              <a:gd name="connsiteX715" fmla="*/ 7610 w 7467600"/>
              <a:gd name="connsiteY715" fmla="*/ 3047889 h 6858000"/>
              <a:gd name="connsiteX716" fmla="*/ 52419 w 7467600"/>
              <a:gd name="connsiteY716" fmla="*/ 2987479 h 6858000"/>
              <a:gd name="connsiteX717" fmla="*/ 59142 w 7467600"/>
              <a:gd name="connsiteY717" fmla="*/ 2978488 h 6858000"/>
              <a:gd name="connsiteX718" fmla="*/ 0 w 7467600"/>
              <a:gd name="connsiteY718" fmla="*/ 3015334 h 6858000"/>
              <a:gd name="connsiteX719" fmla="*/ 0 w 7467600"/>
              <a:gd name="connsiteY719" fmla="*/ 2914286 h 6858000"/>
              <a:gd name="connsiteX720" fmla="*/ 36383 w 7467600"/>
              <a:gd name="connsiteY720" fmla="*/ 2901128 h 6858000"/>
              <a:gd name="connsiteX721" fmla="*/ 156329 w 7467600"/>
              <a:gd name="connsiteY721" fmla="*/ 2840533 h 6858000"/>
              <a:gd name="connsiteX722" fmla="*/ 358355 w 7467600"/>
              <a:gd name="connsiteY722" fmla="*/ 2620471 h 6858000"/>
              <a:gd name="connsiteX723" fmla="*/ 510577 w 7467600"/>
              <a:gd name="connsiteY723" fmla="*/ 2501244 h 6858000"/>
              <a:gd name="connsiteX724" fmla="*/ 211967 w 7467600"/>
              <a:gd name="connsiteY724" fmla="*/ 2479171 h 6858000"/>
              <a:gd name="connsiteX725" fmla="*/ 0 w 7467600"/>
              <a:gd name="connsiteY725" fmla="*/ 2476398 h 6858000"/>
              <a:gd name="connsiteX726" fmla="*/ 0 w 7467600"/>
              <a:gd name="connsiteY726" fmla="*/ 2389189 h 6858000"/>
              <a:gd name="connsiteX727" fmla="*/ 103062 w 7467600"/>
              <a:gd name="connsiteY727" fmla="*/ 2389518 h 6858000"/>
              <a:gd name="connsiteX728" fmla="*/ 510734 w 7467600"/>
              <a:gd name="connsiteY728" fmla="*/ 2416201 h 6858000"/>
              <a:gd name="connsiteX729" fmla="*/ 279257 w 7467600"/>
              <a:gd name="connsiteY729" fmla="*/ 2092102 h 6858000"/>
              <a:gd name="connsiteX730" fmla="*/ 65265 w 7467600"/>
              <a:gd name="connsiteY730" fmla="*/ 2006049 h 6858000"/>
              <a:gd name="connsiteX731" fmla="*/ 0 w 7467600"/>
              <a:gd name="connsiteY731" fmla="*/ 1982532 h 6858000"/>
              <a:gd name="connsiteX732" fmla="*/ 0 w 7467600"/>
              <a:gd name="connsiteY732" fmla="*/ 1912789 h 6858000"/>
              <a:gd name="connsiteX733" fmla="*/ 97460 w 7467600"/>
              <a:gd name="connsiteY733" fmla="*/ 1953725 h 6858000"/>
              <a:gd name="connsiteX734" fmla="*/ 221272 w 7467600"/>
              <a:gd name="connsiteY734" fmla="*/ 1980766 h 6858000"/>
              <a:gd name="connsiteX735" fmla="*/ 116765 w 7467600"/>
              <a:gd name="connsiteY735" fmla="*/ 1911033 h 6858000"/>
              <a:gd name="connsiteX736" fmla="*/ 16405 w 7467600"/>
              <a:gd name="connsiteY736" fmla="*/ 1803412 h 6858000"/>
              <a:gd name="connsiteX737" fmla="*/ 0 w 7467600"/>
              <a:gd name="connsiteY737" fmla="*/ 1784777 h 6858000"/>
              <a:gd name="connsiteX738" fmla="*/ 0 w 7467600"/>
              <a:gd name="connsiteY738" fmla="*/ 1740082 h 6858000"/>
              <a:gd name="connsiteX739" fmla="*/ 39394 w 7467600"/>
              <a:gd name="connsiteY739" fmla="*/ 1784856 h 6858000"/>
              <a:gd name="connsiteX740" fmla="*/ 135813 w 7467600"/>
              <a:gd name="connsiteY740" fmla="*/ 1888838 h 6858000"/>
              <a:gd name="connsiteX741" fmla="*/ 242575 w 7467600"/>
              <a:gd name="connsiteY741" fmla="*/ 1958841 h 6858000"/>
              <a:gd name="connsiteX742" fmla="*/ 82197 w 7467600"/>
              <a:gd name="connsiteY742" fmla="*/ 1754826 h 6858000"/>
              <a:gd name="connsiteX743" fmla="*/ 0 w 7467600"/>
              <a:gd name="connsiteY743" fmla="*/ 1679650 h 6858000"/>
              <a:gd name="connsiteX744" fmla="*/ 0 w 7467600"/>
              <a:gd name="connsiteY744" fmla="*/ 1602463 h 6858000"/>
              <a:gd name="connsiteX745" fmla="*/ 84689 w 7467600"/>
              <a:gd name="connsiteY745" fmla="*/ 1677442 h 6858000"/>
              <a:gd name="connsiteX746" fmla="*/ 298437 w 7467600"/>
              <a:gd name="connsiteY746" fmla="*/ 1968019 h 6858000"/>
              <a:gd name="connsiteX747" fmla="*/ 227269 w 7467600"/>
              <a:gd name="connsiteY747" fmla="*/ 1114064 h 6858000"/>
              <a:gd name="connsiteX748" fmla="*/ 248003 w 7467600"/>
              <a:gd name="connsiteY748" fmla="*/ 1089613 h 6858000"/>
              <a:gd name="connsiteX749" fmla="*/ 427020 w 7467600"/>
              <a:gd name="connsiteY749" fmla="*/ 1619803 h 6858000"/>
              <a:gd name="connsiteX750" fmla="*/ 340345 w 7467600"/>
              <a:gd name="connsiteY750" fmla="*/ 2027739 h 6858000"/>
              <a:gd name="connsiteX751" fmla="*/ 360865 w 7467600"/>
              <a:gd name="connsiteY751" fmla="*/ 2044827 h 6858000"/>
              <a:gd name="connsiteX752" fmla="*/ 560414 w 7467600"/>
              <a:gd name="connsiteY752" fmla="*/ 2421457 h 6858000"/>
              <a:gd name="connsiteX753" fmla="*/ 1359703 w 7467600"/>
              <a:gd name="connsiteY753" fmla="*/ 2578554 h 6858000"/>
              <a:gd name="connsiteX754" fmla="*/ 1359422 w 7467600"/>
              <a:gd name="connsiteY754" fmla="*/ 2577994 h 6858000"/>
              <a:gd name="connsiteX755" fmla="*/ 828701 w 7467600"/>
              <a:gd name="connsiteY755" fmla="*/ 1839520 h 6858000"/>
              <a:gd name="connsiteX756" fmla="*/ 494427 w 7467600"/>
              <a:gd name="connsiteY756" fmla="*/ 1092333 h 6858000"/>
              <a:gd name="connsiteX757" fmla="*/ 506322 w 7467600"/>
              <a:gd name="connsiteY757" fmla="*/ 1020997 h 6858000"/>
              <a:gd name="connsiteX758" fmla="*/ 4570198 w 7467600"/>
              <a:gd name="connsiteY758" fmla="*/ 978081 h 6858000"/>
              <a:gd name="connsiteX759" fmla="*/ 4523691 w 7467600"/>
              <a:gd name="connsiteY759" fmla="*/ 1127776 h 6858000"/>
              <a:gd name="connsiteX760" fmla="*/ 4509875 w 7467600"/>
              <a:gd name="connsiteY760" fmla="*/ 1167552 h 6858000"/>
              <a:gd name="connsiteX761" fmla="*/ 4478168 w 7467600"/>
              <a:gd name="connsiteY761" fmla="*/ 1260735 h 6858000"/>
              <a:gd name="connsiteX762" fmla="*/ 4409309 w 7467600"/>
              <a:gd name="connsiteY762" fmla="*/ 1666996 h 6858000"/>
              <a:gd name="connsiteX763" fmla="*/ 4370031 w 7467600"/>
              <a:gd name="connsiteY763" fmla="*/ 1955666 h 6858000"/>
              <a:gd name="connsiteX764" fmla="*/ 4570198 w 7467600"/>
              <a:gd name="connsiteY764" fmla="*/ 978081 h 6858000"/>
              <a:gd name="connsiteX765" fmla="*/ 4557898 w 7467600"/>
              <a:gd name="connsiteY765" fmla="*/ 900011 h 6858000"/>
              <a:gd name="connsiteX766" fmla="*/ 4344840 w 7467600"/>
              <a:gd name="connsiteY766" fmla="*/ 1922038 h 6858000"/>
              <a:gd name="connsiteX767" fmla="*/ 4378710 w 7467600"/>
              <a:gd name="connsiteY767" fmla="*/ 1665516 h 6858000"/>
              <a:gd name="connsiteX768" fmla="*/ 4448798 w 7467600"/>
              <a:gd name="connsiteY768" fmla="*/ 1253024 h 6858000"/>
              <a:gd name="connsiteX769" fmla="*/ 4480315 w 7467600"/>
              <a:gd name="connsiteY769" fmla="*/ 1158454 h 6858000"/>
              <a:gd name="connsiteX770" fmla="*/ 4494133 w 7467600"/>
              <a:gd name="connsiteY770" fmla="*/ 1118676 h 6858000"/>
              <a:gd name="connsiteX771" fmla="*/ 4557898 w 7467600"/>
              <a:gd name="connsiteY771" fmla="*/ 900011 h 6858000"/>
              <a:gd name="connsiteX772" fmla="*/ 5870151 w 7467600"/>
              <a:gd name="connsiteY772" fmla="*/ 898890 h 6858000"/>
              <a:gd name="connsiteX773" fmla="*/ 5861335 w 7467600"/>
              <a:gd name="connsiteY773" fmla="*/ 899177 h 6858000"/>
              <a:gd name="connsiteX774" fmla="*/ 5843702 w 7467600"/>
              <a:gd name="connsiteY774" fmla="*/ 899748 h 6858000"/>
              <a:gd name="connsiteX775" fmla="*/ 5651107 w 7467600"/>
              <a:gd name="connsiteY775" fmla="*/ 920306 h 6858000"/>
              <a:gd name="connsiteX776" fmla="*/ 5459407 w 7467600"/>
              <a:gd name="connsiteY776" fmla="*/ 940975 h 6858000"/>
              <a:gd name="connsiteX777" fmla="*/ 5374846 w 7467600"/>
              <a:gd name="connsiteY777" fmla="*/ 941988 h 6858000"/>
              <a:gd name="connsiteX778" fmla="*/ 5256105 w 7467600"/>
              <a:gd name="connsiteY778" fmla="*/ 945632 h 6858000"/>
              <a:gd name="connsiteX779" fmla="*/ 5107071 w 7467600"/>
              <a:gd name="connsiteY779" fmla="*/ 969720 h 6858000"/>
              <a:gd name="connsiteX780" fmla="*/ 4998681 w 7467600"/>
              <a:gd name="connsiteY780" fmla="*/ 988771 h 6858000"/>
              <a:gd name="connsiteX781" fmla="*/ 5870151 w 7467600"/>
              <a:gd name="connsiteY781" fmla="*/ 898890 h 6858000"/>
              <a:gd name="connsiteX782" fmla="*/ 5504425 w 7467600"/>
              <a:gd name="connsiteY782" fmla="*/ 848067 h 6858000"/>
              <a:gd name="connsiteX783" fmla="*/ 4968849 w 7467600"/>
              <a:gd name="connsiteY783" fmla="*/ 962318 h 6858000"/>
              <a:gd name="connsiteX784" fmla="*/ 5104039 w 7467600"/>
              <a:gd name="connsiteY784" fmla="*/ 940634 h 6858000"/>
              <a:gd name="connsiteX785" fmla="*/ 5256311 w 7467600"/>
              <a:gd name="connsiteY785" fmla="*/ 916490 h 6858000"/>
              <a:gd name="connsiteX786" fmla="*/ 5377381 w 7467600"/>
              <a:gd name="connsiteY786" fmla="*/ 912671 h 6858000"/>
              <a:gd name="connsiteX787" fmla="*/ 5460148 w 7467600"/>
              <a:gd name="connsiteY787" fmla="*/ 911442 h 6858000"/>
              <a:gd name="connsiteX788" fmla="*/ 5648971 w 7467600"/>
              <a:gd name="connsiteY788" fmla="*/ 891331 h 6858000"/>
              <a:gd name="connsiteX789" fmla="*/ 5844807 w 7467600"/>
              <a:gd name="connsiteY789" fmla="*/ 870718 h 6858000"/>
              <a:gd name="connsiteX790" fmla="*/ 5862975 w 7467600"/>
              <a:gd name="connsiteY790" fmla="*/ 869756 h 6858000"/>
              <a:gd name="connsiteX791" fmla="*/ 5920887 w 7467600"/>
              <a:gd name="connsiteY791" fmla="*/ 865929 h 6858000"/>
              <a:gd name="connsiteX792" fmla="*/ 5504425 w 7467600"/>
              <a:gd name="connsiteY792" fmla="*/ 848067 h 6858000"/>
              <a:gd name="connsiteX793" fmla="*/ 3607114 w 7467600"/>
              <a:gd name="connsiteY793" fmla="*/ 467441 h 6858000"/>
              <a:gd name="connsiteX794" fmla="*/ 3296242 w 7467600"/>
              <a:gd name="connsiteY794" fmla="*/ 807991 h 6858000"/>
              <a:gd name="connsiteX795" fmla="*/ 3174674 w 7467600"/>
              <a:gd name="connsiteY795" fmla="*/ 919759 h 6858000"/>
              <a:gd name="connsiteX796" fmla="*/ 3042978 w 7467600"/>
              <a:gd name="connsiteY796" fmla="*/ 1054894 h 6858000"/>
              <a:gd name="connsiteX797" fmla="*/ 2968914 w 7467600"/>
              <a:gd name="connsiteY797" fmla="*/ 1133756 h 6858000"/>
              <a:gd name="connsiteX798" fmla="*/ 3103823 w 7467600"/>
              <a:gd name="connsiteY798" fmla="*/ 1026814 h 6858000"/>
              <a:gd name="connsiteX799" fmla="*/ 3607114 w 7467600"/>
              <a:gd name="connsiteY799" fmla="*/ 467441 h 6858000"/>
              <a:gd name="connsiteX800" fmla="*/ 3744487 w 7467600"/>
              <a:gd name="connsiteY800" fmla="*/ 383136 h 6858000"/>
              <a:gd name="connsiteX801" fmla="*/ 3970213 w 7467600"/>
              <a:gd name="connsiteY801" fmla="*/ 995559 h 6858000"/>
              <a:gd name="connsiteX802" fmla="*/ 3744487 w 7467600"/>
              <a:gd name="connsiteY802" fmla="*/ 383136 h 6858000"/>
              <a:gd name="connsiteX803" fmla="*/ 3624562 w 7467600"/>
              <a:gd name="connsiteY803" fmla="*/ 367041 h 6858000"/>
              <a:gd name="connsiteX804" fmla="*/ 3489712 w 7467600"/>
              <a:gd name="connsiteY804" fmla="*/ 485386 h 6858000"/>
              <a:gd name="connsiteX805" fmla="*/ 3182994 w 7467600"/>
              <a:gd name="connsiteY805" fmla="*/ 828265 h 6858000"/>
              <a:gd name="connsiteX806" fmla="*/ 2892114 w 7467600"/>
              <a:gd name="connsiteY806" fmla="*/ 1172635 h 6858000"/>
              <a:gd name="connsiteX807" fmla="*/ 3021459 w 7467600"/>
              <a:gd name="connsiteY807" fmla="*/ 1035385 h 6858000"/>
              <a:gd name="connsiteX808" fmla="*/ 3153873 w 7467600"/>
              <a:gd name="connsiteY808" fmla="*/ 898971 h 6858000"/>
              <a:gd name="connsiteX809" fmla="*/ 3276511 w 7467600"/>
              <a:gd name="connsiteY809" fmla="*/ 786423 h 6858000"/>
              <a:gd name="connsiteX810" fmla="*/ 3584154 w 7467600"/>
              <a:gd name="connsiteY810" fmla="*/ 448218 h 6858000"/>
              <a:gd name="connsiteX811" fmla="*/ 3624562 w 7467600"/>
              <a:gd name="connsiteY811" fmla="*/ 367041 h 6858000"/>
              <a:gd name="connsiteX812" fmla="*/ 3766672 w 7467600"/>
              <a:gd name="connsiteY812" fmla="*/ 359429 h 6858000"/>
              <a:gd name="connsiteX813" fmla="*/ 3996338 w 7467600"/>
              <a:gd name="connsiteY813" fmla="*/ 968237 h 6858000"/>
              <a:gd name="connsiteX814" fmla="*/ 3766672 w 7467600"/>
              <a:gd name="connsiteY814" fmla="*/ 359429 h 6858000"/>
              <a:gd name="connsiteX815" fmla="*/ 5805386 w 7467600"/>
              <a:gd name="connsiteY815" fmla="*/ 239240 h 6858000"/>
              <a:gd name="connsiteX816" fmla="*/ 5736947 w 7467600"/>
              <a:gd name="connsiteY816" fmla="*/ 261367 h 6858000"/>
              <a:gd name="connsiteX817" fmla="*/ 5427012 w 7467600"/>
              <a:gd name="connsiteY817" fmla="*/ 311272 h 6858000"/>
              <a:gd name="connsiteX818" fmla="*/ 5147818 w 7467600"/>
              <a:gd name="connsiteY818" fmla="*/ 322112 h 6858000"/>
              <a:gd name="connsiteX819" fmla="*/ 5060854 w 7467600"/>
              <a:gd name="connsiteY819" fmla="*/ 311882 h 6858000"/>
              <a:gd name="connsiteX820" fmla="*/ 4945989 w 7467600"/>
              <a:gd name="connsiteY820" fmla="*/ 300516 h 6858000"/>
              <a:gd name="connsiteX821" fmla="*/ 5410479 w 7467600"/>
              <a:gd name="connsiteY821" fmla="*/ 348434 h 6858000"/>
              <a:gd name="connsiteX822" fmla="*/ 5805386 w 7467600"/>
              <a:gd name="connsiteY822" fmla="*/ 239240 h 6858000"/>
              <a:gd name="connsiteX823" fmla="*/ 5905192 w 7467600"/>
              <a:gd name="connsiteY823" fmla="*/ 163079 h 6858000"/>
              <a:gd name="connsiteX824" fmla="*/ 5865655 w 7467600"/>
              <a:gd name="connsiteY824" fmla="*/ 171901 h 6858000"/>
              <a:gd name="connsiteX825" fmla="*/ 5259740 w 7467600"/>
              <a:gd name="connsiteY825" fmla="*/ 257013 h 6858000"/>
              <a:gd name="connsiteX826" fmla="*/ 5208466 w 7467600"/>
              <a:gd name="connsiteY826" fmla="*/ 257550 h 6858000"/>
              <a:gd name="connsiteX827" fmla="*/ 4980204 w 7467600"/>
              <a:gd name="connsiteY827" fmla="*/ 271903 h 6858000"/>
              <a:gd name="connsiteX828" fmla="*/ 5068068 w 7467600"/>
              <a:gd name="connsiteY828" fmla="*/ 282244 h 6858000"/>
              <a:gd name="connsiteX829" fmla="*/ 5153231 w 7467600"/>
              <a:gd name="connsiteY829" fmla="*/ 292240 h 6858000"/>
              <a:gd name="connsiteX830" fmla="*/ 5426491 w 7467600"/>
              <a:gd name="connsiteY830" fmla="*/ 281128 h 6858000"/>
              <a:gd name="connsiteX831" fmla="*/ 5731212 w 7467600"/>
              <a:gd name="connsiteY831" fmla="*/ 231951 h 6858000"/>
              <a:gd name="connsiteX832" fmla="*/ 5905192 w 7467600"/>
              <a:gd name="connsiteY832" fmla="*/ 163079 h 6858000"/>
              <a:gd name="connsiteX833" fmla="*/ 5944437 w 7467600"/>
              <a:gd name="connsiteY833" fmla="*/ 113829 h 6858000"/>
              <a:gd name="connsiteX834" fmla="*/ 5825032 w 7467600"/>
              <a:gd name="connsiteY834" fmla="*/ 146405 h 6858000"/>
              <a:gd name="connsiteX835" fmla="*/ 4955599 w 7467600"/>
              <a:gd name="connsiteY835" fmla="*/ 247008 h 6858000"/>
              <a:gd name="connsiteX836" fmla="*/ 5210104 w 7467600"/>
              <a:gd name="connsiteY836" fmla="*/ 228123 h 6858000"/>
              <a:gd name="connsiteX837" fmla="*/ 5261015 w 7467600"/>
              <a:gd name="connsiteY837" fmla="*/ 227087 h 6858000"/>
              <a:gd name="connsiteX838" fmla="*/ 5861181 w 7467600"/>
              <a:gd name="connsiteY838" fmla="*/ 143093 h 6858000"/>
              <a:gd name="connsiteX839" fmla="*/ 5961252 w 7467600"/>
              <a:gd name="connsiteY839" fmla="*/ 114820 h 6858000"/>
              <a:gd name="connsiteX840" fmla="*/ 5944437 w 7467600"/>
              <a:gd name="connsiteY840" fmla="*/ 113829 h 6858000"/>
              <a:gd name="connsiteX841" fmla="*/ 3882765 w 7467600"/>
              <a:gd name="connsiteY841" fmla="*/ 0 h 6858000"/>
              <a:gd name="connsiteX842" fmla="*/ 3995099 w 7467600"/>
              <a:gd name="connsiteY842" fmla="*/ 0 h 6858000"/>
              <a:gd name="connsiteX843" fmla="*/ 4163818 w 7467600"/>
              <a:gd name="connsiteY843" fmla="*/ 234104 h 6858000"/>
              <a:gd name="connsiteX844" fmla="*/ 4172099 w 7467600"/>
              <a:gd name="connsiteY844" fmla="*/ 234207 h 6858000"/>
              <a:gd name="connsiteX845" fmla="*/ 4784282 w 7467600"/>
              <a:gd name="connsiteY845" fmla="*/ 276561 h 6858000"/>
              <a:gd name="connsiteX846" fmla="*/ 4801687 w 7467600"/>
              <a:gd name="connsiteY846" fmla="*/ 267764 h 6858000"/>
              <a:gd name="connsiteX847" fmla="*/ 6082788 w 7467600"/>
              <a:gd name="connsiteY847" fmla="*/ 64119 h 6858000"/>
              <a:gd name="connsiteX848" fmla="*/ 6099442 w 7467600"/>
              <a:gd name="connsiteY848" fmla="*/ 82568 h 6858000"/>
              <a:gd name="connsiteX849" fmla="*/ 4804137 w 7467600"/>
              <a:gd name="connsiteY849" fmla="*/ 320931 h 6858000"/>
              <a:gd name="connsiteX850" fmla="*/ 4227047 w 7467600"/>
              <a:gd name="connsiteY850" fmla="*/ 313415 h 6858000"/>
              <a:gd name="connsiteX851" fmla="*/ 4346041 w 7467600"/>
              <a:gd name="connsiteY851" fmla="*/ 456086 h 6858000"/>
              <a:gd name="connsiteX852" fmla="*/ 4870967 w 7467600"/>
              <a:gd name="connsiteY852" fmla="*/ 963061 h 6858000"/>
              <a:gd name="connsiteX853" fmla="*/ 4889647 w 7467600"/>
              <a:gd name="connsiteY853" fmla="*/ 957147 h 6858000"/>
              <a:gd name="connsiteX854" fmla="*/ 5422504 w 7467600"/>
              <a:gd name="connsiteY854" fmla="*/ 805191 h 6858000"/>
              <a:gd name="connsiteX855" fmla="*/ 6087656 w 7467600"/>
              <a:gd name="connsiteY855" fmla="*/ 826703 h 6858000"/>
              <a:gd name="connsiteX856" fmla="*/ 6058717 w 7467600"/>
              <a:gd name="connsiteY856" fmla="*/ 865992 h 6858000"/>
              <a:gd name="connsiteX857" fmla="*/ 4974153 w 7467600"/>
              <a:gd name="connsiteY857" fmla="*/ 1045456 h 6858000"/>
              <a:gd name="connsiteX858" fmla="*/ 5627835 w 7467600"/>
              <a:gd name="connsiteY858" fmla="*/ 1472077 h 6858000"/>
              <a:gd name="connsiteX859" fmla="*/ 5629817 w 7467600"/>
              <a:gd name="connsiteY859" fmla="*/ 1471412 h 6858000"/>
              <a:gd name="connsiteX860" fmla="*/ 5634124 w 7467600"/>
              <a:gd name="connsiteY860" fmla="*/ 1470572 h 6858000"/>
              <a:gd name="connsiteX861" fmla="*/ 5755832 w 7467600"/>
              <a:gd name="connsiteY861" fmla="*/ 1383886 h 6858000"/>
              <a:gd name="connsiteX862" fmla="*/ 6014186 w 7467600"/>
              <a:gd name="connsiteY862" fmla="*/ 1279799 h 6858000"/>
              <a:gd name="connsiteX863" fmla="*/ 6901619 w 7467600"/>
              <a:gd name="connsiteY863" fmla="*/ 1047874 h 6858000"/>
              <a:gd name="connsiteX864" fmla="*/ 6931566 w 7467600"/>
              <a:gd name="connsiteY864" fmla="*/ 1062034 h 6858000"/>
              <a:gd name="connsiteX865" fmla="*/ 5790982 w 7467600"/>
              <a:gd name="connsiteY865" fmla="*/ 1561380 h 6858000"/>
              <a:gd name="connsiteX866" fmla="*/ 6188971 w 7467600"/>
              <a:gd name="connsiteY866" fmla="*/ 1755168 h 6858000"/>
              <a:gd name="connsiteX867" fmla="*/ 6202446 w 7467600"/>
              <a:gd name="connsiteY867" fmla="*/ 1752268 h 6858000"/>
              <a:gd name="connsiteX868" fmla="*/ 7179560 w 7467600"/>
              <a:gd name="connsiteY868" fmla="*/ 1467551 h 6858000"/>
              <a:gd name="connsiteX869" fmla="*/ 7158730 w 7467600"/>
              <a:gd name="connsiteY869" fmla="*/ 1507835 h 6858000"/>
              <a:gd name="connsiteX870" fmla="*/ 6326959 w 7467600"/>
              <a:gd name="connsiteY870" fmla="*/ 1817686 h 6858000"/>
              <a:gd name="connsiteX871" fmla="*/ 6537433 w 7467600"/>
              <a:gd name="connsiteY871" fmla="*/ 1907790 h 6858000"/>
              <a:gd name="connsiteX872" fmla="*/ 6550221 w 7467600"/>
              <a:gd name="connsiteY872" fmla="*/ 1910729 h 6858000"/>
              <a:gd name="connsiteX873" fmla="*/ 6964438 w 7467600"/>
              <a:gd name="connsiteY873" fmla="*/ 2209505 h 6858000"/>
              <a:gd name="connsiteX874" fmla="*/ 7367862 w 7467600"/>
              <a:gd name="connsiteY874" fmla="*/ 2806833 h 6858000"/>
              <a:gd name="connsiteX875" fmla="*/ 7364329 w 7467600"/>
              <a:gd name="connsiteY875" fmla="*/ 2826907 h 6858000"/>
              <a:gd name="connsiteX876" fmla="*/ 7290545 w 7467600"/>
              <a:gd name="connsiteY876" fmla="*/ 2850663 h 6858000"/>
              <a:gd name="connsiteX877" fmla="*/ 6472036 w 7467600"/>
              <a:gd name="connsiteY877" fmla="*/ 1959003 h 6858000"/>
              <a:gd name="connsiteX878" fmla="*/ 5792897 w 7467600"/>
              <a:gd name="connsiteY878" fmla="*/ 1647747 h 6858000"/>
              <a:gd name="connsiteX879" fmla="*/ 5842751 w 7467600"/>
              <a:gd name="connsiteY879" fmla="*/ 1816112 h 6858000"/>
              <a:gd name="connsiteX880" fmla="*/ 5847424 w 7467600"/>
              <a:gd name="connsiteY880" fmla="*/ 1815776 h 6858000"/>
              <a:gd name="connsiteX881" fmla="*/ 6399821 w 7467600"/>
              <a:gd name="connsiteY881" fmla="*/ 2344799 h 6858000"/>
              <a:gd name="connsiteX882" fmla="*/ 6323232 w 7467600"/>
              <a:gd name="connsiteY882" fmla="*/ 2389634 h 6858000"/>
              <a:gd name="connsiteX883" fmla="*/ 5942958 w 7467600"/>
              <a:gd name="connsiteY883" fmla="*/ 2077708 h 6858000"/>
              <a:gd name="connsiteX884" fmla="*/ 5921559 w 7467600"/>
              <a:gd name="connsiteY884" fmla="*/ 2378596 h 6858000"/>
              <a:gd name="connsiteX885" fmla="*/ 5817651 w 7467600"/>
              <a:gd name="connsiteY885" fmla="*/ 3023919 h 6858000"/>
              <a:gd name="connsiteX886" fmla="*/ 5729634 w 7467600"/>
              <a:gd name="connsiteY886" fmla="*/ 3051849 h 6858000"/>
              <a:gd name="connsiteX887" fmla="*/ 5611018 w 7467600"/>
              <a:gd name="connsiteY887" fmla="*/ 2316769 h 6858000"/>
              <a:gd name="connsiteX888" fmla="*/ 5687608 w 7467600"/>
              <a:gd name="connsiteY888" fmla="*/ 2039972 h 6858000"/>
              <a:gd name="connsiteX889" fmla="*/ 5657554 w 7467600"/>
              <a:gd name="connsiteY889" fmla="*/ 1576445 h 6858000"/>
              <a:gd name="connsiteX890" fmla="*/ 5150475 w 7467600"/>
              <a:gd name="connsiteY890" fmla="*/ 1274012 h 6858000"/>
              <a:gd name="connsiteX891" fmla="*/ 5349142 w 7467600"/>
              <a:gd name="connsiteY891" fmla="*/ 2204405 h 6858000"/>
              <a:gd name="connsiteX892" fmla="*/ 5262214 w 7467600"/>
              <a:gd name="connsiteY892" fmla="*/ 2233836 h 6858000"/>
              <a:gd name="connsiteX893" fmla="*/ 4981539 w 7467600"/>
              <a:gd name="connsiteY893" fmla="*/ 1542201 h 6858000"/>
              <a:gd name="connsiteX894" fmla="*/ 4958461 w 7467600"/>
              <a:gd name="connsiteY894" fmla="*/ 1136957 h 6858000"/>
              <a:gd name="connsiteX895" fmla="*/ 4655015 w 7467600"/>
              <a:gd name="connsiteY895" fmla="*/ 891426 h 6858000"/>
              <a:gd name="connsiteX896" fmla="*/ 4348002 w 7467600"/>
              <a:gd name="connsiteY896" fmla="*/ 2205895 h 6858000"/>
              <a:gd name="connsiteX897" fmla="*/ 4262250 w 7467600"/>
              <a:gd name="connsiteY897" fmla="*/ 2219972 h 6858000"/>
              <a:gd name="connsiteX898" fmla="*/ 4550611 w 7467600"/>
              <a:gd name="connsiteY898" fmla="*/ 817540 h 6858000"/>
              <a:gd name="connsiteX899" fmla="*/ 4564418 w 7467600"/>
              <a:gd name="connsiteY899" fmla="*/ 808293 h 6858000"/>
              <a:gd name="connsiteX900" fmla="*/ 4266388 w 7467600"/>
              <a:gd name="connsiteY900" fmla="*/ 500083 h 6858000"/>
              <a:gd name="connsiteX901" fmla="*/ 4032842 w 7467600"/>
              <a:gd name="connsiteY901" fmla="*/ 211809 h 6858000"/>
              <a:gd name="connsiteX902" fmla="*/ 3882765 w 7467600"/>
              <a:gd name="connsiteY902" fmla="*/ 0 h 6858000"/>
              <a:gd name="connsiteX903" fmla="*/ 3721337 w 7467600"/>
              <a:gd name="connsiteY903" fmla="*/ 0 h 6858000"/>
              <a:gd name="connsiteX904" fmla="*/ 3797544 w 7467600"/>
              <a:gd name="connsiteY904" fmla="*/ 0 h 6858000"/>
              <a:gd name="connsiteX905" fmla="*/ 3775734 w 7467600"/>
              <a:gd name="connsiteY905" fmla="*/ 95131 h 6858000"/>
              <a:gd name="connsiteX906" fmla="*/ 3724807 w 7467600"/>
              <a:gd name="connsiteY906" fmla="*/ 272257 h 6858000"/>
              <a:gd name="connsiteX907" fmla="*/ 3726844 w 7467600"/>
              <a:gd name="connsiteY907" fmla="*/ 282988 h 6858000"/>
              <a:gd name="connsiteX908" fmla="*/ 3742664 w 7467600"/>
              <a:gd name="connsiteY908" fmla="*/ 279918 h 6858000"/>
              <a:gd name="connsiteX909" fmla="*/ 4103910 w 7467600"/>
              <a:gd name="connsiteY909" fmla="*/ 1161917 h 6858000"/>
              <a:gd name="connsiteX910" fmla="*/ 4020269 w 7467600"/>
              <a:gd name="connsiteY910" fmla="*/ 1200406 h 6858000"/>
              <a:gd name="connsiteX911" fmla="*/ 3674882 w 7467600"/>
              <a:gd name="connsiteY911" fmla="*/ 488524 h 6858000"/>
              <a:gd name="connsiteX912" fmla="*/ 3132682 w 7467600"/>
              <a:gd name="connsiteY912" fmla="*/ 1072284 h 6858000"/>
              <a:gd name="connsiteX913" fmla="*/ 2716346 w 7467600"/>
              <a:gd name="connsiteY913" fmla="*/ 1276376 h 6858000"/>
              <a:gd name="connsiteX914" fmla="*/ 2716772 w 7467600"/>
              <a:gd name="connsiteY914" fmla="*/ 1255462 h 6858000"/>
              <a:gd name="connsiteX915" fmla="*/ 3471096 w 7467600"/>
              <a:gd name="connsiteY915" fmla="*/ 437072 h 6858000"/>
              <a:gd name="connsiteX916" fmla="*/ 3639057 w 7467600"/>
              <a:gd name="connsiteY916" fmla="*/ 286334 h 6858000"/>
              <a:gd name="connsiteX917" fmla="*/ 3640309 w 7467600"/>
              <a:gd name="connsiteY917" fmla="*/ 284664 h 6858000"/>
              <a:gd name="connsiteX918" fmla="*/ 3646022 w 7467600"/>
              <a:gd name="connsiteY918" fmla="*/ 276711 h 6858000"/>
              <a:gd name="connsiteX919" fmla="*/ 3707943 w 7467600"/>
              <a:gd name="connsiteY919" fmla="*/ 65958 h 6858000"/>
              <a:gd name="connsiteX920" fmla="*/ 3721337 w 7467600"/>
              <a:gd name="connsiteY920" fmla="*/ 0 h 6858000"/>
              <a:gd name="connsiteX921" fmla="*/ 2867960 w 7467600"/>
              <a:gd name="connsiteY921" fmla="*/ 0 h 6858000"/>
              <a:gd name="connsiteX922" fmla="*/ 2926351 w 7467600"/>
              <a:gd name="connsiteY922" fmla="*/ 0 h 6858000"/>
              <a:gd name="connsiteX923" fmla="*/ 2902823 w 7467600"/>
              <a:gd name="connsiteY923" fmla="*/ 262929 h 6858000"/>
              <a:gd name="connsiteX924" fmla="*/ 2940663 w 7467600"/>
              <a:gd name="connsiteY924" fmla="*/ 140884 h 6858000"/>
              <a:gd name="connsiteX925" fmla="*/ 2947039 w 7467600"/>
              <a:gd name="connsiteY925" fmla="*/ 122524 h 6858000"/>
              <a:gd name="connsiteX926" fmla="*/ 2984316 w 7467600"/>
              <a:gd name="connsiteY926" fmla="*/ 0 h 6858000"/>
              <a:gd name="connsiteX927" fmla="*/ 3016114 w 7467600"/>
              <a:gd name="connsiteY927" fmla="*/ 0 h 6858000"/>
              <a:gd name="connsiteX928" fmla="*/ 2979949 w 7467600"/>
              <a:gd name="connsiteY928" fmla="*/ 119274 h 6858000"/>
              <a:gd name="connsiteX929" fmla="*/ 3023879 w 7467600"/>
              <a:gd name="connsiteY929" fmla="*/ 0 h 6858000"/>
              <a:gd name="connsiteX930" fmla="*/ 3105400 w 7467600"/>
              <a:gd name="connsiteY930" fmla="*/ 0 h 6858000"/>
              <a:gd name="connsiteX931" fmla="*/ 3094669 w 7467600"/>
              <a:gd name="connsiteY931" fmla="*/ 30308 h 6858000"/>
              <a:gd name="connsiteX932" fmla="*/ 2901945 w 7467600"/>
              <a:gd name="connsiteY932" fmla="*/ 466538 h 6858000"/>
              <a:gd name="connsiteX933" fmla="*/ 2815209 w 7467600"/>
              <a:gd name="connsiteY933" fmla="*/ 497361 h 6858000"/>
              <a:gd name="connsiteX934" fmla="*/ 2844845 w 7467600"/>
              <a:gd name="connsiteY934" fmla="*/ 127638 h 6858000"/>
              <a:gd name="connsiteX935" fmla="*/ 2867960 w 7467600"/>
              <a:gd name="connsiteY935" fmla="*/ 0 h 6858000"/>
              <a:gd name="connsiteX936" fmla="*/ 1057230 w 7467600"/>
              <a:gd name="connsiteY936" fmla="*/ 0 h 6858000"/>
              <a:gd name="connsiteX937" fmla="*/ 1111003 w 7467600"/>
              <a:gd name="connsiteY937" fmla="*/ 0 h 6858000"/>
              <a:gd name="connsiteX938" fmla="*/ 1125553 w 7467600"/>
              <a:gd name="connsiteY938" fmla="*/ 52588 h 6858000"/>
              <a:gd name="connsiteX939" fmla="*/ 1304276 w 7467600"/>
              <a:gd name="connsiteY939" fmla="*/ 476275 h 6858000"/>
              <a:gd name="connsiteX940" fmla="*/ 1492066 w 7467600"/>
              <a:gd name="connsiteY940" fmla="*/ 886333 h 6858000"/>
              <a:gd name="connsiteX941" fmla="*/ 1423698 w 7467600"/>
              <a:gd name="connsiteY941" fmla="*/ 710817 h 6858000"/>
              <a:gd name="connsiteX942" fmla="*/ 1357609 w 7467600"/>
              <a:gd name="connsiteY942" fmla="*/ 532892 h 6858000"/>
              <a:gd name="connsiteX943" fmla="*/ 1309550 w 7467600"/>
              <a:gd name="connsiteY943" fmla="*/ 374031 h 6858000"/>
              <a:gd name="connsiteX944" fmla="*/ 1193673 w 7467600"/>
              <a:gd name="connsiteY944" fmla="*/ 49533 h 6858000"/>
              <a:gd name="connsiteX945" fmla="*/ 1164391 w 7467600"/>
              <a:gd name="connsiteY945" fmla="*/ 0 h 6858000"/>
              <a:gd name="connsiteX946" fmla="*/ 1200666 w 7467600"/>
              <a:gd name="connsiteY946" fmla="*/ 0 h 6858000"/>
              <a:gd name="connsiteX947" fmla="*/ 1223408 w 7467600"/>
              <a:gd name="connsiteY947" fmla="*/ 38996 h 6858000"/>
              <a:gd name="connsiteX948" fmla="*/ 1339635 w 7467600"/>
              <a:gd name="connsiteY948" fmla="*/ 365517 h 6858000"/>
              <a:gd name="connsiteX949" fmla="*/ 1387469 w 7467600"/>
              <a:gd name="connsiteY949" fmla="*/ 523079 h 6858000"/>
              <a:gd name="connsiteX950" fmla="*/ 1452685 w 7467600"/>
              <a:gd name="connsiteY950" fmla="*/ 699806 h 6858000"/>
              <a:gd name="connsiteX951" fmla="*/ 1492092 w 7467600"/>
              <a:gd name="connsiteY951" fmla="*/ 800424 h 6858000"/>
              <a:gd name="connsiteX952" fmla="*/ 1455302 w 7467600"/>
              <a:gd name="connsiteY952" fmla="*/ 632913 h 6858000"/>
              <a:gd name="connsiteX953" fmla="*/ 1222336 w 7467600"/>
              <a:gd name="connsiteY953" fmla="*/ 9480 h 6858000"/>
              <a:gd name="connsiteX954" fmla="*/ 1214634 w 7467600"/>
              <a:gd name="connsiteY954" fmla="*/ 0 h 6858000"/>
              <a:gd name="connsiteX955" fmla="*/ 1289827 w 7467600"/>
              <a:gd name="connsiteY955" fmla="*/ 0 h 6858000"/>
              <a:gd name="connsiteX956" fmla="*/ 1321076 w 7467600"/>
              <a:gd name="connsiteY956" fmla="*/ 59722 h 6858000"/>
              <a:gd name="connsiteX957" fmla="*/ 1512579 w 7467600"/>
              <a:gd name="connsiteY957" fmla="*/ 626441 h 6858000"/>
              <a:gd name="connsiteX958" fmla="*/ 1506076 w 7467600"/>
              <a:gd name="connsiteY958" fmla="*/ 1089289 h 6858000"/>
              <a:gd name="connsiteX959" fmla="*/ 1486346 w 7467600"/>
              <a:gd name="connsiteY959" fmla="*/ 1079919 h 6858000"/>
              <a:gd name="connsiteX960" fmla="*/ 1070511 w 7467600"/>
              <a:gd name="connsiteY960" fmla="*/ 48609 h 6858000"/>
              <a:gd name="connsiteX961" fmla="*/ 1057230 w 7467600"/>
              <a:gd name="connsiteY961" fmla="*/ 0 h 6858000"/>
              <a:gd name="connsiteX962" fmla="*/ 43151 w 7467600"/>
              <a:gd name="connsiteY962" fmla="*/ 0 h 6858000"/>
              <a:gd name="connsiteX963" fmla="*/ 95283 w 7467600"/>
              <a:gd name="connsiteY963" fmla="*/ 0 h 6858000"/>
              <a:gd name="connsiteX964" fmla="*/ 300708 w 7467600"/>
              <a:gd name="connsiteY964" fmla="*/ 154571 h 6858000"/>
              <a:gd name="connsiteX965" fmla="*/ 530414 w 7467600"/>
              <a:gd name="connsiteY965" fmla="*/ 354673 h 6858000"/>
              <a:gd name="connsiteX966" fmla="*/ 333785 w 7467600"/>
              <a:gd name="connsiteY966" fmla="*/ 161564 h 6858000"/>
              <a:gd name="connsiteX967" fmla="*/ 147005 w 7467600"/>
              <a:gd name="connsiteY967" fmla="*/ 0 h 6858000"/>
              <a:gd name="connsiteX968" fmla="*/ 272509 w 7467600"/>
              <a:gd name="connsiteY968" fmla="*/ 0 h 6858000"/>
              <a:gd name="connsiteX969" fmla="*/ 326276 w 7467600"/>
              <a:gd name="connsiteY969" fmla="*/ 45847 h 6858000"/>
              <a:gd name="connsiteX970" fmla="*/ 823759 w 7467600"/>
              <a:gd name="connsiteY970" fmla="*/ 574145 h 6858000"/>
              <a:gd name="connsiteX971" fmla="*/ 811254 w 7467600"/>
              <a:gd name="connsiteY971" fmla="*/ 665546 h 6858000"/>
              <a:gd name="connsiteX972" fmla="*/ 154042 w 7467600"/>
              <a:gd name="connsiteY972" fmla="*/ 261522 h 6858000"/>
              <a:gd name="connsiteX973" fmla="*/ 13550 w 7467600"/>
              <a:gd name="connsiteY973" fmla="*/ 158423 h 6858000"/>
              <a:gd name="connsiteX974" fmla="*/ 0 w 7467600"/>
              <a:gd name="connsiteY974" fmla="*/ 146618 h 6858000"/>
              <a:gd name="connsiteX975" fmla="*/ 0 w 7467600"/>
              <a:gd name="connsiteY975" fmla="*/ 59161 h 6858000"/>
              <a:gd name="connsiteX976" fmla="*/ 45427 w 7467600"/>
              <a:gd name="connsiteY976" fmla="*/ 101078 h 6858000"/>
              <a:gd name="connsiteX977" fmla="*/ 630103 w 7467600"/>
              <a:gd name="connsiteY977" fmla="*/ 485885 h 6858000"/>
              <a:gd name="connsiteX978" fmla="*/ 532040 w 7467600"/>
              <a:gd name="connsiteY978" fmla="*/ 399359 h 6858000"/>
              <a:gd name="connsiteX979" fmla="*/ 517618 w 7467600"/>
              <a:gd name="connsiteY979" fmla="*/ 385726 h 6858000"/>
              <a:gd name="connsiteX980" fmla="*/ 285074 w 7467600"/>
              <a:gd name="connsiteY980" fmla="*/ 182755 h 6858000"/>
              <a:gd name="connsiteX981" fmla="*/ 43151 w 7467600"/>
              <a:gd name="connsiteY98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356878 w 7467600"/>
              <a:gd name="connsiteY90" fmla="*/ 5981332 h 6858000"/>
              <a:gd name="connsiteX91" fmla="*/ 7467600 w 7467600"/>
              <a:gd name="connsiteY91" fmla="*/ 6117703 h 6858000"/>
              <a:gd name="connsiteX92" fmla="*/ 7467600 w 7467600"/>
              <a:gd name="connsiteY92" fmla="*/ 6163634 h 6858000"/>
              <a:gd name="connsiteX93" fmla="*/ 7403637 w 7467600"/>
              <a:gd name="connsiteY93" fmla="*/ 6083957 h 6858000"/>
              <a:gd name="connsiteX94" fmla="*/ 7254615 w 7467600"/>
              <a:gd name="connsiteY94" fmla="*/ 5911918 h 6858000"/>
              <a:gd name="connsiteX95" fmla="*/ 7312589 w 7467600"/>
              <a:gd name="connsiteY95" fmla="*/ 5982309 h 6858000"/>
              <a:gd name="connsiteX96" fmla="*/ 7448321 w 7467600"/>
              <a:gd name="connsiteY96" fmla="*/ 6190991 h 6858000"/>
              <a:gd name="connsiteX97" fmla="*/ 7467600 w 7467600"/>
              <a:gd name="connsiteY97" fmla="*/ 6221686 h 6858000"/>
              <a:gd name="connsiteX98" fmla="*/ 7467600 w 7467600"/>
              <a:gd name="connsiteY98" fmla="*/ 6334256 h 6858000"/>
              <a:gd name="connsiteX99" fmla="*/ 7454976 w 7467600"/>
              <a:gd name="connsiteY99" fmla="*/ 6318297 h 6858000"/>
              <a:gd name="connsiteX100" fmla="*/ 7042773 w 7467600"/>
              <a:gd name="connsiteY100" fmla="*/ 5734011 h 6858000"/>
              <a:gd name="connsiteX101" fmla="*/ 6844835 w 7467600"/>
              <a:gd name="connsiteY101" fmla="*/ 5424988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1903353 w 7467600"/>
              <a:gd name="connsiteY125" fmla="*/ 5044827 h 6858000"/>
              <a:gd name="connsiteX126" fmla="*/ 1936931 w 7467600"/>
              <a:gd name="connsiteY126" fmla="*/ 5093954 h 6858000"/>
              <a:gd name="connsiteX127" fmla="*/ 2195868 w 7467600"/>
              <a:gd name="connsiteY127" fmla="*/ 5396574 h 6858000"/>
              <a:gd name="connsiteX128" fmla="*/ 2088852 w 7467600"/>
              <a:gd name="connsiteY128" fmla="*/ 5166123 h 6858000"/>
              <a:gd name="connsiteX129" fmla="*/ 1958241 w 7467600"/>
              <a:gd name="connsiteY129" fmla="*/ 5067955 h 6858000"/>
              <a:gd name="connsiteX130" fmla="*/ 1903353 w 7467600"/>
              <a:gd name="connsiteY130" fmla="*/ 5044827 h 6858000"/>
              <a:gd name="connsiteX131" fmla="*/ 1979378 w 7467600"/>
              <a:gd name="connsiteY131" fmla="*/ 4769504 h 6858000"/>
              <a:gd name="connsiteX132" fmla="*/ 2882120 w 7467600"/>
              <a:gd name="connsiteY132" fmla="*/ 5064547 h 6858000"/>
              <a:gd name="connsiteX133" fmla="*/ 2793103 w 7467600"/>
              <a:gd name="connsiteY133" fmla="*/ 5039699 h 6858000"/>
              <a:gd name="connsiteX134" fmla="*/ 2770041 w 7467600"/>
              <a:gd name="connsiteY134" fmla="*/ 5033634 h 6858000"/>
              <a:gd name="connsiteX135" fmla="*/ 1979378 w 7467600"/>
              <a:gd name="connsiteY135" fmla="*/ 4769504 h 6858000"/>
              <a:gd name="connsiteX136" fmla="*/ 1927410 w 7467600"/>
              <a:gd name="connsiteY136" fmla="*/ 4716164 h 6858000"/>
              <a:gd name="connsiteX137" fmla="*/ 1959587 w 7467600"/>
              <a:gd name="connsiteY137" fmla="*/ 4728849 h 6858000"/>
              <a:gd name="connsiteX138" fmla="*/ 2777707 w 7467600"/>
              <a:gd name="connsiteY138" fmla="*/ 5003991 h 6858000"/>
              <a:gd name="connsiteX139" fmla="*/ 2800768 w 7467600"/>
              <a:gd name="connsiteY139" fmla="*/ 5010056 h 6858000"/>
              <a:gd name="connsiteX140" fmla="*/ 2879408 w 7467600"/>
              <a:gd name="connsiteY140" fmla="*/ 5031590 h 6858000"/>
              <a:gd name="connsiteX141" fmla="*/ 2862295 w 7467600"/>
              <a:gd name="connsiteY141" fmla="*/ 5022958 h 6858000"/>
              <a:gd name="connsiteX142" fmla="*/ 2813343 w 7467600"/>
              <a:gd name="connsiteY142" fmla="*/ 4998369 h 6858000"/>
              <a:gd name="connsiteX143" fmla="*/ 2646245 w 7467600"/>
              <a:gd name="connsiteY143" fmla="*/ 4930999 h 6858000"/>
              <a:gd name="connsiteX144" fmla="*/ 1999243 w 7467600"/>
              <a:gd name="connsiteY144" fmla="*/ 4730524 h 6858000"/>
              <a:gd name="connsiteX145" fmla="*/ 1979527 w 7467600"/>
              <a:gd name="connsiteY145" fmla="*/ 4726651 h 6858000"/>
              <a:gd name="connsiteX146" fmla="*/ 1927410 w 7467600"/>
              <a:gd name="connsiteY146" fmla="*/ 4716164 h 6858000"/>
              <a:gd name="connsiteX147" fmla="*/ 1997014 w 7467600"/>
              <a:gd name="connsiteY147" fmla="*/ 4698007 h 6858000"/>
              <a:gd name="connsiteX148" fmla="*/ 2005458 w 7467600"/>
              <a:gd name="connsiteY148" fmla="*/ 4699540 h 6858000"/>
              <a:gd name="connsiteX149" fmla="*/ 2657186 w 7467600"/>
              <a:gd name="connsiteY149" fmla="*/ 4901687 h 6858000"/>
              <a:gd name="connsiteX150" fmla="*/ 2826662 w 7467600"/>
              <a:gd name="connsiteY150" fmla="*/ 4970362 h 6858000"/>
              <a:gd name="connsiteX151" fmla="*/ 2876100 w 7467600"/>
              <a:gd name="connsiteY151" fmla="*/ 4995397 h 6858000"/>
              <a:gd name="connsiteX152" fmla="*/ 3042600 w 7467600"/>
              <a:gd name="connsiteY152" fmla="*/ 5059532 h 6858000"/>
              <a:gd name="connsiteX153" fmla="*/ 1997014 w 7467600"/>
              <a:gd name="connsiteY153" fmla="*/ 4698007 h 6858000"/>
              <a:gd name="connsiteX154" fmla="*/ 2305292 w 7467600"/>
              <a:gd name="connsiteY154" fmla="*/ 4219492 h 6858000"/>
              <a:gd name="connsiteX155" fmla="*/ 3360922 w 7467600"/>
              <a:gd name="connsiteY155" fmla="*/ 4529373 h 6858000"/>
              <a:gd name="connsiteX156" fmla="*/ 3492420 w 7467600"/>
              <a:gd name="connsiteY156" fmla="*/ 4510145 h 6858000"/>
              <a:gd name="connsiteX157" fmla="*/ 3364086 w 7467600"/>
              <a:gd name="connsiteY157" fmla="*/ 4480340 h 6858000"/>
              <a:gd name="connsiteX158" fmla="*/ 3225818 w 7467600"/>
              <a:gd name="connsiteY158" fmla="*/ 4411822 h 6858000"/>
              <a:gd name="connsiteX159" fmla="*/ 3129696 w 7467600"/>
              <a:gd name="connsiteY159" fmla="*/ 4360704 h 6858000"/>
              <a:gd name="connsiteX160" fmla="*/ 2814545 w 7467600"/>
              <a:gd name="connsiteY160" fmla="*/ 4282955 h 6858000"/>
              <a:gd name="connsiteX161" fmla="*/ 2305292 w 7467600"/>
              <a:gd name="connsiteY161" fmla="*/ 4219492 h 6858000"/>
              <a:gd name="connsiteX162" fmla="*/ 2626982 w 7467600"/>
              <a:gd name="connsiteY162" fmla="*/ 4206450 h 6858000"/>
              <a:gd name="connsiteX163" fmla="*/ 2490617 w 7467600"/>
              <a:gd name="connsiteY163" fmla="*/ 4206951 h 6858000"/>
              <a:gd name="connsiteX164" fmla="*/ 2819869 w 7467600"/>
              <a:gd name="connsiteY164" fmla="*/ 4252936 h 6858000"/>
              <a:gd name="connsiteX165" fmla="*/ 3143018 w 7467600"/>
              <a:gd name="connsiteY165" fmla="*/ 4332698 h 6858000"/>
              <a:gd name="connsiteX166" fmla="*/ 3241520 w 7467600"/>
              <a:gd name="connsiteY166" fmla="*/ 4385112 h 6858000"/>
              <a:gd name="connsiteX167" fmla="*/ 3374575 w 7467600"/>
              <a:gd name="connsiteY167" fmla="*/ 4451517 h 6858000"/>
              <a:gd name="connsiteX168" fmla="*/ 3505221 w 7467600"/>
              <a:gd name="connsiteY168" fmla="*/ 4480757 h 6858000"/>
              <a:gd name="connsiteX169" fmla="*/ 2626982 w 7467600"/>
              <a:gd name="connsiteY169" fmla="*/ 4206450 h 6858000"/>
              <a:gd name="connsiteX170" fmla="*/ 1310106 w 7467600"/>
              <a:gd name="connsiteY170" fmla="*/ 3943217 h 6858000"/>
              <a:gd name="connsiteX171" fmla="*/ 854994 w 7467600"/>
              <a:gd name="connsiteY171" fmla="*/ 4399136 h 6858000"/>
              <a:gd name="connsiteX172" fmla="*/ 742462 w 7467600"/>
              <a:gd name="connsiteY172" fmla="*/ 4594648 h 6858000"/>
              <a:gd name="connsiteX173" fmla="*/ 820602 w 7467600"/>
              <a:gd name="connsiteY173" fmla="*/ 4485915 h 6858000"/>
              <a:gd name="connsiteX174" fmla="*/ 878295 w 7467600"/>
              <a:gd name="connsiteY174" fmla="*/ 4403594 h 6858000"/>
              <a:gd name="connsiteX175" fmla="*/ 1240607 w 7467600"/>
              <a:gd name="connsiteY175" fmla="*/ 4010401 h 6858000"/>
              <a:gd name="connsiteX176" fmla="*/ 1310106 w 7467600"/>
              <a:gd name="connsiteY176" fmla="*/ 3943217 h 6858000"/>
              <a:gd name="connsiteX177" fmla="*/ 1423113 w 7467600"/>
              <a:gd name="connsiteY177" fmla="*/ 3874565 h 6858000"/>
              <a:gd name="connsiteX178" fmla="*/ 1260565 w 7467600"/>
              <a:gd name="connsiteY178" fmla="*/ 4031982 h 6858000"/>
              <a:gd name="connsiteX179" fmla="*/ 901900 w 7467600"/>
              <a:gd name="connsiteY179" fmla="*/ 4421236 h 6858000"/>
              <a:gd name="connsiteX180" fmla="*/ 845044 w 7467600"/>
              <a:gd name="connsiteY180" fmla="*/ 4502436 h 6858000"/>
              <a:gd name="connsiteX181" fmla="*/ 685926 w 7467600"/>
              <a:gd name="connsiteY181" fmla="*/ 4703069 h 6858000"/>
              <a:gd name="connsiteX182" fmla="*/ 684248 w 7467600"/>
              <a:gd name="connsiteY182" fmla="*/ 4706721 h 6858000"/>
              <a:gd name="connsiteX183" fmla="*/ 1423113 w 7467600"/>
              <a:gd name="connsiteY183" fmla="*/ 3874565 h 6858000"/>
              <a:gd name="connsiteX184" fmla="*/ 3316479 w 7467600"/>
              <a:gd name="connsiteY184" fmla="*/ 3872136 h 6858000"/>
              <a:gd name="connsiteX185" fmla="*/ 3546806 w 7467600"/>
              <a:gd name="connsiteY185" fmla="*/ 4356139 h 6858000"/>
              <a:gd name="connsiteX186" fmla="*/ 3364433 w 7467600"/>
              <a:gd name="connsiteY186" fmla="*/ 3953121 h 6858000"/>
              <a:gd name="connsiteX187" fmla="*/ 3316479 w 7467600"/>
              <a:gd name="connsiteY187" fmla="*/ 3872136 h 6858000"/>
              <a:gd name="connsiteX188" fmla="*/ 3291335 w 7467600"/>
              <a:gd name="connsiteY188" fmla="*/ 3767420 h 6858000"/>
              <a:gd name="connsiteX189" fmla="*/ 3390805 w 7467600"/>
              <a:gd name="connsiteY189" fmla="*/ 3937163 h 6858000"/>
              <a:gd name="connsiteX190" fmla="*/ 3579062 w 7467600"/>
              <a:gd name="connsiteY190" fmla="*/ 4359040 h 6858000"/>
              <a:gd name="connsiteX191" fmla="*/ 3467355 w 7467600"/>
              <a:gd name="connsiteY191" fmla="*/ 3988130 h 6858000"/>
              <a:gd name="connsiteX192" fmla="*/ 3310753 w 7467600"/>
              <a:gd name="connsiteY192" fmla="*/ 3787140 h 6858000"/>
              <a:gd name="connsiteX193" fmla="*/ 3291335 w 7467600"/>
              <a:gd name="connsiteY193" fmla="*/ 3767420 h 6858000"/>
              <a:gd name="connsiteX194" fmla="*/ 1635889 w 7467600"/>
              <a:gd name="connsiteY194" fmla="*/ 3709494 h 6858000"/>
              <a:gd name="connsiteX195" fmla="*/ 1634800 w 7467600"/>
              <a:gd name="connsiteY195" fmla="*/ 3731111 h 6858000"/>
              <a:gd name="connsiteX196" fmla="*/ 1635889 w 7467600"/>
              <a:gd name="connsiteY196" fmla="*/ 3709494 h 6858000"/>
              <a:gd name="connsiteX197" fmla="*/ 1510397 w 7467600"/>
              <a:gd name="connsiteY197" fmla="*/ 3684705 h 6858000"/>
              <a:gd name="connsiteX198" fmla="*/ 1146550 w 7467600"/>
              <a:gd name="connsiteY198" fmla="*/ 3802012 h 6858000"/>
              <a:gd name="connsiteX199" fmla="*/ 698834 w 7467600"/>
              <a:gd name="connsiteY199" fmla="*/ 3952272 h 6858000"/>
              <a:gd name="connsiteX200" fmla="*/ 34256 w 7467600"/>
              <a:gd name="connsiteY200" fmla="*/ 4347603 h 6858000"/>
              <a:gd name="connsiteX201" fmla="*/ 527241 w 7467600"/>
              <a:gd name="connsiteY201" fmla="*/ 4065078 h 6858000"/>
              <a:gd name="connsiteX202" fmla="*/ 1510397 w 7467600"/>
              <a:gd name="connsiteY202" fmla="*/ 3684705 h 6858000"/>
              <a:gd name="connsiteX203" fmla="*/ 1313114 w 7467600"/>
              <a:gd name="connsiteY203" fmla="*/ 3655216 h 6858000"/>
              <a:gd name="connsiteX204" fmla="*/ 1109304 w 7467600"/>
              <a:gd name="connsiteY204" fmla="*/ 3669030 h 6858000"/>
              <a:gd name="connsiteX205" fmla="*/ 8129 w 7467600"/>
              <a:gd name="connsiteY205" fmla="*/ 4330519 h 6858000"/>
              <a:gd name="connsiteX206" fmla="*/ 687572 w 7467600"/>
              <a:gd name="connsiteY206" fmla="*/ 3925629 h 6858000"/>
              <a:gd name="connsiteX207" fmla="*/ 1138365 w 7467600"/>
              <a:gd name="connsiteY207" fmla="*/ 3774515 h 6858000"/>
              <a:gd name="connsiteX208" fmla="*/ 1505579 w 7467600"/>
              <a:gd name="connsiteY208" fmla="*/ 3655526 h 6858000"/>
              <a:gd name="connsiteX209" fmla="*/ 1313114 w 7467600"/>
              <a:gd name="connsiteY209" fmla="*/ 3655216 h 6858000"/>
              <a:gd name="connsiteX210" fmla="*/ 3655073 w 7467600"/>
              <a:gd name="connsiteY210" fmla="*/ 3650884 h 6858000"/>
              <a:gd name="connsiteX211" fmla="*/ 3989938 w 7467600"/>
              <a:gd name="connsiteY211" fmla="*/ 3991685 h 6858000"/>
              <a:gd name="connsiteX212" fmla="*/ 4393907 w 7467600"/>
              <a:gd name="connsiteY212" fmla="*/ 4261258 h 6858000"/>
              <a:gd name="connsiteX213" fmla="*/ 4648051 w 7467600"/>
              <a:gd name="connsiteY213" fmla="*/ 4374051 h 6858000"/>
              <a:gd name="connsiteX214" fmla="*/ 4383389 w 7467600"/>
              <a:gd name="connsiteY214" fmla="*/ 4184369 h 6858000"/>
              <a:gd name="connsiteX215" fmla="*/ 4165508 w 7467600"/>
              <a:gd name="connsiteY215" fmla="*/ 4035196 h 6858000"/>
              <a:gd name="connsiteX216" fmla="*/ 4068162 w 7467600"/>
              <a:gd name="connsiteY216" fmla="*/ 3953394 h 6858000"/>
              <a:gd name="connsiteX217" fmla="*/ 3981416 w 7467600"/>
              <a:gd name="connsiteY217" fmla="*/ 3880482 h 6858000"/>
              <a:gd name="connsiteX218" fmla="*/ 3800147 w 7467600"/>
              <a:gd name="connsiteY218" fmla="*/ 3749872 h 6858000"/>
              <a:gd name="connsiteX219" fmla="*/ 3655073 w 7467600"/>
              <a:gd name="connsiteY219" fmla="*/ 3650884 h 6858000"/>
              <a:gd name="connsiteX220" fmla="*/ 3670252 w 7467600"/>
              <a:gd name="connsiteY220" fmla="*/ 3622798 h 6858000"/>
              <a:gd name="connsiteX221" fmla="*/ 3817258 w 7467600"/>
              <a:gd name="connsiteY221" fmla="*/ 3723577 h 6858000"/>
              <a:gd name="connsiteX222" fmla="*/ 4000461 w 7467600"/>
              <a:gd name="connsiteY222" fmla="*/ 3855966 h 6858000"/>
              <a:gd name="connsiteX223" fmla="*/ 4088180 w 7467600"/>
              <a:gd name="connsiteY223" fmla="*/ 3929774 h 6858000"/>
              <a:gd name="connsiteX224" fmla="*/ 4184555 w 7467600"/>
              <a:gd name="connsiteY224" fmla="*/ 4010683 h 6858000"/>
              <a:gd name="connsiteX225" fmla="*/ 4399563 w 7467600"/>
              <a:gd name="connsiteY225" fmla="*/ 4158106 h 6858000"/>
              <a:gd name="connsiteX226" fmla="*/ 4684469 w 7467600"/>
              <a:gd name="connsiteY226" fmla="*/ 4364680 h 6858000"/>
              <a:gd name="connsiteX227" fmla="*/ 4690271 w 7467600"/>
              <a:gd name="connsiteY227" fmla="*/ 4370034 h 6858000"/>
              <a:gd name="connsiteX228" fmla="*/ 4136093 w 7467600"/>
              <a:gd name="connsiteY228" fmla="*/ 3858466 h 6858000"/>
              <a:gd name="connsiteX229" fmla="*/ 3670252 w 7467600"/>
              <a:gd name="connsiteY229" fmla="*/ 3622798 h 6858000"/>
              <a:gd name="connsiteX230" fmla="*/ 4440129 w 7467600"/>
              <a:gd name="connsiteY230" fmla="*/ 3448571 h 6858000"/>
              <a:gd name="connsiteX231" fmla="*/ 4856525 w 7467600"/>
              <a:gd name="connsiteY231" fmla="*/ 3915351 h 6858000"/>
              <a:gd name="connsiteX232" fmla="*/ 5059055 w 7467600"/>
              <a:gd name="connsiteY232" fmla="*/ 4108918 h 6858000"/>
              <a:gd name="connsiteX233" fmla="*/ 5290070 w 7467600"/>
              <a:gd name="connsiteY233" fmla="*/ 4263619 h 6858000"/>
              <a:gd name="connsiteX234" fmla="*/ 4834991 w 7467600"/>
              <a:gd name="connsiteY234" fmla="*/ 3830985 h 6858000"/>
              <a:gd name="connsiteX235" fmla="*/ 4440129 w 7467600"/>
              <a:gd name="connsiteY235" fmla="*/ 3448571 h 6858000"/>
              <a:gd name="connsiteX236" fmla="*/ 4441737 w 7467600"/>
              <a:gd name="connsiteY236" fmla="*/ 3399734 h 6858000"/>
              <a:gd name="connsiteX237" fmla="*/ 4431236 w 7467600"/>
              <a:gd name="connsiteY237" fmla="*/ 3400954 h 6858000"/>
              <a:gd name="connsiteX238" fmla="*/ 4557150 w 7467600"/>
              <a:gd name="connsiteY238" fmla="*/ 3510023 h 6858000"/>
              <a:gd name="connsiteX239" fmla="*/ 4856936 w 7467600"/>
              <a:gd name="connsiteY239" fmla="*/ 3809146 h 6858000"/>
              <a:gd name="connsiteX240" fmla="*/ 5111996 w 7467600"/>
              <a:gd name="connsiteY240" fmla="*/ 4065759 h 6858000"/>
              <a:gd name="connsiteX241" fmla="*/ 5388878 w 7467600"/>
              <a:gd name="connsiteY241" fmla="*/ 4300185 h 6858000"/>
              <a:gd name="connsiteX242" fmla="*/ 5425556 w 7467600"/>
              <a:gd name="connsiteY242" fmla="*/ 4308967 h 6858000"/>
              <a:gd name="connsiteX243" fmla="*/ 4943646 w 7467600"/>
              <a:gd name="connsiteY243" fmla="*/ 3822916 h 6858000"/>
              <a:gd name="connsiteX244" fmla="*/ 4594837 w 7467600"/>
              <a:gd name="connsiteY244" fmla="*/ 3532274 h 6858000"/>
              <a:gd name="connsiteX245" fmla="*/ 4441737 w 7467600"/>
              <a:gd name="connsiteY245" fmla="*/ 3399734 h 6858000"/>
              <a:gd name="connsiteX246" fmla="*/ 5425834 w 7467600"/>
              <a:gd name="connsiteY246" fmla="*/ 3162785 h 6858000"/>
              <a:gd name="connsiteX247" fmla="*/ 5401644 w 7467600"/>
              <a:gd name="connsiteY247" fmla="*/ 3617847 h 6858000"/>
              <a:gd name="connsiteX248" fmla="*/ 5467256 w 7467600"/>
              <a:gd name="connsiteY248" fmla="*/ 4175494 h 6858000"/>
              <a:gd name="connsiteX249" fmla="*/ 5448069 w 7467600"/>
              <a:gd name="connsiteY249" fmla="*/ 3567554 h 6858000"/>
              <a:gd name="connsiteX250" fmla="*/ 5425834 w 7467600"/>
              <a:gd name="connsiteY250" fmla="*/ 3162785 h 6858000"/>
              <a:gd name="connsiteX251" fmla="*/ 1318687 w 7467600"/>
              <a:gd name="connsiteY251" fmla="*/ 3113840 h 6858000"/>
              <a:gd name="connsiteX252" fmla="*/ 1066793 w 7467600"/>
              <a:gd name="connsiteY252" fmla="*/ 3212171 h 6858000"/>
              <a:gd name="connsiteX253" fmla="*/ 993319 w 7467600"/>
              <a:gd name="connsiteY253" fmla="*/ 3247648 h 6858000"/>
              <a:gd name="connsiteX254" fmla="*/ 853081 w 7467600"/>
              <a:gd name="connsiteY254" fmla="*/ 3312410 h 6858000"/>
              <a:gd name="connsiteX255" fmla="*/ 805957 w 7467600"/>
              <a:gd name="connsiteY255" fmla="*/ 3330443 h 6858000"/>
              <a:gd name="connsiteX256" fmla="*/ 1318687 w 7467600"/>
              <a:gd name="connsiteY256" fmla="*/ 3113840 h 6858000"/>
              <a:gd name="connsiteX257" fmla="*/ 5453702 w 7467600"/>
              <a:gd name="connsiteY257" fmla="*/ 3090882 h 6858000"/>
              <a:gd name="connsiteX258" fmla="*/ 5480135 w 7467600"/>
              <a:gd name="connsiteY258" fmla="*/ 3565802 h 6858000"/>
              <a:gd name="connsiteX259" fmla="*/ 5499023 w 7467600"/>
              <a:gd name="connsiteY259" fmla="*/ 4166310 h 6858000"/>
              <a:gd name="connsiteX260" fmla="*/ 5547022 w 7467600"/>
              <a:gd name="connsiteY260" fmla="*/ 3607838 h 6858000"/>
              <a:gd name="connsiteX261" fmla="*/ 5515964 w 7467600"/>
              <a:gd name="connsiteY261" fmla="*/ 3378541 h 6858000"/>
              <a:gd name="connsiteX262" fmla="*/ 5453702 w 7467600"/>
              <a:gd name="connsiteY262" fmla="*/ 3090882 h 6858000"/>
              <a:gd name="connsiteX263" fmla="*/ 1238695 w 7467600"/>
              <a:gd name="connsiteY263" fmla="*/ 3076820 h 6858000"/>
              <a:gd name="connsiteX264" fmla="*/ 716371 w 7467600"/>
              <a:gd name="connsiteY264" fmla="*/ 3293249 h 6858000"/>
              <a:gd name="connsiteX265" fmla="*/ 579522 w 7467600"/>
              <a:gd name="connsiteY265" fmla="*/ 3371759 h 6858000"/>
              <a:gd name="connsiteX266" fmla="*/ 600288 w 7467600"/>
              <a:gd name="connsiteY266" fmla="*/ 3365555 h 6858000"/>
              <a:gd name="connsiteX267" fmla="*/ 840692 w 7467600"/>
              <a:gd name="connsiteY267" fmla="*/ 3284921 h 6858000"/>
              <a:gd name="connsiteX268" fmla="*/ 979248 w 7467600"/>
              <a:gd name="connsiteY268" fmla="*/ 3221003 h 6858000"/>
              <a:gd name="connsiteX269" fmla="*/ 1053282 w 7467600"/>
              <a:gd name="connsiteY269" fmla="*/ 3185247 h 6858000"/>
              <a:gd name="connsiteX270" fmla="*/ 1320603 w 7467600"/>
              <a:gd name="connsiteY270" fmla="*/ 3081281 h 6858000"/>
              <a:gd name="connsiteX271" fmla="*/ 1238695 w 7467600"/>
              <a:gd name="connsiteY271" fmla="*/ 3076820 h 6858000"/>
              <a:gd name="connsiteX272" fmla="*/ 5425627 w 7467600"/>
              <a:gd name="connsiteY272" fmla="*/ 2954192 h 6858000"/>
              <a:gd name="connsiteX273" fmla="*/ 5470770 w 7467600"/>
              <a:gd name="connsiteY273" fmla="*/ 3005435 h 6858000"/>
              <a:gd name="connsiteX274" fmla="*/ 5519779 w 7467600"/>
              <a:gd name="connsiteY274" fmla="*/ 4359223 h 6858000"/>
              <a:gd name="connsiteX275" fmla="*/ 5520293 w 7467600"/>
              <a:gd name="connsiteY275" fmla="*/ 4360602 h 6858000"/>
              <a:gd name="connsiteX276" fmla="*/ 5767221 w 7467600"/>
              <a:gd name="connsiteY276" fmla="*/ 4665564 h 6858000"/>
              <a:gd name="connsiteX277" fmla="*/ 6937169 w 7467600"/>
              <a:gd name="connsiteY277" fmla="*/ 4815941 h 6858000"/>
              <a:gd name="connsiteX278" fmla="*/ 6953922 w 7467600"/>
              <a:gd name="connsiteY278" fmla="*/ 4890068 h 6858000"/>
              <a:gd name="connsiteX279" fmla="*/ 6071359 w 7467600"/>
              <a:gd name="connsiteY279" fmla="*/ 4770770 h 6858000"/>
              <a:gd name="connsiteX280" fmla="*/ 6038839 w 7467600"/>
              <a:gd name="connsiteY280" fmla="*/ 4764474 h 6858000"/>
              <a:gd name="connsiteX281" fmla="*/ 6038706 w 7467600"/>
              <a:gd name="connsiteY281" fmla="*/ 4763847 h 6858000"/>
              <a:gd name="connsiteX282" fmla="*/ 6037784 w 7467600"/>
              <a:gd name="connsiteY282" fmla="*/ 4764270 h 6858000"/>
              <a:gd name="connsiteX283" fmla="*/ 6038839 w 7467600"/>
              <a:gd name="connsiteY283" fmla="*/ 4764474 h 6858000"/>
              <a:gd name="connsiteX284" fmla="*/ 6040338 w 7467600"/>
              <a:gd name="connsiteY284" fmla="*/ 4771418 h 6858000"/>
              <a:gd name="connsiteX285" fmla="*/ 6024488 w 7467600"/>
              <a:gd name="connsiteY285" fmla="*/ 4809903 h 6858000"/>
              <a:gd name="connsiteX286" fmla="*/ 5599771 w 7467600"/>
              <a:gd name="connsiteY286" fmla="*/ 5509652 h 6858000"/>
              <a:gd name="connsiteX287" fmla="*/ 5548843 w 7467600"/>
              <a:gd name="connsiteY287" fmla="*/ 5563845 h 6858000"/>
              <a:gd name="connsiteX288" fmla="*/ 5940952 w 7467600"/>
              <a:gd name="connsiteY288" fmla="*/ 6250028 h 6858000"/>
              <a:gd name="connsiteX289" fmla="*/ 6043441 w 7467600"/>
              <a:gd name="connsiteY289" fmla="*/ 6665847 h 6858000"/>
              <a:gd name="connsiteX290" fmla="*/ 6093432 w 7467600"/>
              <a:gd name="connsiteY290" fmla="*/ 6858000 h 6858000"/>
              <a:gd name="connsiteX291" fmla="*/ 6034344 w 7467600"/>
              <a:gd name="connsiteY291" fmla="*/ 6858000 h 6858000"/>
              <a:gd name="connsiteX292" fmla="*/ 6026679 w 7467600"/>
              <a:gd name="connsiteY292" fmla="*/ 6836959 h 6858000"/>
              <a:gd name="connsiteX293" fmla="*/ 5800441 w 7467600"/>
              <a:gd name="connsiteY293" fmla="*/ 6335286 h 6858000"/>
              <a:gd name="connsiteX294" fmla="*/ 5526562 w 7467600"/>
              <a:gd name="connsiteY294" fmla="*/ 5705388 h 6858000"/>
              <a:gd name="connsiteX295" fmla="*/ 5519640 w 7467600"/>
              <a:gd name="connsiteY295" fmla="*/ 5683774 h 6858000"/>
              <a:gd name="connsiteX296" fmla="*/ 5844559 w 7467600"/>
              <a:gd name="connsiteY296" fmla="*/ 6553349 h 6858000"/>
              <a:gd name="connsiteX297" fmla="*/ 5975994 w 7467600"/>
              <a:gd name="connsiteY297" fmla="*/ 6858000 h 6858000"/>
              <a:gd name="connsiteX298" fmla="*/ 5898547 w 7467600"/>
              <a:gd name="connsiteY298" fmla="*/ 6858000 h 6858000"/>
              <a:gd name="connsiteX299" fmla="*/ 5682041 w 7467600"/>
              <a:gd name="connsiteY299" fmla="*/ 6355860 h 6858000"/>
              <a:gd name="connsiteX300" fmla="*/ 5461758 w 7467600"/>
              <a:gd name="connsiteY300" fmla="*/ 5820220 h 6858000"/>
              <a:gd name="connsiteX301" fmla="*/ 5237282 w 7467600"/>
              <a:gd name="connsiteY301" fmla="*/ 6579086 h 6858000"/>
              <a:gd name="connsiteX302" fmla="*/ 5115009 w 7467600"/>
              <a:gd name="connsiteY302" fmla="*/ 6858000 h 6858000"/>
              <a:gd name="connsiteX303" fmla="*/ 5028074 w 7467600"/>
              <a:gd name="connsiteY303" fmla="*/ 6858000 h 6858000"/>
              <a:gd name="connsiteX304" fmla="*/ 5079508 w 7467600"/>
              <a:gd name="connsiteY304" fmla="*/ 6749074 h 6858000"/>
              <a:gd name="connsiteX305" fmla="*/ 5371846 w 7467600"/>
              <a:gd name="connsiteY305" fmla="*/ 5924413 h 6858000"/>
              <a:gd name="connsiteX306" fmla="*/ 5270512 w 7467600"/>
              <a:gd name="connsiteY306" fmla="*/ 6138975 h 6858000"/>
              <a:gd name="connsiteX307" fmla="*/ 5062409 w 7467600"/>
              <a:gd name="connsiteY307" fmla="*/ 6653544 h 6858000"/>
              <a:gd name="connsiteX308" fmla="*/ 5036628 w 7467600"/>
              <a:gd name="connsiteY308" fmla="*/ 6754247 h 6858000"/>
              <a:gd name="connsiteX309" fmla="*/ 5009112 w 7467600"/>
              <a:gd name="connsiteY309" fmla="*/ 6858000 h 6858000"/>
              <a:gd name="connsiteX310" fmla="*/ 4976679 w 7467600"/>
              <a:gd name="connsiteY310" fmla="*/ 6858000 h 6858000"/>
              <a:gd name="connsiteX311" fmla="*/ 5006537 w 7467600"/>
              <a:gd name="connsiteY311" fmla="*/ 6747068 h 6858000"/>
              <a:gd name="connsiteX312" fmla="*/ 5032723 w 7467600"/>
              <a:gd name="connsiteY312" fmla="*/ 6644957 h 6858000"/>
              <a:gd name="connsiteX313" fmla="*/ 5242949 w 7467600"/>
              <a:gd name="connsiteY313" fmla="*/ 6125175 h 6858000"/>
              <a:gd name="connsiteX314" fmla="*/ 5286321 w 7467600"/>
              <a:gd name="connsiteY314" fmla="*/ 6033555 h 6858000"/>
              <a:gd name="connsiteX315" fmla="*/ 5008210 w 7467600"/>
              <a:gd name="connsiteY315" fmla="*/ 6649194 h 6858000"/>
              <a:gd name="connsiteX316" fmla="*/ 4986321 w 7467600"/>
              <a:gd name="connsiteY316" fmla="*/ 6765687 h 6858000"/>
              <a:gd name="connsiteX317" fmla="*/ 4973474 w 7467600"/>
              <a:gd name="connsiteY317" fmla="*/ 6858000 h 6858000"/>
              <a:gd name="connsiteX318" fmla="*/ 4907178 w 7467600"/>
              <a:gd name="connsiteY318" fmla="*/ 6858000 h 6858000"/>
              <a:gd name="connsiteX319" fmla="*/ 4910810 w 7467600"/>
              <a:gd name="connsiteY319" fmla="*/ 6829660 h 6858000"/>
              <a:gd name="connsiteX320" fmla="*/ 4987461 w 7467600"/>
              <a:gd name="connsiteY320" fmla="*/ 6432994 h 6858000"/>
              <a:gd name="connsiteX321" fmla="*/ 5179262 w 7467600"/>
              <a:gd name="connsiteY321" fmla="*/ 6035044 h 6858000"/>
              <a:gd name="connsiteX322" fmla="*/ 4689678 w 7467600"/>
              <a:gd name="connsiteY322" fmla="*/ 6440241 h 6858000"/>
              <a:gd name="connsiteX323" fmla="*/ 4477543 w 7467600"/>
              <a:gd name="connsiteY323" fmla="*/ 6674836 h 6858000"/>
              <a:gd name="connsiteX324" fmla="*/ 4329957 w 7467600"/>
              <a:gd name="connsiteY324" fmla="*/ 6858000 h 6858000"/>
              <a:gd name="connsiteX325" fmla="*/ 4218595 w 7467600"/>
              <a:gd name="connsiteY325" fmla="*/ 6858000 h 6858000"/>
              <a:gd name="connsiteX326" fmla="*/ 4368888 w 7467600"/>
              <a:gd name="connsiteY326" fmla="*/ 6668412 h 6858000"/>
              <a:gd name="connsiteX327" fmla="*/ 4563091 w 7467600"/>
              <a:gd name="connsiteY327" fmla="*/ 6442508 h 6858000"/>
              <a:gd name="connsiteX328" fmla="*/ 5387324 w 7467600"/>
              <a:gd name="connsiteY328" fmla="*/ 5705830 h 6858000"/>
              <a:gd name="connsiteX329" fmla="*/ 5073620 w 7467600"/>
              <a:gd name="connsiteY329" fmla="*/ 5955437 h 6858000"/>
              <a:gd name="connsiteX330" fmla="*/ 4689789 w 7467600"/>
              <a:gd name="connsiteY330" fmla="*/ 6268382 h 6858000"/>
              <a:gd name="connsiteX331" fmla="*/ 4418722 w 7467600"/>
              <a:gd name="connsiteY331" fmla="*/ 6570886 h 6858000"/>
              <a:gd name="connsiteX332" fmla="*/ 4214944 w 7467600"/>
              <a:gd name="connsiteY332" fmla="*/ 6858000 h 6858000"/>
              <a:gd name="connsiteX333" fmla="*/ 4177898 w 7467600"/>
              <a:gd name="connsiteY333" fmla="*/ 6858000 h 6858000"/>
              <a:gd name="connsiteX334" fmla="*/ 4391597 w 7467600"/>
              <a:gd name="connsiteY334" fmla="*/ 6556370 h 6858000"/>
              <a:gd name="connsiteX335" fmla="*/ 4668889 w 7467600"/>
              <a:gd name="connsiteY335" fmla="*/ 6246399 h 6858000"/>
              <a:gd name="connsiteX336" fmla="*/ 5055427 w 7467600"/>
              <a:gd name="connsiteY336" fmla="*/ 5931476 h 6858000"/>
              <a:gd name="connsiteX337" fmla="*/ 5371814 w 7467600"/>
              <a:gd name="connsiteY337" fmla="*/ 5678975 h 6858000"/>
              <a:gd name="connsiteX338" fmla="*/ 4987918 w 7467600"/>
              <a:gd name="connsiteY338" fmla="*/ 5838701 h 6858000"/>
              <a:gd name="connsiteX339" fmla="*/ 4317146 w 7467600"/>
              <a:gd name="connsiteY339" fmla="*/ 6587716 h 6858000"/>
              <a:gd name="connsiteX340" fmla="*/ 4171627 w 7467600"/>
              <a:gd name="connsiteY340" fmla="*/ 6858000 h 6858000"/>
              <a:gd name="connsiteX341" fmla="*/ 4081585 w 7467600"/>
              <a:gd name="connsiteY341" fmla="*/ 6858000 h 6858000"/>
              <a:gd name="connsiteX342" fmla="*/ 4238603 w 7467600"/>
              <a:gd name="connsiteY342" fmla="*/ 6559341 h 6858000"/>
              <a:gd name="connsiteX343" fmla="*/ 4778333 w 7467600"/>
              <a:gd name="connsiteY343" fmla="*/ 5873626 h 6858000"/>
              <a:gd name="connsiteX344" fmla="*/ 5414185 w 7467600"/>
              <a:gd name="connsiteY344" fmla="*/ 5573882 h 6858000"/>
              <a:gd name="connsiteX345" fmla="*/ 5959648 w 7467600"/>
              <a:gd name="connsiteY345" fmla="*/ 4760797 h 6858000"/>
              <a:gd name="connsiteX346" fmla="*/ 5355019 w 7467600"/>
              <a:gd name="connsiteY346" fmla="*/ 4734672 h 6858000"/>
              <a:gd name="connsiteX347" fmla="*/ 5083565 w 7467600"/>
              <a:gd name="connsiteY347" fmla="*/ 5179121 h 6858000"/>
              <a:gd name="connsiteX348" fmla="*/ 4713577 w 7467600"/>
              <a:gd name="connsiteY348" fmla="*/ 5616803 h 6858000"/>
              <a:gd name="connsiteX349" fmla="*/ 3989559 w 7467600"/>
              <a:gd name="connsiteY349" fmla="*/ 6145945 h 6858000"/>
              <a:gd name="connsiteX350" fmla="*/ 3939824 w 7467600"/>
              <a:gd name="connsiteY350" fmla="*/ 6066900 h 6858000"/>
              <a:gd name="connsiteX351" fmla="*/ 4584537 w 7467600"/>
              <a:gd name="connsiteY351" fmla="*/ 5324826 h 6858000"/>
              <a:gd name="connsiteX352" fmla="*/ 5037105 w 7467600"/>
              <a:gd name="connsiteY352" fmla="*/ 5088765 h 6858000"/>
              <a:gd name="connsiteX353" fmla="*/ 5039930 w 7467600"/>
              <a:gd name="connsiteY353" fmla="*/ 5089585 h 6858000"/>
              <a:gd name="connsiteX354" fmla="*/ 5263764 w 7467600"/>
              <a:gd name="connsiteY354" fmla="*/ 4735525 h 6858000"/>
              <a:gd name="connsiteX355" fmla="*/ 4086300 w 7467600"/>
              <a:gd name="connsiteY355" fmla="*/ 4884599 h 6858000"/>
              <a:gd name="connsiteX356" fmla="*/ 4085485 w 7467600"/>
              <a:gd name="connsiteY356" fmla="*/ 4899070 h 6858000"/>
              <a:gd name="connsiteX357" fmla="*/ 3871915 w 7467600"/>
              <a:gd name="connsiteY357" fmla="*/ 5253645 h 6858000"/>
              <a:gd name="connsiteX358" fmla="*/ 3799374 w 7467600"/>
              <a:gd name="connsiteY358" fmla="*/ 5466127 h 6858000"/>
              <a:gd name="connsiteX359" fmla="*/ 3498850 w 7467600"/>
              <a:gd name="connsiteY359" fmla="*/ 6661888 h 6858000"/>
              <a:gd name="connsiteX360" fmla="*/ 3399216 w 7467600"/>
              <a:gd name="connsiteY360" fmla="*/ 6858000 h 6858000"/>
              <a:gd name="connsiteX361" fmla="*/ 3303688 w 7467600"/>
              <a:gd name="connsiteY361" fmla="*/ 6858000 h 6858000"/>
              <a:gd name="connsiteX362" fmla="*/ 3391774 w 7467600"/>
              <a:gd name="connsiteY362" fmla="*/ 6697181 h 6858000"/>
              <a:gd name="connsiteX363" fmla="*/ 3735540 w 7467600"/>
              <a:gd name="connsiteY363" fmla="*/ 5546923 h 6858000"/>
              <a:gd name="connsiteX364" fmla="*/ 3729438 w 7467600"/>
              <a:gd name="connsiteY364" fmla="*/ 5569058 h 6858000"/>
              <a:gd name="connsiteX365" fmla="*/ 3707782 w 7467600"/>
              <a:gd name="connsiteY365" fmla="*/ 5644908 h 6858000"/>
              <a:gd name="connsiteX366" fmla="*/ 3583827 w 7467600"/>
              <a:gd name="connsiteY366" fmla="*/ 6039215 h 6858000"/>
              <a:gd name="connsiteX367" fmla="*/ 3547861 w 7467600"/>
              <a:gd name="connsiteY367" fmla="*/ 6129609 h 6858000"/>
              <a:gd name="connsiteX368" fmla="*/ 3490905 w 7467600"/>
              <a:gd name="connsiteY368" fmla="*/ 6277660 h 6858000"/>
              <a:gd name="connsiteX369" fmla="*/ 3455859 w 7467600"/>
              <a:gd name="connsiteY369" fmla="*/ 6391301 h 6858000"/>
              <a:gd name="connsiteX370" fmla="*/ 3429112 w 7467600"/>
              <a:gd name="connsiteY370" fmla="*/ 6479469 h 6858000"/>
              <a:gd name="connsiteX371" fmla="*/ 3304862 w 7467600"/>
              <a:gd name="connsiteY371" fmla="*/ 6796476 h 6858000"/>
              <a:gd name="connsiteX372" fmla="*/ 3276071 w 7467600"/>
              <a:gd name="connsiteY372" fmla="*/ 6858000 h 6858000"/>
              <a:gd name="connsiteX373" fmla="*/ 3240805 w 7467600"/>
              <a:gd name="connsiteY373" fmla="*/ 6858000 h 6858000"/>
              <a:gd name="connsiteX374" fmla="*/ 3275917 w 7467600"/>
              <a:gd name="connsiteY374" fmla="*/ 6783192 h 6858000"/>
              <a:gd name="connsiteX375" fmla="*/ 3399358 w 7467600"/>
              <a:gd name="connsiteY375" fmla="*/ 6469011 h 6858000"/>
              <a:gd name="connsiteX376" fmla="*/ 3425650 w 7467600"/>
              <a:gd name="connsiteY376" fmla="*/ 6381333 h 6858000"/>
              <a:gd name="connsiteX377" fmla="*/ 3460661 w 7467600"/>
              <a:gd name="connsiteY377" fmla="*/ 6266763 h 6858000"/>
              <a:gd name="connsiteX378" fmla="*/ 3518021 w 7467600"/>
              <a:gd name="connsiteY378" fmla="*/ 6117298 h 6858000"/>
              <a:gd name="connsiteX379" fmla="*/ 3554035 w 7467600"/>
              <a:gd name="connsiteY379" fmla="*/ 6027832 h 6858000"/>
              <a:gd name="connsiteX380" fmla="*/ 3677174 w 7467600"/>
              <a:gd name="connsiteY380" fmla="*/ 5636351 h 6858000"/>
              <a:gd name="connsiteX381" fmla="*/ 3698819 w 7467600"/>
              <a:gd name="connsiteY381" fmla="*/ 5560503 h 6858000"/>
              <a:gd name="connsiteX382" fmla="*/ 3702094 w 7467600"/>
              <a:gd name="connsiteY382" fmla="*/ 5549194 h 6858000"/>
              <a:gd name="connsiteX383" fmla="*/ 3398355 w 7467600"/>
              <a:gd name="connsiteY383" fmla="*/ 6094603 h 6858000"/>
              <a:gd name="connsiteX384" fmla="*/ 3193941 w 7467600"/>
              <a:gd name="connsiteY384" fmla="*/ 6798775 h 6858000"/>
              <a:gd name="connsiteX385" fmla="*/ 3184140 w 7467600"/>
              <a:gd name="connsiteY385" fmla="*/ 6858000 h 6858000"/>
              <a:gd name="connsiteX386" fmla="*/ 3099978 w 7467600"/>
              <a:gd name="connsiteY386" fmla="*/ 6858000 h 6858000"/>
              <a:gd name="connsiteX387" fmla="*/ 3101556 w 7467600"/>
              <a:gd name="connsiteY387" fmla="*/ 6843337 h 6858000"/>
              <a:gd name="connsiteX388" fmla="*/ 3370162 w 7467600"/>
              <a:gd name="connsiteY388" fmla="*/ 5785550 h 6858000"/>
              <a:gd name="connsiteX389" fmla="*/ 3746477 w 7467600"/>
              <a:gd name="connsiteY389" fmla="*/ 5377889 h 6858000"/>
              <a:gd name="connsiteX390" fmla="*/ 3863399 w 7467600"/>
              <a:gd name="connsiteY390" fmla="*/ 5087257 h 6858000"/>
              <a:gd name="connsiteX391" fmla="*/ 3968712 w 7467600"/>
              <a:gd name="connsiteY391" fmla="*/ 4913989 h 6858000"/>
              <a:gd name="connsiteX392" fmla="*/ 2792390 w 7467600"/>
              <a:gd name="connsiteY392" fmla="*/ 5382974 h 6858000"/>
              <a:gd name="connsiteX393" fmla="*/ 2714982 w 7467600"/>
              <a:gd name="connsiteY393" fmla="*/ 5427051 h 6858000"/>
              <a:gd name="connsiteX394" fmla="*/ 2813361 w 7467600"/>
              <a:gd name="connsiteY394" fmla="*/ 6023912 h 6858000"/>
              <a:gd name="connsiteX395" fmla="*/ 2688430 w 7467600"/>
              <a:gd name="connsiteY395" fmla="*/ 6801564 h 6858000"/>
              <a:gd name="connsiteX396" fmla="*/ 2629626 w 7467600"/>
              <a:gd name="connsiteY396" fmla="*/ 6763394 h 6858000"/>
              <a:gd name="connsiteX397" fmla="*/ 2565328 w 7467600"/>
              <a:gd name="connsiteY397" fmla="*/ 5516399 h 6858000"/>
              <a:gd name="connsiteX398" fmla="*/ 1922999 w 7467600"/>
              <a:gd name="connsiteY398" fmla="*/ 5980343 h 6858000"/>
              <a:gd name="connsiteX399" fmla="*/ 1950261 w 7467600"/>
              <a:gd name="connsiteY399" fmla="*/ 6405858 h 6858000"/>
              <a:gd name="connsiteX400" fmla="*/ 2365554 w 7467600"/>
              <a:gd name="connsiteY400" fmla="*/ 6759107 h 6858000"/>
              <a:gd name="connsiteX401" fmla="*/ 2424142 w 7467600"/>
              <a:gd name="connsiteY401" fmla="*/ 6858000 h 6858000"/>
              <a:gd name="connsiteX402" fmla="*/ 2395994 w 7467600"/>
              <a:gd name="connsiteY402" fmla="*/ 6858000 h 6858000"/>
              <a:gd name="connsiteX403" fmla="*/ 2392863 w 7467600"/>
              <a:gd name="connsiteY403" fmla="*/ 6852964 h 6858000"/>
              <a:gd name="connsiteX404" fmla="*/ 2017589 w 7467600"/>
              <a:gd name="connsiteY404" fmla="*/ 6493982 h 6858000"/>
              <a:gd name="connsiteX405" fmla="*/ 2147336 w 7467600"/>
              <a:gd name="connsiteY405" fmla="*/ 6594052 h 6858000"/>
              <a:gd name="connsiteX406" fmla="*/ 2207047 w 7467600"/>
              <a:gd name="connsiteY406" fmla="*/ 6654540 h 6858000"/>
              <a:gd name="connsiteX407" fmla="*/ 2299106 w 7467600"/>
              <a:gd name="connsiteY407" fmla="*/ 6778931 h 6858000"/>
              <a:gd name="connsiteX408" fmla="*/ 2314430 w 7467600"/>
              <a:gd name="connsiteY408" fmla="*/ 6801144 h 6858000"/>
              <a:gd name="connsiteX409" fmla="*/ 2352406 w 7467600"/>
              <a:gd name="connsiteY409" fmla="*/ 6858000 h 6858000"/>
              <a:gd name="connsiteX410" fmla="*/ 2314492 w 7467600"/>
              <a:gd name="connsiteY410" fmla="*/ 6858000 h 6858000"/>
              <a:gd name="connsiteX411" fmla="*/ 2288095 w 7467600"/>
              <a:gd name="connsiteY411" fmla="*/ 6818030 h 6858000"/>
              <a:gd name="connsiteX412" fmla="*/ 2272768 w 7467600"/>
              <a:gd name="connsiteY412" fmla="*/ 6795822 h 6858000"/>
              <a:gd name="connsiteX413" fmla="*/ 2182715 w 7467600"/>
              <a:gd name="connsiteY413" fmla="*/ 6675071 h 6858000"/>
              <a:gd name="connsiteX414" fmla="*/ 2032061 w 7467600"/>
              <a:gd name="connsiteY414" fmla="*/ 6541380 h 6858000"/>
              <a:gd name="connsiteX415" fmla="*/ 2257220 w 7467600"/>
              <a:gd name="connsiteY415" fmla="*/ 6826257 h 6858000"/>
              <a:gd name="connsiteX416" fmla="*/ 2281324 w 7467600"/>
              <a:gd name="connsiteY416" fmla="*/ 6858000 h 6858000"/>
              <a:gd name="connsiteX417" fmla="*/ 2242860 w 7467600"/>
              <a:gd name="connsiteY417" fmla="*/ 6858000 h 6858000"/>
              <a:gd name="connsiteX418" fmla="*/ 2232818 w 7467600"/>
              <a:gd name="connsiteY418" fmla="*/ 6844926 h 6858000"/>
              <a:gd name="connsiteX419" fmla="*/ 1990172 w 7467600"/>
              <a:gd name="connsiteY419" fmla="*/ 6542121 h 6858000"/>
              <a:gd name="connsiteX420" fmla="*/ 2124090 w 7467600"/>
              <a:gd name="connsiteY420" fmla="*/ 6761017 h 6858000"/>
              <a:gd name="connsiteX421" fmla="*/ 2200380 w 7467600"/>
              <a:gd name="connsiteY421" fmla="*/ 6858000 h 6858000"/>
              <a:gd name="connsiteX422" fmla="*/ 2147507 w 7467600"/>
              <a:gd name="connsiteY422" fmla="*/ 6858000 h 6858000"/>
              <a:gd name="connsiteX423" fmla="*/ 2070668 w 7467600"/>
              <a:gd name="connsiteY423" fmla="*/ 6761520 h 6858000"/>
              <a:gd name="connsiteX424" fmla="*/ 1975142 w 7467600"/>
              <a:gd name="connsiteY424" fmla="*/ 6585570 h 6858000"/>
              <a:gd name="connsiteX425" fmla="*/ 2050035 w 7467600"/>
              <a:gd name="connsiteY425" fmla="*/ 6813345 h 6858000"/>
              <a:gd name="connsiteX426" fmla="*/ 2063025 w 7467600"/>
              <a:gd name="connsiteY426" fmla="*/ 6858000 h 6858000"/>
              <a:gd name="connsiteX427" fmla="*/ 2021675 w 7467600"/>
              <a:gd name="connsiteY427" fmla="*/ 6858000 h 6858000"/>
              <a:gd name="connsiteX428" fmla="*/ 2019308 w 7467600"/>
              <a:gd name="connsiteY428" fmla="*/ 6847118 h 6858000"/>
              <a:gd name="connsiteX429" fmla="*/ 1938835 w 7467600"/>
              <a:gd name="connsiteY429" fmla="*/ 6551160 h 6858000"/>
              <a:gd name="connsiteX430" fmla="*/ 1953230 w 7467600"/>
              <a:gd name="connsiteY430" fmla="*/ 6759699 h 6858000"/>
              <a:gd name="connsiteX431" fmla="*/ 1956763 w 7467600"/>
              <a:gd name="connsiteY431" fmla="*/ 6778191 h 6858000"/>
              <a:gd name="connsiteX432" fmla="*/ 1967925 w 7467600"/>
              <a:gd name="connsiteY432" fmla="*/ 6858000 h 6858000"/>
              <a:gd name="connsiteX433" fmla="*/ 1936622 w 7467600"/>
              <a:gd name="connsiteY433" fmla="*/ 6858000 h 6858000"/>
              <a:gd name="connsiteX434" fmla="*/ 1926261 w 7467600"/>
              <a:gd name="connsiteY434" fmla="*/ 6784064 h 6858000"/>
              <a:gd name="connsiteX435" fmla="*/ 1922724 w 7467600"/>
              <a:gd name="connsiteY435" fmla="*/ 6765577 h 6858000"/>
              <a:gd name="connsiteX436" fmla="*/ 1904650 w 7467600"/>
              <a:gd name="connsiteY436" fmla="*/ 6639616 h 6858000"/>
              <a:gd name="connsiteX437" fmla="*/ 1885273 w 7467600"/>
              <a:gd name="connsiteY437" fmla="*/ 6858000 h 6858000"/>
              <a:gd name="connsiteX438" fmla="*/ 1854363 w 7467600"/>
              <a:gd name="connsiteY438" fmla="*/ 6858000 h 6858000"/>
              <a:gd name="connsiteX439" fmla="*/ 1880391 w 7467600"/>
              <a:gd name="connsiteY439" fmla="*/ 6603796 h 6858000"/>
              <a:gd name="connsiteX440" fmla="*/ 1818273 w 7467600"/>
              <a:gd name="connsiteY440" fmla="*/ 6715729 h 6858000"/>
              <a:gd name="connsiteX441" fmla="*/ 1794691 w 7467600"/>
              <a:gd name="connsiteY441" fmla="*/ 6843239 h 6858000"/>
              <a:gd name="connsiteX442" fmla="*/ 1794914 w 7467600"/>
              <a:gd name="connsiteY442" fmla="*/ 6858000 h 6858000"/>
              <a:gd name="connsiteX443" fmla="*/ 1746128 w 7467600"/>
              <a:gd name="connsiteY443" fmla="*/ 6858000 h 6858000"/>
              <a:gd name="connsiteX444" fmla="*/ 1753934 w 7467600"/>
              <a:gd name="connsiteY444" fmla="*/ 6724796 h 6858000"/>
              <a:gd name="connsiteX445" fmla="*/ 1792053 w 7467600"/>
              <a:gd name="connsiteY445" fmla="*/ 6572396 h 6858000"/>
              <a:gd name="connsiteX446" fmla="*/ 1862248 w 7467600"/>
              <a:gd name="connsiteY446" fmla="*/ 6266397 h 6858000"/>
              <a:gd name="connsiteX447" fmla="*/ 1862250 w 7467600"/>
              <a:gd name="connsiteY447" fmla="*/ 6033531 h 6858000"/>
              <a:gd name="connsiteX448" fmla="*/ 1211999 w 7467600"/>
              <a:gd name="connsiteY448" fmla="*/ 6683610 h 6858000"/>
              <a:gd name="connsiteX449" fmla="*/ 1213266 w 7467600"/>
              <a:gd name="connsiteY449" fmla="*/ 6691947 h 6858000"/>
              <a:gd name="connsiteX450" fmla="*/ 1203370 w 7467600"/>
              <a:gd name="connsiteY450" fmla="*/ 6850676 h 6858000"/>
              <a:gd name="connsiteX451" fmla="*/ 1203671 w 7467600"/>
              <a:gd name="connsiteY451" fmla="*/ 6858000 h 6858000"/>
              <a:gd name="connsiteX452" fmla="*/ 1143180 w 7467600"/>
              <a:gd name="connsiteY452" fmla="*/ 6858000 h 6858000"/>
              <a:gd name="connsiteX453" fmla="*/ 1142176 w 7467600"/>
              <a:gd name="connsiteY453" fmla="*/ 6766045 h 6858000"/>
              <a:gd name="connsiteX454" fmla="*/ 1067484 w 7467600"/>
              <a:gd name="connsiteY454" fmla="*/ 6858000 h 6858000"/>
              <a:gd name="connsiteX455" fmla="*/ 953928 w 7467600"/>
              <a:gd name="connsiteY455" fmla="*/ 6858000 h 6858000"/>
              <a:gd name="connsiteX456" fmla="*/ 959715 w 7467600"/>
              <a:gd name="connsiteY456" fmla="*/ 6850185 h 6858000"/>
              <a:gd name="connsiteX457" fmla="*/ 1483788 w 7467600"/>
              <a:gd name="connsiteY457" fmla="*/ 6259174 h 6858000"/>
              <a:gd name="connsiteX458" fmla="*/ 1100671 w 7467600"/>
              <a:gd name="connsiteY458" fmla="*/ 6252137 h 6858000"/>
              <a:gd name="connsiteX459" fmla="*/ 1090144 w 7467600"/>
              <a:gd name="connsiteY459" fmla="*/ 6256748 h 6858000"/>
              <a:gd name="connsiteX460" fmla="*/ 1095872 w 7467600"/>
              <a:gd name="connsiteY460" fmla="*/ 6271892 h 6858000"/>
              <a:gd name="connsiteX461" fmla="*/ 262785 w 7467600"/>
              <a:gd name="connsiteY461" fmla="*/ 6845450 h 6858000"/>
              <a:gd name="connsiteX462" fmla="*/ 209968 w 7467600"/>
              <a:gd name="connsiteY462" fmla="*/ 6770713 h 6858000"/>
              <a:gd name="connsiteX463" fmla="*/ 873460 w 7467600"/>
              <a:gd name="connsiteY463" fmla="*/ 6253768 h 6858000"/>
              <a:gd name="connsiteX464" fmla="*/ 192686 w 7467600"/>
              <a:gd name="connsiteY464" fmla="*/ 5849257 h 6858000"/>
              <a:gd name="connsiteX465" fmla="*/ 4696 w 7467600"/>
              <a:gd name="connsiteY465" fmla="*/ 5697668 h 6858000"/>
              <a:gd name="connsiteX466" fmla="*/ 0 w 7467600"/>
              <a:gd name="connsiteY466" fmla="*/ 5689984 h 6858000"/>
              <a:gd name="connsiteX467" fmla="*/ 0 w 7467600"/>
              <a:gd name="connsiteY467" fmla="*/ 5513472 h 6858000"/>
              <a:gd name="connsiteX468" fmla="*/ 174101 w 7467600"/>
              <a:gd name="connsiteY468" fmla="*/ 5620277 h 6858000"/>
              <a:gd name="connsiteX469" fmla="*/ 891800 w 7467600"/>
              <a:gd name="connsiteY469" fmla="*/ 6036935 h 6858000"/>
              <a:gd name="connsiteX470" fmla="*/ 1072219 w 7467600"/>
              <a:gd name="connsiteY470" fmla="*/ 6169443 h 6858000"/>
              <a:gd name="connsiteX471" fmla="*/ 1074117 w 7467600"/>
              <a:gd name="connsiteY471" fmla="*/ 6170301 h 6858000"/>
              <a:gd name="connsiteX472" fmla="*/ 1083114 w 7467600"/>
              <a:gd name="connsiteY472" fmla="*/ 6174131 h 6858000"/>
              <a:gd name="connsiteX473" fmla="*/ 1543010 w 7467600"/>
              <a:gd name="connsiteY473" fmla="*/ 6191140 h 6858000"/>
              <a:gd name="connsiteX474" fmla="*/ 1551080 w 7467600"/>
              <a:gd name="connsiteY474" fmla="*/ 6195006 h 6858000"/>
              <a:gd name="connsiteX475" fmla="*/ 2345443 w 7467600"/>
              <a:gd name="connsiteY475" fmla="*/ 5549882 h 6858000"/>
              <a:gd name="connsiteX476" fmla="*/ 1721499 w 7467600"/>
              <a:gd name="connsiteY476" fmla="*/ 5599969 h 6858000"/>
              <a:gd name="connsiteX477" fmla="*/ 767716 w 7467600"/>
              <a:gd name="connsiteY477" fmla="*/ 5472768 h 6858000"/>
              <a:gd name="connsiteX478" fmla="*/ 722147 w 7467600"/>
              <a:gd name="connsiteY478" fmla="*/ 5393091 h 6858000"/>
              <a:gd name="connsiteX479" fmla="*/ 1485552 w 7467600"/>
              <a:gd name="connsiteY479" fmla="*/ 5313202 h 6858000"/>
              <a:gd name="connsiteX480" fmla="*/ 2143004 w 7467600"/>
              <a:gd name="connsiteY480" fmla="*/ 5402420 h 6858000"/>
              <a:gd name="connsiteX481" fmla="*/ 1933391 w 7467600"/>
              <a:gd name="connsiteY481" fmla="*/ 5156971 h 6858000"/>
              <a:gd name="connsiteX482" fmla="*/ 1827118 w 7467600"/>
              <a:gd name="connsiteY482" fmla="*/ 4968410 h 6858000"/>
              <a:gd name="connsiteX483" fmla="*/ 1837349 w 7467600"/>
              <a:gd name="connsiteY483" fmla="*/ 4956357 h 6858000"/>
              <a:gd name="connsiteX484" fmla="*/ 2162835 w 7467600"/>
              <a:gd name="connsiteY484" fmla="*/ 5187853 h 6858000"/>
              <a:gd name="connsiteX485" fmla="*/ 2257167 w 7467600"/>
              <a:gd name="connsiteY485" fmla="*/ 5462123 h 6858000"/>
              <a:gd name="connsiteX486" fmla="*/ 2261598 w 7467600"/>
              <a:gd name="connsiteY486" fmla="*/ 5467998 h 6858000"/>
              <a:gd name="connsiteX487" fmla="*/ 2437177 w 7467600"/>
              <a:gd name="connsiteY487" fmla="*/ 5479608 h 6858000"/>
              <a:gd name="connsiteX488" fmla="*/ 2445247 w 7467600"/>
              <a:gd name="connsiteY488" fmla="*/ 5483476 h 6858000"/>
              <a:gd name="connsiteX489" fmla="*/ 2743626 w 7467600"/>
              <a:gd name="connsiteY489" fmla="*/ 5304819 h 6858000"/>
              <a:gd name="connsiteX490" fmla="*/ 3048102 w 7467600"/>
              <a:gd name="connsiteY490" fmla="*/ 5150595 h 6858000"/>
              <a:gd name="connsiteX491" fmla="*/ 1799414 w 7467600"/>
              <a:gd name="connsiteY491" fmla="*/ 4694732 h 6858000"/>
              <a:gd name="connsiteX492" fmla="*/ 1771735 w 7467600"/>
              <a:gd name="connsiteY492" fmla="*/ 4619929 h 6858000"/>
              <a:gd name="connsiteX493" fmla="*/ 3104273 w 7467600"/>
              <a:gd name="connsiteY493" fmla="*/ 5076159 h 6858000"/>
              <a:gd name="connsiteX494" fmla="*/ 3113245 w 7467600"/>
              <a:gd name="connsiteY494" fmla="*/ 5090705 h 6858000"/>
              <a:gd name="connsiteX495" fmla="*/ 3126294 w 7467600"/>
              <a:gd name="connsiteY495" fmla="*/ 5114400 h 6858000"/>
              <a:gd name="connsiteX496" fmla="*/ 3937433 w 7467600"/>
              <a:gd name="connsiteY496" fmla="*/ 4830473 h 6858000"/>
              <a:gd name="connsiteX497" fmla="*/ 3590475 w 7467600"/>
              <a:gd name="connsiteY497" fmla="*/ 4597974 h 6858000"/>
              <a:gd name="connsiteX498" fmla="*/ 3100264 w 7467600"/>
              <a:gd name="connsiteY498" fmla="*/ 4579845 h 6858000"/>
              <a:gd name="connsiteX499" fmla="*/ 2183576 w 7467600"/>
              <a:gd name="connsiteY499" fmla="*/ 4227150 h 6858000"/>
              <a:gd name="connsiteX500" fmla="*/ 2151029 w 7467600"/>
              <a:gd name="connsiteY500" fmla="*/ 4146947 h 6858000"/>
              <a:gd name="connsiteX501" fmla="*/ 3563434 w 7467600"/>
              <a:gd name="connsiteY501" fmla="*/ 4469115 h 6858000"/>
              <a:gd name="connsiteX502" fmla="*/ 3177952 w 7467600"/>
              <a:gd name="connsiteY502" fmla="*/ 3657386 h 6858000"/>
              <a:gd name="connsiteX503" fmla="*/ 3189263 w 7467600"/>
              <a:gd name="connsiteY503" fmla="*/ 3625726 h 6858000"/>
              <a:gd name="connsiteX504" fmla="*/ 3560912 w 7467600"/>
              <a:gd name="connsiteY504" fmla="*/ 4079863 h 6858000"/>
              <a:gd name="connsiteX505" fmla="*/ 3626636 w 7467600"/>
              <a:gd name="connsiteY505" fmla="*/ 4512230 h 6858000"/>
              <a:gd name="connsiteX506" fmla="*/ 3653088 w 7467600"/>
              <a:gd name="connsiteY506" fmla="*/ 4521417 h 6858000"/>
              <a:gd name="connsiteX507" fmla="*/ 3988128 w 7467600"/>
              <a:gd name="connsiteY507" fmla="*/ 4817267 h 6858000"/>
              <a:gd name="connsiteX508" fmla="*/ 4830582 w 7467600"/>
              <a:gd name="connsiteY508" fmla="*/ 4676000 h 6858000"/>
              <a:gd name="connsiteX509" fmla="*/ 4830100 w 7467600"/>
              <a:gd name="connsiteY509" fmla="*/ 4675554 h 6858000"/>
              <a:gd name="connsiteX510" fmla="*/ 4036318 w 7467600"/>
              <a:gd name="connsiteY510" fmla="*/ 4147013 h 6858000"/>
              <a:gd name="connsiteX511" fmla="*/ 3432098 w 7467600"/>
              <a:gd name="connsiteY511" fmla="*/ 3537312 h 6858000"/>
              <a:gd name="connsiteX512" fmla="*/ 3446761 w 7467600"/>
              <a:gd name="connsiteY512" fmla="*/ 3461278 h 6858000"/>
              <a:gd name="connsiteX513" fmla="*/ 4419733 w 7467600"/>
              <a:gd name="connsiteY513" fmla="*/ 3963555 h 6858000"/>
              <a:gd name="connsiteX514" fmla="*/ 4781371 w 7467600"/>
              <a:gd name="connsiteY514" fmla="*/ 4458604 h 6858000"/>
              <a:gd name="connsiteX515" fmla="*/ 4780440 w 7467600"/>
              <a:gd name="connsiteY515" fmla="*/ 4470290 h 6858000"/>
              <a:gd name="connsiteX516" fmla="*/ 4898954 w 7467600"/>
              <a:gd name="connsiteY516" fmla="*/ 4662092 h 6858000"/>
              <a:gd name="connsiteX517" fmla="*/ 4900699 w 7467600"/>
              <a:gd name="connsiteY517" fmla="*/ 4670867 h 6858000"/>
              <a:gd name="connsiteX518" fmla="*/ 5714511 w 7467600"/>
              <a:gd name="connsiteY518" fmla="*/ 4663483 h 6858000"/>
              <a:gd name="connsiteX519" fmla="*/ 5464793 w 7467600"/>
              <a:gd name="connsiteY519" fmla="*/ 4393556 h 6858000"/>
              <a:gd name="connsiteX520" fmla="*/ 5461897 w 7467600"/>
              <a:gd name="connsiteY520" fmla="*/ 4390879 h 6858000"/>
              <a:gd name="connsiteX521" fmla="*/ 4294126 w 7467600"/>
              <a:gd name="connsiteY521" fmla="*/ 3303048 h 6858000"/>
              <a:gd name="connsiteX522" fmla="*/ 4305321 w 7467600"/>
              <a:gd name="connsiteY522" fmla="*/ 3256953 h 6858000"/>
              <a:gd name="connsiteX523" fmla="*/ 4949299 w 7467600"/>
              <a:gd name="connsiteY523" fmla="*/ 3766336 h 6858000"/>
              <a:gd name="connsiteX524" fmla="*/ 5291452 w 7467600"/>
              <a:gd name="connsiteY524" fmla="*/ 4076801 h 6858000"/>
              <a:gd name="connsiteX525" fmla="*/ 5434998 w 7467600"/>
              <a:gd name="connsiteY525" fmla="*/ 4254100 h 6858000"/>
              <a:gd name="connsiteX526" fmla="*/ 5351015 w 7467600"/>
              <a:gd name="connsiteY526" fmla="*/ 3760989 h 6858000"/>
              <a:gd name="connsiteX527" fmla="*/ 5413780 w 7467600"/>
              <a:gd name="connsiteY527" fmla="*/ 2966265 h 6858000"/>
              <a:gd name="connsiteX528" fmla="*/ 5425627 w 7467600"/>
              <a:gd name="connsiteY528" fmla="*/ 2954192 h 6858000"/>
              <a:gd name="connsiteX529" fmla="*/ 6604735 w 7467600"/>
              <a:gd name="connsiteY529" fmla="*/ 2041381 h 6858000"/>
              <a:gd name="connsiteX530" fmla="*/ 7204487 w 7467600"/>
              <a:gd name="connsiteY530" fmla="*/ 2742112 h 6858000"/>
              <a:gd name="connsiteX531" fmla="*/ 7131592 w 7467600"/>
              <a:gd name="connsiteY531" fmla="*/ 2672096 h 6858000"/>
              <a:gd name="connsiteX532" fmla="*/ 6996344 w 7467600"/>
              <a:gd name="connsiteY532" fmla="*/ 2518310 h 6858000"/>
              <a:gd name="connsiteX533" fmla="*/ 6735495 w 7467600"/>
              <a:gd name="connsiteY533" fmla="*/ 2196890 h 6858000"/>
              <a:gd name="connsiteX534" fmla="*/ 6721901 w 7467600"/>
              <a:gd name="connsiteY534" fmla="*/ 2179274 h 6858000"/>
              <a:gd name="connsiteX535" fmla="*/ 6604735 w 7467600"/>
              <a:gd name="connsiteY535" fmla="*/ 2041381 h 6858000"/>
              <a:gd name="connsiteX536" fmla="*/ 6591670 w 7467600"/>
              <a:gd name="connsiteY536" fmla="*/ 1988277 h 6858000"/>
              <a:gd name="connsiteX537" fmla="*/ 6747349 w 7467600"/>
              <a:gd name="connsiteY537" fmla="*/ 2160069 h 6858000"/>
              <a:gd name="connsiteX538" fmla="*/ 6760943 w 7467600"/>
              <a:gd name="connsiteY538" fmla="*/ 2177686 h 6858000"/>
              <a:gd name="connsiteX539" fmla="*/ 7021065 w 7467600"/>
              <a:gd name="connsiteY539" fmla="*/ 2498102 h 6858000"/>
              <a:gd name="connsiteX540" fmla="*/ 7155223 w 7467600"/>
              <a:gd name="connsiteY540" fmla="*/ 2650386 h 6858000"/>
              <a:gd name="connsiteX541" fmla="*/ 7203167 w 7467600"/>
              <a:gd name="connsiteY541" fmla="*/ 2697288 h 6858000"/>
              <a:gd name="connsiteX542" fmla="*/ 6937703 w 7467600"/>
              <a:gd name="connsiteY542" fmla="*/ 2321981 h 6858000"/>
              <a:gd name="connsiteX543" fmla="*/ 6591670 w 7467600"/>
              <a:gd name="connsiteY543" fmla="*/ 1988277 h 6858000"/>
              <a:gd name="connsiteX544" fmla="*/ 5798671 w 7467600"/>
              <a:gd name="connsiteY544" fmla="*/ 1981601 h 6858000"/>
              <a:gd name="connsiteX545" fmla="*/ 5754709 w 7467600"/>
              <a:gd name="connsiteY545" fmla="*/ 2071454 h 6858000"/>
              <a:gd name="connsiteX546" fmla="*/ 5763044 w 7467600"/>
              <a:gd name="connsiteY546" fmla="*/ 2842206 h 6858000"/>
              <a:gd name="connsiteX547" fmla="*/ 5764974 w 7467600"/>
              <a:gd name="connsiteY547" fmla="*/ 2799609 h 6858000"/>
              <a:gd name="connsiteX548" fmla="*/ 5767665 w 7467600"/>
              <a:gd name="connsiteY548" fmla="*/ 2666409 h 6858000"/>
              <a:gd name="connsiteX549" fmla="*/ 5763055 w 7467600"/>
              <a:gd name="connsiteY549" fmla="*/ 2579705 h 6858000"/>
              <a:gd name="connsiteX550" fmla="*/ 5758079 w 7467600"/>
              <a:gd name="connsiteY550" fmla="*/ 2492508 h 6858000"/>
              <a:gd name="connsiteX551" fmla="*/ 5779325 w 7467600"/>
              <a:gd name="connsiteY551" fmla="*/ 2197069 h 6858000"/>
              <a:gd name="connsiteX552" fmla="*/ 5798671 w 7467600"/>
              <a:gd name="connsiteY552" fmla="*/ 1981601 h 6858000"/>
              <a:gd name="connsiteX553" fmla="*/ 5829202 w 7467600"/>
              <a:gd name="connsiteY553" fmla="*/ 1971679 h 6858000"/>
              <a:gd name="connsiteX554" fmla="*/ 5809558 w 7467600"/>
              <a:gd name="connsiteY554" fmla="*/ 2198043 h 6858000"/>
              <a:gd name="connsiteX555" fmla="*/ 5788653 w 7467600"/>
              <a:gd name="connsiteY555" fmla="*/ 2489430 h 6858000"/>
              <a:gd name="connsiteX556" fmla="*/ 5793439 w 7467600"/>
              <a:gd name="connsiteY556" fmla="*/ 2575235 h 6858000"/>
              <a:gd name="connsiteX557" fmla="*/ 5796837 w 7467600"/>
              <a:gd name="connsiteY557" fmla="*/ 2637633 h 6858000"/>
              <a:gd name="connsiteX558" fmla="*/ 5818614 w 7467600"/>
              <a:gd name="connsiteY558" fmla="*/ 2473055 h 6858000"/>
              <a:gd name="connsiteX559" fmla="*/ 5829202 w 7467600"/>
              <a:gd name="connsiteY559" fmla="*/ 1971679 h 6858000"/>
              <a:gd name="connsiteX560" fmla="*/ 5911389 w 7467600"/>
              <a:gd name="connsiteY560" fmla="*/ 1898371 h 6858000"/>
              <a:gd name="connsiteX561" fmla="*/ 6237627 w 7467600"/>
              <a:gd name="connsiteY561" fmla="*/ 2231921 h 6858000"/>
              <a:gd name="connsiteX562" fmla="*/ 5911389 w 7467600"/>
              <a:gd name="connsiteY562" fmla="*/ 1898371 h 6858000"/>
              <a:gd name="connsiteX563" fmla="*/ 6944437 w 7467600"/>
              <a:gd name="connsiteY563" fmla="*/ 1575402 h 6858000"/>
              <a:gd name="connsiteX564" fmla="*/ 6304730 w 7467600"/>
              <a:gd name="connsiteY564" fmla="*/ 1766654 h 6858000"/>
              <a:gd name="connsiteX565" fmla="*/ 6944437 w 7467600"/>
              <a:gd name="connsiteY565" fmla="*/ 1575402 h 6858000"/>
              <a:gd name="connsiteX566" fmla="*/ 7019523 w 7467600"/>
              <a:gd name="connsiteY566" fmla="*/ 1519450 h 6858000"/>
              <a:gd name="connsiteX567" fmla="*/ 6298091 w 7467600"/>
              <a:gd name="connsiteY567" fmla="*/ 1737122 h 6858000"/>
              <a:gd name="connsiteX568" fmla="*/ 7019523 w 7467600"/>
              <a:gd name="connsiteY568" fmla="*/ 1519450 h 6858000"/>
              <a:gd name="connsiteX569" fmla="*/ 2399523 w 7467600"/>
              <a:gd name="connsiteY569" fmla="*/ 1428234 h 6858000"/>
              <a:gd name="connsiteX570" fmla="*/ 2224982 w 7467600"/>
              <a:gd name="connsiteY570" fmla="*/ 1826201 h 6858000"/>
              <a:gd name="connsiteX571" fmla="*/ 2096099 w 7467600"/>
              <a:gd name="connsiteY571" fmla="*/ 2345900 h 6858000"/>
              <a:gd name="connsiteX572" fmla="*/ 2283317 w 7467600"/>
              <a:gd name="connsiteY572" fmla="*/ 1796925 h 6858000"/>
              <a:gd name="connsiteX573" fmla="*/ 2399523 w 7467600"/>
              <a:gd name="connsiteY573" fmla="*/ 1428234 h 6858000"/>
              <a:gd name="connsiteX574" fmla="*/ 2448558 w 7467600"/>
              <a:gd name="connsiteY574" fmla="*/ 1373435 h 6858000"/>
              <a:gd name="connsiteX575" fmla="*/ 2312521 w 7467600"/>
              <a:gd name="connsiteY575" fmla="*/ 1806140 h 6858000"/>
              <a:gd name="connsiteX576" fmla="*/ 2127533 w 7467600"/>
              <a:gd name="connsiteY576" fmla="*/ 2348380 h 6858000"/>
              <a:gd name="connsiteX577" fmla="*/ 2358080 w 7467600"/>
              <a:gd name="connsiteY577" fmla="*/ 1866134 h 6858000"/>
              <a:gd name="connsiteX578" fmla="*/ 2407436 w 7467600"/>
              <a:gd name="connsiteY578" fmla="*/ 1651070 h 6858000"/>
              <a:gd name="connsiteX579" fmla="*/ 2448558 w 7467600"/>
              <a:gd name="connsiteY579" fmla="*/ 1373435 h 6858000"/>
              <a:gd name="connsiteX580" fmla="*/ 278707 w 7467600"/>
              <a:gd name="connsiteY580" fmla="*/ 1352270 h 6858000"/>
              <a:gd name="connsiteX581" fmla="*/ 321570 w 7467600"/>
              <a:gd name="connsiteY581" fmla="*/ 1861610 h 6858000"/>
              <a:gd name="connsiteX582" fmla="*/ 294281 w 7467600"/>
              <a:gd name="connsiteY582" fmla="*/ 1440658 h 6858000"/>
              <a:gd name="connsiteX583" fmla="*/ 278707 w 7467600"/>
              <a:gd name="connsiteY583" fmla="*/ 1352270 h 6858000"/>
              <a:gd name="connsiteX584" fmla="*/ 1423821 w 7467600"/>
              <a:gd name="connsiteY584" fmla="*/ 1351958 h 6858000"/>
              <a:gd name="connsiteX585" fmla="*/ 1638521 w 7467600"/>
              <a:gd name="connsiteY585" fmla="*/ 1908470 h 6858000"/>
              <a:gd name="connsiteX586" fmla="*/ 1754199 w 7467600"/>
              <a:gd name="connsiteY586" fmla="*/ 2149284 h 6858000"/>
              <a:gd name="connsiteX587" fmla="*/ 1908359 w 7467600"/>
              <a:gd name="connsiteY587" fmla="*/ 2364988 h 6858000"/>
              <a:gd name="connsiteX588" fmla="*/ 1647661 w 7467600"/>
              <a:gd name="connsiteY588" fmla="*/ 1825945 h 6858000"/>
              <a:gd name="connsiteX589" fmla="*/ 1423821 w 7467600"/>
              <a:gd name="connsiteY589" fmla="*/ 1351958 h 6858000"/>
              <a:gd name="connsiteX590" fmla="*/ 1431890 w 7467600"/>
              <a:gd name="connsiteY590" fmla="*/ 1306475 h 6858000"/>
              <a:gd name="connsiteX591" fmla="*/ 1507597 w 7467600"/>
              <a:gd name="connsiteY591" fmla="*/ 1446132 h 6858000"/>
              <a:gd name="connsiteX592" fmla="*/ 1674586 w 7467600"/>
              <a:gd name="connsiteY592" fmla="*/ 1813832 h 6858000"/>
              <a:gd name="connsiteX593" fmla="*/ 1815950 w 7467600"/>
              <a:gd name="connsiteY593" fmla="*/ 2128564 h 6858000"/>
              <a:gd name="connsiteX594" fmla="*/ 1984242 w 7467600"/>
              <a:gd name="connsiteY594" fmla="*/ 2430829 h 6858000"/>
              <a:gd name="connsiteX595" fmla="*/ 2014023 w 7467600"/>
              <a:gd name="connsiteY595" fmla="*/ 2450995 h 6858000"/>
              <a:gd name="connsiteX596" fmla="*/ 1747337 w 7467600"/>
              <a:gd name="connsiteY596" fmla="*/ 1855264 h 6858000"/>
              <a:gd name="connsiteX597" fmla="*/ 1533749 w 7467600"/>
              <a:gd name="connsiteY597" fmla="*/ 1478656 h 6858000"/>
              <a:gd name="connsiteX598" fmla="*/ 1431890 w 7467600"/>
              <a:gd name="connsiteY598" fmla="*/ 1306475 h 6858000"/>
              <a:gd name="connsiteX599" fmla="*/ 5052692 w 7467600"/>
              <a:gd name="connsiteY599" fmla="*/ 1292994 h 6858000"/>
              <a:gd name="connsiteX600" fmla="*/ 5200661 w 7467600"/>
              <a:gd name="connsiteY600" fmla="*/ 1635186 h 6858000"/>
              <a:gd name="connsiteX601" fmla="*/ 5297138 w 7467600"/>
              <a:gd name="connsiteY601" fmla="*/ 1906351 h 6858000"/>
              <a:gd name="connsiteX602" fmla="*/ 5052692 w 7467600"/>
              <a:gd name="connsiteY602" fmla="*/ 1292994 h 6858000"/>
              <a:gd name="connsiteX603" fmla="*/ 5009948 w 7467600"/>
              <a:gd name="connsiteY603" fmla="*/ 1273619 h 6858000"/>
              <a:gd name="connsiteX604" fmla="*/ 5121777 w 7467600"/>
              <a:gd name="connsiteY604" fmla="*/ 1654213 h 6858000"/>
              <a:gd name="connsiteX605" fmla="*/ 5293545 w 7467600"/>
              <a:gd name="connsiteY605" fmla="*/ 2072247 h 6858000"/>
              <a:gd name="connsiteX606" fmla="*/ 5294042 w 7467600"/>
              <a:gd name="connsiteY606" fmla="*/ 2065019 h 6858000"/>
              <a:gd name="connsiteX607" fmla="*/ 5171936 w 7467600"/>
              <a:gd name="connsiteY607" fmla="*/ 1647613 h 6858000"/>
              <a:gd name="connsiteX608" fmla="*/ 5009948 w 7467600"/>
              <a:gd name="connsiteY608" fmla="*/ 1273619 h 6858000"/>
              <a:gd name="connsiteX609" fmla="*/ 655236 w 7467600"/>
              <a:gd name="connsiteY609" fmla="*/ 1268632 h 6858000"/>
              <a:gd name="connsiteX610" fmla="*/ 839521 w 7467600"/>
              <a:gd name="connsiteY610" fmla="*/ 1685315 h 6858000"/>
              <a:gd name="connsiteX611" fmla="*/ 1109416 w 7467600"/>
              <a:gd name="connsiteY611" fmla="*/ 2061663 h 6858000"/>
              <a:gd name="connsiteX612" fmla="*/ 1298300 w 7467600"/>
              <a:gd name="connsiteY612" fmla="*/ 2247742 h 6858000"/>
              <a:gd name="connsiteX613" fmla="*/ 1125871 w 7467600"/>
              <a:gd name="connsiteY613" fmla="*/ 1989513 h 6858000"/>
              <a:gd name="connsiteX614" fmla="*/ 981574 w 7467600"/>
              <a:gd name="connsiteY614" fmla="*/ 1783157 h 6858000"/>
              <a:gd name="connsiteX615" fmla="*/ 922198 w 7467600"/>
              <a:gd name="connsiteY615" fmla="*/ 1677437 h 6858000"/>
              <a:gd name="connsiteX616" fmla="*/ 869293 w 7467600"/>
              <a:gd name="connsiteY616" fmla="*/ 1583214 h 6858000"/>
              <a:gd name="connsiteX617" fmla="*/ 751431 w 7467600"/>
              <a:gd name="connsiteY617" fmla="*/ 1405731 h 6858000"/>
              <a:gd name="connsiteX618" fmla="*/ 655236 w 7467600"/>
              <a:gd name="connsiteY618" fmla="*/ 1268632 h 6858000"/>
              <a:gd name="connsiteX619" fmla="*/ 6516292 w 7467600"/>
              <a:gd name="connsiteY619" fmla="*/ 1263064 h 6858000"/>
              <a:gd name="connsiteX620" fmla="*/ 5736320 w 7467600"/>
              <a:gd name="connsiteY620" fmla="*/ 1501803 h 6858000"/>
              <a:gd name="connsiteX621" fmla="*/ 6516292 w 7467600"/>
              <a:gd name="connsiteY621" fmla="*/ 1263064 h 6858000"/>
              <a:gd name="connsiteX622" fmla="*/ 291466 w 7467600"/>
              <a:gd name="connsiteY622" fmla="*/ 1250369 h 6858000"/>
              <a:gd name="connsiteX623" fmla="*/ 323180 w 7467600"/>
              <a:gd name="connsiteY623" fmla="*/ 1435283 h 6858000"/>
              <a:gd name="connsiteX624" fmla="*/ 349381 w 7467600"/>
              <a:gd name="connsiteY624" fmla="*/ 1875041 h 6858000"/>
              <a:gd name="connsiteX625" fmla="*/ 374363 w 7467600"/>
              <a:gd name="connsiteY625" fmla="*/ 1506494 h 6858000"/>
              <a:gd name="connsiteX626" fmla="*/ 302168 w 7467600"/>
              <a:gd name="connsiteY626" fmla="*/ 1274495 h 6858000"/>
              <a:gd name="connsiteX627" fmla="*/ 291466 w 7467600"/>
              <a:gd name="connsiteY627" fmla="*/ 1250369 h 6858000"/>
              <a:gd name="connsiteX628" fmla="*/ 678222 w 7467600"/>
              <a:gd name="connsiteY628" fmla="*/ 1248670 h 6858000"/>
              <a:gd name="connsiteX629" fmla="*/ 775536 w 7467600"/>
              <a:gd name="connsiteY629" fmla="*/ 1388015 h 6858000"/>
              <a:gd name="connsiteX630" fmla="*/ 894529 w 7467600"/>
              <a:gd name="connsiteY630" fmla="*/ 1567739 h 6858000"/>
              <a:gd name="connsiteX631" fmla="*/ 948000 w 7467600"/>
              <a:gd name="connsiteY631" fmla="*/ 1663088 h 6858000"/>
              <a:gd name="connsiteX632" fmla="*/ 1006812 w 7467600"/>
              <a:gd name="connsiteY632" fmla="*/ 1767683 h 6858000"/>
              <a:gd name="connsiteX633" fmla="*/ 1149133 w 7467600"/>
              <a:gd name="connsiteY633" fmla="*/ 1971513 h 6858000"/>
              <a:gd name="connsiteX634" fmla="*/ 1333952 w 7467600"/>
              <a:gd name="connsiteY634" fmla="*/ 2251620 h 6858000"/>
              <a:gd name="connsiteX635" fmla="*/ 1337329 w 7467600"/>
              <a:gd name="connsiteY635" fmla="*/ 2258350 h 6858000"/>
              <a:gd name="connsiteX636" fmla="*/ 1014726 w 7467600"/>
              <a:gd name="connsiteY636" fmla="*/ 1615556 h 6858000"/>
              <a:gd name="connsiteX637" fmla="*/ 678222 w 7467600"/>
              <a:gd name="connsiteY637" fmla="*/ 1248670 h 6858000"/>
              <a:gd name="connsiteX638" fmla="*/ 6691602 w 7467600"/>
              <a:gd name="connsiteY638" fmla="*/ 1140573 h 6858000"/>
              <a:gd name="connsiteX639" fmla="*/ 6571100 w 7467600"/>
              <a:gd name="connsiteY639" fmla="*/ 1183662 h 6858000"/>
              <a:gd name="connsiteX640" fmla="*/ 6241687 w 7467600"/>
              <a:gd name="connsiteY640" fmla="*/ 1257600 h 6858000"/>
              <a:gd name="connsiteX641" fmla="*/ 5693009 w 7467600"/>
              <a:gd name="connsiteY641" fmla="*/ 1478256 h 6858000"/>
              <a:gd name="connsiteX642" fmla="*/ 6548420 w 7467600"/>
              <a:gd name="connsiteY642" fmla="*/ 1214599 h 6858000"/>
              <a:gd name="connsiteX643" fmla="*/ 6605473 w 7467600"/>
              <a:gd name="connsiteY643" fmla="*/ 1184686 h 6858000"/>
              <a:gd name="connsiteX644" fmla="*/ 6691602 w 7467600"/>
              <a:gd name="connsiteY644" fmla="*/ 1140573 h 6858000"/>
              <a:gd name="connsiteX645" fmla="*/ 4002475 w 7467600"/>
              <a:gd name="connsiteY645" fmla="*/ 1037802 h 6858000"/>
              <a:gd name="connsiteX646" fmla="*/ 4000324 w 7467600"/>
              <a:gd name="connsiteY646" fmla="*/ 1039362 h 6858000"/>
              <a:gd name="connsiteX647" fmla="*/ 4002862 w 7467600"/>
              <a:gd name="connsiteY647" fmla="*/ 1042866 h 6858000"/>
              <a:gd name="connsiteX648" fmla="*/ 4002475 w 7467600"/>
              <a:gd name="connsiteY648" fmla="*/ 1037802 h 6858000"/>
              <a:gd name="connsiteX649" fmla="*/ 506322 w 7467600"/>
              <a:gd name="connsiteY649" fmla="*/ 1020997 h 6858000"/>
              <a:gd name="connsiteX650" fmla="*/ 533068 w 7467600"/>
              <a:gd name="connsiteY650" fmla="*/ 1029409 h 6858000"/>
              <a:gd name="connsiteX651" fmla="*/ 1232525 w 7467600"/>
              <a:gd name="connsiteY651" fmla="*/ 1804675 h 6858000"/>
              <a:gd name="connsiteX652" fmla="*/ 1388858 w 7467600"/>
              <a:gd name="connsiteY652" fmla="*/ 2368011 h 6858000"/>
              <a:gd name="connsiteX653" fmla="*/ 1384098 w 7467600"/>
              <a:gd name="connsiteY653" fmla="*/ 2378125 h 6858000"/>
              <a:gd name="connsiteX654" fmla="*/ 1425393 w 7467600"/>
              <a:gd name="connsiteY654" fmla="*/ 2589124 h 6858000"/>
              <a:gd name="connsiteX655" fmla="*/ 1424001 w 7467600"/>
              <a:gd name="connsiteY655" fmla="*/ 2597541 h 6858000"/>
              <a:gd name="connsiteX656" fmla="*/ 2152729 w 7467600"/>
              <a:gd name="connsiteY656" fmla="*/ 2864487 h 6858000"/>
              <a:gd name="connsiteX657" fmla="*/ 2020609 w 7467600"/>
              <a:gd name="connsiteY657" fmla="*/ 2539671 h 6858000"/>
              <a:gd name="connsiteX658" fmla="*/ 2018920 w 7467600"/>
              <a:gd name="connsiteY658" fmla="*/ 2536309 h 6858000"/>
              <a:gd name="connsiteX659" fmla="*/ 1342441 w 7467600"/>
              <a:gd name="connsiteY659" fmla="*/ 1173017 h 6858000"/>
              <a:gd name="connsiteX660" fmla="*/ 1367925 w 7467600"/>
              <a:gd name="connsiteY660" fmla="*/ 1135648 h 6858000"/>
              <a:gd name="connsiteX661" fmla="*/ 1771401 w 7467600"/>
              <a:gd name="connsiteY661" fmla="*/ 1806673 h 6858000"/>
              <a:gd name="connsiteX662" fmla="*/ 1972385 w 7467600"/>
              <a:gd name="connsiteY662" fmla="*/ 2198735 h 6858000"/>
              <a:gd name="connsiteX663" fmla="*/ 2040892 w 7467600"/>
              <a:gd name="connsiteY663" fmla="*/ 2405205 h 6858000"/>
              <a:gd name="connsiteX664" fmla="*/ 2131689 w 7467600"/>
              <a:gd name="connsiteY664" fmla="*/ 1936926 h 6858000"/>
              <a:gd name="connsiteX665" fmla="*/ 2454820 w 7467600"/>
              <a:gd name="connsiteY665" fmla="*/ 1248808 h 6858000"/>
              <a:gd name="connsiteX666" fmla="*/ 2492512 w 7467600"/>
              <a:gd name="connsiteY666" fmla="*/ 1302920 h 6858000"/>
              <a:gd name="connsiteX667" fmla="*/ 2081216 w 7467600"/>
              <a:gd name="connsiteY667" fmla="*/ 2527513 h 6858000"/>
              <a:gd name="connsiteX668" fmla="*/ 2081211 w 7467600"/>
              <a:gd name="connsiteY668" fmla="*/ 2528916 h 6858000"/>
              <a:gd name="connsiteX669" fmla="*/ 2199067 w 7467600"/>
              <a:gd name="connsiteY669" fmla="*/ 2884061 h 6858000"/>
              <a:gd name="connsiteX670" fmla="*/ 3192586 w 7467600"/>
              <a:gd name="connsiteY670" fmla="*/ 3411496 h 6858000"/>
              <a:gd name="connsiteX671" fmla="*/ 3182620 w 7467600"/>
              <a:gd name="connsiteY671" fmla="*/ 3483279 h 6858000"/>
              <a:gd name="connsiteX672" fmla="*/ 2435119 w 7467600"/>
              <a:gd name="connsiteY672" fmla="*/ 3080173 h 6858000"/>
              <a:gd name="connsiteX673" fmla="*/ 2410152 w 7467600"/>
              <a:gd name="connsiteY673" fmla="*/ 3063751 h 6858000"/>
              <a:gd name="connsiteX674" fmla="*/ 2408099 w 7467600"/>
              <a:gd name="connsiteY674" fmla="*/ 3064403 h 6858000"/>
              <a:gd name="connsiteX675" fmla="*/ 2407218 w 7467600"/>
              <a:gd name="connsiteY675" fmla="*/ 3070324 h 6858000"/>
              <a:gd name="connsiteX676" fmla="*/ 2380138 w 7467600"/>
              <a:gd name="connsiteY676" fmla="*/ 3099341 h 6858000"/>
              <a:gd name="connsiteX677" fmla="*/ 1765923 w 7467600"/>
              <a:gd name="connsiteY677" fmla="*/ 3581043 h 6858000"/>
              <a:gd name="connsiteX678" fmla="*/ 1702258 w 7467600"/>
              <a:gd name="connsiteY678" fmla="*/ 3612286 h 6858000"/>
              <a:gd name="connsiteX679" fmla="*/ 1538370 w 7467600"/>
              <a:gd name="connsiteY679" fmla="*/ 3811804 h 6858000"/>
              <a:gd name="connsiteX680" fmla="*/ 542867 w 7467600"/>
              <a:gd name="connsiteY680" fmla="*/ 4944092 h 6858000"/>
              <a:gd name="connsiteX681" fmla="*/ 515800 w 7467600"/>
              <a:gd name="connsiteY681" fmla="*/ 4862180 h 6858000"/>
              <a:gd name="connsiteX682" fmla="*/ 909145 w 7467600"/>
              <a:gd name="connsiteY682" fmla="*/ 4199225 h 6858000"/>
              <a:gd name="connsiteX683" fmla="*/ 1214067 w 7467600"/>
              <a:gd name="connsiteY683" fmla="*/ 3908561 h 6858000"/>
              <a:gd name="connsiteX684" fmla="*/ 640967 w 7467600"/>
              <a:gd name="connsiteY684" fmla="*/ 4105601 h 6858000"/>
              <a:gd name="connsiteX685" fmla="*/ 112563 w 7467600"/>
              <a:gd name="connsiteY685" fmla="*/ 4396952 h 6858000"/>
              <a:gd name="connsiteX686" fmla="*/ 0 w 7467600"/>
              <a:gd name="connsiteY686" fmla="*/ 4466006 h 6858000"/>
              <a:gd name="connsiteX687" fmla="*/ 0 w 7467600"/>
              <a:gd name="connsiteY687" fmla="*/ 4233763 h 6858000"/>
              <a:gd name="connsiteX688" fmla="*/ 36881 w 7467600"/>
              <a:gd name="connsiteY688" fmla="*/ 4200118 h 6858000"/>
              <a:gd name="connsiteX689" fmla="*/ 910534 w 7467600"/>
              <a:gd name="connsiteY689" fmla="*/ 3629753 h 6858000"/>
              <a:gd name="connsiteX690" fmla="*/ 1578717 w 7467600"/>
              <a:gd name="connsiteY690" fmla="*/ 3575982 h 6858000"/>
              <a:gd name="connsiteX691" fmla="*/ 2338780 w 7467600"/>
              <a:gd name="connsiteY691" fmla="*/ 3033725 h 6858000"/>
              <a:gd name="connsiteX692" fmla="*/ 1807991 w 7467600"/>
              <a:gd name="connsiteY692" fmla="*/ 2807184 h 6858000"/>
              <a:gd name="connsiteX693" fmla="*/ 1416358 w 7467600"/>
              <a:gd name="connsiteY693" fmla="*/ 3112571 h 6858000"/>
              <a:gd name="connsiteX694" fmla="*/ 939066 w 7467600"/>
              <a:gd name="connsiteY694" fmla="*/ 3378798 h 6858000"/>
              <a:gd name="connsiteX695" fmla="*/ 115099 w 7467600"/>
              <a:gd name="connsiteY695" fmla="*/ 3607650 h 6858000"/>
              <a:gd name="connsiteX696" fmla="*/ 97284 w 7467600"/>
              <a:gd name="connsiteY696" fmla="*/ 3520393 h 6858000"/>
              <a:gd name="connsiteX697" fmla="*/ 922050 w 7467600"/>
              <a:gd name="connsiteY697" fmla="*/ 3074867 h 6858000"/>
              <a:gd name="connsiteX698" fmla="*/ 1405265 w 7467600"/>
              <a:gd name="connsiteY698" fmla="*/ 3016319 h 6858000"/>
              <a:gd name="connsiteX699" fmla="*/ 1407512 w 7467600"/>
              <a:gd name="connsiteY699" fmla="*/ 3018001 h 6858000"/>
              <a:gd name="connsiteX700" fmla="*/ 1726266 w 7467600"/>
              <a:gd name="connsiteY700" fmla="*/ 2777274 h 6858000"/>
              <a:gd name="connsiteX701" fmla="*/ 625390 w 7467600"/>
              <a:gd name="connsiteY701" fmla="*/ 2514541 h 6858000"/>
              <a:gd name="connsiteX702" fmla="*/ 619799 w 7467600"/>
              <a:gd name="connsiteY702" fmla="*/ 2527180 h 6858000"/>
              <a:gd name="connsiteX703" fmla="*/ 310030 w 7467600"/>
              <a:gd name="connsiteY703" fmla="*/ 2771818 h 6858000"/>
              <a:gd name="connsiteX704" fmla="*/ 173877 w 7467600"/>
              <a:gd name="connsiteY704" fmla="*/ 2937056 h 6858000"/>
              <a:gd name="connsiteX705" fmla="*/ 77889 w 7467600"/>
              <a:gd name="connsiteY705" fmla="*/ 3138440 h 6858000"/>
              <a:gd name="connsiteX706" fmla="*/ 0 w 7467600"/>
              <a:gd name="connsiteY706" fmla="*/ 3271395 h 6858000"/>
              <a:gd name="connsiteX707" fmla="*/ 0 w 7467600"/>
              <a:gd name="connsiteY707" fmla="*/ 3153002 h 6858000"/>
              <a:gd name="connsiteX708" fmla="*/ 2386 w 7467600"/>
              <a:gd name="connsiteY708" fmla="*/ 3149203 h 6858000"/>
              <a:gd name="connsiteX709" fmla="*/ 89753 w 7467600"/>
              <a:gd name="connsiteY709" fmla="*/ 2987702 h 6858000"/>
              <a:gd name="connsiteX710" fmla="*/ 76869 w 7467600"/>
              <a:gd name="connsiteY710" fmla="*/ 3005404 h 6858000"/>
              <a:gd name="connsiteX711" fmla="*/ 32049 w 7467600"/>
              <a:gd name="connsiteY711" fmla="*/ 3065814 h 6858000"/>
              <a:gd name="connsiteX712" fmla="*/ 0 w 7467600"/>
              <a:gd name="connsiteY712" fmla="*/ 3108744 h 6858000"/>
              <a:gd name="connsiteX713" fmla="*/ 0 w 7467600"/>
              <a:gd name="connsiteY713" fmla="*/ 3058059 h 6858000"/>
              <a:gd name="connsiteX714" fmla="*/ 7610 w 7467600"/>
              <a:gd name="connsiteY714" fmla="*/ 3047889 h 6858000"/>
              <a:gd name="connsiteX715" fmla="*/ 52419 w 7467600"/>
              <a:gd name="connsiteY715" fmla="*/ 2987479 h 6858000"/>
              <a:gd name="connsiteX716" fmla="*/ 59142 w 7467600"/>
              <a:gd name="connsiteY716" fmla="*/ 2978488 h 6858000"/>
              <a:gd name="connsiteX717" fmla="*/ 0 w 7467600"/>
              <a:gd name="connsiteY717" fmla="*/ 3015334 h 6858000"/>
              <a:gd name="connsiteX718" fmla="*/ 0 w 7467600"/>
              <a:gd name="connsiteY718" fmla="*/ 2914286 h 6858000"/>
              <a:gd name="connsiteX719" fmla="*/ 36383 w 7467600"/>
              <a:gd name="connsiteY719" fmla="*/ 2901128 h 6858000"/>
              <a:gd name="connsiteX720" fmla="*/ 156329 w 7467600"/>
              <a:gd name="connsiteY720" fmla="*/ 2840533 h 6858000"/>
              <a:gd name="connsiteX721" fmla="*/ 358355 w 7467600"/>
              <a:gd name="connsiteY721" fmla="*/ 2620471 h 6858000"/>
              <a:gd name="connsiteX722" fmla="*/ 510577 w 7467600"/>
              <a:gd name="connsiteY722" fmla="*/ 2501244 h 6858000"/>
              <a:gd name="connsiteX723" fmla="*/ 211967 w 7467600"/>
              <a:gd name="connsiteY723" fmla="*/ 2479171 h 6858000"/>
              <a:gd name="connsiteX724" fmla="*/ 0 w 7467600"/>
              <a:gd name="connsiteY724" fmla="*/ 2476398 h 6858000"/>
              <a:gd name="connsiteX725" fmla="*/ 0 w 7467600"/>
              <a:gd name="connsiteY725" fmla="*/ 2389189 h 6858000"/>
              <a:gd name="connsiteX726" fmla="*/ 103062 w 7467600"/>
              <a:gd name="connsiteY726" fmla="*/ 2389518 h 6858000"/>
              <a:gd name="connsiteX727" fmla="*/ 510734 w 7467600"/>
              <a:gd name="connsiteY727" fmla="*/ 2416201 h 6858000"/>
              <a:gd name="connsiteX728" fmla="*/ 279257 w 7467600"/>
              <a:gd name="connsiteY728" fmla="*/ 2092102 h 6858000"/>
              <a:gd name="connsiteX729" fmla="*/ 65265 w 7467600"/>
              <a:gd name="connsiteY729" fmla="*/ 2006049 h 6858000"/>
              <a:gd name="connsiteX730" fmla="*/ 0 w 7467600"/>
              <a:gd name="connsiteY730" fmla="*/ 1982532 h 6858000"/>
              <a:gd name="connsiteX731" fmla="*/ 0 w 7467600"/>
              <a:gd name="connsiteY731" fmla="*/ 1912789 h 6858000"/>
              <a:gd name="connsiteX732" fmla="*/ 97460 w 7467600"/>
              <a:gd name="connsiteY732" fmla="*/ 1953725 h 6858000"/>
              <a:gd name="connsiteX733" fmla="*/ 221272 w 7467600"/>
              <a:gd name="connsiteY733" fmla="*/ 1980766 h 6858000"/>
              <a:gd name="connsiteX734" fmla="*/ 116765 w 7467600"/>
              <a:gd name="connsiteY734" fmla="*/ 1911033 h 6858000"/>
              <a:gd name="connsiteX735" fmla="*/ 16405 w 7467600"/>
              <a:gd name="connsiteY735" fmla="*/ 1803412 h 6858000"/>
              <a:gd name="connsiteX736" fmla="*/ 0 w 7467600"/>
              <a:gd name="connsiteY736" fmla="*/ 1784777 h 6858000"/>
              <a:gd name="connsiteX737" fmla="*/ 0 w 7467600"/>
              <a:gd name="connsiteY737" fmla="*/ 1740082 h 6858000"/>
              <a:gd name="connsiteX738" fmla="*/ 39394 w 7467600"/>
              <a:gd name="connsiteY738" fmla="*/ 1784856 h 6858000"/>
              <a:gd name="connsiteX739" fmla="*/ 135813 w 7467600"/>
              <a:gd name="connsiteY739" fmla="*/ 1888838 h 6858000"/>
              <a:gd name="connsiteX740" fmla="*/ 242575 w 7467600"/>
              <a:gd name="connsiteY740" fmla="*/ 1958841 h 6858000"/>
              <a:gd name="connsiteX741" fmla="*/ 82197 w 7467600"/>
              <a:gd name="connsiteY741" fmla="*/ 1754826 h 6858000"/>
              <a:gd name="connsiteX742" fmla="*/ 0 w 7467600"/>
              <a:gd name="connsiteY742" fmla="*/ 1679650 h 6858000"/>
              <a:gd name="connsiteX743" fmla="*/ 0 w 7467600"/>
              <a:gd name="connsiteY743" fmla="*/ 1602463 h 6858000"/>
              <a:gd name="connsiteX744" fmla="*/ 84689 w 7467600"/>
              <a:gd name="connsiteY744" fmla="*/ 1677442 h 6858000"/>
              <a:gd name="connsiteX745" fmla="*/ 298437 w 7467600"/>
              <a:gd name="connsiteY745" fmla="*/ 1968019 h 6858000"/>
              <a:gd name="connsiteX746" fmla="*/ 227269 w 7467600"/>
              <a:gd name="connsiteY746" fmla="*/ 1114064 h 6858000"/>
              <a:gd name="connsiteX747" fmla="*/ 248003 w 7467600"/>
              <a:gd name="connsiteY747" fmla="*/ 1089613 h 6858000"/>
              <a:gd name="connsiteX748" fmla="*/ 427020 w 7467600"/>
              <a:gd name="connsiteY748" fmla="*/ 1619803 h 6858000"/>
              <a:gd name="connsiteX749" fmla="*/ 340345 w 7467600"/>
              <a:gd name="connsiteY749" fmla="*/ 2027739 h 6858000"/>
              <a:gd name="connsiteX750" fmla="*/ 360865 w 7467600"/>
              <a:gd name="connsiteY750" fmla="*/ 2044827 h 6858000"/>
              <a:gd name="connsiteX751" fmla="*/ 560414 w 7467600"/>
              <a:gd name="connsiteY751" fmla="*/ 2421457 h 6858000"/>
              <a:gd name="connsiteX752" fmla="*/ 1359703 w 7467600"/>
              <a:gd name="connsiteY752" fmla="*/ 2578554 h 6858000"/>
              <a:gd name="connsiteX753" fmla="*/ 1359422 w 7467600"/>
              <a:gd name="connsiteY753" fmla="*/ 2577994 h 6858000"/>
              <a:gd name="connsiteX754" fmla="*/ 828701 w 7467600"/>
              <a:gd name="connsiteY754" fmla="*/ 1839520 h 6858000"/>
              <a:gd name="connsiteX755" fmla="*/ 494427 w 7467600"/>
              <a:gd name="connsiteY755" fmla="*/ 1092333 h 6858000"/>
              <a:gd name="connsiteX756" fmla="*/ 506322 w 7467600"/>
              <a:gd name="connsiteY756" fmla="*/ 1020997 h 6858000"/>
              <a:gd name="connsiteX757" fmla="*/ 4570198 w 7467600"/>
              <a:gd name="connsiteY757" fmla="*/ 978081 h 6858000"/>
              <a:gd name="connsiteX758" fmla="*/ 4523691 w 7467600"/>
              <a:gd name="connsiteY758" fmla="*/ 1127776 h 6858000"/>
              <a:gd name="connsiteX759" fmla="*/ 4509875 w 7467600"/>
              <a:gd name="connsiteY759" fmla="*/ 1167552 h 6858000"/>
              <a:gd name="connsiteX760" fmla="*/ 4478168 w 7467600"/>
              <a:gd name="connsiteY760" fmla="*/ 1260735 h 6858000"/>
              <a:gd name="connsiteX761" fmla="*/ 4409309 w 7467600"/>
              <a:gd name="connsiteY761" fmla="*/ 1666996 h 6858000"/>
              <a:gd name="connsiteX762" fmla="*/ 4370031 w 7467600"/>
              <a:gd name="connsiteY762" fmla="*/ 1955666 h 6858000"/>
              <a:gd name="connsiteX763" fmla="*/ 4570198 w 7467600"/>
              <a:gd name="connsiteY763" fmla="*/ 978081 h 6858000"/>
              <a:gd name="connsiteX764" fmla="*/ 4557898 w 7467600"/>
              <a:gd name="connsiteY764" fmla="*/ 900011 h 6858000"/>
              <a:gd name="connsiteX765" fmla="*/ 4344840 w 7467600"/>
              <a:gd name="connsiteY765" fmla="*/ 1922038 h 6858000"/>
              <a:gd name="connsiteX766" fmla="*/ 4378710 w 7467600"/>
              <a:gd name="connsiteY766" fmla="*/ 1665516 h 6858000"/>
              <a:gd name="connsiteX767" fmla="*/ 4448798 w 7467600"/>
              <a:gd name="connsiteY767" fmla="*/ 1253024 h 6858000"/>
              <a:gd name="connsiteX768" fmla="*/ 4480315 w 7467600"/>
              <a:gd name="connsiteY768" fmla="*/ 1158454 h 6858000"/>
              <a:gd name="connsiteX769" fmla="*/ 4494133 w 7467600"/>
              <a:gd name="connsiteY769" fmla="*/ 1118676 h 6858000"/>
              <a:gd name="connsiteX770" fmla="*/ 4557898 w 7467600"/>
              <a:gd name="connsiteY770" fmla="*/ 900011 h 6858000"/>
              <a:gd name="connsiteX771" fmla="*/ 5870151 w 7467600"/>
              <a:gd name="connsiteY771" fmla="*/ 898890 h 6858000"/>
              <a:gd name="connsiteX772" fmla="*/ 5861335 w 7467600"/>
              <a:gd name="connsiteY772" fmla="*/ 899177 h 6858000"/>
              <a:gd name="connsiteX773" fmla="*/ 5843702 w 7467600"/>
              <a:gd name="connsiteY773" fmla="*/ 899748 h 6858000"/>
              <a:gd name="connsiteX774" fmla="*/ 5651107 w 7467600"/>
              <a:gd name="connsiteY774" fmla="*/ 920306 h 6858000"/>
              <a:gd name="connsiteX775" fmla="*/ 5459407 w 7467600"/>
              <a:gd name="connsiteY775" fmla="*/ 940975 h 6858000"/>
              <a:gd name="connsiteX776" fmla="*/ 5374846 w 7467600"/>
              <a:gd name="connsiteY776" fmla="*/ 941988 h 6858000"/>
              <a:gd name="connsiteX777" fmla="*/ 5256105 w 7467600"/>
              <a:gd name="connsiteY777" fmla="*/ 945632 h 6858000"/>
              <a:gd name="connsiteX778" fmla="*/ 5107071 w 7467600"/>
              <a:gd name="connsiteY778" fmla="*/ 969720 h 6858000"/>
              <a:gd name="connsiteX779" fmla="*/ 4998681 w 7467600"/>
              <a:gd name="connsiteY779" fmla="*/ 988771 h 6858000"/>
              <a:gd name="connsiteX780" fmla="*/ 5870151 w 7467600"/>
              <a:gd name="connsiteY780" fmla="*/ 898890 h 6858000"/>
              <a:gd name="connsiteX781" fmla="*/ 5504425 w 7467600"/>
              <a:gd name="connsiteY781" fmla="*/ 848067 h 6858000"/>
              <a:gd name="connsiteX782" fmla="*/ 4968849 w 7467600"/>
              <a:gd name="connsiteY782" fmla="*/ 962318 h 6858000"/>
              <a:gd name="connsiteX783" fmla="*/ 5104039 w 7467600"/>
              <a:gd name="connsiteY783" fmla="*/ 940634 h 6858000"/>
              <a:gd name="connsiteX784" fmla="*/ 5256311 w 7467600"/>
              <a:gd name="connsiteY784" fmla="*/ 916490 h 6858000"/>
              <a:gd name="connsiteX785" fmla="*/ 5377381 w 7467600"/>
              <a:gd name="connsiteY785" fmla="*/ 912671 h 6858000"/>
              <a:gd name="connsiteX786" fmla="*/ 5460148 w 7467600"/>
              <a:gd name="connsiteY786" fmla="*/ 911442 h 6858000"/>
              <a:gd name="connsiteX787" fmla="*/ 5648971 w 7467600"/>
              <a:gd name="connsiteY787" fmla="*/ 891331 h 6858000"/>
              <a:gd name="connsiteX788" fmla="*/ 5844807 w 7467600"/>
              <a:gd name="connsiteY788" fmla="*/ 870718 h 6858000"/>
              <a:gd name="connsiteX789" fmla="*/ 5862975 w 7467600"/>
              <a:gd name="connsiteY789" fmla="*/ 869756 h 6858000"/>
              <a:gd name="connsiteX790" fmla="*/ 5920887 w 7467600"/>
              <a:gd name="connsiteY790" fmla="*/ 865929 h 6858000"/>
              <a:gd name="connsiteX791" fmla="*/ 5504425 w 7467600"/>
              <a:gd name="connsiteY791" fmla="*/ 848067 h 6858000"/>
              <a:gd name="connsiteX792" fmla="*/ 3607114 w 7467600"/>
              <a:gd name="connsiteY792" fmla="*/ 467441 h 6858000"/>
              <a:gd name="connsiteX793" fmla="*/ 3296242 w 7467600"/>
              <a:gd name="connsiteY793" fmla="*/ 807991 h 6858000"/>
              <a:gd name="connsiteX794" fmla="*/ 3174674 w 7467600"/>
              <a:gd name="connsiteY794" fmla="*/ 919759 h 6858000"/>
              <a:gd name="connsiteX795" fmla="*/ 3042978 w 7467600"/>
              <a:gd name="connsiteY795" fmla="*/ 1054894 h 6858000"/>
              <a:gd name="connsiteX796" fmla="*/ 2968914 w 7467600"/>
              <a:gd name="connsiteY796" fmla="*/ 1133756 h 6858000"/>
              <a:gd name="connsiteX797" fmla="*/ 3103823 w 7467600"/>
              <a:gd name="connsiteY797" fmla="*/ 1026814 h 6858000"/>
              <a:gd name="connsiteX798" fmla="*/ 3607114 w 7467600"/>
              <a:gd name="connsiteY798" fmla="*/ 467441 h 6858000"/>
              <a:gd name="connsiteX799" fmla="*/ 3744487 w 7467600"/>
              <a:gd name="connsiteY799" fmla="*/ 383136 h 6858000"/>
              <a:gd name="connsiteX800" fmla="*/ 3970213 w 7467600"/>
              <a:gd name="connsiteY800" fmla="*/ 995559 h 6858000"/>
              <a:gd name="connsiteX801" fmla="*/ 3744487 w 7467600"/>
              <a:gd name="connsiteY801" fmla="*/ 383136 h 6858000"/>
              <a:gd name="connsiteX802" fmla="*/ 3624562 w 7467600"/>
              <a:gd name="connsiteY802" fmla="*/ 367041 h 6858000"/>
              <a:gd name="connsiteX803" fmla="*/ 3489712 w 7467600"/>
              <a:gd name="connsiteY803" fmla="*/ 485386 h 6858000"/>
              <a:gd name="connsiteX804" fmla="*/ 3182994 w 7467600"/>
              <a:gd name="connsiteY804" fmla="*/ 828265 h 6858000"/>
              <a:gd name="connsiteX805" fmla="*/ 2892114 w 7467600"/>
              <a:gd name="connsiteY805" fmla="*/ 1172635 h 6858000"/>
              <a:gd name="connsiteX806" fmla="*/ 3021459 w 7467600"/>
              <a:gd name="connsiteY806" fmla="*/ 1035385 h 6858000"/>
              <a:gd name="connsiteX807" fmla="*/ 3153873 w 7467600"/>
              <a:gd name="connsiteY807" fmla="*/ 898971 h 6858000"/>
              <a:gd name="connsiteX808" fmla="*/ 3276511 w 7467600"/>
              <a:gd name="connsiteY808" fmla="*/ 786423 h 6858000"/>
              <a:gd name="connsiteX809" fmla="*/ 3584154 w 7467600"/>
              <a:gd name="connsiteY809" fmla="*/ 448218 h 6858000"/>
              <a:gd name="connsiteX810" fmla="*/ 3624562 w 7467600"/>
              <a:gd name="connsiteY810" fmla="*/ 367041 h 6858000"/>
              <a:gd name="connsiteX811" fmla="*/ 3766672 w 7467600"/>
              <a:gd name="connsiteY811" fmla="*/ 359429 h 6858000"/>
              <a:gd name="connsiteX812" fmla="*/ 3996338 w 7467600"/>
              <a:gd name="connsiteY812" fmla="*/ 968237 h 6858000"/>
              <a:gd name="connsiteX813" fmla="*/ 3766672 w 7467600"/>
              <a:gd name="connsiteY813" fmla="*/ 359429 h 6858000"/>
              <a:gd name="connsiteX814" fmla="*/ 5805386 w 7467600"/>
              <a:gd name="connsiteY814" fmla="*/ 239240 h 6858000"/>
              <a:gd name="connsiteX815" fmla="*/ 5736947 w 7467600"/>
              <a:gd name="connsiteY815" fmla="*/ 261367 h 6858000"/>
              <a:gd name="connsiteX816" fmla="*/ 5427012 w 7467600"/>
              <a:gd name="connsiteY816" fmla="*/ 311272 h 6858000"/>
              <a:gd name="connsiteX817" fmla="*/ 5147818 w 7467600"/>
              <a:gd name="connsiteY817" fmla="*/ 322112 h 6858000"/>
              <a:gd name="connsiteX818" fmla="*/ 5060854 w 7467600"/>
              <a:gd name="connsiteY818" fmla="*/ 311882 h 6858000"/>
              <a:gd name="connsiteX819" fmla="*/ 4945989 w 7467600"/>
              <a:gd name="connsiteY819" fmla="*/ 300516 h 6858000"/>
              <a:gd name="connsiteX820" fmla="*/ 5410479 w 7467600"/>
              <a:gd name="connsiteY820" fmla="*/ 348434 h 6858000"/>
              <a:gd name="connsiteX821" fmla="*/ 5805386 w 7467600"/>
              <a:gd name="connsiteY821" fmla="*/ 239240 h 6858000"/>
              <a:gd name="connsiteX822" fmla="*/ 5905192 w 7467600"/>
              <a:gd name="connsiteY822" fmla="*/ 163079 h 6858000"/>
              <a:gd name="connsiteX823" fmla="*/ 5865655 w 7467600"/>
              <a:gd name="connsiteY823" fmla="*/ 171901 h 6858000"/>
              <a:gd name="connsiteX824" fmla="*/ 5259740 w 7467600"/>
              <a:gd name="connsiteY824" fmla="*/ 257013 h 6858000"/>
              <a:gd name="connsiteX825" fmla="*/ 5208466 w 7467600"/>
              <a:gd name="connsiteY825" fmla="*/ 257550 h 6858000"/>
              <a:gd name="connsiteX826" fmla="*/ 4980204 w 7467600"/>
              <a:gd name="connsiteY826" fmla="*/ 271903 h 6858000"/>
              <a:gd name="connsiteX827" fmla="*/ 5068068 w 7467600"/>
              <a:gd name="connsiteY827" fmla="*/ 282244 h 6858000"/>
              <a:gd name="connsiteX828" fmla="*/ 5153231 w 7467600"/>
              <a:gd name="connsiteY828" fmla="*/ 292240 h 6858000"/>
              <a:gd name="connsiteX829" fmla="*/ 5426491 w 7467600"/>
              <a:gd name="connsiteY829" fmla="*/ 281128 h 6858000"/>
              <a:gd name="connsiteX830" fmla="*/ 5731212 w 7467600"/>
              <a:gd name="connsiteY830" fmla="*/ 231951 h 6858000"/>
              <a:gd name="connsiteX831" fmla="*/ 5905192 w 7467600"/>
              <a:gd name="connsiteY831" fmla="*/ 163079 h 6858000"/>
              <a:gd name="connsiteX832" fmla="*/ 5944437 w 7467600"/>
              <a:gd name="connsiteY832" fmla="*/ 113829 h 6858000"/>
              <a:gd name="connsiteX833" fmla="*/ 5825032 w 7467600"/>
              <a:gd name="connsiteY833" fmla="*/ 146405 h 6858000"/>
              <a:gd name="connsiteX834" fmla="*/ 4955599 w 7467600"/>
              <a:gd name="connsiteY834" fmla="*/ 247008 h 6858000"/>
              <a:gd name="connsiteX835" fmla="*/ 5210104 w 7467600"/>
              <a:gd name="connsiteY835" fmla="*/ 228123 h 6858000"/>
              <a:gd name="connsiteX836" fmla="*/ 5261015 w 7467600"/>
              <a:gd name="connsiteY836" fmla="*/ 227087 h 6858000"/>
              <a:gd name="connsiteX837" fmla="*/ 5861181 w 7467600"/>
              <a:gd name="connsiteY837" fmla="*/ 143093 h 6858000"/>
              <a:gd name="connsiteX838" fmla="*/ 5961252 w 7467600"/>
              <a:gd name="connsiteY838" fmla="*/ 114820 h 6858000"/>
              <a:gd name="connsiteX839" fmla="*/ 5944437 w 7467600"/>
              <a:gd name="connsiteY839" fmla="*/ 113829 h 6858000"/>
              <a:gd name="connsiteX840" fmla="*/ 3882765 w 7467600"/>
              <a:gd name="connsiteY840" fmla="*/ 0 h 6858000"/>
              <a:gd name="connsiteX841" fmla="*/ 3995099 w 7467600"/>
              <a:gd name="connsiteY841" fmla="*/ 0 h 6858000"/>
              <a:gd name="connsiteX842" fmla="*/ 4163818 w 7467600"/>
              <a:gd name="connsiteY842" fmla="*/ 234104 h 6858000"/>
              <a:gd name="connsiteX843" fmla="*/ 4172099 w 7467600"/>
              <a:gd name="connsiteY843" fmla="*/ 234207 h 6858000"/>
              <a:gd name="connsiteX844" fmla="*/ 4784282 w 7467600"/>
              <a:gd name="connsiteY844" fmla="*/ 276561 h 6858000"/>
              <a:gd name="connsiteX845" fmla="*/ 4801687 w 7467600"/>
              <a:gd name="connsiteY845" fmla="*/ 267764 h 6858000"/>
              <a:gd name="connsiteX846" fmla="*/ 6082788 w 7467600"/>
              <a:gd name="connsiteY846" fmla="*/ 64119 h 6858000"/>
              <a:gd name="connsiteX847" fmla="*/ 6099442 w 7467600"/>
              <a:gd name="connsiteY847" fmla="*/ 82568 h 6858000"/>
              <a:gd name="connsiteX848" fmla="*/ 4804137 w 7467600"/>
              <a:gd name="connsiteY848" fmla="*/ 320931 h 6858000"/>
              <a:gd name="connsiteX849" fmla="*/ 4227047 w 7467600"/>
              <a:gd name="connsiteY849" fmla="*/ 313415 h 6858000"/>
              <a:gd name="connsiteX850" fmla="*/ 4346041 w 7467600"/>
              <a:gd name="connsiteY850" fmla="*/ 456086 h 6858000"/>
              <a:gd name="connsiteX851" fmla="*/ 4870967 w 7467600"/>
              <a:gd name="connsiteY851" fmla="*/ 963061 h 6858000"/>
              <a:gd name="connsiteX852" fmla="*/ 4889647 w 7467600"/>
              <a:gd name="connsiteY852" fmla="*/ 957147 h 6858000"/>
              <a:gd name="connsiteX853" fmla="*/ 5422504 w 7467600"/>
              <a:gd name="connsiteY853" fmla="*/ 805191 h 6858000"/>
              <a:gd name="connsiteX854" fmla="*/ 6087656 w 7467600"/>
              <a:gd name="connsiteY854" fmla="*/ 826703 h 6858000"/>
              <a:gd name="connsiteX855" fmla="*/ 6058717 w 7467600"/>
              <a:gd name="connsiteY855" fmla="*/ 865992 h 6858000"/>
              <a:gd name="connsiteX856" fmla="*/ 4974153 w 7467600"/>
              <a:gd name="connsiteY856" fmla="*/ 1045456 h 6858000"/>
              <a:gd name="connsiteX857" fmla="*/ 5627835 w 7467600"/>
              <a:gd name="connsiteY857" fmla="*/ 1472077 h 6858000"/>
              <a:gd name="connsiteX858" fmla="*/ 5629817 w 7467600"/>
              <a:gd name="connsiteY858" fmla="*/ 1471412 h 6858000"/>
              <a:gd name="connsiteX859" fmla="*/ 5634124 w 7467600"/>
              <a:gd name="connsiteY859" fmla="*/ 1470572 h 6858000"/>
              <a:gd name="connsiteX860" fmla="*/ 5755832 w 7467600"/>
              <a:gd name="connsiteY860" fmla="*/ 1383886 h 6858000"/>
              <a:gd name="connsiteX861" fmla="*/ 6014186 w 7467600"/>
              <a:gd name="connsiteY861" fmla="*/ 1279799 h 6858000"/>
              <a:gd name="connsiteX862" fmla="*/ 6901619 w 7467600"/>
              <a:gd name="connsiteY862" fmla="*/ 1047874 h 6858000"/>
              <a:gd name="connsiteX863" fmla="*/ 6931566 w 7467600"/>
              <a:gd name="connsiteY863" fmla="*/ 1062034 h 6858000"/>
              <a:gd name="connsiteX864" fmla="*/ 5790982 w 7467600"/>
              <a:gd name="connsiteY864" fmla="*/ 1561380 h 6858000"/>
              <a:gd name="connsiteX865" fmla="*/ 6188971 w 7467600"/>
              <a:gd name="connsiteY865" fmla="*/ 1755168 h 6858000"/>
              <a:gd name="connsiteX866" fmla="*/ 6202446 w 7467600"/>
              <a:gd name="connsiteY866" fmla="*/ 1752268 h 6858000"/>
              <a:gd name="connsiteX867" fmla="*/ 7179560 w 7467600"/>
              <a:gd name="connsiteY867" fmla="*/ 1467551 h 6858000"/>
              <a:gd name="connsiteX868" fmla="*/ 7158730 w 7467600"/>
              <a:gd name="connsiteY868" fmla="*/ 1507835 h 6858000"/>
              <a:gd name="connsiteX869" fmla="*/ 6326959 w 7467600"/>
              <a:gd name="connsiteY869" fmla="*/ 1817686 h 6858000"/>
              <a:gd name="connsiteX870" fmla="*/ 6537433 w 7467600"/>
              <a:gd name="connsiteY870" fmla="*/ 1907790 h 6858000"/>
              <a:gd name="connsiteX871" fmla="*/ 6550221 w 7467600"/>
              <a:gd name="connsiteY871" fmla="*/ 1910729 h 6858000"/>
              <a:gd name="connsiteX872" fmla="*/ 6964438 w 7467600"/>
              <a:gd name="connsiteY872" fmla="*/ 2209505 h 6858000"/>
              <a:gd name="connsiteX873" fmla="*/ 7367862 w 7467600"/>
              <a:gd name="connsiteY873" fmla="*/ 2806833 h 6858000"/>
              <a:gd name="connsiteX874" fmla="*/ 7364329 w 7467600"/>
              <a:gd name="connsiteY874" fmla="*/ 2826907 h 6858000"/>
              <a:gd name="connsiteX875" fmla="*/ 7290545 w 7467600"/>
              <a:gd name="connsiteY875" fmla="*/ 2850663 h 6858000"/>
              <a:gd name="connsiteX876" fmla="*/ 6472036 w 7467600"/>
              <a:gd name="connsiteY876" fmla="*/ 1959003 h 6858000"/>
              <a:gd name="connsiteX877" fmla="*/ 5792897 w 7467600"/>
              <a:gd name="connsiteY877" fmla="*/ 1647747 h 6858000"/>
              <a:gd name="connsiteX878" fmla="*/ 5842751 w 7467600"/>
              <a:gd name="connsiteY878" fmla="*/ 1816112 h 6858000"/>
              <a:gd name="connsiteX879" fmla="*/ 5847424 w 7467600"/>
              <a:gd name="connsiteY879" fmla="*/ 1815776 h 6858000"/>
              <a:gd name="connsiteX880" fmla="*/ 6399821 w 7467600"/>
              <a:gd name="connsiteY880" fmla="*/ 2344799 h 6858000"/>
              <a:gd name="connsiteX881" fmla="*/ 6323232 w 7467600"/>
              <a:gd name="connsiteY881" fmla="*/ 2389634 h 6858000"/>
              <a:gd name="connsiteX882" fmla="*/ 5942958 w 7467600"/>
              <a:gd name="connsiteY882" fmla="*/ 2077708 h 6858000"/>
              <a:gd name="connsiteX883" fmla="*/ 5921559 w 7467600"/>
              <a:gd name="connsiteY883" fmla="*/ 2378596 h 6858000"/>
              <a:gd name="connsiteX884" fmla="*/ 5817651 w 7467600"/>
              <a:gd name="connsiteY884" fmla="*/ 3023919 h 6858000"/>
              <a:gd name="connsiteX885" fmla="*/ 5729634 w 7467600"/>
              <a:gd name="connsiteY885" fmla="*/ 3051849 h 6858000"/>
              <a:gd name="connsiteX886" fmla="*/ 5611018 w 7467600"/>
              <a:gd name="connsiteY886" fmla="*/ 2316769 h 6858000"/>
              <a:gd name="connsiteX887" fmla="*/ 5687608 w 7467600"/>
              <a:gd name="connsiteY887" fmla="*/ 2039972 h 6858000"/>
              <a:gd name="connsiteX888" fmla="*/ 5657554 w 7467600"/>
              <a:gd name="connsiteY888" fmla="*/ 1576445 h 6858000"/>
              <a:gd name="connsiteX889" fmla="*/ 5150475 w 7467600"/>
              <a:gd name="connsiteY889" fmla="*/ 1274012 h 6858000"/>
              <a:gd name="connsiteX890" fmla="*/ 5349142 w 7467600"/>
              <a:gd name="connsiteY890" fmla="*/ 2204405 h 6858000"/>
              <a:gd name="connsiteX891" fmla="*/ 5262214 w 7467600"/>
              <a:gd name="connsiteY891" fmla="*/ 2233836 h 6858000"/>
              <a:gd name="connsiteX892" fmla="*/ 4981539 w 7467600"/>
              <a:gd name="connsiteY892" fmla="*/ 1542201 h 6858000"/>
              <a:gd name="connsiteX893" fmla="*/ 4958461 w 7467600"/>
              <a:gd name="connsiteY893" fmla="*/ 1136957 h 6858000"/>
              <a:gd name="connsiteX894" fmla="*/ 4655015 w 7467600"/>
              <a:gd name="connsiteY894" fmla="*/ 891426 h 6858000"/>
              <a:gd name="connsiteX895" fmla="*/ 4348002 w 7467600"/>
              <a:gd name="connsiteY895" fmla="*/ 2205895 h 6858000"/>
              <a:gd name="connsiteX896" fmla="*/ 4262250 w 7467600"/>
              <a:gd name="connsiteY896" fmla="*/ 2219972 h 6858000"/>
              <a:gd name="connsiteX897" fmla="*/ 4550611 w 7467600"/>
              <a:gd name="connsiteY897" fmla="*/ 817540 h 6858000"/>
              <a:gd name="connsiteX898" fmla="*/ 4564418 w 7467600"/>
              <a:gd name="connsiteY898" fmla="*/ 808293 h 6858000"/>
              <a:gd name="connsiteX899" fmla="*/ 4266388 w 7467600"/>
              <a:gd name="connsiteY899" fmla="*/ 500083 h 6858000"/>
              <a:gd name="connsiteX900" fmla="*/ 4032842 w 7467600"/>
              <a:gd name="connsiteY900" fmla="*/ 211809 h 6858000"/>
              <a:gd name="connsiteX901" fmla="*/ 3882765 w 7467600"/>
              <a:gd name="connsiteY901" fmla="*/ 0 h 6858000"/>
              <a:gd name="connsiteX902" fmla="*/ 3721337 w 7467600"/>
              <a:gd name="connsiteY902" fmla="*/ 0 h 6858000"/>
              <a:gd name="connsiteX903" fmla="*/ 3797544 w 7467600"/>
              <a:gd name="connsiteY903" fmla="*/ 0 h 6858000"/>
              <a:gd name="connsiteX904" fmla="*/ 3775734 w 7467600"/>
              <a:gd name="connsiteY904" fmla="*/ 95131 h 6858000"/>
              <a:gd name="connsiteX905" fmla="*/ 3724807 w 7467600"/>
              <a:gd name="connsiteY905" fmla="*/ 272257 h 6858000"/>
              <a:gd name="connsiteX906" fmla="*/ 3726844 w 7467600"/>
              <a:gd name="connsiteY906" fmla="*/ 282988 h 6858000"/>
              <a:gd name="connsiteX907" fmla="*/ 3742664 w 7467600"/>
              <a:gd name="connsiteY907" fmla="*/ 279918 h 6858000"/>
              <a:gd name="connsiteX908" fmla="*/ 4103910 w 7467600"/>
              <a:gd name="connsiteY908" fmla="*/ 1161917 h 6858000"/>
              <a:gd name="connsiteX909" fmla="*/ 4020269 w 7467600"/>
              <a:gd name="connsiteY909" fmla="*/ 1200406 h 6858000"/>
              <a:gd name="connsiteX910" fmla="*/ 3674882 w 7467600"/>
              <a:gd name="connsiteY910" fmla="*/ 488524 h 6858000"/>
              <a:gd name="connsiteX911" fmla="*/ 3132682 w 7467600"/>
              <a:gd name="connsiteY911" fmla="*/ 1072284 h 6858000"/>
              <a:gd name="connsiteX912" fmla="*/ 2716346 w 7467600"/>
              <a:gd name="connsiteY912" fmla="*/ 1276376 h 6858000"/>
              <a:gd name="connsiteX913" fmla="*/ 2716772 w 7467600"/>
              <a:gd name="connsiteY913" fmla="*/ 1255462 h 6858000"/>
              <a:gd name="connsiteX914" fmla="*/ 3471096 w 7467600"/>
              <a:gd name="connsiteY914" fmla="*/ 437072 h 6858000"/>
              <a:gd name="connsiteX915" fmla="*/ 3639057 w 7467600"/>
              <a:gd name="connsiteY915" fmla="*/ 286334 h 6858000"/>
              <a:gd name="connsiteX916" fmla="*/ 3640309 w 7467600"/>
              <a:gd name="connsiteY916" fmla="*/ 284664 h 6858000"/>
              <a:gd name="connsiteX917" fmla="*/ 3646022 w 7467600"/>
              <a:gd name="connsiteY917" fmla="*/ 276711 h 6858000"/>
              <a:gd name="connsiteX918" fmla="*/ 3707943 w 7467600"/>
              <a:gd name="connsiteY918" fmla="*/ 65958 h 6858000"/>
              <a:gd name="connsiteX919" fmla="*/ 3721337 w 7467600"/>
              <a:gd name="connsiteY919" fmla="*/ 0 h 6858000"/>
              <a:gd name="connsiteX920" fmla="*/ 2867960 w 7467600"/>
              <a:gd name="connsiteY920" fmla="*/ 0 h 6858000"/>
              <a:gd name="connsiteX921" fmla="*/ 2926351 w 7467600"/>
              <a:gd name="connsiteY921" fmla="*/ 0 h 6858000"/>
              <a:gd name="connsiteX922" fmla="*/ 2902823 w 7467600"/>
              <a:gd name="connsiteY922" fmla="*/ 262929 h 6858000"/>
              <a:gd name="connsiteX923" fmla="*/ 2940663 w 7467600"/>
              <a:gd name="connsiteY923" fmla="*/ 140884 h 6858000"/>
              <a:gd name="connsiteX924" fmla="*/ 2947039 w 7467600"/>
              <a:gd name="connsiteY924" fmla="*/ 122524 h 6858000"/>
              <a:gd name="connsiteX925" fmla="*/ 2984316 w 7467600"/>
              <a:gd name="connsiteY925" fmla="*/ 0 h 6858000"/>
              <a:gd name="connsiteX926" fmla="*/ 3016114 w 7467600"/>
              <a:gd name="connsiteY926" fmla="*/ 0 h 6858000"/>
              <a:gd name="connsiteX927" fmla="*/ 2979949 w 7467600"/>
              <a:gd name="connsiteY927" fmla="*/ 119274 h 6858000"/>
              <a:gd name="connsiteX928" fmla="*/ 3023879 w 7467600"/>
              <a:gd name="connsiteY928" fmla="*/ 0 h 6858000"/>
              <a:gd name="connsiteX929" fmla="*/ 3105400 w 7467600"/>
              <a:gd name="connsiteY929" fmla="*/ 0 h 6858000"/>
              <a:gd name="connsiteX930" fmla="*/ 3094669 w 7467600"/>
              <a:gd name="connsiteY930" fmla="*/ 30308 h 6858000"/>
              <a:gd name="connsiteX931" fmla="*/ 2901945 w 7467600"/>
              <a:gd name="connsiteY931" fmla="*/ 466538 h 6858000"/>
              <a:gd name="connsiteX932" fmla="*/ 2815209 w 7467600"/>
              <a:gd name="connsiteY932" fmla="*/ 497361 h 6858000"/>
              <a:gd name="connsiteX933" fmla="*/ 2844845 w 7467600"/>
              <a:gd name="connsiteY933" fmla="*/ 127638 h 6858000"/>
              <a:gd name="connsiteX934" fmla="*/ 2867960 w 7467600"/>
              <a:gd name="connsiteY934" fmla="*/ 0 h 6858000"/>
              <a:gd name="connsiteX935" fmla="*/ 1057230 w 7467600"/>
              <a:gd name="connsiteY935" fmla="*/ 0 h 6858000"/>
              <a:gd name="connsiteX936" fmla="*/ 1111003 w 7467600"/>
              <a:gd name="connsiteY936" fmla="*/ 0 h 6858000"/>
              <a:gd name="connsiteX937" fmla="*/ 1125553 w 7467600"/>
              <a:gd name="connsiteY937" fmla="*/ 52588 h 6858000"/>
              <a:gd name="connsiteX938" fmla="*/ 1304276 w 7467600"/>
              <a:gd name="connsiteY938" fmla="*/ 476275 h 6858000"/>
              <a:gd name="connsiteX939" fmla="*/ 1492066 w 7467600"/>
              <a:gd name="connsiteY939" fmla="*/ 886333 h 6858000"/>
              <a:gd name="connsiteX940" fmla="*/ 1423698 w 7467600"/>
              <a:gd name="connsiteY940" fmla="*/ 710817 h 6858000"/>
              <a:gd name="connsiteX941" fmla="*/ 1357609 w 7467600"/>
              <a:gd name="connsiteY941" fmla="*/ 532892 h 6858000"/>
              <a:gd name="connsiteX942" fmla="*/ 1309550 w 7467600"/>
              <a:gd name="connsiteY942" fmla="*/ 374031 h 6858000"/>
              <a:gd name="connsiteX943" fmla="*/ 1193673 w 7467600"/>
              <a:gd name="connsiteY943" fmla="*/ 49533 h 6858000"/>
              <a:gd name="connsiteX944" fmla="*/ 1164391 w 7467600"/>
              <a:gd name="connsiteY944" fmla="*/ 0 h 6858000"/>
              <a:gd name="connsiteX945" fmla="*/ 1200666 w 7467600"/>
              <a:gd name="connsiteY945" fmla="*/ 0 h 6858000"/>
              <a:gd name="connsiteX946" fmla="*/ 1223408 w 7467600"/>
              <a:gd name="connsiteY946" fmla="*/ 38996 h 6858000"/>
              <a:gd name="connsiteX947" fmla="*/ 1339635 w 7467600"/>
              <a:gd name="connsiteY947" fmla="*/ 365517 h 6858000"/>
              <a:gd name="connsiteX948" fmla="*/ 1387469 w 7467600"/>
              <a:gd name="connsiteY948" fmla="*/ 523079 h 6858000"/>
              <a:gd name="connsiteX949" fmla="*/ 1452685 w 7467600"/>
              <a:gd name="connsiteY949" fmla="*/ 699806 h 6858000"/>
              <a:gd name="connsiteX950" fmla="*/ 1492092 w 7467600"/>
              <a:gd name="connsiteY950" fmla="*/ 800424 h 6858000"/>
              <a:gd name="connsiteX951" fmla="*/ 1455302 w 7467600"/>
              <a:gd name="connsiteY951" fmla="*/ 632913 h 6858000"/>
              <a:gd name="connsiteX952" fmla="*/ 1222336 w 7467600"/>
              <a:gd name="connsiteY952" fmla="*/ 9480 h 6858000"/>
              <a:gd name="connsiteX953" fmla="*/ 1214634 w 7467600"/>
              <a:gd name="connsiteY953" fmla="*/ 0 h 6858000"/>
              <a:gd name="connsiteX954" fmla="*/ 1289827 w 7467600"/>
              <a:gd name="connsiteY954" fmla="*/ 0 h 6858000"/>
              <a:gd name="connsiteX955" fmla="*/ 1321076 w 7467600"/>
              <a:gd name="connsiteY955" fmla="*/ 59722 h 6858000"/>
              <a:gd name="connsiteX956" fmla="*/ 1512579 w 7467600"/>
              <a:gd name="connsiteY956" fmla="*/ 626441 h 6858000"/>
              <a:gd name="connsiteX957" fmla="*/ 1506076 w 7467600"/>
              <a:gd name="connsiteY957" fmla="*/ 1089289 h 6858000"/>
              <a:gd name="connsiteX958" fmla="*/ 1486346 w 7467600"/>
              <a:gd name="connsiteY958" fmla="*/ 1079919 h 6858000"/>
              <a:gd name="connsiteX959" fmla="*/ 1070511 w 7467600"/>
              <a:gd name="connsiteY959" fmla="*/ 48609 h 6858000"/>
              <a:gd name="connsiteX960" fmla="*/ 1057230 w 7467600"/>
              <a:gd name="connsiteY960" fmla="*/ 0 h 6858000"/>
              <a:gd name="connsiteX961" fmla="*/ 43151 w 7467600"/>
              <a:gd name="connsiteY961" fmla="*/ 0 h 6858000"/>
              <a:gd name="connsiteX962" fmla="*/ 95283 w 7467600"/>
              <a:gd name="connsiteY962" fmla="*/ 0 h 6858000"/>
              <a:gd name="connsiteX963" fmla="*/ 300708 w 7467600"/>
              <a:gd name="connsiteY963" fmla="*/ 154571 h 6858000"/>
              <a:gd name="connsiteX964" fmla="*/ 530414 w 7467600"/>
              <a:gd name="connsiteY964" fmla="*/ 354673 h 6858000"/>
              <a:gd name="connsiteX965" fmla="*/ 333785 w 7467600"/>
              <a:gd name="connsiteY965" fmla="*/ 161564 h 6858000"/>
              <a:gd name="connsiteX966" fmla="*/ 147005 w 7467600"/>
              <a:gd name="connsiteY966" fmla="*/ 0 h 6858000"/>
              <a:gd name="connsiteX967" fmla="*/ 272509 w 7467600"/>
              <a:gd name="connsiteY967" fmla="*/ 0 h 6858000"/>
              <a:gd name="connsiteX968" fmla="*/ 326276 w 7467600"/>
              <a:gd name="connsiteY968" fmla="*/ 45847 h 6858000"/>
              <a:gd name="connsiteX969" fmla="*/ 823759 w 7467600"/>
              <a:gd name="connsiteY969" fmla="*/ 574145 h 6858000"/>
              <a:gd name="connsiteX970" fmla="*/ 811254 w 7467600"/>
              <a:gd name="connsiteY970" fmla="*/ 665546 h 6858000"/>
              <a:gd name="connsiteX971" fmla="*/ 154042 w 7467600"/>
              <a:gd name="connsiteY971" fmla="*/ 261522 h 6858000"/>
              <a:gd name="connsiteX972" fmla="*/ 13550 w 7467600"/>
              <a:gd name="connsiteY972" fmla="*/ 158423 h 6858000"/>
              <a:gd name="connsiteX973" fmla="*/ 0 w 7467600"/>
              <a:gd name="connsiteY973" fmla="*/ 146618 h 6858000"/>
              <a:gd name="connsiteX974" fmla="*/ 0 w 7467600"/>
              <a:gd name="connsiteY974" fmla="*/ 59161 h 6858000"/>
              <a:gd name="connsiteX975" fmla="*/ 45427 w 7467600"/>
              <a:gd name="connsiteY975" fmla="*/ 101078 h 6858000"/>
              <a:gd name="connsiteX976" fmla="*/ 630103 w 7467600"/>
              <a:gd name="connsiteY976" fmla="*/ 485885 h 6858000"/>
              <a:gd name="connsiteX977" fmla="*/ 532040 w 7467600"/>
              <a:gd name="connsiteY977" fmla="*/ 399359 h 6858000"/>
              <a:gd name="connsiteX978" fmla="*/ 517618 w 7467600"/>
              <a:gd name="connsiteY978" fmla="*/ 385726 h 6858000"/>
              <a:gd name="connsiteX979" fmla="*/ 285074 w 7467600"/>
              <a:gd name="connsiteY979" fmla="*/ 182755 h 6858000"/>
              <a:gd name="connsiteX980" fmla="*/ 43151 w 7467600"/>
              <a:gd name="connsiteY98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103333 w 7467600"/>
              <a:gd name="connsiteY34" fmla="*/ 5699602 h 6858000"/>
              <a:gd name="connsiteX35" fmla="*/ 5539432 w 7467600"/>
              <a:gd name="connsiteY35" fmla="*/ 5642928 h 6858000"/>
              <a:gd name="connsiteX36" fmla="*/ 5555462 w 7467600"/>
              <a:gd name="connsiteY36" fmla="*/ 5694454 h 6858000"/>
              <a:gd name="connsiteX37" fmla="*/ 5828270 w 7467600"/>
              <a:gd name="connsiteY37" fmla="*/ 6320663 h 6858000"/>
              <a:gd name="connsiteX38" fmla="*/ 5947416 w 7467600"/>
              <a:gd name="connsiteY38" fmla="*/ 6574846 h 6858000"/>
              <a:gd name="connsiteX39" fmla="*/ 5539432 w 7467600"/>
              <a:gd name="connsiteY39" fmla="*/ 5642928 h 6858000"/>
              <a:gd name="connsiteX40" fmla="*/ 51253 w 7467600"/>
              <a:gd name="connsiteY40" fmla="*/ 5631825 h 6858000"/>
              <a:gd name="connsiteX41" fmla="*/ 211622 w 7467600"/>
              <a:gd name="connsiteY41" fmla="*/ 5728803 h 6858000"/>
              <a:gd name="connsiteX42" fmla="*/ 371652 w 7467600"/>
              <a:gd name="connsiteY42" fmla="*/ 5829062 h 6858000"/>
              <a:gd name="connsiteX43" fmla="*/ 505903 w 7467600"/>
              <a:gd name="connsiteY43" fmla="*/ 5925221 h 6858000"/>
              <a:gd name="connsiteX44" fmla="*/ 899240 w 7467600"/>
              <a:gd name="connsiteY44" fmla="*/ 6153068 h 6858000"/>
              <a:gd name="connsiteX45" fmla="*/ 988114 w 7467600"/>
              <a:gd name="connsiteY45" fmla="*/ 6174204 h 6858000"/>
              <a:gd name="connsiteX46" fmla="*/ 845971 w 7467600"/>
              <a:gd name="connsiteY46" fmla="*/ 6067177 h 6858000"/>
              <a:gd name="connsiteX47" fmla="*/ 448057 w 7467600"/>
              <a:gd name="connsiteY47" fmla="*/ 5841376 h 6858000"/>
              <a:gd name="connsiteX48" fmla="*/ 51253 w 7467600"/>
              <a:gd name="connsiteY48" fmla="*/ 5631825 h 6858000"/>
              <a:gd name="connsiteX49" fmla="*/ 2606687 w 7467600"/>
              <a:gd name="connsiteY49" fmla="*/ 5630718 h 6858000"/>
              <a:gd name="connsiteX50" fmla="*/ 2645658 w 7467600"/>
              <a:gd name="connsiteY50" fmla="*/ 6640259 h 6858000"/>
              <a:gd name="connsiteX51" fmla="*/ 2606687 w 7467600"/>
              <a:gd name="connsiteY51" fmla="*/ 5630718 h 6858000"/>
              <a:gd name="connsiteX52" fmla="*/ 3642057 w 7467600"/>
              <a:gd name="connsiteY52" fmla="*/ 5573487 h 6858000"/>
              <a:gd name="connsiteX53" fmla="*/ 3632981 w 7467600"/>
              <a:gd name="connsiteY53" fmla="*/ 5579437 h 6858000"/>
              <a:gd name="connsiteX54" fmla="*/ 3382436 w 7467600"/>
              <a:gd name="connsiteY54" fmla="*/ 5952726 h 6858000"/>
              <a:gd name="connsiteX55" fmla="*/ 3191929 w 7467600"/>
              <a:gd name="connsiteY55" fmla="*/ 6662669 h 6858000"/>
              <a:gd name="connsiteX56" fmla="*/ 3369898 w 7467600"/>
              <a:gd name="connsiteY56" fmla="*/ 6081771 h 6858000"/>
              <a:gd name="connsiteX57" fmla="*/ 3642057 w 7467600"/>
              <a:gd name="connsiteY57" fmla="*/ 5573487 h 6858000"/>
              <a:gd name="connsiteX58" fmla="*/ 2650666 w 7467600"/>
              <a:gd name="connsiteY58" fmla="*/ 5530686 h 6858000"/>
              <a:gd name="connsiteX59" fmla="*/ 2650249 w 7467600"/>
              <a:gd name="connsiteY59" fmla="*/ 5532101 h 6858000"/>
              <a:gd name="connsiteX60" fmla="*/ 2663808 w 7467600"/>
              <a:gd name="connsiteY60" fmla="*/ 6535215 h 6858000"/>
              <a:gd name="connsiteX61" fmla="*/ 2665418 w 7467600"/>
              <a:gd name="connsiteY61" fmla="*/ 6132756 h 6858000"/>
              <a:gd name="connsiteX62" fmla="*/ 2650666 w 7467600"/>
              <a:gd name="connsiteY62" fmla="*/ 5530686 h 6858000"/>
              <a:gd name="connsiteX63" fmla="*/ 2680277 w 7467600"/>
              <a:gd name="connsiteY63" fmla="*/ 5479204 h 6858000"/>
              <a:gd name="connsiteX64" fmla="*/ 2678972 w 7467600"/>
              <a:gd name="connsiteY64" fmla="*/ 5481582 h 6858000"/>
              <a:gd name="connsiteX65" fmla="*/ 2696666 w 7467600"/>
              <a:gd name="connsiteY65" fmla="*/ 6133836 h 6858000"/>
              <a:gd name="connsiteX66" fmla="*/ 2695769 w 7467600"/>
              <a:gd name="connsiteY66" fmla="*/ 6390955 h 6858000"/>
              <a:gd name="connsiteX67" fmla="*/ 2739893 w 7467600"/>
              <a:gd name="connsiteY67" fmla="*/ 6108357 h 6858000"/>
              <a:gd name="connsiteX68" fmla="*/ 2680277 w 7467600"/>
              <a:gd name="connsiteY68" fmla="*/ 5479204 h 6858000"/>
              <a:gd name="connsiteX69" fmla="*/ 1132195 w 7467600"/>
              <a:gd name="connsiteY69" fmla="*/ 5467980 h 6858000"/>
              <a:gd name="connsiteX70" fmla="*/ 1679056 w 7467600"/>
              <a:gd name="connsiteY70" fmla="*/ 5516907 h 6858000"/>
              <a:gd name="connsiteX71" fmla="*/ 2128648 w 7467600"/>
              <a:gd name="connsiteY71" fmla="*/ 5474249 h 6858000"/>
              <a:gd name="connsiteX72" fmla="*/ 1825619 w 7467600"/>
              <a:gd name="connsiteY72" fmla="*/ 5478447 h 6858000"/>
              <a:gd name="connsiteX73" fmla="*/ 1737798 w 7467600"/>
              <a:gd name="connsiteY73" fmla="*/ 5483353 h 6858000"/>
              <a:gd name="connsiteX74" fmla="*/ 1132195 w 7467600"/>
              <a:gd name="connsiteY74" fmla="*/ 5467980 h 6858000"/>
              <a:gd name="connsiteX75" fmla="*/ 6844835 w 7467600"/>
              <a:gd name="connsiteY75" fmla="*/ 5424988 h 6858000"/>
              <a:gd name="connsiteX76" fmla="*/ 6879594 w 7467600"/>
              <a:gd name="connsiteY76" fmla="*/ 5424547 h 6858000"/>
              <a:gd name="connsiteX77" fmla="*/ 7379510 w 7467600"/>
              <a:gd name="connsiteY77" fmla="*/ 5755454 h 6858000"/>
              <a:gd name="connsiteX78" fmla="*/ 7467600 w 7467600"/>
              <a:gd name="connsiteY78" fmla="*/ 5845526 h 6858000"/>
              <a:gd name="connsiteX79" fmla="*/ 7467600 w 7467600"/>
              <a:gd name="connsiteY79" fmla="*/ 5925131 h 6858000"/>
              <a:gd name="connsiteX80" fmla="*/ 7271900 w 7467600"/>
              <a:gd name="connsiteY80" fmla="*/ 5734551 h 6858000"/>
              <a:gd name="connsiteX81" fmla="*/ 7015907 w 7467600"/>
              <a:gd name="connsiteY81" fmla="*/ 5541548 h 6858000"/>
              <a:gd name="connsiteX82" fmla="*/ 7259646 w 7467600"/>
              <a:gd name="connsiteY82" fmla="*/ 5765985 h 6858000"/>
              <a:gd name="connsiteX83" fmla="*/ 7467600 w 7467600"/>
              <a:gd name="connsiteY83" fmla="*/ 5971257 h 6858000"/>
              <a:gd name="connsiteX84" fmla="*/ 7467600 w 7467600"/>
              <a:gd name="connsiteY84" fmla="*/ 6012219 h 6858000"/>
              <a:gd name="connsiteX85" fmla="*/ 7240170 w 7467600"/>
              <a:gd name="connsiteY85" fmla="*/ 5787985 h 6858000"/>
              <a:gd name="connsiteX86" fmla="*/ 6946849 w 7467600"/>
              <a:gd name="connsiteY86" fmla="*/ 5523271 h 6858000"/>
              <a:gd name="connsiteX87" fmla="*/ 6946972 w 7467600"/>
              <a:gd name="connsiteY87" fmla="*/ 5526491 h 6858000"/>
              <a:gd name="connsiteX88" fmla="*/ 7105827 w 7467600"/>
              <a:gd name="connsiteY88" fmla="*/ 5718700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1456157 w 7467600"/>
              <a:gd name="connsiteY101" fmla="*/ 5371404 h 6858000"/>
              <a:gd name="connsiteX102" fmla="*/ 1244432 w 7467600"/>
              <a:gd name="connsiteY102" fmla="*/ 5385601 h 6858000"/>
              <a:gd name="connsiteX103" fmla="*/ 973990 w 7467600"/>
              <a:gd name="connsiteY103" fmla="*/ 5424940 h 6858000"/>
              <a:gd name="connsiteX104" fmla="*/ 1103809 w 7467600"/>
              <a:gd name="connsiteY104" fmla="*/ 5433720 h 6858000"/>
              <a:gd name="connsiteX105" fmla="*/ 1123454 w 7467600"/>
              <a:gd name="connsiteY105" fmla="*/ 5435727 h 6858000"/>
              <a:gd name="connsiteX106" fmla="*/ 1737017 w 7467600"/>
              <a:gd name="connsiteY106" fmla="*/ 5452183 h 6858000"/>
              <a:gd name="connsiteX107" fmla="*/ 1824397 w 7467600"/>
              <a:gd name="connsiteY107" fmla="*/ 5447757 h 6858000"/>
              <a:gd name="connsiteX108" fmla="*/ 2070059 w 7467600"/>
              <a:gd name="connsiteY108" fmla="*/ 5441660 h 6858000"/>
              <a:gd name="connsiteX109" fmla="*/ 1456157 w 7467600"/>
              <a:gd name="connsiteY109" fmla="*/ 5371404 h 6858000"/>
              <a:gd name="connsiteX110" fmla="*/ 4988186 w 7467600"/>
              <a:gd name="connsiteY110" fmla="*/ 5216467 h 6858000"/>
              <a:gd name="connsiteX111" fmla="*/ 4777334 w 7467600"/>
              <a:gd name="connsiteY111" fmla="*/ 5406072 h 6858000"/>
              <a:gd name="connsiteX112" fmla="*/ 4718341 w 7467600"/>
              <a:gd name="connsiteY112" fmla="*/ 5468043 h 6858000"/>
              <a:gd name="connsiteX113" fmla="*/ 4604655 w 7467600"/>
              <a:gd name="connsiteY113" fmla="*/ 5583434 h 6858000"/>
              <a:gd name="connsiteX114" fmla="*/ 4565074 w 7467600"/>
              <a:gd name="connsiteY114" fmla="*/ 5618550 h 6858000"/>
              <a:gd name="connsiteX115" fmla="*/ 4988186 w 7467600"/>
              <a:gd name="connsiteY115" fmla="*/ 5216467 h 6858000"/>
              <a:gd name="connsiteX116" fmla="*/ 4978032 w 7467600"/>
              <a:gd name="connsiteY116" fmla="*/ 5183809 h 6858000"/>
              <a:gd name="connsiteX117" fmla="*/ 4463413 w 7467600"/>
              <a:gd name="connsiteY117" fmla="*/ 5615162 h 6858000"/>
              <a:gd name="connsiteX118" fmla="*/ 4358134 w 7467600"/>
              <a:gd name="connsiteY118" fmla="*/ 5742791 h 6858000"/>
              <a:gd name="connsiteX119" fmla="*/ 4376219 w 7467600"/>
              <a:gd name="connsiteY119" fmla="*/ 5729027 h 6858000"/>
              <a:gd name="connsiteX120" fmla="*/ 4582340 w 7467600"/>
              <a:gd name="connsiteY120" fmla="*/ 5561037 h 6858000"/>
              <a:gd name="connsiteX121" fmla="*/ 4694684 w 7467600"/>
              <a:gd name="connsiteY121" fmla="*/ 5447098 h 6858000"/>
              <a:gd name="connsiteX122" fmla="*/ 4754123 w 7467600"/>
              <a:gd name="connsiteY122" fmla="*/ 5384643 h 6858000"/>
              <a:gd name="connsiteX123" fmla="*/ 4978032 w 7467600"/>
              <a:gd name="connsiteY123" fmla="*/ 5183809 h 6858000"/>
              <a:gd name="connsiteX124" fmla="*/ 1903353 w 7467600"/>
              <a:gd name="connsiteY124" fmla="*/ 5044827 h 6858000"/>
              <a:gd name="connsiteX125" fmla="*/ 1936931 w 7467600"/>
              <a:gd name="connsiteY125" fmla="*/ 5093954 h 6858000"/>
              <a:gd name="connsiteX126" fmla="*/ 2195868 w 7467600"/>
              <a:gd name="connsiteY126" fmla="*/ 5396574 h 6858000"/>
              <a:gd name="connsiteX127" fmla="*/ 2088852 w 7467600"/>
              <a:gd name="connsiteY127" fmla="*/ 5166123 h 6858000"/>
              <a:gd name="connsiteX128" fmla="*/ 1958241 w 7467600"/>
              <a:gd name="connsiteY128" fmla="*/ 5067955 h 6858000"/>
              <a:gd name="connsiteX129" fmla="*/ 1903353 w 7467600"/>
              <a:gd name="connsiteY129" fmla="*/ 5044827 h 6858000"/>
              <a:gd name="connsiteX130" fmla="*/ 1979378 w 7467600"/>
              <a:gd name="connsiteY130" fmla="*/ 4769504 h 6858000"/>
              <a:gd name="connsiteX131" fmla="*/ 2882120 w 7467600"/>
              <a:gd name="connsiteY131" fmla="*/ 5064547 h 6858000"/>
              <a:gd name="connsiteX132" fmla="*/ 2793103 w 7467600"/>
              <a:gd name="connsiteY132" fmla="*/ 5039699 h 6858000"/>
              <a:gd name="connsiteX133" fmla="*/ 2770041 w 7467600"/>
              <a:gd name="connsiteY133" fmla="*/ 5033634 h 6858000"/>
              <a:gd name="connsiteX134" fmla="*/ 1979378 w 7467600"/>
              <a:gd name="connsiteY134" fmla="*/ 4769504 h 6858000"/>
              <a:gd name="connsiteX135" fmla="*/ 1927410 w 7467600"/>
              <a:gd name="connsiteY135" fmla="*/ 4716164 h 6858000"/>
              <a:gd name="connsiteX136" fmla="*/ 1959587 w 7467600"/>
              <a:gd name="connsiteY136" fmla="*/ 4728849 h 6858000"/>
              <a:gd name="connsiteX137" fmla="*/ 2777707 w 7467600"/>
              <a:gd name="connsiteY137" fmla="*/ 5003991 h 6858000"/>
              <a:gd name="connsiteX138" fmla="*/ 2800768 w 7467600"/>
              <a:gd name="connsiteY138" fmla="*/ 5010056 h 6858000"/>
              <a:gd name="connsiteX139" fmla="*/ 2879408 w 7467600"/>
              <a:gd name="connsiteY139" fmla="*/ 5031590 h 6858000"/>
              <a:gd name="connsiteX140" fmla="*/ 2862295 w 7467600"/>
              <a:gd name="connsiteY140" fmla="*/ 5022958 h 6858000"/>
              <a:gd name="connsiteX141" fmla="*/ 2813343 w 7467600"/>
              <a:gd name="connsiteY141" fmla="*/ 4998369 h 6858000"/>
              <a:gd name="connsiteX142" fmla="*/ 2646245 w 7467600"/>
              <a:gd name="connsiteY142" fmla="*/ 4930999 h 6858000"/>
              <a:gd name="connsiteX143" fmla="*/ 1999243 w 7467600"/>
              <a:gd name="connsiteY143" fmla="*/ 4730524 h 6858000"/>
              <a:gd name="connsiteX144" fmla="*/ 1979527 w 7467600"/>
              <a:gd name="connsiteY144" fmla="*/ 4726651 h 6858000"/>
              <a:gd name="connsiteX145" fmla="*/ 1927410 w 7467600"/>
              <a:gd name="connsiteY145" fmla="*/ 4716164 h 6858000"/>
              <a:gd name="connsiteX146" fmla="*/ 1997014 w 7467600"/>
              <a:gd name="connsiteY146" fmla="*/ 4698007 h 6858000"/>
              <a:gd name="connsiteX147" fmla="*/ 2005458 w 7467600"/>
              <a:gd name="connsiteY147" fmla="*/ 4699540 h 6858000"/>
              <a:gd name="connsiteX148" fmla="*/ 2657186 w 7467600"/>
              <a:gd name="connsiteY148" fmla="*/ 4901687 h 6858000"/>
              <a:gd name="connsiteX149" fmla="*/ 2826662 w 7467600"/>
              <a:gd name="connsiteY149" fmla="*/ 4970362 h 6858000"/>
              <a:gd name="connsiteX150" fmla="*/ 2876100 w 7467600"/>
              <a:gd name="connsiteY150" fmla="*/ 4995397 h 6858000"/>
              <a:gd name="connsiteX151" fmla="*/ 3042600 w 7467600"/>
              <a:gd name="connsiteY151" fmla="*/ 5059532 h 6858000"/>
              <a:gd name="connsiteX152" fmla="*/ 1997014 w 7467600"/>
              <a:gd name="connsiteY152" fmla="*/ 4698007 h 6858000"/>
              <a:gd name="connsiteX153" fmla="*/ 2305292 w 7467600"/>
              <a:gd name="connsiteY153" fmla="*/ 4219492 h 6858000"/>
              <a:gd name="connsiteX154" fmla="*/ 3360922 w 7467600"/>
              <a:gd name="connsiteY154" fmla="*/ 4529373 h 6858000"/>
              <a:gd name="connsiteX155" fmla="*/ 3492420 w 7467600"/>
              <a:gd name="connsiteY155" fmla="*/ 4510145 h 6858000"/>
              <a:gd name="connsiteX156" fmla="*/ 3364086 w 7467600"/>
              <a:gd name="connsiteY156" fmla="*/ 4480340 h 6858000"/>
              <a:gd name="connsiteX157" fmla="*/ 3225818 w 7467600"/>
              <a:gd name="connsiteY157" fmla="*/ 4411822 h 6858000"/>
              <a:gd name="connsiteX158" fmla="*/ 3129696 w 7467600"/>
              <a:gd name="connsiteY158" fmla="*/ 4360704 h 6858000"/>
              <a:gd name="connsiteX159" fmla="*/ 2814545 w 7467600"/>
              <a:gd name="connsiteY159" fmla="*/ 4282955 h 6858000"/>
              <a:gd name="connsiteX160" fmla="*/ 2305292 w 7467600"/>
              <a:gd name="connsiteY160" fmla="*/ 4219492 h 6858000"/>
              <a:gd name="connsiteX161" fmla="*/ 2626982 w 7467600"/>
              <a:gd name="connsiteY161" fmla="*/ 4206450 h 6858000"/>
              <a:gd name="connsiteX162" fmla="*/ 2490617 w 7467600"/>
              <a:gd name="connsiteY162" fmla="*/ 4206951 h 6858000"/>
              <a:gd name="connsiteX163" fmla="*/ 2819869 w 7467600"/>
              <a:gd name="connsiteY163" fmla="*/ 4252936 h 6858000"/>
              <a:gd name="connsiteX164" fmla="*/ 3143018 w 7467600"/>
              <a:gd name="connsiteY164" fmla="*/ 4332698 h 6858000"/>
              <a:gd name="connsiteX165" fmla="*/ 3241520 w 7467600"/>
              <a:gd name="connsiteY165" fmla="*/ 4385112 h 6858000"/>
              <a:gd name="connsiteX166" fmla="*/ 3374575 w 7467600"/>
              <a:gd name="connsiteY166" fmla="*/ 4451517 h 6858000"/>
              <a:gd name="connsiteX167" fmla="*/ 3505221 w 7467600"/>
              <a:gd name="connsiteY167" fmla="*/ 4480757 h 6858000"/>
              <a:gd name="connsiteX168" fmla="*/ 2626982 w 7467600"/>
              <a:gd name="connsiteY168" fmla="*/ 4206450 h 6858000"/>
              <a:gd name="connsiteX169" fmla="*/ 1310106 w 7467600"/>
              <a:gd name="connsiteY169" fmla="*/ 3943217 h 6858000"/>
              <a:gd name="connsiteX170" fmla="*/ 854994 w 7467600"/>
              <a:gd name="connsiteY170" fmla="*/ 4399136 h 6858000"/>
              <a:gd name="connsiteX171" fmla="*/ 742462 w 7467600"/>
              <a:gd name="connsiteY171" fmla="*/ 4594648 h 6858000"/>
              <a:gd name="connsiteX172" fmla="*/ 820602 w 7467600"/>
              <a:gd name="connsiteY172" fmla="*/ 4485915 h 6858000"/>
              <a:gd name="connsiteX173" fmla="*/ 878295 w 7467600"/>
              <a:gd name="connsiteY173" fmla="*/ 4403594 h 6858000"/>
              <a:gd name="connsiteX174" fmla="*/ 1240607 w 7467600"/>
              <a:gd name="connsiteY174" fmla="*/ 4010401 h 6858000"/>
              <a:gd name="connsiteX175" fmla="*/ 1310106 w 7467600"/>
              <a:gd name="connsiteY175" fmla="*/ 3943217 h 6858000"/>
              <a:gd name="connsiteX176" fmla="*/ 1423113 w 7467600"/>
              <a:gd name="connsiteY176" fmla="*/ 3874565 h 6858000"/>
              <a:gd name="connsiteX177" fmla="*/ 1260565 w 7467600"/>
              <a:gd name="connsiteY177" fmla="*/ 4031982 h 6858000"/>
              <a:gd name="connsiteX178" fmla="*/ 901900 w 7467600"/>
              <a:gd name="connsiteY178" fmla="*/ 4421236 h 6858000"/>
              <a:gd name="connsiteX179" fmla="*/ 845044 w 7467600"/>
              <a:gd name="connsiteY179" fmla="*/ 4502436 h 6858000"/>
              <a:gd name="connsiteX180" fmla="*/ 685926 w 7467600"/>
              <a:gd name="connsiteY180" fmla="*/ 4703069 h 6858000"/>
              <a:gd name="connsiteX181" fmla="*/ 684248 w 7467600"/>
              <a:gd name="connsiteY181" fmla="*/ 4706721 h 6858000"/>
              <a:gd name="connsiteX182" fmla="*/ 1423113 w 7467600"/>
              <a:gd name="connsiteY182" fmla="*/ 3874565 h 6858000"/>
              <a:gd name="connsiteX183" fmla="*/ 3316479 w 7467600"/>
              <a:gd name="connsiteY183" fmla="*/ 3872136 h 6858000"/>
              <a:gd name="connsiteX184" fmla="*/ 3546806 w 7467600"/>
              <a:gd name="connsiteY184" fmla="*/ 4356139 h 6858000"/>
              <a:gd name="connsiteX185" fmla="*/ 3364433 w 7467600"/>
              <a:gd name="connsiteY185" fmla="*/ 3953121 h 6858000"/>
              <a:gd name="connsiteX186" fmla="*/ 3316479 w 7467600"/>
              <a:gd name="connsiteY186" fmla="*/ 3872136 h 6858000"/>
              <a:gd name="connsiteX187" fmla="*/ 3291335 w 7467600"/>
              <a:gd name="connsiteY187" fmla="*/ 3767420 h 6858000"/>
              <a:gd name="connsiteX188" fmla="*/ 3390805 w 7467600"/>
              <a:gd name="connsiteY188" fmla="*/ 3937163 h 6858000"/>
              <a:gd name="connsiteX189" fmla="*/ 3579062 w 7467600"/>
              <a:gd name="connsiteY189" fmla="*/ 4359040 h 6858000"/>
              <a:gd name="connsiteX190" fmla="*/ 3467355 w 7467600"/>
              <a:gd name="connsiteY190" fmla="*/ 3988130 h 6858000"/>
              <a:gd name="connsiteX191" fmla="*/ 3310753 w 7467600"/>
              <a:gd name="connsiteY191" fmla="*/ 3787140 h 6858000"/>
              <a:gd name="connsiteX192" fmla="*/ 3291335 w 7467600"/>
              <a:gd name="connsiteY192" fmla="*/ 3767420 h 6858000"/>
              <a:gd name="connsiteX193" fmla="*/ 1635889 w 7467600"/>
              <a:gd name="connsiteY193" fmla="*/ 3709494 h 6858000"/>
              <a:gd name="connsiteX194" fmla="*/ 1634800 w 7467600"/>
              <a:gd name="connsiteY194" fmla="*/ 3731111 h 6858000"/>
              <a:gd name="connsiteX195" fmla="*/ 1635889 w 7467600"/>
              <a:gd name="connsiteY195" fmla="*/ 3709494 h 6858000"/>
              <a:gd name="connsiteX196" fmla="*/ 1510397 w 7467600"/>
              <a:gd name="connsiteY196" fmla="*/ 3684705 h 6858000"/>
              <a:gd name="connsiteX197" fmla="*/ 1146550 w 7467600"/>
              <a:gd name="connsiteY197" fmla="*/ 3802012 h 6858000"/>
              <a:gd name="connsiteX198" fmla="*/ 698834 w 7467600"/>
              <a:gd name="connsiteY198" fmla="*/ 3952272 h 6858000"/>
              <a:gd name="connsiteX199" fmla="*/ 34256 w 7467600"/>
              <a:gd name="connsiteY199" fmla="*/ 4347603 h 6858000"/>
              <a:gd name="connsiteX200" fmla="*/ 527241 w 7467600"/>
              <a:gd name="connsiteY200" fmla="*/ 4065078 h 6858000"/>
              <a:gd name="connsiteX201" fmla="*/ 1510397 w 7467600"/>
              <a:gd name="connsiteY201" fmla="*/ 3684705 h 6858000"/>
              <a:gd name="connsiteX202" fmla="*/ 1313114 w 7467600"/>
              <a:gd name="connsiteY202" fmla="*/ 3655216 h 6858000"/>
              <a:gd name="connsiteX203" fmla="*/ 1109304 w 7467600"/>
              <a:gd name="connsiteY203" fmla="*/ 3669030 h 6858000"/>
              <a:gd name="connsiteX204" fmla="*/ 8129 w 7467600"/>
              <a:gd name="connsiteY204" fmla="*/ 4330519 h 6858000"/>
              <a:gd name="connsiteX205" fmla="*/ 687572 w 7467600"/>
              <a:gd name="connsiteY205" fmla="*/ 3925629 h 6858000"/>
              <a:gd name="connsiteX206" fmla="*/ 1138365 w 7467600"/>
              <a:gd name="connsiteY206" fmla="*/ 3774515 h 6858000"/>
              <a:gd name="connsiteX207" fmla="*/ 1505579 w 7467600"/>
              <a:gd name="connsiteY207" fmla="*/ 3655526 h 6858000"/>
              <a:gd name="connsiteX208" fmla="*/ 1313114 w 7467600"/>
              <a:gd name="connsiteY208" fmla="*/ 3655216 h 6858000"/>
              <a:gd name="connsiteX209" fmla="*/ 3655073 w 7467600"/>
              <a:gd name="connsiteY209" fmla="*/ 3650884 h 6858000"/>
              <a:gd name="connsiteX210" fmla="*/ 3989938 w 7467600"/>
              <a:gd name="connsiteY210" fmla="*/ 3991685 h 6858000"/>
              <a:gd name="connsiteX211" fmla="*/ 4393907 w 7467600"/>
              <a:gd name="connsiteY211" fmla="*/ 4261258 h 6858000"/>
              <a:gd name="connsiteX212" fmla="*/ 4648051 w 7467600"/>
              <a:gd name="connsiteY212" fmla="*/ 4374051 h 6858000"/>
              <a:gd name="connsiteX213" fmla="*/ 4383389 w 7467600"/>
              <a:gd name="connsiteY213" fmla="*/ 4184369 h 6858000"/>
              <a:gd name="connsiteX214" fmla="*/ 4165508 w 7467600"/>
              <a:gd name="connsiteY214" fmla="*/ 4035196 h 6858000"/>
              <a:gd name="connsiteX215" fmla="*/ 4068162 w 7467600"/>
              <a:gd name="connsiteY215" fmla="*/ 3953394 h 6858000"/>
              <a:gd name="connsiteX216" fmla="*/ 3981416 w 7467600"/>
              <a:gd name="connsiteY216" fmla="*/ 3880482 h 6858000"/>
              <a:gd name="connsiteX217" fmla="*/ 3800147 w 7467600"/>
              <a:gd name="connsiteY217" fmla="*/ 3749872 h 6858000"/>
              <a:gd name="connsiteX218" fmla="*/ 3655073 w 7467600"/>
              <a:gd name="connsiteY218" fmla="*/ 3650884 h 6858000"/>
              <a:gd name="connsiteX219" fmla="*/ 3670252 w 7467600"/>
              <a:gd name="connsiteY219" fmla="*/ 3622798 h 6858000"/>
              <a:gd name="connsiteX220" fmla="*/ 3817258 w 7467600"/>
              <a:gd name="connsiteY220" fmla="*/ 3723577 h 6858000"/>
              <a:gd name="connsiteX221" fmla="*/ 4000461 w 7467600"/>
              <a:gd name="connsiteY221" fmla="*/ 3855966 h 6858000"/>
              <a:gd name="connsiteX222" fmla="*/ 4088180 w 7467600"/>
              <a:gd name="connsiteY222" fmla="*/ 3929774 h 6858000"/>
              <a:gd name="connsiteX223" fmla="*/ 4184555 w 7467600"/>
              <a:gd name="connsiteY223" fmla="*/ 4010683 h 6858000"/>
              <a:gd name="connsiteX224" fmla="*/ 4399563 w 7467600"/>
              <a:gd name="connsiteY224" fmla="*/ 4158106 h 6858000"/>
              <a:gd name="connsiteX225" fmla="*/ 4684469 w 7467600"/>
              <a:gd name="connsiteY225" fmla="*/ 4364680 h 6858000"/>
              <a:gd name="connsiteX226" fmla="*/ 4690271 w 7467600"/>
              <a:gd name="connsiteY226" fmla="*/ 4370034 h 6858000"/>
              <a:gd name="connsiteX227" fmla="*/ 4136093 w 7467600"/>
              <a:gd name="connsiteY227" fmla="*/ 3858466 h 6858000"/>
              <a:gd name="connsiteX228" fmla="*/ 3670252 w 7467600"/>
              <a:gd name="connsiteY228" fmla="*/ 3622798 h 6858000"/>
              <a:gd name="connsiteX229" fmla="*/ 4440129 w 7467600"/>
              <a:gd name="connsiteY229" fmla="*/ 3448571 h 6858000"/>
              <a:gd name="connsiteX230" fmla="*/ 4856525 w 7467600"/>
              <a:gd name="connsiteY230" fmla="*/ 3915351 h 6858000"/>
              <a:gd name="connsiteX231" fmla="*/ 5059055 w 7467600"/>
              <a:gd name="connsiteY231" fmla="*/ 4108918 h 6858000"/>
              <a:gd name="connsiteX232" fmla="*/ 5290070 w 7467600"/>
              <a:gd name="connsiteY232" fmla="*/ 4263619 h 6858000"/>
              <a:gd name="connsiteX233" fmla="*/ 4834991 w 7467600"/>
              <a:gd name="connsiteY233" fmla="*/ 3830985 h 6858000"/>
              <a:gd name="connsiteX234" fmla="*/ 4440129 w 7467600"/>
              <a:gd name="connsiteY234" fmla="*/ 3448571 h 6858000"/>
              <a:gd name="connsiteX235" fmla="*/ 4441737 w 7467600"/>
              <a:gd name="connsiteY235" fmla="*/ 3399734 h 6858000"/>
              <a:gd name="connsiteX236" fmla="*/ 4431236 w 7467600"/>
              <a:gd name="connsiteY236" fmla="*/ 3400954 h 6858000"/>
              <a:gd name="connsiteX237" fmla="*/ 4557150 w 7467600"/>
              <a:gd name="connsiteY237" fmla="*/ 3510023 h 6858000"/>
              <a:gd name="connsiteX238" fmla="*/ 4856936 w 7467600"/>
              <a:gd name="connsiteY238" fmla="*/ 3809146 h 6858000"/>
              <a:gd name="connsiteX239" fmla="*/ 5111996 w 7467600"/>
              <a:gd name="connsiteY239" fmla="*/ 4065759 h 6858000"/>
              <a:gd name="connsiteX240" fmla="*/ 5388878 w 7467600"/>
              <a:gd name="connsiteY240" fmla="*/ 4300185 h 6858000"/>
              <a:gd name="connsiteX241" fmla="*/ 5425556 w 7467600"/>
              <a:gd name="connsiteY241" fmla="*/ 4308967 h 6858000"/>
              <a:gd name="connsiteX242" fmla="*/ 4943646 w 7467600"/>
              <a:gd name="connsiteY242" fmla="*/ 3822916 h 6858000"/>
              <a:gd name="connsiteX243" fmla="*/ 4594837 w 7467600"/>
              <a:gd name="connsiteY243" fmla="*/ 3532274 h 6858000"/>
              <a:gd name="connsiteX244" fmla="*/ 4441737 w 7467600"/>
              <a:gd name="connsiteY244" fmla="*/ 3399734 h 6858000"/>
              <a:gd name="connsiteX245" fmla="*/ 5425834 w 7467600"/>
              <a:gd name="connsiteY245" fmla="*/ 3162785 h 6858000"/>
              <a:gd name="connsiteX246" fmla="*/ 5401644 w 7467600"/>
              <a:gd name="connsiteY246" fmla="*/ 3617847 h 6858000"/>
              <a:gd name="connsiteX247" fmla="*/ 5467256 w 7467600"/>
              <a:gd name="connsiteY247" fmla="*/ 4175494 h 6858000"/>
              <a:gd name="connsiteX248" fmla="*/ 5448069 w 7467600"/>
              <a:gd name="connsiteY248" fmla="*/ 3567554 h 6858000"/>
              <a:gd name="connsiteX249" fmla="*/ 5425834 w 7467600"/>
              <a:gd name="connsiteY249" fmla="*/ 3162785 h 6858000"/>
              <a:gd name="connsiteX250" fmla="*/ 1318687 w 7467600"/>
              <a:gd name="connsiteY250" fmla="*/ 3113840 h 6858000"/>
              <a:gd name="connsiteX251" fmla="*/ 1066793 w 7467600"/>
              <a:gd name="connsiteY251" fmla="*/ 3212171 h 6858000"/>
              <a:gd name="connsiteX252" fmla="*/ 993319 w 7467600"/>
              <a:gd name="connsiteY252" fmla="*/ 3247648 h 6858000"/>
              <a:gd name="connsiteX253" fmla="*/ 853081 w 7467600"/>
              <a:gd name="connsiteY253" fmla="*/ 3312410 h 6858000"/>
              <a:gd name="connsiteX254" fmla="*/ 805957 w 7467600"/>
              <a:gd name="connsiteY254" fmla="*/ 3330443 h 6858000"/>
              <a:gd name="connsiteX255" fmla="*/ 1318687 w 7467600"/>
              <a:gd name="connsiteY255" fmla="*/ 3113840 h 6858000"/>
              <a:gd name="connsiteX256" fmla="*/ 5453702 w 7467600"/>
              <a:gd name="connsiteY256" fmla="*/ 3090882 h 6858000"/>
              <a:gd name="connsiteX257" fmla="*/ 5480135 w 7467600"/>
              <a:gd name="connsiteY257" fmla="*/ 3565802 h 6858000"/>
              <a:gd name="connsiteX258" fmla="*/ 5499023 w 7467600"/>
              <a:gd name="connsiteY258" fmla="*/ 4166310 h 6858000"/>
              <a:gd name="connsiteX259" fmla="*/ 5547022 w 7467600"/>
              <a:gd name="connsiteY259" fmla="*/ 3607838 h 6858000"/>
              <a:gd name="connsiteX260" fmla="*/ 5515964 w 7467600"/>
              <a:gd name="connsiteY260" fmla="*/ 3378541 h 6858000"/>
              <a:gd name="connsiteX261" fmla="*/ 5453702 w 7467600"/>
              <a:gd name="connsiteY261" fmla="*/ 3090882 h 6858000"/>
              <a:gd name="connsiteX262" fmla="*/ 1238695 w 7467600"/>
              <a:gd name="connsiteY262" fmla="*/ 3076820 h 6858000"/>
              <a:gd name="connsiteX263" fmla="*/ 716371 w 7467600"/>
              <a:gd name="connsiteY263" fmla="*/ 3293249 h 6858000"/>
              <a:gd name="connsiteX264" fmla="*/ 579522 w 7467600"/>
              <a:gd name="connsiteY264" fmla="*/ 3371759 h 6858000"/>
              <a:gd name="connsiteX265" fmla="*/ 600288 w 7467600"/>
              <a:gd name="connsiteY265" fmla="*/ 3365555 h 6858000"/>
              <a:gd name="connsiteX266" fmla="*/ 840692 w 7467600"/>
              <a:gd name="connsiteY266" fmla="*/ 3284921 h 6858000"/>
              <a:gd name="connsiteX267" fmla="*/ 979248 w 7467600"/>
              <a:gd name="connsiteY267" fmla="*/ 3221003 h 6858000"/>
              <a:gd name="connsiteX268" fmla="*/ 1053282 w 7467600"/>
              <a:gd name="connsiteY268" fmla="*/ 3185247 h 6858000"/>
              <a:gd name="connsiteX269" fmla="*/ 1320603 w 7467600"/>
              <a:gd name="connsiteY269" fmla="*/ 3081281 h 6858000"/>
              <a:gd name="connsiteX270" fmla="*/ 1238695 w 7467600"/>
              <a:gd name="connsiteY270" fmla="*/ 3076820 h 6858000"/>
              <a:gd name="connsiteX271" fmla="*/ 5425627 w 7467600"/>
              <a:gd name="connsiteY271" fmla="*/ 2954192 h 6858000"/>
              <a:gd name="connsiteX272" fmla="*/ 5470770 w 7467600"/>
              <a:gd name="connsiteY272" fmla="*/ 3005435 h 6858000"/>
              <a:gd name="connsiteX273" fmla="*/ 5519779 w 7467600"/>
              <a:gd name="connsiteY273" fmla="*/ 4359223 h 6858000"/>
              <a:gd name="connsiteX274" fmla="*/ 5520293 w 7467600"/>
              <a:gd name="connsiteY274" fmla="*/ 4360602 h 6858000"/>
              <a:gd name="connsiteX275" fmla="*/ 5767221 w 7467600"/>
              <a:gd name="connsiteY275" fmla="*/ 4665564 h 6858000"/>
              <a:gd name="connsiteX276" fmla="*/ 6937169 w 7467600"/>
              <a:gd name="connsiteY276" fmla="*/ 4815941 h 6858000"/>
              <a:gd name="connsiteX277" fmla="*/ 6953922 w 7467600"/>
              <a:gd name="connsiteY277" fmla="*/ 4890068 h 6858000"/>
              <a:gd name="connsiteX278" fmla="*/ 6071359 w 7467600"/>
              <a:gd name="connsiteY278" fmla="*/ 4770770 h 6858000"/>
              <a:gd name="connsiteX279" fmla="*/ 6038839 w 7467600"/>
              <a:gd name="connsiteY279" fmla="*/ 4764474 h 6858000"/>
              <a:gd name="connsiteX280" fmla="*/ 6038706 w 7467600"/>
              <a:gd name="connsiteY280" fmla="*/ 4763847 h 6858000"/>
              <a:gd name="connsiteX281" fmla="*/ 6037784 w 7467600"/>
              <a:gd name="connsiteY281" fmla="*/ 4764270 h 6858000"/>
              <a:gd name="connsiteX282" fmla="*/ 6038839 w 7467600"/>
              <a:gd name="connsiteY282" fmla="*/ 4764474 h 6858000"/>
              <a:gd name="connsiteX283" fmla="*/ 6040338 w 7467600"/>
              <a:gd name="connsiteY283" fmla="*/ 4771418 h 6858000"/>
              <a:gd name="connsiteX284" fmla="*/ 6024488 w 7467600"/>
              <a:gd name="connsiteY284" fmla="*/ 4809903 h 6858000"/>
              <a:gd name="connsiteX285" fmla="*/ 5599771 w 7467600"/>
              <a:gd name="connsiteY285" fmla="*/ 5509652 h 6858000"/>
              <a:gd name="connsiteX286" fmla="*/ 5548843 w 7467600"/>
              <a:gd name="connsiteY286" fmla="*/ 5563845 h 6858000"/>
              <a:gd name="connsiteX287" fmla="*/ 5940952 w 7467600"/>
              <a:gd name="connsiteY287" fmla="*/ 6250028 h 6858000"/>
              <a:gd name="connsiteX288" fmla="*/ 6043441 w 7467600"/>
              <a:gd name="connsiteY288" fmla="*/ 6665847 h 6858000"/>
              <a:gd name="connsiteX289" fmla="*/ 6093432 w 7467600"/>
              <a:gd name="connsiteY289" fmla="*/ 6858000 h 6858000"/>
              <a:gd name="connsiteX290" fmla="*/ 6034344 w 7467600"/>
              <a:gd name="connsiteY290" fmla="*/ 6858000 h 6858000"/>
              <a:gd name="connsiteX291" fmla="*/ 6026679 w 7467600"/>
              <a:gd name="connsiteY291" fmla="*/ 6836959 h 6858000"/>
              <a:gd name="connsiteX292" fmla="*/ 5800441 w 7467600"/>
              <a:gd name="connsiteY292" fmla="*/ 6335286 h 6858000"/>
              <a:gd name="connsiteX293" fmla="*/ 5526562 w 7467600"/>
              <a:gd name="connsiteY293" fmla="*/ 5705388 h 6858000"/>
              <a:gd name="connsiteX294" fmla="*/ 5519640 w 7467600"/>
              <a:gd name="connsiteY294" fmla="*/ 5683774 h 6858000"/>
              <a:gd name="connsiteX295" fmla="*/ 5844559 w 7467600"/>
              <a:gd name="connsiteY295" fmla="*/ 6553349 h 6858000"/>
              <a:gd name="connsiteX296" fmla="*/ 5975994 w 7467600"/>
              <a:gd name="connsiteY296" fmla="*/ 6858000 h 6858000"/>
              <a:gd name="connsiteX297" fmla="*/ 5898547 w 7467600"/>
              <a:gd name="connsiteY297" fmla="*/ 6858000 h 6858000"/>
              <a:gd name="connsiteX298" fmla="*/ 5682041 w 7467600"/>
              <a:gd name="connsiteY298" fmla="*/ 6355860 h 6858000"/>
              <a:gd name="connsiteX299" fmla="*/ 5461758 w 7467600"/>
              <a:gd name="connsiteY299" fmla="*/ 5820220 h 6858000"/>
              <a:gd name="connsiteX300" fmla="*/ 5237282 w 7467600"/>
              <a:gd name="connsiteY300" fmla="*/ 6579086 h 6858000"/>
              <a:gd name="connsiteX301" fmla="*/ 5115009 w 7467600"/>
              <a:gd name="connsiteY301" fmla="*/ 6858000 h 6858000"/>
              <a:gd name="connsiteX302" fmla="*/ 5028074 w 7467600"/>
              <a:gd name="connsiteY302" fmla="*/ 6858000 h 6858000"/>
              <a:gd name="connsiteX303" fmla="*/ 5079508 w 7467600"/>
              <a:gd name="connsiteY303" fmla="*/ 6749074 h 6858000"/>
              <a:gd name="connsiteX304" fmla="*/ 5371846 w 7467600"/>
              <a:gd name="connsiteY304" fmla="*/ 5924413 h 6858000"/>
              <a:gd name="connsiteX305" fmla="*/ 5270512 w 7467600"/>
              <a:gd name="connsiteY305" fmla="*/ 6138975 h 6858000"/>
              <a:gd name="connsiteX306" fmla="*/ 5062409 w 7467600"/>
              <a:gd name="connsiteY306" fmla="*/ 6653544 h 6858000"/>
              <a:gd name="connsiteX307" fmla="*/ 5036628 w 7467600"/>
              <a:gd name="connsiteY307" fmla="*/ 6754247 h 6858000"/>
              <a:gd name="connsiteX308" fmla="*/ 5009112 w 7467600"/>
              <a:gd name="connsiteY308" fmla="*/ 6858000 h 6858000"/>
              <a:gd name="connsiteX309" fmla="*/ 4976679 w 7467600"/>
              <a:gd name="connsiteY309" fmla="*/ 6858000 h 6858000"/>
              <a:gd name="connsiteX310" fmla="*/ 5006537 w 7467600"/>
              <a:gd name="connsiteY310" fmla="*/ 6747068 h 6858000"/>
              <a:gd name="connsiteX311" fmla="*/ 5032723 w 7467600"/>
              <a:gd name="connsiteY311" fmla="*/ 6644957 h 6858000"/>
              <a:gd name="connsiteX312" fmla="*/ 5242949 w 7467600"/>
              <a:gd name="connsiteY312" fmla="*/ 6125175 h 6858000"/>
              <a:gd name="connsiteX313" fmla="*/ 5286321 w 7467600"/>
              <a:gd name="connsiteY313" fmla="*/ 6033555 h 6858000"/>
              <a:gd name="connsiteX314" fmla="*/ 5008210 w 7467600"/>
              <a:gd name="connsiteY314" fmla="*/ 6649194 h 6858000"/>
              <a:gd name="connsiteX315" fmla="*/ 4986321 w 7467600"/>
              <a:gd name="connsiteY315" fmla="*/ 6765687 h 6858000"/>
              <a:gd name="connsiteX316" fmla="*/ 4973474 w 7467600"/>
              <a:gd name="connsiteY316" fmla="*/ 6858000 h 6858000"/>
              <a:gd name="connsiteX317" fmla="*/ 4907178 w 7467600"/>
              <a:gd name="connsiteY317" fmla="*/ 6858000 h 6858000"/>
              <a:gd name="connsiteX318" fmla="*/ 4910810 w 7467600"/>
              <a:gd name="connsiteY318" fmla="*/ 6829660 h 6858000"/>
              <a:gd name="connsiteX319" fmla="*/ 4987461 w 7467600"/>
              <a:gd name="connsiteY319" fmla="*/ 6432994 h 6858000"/>
              <a:gd name="connsiteX320" fmla="*/ 5179262 w 7467600"/>
              <a:gd name="connsiteY320" fmla="*/ 6035044 h 6858000"/>
              <a:gd name="connsiteX321" fmla="*/ 4689678 w 7467600"/>
              <a:gd name="connsiteY321" fmla="*/ 6440241 h 6858000"/>
              <a:gd name="connsiteX322" fmla="*/ 4477543 w 7467600"/>
              <a:gd name="connsiteY322" fmla="*/ 6674836 h 6858000"/>
              <a:gd name="connsiteX323" fmla="*/ 4329957 w 7467600"/>
              <a:gd name="connsiteY323" fmla="*/ 6858000 h 6858000"/>
              <a:gd name="connsiteX324" fmla="*/ 4218595 w 7467600"/>
              <a:gd name="connsiteY324" fmla="*/ 6858000 h 6858000"/>
              <a:gd name="connsiteX325" fmla="*/ 4368888 w 7467600"/>
              <a:gd name="connsiteY325" fmla="*/ 6668412 h 6858000"/>
              <a:gd name="connsiteX326" fmla="*/ 4563091 w 7467600"/>
              <a:gd name="connsiteY326" fmla="*/ 6442508 h 6858000"/>
              <a:gd name="connsiteX327" fmla="*/ 5387324 w 7467600"/>
              <a:gd name="connsiteY327" fmla="*/ 5705830 h 6858000"/>
              <a:gd name="connsiteX328" fmla="*/ 5073620 w 7467600"/>
              <a:gd name="connsiteY328" fmla="*/ 5955437 h 6858000"/>
              <a:gd name="connsiteX329" fmla="*/ 4689789 w 7467600"/>
              <a:gd name="connsiteY329" fmla="*/ 6268382 h 6858000"/>
              <a:gd name="connsiteX330" fmla="*/ 4418722 w 7467600"/>
              <a:gd name="connsiteY330" fmla="*/ 6570886 h 6858000"/>
              <a:gd name="connsiteX331" fmla="*/ 4214944 w 7467600"/>
              <a:gd name="connsiteY331" fmla="*/ 6858000 h 6858000"/>
              <a:gd name="connsiteX332" fmla="*/ 4177898 w 7467600"/>
              <a:gd name="connsiteY332" fmla="*/ 6858000 h 6858000"/>
              <a:gd name="connsiteX333" fmla="*/ 4391597 w 7467600"/>
              <a:gd name="connsiteY333" fmla="*/ 6556370 h 6858000"/>
              <a:gd name="connsiteX334" fmla="*/ 4668889 w 7467600"/>
              <a:gd name="connsiteY334" fmla="*/ 6246399 h 6858000"/>
              <a:gd name="connsiteX335" fmla="*/ 5055427 w 7467600"/>
              <a:gd name="connsiteY335" fmla="*/ 5931476 h 6858000"/>
              <a:gd name="connsiteX336" fmla="*/ 5371814 w 7467600"/>
              <a:gd name="connsiteY336" fmla="*/ 5678975 h 6858000"/>
              <a:gd name="connsiteX337" fmla="*/ 4987918 w 7467600"/>
              <a:gd name="connsiteY337" fmla="*/ 5838701 h 6858000"/>
              <a:gd name="connsiteX338" fmla="*/ 4317146 w 7467600"/>
              <a:gd name="connsiteY338" fmla="*/ 6587716 h 6858000"/>
              <a:gd name="connsiteX339" fmla="*/ 4171627 w 7467600"/>
              <a:gd name="connsiteY339" fmla="*/ 6858000 h 6858000"/>
              <a:gd name="connsiteX340" fmla="*/ 4081585 w 7467600"/>
              <a:gd name="connsiteY340" fmla="*/ 6858000 h 6858000"/>
              <a:gd name="connsiteX341" fmla="*/ 4238603 w 7467600"/>
              <a:gd name="connsiteY341" fmla="*/ 6559341 h 6858000"/>
              <a:gd name="connsiteX342" fmla="*/ 4778333 w 7467600"/>
              <a:gd name="connsiteY342" fmla="*/ 5873626 h 6858000"/>
              <a:gd name="connsiteX343" fmla="*/ 5414185 w 7467600"/>
              <a:gd name="connsiteY343" fmla="*/ 5573882 h 6858000"/>
              <a:gd name="connsiteX344" fmla="*/ 5959648 w 7467600"/>
              <a:gd name="connsiteY344" fmla="*/ 4760797 h 6858000"/>
              <a:gd name="connsiteX345" fmla="*/ 5355019 w 7467600"/>
              <a:gd name="connsiteY345" fmla="*/ 4734672 h 6858000"/>
              <a:gd name="connsiteX346" fmla="*/ 5083565 w 7467600"/>
              <a:gd name="connsiteY346" fmla="*/ 5179121 h 6858000"/>
              <a:gd name="connsiteX347" fmla="*/ 4713577 w 7467600"/>
              <a:gd name="connsiteY347" fmla="*/ 5616803 h 6858000"/>
              <a:gd name="connsiteX348" fmla="*/ 3989559 w 7467600"/>
              <a:gd name="connsiteY348" fmla="*/ 6145945 h 6858000"/>
              <a:gd name="connsiteX349" fmla="*/ 3939824 w 7467600"/>
              <a:gd name="connsiteY349" fmla="*/ 6066900 h 6858000"/>
              <a:gd name="connsiteX350" fmla="*/ 4584537 w 7467600"/>
              <a:gd name="connsiteY350" fmla="*/ 5324826 h 6858000"/>
              <a:gd name="connsiteX351" fmla="*/ 5037105 w 7467600"/>
              <a:gd name="connsiteY351" fmla="*/ 5088765 h 6858000"/>
              <a:gd name="connsiteX352" fmla="*/ 5039930 w 7467600"/>
              <a:gd name="connsiteY352" fmla="*/ 5089585 h 6858000"/>
              <a:gd name="connsiteX353" fmla="*/ 5263764 w 7467600"/>
              <a:gd name="connsiteY353" fmla="*/ 4735525 h 6858000"/>
              <a:gd name="connsiteX354" fmla="*/ 4086300 w 7467600"/>
              <a:gd name="connsiteY354" fmla="*/ 4884599 h 6858000"/>
              <a:gd name="connsiteX355" fmla="*/ 4085485 w 7467600"/>
              <a:gd name="connsiteY355" fmla="*/ 4899070 h 6858000"/>
              <a:gd name="connsiteX356" fmla="*/ 3871915 w 7467600"/>
              <a:gd name="connsiteY356" fmla="*/ 5253645 h 6858000"/>
              <a:gd name="connsiteX357" fmla="*/ 3799374 w 7467600"/>
              <a:gd name="connsiteY357" fmla="*/ 5466127 h 6858000"/>
              <a:gd name="connsiteX358" fmla="*/ 3498850 w 7467600"/>
              <a:gd name="connsiteY358" fmla="*/ 6661888 h 6858000"/>
              <a:gd name="connsiteX359" fmla="*/ 3399216 w 7467600"/>
              <a:gd name="connsiteY359" fmla="*/ 6858000 h 6858000"/>
              <a:gd name="connsiteX360" fmla="*/ 3303688 w 7467600"/>
              <a:gd name="connsiteY360" fmla="*/ 6858000 h 6858000"/>
              <a:gd name="connsiteX361" fmla="*/ 3391774 w 7467600"/>
              <a:gd name="connsiteY361" fmla="*/ 6697181 h 6858000"/>
              <a:gd name="connsiteX362" fmla="*/ 3735540 w 7467600"/>
              <a:gd name="connsiteY362" fmla="*/ 5546923 h 6858000"/>
              <a:gd name="connsiteX363" fmla="*/ 3729438 w 7467600"/>
              <a:gd name="connsiteY363" fmla="*/ 5569058 h 6858000"/>
              <a:gd name="connsiteX364" fmla="*/ 3707782 w 7467600"/>
              <a:gd name="connsiteY364" fmla="*/ 5644908 h 6858000"/>
              <a:gd name="connsiteX365" fmla="*/ 3583827 w 7467600"/>
              <a:gd name="connsiteY365" fmla="*/ 6039215 h 6858000"/>
              <a:gd name="connsiteX366" fmla="*/ 3547861 w 7467600"/>
              <a:gd name="connsiteY366" fmla="*/ 6129609 h 6858000"/>
              <a:gd name="connsiteX367" fmla="*/ 3490905 w 7467600"/>
              <a:gd name="connsiteY367" fmla="*/ 6277660 h 6858000"/>
              <a:gd name="connsiteX368" fmla="*/ 3455859 w 7467600"/>
              <a:gd name="connsiteY368" fmla="*/ 6391301 h 6858000"/>
              <a:gd name="connsiteX369" fmla="*/ 3429112 w 7467600"/>
              <a:gd name="connsiteY369" fmla="*/ 6479469 h 6858000"/>
              <a:gd name="connsiteX370" fmla="*/ 3304862 w 7467600"/>
              <a:gd name="connsiteY370" fmla="*/ 6796476 h 6858000"/>
              <a:gd name="connsiteX371" fmla="*/ 3276071 w 7467600"/>
              <a:gd name="connsiteY371" fmla="*/ 6858000 h 6858000"/>
              <a:gd name="connsiteX372" fmla="*/ 3240805 w 7467600"/>
              <a:gd name="connsiteY372" fmla="*/ 6858000 h 6858000"/>
              <a:gd name="connsiteX373" fmla="*/ 3275917 w 7467600"/>
              <a:gd name="connsiteY373" fmla="*/ 6783192 h 6858000"/>
              <a:gd name="connsiteX374" fmla="*/ 3399358 w 7467600"/>
              <a:gd name="connsiteY374" fmla="*/ 6469011 h 6858000"/>
              <a:gd name="connsiteX375" fmla="*/ 3425650 w 7467600"/>
              <a:gd name="connsiteY375" fmla="*/ 6381333 h 6858000"/>
              <a:gd name="connsiteX376" fmla="*/ 3460661 w 7467600"/>
              <a:gd name="connsiteY376" fmla="*/ 6266763 h 6858000"/>
              <a:gd name="connsiteX377" fmla="*/ 3518021 w 7467600"/>
              <a:gd name="connsiteY377" fmla="*/ 6117298 h 6858000"/>
              <a:gd name="connsiteX378" fmla="*/ 3554035 w 7467600"/>
              <a:gd name="connsiteY378" fmla="*/ 6027832 h 6858000"/>
              <a:gd name="connsiteX379" fmla="*/ 3677174 w 7467600"/>
              <a:gd name="connsiteY379" fmla="*/ 5636351 h 6858000"/>
              <a:gd name="connsiteX380" fmla="*/ 3698819 w 7467600"/>
              <a:gd name="connsiteY380" fmla="*/ 5560503 h 6858000"/>
              <a:gd name="connsiteX381" fmla="*/ 3702094 w 7467600"/>
              <a:gd name="connsiteY381" fmla="*/ 5549194 h 6858000"/>
              <a:gd name="connsiteX382" fmla="*/ 3398355 w 7467600"/>
              <a:gd name="connsiteY382" fmla="*/ 6094603 h 6858000"/>
              <a:gd name="connsiteX383" fmla="*/ 3193941 w 7467600"/>
              <a:gd name="connsiteY383" fmla="*/ 6798775 h 6858000"/>
              <a:gd name="connsiteX384" fmla="*/ 3184140 w 7467600"/>
              <a:gd name="connsiteY384" fmla="*/ 6858000 h 6858000"/>
              <a:gd name="connsiteX385" fmla="*/ 3099978 w 7467600"/>
              <a:gd name="connsiteY385" fmla="*/ 6858000 h 6858000"/>
              <a:gd name="connsiteX386" fmla="*/ 3101556 w 7467600"/>
              <a:gd name="connsiteY386" fmla="*/ 6843337 h 6858000"/>
              <a:gd name="connsiteX387" fmla="*/ 3370162 w 7467600"/>
              <a:gd name="connsiteY387" fmla="*/ 5785550 h 6858000"/>
              <a:gd name="connsiteX388" fmla="*/ 3746477 w 7467600"/>
              <a:gd name="connsiteY388" fmla="*/ 5377889 h 6858000"/>
              <a:gd name="connsiteX389" fmla="*/ 3863399 w 7467600"/>
              <a:gd name="connsiteY389" fmla="*/ 5087257 h 6858000"/>
              <a:gd name="connsiteX390" fmla="*/ 3968712 w 7467600"/>
              <a:gd name="connsiteY390" fmla="*/ 4913989 h 6858000"/>
              <a:gd name="connsiteX391" fmla="*/ 2792390 w 7467600"/>
              <a:gd name="connsiteY391" fmla="*/ 5382974 h 6858000"/>
              <a:gd name="connsiteX392" fmla="*/ 2714982 w 7467600"/>
              <a:gd name="connsiteY392" fmla="*/ 5427051 h 6858000"/>
              <a:gd name="connsiteX393" fmla="*/ 2813361 w 7467600"/>
              <a:gd name="connsiteY393" fmla="*/ 6023912 h 6858000"/>
              <a:gd name="connsiteX394" fmla="*/ 2688430 w 7467600"/>
              <a:gd name="connsiteY394" fmla="*/ 6801564 h 6858000"/>
              <a:gd name="connsiteX395" fmla="*/ 2629626 w 7467600"/>
              <a:gd name="connsiteY395" fmla="*/ 6763394 h 6858000"/>
              <a:gd name="connsiteX396" fmla="*/ 2565328 w 7467600"/>
              <a:gd name="connsiteY396" fmla="*/ 5516399 h 6858000"/>
              <a:gd name="connsiteX397" fmla="*/ 1922999 w 7467600"/>
              <a:gd name="connsiteY397" fmla="*/ 5980343 h 6858000"/>
              <a:gd name="connsiteX398" fmla="*/ 1950261 w 7467600"/>
              <a:gd name="connsiteY398" fmla="*/ 6405858 h 6858000"/>
              <a:gd name="connsiteX399" fmla="*/ 2365554 w 7467600"/>
              <a:gd name="connsiteY399" fmla="*/ 6759107 h 6858000"/>
              <a:gd name="connsiteX400" fmla="*/ 2424142 w 7467600"/>
              <a:gd name="connsiteY400" fmla="*/ 6858000 h 6858000"/>
              <a:gd name="connsiteX401" fmla="*/ 2395994 w 7467600"/>
              <a:gd name="connsiteY401" fmla="*/ 6858000 h 6858000"/>
              <a:gd name="connsiteX402" fmla="*/ 2392863 w 7467600"/>
              <a:gd name="connsiteY402" fmla="*/ 6852964 h 6858000"/>
              <a:gd name="connsiteX403" fmla="*/ 2017589 w 7467600"/>
              <a:gd name="connsiteY403" fmla="*/ 6493982 h 6858000"/>
              <a:gd name="connsiteX404" fmla="*/ 2147336 w 7467600"/>
              <a:gd name="connsiteY404" fmla="*/ 6594052 h 6858000"/>
              <a:gd name="connsiteX405" fmla="*/ 2207047 w 7467600"/>
              <a:gd name="connsiteY405" fmla="*/ 6654540 h 6858000"/>
              <a:gd name="connsiteX406" fmla="*/ 2299106 w 7467600"/>
              <a:gd name="connsiteY406" fmla="*/ 6778931 h 6858000"/>
              <a:gd name="connsiteX407" fmla="*/ 2314430 w 7467600"/>
              <a:gd name="connsiteY407" fmla="*/ 6801144 h 6858000"/>
              <a:gd name="connsiteX408" fmla="*/ 2352406 w 7467600"/>
              <a:gd name="connsiteY408" fmla="*/ 6858000 h 6858000"/>
              <a:gd name="connsiteX409" fmla="*/ 2314492 w 7467600"/>
              <a:gd name="connsiteY409" fmla="*/ 6858000 h 6858000"/>
              <a:gd name="connsiteX410" fmla="*/ 2288095 w 7467600"/>
              <a:gd name="connsiteY410" fmla="*/ 6818030 h 6858000"/>
              <a:gd name="connsiteX411" fmla="*/ 2272768 w 7467600"/>
              <a:gd name="connsiteY411" fmla="*/ 6795822 h 6858000"/>
              <a:gd name="connsiteX412" fmla="*/ 2182715 w 7467600"/>
              <a:gd name="connsiteY412" fmla="*/ 6675071 h 6858000"/>
              <a:gd name="connsiteX413" fmla="*/ 2032061 w 7467600"/>
              <a:gd name="connsiteY413" fmla="*/ 6541380 h 6858000"/>
              <a:gd name="connsiteX414" fmla="*/ 2257220 w 7467600"/>
              <a:gd name="connsiteY414" fmla="*/ 6826257 h 6858000"/>
              <a:gd name="connsiteX415" fmla="*/ 2281324 w 7467600"/>
              <a:gd name="connsiteY415" fmla="*/ 6858000 h 6858000"/>
              <a:gd name="connsiteX416" fmla="*/ 2242860 w 7467600"/>
              <a:gd name="connsiteY416" fmla="*/ 6858000 h 6858000"/>
              <a:gd name="connsiteX417" fmla="*/ 2232818 w 7467600"/>
              <a:gd name="connsiteY417" fmla="*/ 6844926 h 6858000"/>
              <a:gd name="connsiteX418" fmla="*/ 1990172 w 7467600"/>
              <a:gd name="connsiteY418" fmla="*/ 6542121 h 6858000"/>
              <a:gd name="connsiteX419" fmla="*/ 2124090 w 7467600"/>
              <a:gd name="connsiteY419" fmla="*/ 6761017 h 6858000"/>
              <a:gd name="connsiteX420" fmla="*/ 2200380 w 7467600"/>
              <a:gd name="connsiteY420" fmla="*/ 6858000 h 6858000"/>
              <a:gd name="connsiteX421" fmla="*/ 2147507 w 7467600"/>
              <a:gd name="connsiteY421" fmla="*/ 6858000 h 6858000"/>
              <a:gd name="connsiteX422" fmla="*/ 2070668 w 7467600"/>
              <a:gd name="connsiteY422" fmla="*/ 6761520 h 6858000"/>
              <a:gd name="connsiteX423" fmla="*/ 1975142 w 7467600"/>
              <a:gd name="connsiteY423" fmla="*/ 6585570 h 6858000"/>
              <a:gd name="connsiteX424" fmla="*/ 2050035 w 7467600"/>
              <a:gd name="connsiteY424" fmla="*/ 6813345 h 6858000"/>
              <a:gd name="connsiteX425" fmla="*/ 2063025 w 7467600"/>
              <a:gd name="connsiteY425" fmla="*/ 6858000 h 6858000"/>
              <a:gd name="connsiteX426" fmla="*/ 2021675 w 7467600"/>
              <a:gd name="connsiteY426" fmla="*/ 6858000 h 6858000"/>
              <a:gd name="connsiteX427" fmla="*/ 2019308 w 7467600"/>
              <a:gd name="connsiteY427" fmla="*/ 6847118 h 6858000"/>
              <a:gd name="connsiteX428" fmla="*/ 1938835 w 7467600"/>
              <a:gd name="connsiteY428" fmla="*/ 6551160 h 6858000"/>
              <a:gd name="connsiteX429" fmla="*/ 1953230 w 7467600"/>
              <a:gd name="connsiteY429" fmla="*/ 6759699 h 6858000"/>
              <a:gd name="connsiteX430" fmla="*/ 1956763 w 7467600"/>
              <a:gd name="connsiteY430" fmla="*/ 6778191 h 6858000"/>
              <a:gd name="connsiteX431" fmla="*/ 1967925 w 7467600"/>
              <a:gd name="connsiteY431" fmla="*/ 6858000 h 6858000"/>
              <a:gd name="connsiteX432" fmla="*/ 1936622 w 7467600"/>
              <a:gd name="connsiteY432" fmla="*/ 6858000 h 6858000"/>
              <a:gd name="connsiteX433" fmla="*/ 1926261 w 7467600"/>
              <a:gd name="connsiteY433" fmla="*/ 6784064 h 6858000"/>
              <a:gd name="connsiteX434" fmla="*/ 1922724 w 7467600"/>
              <a:gd name="connsiteY434" fmla="*/ 6765577 h 6858000"/>
              <a:gd name="connsiteX435" fmla="*/ 1904650 w 7467600"/>
              <a:gd name="connsiteY435" fmla="*/ 6639616 h 6858000"/>
              <a:gd name="connsiteX436" fmla="*/ 1885273 w 7467600"/>
              <a:gd name="connsiteY436" fmla="*/ 6858000 h 6858000"/>
              <a:gd name="connsiteX437" fmla="*/ 1854363 w 7467600"/>
              <a:gd name="connsiteY437" fmla="*/ 6858000 h 6858000"/>
              <a:gd name="connsiteX438" fmla="*/ 1880391 w 7467600"/>
              <a:gd name="connsiteY438" fmla="*/ 6603796 h 6858000"/>
              <a:gd name="connsiteX439" fmla="*/ 1818273 w 7467600"/>
              <a:gd name="connsiteY439" fmla="*/ 6715729 h 6858000"/>
              <a:gd name="connsiteX440" fmla="*/ 1794691 w 7467600"/>
              <a:gd name="connsiteY440" fmla="*/ 6843239 h 6858000"/>
              <a:gd name="connsiteX441" fmla="*/ 1794914 w 7467600"/>
              <a:gd name="connsiteY441" fmla="*/ 6858000 h 6858000"/>
              <a:gd name="connsiteX442" fmla="*/ 1746128 w 7467600"/>
              <a:gd name="connsiteY442" fmla="*/ 6858000 h 6858000"/>
              <a:gd name="connsiteX443" fmla="*/ 1753934 w 7467600"/>
              <a:gd name="connsiteY443" fmla="*/ 6724796 h 6858000"/>
              <a:gd name="connsiteX444" fmla="*/ 1792053 w 7467600"/>
              <a:gd name="connsiteY444" fmla="*/ 6572396 h 6858000"/>
              <a:gd name="connsiteX445" fmla="*/ 1862248 w 7467600"/>
              <a:gd name="connsiteY445" fmla="*/ 6266397 h 6858000"/>
              <a:gd name="connsiteX446" fmla="*/ 1862250 w 7467600"/>
              <a:gd name="connsiteY446" fmla="*/ 6033531 h 6858000"/>
              <a:gd name="connsiteX447" fmla="*/ 1211999 w 7467600"/>
              <a:gd name="connsiteY447" fmla="*/ 6683610 h 6858000"/>
              <a:gd name="connsiteX448" fmla="*/ 1213266 w 7467600"/>
              <a:gd name="connsiteY448" fmla="*/ 6691947 h 6858000"/>
              <a:gd name="connsiteX449" fmla="*/ 1203370 w 7467600"/>
              <a:gd name="connsiteY449" fmla="*/ 6850676 h 6858000"/>
              <a:gd name="connsiteX450" fmla="*/ 1203671 w 7467600"/>
              <a:gd name="connsiteY450" fmla="*/ 6858000 h 6858000"/>
              <a:gd name="connsiteX451" fmla="*/ 1143180 w 7467600"/>
              <a:gd name="connsiteY451" fmla="*/ 6858000 h 6858000"/>
              <a:gd name="connsiteX452" fmla="*/ 1142176 w 7467600"/>
              <a:gd name="connsiteY452" fmla="*/ 6766045 h 6858000"/>
              <a:gd name="connsiteX453" fmla="*/ 1067484 w 7467600"/>
              <a:gd name="connsiteY453" fmla="*/ 6858000 h 6858000"/>
              <a:gd name="connsiteX454" fmla="*/ 953928 w 7467600"/>
              <a:gd name="connsiteY454" fmla="*/ 6858000 h 6858000"/>
              <a:gd name="connsiteX455" fmla="*/ 959715 w 7467600"/>
              <a:gd name="connsiteY455" fmla="*/ 6850185 h 6858000"/>
              <a:gd name="connsiteX456" fmla="*/ 1483788 w 7467600"/>
              <a:gd name="connsiteY456" fmla="*/ 6259174 h 6858000"/>
              <a:gd name="connsiteX457" fmla="*/ 1100671 w 7467600"/>
              <a:gd name="connsiteY457" fmla="*/ 6252137 h 6858000"/>
              <a:gd name="connsiteX458" fmla="*/ 1090144 w 7467600"/>
              <a:gd name="connsiteY458" fmla="*/ 6256748 h 6858000"/>
              <a:gd name="connsiteX459" fmla="*/ 1095872 w 7467600"/>
              <a:gd name="connsiteY459" fmla="*/ 6271892 h 6858000"/>
              <a:gd name="connsiteX460" fmla="*/ 262785 w 7467600"/>
              <a:gd name="connsiteY460" fmla="*/ 6845450 h 6858000"/>
              <a:gd name="connsiteX461" fmla="*/ 209968 w 7467600"/>
              <a:gd name="connsiteY461" fmla="*/ 6770713 h 6858000"/>
              <a:gd name="connsiteX462" fmla="*/ 873460 w 7467600"/>
              <a:gd name="connsiteY462" fmla="*/ 6253768 h 6858000"/>
              <a:gd name="connsiteX463" fmla="*/ 192686 w 7467600"/>
              <a:gd name="connsiteY463" fmla="*/ 5849257 h 6858000"/>
              <a:gd name="connsiteX464" fmla="*/ 4696 w 7467600"/>
              <a:gd name="connsiteY464" fmla="*/ 5697668 h 6858000"/>
              <a:gd name="connsiteX465" fmla="*/ 0 w 7467600"/>
              <a:gd name="connsiteY465" fmla="*/ 5689984 h 6858000"/>
              <a:gd name="connsiteX466" fmla="*/ 0 w 7467600"/>
              <a:gd name="connsiteY466" fmla="*/ 5513472 h 6858000"/>
              <a:gd name="connsiteX467" fmla="*/ 174101 w 7467600"/>
              <a:gd name="connsiteY467" fmla="*/ 5620277 h 6858000"/>
              <a:gd name="connsiteX468" fmla="*/ 891800 w 7467600"/>
              <a:gd name="connsiteY468" fmla="*/ 6036935 h 6858000"/>
              <a:gd name="connsiteX469" fmla="*/ 1072219 w 7467600"/>
              <a:gd name="connsiteY469" fmla="*/ 6169443 h 6858000"/>
              <a:gd name="connsiteX470" fmla="*/ 1074117 w 7467600"/>
              <a:gd name="connsiteY470" fmla="*/ 6170301 h 6858000"/>
              <a:gd name="connsiteX471" fmla="*/ 1083114 w 7467600"/>
              <a:gd name="connsiteY471" fmla="*/ 6174131 h 6858000"/>
              <a:gd name="connsiteX472" fmla="*/ 1543010 w 7467600"/>
              <a:gd name="connsiteY472" fmla="*/ 6191140 h 6858000"/>
              <a:gd name="connsiteX473" fmla="*/ 1551080 w 7467600"/>
              <a:gd name="connsiteY473" fmla="*/ 6195006 h 6858000"/>
              <a:gd name="connsiteX474" fmla="*/ 2345443 w 7467600"/>
              <a:gd name="connsiteY474" fmla="*/ 5549882 h 6858000"/>
              <a:gd name="connsiteX475" fmla="*/ 1721499 w 7467600"/>
              <a:gd name="connsiteY475" fmla="*/ 5599969 h 6858000"/>
              <a:gd name="connsiteX476" fmla="*/ 767716 w 7467600"/>
              <a:gd name="connsiteY476" fmla="*/ 5472768 h 6858000"/>
              <a:gd name="connsiteX477" fmla="*/ 722147 w 7467600"/>
              <a:gd name="connsiteY477" fmla="*/ 5393091 h 6858000"/>
              <a:gd name="connsiteX478" fmla="*/ 1485552 w 7467600"/>
              <a:gd name="connsiteY478" fmla="*/ 5313202 h 6858000"/>
              <a:gd name="connsiteX479" fmla="*/ 2143004 w 7467600"/>
              <a:gd name="connsiteY479" fmla="*/ 5402420 h 6858000"/>
              <a:gd name="connsiteX480" fmla="*/ 1933391 w 7467600"/>
              <a:gd name="connsiteY480" fmla="*/ 5156971 h 6858000"/>
              <a:gd name="connsiteX481" fmla="*/ 1827118 w 7467600"/>
              <a:gd name="connsiteY481" fmla="*/ 4968410 h 6858000"/>
              <a:gd name="connsiteX482" fmla="*/ 1837349 w 7467600"/>
              <a:gd name="connsiteY482" fmla="*/ 4956357 h 6858000"/>
              <a:gd name="connsiteX483" fmla="*/ 2162835 w 7467600"/>
              <a:gd name="connsiteY483" fmla="*/ 5187853 h 6858000"/>
              <a:gd name="connsiteX484" fmla="*/ 2257167 w 7467600"/>
              <a:gd name="connsiteY484" fmla="*/ 5462123 h 6858000"/>
              <a:gd name="connsiteX485" fmla="*/ 2261598 w 7467600"/>
              <a:gd name="connsiteY485" fmla="*/ 5467998 h 6858000"/>
              <a:gd name="connsiteX486" fmla="*/ 2437177 w 7467600"/>
              <a:gd name="connsiteY486" fmla="*/ 5479608 h 6858000"/>
              <a:gd name="connsiteX487" fmla="*/ 2445247 w 7467600"/>
              <a:gd name="connsiteY487" fmla="*/ 5483476 h 6858000"/>
              <a:gd name="connsiteX488" fmla="*/ 2743626 w 7467600"/>
              <a:gd name="connsiteY488" fmla="*/ 5304819 h 6858000"/>
              <a:gd name="connsiteX489" fmla="*/ 3048102 w 7467600"/>
              <a:gd name="connsiteY489" fmla="*/ 5150595 h 6858000"/>
              <a:gd name="connsiteX490" fmla="*/ 1799414 w 7467600"/>
              <a:gd name="connsiteY490" fmla="*/ 4694732 h 6858000"/>
              <a:gd name="connsiteX491" fmla="*/ 1771735 w 7467600"/>
              <a:gd name="connsiteY491" fmla="*/ 4619929 h 6858000"/>
              <a:gd name="connsiteX492" fmla="*/ 3104273 w 7467600"/>
              <a:gd name="connsiteY492" fmla="*/ 5076159 h 6858000"/>
              <a:gd name="connsiteX493" fmla="*/ 3113245 w 7467600"/>
              <a:gd name="connsiteY493" fmla="*/ 5090705 h 6858000"/>
              <a:gd name="connsiteX494" fmla="*/ 3126294 w 7467600"/>
              <a:gd name="connsiteY494" fmla="*/ 5114400 h 6858000"/>
              <a:gd name="connsiteX495" fmla="*/ 3937433 w 7467600"/>
              <a:gd name="connsiteY495" fmla="*/ 4830473 h 6858000"/>
              <a:gd name="connsiteX496" fmla="*/ 3590475 w 7467600"/>
              <a:gd name="connsiteY496" fmla="*/ 4597974 h 6858000"/>
              <a:gd name="connsiteX497" fmla="*/ 3100264 w 7467600"/>
              <a:gd name="connsiteY497" fmla="*/ 4579845 h 6858000"/>
              <a:gd name="connsiteX498" fmla="*/ 2183576 w 7467600"/>
              <a:gd name="connsiteY498" fmla="*/ 4227150 h 6858000"/>
              <a:gd name="connsiteX499" fmla="*/ 2151029 w 7467600"/>
              <a:gd name="connsiteY499" fmla="*/ 4146947 h 6858000"/>
              <a:gd name="connsiteX500" fmla="*/ 3563434 w 7467600"/>
              <a:gd name="connsiteY500" fmla="*/ 4469115 h 6858000"/>
              <a:gd name="connsiteX501" fmla="*/ 3177952 w 7467600"/>
              <a:gd name="connsiteY501" fmla="*/ 3657386 h 6858000"/>
              <a:gd name="connsiteX502" fmla="*/ 3189263 w 7467600"/>
              <a:gd name="connsiteY502" fmla="*/ 3625726 h 6858000"/>
              <a:gd name="connsiteX503" fmla="*/ 3560912 w 7467600"/>
              <a:gd name="connsiteY503" fmla="*/ 4079863 h 6858000"/>
              <a:gd name="connsiteX504" fmla="*/ 3626636 w 7467600"/>
              <a:gd name="connsiteY504" fmla="*/ 4512230 h 6858000"/>
              <a:gd name="connsiteX505" fmla="*/ 3653088 w 7467600"/>
              <a:gd name="connsiteY505" fmla="*/ 4521417 h 6858000"/>
              <a:gd name="connsiteX506" fmla="*/ 3988128 w 7467600"/>
              <a:gd name="connsiteY506" fmla="*/ 4817267 h 6858000"/>
              <a:gd name="connsiteX507" fmla="*/ 4830582 w 7467600"/>
              <a:gd name="connsiteY507" fmla="*/ 4676000 h 6858000"/>
              <a:gd name="connsiteX508" fmla="*/ 4830100 w 7467600"/>
              <a:gd name="connsiteY508" fmla="*/ 4675554 h 6858000"/>
              <a:gd name="connsiteX509" fmla="*/ 4036318 w 7467600"/>
              <a:gd name="connsiteY509" fmla="*/ 4147013 h 6858000"/>
              <a:gd name="connsiteX510" fmla="*/ 3432098 w 7467600"/>
              <a:gd name="connsiteY510" fmla="*/ 3537312 h 6858000"/>
              <a:gd name="connsiteX511" fmla="*/ 3446761 w 7467600"/>
              <a:gd name="connsiteY511" fmla="*/ 3461278 h 6858000"/>
              <a:gd name="connsiteX512" fmla="*/ 4419733 w 7467600"/>
              <a:gd name="connsiteY512" fmla="*/ 3963555 h 6858000"/>
              <a:gd name="connsiteX513" fmla="*/ 4781371 w 7467600"/>
              <a:gd name="connsiteY513" fmla="*/ 4458604 h 6858000"/>
              <a:gd name="connsiteX514" fmla="*/ 4780440 w 7467600"/>
              <a:gd name="connsiteY514" fmla="*/ 4470290 h 6858000"/>
              <a:gd name="connsiteX515" fmla="*/ 4898954 w 7467600"/>
              <a:gd name="connsiteY515" fmla="*/ 4662092 h 6858000"/>
              <a:gd name="connsiteX516" fmla="*/ 4900699 w 7467600"/>
              <a:gd name="connsiteY516" fmla="*/ 4670867 h 6858000"/>
              <a:gd name="connsiteX517" fmla="*/ 5714511 w 7467600"/>
              <a:gd name="connsiteY517" fmla="*/ 4663483 h 6858000"/>
              <a:gd name="connsiteX518" fmla="*/ 5464793 w 7467600"/>
              <a:gd name="connsiteY518" fmla="*/ 4393556 h 6858000"/>
              <a:gd name="connsiteX519" fmla="*/ 5461897 w 7467600"/>
              <a:gd name="connsiteY519" fmla="*/ 4390879 h 6858000"/>
              <a:gd name="connsiteX520" fmla="*/ 4294126 w 7467600"/>
              <a:gd name="connsiteY520" fmla="*/ 3303048 h 6858000"/>
              <a:gd name="connsiteX521" fmla="*/ 4305321 w 7467600"/>
              <a:gd name="connsiteY521" fmla="*/ 3256953 h 6858000"/>
              <a:gd name="connsiteX522" fmla="*/ 4949299 w 7467600"/>
              <a:gd name="connsiteY522" fmla="*/ 3766336 h 6858000"/>
              <a:gd name="connsiteX523" fmla="*/ 5291452 w 7467600"/>
              <a:gd name="connsiteY523" fmla="*/ 4076801 h 6858000"/>
              <a:gd name="connsiteX524" fmla="*/ 5434998 w 7467600"/>
              <a:gd name="connsiteY524" fmla="*/ 4254100 h 6858000"/>
              <a:gd name="connsiteX525" fmla="*/ 5351015 w 7467600"/>
              <a:gd name="connsiteY525" fmla="*/ 3760989 h 6858000"/>
              <a:gd name="connsiteX526" fmla="*/ 5413780 w 7467600"/>
              <a:gd name="connsiteY526" fmla="*/ 2966265 h 6858000"/>
              <a:gd name="connsiteX527" fmla="*/ 5425627 w 7467600"/>
              <a:gd name="connsiteY527" fmla="*/ 2954192 h 6858000"/>
              <a:gd name="connsiteX528" fmla="*/ 6604735 w 7467600"/>
              <a:gd name="connsiteY528" fmla="*/ 2041381 h 6858000"/>
              <a:gd name="connsiteX529" fmla="*/ 7204487 w 7467600"/>
              <a:gd name="connsiteY529" fmla="*/ 2742112 h 6858000"/>
              <a:gd name="connsiteX530" fmla="*/ 7131592 w 7467600"/>
              <a:gd name="connsiteY530" fmla="*/ 2672096 h 6858000"/>
              <a:gd name="connsiteX531" fmla="*/ 6996344 w 7467600"/>
              <a:gd name="connsiteY531" fmla="*/ 2518310 h 6858000"/>
              <a:gd name="connsiteX532" fmla="*/ 6735495 w 7467600"/>
              <a:gd name="connsiteY532" fmla="*/ 2196890 h 6858000"/>
              <a:gd name="connsiteX533" fmla="*/ 6721901 w 7467600"/>
              <a:gd name="connsiteY533" fmla="*/ 2179274 h 6858000"/>
              <a:gd name="connsiteX534" fmla="*/ 6604735 w 7467600"/>
              <a:gd name="connsiteY534" fmla="*/ 2041381 h 6858000"/>
              <a:gd name="connsiteX535" fmla="*/ 6591670 w 7467600"/>
              <a:gd name="connsiteY535" fmla="*/ 1988277 h 6858000"/>
              <a:gd name="connsiteX536" fmla="*/ 6747349 w 7467600"/>
              <a:gd name="connsiteY536" fmla="*/ 2160069 h 6858000"/>
              <a:gd name="connsiteX537" fmla="*/ 6760943 w 7467600"/>
              <a:gd name="connsiteY537" fmla="*/ 2177686 h 6858000"/>
              <a:gd name="connsiteX538" fmla="*/ 7021065 w 7467600"/>
              <a:gd name="connsiteY538" fmla="*/ 2498102 h 6858000"/>
              <a:gd name="connsiteX539" fmla="*/ 7155223 w 7467600"/>
              <a:gd name="connsiteY539" fmla="*/ 2650386 h 6858000"/>
              <a:gd name="connsiteX540" fmla="*/ 7203167 w 7467600"/>
              <a:gd name="connsiteY540" fmla="*/ 2697288 h 6858000"/>
              <a:gd name="connsiteX541" fmla="*/ 6937703 w 7467600"/>
              <a:gd name="connsiteY541" fmla="*/ 2321981 h 6858000"/>
              <a:gd name="connsiteX542" fmla="*/ 6591670 w 7467600"/>
              <a:gd name="connsiteY542" fmla="*/ 1988277 h 6858000"/>
              <a:gd name="connsiteX543" fmla="*/ 5798671 w 7467600"/>
              <a:gd name="connsiteY543" fmla="*/ 1981601 h 6858000"/>
              <a:gd name="connsiteX544" fmla="*/ 5754709 w 7467600"/>
              <a:gd name="connsiteY544" fmla="*/ 2071454 h 6858000"/>
              <a:gd name="connsiteX545" fmla="*/ 5763044 w 7467600"/>
              <a:gd name="connsiteY545" fmla="*/ 2842206 h 6858000"/>
              <a:gd name="connsiteX546" fmla="*/ 5764974 w 7467600"/>
              <a:gd name="connsiteY546" fmla="*/ 2799609 h 6858000"/>
              <a:gd name="connsiteX547" fmla="*/ 5767665 w 7467600"/>
              <a:gd name="connsiteY547" fmla="*/ 2666409 h 6858000"/>
              <a:gd name="connsiteX548" fmla="*/ 5763055 w 7467600"/>
              <a:gd name="connsiteY548" fmla="*/ 2579705 h 6858000"/>
              <a:gd name="connsiteX549" fmla="*/ 5758079 w 7467600"/>
              <a:gd name="connsiteY549" fmla="*/ 2492508 h 6858000"/>
              <a:gd name="connsiteX550" fmla="*/ 5779325 w 7467600"/>
              <a:gd name="connsiteY550" fmla="*/ 2197069 h 6858000"/>
              <a:gd name="connsiteX551" fmla="*/ 5798671 w 7467600"/>
              <a:gd name="connsiteY551" fmla="*/ 1981601 h 6858000"/>
              <a:gd name="connsiteX552" fmla="*/ 5829202 w 7467600"/>
              <a:gd name="connsiteY552" fmla="*/ 1971679 h 6858000"/>
              <a:gd name="connsiteX553" fmla="*/ 5809558 w 7467600"/>
              <a:gd name="connsiteY553" fmla="*/ 2198043 h 6858000"/>
              <a:gd name="connsiteX554" fmla="*/ 5788653 w 7467600"/>
              <a:gd name="connsiteY554" fmla="*/ 2489430 h 6858000"/>
              <a:gd name="connsiteX555" fmla="*/ 5793439 w 7467600"/>
              <a:gd name="connsiteY555" fmla="*/ 2575235 h 6858000"/>
              <a:gd name="connsiteX556" fmla="*/ 5796837 w 7467600"/>
              <a:gd name="connsiteY556" fmla="*/ 2637633 h 6858000"/>
              <a:gd name="connsiteX557" fmla="*/ 5818614 w 7467600"/>
              <a:gd name="connsiteY557" fmla="*/ 2473055 h 6858000"/>
              <a:gd name="connsiteX558" fmla="*/ 5829202 w 7467600"/>
              <a:gd name="connsiteY558" fmla="*/ 1971679 h 6858000"/>
              <a:gd name="connsiteX559" fmla="*/ 5911389 w 7467600"/>
              <a:gd name="connsiteY559" fmla="*/ 1898371 h 6858000"/>
              <a:gd name="connsiteX560" fmla="*/ 6237627 w 7467600"/>
              <a:gd name="connsiteY560" fmla="*/ 2231921 h 6858000"/>
              <a:gd name="connsiteX561" fmla="*/ 5911389 w 7467600"/>
              <a:gd name="connsiteY561" fmla="*/ 1898371 h 6858000"/>
              <a:gd name="connsiteX562" fmla="*/ 6944437 w 7467600"/>
              <a:gd name="connsiteY562" fmla="*/ 1575402 h 6858000"/>
              <a:gd name="connsiteX563" fmla="*/ 6304730 w 7467600"/>
              <a:gd name="connsiteY563" fmla="*/ 1766654 h 6858000"/>
              <a:gd name="connsiteX564" fmla="*/ 6944437 w 7467600"/>
              <a:gd name="connsiteY564" fmla="*/ 1575402 h 6858000"/>
              <a:gd name="connsiteX565" fmla="*/ 7019523 w 7467600"/>
              <a:gd name="connsiteY565" fmla="*/ 1519450 h 6858000"/>
              <a:gd name="connsiteX566" fmla="*/ 6298091 w 7467600"/>
              <a:gd name="connsiteY566" fmla="*/ 1737122 h 6858000"/>
              <a:gd name="connsiteX567" fmla="*/ 7019523 w 7467600"/>
              <a:gd name="connsiteY567" fmla="*/ 1519450 h 6858000"/>
              <a:gd name="connsiteX568" fmla="*/ 2399523 w 7467600"/>
              <a:gd name="connsiteY568" fmla="*/ 1428234 h 6858000"/>
              <a:gd name="connsiteX569" fmla="*/ 2224982 w 7467600"/>
              <a:gd name="connsiteY569" fmla="*/ 1826201 h 6858000"/>
              <a:gd name="connsiteX570" fmla="*/ 2096099 w 7467600"/>
              <a:gd name="connsiteY570" fmla="*/ 2345900 h 6858000"/>
              <a:gd name="connsiteX571" fmla="*/ 2283317 w 7467600"/>
              <a:gd name="connsiteY571" fmla="*/ 1796925 h 6858000"/>
              <a:gd name="connsiteX572" fmla="*/ 2399523 w 7467600"/>
              <a:gd name="connsiteY572" fmla="*/ 1428234 h 6858000"/>
              <a:gd name="connsiteX573" fmla="*/ 2448558 w 7467600"/>
              <a:gd name="connsiteY573" fmla="*/ 1373435 h 6858000"/>
              <a:gd name="connsiteX574" fmla="*/ 2312521 w 7467600"/>
              <a:gd name="connsiteY574" fmla="*/ 1806140 h 6858000"/>
              <a:gd name="connsiteX575" fmla="*/ 2127533 w 7467600"/>
              <a:gd name="connsiteY575" fmla="*/ 2348380 h 6858000"/>
              <a:gd name="connsiteX576" fmla="*/ 2358080 w 7467600"/>
              <a:gd name="connsiteY576" fmla="*/ 1866134 h 6858000"/>
              <a:gd name="connsiteX577" fmla="*/ 2407436 w 7467600"/>
              <a:gd name="connsiteY577" fmla="*/ 1651070 h 6858000"/>
              <a:gd name="connsiteX578" fmla="*/ 2448558 w 7467600"/>
              <a:gd name="connsiteY578" fmla="*/ 1373435 h 6858000"/>
              <a:gd name="connsiteX579" fmla="*/ 278707 w 7467600"/>
              <a:gd name="connsiteY579" fmla="*/ 1352270 h 6858000"/>
              <a:gd name="connsiteX580" fmla="*/ 321570 w 7467600"/>
              <a:gd name="connsiteY580" fmla="*/ 1861610 h 6858000"/>
              <a:gd name="connsiteX581" fmla="*/ 294281 w 7467600"/>
              <a:gd name="connsiteY581" fmla="*/ 1440658 h 6858000"/>
              <a:gd name="connsiteX582" fmla="*/ 278707 w 7467600"/>
              <a:gd name="connsiteY582" fmla="*/ 1352270 h 6858000"/>
              <a:gd name="connsiteX583" fmla="*/ 1423821 w 7467600"/>
              <a:gd name="connsiteY583" fmla="*/ 1351958 h 6858000"/>
              <a:gd name="connsiteX584" fmla="*/ 1638521 w 7467600"/>
              <a:gd name="connsiteY584" fmla="*/ 1908470 h 6858000"/>
              <a:gd name="connsiteX585" fmla="*/ 1754199 w 7467600"/>
              <a:gd name="connsiteY585" fmla="*/ 2149284 h 6858000"/>
              <a:gd name="connsiteX586" fmla="*/ 1908359 w 7467600"/>
              <a:gd name="connsiteY586" fmla="*/ 2364988 h 6858000"/>
              <a:gd name="connsiteX587" fmla="*/ 1647661 w 7467600"/>
              <a:gd name="connsiteY587" fmla="*/ 1825945 h 6858000"/>
              <a:gd name="connsiteX588" fmla="*/ 1423821 w 7467600"/>
              <a:gd name="connsiteY588" fmla="*/ 1351958 h 6858000"/>
              <a:gd name="connsiteX589" fmla="*/ 1431890 w 7467600"/>
              <a:gd name="connsiteY589" fmla="*/ 1306475 h 6858000"/>
              <a:gd name="connsiteX590" fmla="*/ 1507597 w 7467600"/>
              <a:gd name="connsiteY590" fmla="*/ 1446132 h 6858000"/>
              <a:gd name="connsiteX591" fmla="*/ 1674586 w 7467600"/>
              <a:gd name="connsiteY591" fmla="*/ 1813832 h 6858000"/>
              <a:gd name="connsiteX592" fmla="*/ 1815950 w 7467600"/>
              <a:gd name="connsiteY592" fmla="*/ 2128564 h 6858000"/>
              <a:gd name="connsiteX593" fmla="*/ 1984242 w 7467600"/>
              <a:gd name="connsiteY593" fmla="*/ 2430829 h 6858000"/>
              <a:gd name="connsiteX594" fmla="*/ 2014023 w 7467600"/>
              <a:gd name="connsiteY594" fmla="*/ 2450995 h 6858000"/>
              <a:gd name="connsiteX595" fmla="*/ 1747337 w 7467600"/>
              <a:gd name="connsiteY595" fmla="*/ 1855264 h 6858000"/>
              <a:gd name="connsiteX596" fmla="*/ 1533749 w 7467600"/>
              <a:gd name="connsiteY596" fmla="*/ 1478656 h 6858000"/>
              <a:gd name="connsiteX597" fmla="*/ 1431890 w 7467600"/>
              <a:gd name="connsiteY597" fmla="*/ 1306475 h 6858000"/>
              <a:gd name="connsiteX598" fmla="*/ 5052692 w 7467600"/>
              <a:gd name="connsiteY598" fmla="*/ 1292994 h 6858000"/>
              <a:gd name="connsiteX599" fmla="*/ 5200661 w 7467600"/>
              <a:gd name="connsiteY599" fmla="*/ 1635186 h 6858000"/>
              <a:gd name="connsiteX600" fmla="*/ 5297138 w 7467600"/>
              <a:gd name="connsiteY600" fmla="*/ 1906351 h 6858000"/>
              <a:gd name="connsiteX601" fmla="*/ 5052692 w 7467600"/>
              <a:gd name="connsiteY601" fmla="*/ 1292994 h 6858000"/>
              <a:gd name="connsiteX602" fmla="*/ 5009948 w 7467600"/>
              <a:gd name="connsiteY602" fmla="*/ 1273619 h 6858000"/>
              <a:gd name="connsiteX603" fmla="*/ 5121777 w 7467600"/>
              <a:gd name="connsiteY603" fmla="*/ 1654213 h 6858000"/>
              <a:gd name="connsiteX604" fmla="*/ 5293545 w 7467600"/>
              <a:gd name="connsiteY604" fmla="*/ 2072247 h 6858000"/>
              <a:gd name="connsiteX605" fmla="*/ 5294042 w 7467600"/>
              <a:gd name="connsiteY605" fmla="*/ 2065019 h 6858000"/>
              <a:gd name="connsiteX606" fmla="*/ 5171936 w 7467600"/>
              <a:gd name="connsiteY606" fmla="*/ 1647613 h 6858000"/>
              <a:gd name="connsiteX607" fmla="*/ 5009948 w 7467600"/>
              <a:gd name="connsiteY607" fmla="*/ 1273619 h 6858000"/>
              <a:gd name="connsiteX608" fmla="*/ 655236 w 7467600"/>
              <a:gd name="connsiteY608" fmla="*/ 1268632 h 6858000"/>
              <a:gd name="connsiteX609" fmla="*/ 839521 w 7467600"/>
              <a:gd name="connsiteY609" fmla="*/ 1685315 h 6858000"/>
              <a:gd name="connsiteX610" fmla="*/ 1109416 w 7467600"/>
              <a:gd name="connsiteY610" fmla="*/ 2061663 h 6858000"/>
              <a:gd name="connsiteX611" fmla="*/ 1298300 w 7467600"/>
              <a:gd name="connsiteY611" fmla="*/ 2247742 h 6858000"/>
              <a:gd name="connsiteX612" fmla="*/ 1125871 w 7467600"/>
              <a:gd name="connsiteY612" fmla="*/ 1989513 h 6858000"/>
              <a:gd name="connsiteX613" fmla="*/ 981574 w 7467600"/>
              <a:gd name="connsiteY613" fmla="*/ 1783157 h 6858000"/>
              <a:gd name="connsiteX614" fmla="*/ 922198 w 7467600"/>
              <a:gd name="connsiteY614" fmla="*/ 1677437 h 6858000"/>
              <a:gd name="connsiteX615" fmla="*/ 869293 w 7467600"/>
              <a:gd name="connsiteY615" fmla="*/ 1583214 h 6858000"/>
              <a:gd name="connsiteX616" fmla="*/ 751431 w 7467600"/>
              <a:gd name="connsiteY616" fmla="*/ 1405731 h 6858000"/>
              <a:gd name="connsiteX617" fmla="*/ 655236 w 7467600"/>
              <a:gd name="connsiteY617" fmla="*/ 1268632 h 6858000"/>
              <a:gd name="connsiteX618" fmla="*/ 6516292 w 7467600"/>
              <a:gd name="connsiteY618" fmla="*/ 1263064 h 6858000"/>
              <a:gd name="connsiteX619" fmla="*/ 5736320 w 7467600"/>
              <a:gd name="connsiteY619" fmla="*/ 1501803 h 6858000"/>
              <a:gd name="connsiteX620" fmla="*/ 6516292 w 7467600"/>
              <a:gd name="connsiteY620" fmla="*/ 1263064 h 6858000"/>
              <a:gd name="connsiteX621" fmla="*/ 291466 w 7467600"/>
              <a:gd name="connsiteY621" fmla="*/ 1250369 h 6858000"/>
              <a:gd name="connsiteX622" fmla="*/ 323180 w 7467600"/>
              <a:gd name="connsiteY622" fmla="*/ 1435283 h 6858000"/>
              <a:gd name="connsiteX623" fmla="*/ 349381 w 7467600"/>
              <a:gd name="connsiteY623" fmla="*/ 1875041 h 6858000"/>
              <a:gd name="connsiteX624" fmla="*/ 374363 w 7467600"/>
              <a:gd name="connsiteY624" fmla="*/ 1506494 h 6858000"/>
              <a:gd name="connsiteX625" fmla="*/ 302168 w 7467600"/>
              <a:gd name="connsiteY625" fmla="*/ 1274495 h 6858000"/>
              <a:gd name="connsiteX626" fmla="*/ 291466 w 7467600"/>
              <a:gd name="connsiteY626" fmla="*/ 1250369 h 6858000"/>
              <a:gd name="connsiteX627" fmla="*/ 678222 w 7467600"/>
              <a:gd name="connsiteY627" fmla="*/ 1248670 h 6858000"/>
              <a:gd name="connsiteX628" fmla="*/ 775536 w 7467600"/>
              <a:gd name="connsiteY628" fmla="*/ 1388015 h 6858000"/>
              <a:gd name="connsiteX629" fmla="*/ 894529 w 7467600"/>
              <a:gd name="connsiteY629" fmla="*/ 1567739 h 6858000"/>
              <a:gd name="connsiteX630" fmla="*/ 948000 w 7467600"/>
              <a:gd name="connsiteY630" fmla="*/ 1663088 h 6858000"/>
              <a:gd name="connsiteX631" fmla="*/ 1006812 w 7467600"/>
              <a:gd name="connsiteY631" fmla="*/ 1767683 h 6858000"/>
              <a:gd name="connsiteX632" fmla="*/ 1149133 w 7467600"/>
              <a:gd name="connsiteY632" fmla="*/ 1971513 h 6858000"/>
              <a:gd name="connsiteX633" fmla="*/ 1333952 w 7467600"/>
              <a:gd name="connsiteY633" fmla="*/ 2251620 h 6858000"/>
              <a:gd name="connsiteX634" fmla="*/ 1337329 w 7467600"/>
              <a:gd name="connsiteY634" fmla="*/ 2258350 h 6858000"/>
              <a:gd name="connsiteX635" fmla="*/ 1014726 w 7467600"/>
              <a:gd name="connsiteY635" fmla="*/ 1615556 h 6858000"/>
              <a:gd name="connsiteX636" fmla="*/ 678222 w 7467600"/>
              <a:gd name="connsiteY636" fmla="*/ 1248670 h 6858000"/>
              <a:gd name="connsiteX637" fmla="*/ 6691602 w 7467600"/>
              <a:gd name="connsiteY637" fmla="*/ 1140573 h 6858000"/>
              <a:gd name="connsiteX638" fmla="*/ 6571100 w 7467600"/>
              <a:gd name="connsiteY638" fmla="*/ 1183662 h 6858000"/>
              <a:gd name="connsiteX639" fmla="*/ 6241687 w 7467600"/>
              <a:gd name="connsiteY639" fmla="*/ 1257600 h 6858000"/>
              <a:gd name="connsiteX640" fmla="*/ 5693009 w 7467600"/>
              <a:gd name="connsiteY640" fmla="*/ 1478256 h 6858000"/>
              <a:gd name="connsiteX641" fmla="*/ 6548420 w 7467600"/>
              <a:gd name="connsiteY641" fmla="*/ 1214599 h 6858000"/>
              <a:gd name="connsiteX642" fmla="*/ 6605473 w 7467600"/>
              <a:gd name="connsiteY642" fmla="*/ 1184686 h 6858000"/>
              <a:gd name="connsiteX643" fmla="*/ 6691602 w 7467600"/>
              <a:gd name="connsiteY643" fmla="*/ 1140573 h 6858000"/>
              <a:gd name="connsiteX644" fmla="*/ 4002475 w 7467600"/>
              <a:gd name="connsiteY644" fmla="*/ 1037802 h 6858000"/>
              <a:gd name="connsiteX645" fmla="*/ 4000324 w 7467600"/>
              <a:gd name="connsiteY645" fmla="*/ 1039362 h 6858000"/>
              <a:gd name="connsiteX646" fmla="*/ 4002862 w 7467600"/>
              <a:gd name="connsiteY646" fmla="*/ 1042866 h 6858000"/>
              <a:gd name="connsiteX647" fmla="*/ 4002475 w 7467600"/>
              <a:gd name="connsiteY647" fmla="*/ 1037802 h 6858000"/>
              <a:gd name="connsiteX648" fmla="*/ 506322 w 7467600"/>
              <a:gd name="connsiteY648" fmla="*/ 1020997 h 6858000"/>
              <a:gd name="connsiteX649" fmla="*/ 533068 w 7467600"/>
              <a:gd name="connsiteY649" fmla="*/ 1029409 h 6858000"/>
              <a:gd name="connsiteX650" fmla="*/ 1232525 w 7467600"/>
              <a:gd name="connsiteY650" fmla="*/ 1804675 h 6858000"/>
              <a:gd name="connsiteX651" fmla="*/ 1388858 w 7467600"/>
              <a:gd name="connsiteY651" fmla="*/ 2368011 h 6858000"/>
              <a:gd name="connsiteX652" fmla="*/ 1384098 w 7467600"/>
              <a:gd name="connsiteY652" fmla="*/ 2378125 h 6858000"/>
              <a:gd name="connsiteX653" fmla="*/ 1425393 w 7467600"/>
              <a:gd name="connsiteY653" fmla="*/ 2589124 h 6858000"/>
              <a:gd name="connsiteX654" fmla="*/ 1424001 w 7467600"/>
              <a:gd name="connsiteY654" fmla="*/ 2597541 h 6858000"/>
              <a:gd name="connsiteX655" fmla="*/ 2152729 w 7467600"/>
              <a:gd name="connsiteY655" fmla="*/ 2864487 h 6858000"/>
              <a:gd name="connsiteX656" fmla="*/ 2020609 w 7467600"/>
              <a:gd name="connsiteY656" fmla="*/ 2539671 h 6858000"/>
              <a:gd name="connsiteX657" fmla="*/ 2018920 w 7467600"/>
              <a:gd name="connsiteY657" fmla="*/ 2536309 h 6858000"/>
              <a:gd name="connsiteX658" fmla="*/ 1342441 w 7467600"/>
              <a:gd name="connsiteY658" fmla="*/ 1173017 h 6858000"/>
              <a:gd name="connsiteX659" fmla="*/ 1367925 w 7467600"/>
              <a:gd name="connsiteY659" fmla="*/ 1135648 h 6858000"/>
              <a:gd name="connsiteX660" fmla="*/ 1771401 w 7467600"/>
              <a:gd name="connsiteY660" fmla="*/ 1806673 h 6858000"/>
              <a:gd name="connsiteX661" fmla="*/ 1972385 w 7467600"/>
              <a:gd name="connsiteY661" fmla="*/ 2198735 h 6858000"/>
              <a:gd name="connsiteX662" fmla="*/ 2040892 w 7467600"/>
              <a:gd name="connsiteY662" fmla="*/ 2405205 h 6858000"/>
              <a:gd name="connsiteX663" fmla="*/ 2131689 w 7467600"/>
              <a:gd name="connsiteY663" fmla="*/ 1936926 h 6858000"/>
              <a:gd name="connsiteX664" fmla="*/ 2454820 w 7467600"/>
              <a:gd name="connsiteY664" fmla="*/ 1248808 h 6858000"/>
              <a:gd name="connsiteX665" fmla="*/ 2492512 w 7467600"/>
              <a:gd name="connsiteY665" fmla="*/ 1302920 h 6858000"/>
              <a:gd name="connsiteX666" fmla="*/ 2081216 w 7467600"/>
              <a:gd name="connsiteY666" fmla="*/ 2527513 h 6858000"/>
              <a:gd name="connsiteX667" fmla="*/ 2081211 w 7467600"/>
              <a:gd name="connsiteY667" fmla="*/ 2528916 h 6858000"/>
              <a:gd name="connsiteX668" fmla="*/ 2199067 w 7467600"/>
              <a:gd name="connsiteY668" fmla="*/ 2884061 h 6858000"/>
              <a:gd name="connsiteX669" fmla="*/ 3192586 w 7467600"/>
              <a:gd name="connsiteY669" fmla="*/ 3411496 h 6858000"/>
              <a:gd name="connsiteX670" fmla="*/ 3182620 w 7467600"/>
              <a:gd name="connsiteY670" fmla="*/ 3483279 h 6858000"/>
              <a:gd name="connsiteX671" fmla="*/ 2435119 w 7467600"/>
              <a:gd name="connsiteY671" fmla="*/ 3080173 h 6858000"/>
              <a:gd name="connsiteX672" fmla="*/ 2410152 w 7467600"/>
              <a:gd name="connsiteY672" fmla="*/ 3063751 h 6858000"/>
              <a:gd name="connsiteX673" fmla="*/ 2408099 w 7467600"/>
              <a:gd name="connsiteY673" fmla="*/ 3064403 h 6858000"/>
              <a:gd name="connsiteX674" fmla="*/ 2407218 w 7467600"/>
              <a:gd name="connsiteY674" fmla="*/ 3070324 h 6858000"/>
              <a:gd name="connsiteX675" fmla="*/ 2380138 w 7467600"/>
              <a:gd name="connsiteY675" fmla="*/ 3099341 h 6858000"/>
              <a:gd name="connsiteX676" fmla="*/ 1765923 w 7467600"/>
              <a:gd name="connsiteY676" fmla="*/ 3581043 h 6858000"/>
              <a:gd name="connsiteX677" fmla="*/ 1702258 w 7467600"/>
              <a:gd name="connsiteY677" fmla="*/ 3612286 h 6858000"/>
              <a:gd name="connsiteX678" fmla="*/ 1538370 w 7467600"/>
              <a:gd name="connsiteY678" fmla="*/ 3811804 h 6858000"/>
              <a:gd name="connsiteX679" fmla="*/ 542867 w 7467600"/>
              <a:gd name="connsiteY679" fmla="*/ 4944092 h 6858000"/>
              <a:gd name="connsiteX680" fmla="*/ 515800 w 7467600"/>
              <a:gd name="connsiteY680" fmla="*/ 4862180 h 6858000"/>
              <a:gd name="connsiteX681" fmla="*/ 909145 w 7467600"/>
              <a:gd name="connsiteY681" fmla="*/ 4199225 h 6858000"/>
              <a:gd name="connsiteX682" fmla="*/ 1214067 w 7467600"/>
              <a:gd name="connsiteY682" fmla="*/ 3908561 h 6858000"/>
              <a:gd name="connsiteX683" fmla="*/ 640967 w 7467600"/>
              <a:gd name="connsiteY683" fmla="*/ 4105601 h 6858000"/>
              <a:gd name="connsiteX684" fmla="*/ 112563 w 7467600"/>
              <a:gd name="connsiteY684" fmla="*/ 4396952 h 6858000"/>
              <a:gd name="connsiteX685" fmla="*/ 0 w 7467600"/>
              <a:gd name="connsiteY685" fmla="*/ 4466006 h 6858000"/>
              <a:gd name="connsiteX686" fmla="*/ 0 w 7467600"/>
              <a:gd name="connsiteY686" fmla="*/ 4233763 h 6858000"/>
              <a:gd name="connsiteX687" fmla="*/ 36881 w 7467600"/>
              <a:gd name="connsiteY687" fmla="*/ 4200118 h 6858000"/>
              <a:gd name="connsiteX688" fmla="*/ 910534 w 7467600"/>
              <a:gd name="connsiteY688" fmla="*/ 3629753 h 6858000"/>
              <a:gd name="connsiteX689" fmla="*/ 1578717 w 7467600"/>
              <a:gd name="connsiteY689" fmla="*/ 3575982 h 6858000"/>
              <a:gd name="connsiteX690" fmla="*/ 2338780 w 7467600"/>
              <a:gd name="connsiteY690" fmla="*/ 3033725 h 6858000"/>
              <a:gd name="connsiteX691" fmla="*/ 1807991 w 7467600"/>
              <a:gd name="connsiteY691" fmla="*/ 2807184 h 6858000"/>
              <a:gd name="connsiteX692" fmla="*/ 1416358 w 7467600"/>
              <a:gd name="connsiteY692" fmla="*/ 3112571 h 6858000"/>
              <a:gd name="connsiteX693" fmla="*/ 939066 w 7467600"/>
              <a:gd name="connsiteY693" fmla="*/ 3378798 h 6858000"/>
              <a:gd name="connsiteX694" fmla="*/ 115099 w 7467600"/>
              <a:gd name="connsiteY694" fmla="*/ 3607650 h 6858000"/>
              <a:gd name="connsiteX695" fmla="*/ 97284 w 7467600"/>
              <a:gd name="connsiteY695" fmla="*/ 3520393 h 6858000"/>
              <a:gd name="connsiteX696" fmla="*/ 922050 w 7467600"/>
              <a:gd name="connsiteY696" fmla="*/ 3074867 h 6858000"/>
              <a:gd name="connsiteX697" fmla="*/ 1405265 w 7467600"/>
              <a:gd name="connsiteY697" fmla="*/ 3016319 h 6858000"/>
              <a:gd name="connsiteX698" fmla="*/ 1407512 w 7467600"/>
              <a:gd name="connsiteY698" fmla="*/ 3018001 h 6858000"/>
              <a:gd name="connsiteX699" fmla="*/ 1726266 w 7467600"/>
              <a:gd name="connsiteY699" fmla="*/ 2777274 h 6858000"/>
              <a:gd name="connsiteX700" fmla="*/ 625390 w 7467600"/>
              <a:gd name="connsiteY700" fmla="*/ 2514541 h 6858000"/>
              <a:gd name="connsiteX701" fmla="*/ 619799 w 7467600"/>
              <a:gd name="connsiteY701" fmla="*/ 2527180 h 6858000"/>
              <a:gd name="connsiteX702" fmla="*/ 310030 w 7467600"/>
              <a:gd name="connsiteY702" fmla="*/ 2771818 h 6858000"/>
              <a:gd name="connsiteX703" fmla="*/ 173877 w 7467600"/>
              <a:gd name="connsiteY703" fmla="*/ 2937056 h 6858000"/>
              <a:gd name="connsiteX704" fmla="*/ 77889 w 7467600"/>
              <a:gd name="connsiteY704" fmla="*/ 3138440 h 6858000"/>
              <a:gd name="connsiteX705" fmla="*/ 0 w 7467600"/>
              <a:gd name="connsiteY705" fmla="*/ 3271395 h 6858000"/>
              <a:gd name="connsiteX706" fmla="*/ 0 w 7467600"/>
              <a:gd name="connsiteY706" fmla="*/ 3153002 h 6858000"/>
              <a:gd name="connsiteX707" fmla="*/ 2386 w 7467600"/>
              <a:gd name="connsiteY707" fmla="*/ 3149203 h 6858000"/>
              <a:gd name="connsiteX708" fmla="*/ 89753 w 7467600"/>
              <a:gd name="connsiteY708" fmla="*/ 2987702 h 6858000"/>
              <a:gd name="connsiteX709" fmla="*/ 76869 w 7467600"/>
              <a:gd name="connsiteY709" fmla="*/ 3005404 h 6858000"/>
              <a:gd name="connsiteX710" fmla="*/ 32049 w 7467600"/>
              <a:gd name="connsiteY710" fmla="*/ 3065814 h 6858000"/>
              <a:gd name="connsiteX711" fmla="*/ 0 w 7467600"/>
              <a:gd name="connsiteY711" fmla="*/ 3108744 h 6858000"/>
              <a:gd name="connsiteX712" fmla="*/ 0 w 7467600"/>
              <a:gd name="connsiteY712" fmla="*/ 3058059 h 6858000"/>
              <a:gd name="connsiteX713" fmla="*/ 7610 w 7467600"/>
              <a:gd name="connsiteY713" fmla="*/ 3047889 h 6858000"/>
              <a:gd name="connsiteX714" fmla="*/ 52419 w 7467600"/>
              <a:gd name="connsiteY714" fmla="*/ 2987479 h 6858000"/>
              <a:gd name="connsiteX715" fmla="*/ 59142 w 7467600"/>
              <a:gd name="connsiteY715" fmla="*/ 2978488 h 6858000"/>
              <a:gd name="connsiteX716" fmla="*/ 0 w 7467600"/>
              <a:gd name="connsiteY716" fmla="*/ 3015334 h 6858000"/>
              <a:gd name="connsiteX717" fmla="*/ 0 w 7467600"/>
              <a:gd name="connsiteY717" fmla="*/ 2914286 h 6858000"/>
              <a:gd name="connsiteX718" fmla="*/ 36383 w 7467600"/>
              <a:gd name="connsiteY718" fmla="*/ 2901128 h 6858000"/>
              <a:gd name="connsiteX719" fmla="*/ 156329 w 7467600"/>
              <a:gd name="connsiteY719" fmla="*/ 2840533 h 6858000"/>
              <a:gd name="connsiteX720" fmla="*/ 358355 w 7467600"/>
              <a:gd name="connsiteY720" fmla="*/ 2620471 h 6858000"/>
              <a:gd name="connsiteX721" fmla="*/ 510577 w 7467600"/>
              <a:gd name="connsiteY721" fmla="*/ 2501244 h 6858000"/>
              <a:gd name="connsiteX722" fmla="*/ 211967 w 7467600"/>
              <a:gd name="connsiteY722" fmla="*/ 2479171 h 6858000"/>
              <a:gd name="connsiteX723" fmla="*/ 0 w 7467600"/>
              <a:gd name="connsiteY723" fmla="*/ 2476398 h 6858000"/>
              <a:gd name="connsiteX724" fmla="*/ 0 w 7467600"/>
              <a:gd name="connsiteY724" fmla="*/ 2389189 h 6858000"/>
              <a:gd name="connsiteX725" fmla="*/ 103062 w 7467600"/>
              <a:gd name="connsiteY725" fmla="*/ 2389518 h 6858000"/>
              <a:gd name="connsiteX726" fmla="*/ 510734 w 7467600"/>
              <a:gd name="connsiteY726" fmla="*/ 2416201 h 6858000"/>
              <a:gd name="connsiteX727" fmla="*/ 279257 w 7467600"/>
              <a:gd name="connsiteY727" fmla="*/ 2092102 h 6858000"/>
              <a:gd name="connsiteX728" fmla="*/ 65265 w 7467600"/>
              <a:gd name="connsiteY728" fmla="*/ 2006049 h 6858000"/>
              <a:gd name="connsiteX729" fmla="*/ 0 w 7467600"/>
              <a:gd name="connsiteY729" fmla="*/ 1982532 h 6858000"/>
              <a:gd name="connsiteX730" fmla="*/ 0 w 7467600"/>
              <a:gd name="connsiteY730" fmla="*/ 1912789 h 6858000"/>
              <a:gd name="connsiteX731" fmla="*/ 97460 w 7467600"/>
              <a:gd name="connsiteY731" fmla="*/ 1953725 h 6858000"/>
              <a:gd name="connsiteX732" fmla="*/ 221272 w 7467600"/>
              <a:gd name="connsiteY732" fmla="*/ 1980766 h 6858000"/>
              <a:gd name="connsiteX733" fmla="*/ 116765 w 7467600"/>
              <a:gd name="connsiteY733" fmla="*/ 1911033 h 6858000"/>
              <a:gd name="connsiteX734" fmla="*/ 16405 w 7467600"/>
              <a:gd name="connsiteY734" fmla="*/ 1803412 h 6858000"/>
              <a:gd name="connsiteX735" fmla="*/ 0 w 7467600"/>
              <a:gd name="connsiteY735" fmla="*/ 1784777 h 6858000"/>
              <a:gd name="connsiteX736" fmla="*/ 0 w 7467600"/>
              <a:gd name="connsiteY736" fmla="*/ 1740082 h 6858000"/>
              <a:gd name="connsiteX737" fmla="*/ 39394 w 7467600"/>
              <a:gd name="connsiteY737" fmla="*/ 1784856 h 6858000"/>
              <a:gd name="connsiteX738" fmla="*/ 135813 w 7467600"/>
              <a:gd name="connsiteY738" fmla="*/ 1888838 h 6858000"/>
              <a:gd name="connsiteX739" fmla="*/ 242575 w 7467600"/>
              <a:gd name="connsiteY739" fmla="*/ 1958841 h 6858000"/>
              <a:gd name="connsiteX740" fmla="*/ 82197 w 7467600"/>
              <a:gd name="connsiteY740" fmla="*/ 1754826 h 6858000"/>
              <a:gd name="connsiteX741" fmla="*/ 0 w 7467600"/>
              <a:gd name="connsiteY741" fmla="*/ 1679650 h 6858000"/>
              <a:gd name="connsiteX742" fmla="*/ 0 w 7467600"/>
              <a:gd name="connsiteY742" fmla="*/ 1602463 h 6858000"/>
              <a:gd name="connsiteX743" fmla="*/ 84689 w 7467600"/>
              <a:gd name="connsiteY743" fmla="*/ 1677442 h 6858000"/>
              <a:gd name="connsiteX744" fmla="*/ 298437 w 7467600"/>
              <a:gd name="connsiteY744" fmla="*/ 1968019 h 6858000"/>
              <a:gd name="connsiteX745" fmla="*/ 227269 w 7467600"/>
              <a:gd name="connsiteY745" fmla="*/ 1114064 h 6858000"/>
              <a:gd name="connsiteX746" fmla="*/ 248003 w 7467600"/>
              <a:gd name="connsiteY746" fmla="*/ 1089613 h 6858000"/>
              <a:gd name="connsiteX747" fmla="*/ 427020 w 7467600"/>
              <a:gd name="connsiteY747" fmla="*/ 1619803 h 6858000"/>
              <a:gd name="connsiteX748" fmla="*/ 340345 w 7467600"/>
              <a:gd name="connsiteY748" fmla="*/ 2027739 h 6858000"/>
              <a:gd name="connsiteX749" fmla="*/ 360865 w 7467600"/>
              <a:gd name="connsiteY749" fmla="*/ 2044827 h 6858000"/>
              <a:gd name="connsiteX750" fmla="*/ 560414 w 7467600"/>
              <a:gd name="connsiteY750" fmla="*/ 2421457 h 6858000"/>
              <a:gd name="connsiteX751" fmla="*/ 1359703 w 7467600"/>
              <a:gd name="connsiteY751" fmla="*/ 2578554 h 6858000"/>
              <a:gd name="connsiteX752" fmla="*/ 1359422 w 7467600"/>
              <a:gd name="connsiteY752" fmla="*/ 2577994 h 6858000"/>
              <a:gd name="connsiteX753" fmla="*/ 828701 w 7467600"/>
              <a:gd name="connsiteY753" fmla="*/ 1839520 h 6858000"/>
              <a:gd name="connsiteX754" fmla="*/ 494427 w 7467600"/>
              <a:gd name="connsiteY754" fmla="*/ 1092333 h 6858000"/>
              <a:gd name="connsiteX755" fmla="*/ 506322 w 7467600"/>
              <a:gd name="connsiteY755" fmla="*/ 1020997 h 6858000"/>
              <a:gd name="connsiteX756" fmla="*/ 4570198 w 7467600"/>
              <a:gd name="connsiteY756" fmla="*/ 978081 h 6858000"/>
              <a:gd name="connsiteX757" fmla="*/ 4523691 w 7467600"/>
              <a:gd name="connsiteY757" fmla="*/ 1127776 h 6858000"/>
              <a:gd name="connsiteX758" fmla="*/ 4509875 w 7467600"/>
              <a:gd name="connsiteY758" fmla="*/ 1167552 h 6858000"/>
              <a:gd name="connsiteX759" fmla="*/ 4478168 w 7467600"/>
              <a:gd name="connsiteY759" fmla="*/ 1260735 h 6858000"/>
              <a:gd name="connsiteX760" fmla="*/ 4409309 w 7467600"/>
              <a:gd name="connsiteY760" fmla="*/ 1666996 h 6858000"/>
              <a:gd name="connsiteX761" fmla="*/ 4370031 w 7467600"/>
              <a:gd name="connsiteY761" fmla="*/ 1955666 h 6858000"/>
              <a:gd name="connsiteX762" fmla="*/ 4570198 w 7467600"/>
              <a:gd name="connsiteY762" fmla="*/ 978081 h 6858000"/>
              <a:gd name="connsiteX763" fmla="*/ 4557898 w 7467600"/>
              <a:gd name="connsiteY763" fmla="*/ 900011 h 6858000"/>
              <a:gd name="connsiteX764" fmla="*/ 4344840 w 7467600"/>
              <a:gd name="connsiteY764" fmla="*/ 1922038 h 6858000"/>
              <a:gd name="connsiteX765" fmla="*/ 4378710 w 7467600"/>
              <a:gd name="connsiteY765" fmla="*/ 1665516 h 6858000"/>
              <a:gd name="connsiteX766" fmla="*/ 4448798 w 7467600"/>
              <a:gd name="connsiteY766" fmla="*/ 1253024 h 6858000"/>
              <a:gd name="connsiteX767" fmla="*/ 4480315 w 7467600"/>
              <a:gd name="connsiteY767" fmla="*/ 1158454 h 6858000"/>
              <a:gd name="connsiteX768" fmla="*/ 4494133 w 7467600"/>
              <a:gd name="connsiteY768" fmla="*/ 1118676 h 6858000"/>
              <a:gd name="connsiteX769" fmla="*/ 4557898 w 7467600"/>
              <a:gd name="connsiteY769" fmla="*/ 900011 h 6858000"/>
              <a:gd name="connsiteX770" fmla="*/ 5870151 w 7467600"/>
              <a:gd name="connsiteY770" fmla="*/ 898890 h 6858000"/>
              <a:gd name="connsiteX771" fmla="*/ 5861335 w 7467600"/>
              <a:gd name="connsiteY771" fmla="*/ 899177 h 6858000"/>
              <a:gd name="connsiteX772" fmla="*/ 5843702 w 7467600"/>
              <a:gd name="connsiteY772" fmla="*/ 899748 h 6858000"/>
              <a:gd name="connsiteX773" fmla="*/ 5651107 w 7467600"/>
              <a:gd name="connsiteY773" fmla="*/ 920306 h 6858000"/>
              <a:gd name="connsiteX774" fmla="*/ 5459407 w 7467600"/>
              <a:gd name="connsiteY774" fmla="*/ 940975 h 6858000"/>
              <a:gd name="connsiteX775" fmla="*/ 5374846 w 7467600"/>
              <a:gd name="connsiteY775" fmla="*/ 941988 h 6858000"/>
              <a:gd name="connsiteX776" fmla="*/ 5256105 w 7467600"/>
              <a:gd name="connsiteY776" fmla="*/ 945632 h 6858000"/>
              <a:gd name="connsiteX777" fmla="*/ 5107071 w 7467600"/>
              <a:gd name="connsiteY777" fmla="*/ 969720 h 6858000"/>
              <a:gd name="connsiteX778" fmla="*/ 4998681 w 7467600"/>
              <a:gd name="connsiteY778" fmla="*/ 988771 h 6858000"/>
              <a:gd name="connsiteX779" fmla="*/ 5870151 w 7467600"/>
              <a:gd name="connsiteY779" fmla="*/ 898890 h 6858000"/>
              <a:gd name="connsiteX780" fmla="*/ 5504425 w 7467600"/>
              <a:gd name="connsiteY780" fmla="*/ 848067 h 6858000"/>
              <a:gd name="connsiteX781" fmla="*/ 4968849 w 7467600"/>
              <a:gd name="connsiteY781" fmla="*/ 962318 h 6858000"/>
              <a:gd name="connsiteX782" fmla="*/ 5104039 w 7467600"/>
              <a:gd name="connsiteY782" fmla="*/ 940634 h 6858000"/>
              <a:gd name="connsiteX783" fmla="*/ 5256311 w 7467600"/>
              <a:gd name="connsiteY783" fmla="*/ 916490 h 6858000"/>
              <a:gd name="connsiteX784" fmla="*/ 5377381 w 7467600"/>
              <a:gd name="connsiteY784" fmla="*/ 912671 h 6858000"/>
              <a:gd name="connsiteX785" fmla="*/ 5460148 w 7467600"/>
              <a:gd name="connsiteY785" fmla="*/ 911442 h 6858000"/>
              <a:gd name="connsiteX786" fmla="*/ 5648971 w 7467600"/>
              <a:gd name="connsiteY786" fmla="*/ 891331 h 6858000"/>
              <a:gd name="connsiteX787" fmla="*/ 5844807 w 7467600"/>
              <a:gd name="connsiteY787" fmla="*/ 870718 h 6858000"/>
              <a:gd name="connsiteX788" fmla="*/ 5862975 w 7467600"/>
              <a:gd name="connsiteY788" fmla="*/ 869756 h 6858000"/>
              <a:gd name="connsiteX789" fmla="*/ 5920887 w 7467600"/>
              <a:gd name="connsiteY789" fmla="*/ 865929 h 6858000"/>
              <a:gd name="connsiteX790" fmla="*/ 5504425 w 7467600"/>
              <a:gd name="connsiteY790" fmla="*/ 848067 h 6858000"/>
              <a:gd name="connsiteX791" fmla="*/ 3607114 w 7467600"/>
              <a:gd name="connsiteY791" fmla="*/ 467441 h 6858000"/>
              <a:gd name="connsiteX792" fmla="*/ 3296242 w 7467600"/>
              <a:gd name="connsiteY792" fmla="*/ 807991 h 6858000"/>
              <a:gd name="connsiteX793" fmla="*/ 3174674 w 7467600"/>
              <a:gd name="connsiteY793" fmla="*/ 919759 h 6858000"/>
              <a:gd name="connsiteX794" fmla="*/ 3042978 w 7467600"/>
              <a:gd name="connsiteY794" fmla="*/ 1054894 h 6858000"/>
              <a:gd name="connsiteX795" fmla="*/ 2968914 w 7467600"/>
              <a:gd name="connsiteY795" fmla="*/ 1133756 h 6858000"/>
              <a:gd name="connsiteX796" fmla="*/ 3103823 w 7467600"/>
              <a:gd name="connsiteY796" fmla="*/ 1026814 h 6858000"/>
              <a:gd name="connsiteX797" fmla="*/ 3607114 w 7467600"/>
              <a:gd name="connsiteY797" fmla="*/ 467441 h 6858000"/>
              <a:gd name="connsiteX798" fmla="*/ 3744487 w 7467600"/>
              <a:gd name="connsiteY798" fmla="*/ 383136 h 6858000"/>
              <a:gd name="connsiteX799" fmla="*/ 3970213 w 7467600"/>
              <a:gd name="connsiteY799" fmla="*/ 995559 h 6858000"/>
              <a:gd name="connsiteX800" fmla="*/ 3744487 w 7467600"/>
              <a:gd name="connsiteY800" fmla="*/ 383136 h 6858000"/>
              <a:gd name="connsiteX801" fmla="*/ 3624562 w 7467600"/>
              <a:gd name="connsiteY801" fmla="*/ 367041 h 6858000"/>
              <a:gd name="connsiteX802" fmla="*/ 3489712 w 7467600"/>
              <a:gd name="connsiteY802" fmla="*/ 485386 h 6858000"/>
              <a:gd name="connsiteX803" fmla="*/ 3182994 w 7467600"/>
              <a:gd name="connsiteY803" fmla="*/ 828265 h 6858000"/>
              <a:gd name="connsiteX804" fmla="*/ 2892114 w 7467600"/>
              <a:gd name="connsiteY804" fmla="*/ 1172635 h 6858000"/>
              <a:gd name="connsiteX805" fmla="*/ 3021459 w 7467600"/>
              <a:gd name="connsiteY805" fmla="*/ 1035385 h 6858000"/>
              <a:gd name="connsiteX806" fmla="*/ 3153873 w 7467600"/>
              <a:gd name="connsiteY806" fmla="*/ 898971 h 6858000"/>
              <a:gd name="connsiteX807" fmla="*/ 3276511 w 7467600"/>
              <a:gd name="connsiteY807" fmla="*/ 786423 h 6858000"/>
              <a:gd name="connsiteX808" fmla="*/ 3584154 w 7467600"/>
              <a:gd name="connsiteY808" fmla="*/ 448218 h 6858000"/>
              <a:gd name="connsiteX809" fmla="*/ 3624562 w 7467600"/>
              <a:gd name="connsiteY809" fmla="*/ 367041 h 6858000"/>
              <a:gd name="connsiteX810" fmla="*/ 3766672 w 7467600"/>
              <a:gd name="connsiteY810" fmla="*/ 359429 h 6858000"/>
              <a:gd name="connsiteX811" fmla="*/ 3996338 w 7467600"/>
              <a:gd name="connsiteY811" fmla="*/ 968237 h 6858000"/>
              <a:gd name="connsiteX812" fmla="*/ 3766672 w 7467600"/>
              <a:gd name="connsiteY812" fmla="*/ 359429 h 6858000"/>
              <a:gd name="connsiteX813" fmla="*/ 5805386 w 7467600"/>
              <a:gd name="connsiteY813" fmla="*/ 239240 h 6858000"/>
              <a:gd name="connsiteX814" fmla="*/ 5736947 w 7467600"/>
              <a:gd name="connsiteY814" fmla="*/ 261367 h 6858000"/>
              <a:gd name="connsiteX815" fmla="*/ 5427012 w 7467600"/>
              <a:gd name="connsiteY815" fmla="*/ 311272 h 6858000"/>
              <a:gd name="connsiteX816" fmla="*/ 5147818 w 7467600"/>
              <a:gd name="connsiteY816" fmla="*/ 322112 h 6858000"/>
              <a:gd name="connsiteX817" fmla="*/ 5060854 w 7467600"/>
              <a:gd name="connsiteY817" fmla="*/ 311882 h 6858000"/>
              <a:gd name="connsiteX818" fmla="*/ 4945989 w 7467600"/>
              <a:gd name="connsiteY818" fmla="*/ 300516 h 6858000"/>
              <a:gd name="connsiteX819" fmla="*/ 5410479 w 7467600"/>
              <a:gd name="connsiteY819" fmla="*/ 348434 h 6858000"/>
              <a:gd name="connsiteX820" fmla="*/ 5805386 w 7467600"/>
              <a:gd name="connsiteY820" fmla="*/ 239240 h 6858000"/>
              <a:gd name="connsiteX821" fmla="*/ 5905192 w 7467600"/>
              <a:gd name="connsiteY821" fmla="*/ 163079 h 6858000"/>
              <a:gd name="connsiteX822" fmla="*/ 5865655 w 7467600"/>
              <a:gd name="connsiteY822" fmla="*/ 171901 h 6858000"/>
              <a:gd name="connsiteX823" fmla="*/ 5259740 w 7467600"/>
              <a:gd name="connsiteY823" fmla="*/ 257013 h 6858000"/>
              <a:gd name="connsiteX824" fmla="*/ 5208466 w 7467600"/>
              <a:gd name="connsiteY824" fmla="*/ 257550 h 6858000"/>
              <a:gd name="connsiteX825" fmla="*/ 4980204 w 7467600"/>
              <a:gd name="connsiteY825" fmla="*/ 271903 h 6858000"/>
              <a:gd name="connsiteX826" fmla="*/ 5068068 w 7467600"/>
              <a:gd name="connsiteY826" fmla="*/ 282244 h 6858000"/>
              <a:gd name="connsiteX827" fmla="*/ 5153231 w 7467600"/>
              <a:gd name="connsiteY827" fmla="*/ 292240 h 6858000"/>
              <a:gd name="connsiteX828" fmla="*/ 5426491 w 7467600"/>
              <a:gd name="connsiteY828" fmla="*/ 281128 h 6858000"/>
              <a:gd name="connsiteX829" fmla="*/ 5731212 w 7467600"/>
              <a:gd name="connsiteY829" fmla="*/ 231951 h 6858000"/>
              <a:gd name="connsiteX830" fmla="*/ 5905192 w 7467600"/>
              <a:gd name="connsiteY830" fmla="*/ 163079 h 6858000"/>
              <a:gd name="connsiteX831" fmla="*/ 5944437 w 7467600"/>
              <a:gd name="connsiteY831" fmla="*/ 113829 h 6858000"/>
              <a:gd name="connsiteX832" fmla="*/ 5825032 w 7467600"/>
              <a:gd name="connsiteY832" fmla="*/ 146405 h 6858000"/>
              <a:gd name="connsiteX833" fmla="*/ 4955599 w 7467600"/>
              <a:gd name="connsiteY833" fmla="*/ 247008 h 6858000"/>
              <a:gd name="connsiteX834" fmla="*/ 5210104 w 7467600"/>
              <a:gd name="connsiteY834" fmla="*/ 228123 h 6858000"/>
              <a:gd name="connsiteX835" fmla="*/ 5261015 w 7467600"/>
              <a:gd name="connsiteY835" fmla="*/ 227087 h 6858000"/>
              <a:gd name="connsiteX836" fmla="*/ 5861181 w 7467600"/>
              <a:gd name="connsiteY836" fmla="*/ 143093 h 6858000"/>
              <a:gd name="connsiteX837" fmla="*/ 5961252 w 7467600"/>
              <a:gd name="connsiteY837" fmla="*/ 114820 h 6858000"/>
              <a:gd name="connsiteX838" fmla="*/ 5944437 w 7467600"/>
              <a:gd name="connsiteY838" fmla="*/ 113829 h 6858000"/>
              <a:gd name="connsiteX839" fmla="*/ 3882765 w 7467600"/>
              <a:gd name="connsiteY839" fmla="*/ 0 h 6858000"/>
              <a:gd name="connsiteX840" fmla="*/ 3995099 w 7467600"/>
              <a:gd name="connsiteY840" fmla="*/ 0 h 6858000"/>
              <a:gd name="connsiteX841" fmla="*/ 4163818 w 7467600"/>
              <a:gd name="connsiteY841" fmla="*/ 234104 h 6858000"/>
              <a:gd name="connsiteX842" fmla="*/ 4172099 w 7467600"/>
              <a:gd name="connsiteY842" fmla="*/ 234207 h 6858000"/>
              <a:gd name="connsiteX843" fmla="*/ 4784282 w 7467600"/>
              <a:gd name="connsiteY843" fmla="*/ 276561 h 6858000"/>
              <a:gd name="connsiteX844" fmla="*/ 4801687 w 7467600"/>
              <a:gd name="connsiteY844" fmla="*/ 267764 h 6858000"/>
              <a:gd name="connsiteX845" fmla="*/ 6082788 w 7467600"/>
              <a:gd name="connsiteY845" fmla="*/ 64119 h 6858000"/>
              <a:gd name="connsiteX846" fmla="*/ 6099442 w 7467600"/>
              <a:gd name="connsiteY846" fmla="*/ 82568 h 6858000"/>
              <a:gd name="connsiteX847" fmla="*/ 4804137 w 7467600"/>
              <a:gd name="connsiteY847" fmla="*/ 320931 h 6858000"/>
              <a:gd name="connsiteX848" fmla="*/ 4227047 w 7467600"/>
              <a:gd name="connsiteY848" fmla="*/ 313415 h 6858000"/>
              <a:gd name="connsiteX849" fmla="*/ 4346041 w 7467600"/>
              <a:gd name="connsiteY849" fmla="*/ 456086 h 6858000"/>
              <a:gd name="connsiteX850" fmla="*/ 4870967 w 7467600"/>
              <a:gd name="connsiteY850" fmla="*/ 963061 h 6858000"/>
              <a:gd name="connsiteX851" fmla="*/ 4889647 w 7467600"/>
              <a:gd name="connsiteY851" fmla="*/ 957147 h 6858000"/>
              <a:gd name="connsiteX852" fmla="*/ 5422504 w 7467600"/>
              <a:gd name="connsiteY852" fmla="*/ 805191 h 6858000"/>
              <a:gd name="connsiteX853" fmla="*/ 6087656 w 7467600"/>
              <a:gd name="connsiteY853" fmla="*/ 826703 h 6858000"/>
              <a:gd name="connsiteX854" fmla="*/ 6058717 w 7467600"/>
              <a:gd name="connsiteY854" fmla="*/ 865992 h 6858000"/>
              <a:gd name="connsiteX855" fmla="*/ 4974153 w 7467600"/>
              <a:gd name="connsiteY855" fmla="*/ 1045456 h 6858000"/>
              <a:gd name="connsiteX856" fmla="*/ 5627835 w 7467600"/>
              <a:gd name="connsiteY856" fmla="*/ 1472077 h 6858000"/>
              <a:gd name="connsiteX857" fmla="*/ 5629817 w 7467600"/>
              <a:gd name="connsiteY857" fmla="*/ 1471412 h 6858000"/>
              <a:gd name="connsiteX858" fmla="*/ 5634124 w 7467600"/>
              <a:gd name="connsiteY858" fmla="*/ 1470572 h 6858000"/>
              <a:gd name="connsiteX859" fmla="*/ 5755832 w 7467600"/>
              <a:gd name="connsiteY859" fmla="*/ 1383886 h 6858000"/>
              <a:gd name="connsiteX860" fmla="*/ 6014186 w 7467600"/>
              <a:gd name="connsiteY860" fmla="*/ 1279799 h 6858000"/>
              <a:gd name="connsiteX861" fmla="*/ 6901619 w 7467600"/>
              <a:gd name="connsiteY861" fmla="*/ 1047874 h 6858000"/>
              <a:gd name="connsiteX862" fmla="*/ 6931566 w 7467600"/>
              <a:gd name="connsiteY862" fmla="*/ 1062034 h 6858000"/>
              <a:gd name="connsiteX863" fmla="*/ 5790982 w 7467600"/>
              <a:gd name="connsiteY863" fmla="*/ 1561380 h 6858000"/>
              <a:gd name="connsiteX864" fmla="*/ 6188971 w 7467600"/>
              <a:gd name="connsiteY864" fmla="*/ 1755168 h 6858000"/>
              <a:gd name="connsiteX865" fmla="*/ 6202446 w 7467600"/>
              <a:gd name="connsiteY865" fmla="*/ 1752268 h 6858000"/>
              <a:gd name="connsiteX866" fmla="*/ 7179560 w 7467600"/>
              <a:gd name="connsiteY866" fmla="*/ 1467551 h 6858000"/>
              <a:gd name="connsiteX867" fmla="*/ 7158730 w 7467600"/>
              <a:gd name="connsiteY867" fmla="*/ 1507835 h 6858000"/>
              <a:gd name="connsiteX868" fmla="*/ 6326959 w 7467600"/>
              <a:gd name="connsiteY868" fmla="*/ 1817686 h 6858000"/>
              <a:gd name="connsiteX869" fmla="*/ 6537433 w 7467600"/>
              <a:gd name="connsiteY869" fmla="*/ 1907790 h 6858000"/>
              <a:gd name="connsiteX870" fmla="*/ 6550221 w 7467600"/>
              <a:gd name="connsiteY870" fmla="*/ 1910729 h 6858000"/>
              <a:gd name="connsiteX871" fmla="*/ 6964438 w 7467600"/>
              <a:gd name="connsiteY871" fmla="*/ 2209505 h 6858000"/>
              <a:gd name="connsiteX872" fmla="*/ 7367862 w 7467600"/>
              <a:gd name="connsiteY872" fmla="*/ 2806833 h 6858000"/>
              <a:gd name="connsiteX873" fmla="*/ 7364329 w 7467600"/>
              <a:gd name="connsiteY873" fmla="*/ 2826907 h 6858000"/>
              <a:gd name="connsiteX874" fmla="*/ 7290545 w 7467600"/>
              <a:gd name="connsiteY874" fmla="*/ 2850663 h 6858000"/>
              <a:gd name="connsiteX875" fmla="*/ 6472036 w 7467600"/>
              <a:gd name="connsiteY875" fmla="*/ 1959003 h 6858000"/>
              <a:gd name="connsiteX876" fmla="*/ 5792897 w 7467600"/>
              <a:gd name="connsiteY876" fmla="*/ 1647747 h 6858000"/>
              <a:gd name="connsiteX877" fmla="*/ 5842751 w 7467600"/>
              <a:gd name="connsiteY877" fmla="*/ 1816112 h 6858000"/>
              <a:gd name="connsiteX878" fmla="*/ 5847424 w 7467600"/>
              <a:gd name="connsiteY878" fmla="*/ 1815776 h 6858000"/>
              <a:gd name="connsiteX879" fmla="*/ 6399821 w 7467600"/>
              <a:gd name="connsiteY879" fmla="*/ 2344799 h 6858000"/>
              <a:gd name="connsiteX880" fmla="*/ 6323232 w 7467600"/>
              <a:gd name="connsiteY880" fmla="*/ 2389634 h 6858000"/>
              <a:gd name="connsiteX881" fmla="*/ 5942958 w 7467600"/>
              <a:gd name="connsiteY881" fmla="*/ 2077708 h 6858000"/>
              <a:gd name="connsiteX882" fmla="*/ 5921559 w 7467600"/>
              <a:gd name="connsiteY882" fmla="*/ 2378596 h 6858000"/>
              <a:gd name="connsiteX883" fmla="*/ 5817651 w 7467600"/>
              <a:gd name="connsiteY883" fmla="*/ 3023919 h 6858000"/>
              <a:gd name="connsiteX884" fmla="*/ 5729634 w 7467600"/>
              <a:gd name="connsiteY884" fmla="*/ 3051849 h 6858000"/>
              <a:gd name="connsiteX885" fmla="*/ 5611018 w 7467600"/>
              <a:gd name="connsiteY885" fmla="*/ 2316769 h 6858000"/>
              <a:gd name="connsiteX886" fmla="*/ 5687608 w 7467600"/>
              <a:gd name="connsiteY886" fmla="*/ 2039972 h 6858000"/>
              <a:gd name="connsiteX887" fmla="*/ 5657554 w 7467600"/>
              <a:gd name="connsiteY887" fmla="*/ 1576445 h 6858000"/>
              <a:gd name="connsiteX888" fmla="*/ 5150475 w 7467600"/>
              <a:gd name="connsiteY888" fmla="*/ 1274012 h 6858000"/>
              <a:gd name="connsiteX889" fmla="*/ 5349142 w 7467600"/>
              <a:gd name="connsiteY889" fmla="*/ 2204405 h 6858000"/>
              <a:gd name="connsiteX890" fmla="*/ 5262214 w 7467600"/>
              <a:gd name="connsiteY890" fmla="*/ 2233836 h 6858000"/>
              <a:gd name="connsiteX891" fmla="*/ 4981539 w 7467600"/>
              <a:gd name="connsiteY891" fmla="*/ 1542201 h 6858000"/>
              <a:gd name="connsiteX892" fmla="*/ 4958461 w 7467600"/>
              <a:gd name="connsiteY892" fmla="*/ 1136957 h 6858000"/>
              <a:gd name="connsiteX893" fmla="*/ 4655015 w 7467600"/>
              <a:gd name="connsiteY893" fmla="*/ 891426 h 6858000"/>
              <a:gd name="connsiteX894" fmla="*/ 4348002 w 7467600"/>
              <a:gd name="connsiteY894" fmla="*/ 2205895 h 6858000"/>
              <a:gd name="connsiteX895" fmla="*/ 4262250 w 7467600"/>
              <a:gd name="connsiteY895" fmla="*/ 2219972 h 6858000"/>
              <a:gd name="connsiteX896" fmla="*/ 4550611 w 7467600"/>
              <a:gd name="connsiteY896" fmla="*/ 817540 h 6858000"/>
              <a:gd name="connsiteX897" fmla="*/ 4564418 w 7467600"/>
              <a:gd name="connsiteY897" fmla="*/ 808293 h 6858000"/>
              <a:gd name="connsiteX898" fmla="*/ 4266388 w 7467600"/>
              <a:gd name="connsiteY898" fmla="*/ 500083 h 6858000"/>
              <a:gd name="connsiteX899" fmla="*/ 4032842 w 7467600"/>
              <a:gd name="connsiteY899" fmla="*/ 211809 h 6858000"/>
              <a:gd name="connsiteX900" fmla="*/ 3882765 w 7467600"/>
              <a:gd name="connsiteY900" fmla="*/ 0 h 6858000"/>
              <a:gd name="connsiteX901" fmla="*/ 3721337 w 7467600"/>
              <a:gd name="connsiteY901" fmla="*/ 0 h 6858000"/>
              <a:gd name="connsiteX902" fmla="*/ 3797544 w 7467600"/>
              <a:gd name="connsiteY902" fmla="*/ 0 h 6858000"/>
              <a:gd name="connsiteX903" fmla="*/ 3775734 w 7467600"/>
              <a:gd name="connsiteY903" fmla="*/ 95131 h 6858000"/>
              <a:gd name="connsiteX904" fmla="*/ 3724807 w 7467600"/>
              <a:gd name="connsiteY904" fmla="*/ 272257 h 6858000"/>
              <a:gd name="connsiteX905" fmla="*/ 3726844 w 7467600"/>
              <a:gd name="connsiteY905" fmla="*/ 282988 h 6858000"/>
              <a:gd name="connsiteX906" fmla="*/ 3742664 w 7467600"/>
              <a:gd name="connsiteY906" fmla="*/ 279918 h 6858000"/>
              <a:gd name="connsiteX907" fmla="*/ 4103910 w 7467600"/>
              <a:gd name="connsiteY907" fmla="*/ 1161917 h 6858000"/>
              <a:gd name="connsiteX908" fmla="*/ 4020269 w 7467600"/>
              <a:gd name="connsiteY908" fmla="*/ 1200406 h 6858000"/>
              <a:gd name="connsiteX909" fmla="*/ 3674882 w 7467600"/>
              <a:gd name="connsiteY909" fmla="*/ 488524 h 6858000"/>
              <a:gd name="connsiteX910" fmla="*/ 3132682 w 7467600"/>
              <a:gd name="connsiteY910" fmla="*/ 1072284 h 6858000"/>
              <a:gd name="connsiteX911" fmla="*/ 2716346 w 7467600"/>
              <a:gd name="connsiteY911" fmla="*/ 1276376 h 6858000"/>
              <a:gd name="connsiteX912" fmla="*/ 2716772 w 7467600"/>
              <a:gd name="connsiteY912" fmla="*/ 1255462 h 6858000"/>
              <a:gd name="connsiteX913" fmla="*/ 3471096 w 7467600"/>
              <a:gd name="connsiteY913" fmla="*/ 437072 h 6858000"/>
              <a:gd name="connsiteX914" fmla="*/ 3639057 w 7467600"/>
              <a:gd name="connsiteY914" fmla="*/ 286334 h 6858000"/>
              <a:gd name="connsiteX915" fmla="*/ 3640309 w 7467600"/>
              <a:gd name="connsiteY915" fmla="*/ 284664 h 6858000"/>
              <a:gd name="connsiteX916" fmla="*/ 3646022 w 7467600"/>
              <a:gd name="connsiteY916" fmla="*/ 276711 h 6858000"/>
              <a:gd name="connsiteX917" fmla="*/ 3707943 w 7467600"/>
              <a:gd name="connsiteY917" fmla="*/ 65958 h 6858000"/>
              <a:gd name="connsiteX918" fmla="*/ 3721337 w 7467600"/>
              <a:gd name="connsiteY918" fmla="*/ 0 h 6858000"/>
              <a:gd name="connsiteX919" fmla="*/ 2867960 w 7467600"/>
              <a:gd name="connsiteY919" fmla="*/ 0 h 6858000"/>
              <a:gd name="connsiteX920" fmla="*/ 2926351 w 7467600"/>
              <a:gd name="connsiteY920" fmla="*/ 0 h 6858000"/>
              <a:gd name="connsiteX921" fmla="*/ 2902823 w 7467600"/>
              <a:gd name="connsiteY921" fmla="*/ 262929 h 6858000"/>
              <a:gd name="connsiteX922" fmla="*/ 2940663 w 7467600"/>
              <a:gd name="connsiteY922" fmla="*/ 140884 h 6858000"/>
              <a:gd name="connsiteX923" fmla="*/ 2947039 w 7467600"/>
              <a:gd name="connsiteY923" fmla="*/ 122524 h 6858000"/>
              <a:gd name="connsiteX924" fmla="*/ 2984316 w 7467600"/>
              <a:gd name="connsiteY924" fmla="*/ 0 h 6858000"/>
              <a:gd name="connsiteX925" fmla="*/ 3016114 w 7467600"/>
              <a:gd name="connsiteY925" fmla="*/ 0 h 6858000"/>
              <a:gd name="connsiteX926" fmla="*/ 2979949 w 7467600"/>
              <a:gd name="connsiteY926" fmla="*/ 119274 h 6858000"/>
              <a:gd name="connsiteX927" fmla="*/ 3023879 w 7467600"/>
              <a:gd name="connsiteY927" fmla="*/ 0 h 6858000"/>
              <a:gd name="connsiteX928" fmla="*/ 3105400 w 7467600"/>
              <a:gd name="connsiteY928" fmla="*/ 0 h 6858000"/>
              <a:gd name="connsiteX929" fmla="*/ 3094669 w 7467600"/>
              <a:gd name="connsiteY929" fmla="*/ 30308 h 6858000"/>
              <a:gd name="connsiteX930" fmla="*/ 2901945 w 7467600"/>
              <a:gd name="connsiteY930" fmla="*/ 466538 h 6858000"/>
              <a:gd name="connsiteX931" fmla="*/ 2815209 w 7467600"/>
              <a:gd name="connsiteY931" fmla="*/ 497361 h 6858000"/>
              <a:gd name="connsiteX932" fmla="*/ 2844845 w 7467600"/>
              <a:gd name="connsiteY932" fmla="*/ 127638 h 6858000"/>
              <a:gd name="connsiteX933" fmla="*/ 2867960 w 7467600"/>
              <a:gd name="connsiteY933" fmla="*/ 0 h 6858000"/>
              <a:gd name="connsiteX934" fmla="*/ 1057230 w 7467600"/>
              <a:gd name="connsiteY934" fmla="*/ 0 h 6858000"/>
              <a:gd name="connsiteX935" fmla="*/ 1111003 w 7467600"/>
              <a:gd name="connsiteY935" fmla="*/ 0 h 6858000"/>
              <a:gd name="connsiteX936" fmla="*/ 1125553 w 7467600"/>
              <a:gd name="connsiteY936" fmla="*/ 52588 h 6858000"/>
              <a:gd name="connsiteX937" fmla="*/ 1304276 w 7467600"/>
              <a:gd name="connsiteY937" fmla="*/ 476275 h 6858000"/>
              <a:gd name="connsiteX938" fmla="*/ 1492066 w 7467600"/>
              <a:gd name="connsiteY938" fmla="*/ 886333 h 6858000"/>
              <a:gd name="connsiteX939" fmla="*/ 1423698 w 7467600"/>
              <a:gd name="connsiteY939" fmla="*/ 710817 h 6858000"/>
              <a:gd name="connsiteX940" fmla="*/ 1357609 w 7467600"/>
              <a:gd name="connsiteY940" fmla="*/ 532892 h 6858000"/>
              <a:gd name="connsiteX941" fmla="*/ 1309550 w 7467600"/>
              <a:gd name="connsiteY941" fmla="*/ 374031 h 6858000"/>
              <a:gd name="connsiteX942" fmla="*/ 1193673 w 7467600"/>
              <a:gd name="connsiteY942" fmla="*/ 49533 h 6858000"/>
              <a:gd name="connsiteX943" fmla="*/ 1164391 w 7467600"/>
              <a:gd name="connsiteY943" fmla="*/ 0 h 6858000"/>
              <a:gd name="connsiteX944" fmla="*/ 1200666 w 7467600"/>
              <a:gd name="connsiteY944" fmla="*/ 0 h 6858000"/>
              <a:gd name="connsiteX945" fmla="*/ 1223408 w 7467600"/>
              <a:gd name="connsiteY945" fmla="*/ 38996 h 6858000"/>
              <a:gd name="connsiteX946" fmla="*/ 1339635 w 7467600"/>
              <a:gd name="connsiteY946" fmla="*/ 365517 h 6858000"/>
              <a:gd name="connsiteX947" fmla="*/ 1387469 w 7467600"/>
              <a:gd name="connsiteY947" fmla="*/ 523079 h 6858000"/>
              <a:gd name="connsiteX948" fmla="*/ 1452685 w 7467600"/>
              <a:gd name="connsiteY948" fmla="*/ 699806 h 6858000"/>
              <a:gd name="connsiteX949" fmla="*/ 1492092 w 7467600"/>
              <a:gd name="connsiteY949" fmla="*/ 800424 h 6858000"/>
              <a:gd name="connsiteX950" fmla="*/ 1455302 w 7467600"/>
              <a:gd name="connsiteY950" fmla="*/ 632913 h 6858000"/>
              <a:gd name="connsiteX951" fmla="*/ 1222336 w 7467600"/>
              <a:gd name="connsiteY951" fmla="*/ 9480 h 6858000"/>
              <a:gd name="connsiteX952" fmla="*/ 1214634 w 7467600"/>
              <a:gd name="connsiteY952" fmla="*/ 0 h 6858000"/>
              <a:gd name="connsiteX953" fmla="*/ 1289827 w 7467600"/>
              <a:gd name="connsiteY953" fmla="*/ 0 h 6858000"/>
              <a:gd name="connsiteX954" fmla="*/ 1321076 w 7467600"/>
              <a:gd name="connsiteY954" fmla="*/ 59722 h 6858000"/>
              <a:gd name="connsiteX955" fmla="*/ 1512579 w 7467600"/>
              <a:gd name="connsiteY955" fmla="*/ 626441 h 6858000"/>
              <a:gd name="connsiteX956" fmla="*/ 1506076 w 7467600"/>
              <a:gd name="connsiteY956" fmla="*/ 1089289 h 6858000"/>
              <a:gd name="connsiteX957" fmla="*/ 1486346 w 7467600"/>
              <a:gd name="connsiteY957" fmla="*/ 1079919 h 6858000"/>
              <a:gd name="connsiteX958" fmla="*/ 1070511 w 7467600"/>
              <a:gd name="connsiteY958" fmla="*/ 48609 h 6858000"/>
              <a:gd name="connsiteX959" fmla="*/ 1057230 w 7467600"/>
              <a:gd name="connsiteY959" fmla="*/ 0 h 6858000"/>
              <a:gd name="connsiteX960" fmla="*/ 43151 w 7467600"/>
              <a:gd name="connsiteY960" fmla="*/ 0 h 6858000"/>
              <a:gd name="connsiteX961" fmla="*/ 95283 w 7467600"/>
              <a:gd name="connsiteY961" fmla="*/ 0 h 6858000"/>
              <a:gd name="connsiteX962" fmla="*/ 300708 w 7467600"/>
              <a:gd name="connsiteY962" fmla="*/ 154571 h 6858000"/>
              <a:gd name="connsiteX963" fmla="*/ 530414 w 7467600"/>
              <a:gd name="connsiteY963" fmla="*/ 354673 h 6858000"/>
              <a:gd name="connsiteX964" fmla="*/ 333785 w 7467600"/>
              <a:gd name="connsiteY964" fmla="*/ 161564 h 6858000"/>
              <a:gd name="connsiteX965" fmla="*/ 147005 w 7467600"/>
              <a:gd name="connsiteY965" fmla="*/ 0 h 6858000"/>
              <a:gd name="connsiteX966" fmla="*/ 272509 w 7467600"/>
              <a:gd name="connsiteY966" fmla="*/ 0 h 6858000"/>
              <a:gd name="connsiteX967" fmla="*/ 326276 w 7467600"/>
              <a:gd name="connsiteY967" fmla="*/ 45847 h 6858000"/>
              <a:gd name="connsiteX968" fmla="*/ 823759 w 7467600"/>
              <a:gd name="connsiteY968" fmla="*/ 574145 h 6858000"/>
              <a:gd name="connsiteX969" fmla="*/ 811254 w 7467600"/>
              <a:gd name="connsiteY969" fmla="*/ 665546 h 6858000"/>
              <a:gd name="connsiteX970" fmla="*/ 154042 w 7467600"/>
              <a:gd name="connsiteY970" fmla="*/ 261522 h 6858000"/>
              <a:gd name="connsiteX971" fmla="*/ 13550 w 7467600"/>
              <a:gd name="connsiteY971" fmla="*/ 158423 h 6858000"/>
              <a:gd name="connsiteX972" fmla="*/ 0 w 7467600"/>
              <a:gd name="connsiteY972" fmla="*/ 146618 h 6858000"/>
              <a:gd name="connsiteX973" fmla="*/ 0 w 7467600"/>
              <a:gd name="connsiteY973" fmla="*/ 59161 h 6858000"/>
              <a:gd name="connsiteX974" fmla="*/ 45427 w 7467600"/>
              <a:gd name="connsiteY974" fmla="*/ 101078 h 6858000"/>
              <a:gd name="connsiteX975" fmla="*/ 630103 w 7467600"/>
              <a:gd name="connsiteY975" fmla="*/ 485885 h 6858000"/>
              <a:gd name="connsiteX976" fmla="*/ 532040 w 7467600"/>
              <a:gd name="connsiteY976" fmla="*/ 399359 h 6858000"/>
              <a:gd name="connsiteX977" fmla="*/ 517618 w 7467600"/>
              <a:gd name="connsiteY977" fmla="*/ 385726 h 6858000"/>
              <a:gd name="connsiteX978" fmla="*/ 285074 w 7467600"/>
              <a:gd name="connsiteY978" fmla="*/ 182755 h 6858000"/>
              <a:gd name="connsiteX979" fmla="*/ 43151 w 7467600"/>
              <a:gd name="connsiteY97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356878 w 7467600"/>
              <a:gd name="connsiteY88" fmla="*/ 5981332 h 6858000"/>
              <a:gd name="connsiteX89" fmla="*/ 7467600 w 7467600"/>
              <a:gd name="connsiteY89" fmla="*/ 6117703 h 6858000"/>
              <a:gd name="connsiteX90" fmla="*/ 7467600 w 7467600"/>
              <a:gd name="connsiteY90" fmla="*/ 6163634 h 6858000"/>
              <a:gd name="connsiteX91" fmla="*/ 7403637 w 7467600"/>
              <a:gd name="connsiteY91" fmla="*/ 6083957 h 6858000"/>
              <a:gd name="connsiteX92" fmla="*/ 7254615 w 7467600"/>
              <a:gd name="connsiteY92" fmla="*/ 5911918 h 6858000"/>
              <a:gd name="connsiteX93" fmla="*/ 7312589 w 7467600"/>
              <a:gd name="connsiteY93" fmla="*/ 5982309 h 6858000"/>
              <a:gd name="connsiteX94" fmla="*/ 7448321 w 7467600"/>
              <a:gd name="connsiteY94" fmla="*/ 6190991 h 6858000"/>
              <a:gd name="connsiteX95" fmla="*/ 7467600 w 7467600"/>
              <a:gd name="connsiteY95" fmla="*/ 6221686 h 6858000"/>
              <a:gd name="connsiteX96" fmla="*/ 7467600 w 7467600"/>
              <a:gd name="connsiteY96" fmla="*/ 6334256 h 6858000"/>
              <a:gd name="connsiteX97" fmla="*/ 7454976 w 7467600"/>
              <a:gd name="connsiteY97" fmla="*/ 6318297 h 6858000"/>
              <a:gd name="connsiteX98" fmla="*/ 7042773 w 7467600"/>
              <a:gd name="connsiteY98" fmla="*/ 5734011 h 6858000"/>
              <a:gd name="connsiteX99" fmla="*/ 6844835 w 7467600"/>
              <a:gd name="connsiteY99" fmla="*/ 5424988 h 6858000"/>
              <a:gd name="connsiteX100" fmla="*/ 1456157 w 7467600"/>
              <a:gd name="connsiteY100" fmla="*/ 5371404 h 6858000"/>
              <a:gd name="connsiteX101" fmla="*/ 1244432 w 7467600"/>
              <a:gd name="connsiteY101" fmla="*/ 5385601 h 6858000"/>
              <a:gd name="connsiteX102" fmla="*/ 973990 w 7467600"/>
              <a:gd name="connsiteY102" fmla="*/ 5424940 h 6858000"/>
              <a:gd name="connsiteX103" fmla="*/ 1103809 w 7467600"/>
              <a:gd name="connsiteY103" fmla="*/ 5433720 h 6858000"/>
              <a:gd name="connsiteX104" fmla="*/ 1123454 w 7467600"/>
              <a:gd name="connsiteY104" fmla="*/ 5435727 h 6858000"/>
              <a:gd name="connsiteX105" fmla="*/ 1737017 w 7467600"/>
              <a:gd name="connsiteY105" fmla="*/ 5452183 h 6858000"/>
              <a:gd name="connsiteX106" fmla="*/ 1824397 w 7467600"/>
              <a:gd name="connsiteY106" fmla="*/ 5447757 h 6858000"/>
              <a:gd name="connsiteX107" fmla="*/ 2070059 w 7467600"/>
              <a:gd name="connsiteY107" fmla="*/ 5441660 h 6858000"/>
              <a:gd name="connsiteX108" fmla="*/ 1456157 w 7467600"/>
              <a:gd name="connsiteY108" fmla="*/ 5371404 h 6858000"/>
              <a:gd name="connsiteX109" fmla="*/ 4988186 w 7467600"/>
              <a:gd name="connsiteY109" fmla="*/ 5216467 h 6858000"/>
              <a:gd name="connsiteX110" fmla="*/ 4777334 w 7467600"/>
              <a:gd name="connsiteY110" fmla="*/ 5406072 h 6858000"/>
              <a:gd name="connsiteX111" fmla="*/ 4718341 w 7467600"/>
              <a:gd name="connsiteY111" fmla="*/ 5468043 h 6858000"/>
              <a:gd name="connsiteX112" fmla="*/ 4604655 w 7467600"/>
              <a:gd name="connsiteY112" fmla="*/ 5583434 h 6858000"/>
              <a:gd name="connsiteX113" fmla="*/ 4565074 w 7467600"/>
              <a:gd name="connsiteY113" fmla="*/ 5618550 h 6858000"/>
              <a:gd name="connsiteX114" fmla="*/ 4988186 w 7467600"/>
              <a:gd name="connsiteY114" fmla="*/ 5216467 h 6858000"/>
              <a:gd name="connsiteX115" fmla="*/ 4978032 w 7467600"/>
              <a:gd name="connsiteY115" fmla="*/ 5183809 h 6858000"/>
              <a:gd name="connsiteX116" fmla="*/ 4463413 w 7467600"/>
              <a:gd name="connsiteY116" fmla="*/ 5615162 h 6858000"/>
              <a:gd name="connsiteX117" fmla="*/ 4358134 w 7467600"/>
              <a:gd name="connsiteY117" fmla="*/ 5742791 h 6858000"/>
              <a:gd name="connsiteX118" fmla="*/ 4376219 w 7467600"/>
              <a:gd name="connsiteY118" fmla="*/ 5729027 h 6858000"/>
              <a:gd name="connsiteX119" fmla="*/ 4582340 w 7467600"/>
              <a:gd name="connsiteY119" fmla="*/ 5561037 h 6858000"/>
              <a:gd name="connsiteX120" fmla="*/ 4694684 w 7467600"/>
              <a:gd name="connsiteY120" fmla="*/ 5447098 h 6858000"/>
              <a:gd name="connsiteX121" fmla="*/ 4754123 w 7467600"/>
              <a:gd name="connsiteY121" fmla="*/ 5384643 h 6858000"/>
              <a:gd name="connsiteX122" fmla="*/ 4978032 w 7467600"/>
              <a:gd name="connsiteY122" fmla="*/ 5183809 h 6858000"/>
              <a:gd name="connsiteX123" fmla="*/ 1903353 w 7467600"/>
              <a:gd name="connsiteY123" fmla="*/ 5044827 h 6858000"/>
              <a:gd name="connsiteX124" fmla="*/ 1936931 w 7467600"/>
              <a:gd name="connsiteY124" fmla="*/ 5093954 h 6858000"/>
              <a:gd name="connsiteX125" fmla="*/ 2195868 w 7467600"/>
              <a:gd name="connsiteY125" fmla="*/ 5396574 h 6858000"/>
              <a:gd name="connsiteX126" fmla="*/ 2088852 w 7467600"/>
              <a:gd name="connsiteY126" fmla="*/ 5166123 h 6858000"/>
              <a:gd name="connsiteX127" fmla="*/ 1958241 w 7467600"/>
              <a:gd name="connsiteY127" fmla="*/ 5067955 h 6858000"/>
              <a:gd name="connsiteX128" fmla="*/ 1903353 w 7467600"/>
              <a:gd name="connsiteY128" fmla="*/ 5044827 h 6858000"/>
              <a:gd name="connsiteX129" fmla="*/ 1979378 w 7467600"/>
              <a:gd name="connsiteY129" fmla="*/ 4769504 h 6858000"/>
              <a:gd name="connsiteX130" fmla="*/ 2882120 w 7467600"/>
              <a:gd name="connsiteY130" fmla="*/ 5064547 h 6858000"/>
              <a:gd name="connsiteX131" fmla="*/ 2793103 w 7467600"/>
              <a:gd name="connsiteY131" fmla="*/ 5039699 h 6858000"/>
              <a:gd name="connsiteX132" fmla="*/ 2770041 w 7467600"/>
              <a:gd name="connsiteY132" fmla="*/ 5033634 h 6858000"/>
              <a:gd name="connsiteX133" fmla="*/ 1979378 w 7467600"/>
              <a:gd name="connsiteY133" fmla="*/ 4769504 h 6858000"/>
              <a:gd name="connsiteX134" fmla="*/ 1927410 w 7467600"/>
              <a:gd name="connsiteY134" fmla="*/ 4716164 h 6858000"/>
              <a:gd name="connsiteX135" fmla="*/ 1959587 w 7467600"/>
              <a:gd name="connsiteY135" fmla="*/ 4728849 h 6858000"/>
              <a:gd name="connsiteX136" fmla="*/ 2777707 w 7467600"/>
              <a:gd name="connsiteY136" fmla="*/ 5003991 h 6858000"/>
              <a:gd name="connsiteX137" fmla="*/ 2800768 w 7467600"/>
              <a:gd name="connsiteY137" fmla="*/ 5010056 h 6858000"/>
              <a:gd name="connsiteX138" fmla="*/ 2879408 w 7467600"/>
              <a:gd name="connsiteY138" fmla="*/ 5031590 h 6858000"/>
              <a:gd name="connsiteX139" fmla="*/ 2862295 w 7467600"/>
              <a:gd name="connsiteY139" fmla="*/ 5022958 h 6858000"/>
              <a:gd name="connsiteX140" fmla="*/ 2813343 w 7467600"/>
              <a:gd name="connsiteY140" fmla="*/ 4998369 h 6858000"/>
              <a:gd name="connsiteX141" fmla="*/ 2646245 w 7467600"/>
              <a:gd name="connsiteY141" fmla="*/ 4930999 h 6858000"/>
              <a:gd name="connsiteX142" fmla="*/ 1999243 w 7467600"/>
              <a:gd name="connsiteY142" fmla="*/ 4730524 h 6858000"/>
              <a:gd name="connsiteX143" fmla="*/ 1979527 w 7467600"/>
              <a:gd name="connsiteY143" fmla="*/ 4726651 h 6858000"/>
              <a:gd name="connsiteX144" fmla="*/ 1927410 w 7467600"/>
              <a:gd name="connsiteY144" fmla="*/ 4716164 h 6858000"/>
              <a:gd name="connsiteX145" fmla="*/ 1997014 w 7467600"/>
              <a:gd name="connsiteY145" fmla="*/ 4698007 h 6858000"/>
              <a:gd name="connsiteX146" fmla="*/ 2005458 w 7467600"/>
              <a:gd name="connsiteY146" fmla="*/ 4699540 h 6858000"/>
              <a:gd name="connsiteX147" fmla="*/ 2657186 w 7467600"/>
              <a:gd name="connsiteY147" fmla="*/ 4901687 h 6858000"/>
              <a:gd name="connsiteX148" fmla="*/ 2826662 w 7467600"/>
              <a:gd name="connsiteY148" fmla="*/ 4970362 h 6858000"/>
              <a:gd name="connsiteX149" fmla="*/ 2876100 w 7467600"/>
              <a:gd name="connsiteY149" fmla="*/ 4995397 h 6858000"/>
              <a:gd name="connsiteX150" fmla="*/ 3042600 w 7467600"/>
              <a:gd name="connsiteY150" fmla="*/ 5059532 h 6858000"/>
              <a:gd name="connsiteX151" fmla="*/ 1997014 w 7467600"/>
              <a:gd name="connsiteY151" fmla="*/ 4698007 h 6858000"/>
              <a:gd name="connsiteX152" fmla="*/ 2305292 w 7467600"/>
              <a:gd name="connsiteY152" fmla="*/ 4219492 h 6858000"/>
              <a:gd name="connsiteX153" fmla="*/ 3360922 w 7467600"/>
              <a:gd name="connsiteY153" fmla="*/ 4529373 h 6858000"/>
              <a:gd name="connsiteX154" fmla="*/ 3492420 w 7467600"/>
              <a:gd name="connsiteY154" fmla="*/ 4510145 h 6858000"/>
              <a:gd name="connsiteX155" fmla="*/ 3364086 w 7467600"/>
              <a:gd name="connsiteY155" fmla="*/ 4480340 h 6858000"/>
              <a:gd name="connsiteX156" fmla="*/ 3225818 w 7467600"/>
              <a:gd name="connsiteY156" fmla="*/ 4411822 h 6858000"/>
              <a:gd name="connsiteX157" fmla="*/ 3129696 w 7467600"/>
              <a:gd name="connsiteY157" fmla="*/ 4360704 h 6858000"/>
              <a:gd name="connsiteX158" fmla="*/ 2814545 w 7467600"/>
              <a:gd name="connsiteY158" fmla="*/ 4282955 h 6858000"/>
              <a:gd name="connsiteX159" fmla="*/ 2305292 w 7467600"/>
              <a:gd name="connsiteY159" fmla="*/ 4219492 h 6858000"/>
              <a:gd name="connsiteX160" fmla="*/ 2626982 w 7467600"/>
              <a:gd name="connsiteY160" fmla="*/ 4206450 h 6858000"/>
              <a:gd name="connsiteX161" fmla="*/ 2490617 w 7467600"/>
              <a:gd name="connsiteY161" fmla="*/ 4206951 h 6858000"/>
              <a:gd name="connsiteX162" fmla="*/ 2819869 w 7467600"/>
              <a:gd name="connsiteY162" fmla="*/ 4252936 h 6858000"/>
              <a:gd name="connsiteX163" fmla="*/ 3143018 w 7467600"/>
              <a:gd name="connsiteY163" fmla="*/ 4332698 h 6858000"/>
              <a:gd name="connsiteX164" fmla="*/ 3241520 w 7467600"/>
              <a:gd name="connsiteY164" fmla="*/ 4385112 h 6858000"/>
              <a:gd name="connsiteX165" fmla="*/ 3374575 w 7467600"/>
              <a:gd name="connsiteY165" fmla="*/ 4451517 h 6858000"/>
              <a:gd name="connsiteX166" fmla="*/ 3505221 w 7467600"/>
              <a:gd name="connsiteY166" fmla="*/ 4480757 h 6858000"/>
              <a:gd name="connsiteX167" fmla="*/ 2626982 w 7467600"/>
              <a:gd name="connsiteY167" fmla="*/ 4206450 h 6858000"/>
              <a:gd name="connsiteX168" fmla="*/ 1310106 w 7467600"/>
              <a:gd name="connsiteY168" fmla="*/ 3943217 h 6858000"/>
              <a:gd name="connsiteX169" fmla="*/ 854994 w 7467600"/>
              <a:gd name="connsiteY169" fmla="*/ 4399136 h 6858000"/>
              <a:gd name="connsiteX170" fmla="*/ 742462 w 7467600"/>
              <a:gd name="connsiteY170" fmla="*/ 4594648 h 6858000"/>
              <a:gd name="connsiteX171" fmla="*/ 820602 w 7467600"/>
              <a:gd name="connsiteY171" fmla="*/ 4485915 h 6858000"/>
              <a:gd name="connsiteX172" fmla="*/ 878295 w 7467600"/>
              <a:gd name="connsiteY172" fmla="*/ 4403594 h 6858000"/>
              <a:gd name="connsiteX173" fmla="*/ 1240607 w 7467600"/>
              <a:gd name="connsiteY173" fmla="*/ 4010401 h 6858000"/>
              <a:gd name="connsiteX174" fmla="*/ 1310106 w 7467600"/>
              <a:gd name="connsiteY174" fmla="*/ 3943217 h 6858000"/>
              <a:gd name="connsiteX175" fmla="*/ 1423113 w 7467600"/>
              <a:gd name="connsiteY175" fmla="*/ 3874565 h 6858000"/>
              <a:gd name="connsiteX176" fmla="*/ 1260565 w 7467600"/>
              <a:gd name="connsiteY176" fmla="*/ 4031982 h 6858000"/>
              <a:gd name="connsiteX177" fmla="*/ 901900 w 7467600"/>
              <a:gd name="connsiteY177" fmla="*/ 4421236 h 6858000"/>
              <a:gd name="connsiteX178" fmla="*/ 845044 w 7467600"/>
              <a:gd name="connsiteY178" fmla="*/ 4502436 h 6858000"/>
              <a:gd name="connsiteX179" fmla="*/ 685926 w 7467600"/>
              <a:gd name="connsiteY179" fmla="*/ 4703069 h 6858000"/>
              <a:gd name="connsiteX180" fmla="*/ 684248 w 7467600"/>
              <a:gd name="connsiteY180" fmla="*/ 4706721 h 6858000"/>
              <a:gd name="connsiteX181" fmla="*/ 1423113 w 7467600"/>
              <a:gd name="connsiteY181" fmla="*/ 3874565 h 6858000"/>
              <a:gd name="connsiteX182" fmla="*/ 3316479 w 7467600"/>
              <a:gd name="connsiteY182" fmla="*/ 3872136 h 6858000"/>
              <a:gd name="connsiteX183" fmla="*/ 3546806 w 7467600"/>
              <a:gd name="connsiteY183" fmla="*/ 4356139 h 6858000"/>
              <a:gd name="connsiteX184" fmla="*/ 3364433 w 7467600"/>
              <a:gd name="connsiteY184" fmla="*/ 3953121 h 6858000"/>
              <a:gd name="connsiteX185" fmla="*/ 3316479 w 7467600"/>
              <a:gd name="connsiteY185" fmla="*/ 3872136 h 6858000"/>
              <a:gd name="connsiteX186" fmla="*/ 3291335 w 7467600"/>
              <a:gd name="connsiteY186" fmla="*/ 3767420 h 6858000"/>
              <a:gd name="connsiteX187" fmla="*/ 3390805 w 7467600"/>
              <a:gd name="connsiteY187" fmla="*/ 3937163 h 6858000"/>
              <a:gd name="connsiteX188" fmla="*/ 3579062 w 7467600"/>
              <a:gd name="connsiteY188" fmla="*/ 4359040 h 6858000"/>
              <a:gd name="connsiteX189" fmla="*/ 3467355 w 7467600"/>
              <a:gd name="connsiteY189" fmla="*/ 3988130 h 6858000"/>
              <a:gd name="connsiteX190" fmla="*/ 3310753 w 7467600"/>
              <a:gd name="connsiteY190" fmla="*/ 3787140 h 6858000"/>
              <a:gd name="connsiteX191" fmla="*/ 3291335 w 7467600"/>
              <a:gd name="connsiteY191" fmla="*/ 3767420 h 6858000"/>
              <a:gd name="connsiteX192" fmla="*/ 1635889 w 7467600"/>
              <a:gd name="connsiteY192" fmla="*/ 3709494 h 6858000"/>
              <a:gd name="connsiteX193" fmla="*/ 1634800 w 7467600"/>
              <a:gd name="connsiteY193" fmla="*/ 3731111 h 6858000"/>
              <a:gd name="connsiteX194" fmla="*/ 1635889 w 7467600"/>
              <a:gd name="connsiteY194" fmla="*/ 3709494 h 6858000"/>
              <a:gd name="connsiteX195" fmla="*/ 1510397 w 7467600"/>
              <a:gd name="connsiteY195" fmla="*/ 3684705 h 6858000"/>
              <a:gd name="connsiteX196" fmla="*/ 1146550 w 7467600"/>
              <a:gd name="connsiteY196" fmla="*/ 3802012 h 6858000"/>
              <a:gd name="connsiteX197" fmla="*/ 698834 w 7467600"/>
              <a:gd name="connsiteY197" fmla="*/ 3952272 h 6858000"/>
              <a:gd name="connsiteX198" fmla="*/ 34256 w 7467600"/>
              <a:gd name="connsiteY198" fmla="*/ 4347603 h 6858000"/>
              <a:gd name="connsiteX199" fmla="*/ 527241 w 7467600"/>
              <a:gd name="connsiteY199" fmla="*/ 4065078 h 6858000"/>
              <a:gd name="connsiteX200" fmla="*/ 1510397 w 7467600"/>
              <a:gd name="connsiteY200" fmla="*/ 3684705 h 6858000"/>
              <a:gd name="connsiteX201" fmla="*/ 1313114 w 7467600"/>
              <a:gd name="connsiteY201" fmla="*/ 3655216 h 6858000"/>
              <a:gd name="connsiteX202" fmla="*/ 1109304 w 7467600"/>
              <a:gd name="connsiteY202" fmla="*/ 3669030 h 6858000"/>
              <a:gd name="connsiteX203" fmla="*/ 8129 w 7467600"/>
              <a:gd name="connsiteY203" fmla="*/ 4330519 h 6858000"/>
              <a:gd name="connsiteX204" fmla="*/ 687572 w 7467600"/>
              <a:gd name="connsiteY204" fmla="*/ 3925629 h 6858000"/>
              <a:gd name="connsiteX205" fmla="*/ 1138365 w 7467600"/>
              <a:gd name="connsiteY205" fmla="*/ 3774515 h 6858000"/>
              <a:gd name="connsiteX206" fmla="*/ 1505579 w 7467600"/>
              <a:gd name="connsiteY206" fmla="*/ 3655526 h 6858000"/>
              <a:gd name="connsiteX207" fmla="*/ 1313114 w 7467600"/>
              <a:gd name="connsiteY207" fmla="*/ 3655216 h 6858000"/>
              <a:gd name="connsiteX208" fmla="*/ 3655073 w 7467600"/>
              <a:gd name="connsiteY208" fmla="*/ 3650884 h 6858000"/>
              <a:gd name="connsiteX209" fmla="*/ 3989938 w 7467600"/>
              <a:gd name="connsiteY209" fmla="*/ 3991685 h 6858000"/>
              <a:gd name="connsiteX210" fmla="*/ 4393907 w 7467600"/>
              <a:gd name="connsiteY210" fmla="*/ 4261258 h 6858000"/>
              <a:gd name="connsiteX211" fmla="*/ 4648051 w 7467600"/>
              <a:gd name="connsiteY211" fmla="*/ 4374051 h 6858000"/>
              <a:gd name="connsiteX212" fmla="*/ 4383389 w 7467600"/>
              <a:gd name="connsiteY212" fmla="*/ 4184369 h 6858000"/>
              <a:gd name="connsiteX213" fmla="*/ 4165508 w 7467600"/>
              <a:gd name="connsiteY213" fmla="*/ 4035196 h 6858000"/>
              <a:gd name="connsiteX214" fmla="*/ 4068162 w 7467600"/>
              <a:gd name="connsiteY214" fmla="*/ 3953394 h 6858000"/>
              <a:gd name="connsiteX215" fmla="*/ 3981416 w 7467600"/>
              <a:gd name="connsiteY215" fmla="*/ 3880482 h 6858000"/>
              <a:gd name="connsiteX216" fmla="*/ 3800147 w 7467600"/>
              <a:gd name="connsiteY216" fmla="*/ 3749872 h 6858000"/>
              <a:gd name="connsiteX217" fmla="*/ 3655073 w 7467600"/>
              <a:gd name="connsiteY217" fmla="*/ 3650884 h 6858000"/>
              <a:gd name="connsiteX218" fmla="*/ 3670252 w 7467600"/>
              <a:gd name="connsiteY218" fmla="*/ 3622798 h 6858000"/>
              <a:gd name="connsiteX219" fmla="*/ 3817258 w 7467600"/>
              <a:gd name="connsiteY219" fmla="*/ 3723577 h 6858000"/>
              <a:gd name="connsiteX220" fmla="*/ 4000461 w 7467600"/>
              <a:gd name="connsiteY220" fmla="*/ 3855966 h 6858000"/>
              <a:gd name="connsiteX221" fmla="*/ 4088180 w 7467600"/>
              <a:gd name="connsiteY221" fmla="*/ 3929774 h 6858000"/>
              <a:gd name="connsiteX222" fmla="*/ 4184555 w 7467600"/>
              <a:gd name="connsiteY222" fmla="*/ 4010683 h 6858000"/>
              <a:gd name="connsiteX223" fmla="*/ 4399563 w 7467600"/>
              <a:gd name="connsiteY223" fmla="*/ 4158106 h 6858000"/>
              <a:gd name="connsiteX224" fmla="*/ 4684469 w 7467600"/>
              <a:gd name="connsiteY224" fmla="*/ 4364680 h 6858000"/>
              <a:gd name="connsiteX225" fmla="*/ 4690271 w 7467600"/>
              <a:gd name="connsiteY225" fmla="*/ 4370034 h 6858000"/>
              <a:gd name="connsiteX226" fmla="*/ 4136093 w 7467600"/>
              <a:gd name="connsiteY226" fmla="*/ 3858466 h 6858000"/>
              <a:gd name="connsiteX227" fmla="*/ 3670252 w 7467600"/>
              <a:gd name="connsiteY227" fmla="*/ 3622798 h 6858000"/>
              <a:gd name="connsiteX228" fmla="*/ 4440129 w 7467600"/>
              <a:gd name="connsiteY228" fmla="*/ 3448571 h 6858000"/>
              <a:gd name="connsiteX229" fmla="*/ 4856525 w 7467600"/>
              <a:gd name="connsiteY229" fmla="*/ 3915351 h 6858000"/>
              <a:gd name="connsiteX230" fmla="*/ 5059055 w 7467600"/>
              <a:gd name="connsiteY230" fmla="*/ 4108918 h 6858000"/>
              <a:gd name="connsiteX231" fmla="*/ 5290070 w 7467600"/>
              <a:gd name="connsiteY231" fmla="*/ 4263619 h 6858000"/>
              <a:gd name="connsiteX232" fmla="*/ 4834991 w 7467600"/>
              <a:gd name="connsiteY232" fmla="*/ 3830985 h 6858000"/>
              <a:gd name="connsiteX233" fmla="*/ 4440129 w 7467600"/>
              <a:gd name="connsiteY233" fmla="*/ 3448571 h 6858000"/>
              <a:gd name="connsiteX234" fmla="*/ 4441737 w 7467600"/>
              <a:gd name="connsiteY234" fmla="*/ 3399734 h 6858000"/>
              <a:gd name="connsiteX235" fmla="*/ 4431236 w 7467600"/>
              <a:gd name="connsiteY235" fmla="*/ 3400954 h 6858000"/>
              <a:gd name="connsiteX236" fmla="*/ 4557150 w 7467600"/>
              <a:gd name="connsiteY236" fmla="*/ 3510023 h 6858000"/>
              <a:gd name="connsiteX237" fmla="*/ 4856936 w 7467600"/>
              <a:gd name="connsiteY237" fmla="*/ 3809146 h 6858000"/>
              <a:gd name="connsiteX238" fmla="*/ 5111996 w 7467600"/>
              <a:gd name="connsiteY238" fmla="*/ 4065759 h 6858000"/>
              <a:gd name="connsiteX239" fmla="*/ 5388878 w 7467600"/>
              <a:gd name="connsiteY239" fmla="*/ 4300185 h 6858000"/>
              <a:gd name="connsiteX240" fmla="*/ 5425556 w 7467600"/>
              <a:gd name="connsiteY240" fmla="*/ 4308967 h 6858000"/>
              <a:gd name="connsiteX241" fmla="*/ 4943646 w 7467600"/>
              <a:gd name="connsiteY241" fmla="*/ 3822916 h 6858000"/>
              <a:gd name="connsiteX242" fmla="*/ 4594837 w 7467600"/>
              <a:gd name="connsiteY242" fmla="*/ 3532274 h 6858000"/>
              <a:gd name="connsiteX243" fmla="*/ 4441737 w 7467600"/>
              <a:gd name="connsiteY243" fmla="*/ 3399734 h 6858000"/>
              <a:gd name="connsiteX244" fmla="*/ 5425834 w 7467600"/>
              <a:gd name="connsiteY244" fmla="*/ 3162785 h 6858000"/>
              <a:gd name="connsiteX245" fmla="*/ 5401644 w 7467600"/>
              <a:gd name="connsiteY245" fmla="*/ 3617847 h 6858000"/>
              <a:gd name="connsiteX246" fmla="*/ 5467256 w 7467600"/>
              <a:gd name="connsiteY246" fmla="*/ 4175494 h 6858000"/>
              <a:gd name="connsiteX247" fmla="*/ 5448069 w 7467600"/>
              <a:gd name="connsiteY247" fmla="*/ 3567554 h 6858000"/>
              <a:gd name="connsiteX248" fmla="*/ 5425834 w 7467600"/>
              <a:gd name="connsiteY248" fmla="*/ 3162785 h 6858000"/>
              <a:gd name="connsiteX249" fmla="*/ 1318687 w 7467600"/>
              <a:gd name="connsiteY249" fmla="*/ 3113840 h 6858000"/>
              <a:gd name="connsiteX250" fmla="*/ 1066793 w 7467600"/>
              <a:gd name="connsiteY250" fmla="*/ 3212171 h 6858000"/>
              <a:gd name="connsiteX251" fmla="*/ 993319 w 7467600"/>
              <a:gd name="connsiteY251" fmla="*/ 3247648 h 6858000"/>
              <a:gd name="connsiteX252" fmla="*/ 853081 w 7467600"/>
              <a:gd name="connsiteY252" fmla="*/ 3312410 h 6858000"/>
              <a:gd name="connsiteX253" fmla="*/ 805957 w 7467600"/>
              <a:gd name="connsiteY253" fmla="*/ 3330443 h 6858000"/>
              <a:gd name="connsiteX254" fmla="*/ 1318687 w 7467600"/>
              <a:gd name="connsiteY254" fmla="*/ 3113840 h 6858000"/>
              <a:gd name="connsiteX255" fmla="*/ 5453702 w 7467600"/>
              <a:gd name="connsiteY255" fmla="*/ 3090882 h 6858000"/>
              <a:gd name="connsiteX256" fmla="*/ 5480135 w 7467600"/>
              <a:gd name="connsiteY256" fmla="*/ 3565802 h 6858000"/>
              <a:gd name="connsiteX257" fmla="*/ 5499023 w 7467600"/>
              <a:gd name="connsiteY257" fmla="*/ 4166310 h 6858000"/>
              <a:gd name="connsiteX258" fmla="*/ 5547022 w 7467600"/>
              <a:gd name="connsiteY258" fmla="*/ 3607838 h 6858000"/>
              <a:gd name="connsiteX259" fmla="*/ 5515964 w 7467600"/>
              <a:gd name="connsiteY259" fmla="*/ 3378541 h 6858000"/>
              <a:gd name="connsiteX260" fmla="*/ 5453702 w 7467600"/>
              <a:gd name="connsiteY260" fmla="*/ 3090882 h 6858000"/>
              <a:gd name="connsiteX261" fmla="*/ 1238695 w 7467600"/>
              <a:gd name="connsiteY261" fmla="*/ 3076820 h 6858000"/>
              <a:gd name="connsiteX262" fmla="*/ 716371 w 7467600"/>
              <a:gd name="connsiteY262" fmla="*/ 3293249 h 6858000"/>
              <a:gd name="connsiteX263" fmla="*/ 579522 w 7467600"/>
              <a:gd name="connsiteY263" fmla="*/ 3371759 h 6858000"/>
              <a:gd name="connsiteX264" fmla="*/ 600288 w 7467600"/>
              <a:gd name="connsiteY264" fmla="*/ 3365555 h 6858000"/>
              <a:gd name="connsiteX265" fmla="*/ 840692 w 7467600"/>
              <a:gd name="connsiteY265" fmla="*/ 3284921 h 6858000"/>
              <a:gd name="connsiteX266" fmla="*/ 979248 w 7467600"/>
              <a:gd name="connsiteY266" fmla="*/ 3221003 h 6858000"/>
              <a:gd name="connsiteX267" fmla="*/ 1053282 w 7467600"/>
              <a:gd name="connsiteY267" fmla="*/ 3185247 h 6858000"/>
              <a:gd name="connsiteX268" fmla="*/ 1320603 w 7467600"/>
              <a:gd name="connsiteY268" fmla="*/ 3081281 h 6858000"/>
              <a:gd name="connsiteX269" fmla="*/ 1238695 w 7467600"/>
              <a:gd name="connsiteY269" fmla="*/ 3076820 h 6858000"/>
              <a:gd name="connsiteX270" fmla="*/ 5425627 w 7467600"/>
              <a:gd name="connsiteY270" fmla="*/ 2954192 h 6858000"/>
              <a:gd name="connsiteX271" fmla="*/ 5470770 w 7467600"/>
              <a:gd name="connsiteY271" fmla="*/ 3005435 h 6858000"/>
              <a:gd name="connsiteX272" fmla="*/ 5519779 w 7467600"/>
              <a:gd name="connsiteY272" fmla="*/ 4359223 h 6858000"/>
              <a:gd name="connsiteX273" fmla="*/ 5520293 w 7467600"/>
              <a:gd name="connsiteY273" fmla="*/ 4360602 h 6858000"/>
              <a:gd name="connsiteX274" fmla="*/ 5767221 w 7467600"/>
              <a:gd name="connsiteY274" fmla="*/ 4665564 h 6858000"/>
              <a:gd name="connsiteX275" fmla="*/ 6937169 w 7467600"/>
              <a:gd name="connsiteY275" fmla="*/ 4815941 h 6858000"/>
              <a:gd name="connsiteX276" fmla="*/ 6953922 w 7467600"/>
              <a:gd name="connsiteY276" fmla="*/ 4890068 h 6858000"/>
              <a:gd name="connsiteX277" fmla="*/ 6071359 w 7467600"/>
              <a:gd name="connsiteY277" fmla="*/ 4770770 h 6858000"/>
              <a:gd name="connsiteX278" fmla="*/ 6038839 w 7467600"/>
              <a:gd name="connsiteY278" fmla="*/ 4764474 h 6858000"/>
              <a:gd name="connsiteX279" fmla="*/ 6038706 w 7467600"/>
              <a:gd name="connsiteY279" fmla="*/ 4763847 h 6858000"/>
              <a:gd name="connsiteX280" fmla="*/ 6037784 w 7467600"/>
              <a:gd name="connsiteY280" fmla="*/ 4764270 h 6858000"/>
              <a:gd name="connsiteX281" fmla="*/ 6038839 w 7467600"/>
              <a:gd name="connsiteY281" fmla="*/ 4764474 h 6858000"/>
              <a:gd name="connsiteX282" fmla="*/ 6040338 w 7467600"/>
              <a:gd name="connsiteY282" fmla="*/ 4771418 h 6858000"/>
              <a:gd name="connsiteX283" fmla="*/ 6024488 w 7467600"/>
              <a:gd name="connsiteY283" fmla="*/ 4809903 h 6858000"/>
              <a:gd name="connsiteX284" fmla="*/ 5599771 w 7467600"/>
              <a:gd name="connsiteY284" fmla="*/ 5509652 h 6858000"/>
              <a:gd name="connsiteX285" fmla="*/ 5548843 w 7467600"/>
              <a:gd name="connsiteY285" fmla="*/ 5563845 h 6858000"/>
              <a:gd name="connsiteX286" fmla="*/ 5940952 w 7467600"/>
              <a:gd name="connsiteY286" fmla="*/ 6250028 h 6858000"/>
              <a:gd name="connsiteX287" fmla="*/ 6043441 w 7467600"/>
              <a:gd name="connsiteY287" fmla="*/ 6665847 h 6858000"/>
              <a:gd name="connsiteX288" fmla="*/ 6093432 w 7467600"/>
              <a:gd name="connsiteY288" fmla="*/ 6858000 h 6858000"/>
              <a:gd name="connsiteX289" fmla="*/ 6034344 w 7467600"/>
              <a:gd name="connsiteY289" fmla="*/ 6858000 h 6858000"/>
              <a:gd name="connsiteX290" fmla="*/ 6026679 w 7467600"/>
              <a:gd name="connsiteY290" fmla="*/ 6836959 h 6858000"/>
              <a:gd name="connsiteX291" fmla="*/ 5800441 w 7467600"/>
              <a:gd name="connsiteY291" fmla="*/ 6335286 h 6858000"/>
              <a:gd name="connsiteX292" fmla="*/ 5526562 w 7467600"/>
              <a:gd name="connsiteY292" fmla="*/ 5705388 h 6858000"/>
              <a:gd name="connsiteX293" fmla="*/ 5519640 w 7467600"/>
              <a:gd name="connsiteY293" fmla="*/ 5683774 h 6858000"/>
              <a:gd name="connsiteX294" fmla="*/ 5844559 w 7467600"/>
              <a:gd name="connsiteY294" fmla="*/ 6553349 h 6858000"/>
              <a:gd name="connsiteX295" fmla="*/ 5975994 w 7467600"/>
              <a:gd name="connsiteY295" fmla="*/ 6858000 h 6858000"/>
              <a:gd name="connsiteX296" fmla="*/ 5898547 w 7467600"/>
              <a:gd name="connsiteY296" fmla="*/ 6858000 h 6858000"/>
              <a:gd name="connsiteX297" fmla="*/ 5682041 w 7467600"/>
              <a:gd name="connsiteY297" fmla="*/ 6355860 h 6858000"/>
              <a:gd name="connsiteX298" fmla="*/ 5461758 w 7467600"/>
              <a:gd name="connsiteY298" fmla="*/ 5820220 h 6858000"/>
              <a:gd name="connsiteX299" fmla="*/ 5237282 w 7467600"/>
              <a:gd name="connsiteY299" fmla="*/ 6579086 h 6858000"/>
              <a:gd name="connsiteX300" fmla="*/ 5115009 w 7467600"/>
              <a:gd name="connsiteY300" fmla="*/ 6858000 h 6858000"/>
              <a:gd name="connsiteX301" fmla="*/ 5028074 w 7467600"/>
              <a:gd name="connsiteY301" fmla="*/ 6858000 h 6858000"/>
              <a:gd name="connsiteX302" fmla="*/ 5079508 w 7467600"/>
              <a:gd name="connsiteY302" fmla="*/ 6749074 h 6858000"/>
              <a:gd name="connsiteX303" fmla="*/ 5371846 w 7467600"/>
              <a:gd name="connsiteY303" fmla="*/ 5924413 h 6858000"/>
              <a:gd name="connsiteX304" fmla="*/ 5270512 w 7467600"/>
              <a:gd name="connsiteY304" fmla="*/ 6138975 h 6858000"/>
              <a:gd name="connsiteX305" fmla="*/ 5062409 w 7467600"/>
              <a:gd name="connsiteY305" fmla="*/ 6653544 h 6858000"/>
              <a:gd name="connsiteX306" fmla="*/ 5036628 w 7467600"/>
              <a:gd name="connsiteY306" fmla="*/ 6754247 h 6858000"/>
              <a:gd name="connsiteX307" fmla="*/ 5009112 w 7467600"/>
              <a:gd name="connsiteY307" fmla="*/ 6858000 h 6858000"/>
              <a:gd name="connsiteX308" fmla="*/ 4976679 w 7467600"/>
              <a:gd name="connsiteY308" fmla="*/ 6858000 h 6858000"/>
              <a:gd name="connsiteX309" fmla="*/ 5006537 w 7467600"/>
              <a:gd name="connsiteY309" fmla="*/ 6747068 h 6858000"/>
              <a:gd name="connsiteX310" fmla="*/ 5032723 w 7467600"/>
              <a:gd name="connsiteY310" fmla="*/ 6644957 h 6858000"/>
              <a:gd name="connsiteX311" fmla="*/ 5242949 w 7467600"/>
              <a:gd name="connsiteY311" fmla="*/ 6125175 h 6858000"/>
              <a:gd name="connsiteX312" fmla="*/ 5286321 w 7467600"/>
              <a:gd name="connsiteY312" fmla="*/ 6033555 h 6858000"/>
              <a:gd name="connsiteX313" fmla="*/ 5008210 w 7467600"/>
              <a:gd name="connsiteY313" fmla="*/ 6649194 h 6858000"/>
              <a:gd name="connsiteX314" fmla="*/ 4986321 w 7467600"/>
              <a:gd name="connsiteY314" fmla="*/ 6765687 h 6858000"/>
              <a:gd name="connsiteX315" fmla="*/ 4973474 w 7467600"/>
              <a:gd name="connsiteY315" fmla="*/ 6858000 h 6858000"/>
              <a:gd name="connsiteX316" fmla="*/ 4907178 w 7467600"/>
              <a:gd name="connsiteY316" fmla="*/ 6858000 h 6858000"/>
              <a:gd name="connsiteX317" fmla="*/ 4910810 w 7467600"/>
              <a:gd name="connsiteY317" fmla="*/ 6829660 h 6858000"/>
              <a:gd name="connsiteX318" fmla="*/ 4987461 w 7467600"/>
              <a:gd name="connsiteY318" fmla="*/ 6432994 h 6858000"/>
              <a:gd name="connsiteX319" fmla="*/ 5179262 w 7467600"/>
              <a:gd name="connsiteY319" fmla="*/ 6035044 h 6858000"/>
              <a:gd name="connsiteX320" fmla="*/ 4689678 w 7467600"/>
              <a:gd name="connsiteY320" fmla="*/ 6440241 h 6858000"/>
              <a:gd name="connsiteX321" fmla="*/ 4477543 w 7467600"/>
              <a:gd name="connsiteY321" fmla="*/ 6674836 h 6858000"/>
              <a:gd name="connsiteX322" fmla="*/ 4329957 w 7467600"/>
              <a:gd name="connsiteY322" fmla="*/ 6858000 h 6858000"/>
              <a:gd name="connsiteX323" fmla="*/ 4218595 w 7467600"/>
              <a:gd name="connsiteY323" fmla="*/ 6858000 h 6858000"/>
              <a:gd name="connsiteX324" fmla="*/ 4368888 w 7467600"/>
              <a:gd name="connsiteY324" fmla="*/ 6668412 h 6858000"/>
              <a:gd name="connsiteX325" fmla="*/ 4563091 w 7467600"/>
              <a:gd name="connsiteY325" fmla="*/ 6442508 h 6858000"/>
              <a:gd name="connsiteX326" fmla="*/ 5387324 w 7467600"/>
              <a:gd name="connsiteY326" fmla="*/ 5705830 h 6858000"/>
              <a:gd name="connsiteX327" fmla="*/ 5073620 w 7467600"/>
              <a:gd name="connsiteY327" fmla="*/ 5955437 h 6858000"/>
              <a:gd name="connsiteX328" fmla="*/ 4689789 w 7467600"/>
              <a:gd name="connsiteY328" fmla="*/ 6268382 h 6858000"/>
              <a:gd name="connsiteX329" fmla="*/ 4418722 w 7467600"/>
              <a:gd name="connsiteY329" fmla="*/ 6570886 h 6858000"/>
              <a:gd name="connsiteX330" fmla="*/ 4214944 w 7467600"/>
              <a:gd name="connsiteY330" fmla="*/ 6858000 h 6858000"/>
              <a:gd name="connsiteX331" fmla="*/ 4177898 w 7467600"/>
              <a:gd name="connsiteY331" fmla="*/ 6858000 h 6858000"/>
              <a:gd name="connsiteX332" fmla="*/ 4391597 w 7467600"/>
              <a:gd name="connsiteY332" fmla="*/ 6556370 h 6858000"/>
              <a:gd name="connsiteX333" fmla="*/ 4668889 w 7467600"/>
              <a:gd name="connsiteY333" fmla="*/ 6246399 h 6858000"/>
              <a:gd name="connsiteX334" fmla="*/ 5055427 w 7467600"/>
              <a:gd name="connsiteY334" fmla="*/ 5931476 h 6858000"/>
              <a:gd name="connsiteX335" fmla="*/ 5371814 w 7467600"/>
              <a:gd name="connsiteY335" fmla="*/ 5678975 h 6858000"/>
              <a:gd name="connsiteX336" fmla="*/ 4987918 w 7467600"/>
              <a:gd name="connsiteY336" fmla="*/ 5838701 h 6858000"/>
              <a:gd name="connsiteX337" fmla="*/ 4317146 w 7467600"/>
              <a:gd name="connsiteY337" fmla="*/ 6587716 h 6858000"/>
              <a:gd name="connsiteX338" fmla="*/ 4171627 w 7467600"/>
              <a:gd name="connsiteY338" fmla="*/ 6858000 h 6858000"/>
              <a:gd name="connsiteX339" fmla="*/ 4081585 w 7467600"/>
              <a:gd name="connsiteY339" fmla="*/ 6858000 h 6858000"/>
              <a:gd name="connsiteX340" fmla="*/ 4238603 w 7467600"/>
              <a:gd name="connsiteY340" fmla="*/ 6559341 h 6858000"/>
              <a:gd name="connsiteX341" fmla="*/ 4778333 w 7467600"/>
              <a:gd name="connsiteY341" fmla="*/ 5873626 h 6858000"/>
              <a:gd name="connsiteX342" fmla="*/ 5414185 w 7467600"/>
              <a:gd name="connsiteY342" fmla="*/ 5573882 h 6858000"/>
              <a:gd name="connsiteX343" fmla="*/ 5959648 w 7467600"/>
              <a:gd name="connsiteY343" fmla="*/ 4760797 h 6858000"/>
              <a:gd name="connsiteX344" fmla="*/ 5355019 w 7467600"/>
              <a:gd name="connsiteY344" fmla="*/ 4734672 h 6858000"/>
              <a:gd name="connsiteX345" fmla="*/ 5083565 w 7467600"/>
              <a:gd name="connsiteY345" fmla="*/ 5179121 h 6858000"/>
              <a:gd name="connsiteX346" fmla="*/ 4713577 w 7467600"/>
              <a:gd name="connsiteY346" fmla="*/ 5616803 h 6858000"/>
              <a:gd name="connsiteX347" fmla="*/ 3989559 w 7467600"/>
              <a:gd name="connsiteY347" fmla="*/ 6145945 h 6858000"/>
              <a:gd name="connsiteX348" fmla="*/ 3939824 w 7467600"/>
              <a:gd name="connsiteY348" fmla="*/ 6066900 h 6858000"/>
              <a:gd name="connsiteX349" fmla="*/ 4584537 w 7467600"/>
              <a:gd name="connsiteY349" fmla="*/ 5324826 h 6858000"/>
              <a:gd name="connsiteX350" fmla="*/ 5037105 w 7467600"/>
              <a:gd name="connsiteY350" fmla="*/ 5088765 h 6858000"/>
              <a:gd name="connsiteX351" fmla="*/ 5039930 w 7467600"/>
              <a:gd name="connsiteY351" fmla="*/ 5089585 h 6858000"/>
              <a:gd name="connsiteX352" fmla="*/ 5263764 w 7467600"/>
              <a:gd name="connsiteY352" fmla="*/ 4735525 h 6858000"/>
              <a:gd name="connsiteX353" fmla="*/ 4086300 w 7467600"/>
              <a:gd name="connsiteY353" fmla="*/ 4884599 h 6858000"/>
              <a:gd name="connsiteX354" fmla="*/ 4085485 w 7467600"/>
              <a:gd name="connsiteY354" fmla="*/ 4899070 h 6858000"/>
              <a:gd name="connsiteX355" fmla="*/ 3871915 w 7467600"/>
              <a:gd name="connsiteY355" fmla="*/ 5253645 h 6858000"/>
              <a:gd name="connsiteX356" fmla="*/ 3799374 w 7467600"/>
              <a:gd name="connsiteY356" fmla="*/ 5466127 h 6858000"/>
              <a:gd name="connsiteX357" fmla="*/ 3498850 w 7467600"/>
              <a:gd name="connsiteY357" fmla="*/ 6661888 h 6858000"/>
              <a:gd name="connsiteX358" fmla="*/ 3399216 w 7467600"/>
              <a:gd name="connsiteY358" fmla="*/ 6858000 h 6858000"/>
              <a:gd name="connsiteX359" fmla="*/ 3303688 w 7467600"/>
              <a:gd name="connsiteY359" fmla="*/ 6858000 h 6858000"/>
              <a:gd name="connsiteX360" fmla="*/ 3391774 w 7467600"/>
              <a:gd name="connsiteY360" fmla="*/ 6697181 h 6858000"/>
              <a:gd name="connsiteX361" fmla="*/ 3735540 w 7467600"/>
              <a:gd name="connsiteY361" fmla="*/ 5546923 h 6858000"/>
              <a:gd name="connsiteX362" fmla="*/ 3729438 w 7467600"/>
              <a:gd name="connsiteY362" fmla="*/ 5569058 h 6858000"/>
              <a:gd name="connsiteX363" fmla="*/ 3707782 w 7467600"/>
              <a:gd name="connsiteY363" fmla="*/ 5644908 h 6858000"/>
              <a:gd name="connsiteX364" fmla="*/ 3583827 w 7467600"/>
              <a:gd name="connsiteY364" fmla="*/ 6039215 h 6858000"/>
              <a:gd name="connsiteX365" fmla="*/ 3547861 w 7467600"/>
              <a:gd name="connsiteY365" fmla="*/ 6129609 h 6858000"/>
              <a:gd name="connsiteX366" fmla="*/ 3490905 w 7467600"/>
              <a:gd name="connsiteY366" fmla="*/ 6277660 h 6858000"/>
              <a:gd name="connsiteX367" fmla="*/ 3455859 w 7467600"/>
              <a:gd name="connsiteY367" fmla="*/ 6391301 h 6858000"/>
              <a:gd name="connsiteX368" fmla="*/ 3429112 w 7467600"/>
              <a:gd name="connsiteY368" fmla="*/ 6479469 h 6858000"/>
              <a:gd name="connsiteX369" fmla="*/ 3304862 w 7467600"/>
              <a:gd name="connsiteY369" fmla="*/ 6796476 h 6858000"/>
              <a:gd name="connsiteX370" fmla="*/ 3276071 w 7467600"/>
              <a:gd name="connsiteY370" fmla="*/ 6858000 h 6858000"/>
              <a:gd name="connsiteX371" fmla="*/ 3240805 w 7467600"/>
              <a:gd name="connsiteY371" fmla="*/ 6858000 h 6858000"/>
              <a:gd name="connsiteX372" fmla="*/ 3275917 w 7467600"/>
              <a:gd name="connsiteY372" fmla="*/ 6783192 h 6858000"/>
              <a:gd name="connsiteX373" fmla="*/ 3399358 w 7467600"/>
              <a:gd name="connsiteY373" fmla="*/ 6469011 h 6858000"/>
              <a:gd name="connsiteX374" fmla="*/ 3425650 w 7467600"/>
              <a:gd name="connsiteY374" fmla="*/ 6381333 h 6858000"/>
              <a:gd name="connsiteX375" fmla="*/ 3460661 w 7467600"/>
              <a:gd name="connsiteY375" fmla="*/ 6266763 h 6858000"/>
              <a:gd name="connsiteX376" fmla="*/ 3518021 w 7467600"/>
              <a:gd name="connsiteY376" fmla="*/ 6117298 h 6858000"/>
              <a:gd name="connsiteX377" fmla="*/ 3554035 w 7467600"/>
              <a:gd name="connsiteY377" fmla="*/ 6027832 h 6858000"/>
              <a:gd name="connsiteX378" fmla="*/ 3677174 w 7467600"/>
              <a:gd name="connsiteY378" fmla="*/ 5636351 h 6858000"/>
              <a:gd name="connsiteX379" fmla="*/ 3698819 w 7467600"/>
              <a:gd name="connsiteY379" fmla="*/ 5560503 h 6858000"/>
              <a:gd name="connsiteX380" fmla="*/ 3702094 w 7467600"/>
              <a:gd name="connsiteY380" fmla="*/ 5549194 h 6858000"/>
              <a:gd name="connsiteX381" fmla="*/ 3398355 w 7467600"/>
              <a:gd name="connsiteY381" fmla="*/ 6094603 h 6858000"/>
              <a:gd name="connsiteX382" fmla="*/ 3193941 w 7467600"/>
              <a:gd name="connsiteY382" fmla="*/ 6798775 h 6858000"/>
              <a:gd name="connsiteX383" fmla="*/ 3184140 w 7467600"/>
              <a:gd name="connsiteY383" fmla="*/ 6858000 h 6858000"/>
              <a:gd name="connsiteX384" fmla="*/ 3099978 w 7467600"/>
              <a:gd name="connsiteY384" fmla="*/ 6858000 h 6858000"/>
              <a:gd name="connsiteX385" fmla="*/ 3101556 w 7467600"/>
              <a:gd name="connsiteY385" fmla="*/ 6843337 h 6858000"/>
              <a:gd name="connsiteX386" fmla="*/ 3370162 w 7467600"/>
              <a:gd name="connsiteY386" fmla="*/ 5785550 h 6858000"/>
              <a:gd name="connsiteX387" fmla="*/ 3746477 w 7467600"/>
              <a:gd name="connsiteY387" fmla="*/ 5377889 h 6858000"/>
              <a:gd name="connsiteX388" fmla="*/ 3863399 w 7467600"/>
              <a:gd name="connsiteY388" fmla="*/ 5087257 h 6858000"/>
              <a:gd name="connsiteX389" fmla="*/ 3968712 w 7467600"/>
              <a:gd name="connsiteY389" fmla="*/ 4913989 h 6858000"/>
              <a:gd name="connsiteX390" fmla="*/ 2792390 w 7467600"/>
              <a:gd name="connsiteY390" fmla="*/ 5382974 h 6858000"/>
              <a:gd name="connsiteX391" fmla="*/ 2714982 w 7467600"/>
              <a:gd name="connsiteY391" fmla="*/ 5427051 h 6858000"/>
              <a:gd name="connsiteX392" fmla="*/ 2813361 w 7467600"/>
              <a:gd name="connsiteY392" fmla="*/ 6023912 h 6858000"/>
              <a:gd name="connsiteX393" fmla="*/ 2688430 w 7467600"/>
              <a:gd name="connsiteY393" fmla="*/ 6801564 h 6858000"/>
              <a:gd name="connsiteX394" fmla="*/ 2629626 w 7467600"/>
              <a:gd name="connsiteY394" fmla="*/ 6763394 h 6858000"/>
              <a:gd name="connsiteX395" fmla="*/ 2565328 w 7467600"/>
              <a:gd name="connsiteY395" fmla="*/ 5516399 h 6858000"/>
              <a:gd name="connsiteX396" fmla="*/ 1922999 w 7467600"/>
              <a:gd name="connsiteY396" fmla="*/ 5980343 h 6858000"/>
              <a:gd name="connsiteX397" fmla="*/ 1950261 w 7467600"/>
              <a:gd name="connsiteY397" fmla="*/ 6405858 h 6858000"/>
              <a:gd name="connsiteX398" fmla="*/ 2365554 w 7467600"/>
              <a:gd name="connsiteY398" fmla="*/ 6759107 h 6858000"/>
              <a:gd name="connsiteX399" fmla="*/ 2424142 w 7467600"/>
              <a:gd name="connsiteY399" fmla="*/ 6858000 h 6858000"/>
              <a:gd name="connsiteX400" fmla="*/ 2395994 w 7467600"/>
              <a:gd name="connsiteY400" fmla="*/ 6858000 h 6858000"/>
              <a:gd name="connsiteX401" fmla="*/ 2392863 w 7467600"/>
              <a:gd name="connsiteY401" fmla="*/ 6852964 h 6858000"/>
              <a:gd name="connsiteX402" fmla="*/ 2017589 w 7467600"/>
              <a:gd name="connsiteY402" fmla="*/ 6493982 h 6858000"/>
              <a:gd name="connsiteX403" fmla="*/ 2147336 w 7467600"/>
              <a:gd name="connsiteY403" fmla="*/ 6594052 h 6858000"/>
              <a:gd name="connsiteX404" fmla="*/ 2207047 w 7467600"/>
              <a:gd name="connsiteY404" fmla="*/ 6654540 h 6858000"/>
              <a:gd name="connsiteX405" fmla="*/ 2299106 w 7467600"/>
              <a:gd name="connsiteY405" fmla="*/ 6778931 h 6858000"/>
              <a:gd name="connsiteX406" fmla="*/ 2314430 w 7467600"/>
              <a:gd name="connsiteY406" fmla="*/ 6801144 h 6858000"/>
              <a:gd name="connsiteX407" fmla="*/ 2352406 w 7467600"/>
              <a:gd name="connsiteY407" fmla="*/ 6858000 h 6858000"/>
              <a:gd name="connsiteX408" fmla="*/ 2314492 w 7467600"/>
              <a:gd name="connsiteY408" fmla="*/ 6858000 h 6858000"/>
              <a:gd name="connsiteX409" fmla="*/ 2288095 w 7467600"/>
              <a:gd name="connsiteY409" fmla="*/ 6818030 h 6858000"/>
              <a:gd name="connsiteX410" fmla="*/ 2272768 w 7467600"/>
              <a:gd name="connsiteY410" fmla="*/ 6795822 h 6858000"/>
              <a:gd name="connsiteX411" fmla="*/ 2182715 w 7467600"/>
              <a:gd name="connsiteY411" fmla="*/ 6675071 h 6858000"/>
              <a:gd name="connsiteX412" fmla="*/ 2032061 w 7467600"/>
              <a:gd name="connsiteY412" fmla="*/ 6541380 h 6858000"/>
              <a:gd name="connsiteX413" fmla="*/ 2257220 w 7467600"/>
              <a:gd name="connsiteY413" fmla="*/ 6826257 h 6858000"/>
              <a:gd name="connsiteX414" fmla="*/ 2281324 w 7467600"/>
              <a:gd name="connsiteY414" fmla="*/ 6858000 h 6858000"/>
              <a:gd name="connsiteX415" fmla="*/ 2242860 w 7467600"/>
              <a:gd name="connsiteY415" fmla="*/ 6858000 h 6858000"/>
              <a:gd name="connsiteX416" fmla="*/ 2232818 w 7467600"/>
              <a:gd name="connsiteY416" fmla="*/ 6844926 h 6858000"/>
              <a:gd name="connsiteX417" fmla="*/ 1990172 w 7467600"/>
              <a:gd name="connsiteY417" fmla="*/ 6542121 h 6858000"/>
              <a:gd name="connsiteX418" fmla="*/ 2124090 w 7467600"/>
              <a:gd name="connsiteY418" fmla="*/ 6761017 h 6858000"/>
              <a:gd name="connsiteX419" fmla="*/ 2200380 w 7467600"/>
              <a:gd name="connsiteY419" fmla="*/ 6858000 h 6858000"/>
              <a:gd name="connsiteX420" fmla="*/ 2147507 w 7467600"/>
              <a:gd name="connsiteY420" fmla="*/ 6858000 h 6858000"/>
              <a:gd name="connsiteX421" fmla="*/ 2070668 w 7467600"/>
              <a:gd name="connsiteY421" fmla="*/ 6761520 h 6858000"/>
              <a:gd name="connsiteX422" fmla="*/ 1975142 w 7467600"/>
              <a:gd name="connsiteY422" fmla="*/ 6585570 h 6858000"/>
              <a:gd name="connsiteX423" fmla="*/ 2050035 w 7467600"/>
              <a:gd name="connsiteY423" fmla="*/ 6813345 h 6858000"/>
              <a:gd name="connsiteX424" fmla="*/ 2063025 w 7467600"/>
              <a:gd name="connsiteY424" fmla="*/ 6858000 h 6858000"/>
              <a:gd name="connsiteX425" fmla="*/ 2021675 w 7467600"/>
              <a:gd name="connsiteY425" fmla="*/ 6858000 h 6858000"/>
              <a:gd name="connsiteX426" fmla="*/ 2019308 w 7467600"/>
              <a:gd name="connsiteY426" fmla="*/ 6847118 h 6858000"/>
              <a:gd name="connsiteX427" fmla="*/ 1938835 w 7467600"/>
              <a:gd name="connsiteY427" fmla="*/ 6551160 h 6858000"/>
              <a:gd name="connsiteX428" fmla="*/ 1953230 w 7467600"/>
              <a:gd name="connsiteY428" fmla="*/ 6759699 h 6858000"/>
              <a:gd name="connsiteX429" fmla="*/ 1956763 w 7467600"/>
              <a:gd name="connsiteY429" fmla="*/ 6778191 h 6858000"/>
              <a:gd name="connsiteX430" fmla="*/ 1967925 w 7467600"/>
              <a:gd name="connsiteY430" fmla="*/ 6858000 h 6858000"/>
              <a:gd name="connsiteX431" fmla="*/ 1936622 w 7467600"/>
              <a:gd name="connsiteY431" fmla="*/ 6858000 h 6858000"/>
              <a:gd name="connsiteX432" fmla="*/ 1926261 w 7467600"/>
              <a:gd name="connsiteY432" fmla="*/ 6784064 h 6858000"/>
              <a:gd name="connsiteX433" fmla="*/ 1922724 w 7467600"/>
              <a:gd name="connsiteY433" fmla="*/ 6765577 h 6858000"/>
              <a:gd name="connsiteX434" fmla="*/ 1904650 w 7467600"/>
              <a:gd name="connsiteY434" fmla="*/ 6639616 h 6858000"/>
              <a:gd name="connsiteX435" fmla="*/ 1885273 w 7467600"/>
              <a:gd name="connsiteY435" fmla="*/ 6858000 h 6858000"/>
              <a:gd name="connsiteX436" fmla="*/ 1854363 w 7467600"/>
              <a:gd name="connsiteY436" fmla="*/ 6858000 h 6858000"/>
              <a:gd name="connsiteX437" fmla="*/ 1880391 w 7467600"/>
              <a:gd name="connsiteY437" fmla="*/ 6603796 h 6858000"/>
              <a:gd name="connsiteX438" fmla="*/ 1818273 w 7467600"/>
              <a:gd name="connsiteY438" fmla="*/ 6715729 h 6858000"/>
              <a:gd name="connsiteX439" fmla="*/ 1794691 w 7467600"/>
              <a:gd name="connsiteY439" fmla="*/ 6843239 h 6858000"/>
              <a:gd name="connsiteX440" fmla="*/ 1794914 w 7467600"/>
              <a:gd name="connsiteY440" fmla="*/ 6858000 h 6858000"/>
              <a:gd name="connsiteX441" fmla="*/ 1746128 w 7467600"/>
              <a:gd name="connsiteY441" fmla="*/ 6858000 h 6858000"/>
              <a:gd name="connsiteX442" fmla="*/ 1753934 w 7467600"/>
              <a:gd name="connsiteY442" fmla="*/ 6724796 h 6858000"/>
              <a:gd name="connsiteX443" fmla="*/ 1792053 w 7467600"/>
              <a:gd name="connsiteY443" fmla="*/ 6572396 h 6858000"/>
              <a:gd name="connsiteX444" fmla="*/ 1862248 w 7467600"/>
              <a:gd name="connsiteY444" fmla="*/ 6266397 h 6858000"/>
              <a:gd name="connsiteX445" fmla="*/ 1862250 w 7467600"/>
              <a:gd name="connsiteY445" fmla="*/ 6033531 h 6858000"/>
              <a:gd name="connsiteX446" fmla="*/ 1211999 w 7467600"/>
              <a:gd name="connsiteY446" fmla="*/ 6683610 h 6858000"/>
              <a:gd name="connsiteX447" fmla="*/ 1213266 w 7467600"/>
              <a:gd name="connsiteY447" fmla="*/ 6691947 h 6858000"/>
              <a:gd name="connsiteX448" fmla="*/ 1203370 w 7467600"/>
              <a:gd name="connsiteY448" fmla="*/ 6850676 h 6858000"/>
              <a:gd name="connsiteX449" fmla="*/ 1203671 w 7467600"/>
              <a:gd name="connsiteY449" fmla="*/ 6858000 h 6858000"/>
              <a:gd name="connsiteX450" fmla="*/ 1143180 w 7467600"/>
              <a:gd name="connsiteY450" fmla="*/ 6858000 h 6858000"/>
              <a:gd name="connsiteX451" fmla="*/ 1142176 w 7467600"/>
              <a:gd name="connsiteY451" fmla="*/ 6766045 h 6858000"/>
              <a:gd name="connsiteX452" fmla="*/ 1067484 w 7467600"/>
              <a:gd name="connsiteY452" fmla="*/ 6858000 h 6858000"/>
              <a:gd name="connsiteX453" fmla="*/ 953928 w 7467600"/>
              <a:gd name="connsiteY453" fmla="*/ 6858000 h 6858000"/>
              <a:gd name="connsiteX454" fmla="*/ 959715 w 7467600"/>
              <a:gd name="connsiteY454" fmla="*/ 6850185 h 6858000"/>
              <a:gd name="connsiteX455" fmla="*/ 1483788 w 7467600"/>
              <a:gd name="connsiteY455" fmla="*/ 6259174 h 6858000"/>
              <a:gd name="connsiteX456" fmla="*/ 1100671 w 7467600"/>
              <a:gd name="connsiteY456" fmla="*/ 6252137 h 6858000"/>
              <a:gd name="connsiteX457" fmla="*/ 1090144 w 7467600"/>
              <a:gd name="connsiteY457" fmla="*/ 6256748 h 6858000"/>
              <a:gd name="connsiteX458" fmla="*/ 1095872 w 7467600"/>
              <a:gd name="connsiteY458" fmla="*/ 6271892 h 6858000"/>
              <a:gd name="connsiteX459" fmla="*/ 262785 w 7467600"/>
              <a:gd name="connsiteY459" fmla="*/ 6845450 h 6858000"/>
              <a:gd name="connsiteX460" fmla="*/ 209968 w 7467600"/>
              <a:gd name="connsiteY460" fmla="*/ 6770713 h 6858000"/>
              <a:gd name="connsiteX461" fmla="*/ 873460 w 7467600"/>
              <a:gd name="connsiteY461" fmla="*/ 6253768 h 6858000"/>
              <a:gd name="connsiteX462" fmla="*/ 192686 w 7467600"/>
              <a:gd name="connsiteY462" fmla="*/ 5849257 h 6858000"/>
              <a:gd name="connsiteX463" fmla="*/ 4696 w 7467600"/>
              <a:gd name="connsiteY463" fmla="*/ 5697668 h 6858000"/>
              <a:gd name="connsiteX464" fmla="*/ 0 w 7467600"/>
              <a:gd name="connsiteY464" fmla="*/ 5689984 h 6858000"/>
              <a:gd name="connsiteX465" fmla="*/ 0 w 7467600"/>
              <a:gd name="connsiteY465" fmla="*/ 5513472 h 6858000"/>
              <a:gd name="connsiteX466" fmla="*/ 174101 w 7467600"/>
              <a:gd name="connsiteY466" fmla="*/ 5620277 h 6858000"/>
              <a:gd name="connsiteX467" fmla="*/ 891800 w 7467600"/>
              <a:gd name="connsiteY467" fmla="*/ 6036935 h 6858000"/>
              <a:gd name="connsiteX468" fmla="*/ 1072219 w 7467600"/>
              <a:gd name="connsiteY468" fmla="*/ 6169443 h 6858000"/>
              <a:gd name="connsiteX469" fmla="*/ 1074117 w 7467600"/>
              <a:gd name="connsiteY469" fmla="*/ 6170301 h 6858000"/>
              <a:gd name="connsiteX470" fmla="*/ 1083114 w 7467600"/>
              <a:gd name="connsiteY470" fmla="*/ 6174131 h 6858000"/>
              <a:gd name="connsiteX471" fmla="*/ 1543010 w 7467600"/>
              <a:gd name="connsiteY471" fmla="*/ 6191140 h 6858000"/>
              <a:gd name="connsiteX472" fmla="*/ 1551080 w 7467600"/>
              <a:gd name="connsiteY472" fmla="*/ 6195006 h 6858000"/>
              <a:gd name="connsiteX473" fmla="*/ 2345443 w 7467600"/>
              <a:gd name="connsiteY473" fmla="*/ 5549882 h 6858000"/>
              <a:gd name="connsiteX474" fmla="*/ 1721499 w 7467600"/>
              <a:gd name="connsiteY474" fmla="*/ 5599969 h 6858000"/>
              <a:gd name="connsiteX475" fmla="*/ 767716 w 7467600"/>
              <a:gd name="connsiteY475" fmla="*/ 5472768 h 6858000"/>
              <a:gd name="connsiteX476" fmla="*/ 722147 w 7467600"/>
              <a:gd name="connsiteY476" fmla="*/ 5393091 h 6858000"/>
              <a:gd name="connsiteX477" fmla="*/ 1485552 w 7467600"/>
              <a:gd name="connsiteY477" fmla="*/ 5313202 h 6858000"/>
              <a:gd name="connsiteX478" fmla="*/ 2143004 w 7467600"/>
              <a:gd name="connsiteY478" fmla="*/ 5402420 h 6858000"/>
              <a:gd name="connsiteX479" fmla="*/ 1933391 w 7467600"/>
              <a:gd name="connsiteY479" fmla="*/ 5156971 h 6858000"/>
              <a:gd name="connsiteX480" fmla="*/ 1827118 w 7467600"/>
              <a:gd name="connsiteY480" fmla="*/ 4968410 h 6858000"/>
              <a:gd name="connsiteX481" fmla="*/ 1837349 w 7467600"/>
              <a:gd name="connsiteY481" fmla="*/ 4956357 h 6858000"/>
              <a:gd name="connsiteX482" fmla="*/ 2162835 w 7467600"/>
              <a:gd name="connsiteY482" fmla="*/ 5187853 h 6858000"/>
              <a:gd name="connsiteX483" fmla="*/ 2257167 w 7467600"/>
              <a:gd name="connsiteY483" fmla="*/ 5462123 h 6858000"/>
              <a:gd name="connsiteX484" fmla="*/ 2261598 w 7467600"/>
              <a:gd name="connsiteY484" fmla="*/ 5467998 h 6858000"/>
              <a:gd name="connsiteX485" fmla="*/ 2437177 w 7467600"/>
              <a:gd name="connsiteY485" fmla="*/ 5479608 h 6858000"/>
              <a:gd name="connsiteX486" fmla="*/ 2445247 w 7467600"/>
              <a:gd name="connsiteY486" fmla="*/ 5483476 h 6858000"/>
              <a:gd name="connsiteX487" fmla="*/ 2743626 w 7467600"/>
              <a:gd name="connsiteY487" fmla="*/ 5304819 h 6858000"/>
              <a:gd name="connsiteX488" fmla="*/ 3048102 w 7467600"/>
              <a:gd name="connsiteY488" fmla="*/ 5150595 h 6858000"/>
              <a:gd name="connsiteX489" fmla="*/ 1799414 w 7467600"/>
              <a:gd name="connsiteY489" fmla="*/ 4694732 h 6858000"/>
              <a:gd name="connsiteX490" fmla="*/ 1771735 w 7467600"/>
              <a:gd name="connsiteY490" fmla="*/ 4619929 h 6858000"/>
              <a:gd name="connsiteX491" fmla="*/ 3104273 w 7467600"/>
              <a:gd name="connsiteY491" fmla="*/ 5076159 h 6858000"/>
              <a:gd name="connsiteX492" fmla="*/ 3113245 w 7467600"/>
              <a:gd name="connsiteY492" fmla="*/ 5090705 h 6858000"/>
              <a:gd name="connsiteX493" fmla="*/ 3126294 w 7467600"/>
              <a:gd name="connsiteY493" fmla="*/ 5114400 h 6858000"/>
              <a:gd name="connsiteX494" fmla="*/ 3937433 w 7467600"/>
              <a:gd name="connsiteY494" fmla="*/ 4830473 h 6858000"/>
              <a:gd name="connsiteX495" fmla="*/ 3590475 w 7467600"/>
              <a:gd name="connsiteY495" fmla="*/ 4597974 h 6858000"/>
              <a:gd name="connsiteX496" fmla="*/ 3100264 w 7467600"/>
              <a:gd name="connsiteY496" fmla="*/ 4579845 h 6858000"/>
              <a:gd name="connsiteX497" fmla="*/ 2183576 w 7467600"/>
              <a:gd name="connsiteY497" fmla="*/ 4227150 h 6858000"/>
              <a:gd name="connsiteX498" fmla="*/ 2151029 w 7467600"/>
              <a:gd name="connsiteY498" fmla="*/ 4146947 h 6858000"/>
              <a:gd name="connsiteX499" fmla="*/ 3563434 w 7467600"/>
              <a:gd name="connsiteY499" fmla="*/ 4469115 h 6858000"/>
              <a:gd name="connsiteX500" fmla="*/ 3177952 w 7467600"/>
              <a:gd name="connsiteY500" fmla="*/ 3657386 h 6858000"/>
              <a:gd name="connsiteX501" fmla="*/ 3189263 w 7467600"/>
              <a:gd name="connsiteY501" fmla="*/ 3625726 h 6858000"/>
              <a:gd name="connsiteX502" fmla="*/ 3560912 w 7467600"/>
              <a:gd name="connsiteY502" fmla="*/ 4079863 h 6858000"/>
              <a:gd name="connsiteX503" fmla="*/ 3626636 w 7467600"/>
              <a:gd name="connsiteY503" fmla="*/ 4512230 h 6858000"/>
              <a:gd name="connsiteX504" fmla="*/ 3653088 w 7467600"/>
              <a:gd name="connsiteY504" fmla="*/ 4521417 h 6858000"/>
              <a:gd name="connsiteX505" fmla="*/ 3988128 w 7467600"/>
              <a:gd name="connsiteY505" fmla="*/ 4817267 h 6858000"/>
              <a:gd name="connsiteX506" fmla="*/ 4830582 w 7467600"/>
              <a:gd name="connsiteY506" fmla="*/ 4676000 h 6858000"/>
              <a:gd name="connsiteX507" fmla="*/ 4830100 w 7467600"/>
              <a:gd name="connsiteY507" fmla="*/ 4675554 h 6858000"/>
              <a:gd name="connsiteX508" fmla="*/ 4036318 w 7467600"/>
              <a:gd name="connsiteY508" fmla="*/ 4147013 h 6858000"/>
              <a:gd name="connsiteX509" fmla="*/ 3432098 w 7467600"/>
              <a:gd name="connsiteY509" fmla="*/ 3537312 h 6858000"/>
              <a:gd name="connsiteX510" fmla="*/ 3446761 w 7467600"/>
              <a:gd name="connsiteY510" fmla="*/ 3461278 h 6858000"/>
              <a:gd name="connsiteX511" fmla="*/ 4419733 w 7467600"/>
              <a:gd name="connsiteY511" fmla="*/ 3963555 h 6858000"/>
              <a:gd name="connsiteX512" fmla="*/ 4781371 w 7467600"/>
              <a:gd name="connsiteY512" fmla="*/ 4458604 h 6858000"/>
              <a:gd name="connsiteX513" fmla="*/ 4780440 w 7467600"/>
              <a:gd name="connsiteY513" fmla="*/ 4470290 h 6858000"/>
              <a:gd name="connsiteX514" fmla="*/ 4898954 w 7467600"/>
              <a:gd name="connsiteY514" fmla="*/ 4662092 h 6858000"/>
              <a:gd name="connsiteX515" fmla="*/ 4900699 w 7467600"/>
              <a:gd name="connsiteY515" fmla="*/ 4670867 h 6858000"/>
              <a:gd name="connsiteX516" fmla="*/ 5714511 w 7467600"/>
              <a:gd name="connsiteY516" fmla="*/ 4663483 h 6858000"/>
              <a:gd name="connsiteX517" fmla="*/ 5464793 w 7467600"/>
              <a:gd name="connsiteY517" fmla="*/ 4393556 h 6858000"/>
              <a:gd name="connsiteX518" fmla="*/ 5461897 w 7467600"/>
              <a:gd name="connsiteY518" fmla="*/ 4390879 h 6858000"/>
              <a:gd name="connsiteX519" fmla="*/ 4294126 w 7467600"/>
              <a:gd name="connsiteY519" fmla="*/ 3303048 h 6858000"/>
              <a:gd name="connsiteX520" fmla="*/ 4305321 w 7467600"/>
              <a:gd name="connsiteY520" fmla="*/ 3256953 h 6858000"/>
              <a:gd name="connsiteX521" fmla="*/ 4949299 w 7467600"/>
              <a:gd name="connsiteY521" fmla="*/ 3766336 h 6858000"/>
              <a:gd name="connsiteX522" fmla="*/ 5291452 w 7467600"/>
              <a:gd name="connsiteY522" fmla="*/ 4076801 h 6858000"/>
              <a:gd name="connsiteX523" fmla="*/ 5434998 w 7467600"/>
              <a:gd name="connsiteY523" fmla="*/ 4254100 h 6858000"/>
              <a:gd name="connsiteX524" fmla="*/ 5351015 w 7467600"/>
              <a:gd name="connsiteY524" fmla="*/ 3760989 h 6858000"/>
              <a:gd name="connsiteX525" fmla="*/ 5413780 w 7467600"/>
              <a:gd name="connsiteY525" fmla="*/ 2966265 h 6858000"/>
              <a:gd name="connsiteX526" fmla="*/ 5425627 w 7467600"/>
              <a:gd name="connsiteY526" fmla="*/ 2954192 h 6858000"/>
              <a:gd name="connsiteX527" fmla="*/ 6604735 w 7467600"/>
              <a:gd name="connsiteY527" fmla="*/ 2041381 h 6858000"/>
              <a:gd name="connsiteX528" fmla="*/ 7204487 w 7467600"/>
              <a:gd name="connsiteY528" fmla="*/ 2742112 h 6858000"/>
              <a:gd name="connsiteX529" fmla="*/ 7131592 w 7467600"/>
              <a:gd name="connsiteY529" fmla="*/ 2672096 h 6858000"/>
              <a:gd name="connsiteX530" fmla="*/ 6996344 w 7467600"/>
              <a:gd name="connsiteY530" fmla="*/ 2518310 h 6858000"/>
              <a:gd name="connsiteX531" fmla="*/ 6735495 w 7467600"/>
              <a:gd name="connsiteY531" fmla="*/ 2196890 h 6858000"/>
              <a:gd name="connsiteX532" fmla="*/ 6721901 w 7467600"/>
              <a:gd name="connsiteY532" fmla="*/ 2179274 h 6858000"/>
              <a:gd name="connsiteX533" fmla="*/ 6604735 w 7467600"/>
              <a:gd name="connsiteY533" fmla="*/ 2041381 h 6858000"/>
              <a:gd name="connsiteX534" fmla="*/ 6591670 w 7467600"/>
              <a:gd name="connsiteY534" fmla="*/ 1988277 h 6858000"/>
              <a:gd name="connsiteX535" fmla="*/ 6747349 w 7467600"/>
              <a:gd name="connsiteY535" fmla="*/ 2160069 h 6858000"/>
              <a:gd name="connsiteX536" fmla="*/ 6760943 w 7467600"/>
              <a:gd name="connsiteY536" fmla="*/ 2177686 h 6858000"/>
              <a:gd name="connsiteX537" fmla="*/ 7021065 w 7467600"/>
              <a:gd name="connsiteY537" fmla="*/ 2498102 h 6858000"/>
              <a:gd name="connsiteX538" fmla="*/ 7155223 w 7467600"/>
              <a:gd name="connsiteY538" fmla="*/ 2650386 h 6858000"/>
              <a:gd name="connsiteX539" fmla="*/ 7203167 w 7467600"/>
              <a:gd name="connsiteY539" fmla="*/ 2697288 h 6858000"/>
              <a:gd name="connsiteX540" fmla="*/ 6937703 w 7467600"/>
              <a:gd name="connsiteY540" fmla="*/ 2321981 h 6858000"/>
              <a:gd name="connsiteX541" fmla="*/ 6591670 w 7467600"/>
              <a:gd name="connsiteY541" fmla="*/ 1988277 h 6858000"/>
              <a:gd name="connsiteX542" fmla="*/ 5798671 w 7467600"/>
              <a:gd name="connsiteY542" fmla="*/ 1981601 h 6858000"/>
              <a:gd name="connsiteX543" fmla="*/ 5754709 w 7467600"/>
              <a:gd name="connsiteY543" fmla="*/ 2071454 h 6858000"/>
              <a:gd name="connsiteX544" fmla="*/ 5763044 w 7467600"/>
              <a:gd name="connsiteY544" fmla="*/ 2842206 h 6858000"/>
              <a:gd name="connsiteX545" fmla="*/ 5764974 w 7467600"/>
              <a:gd name="connsiteY545" fmla="*/ 2799609 h 6858000"/>
              <a:gd name="connsiteX546" fmla="*/ 5767665 w 7467600"/>
              <a:gd name="connsiteY546" fmla="*/ 2666409 h 6858000"/>
              <a:gd name="connsiteX547" fmla="*/ 5763055 w 7467600"/>
              <a:gd name="connsiteY547" fmla="*/ 2579705 h 6858000"/>
              <a:gd name="connsiteX548" fmla="*/ 5758079 w 7467600"/>
              <a:gd name="connsiteY548" fmla="*/ 2492508 h 6858000"/>
              <a:gd name="connsiteX549" fmla="*/ 5779325 w 7467600"/>
              <a:gd name="connsiteY549" fmla="*/ 2197069 h 6858000"/>
              <a:gd name="connsiteX550" fmla="*/ 5798671 w 7467600"/>
              <a:gd name="connsiteY550" fmla="*/ 1981601 h 6858000"/>
              <a:gd name="connsiteX551" fmla="*/ 5829202 w 7467600"/>
              <a:gd name="connsiteY551" fmla="*/ 1971679 h 6858000"/>
              <a:gd name="connsiteX552" fmla="*/ 5809558 w 7467600"/>
              <a:gd name="connsiteY552" fmla="*/ 2198043 h 6858000"/>
              <a:gd name="connsiteX553" fmla="*/ 5788653 w 7467600"/>
              <a:gd name="connsiteY553" fmla="*/ 2489430 h 6858000"/>
              <a:gd name="connsiteX554" fmla="*/ 5793439 w 7467600"/>
              <a:gd name="connsiteY554" fmla="*/ 2575235 h 6858000"/>
              <a:gd name="connsiteX555" fmla="*/ 5796837 w 7467600"/>
              <a:gd name="connsiteY555" fmla="*/ 2637633 h 6858000"/>
              <a:gd name="connsiteX556" fmla="*/ 5818614 w 7467600"/>
              <a:gd name="connsiteY556" fmla="*/ 2473055 h 6858000"/>
              <a:gd name="connsiteX557" fmla="*/ 5829202 w 7467600"/>
              <a:gd name="connsiteY557" fmla="*/ 1971679 h 6858000"/>
              <a:gd name="connsiteX558" fmla="*/ 5911389 w 7467600"/>
              <a:gd name="connsiteY558" fmla="*/ 1898371 h 6858000"/>
              <a:gd name="connsiteX559" fmla="*/ 6237627 w 7467600"/>
              <a:gd name="connsiteY559" fmla="*/ 2231921 h 6858000"/>
              <a:gd name="connsiteX560" fmla="*/ 5911389 w 7467600"/>
              <a:gd name="connsiteY560" fmla="*/ 1898371 h 6858000"/>
              <a:gd name="connsiteX561" fmla="*/ 6944437 w 7467600"/>
              <a:gd name="connsiteY561" fmla="*/ 1575402 h 6858000"/>
              <a:gd name="connsiteX562" fmla="*/ 6304730 w 7467600"/>
              <a:gd name="connsiteY562" fmla="*/ 1766654 h 6858000"/>
              <a:gd name="connsiteX563" fmla="*/ 6944437 w 7467600"/>
              <a:gd name="connsiteY563" fmla="*/ 1575402 h 6858000"/>
              <a:gd name="connsiteX564" fmla="*/ 7019523 w 7467600"/>
              <a:gd name="connsiteY564" fmla="*/ 1519450 h 6858000"/>
              <a:gd name="connsiteX565" fmla="*/ 6298091 w 7467600"/>
              <a:gd name="connsiteY565" fmla="*/ 1737122 h 6858000"/>
              <a:gd name="connsiteX566" fmla="*/ 7019523 w 7467600"/>
              <a:gd name="connsiteY566" fmla="*/ 1519450 h 6858000"/>
              <a:gd name="connsiteX567" fmla="*/ 2399523 w 7467600"/>
              <a:gd name="connsiteY567" fmla="*/ 1428234 h 6858000"/>
              <a:gd name="connsiteX568" fmla="*/ 2224982 w 7467600"/>
              <a:gd name="connsiteY568" fmla="*/ 1826201 h 6858000"/>
              <a:gd name="connsiteX569" fmla="*/ 2096099 w 7467600"/>
              <a:gd name="connsiteY569" fmla="*/ 2345900 h 6858000"/>
              <a:gd name="connsiteX570" fmla="*/ 2283317 w 7467600"/>
              <a:gd name="connsiteY570" fmla="*/ 1796925 h 6858000"/>
              <a:gd name="connsiteX571" fmla="*/ 2399523 w 7467600"/>
              <a:gd name="connsiteY571" fmla="*/ 1428234 h 6858000"/>
              <a:gd name="connsiteX572" fmla="*/ 2448558 w 7467600"/>
              <a:gd name="connsiteY572" fmla="*/ 1373435 h 6858000"/>
              <a:gd name="connsiteX573" fmla="*/ 2312521 w 7467600"/>
              <a:gd name="connsiteY573" fmla="*/ 1806140 h 6858000"/>
              <a:gd name="connsiteX574" fmla="*/ 2127533 w 7467600"/>
              <a:gd name="connsiteY574" fmla="*/ 2348380 h 6858000"/>
              <a:gd name="connsiteX575" fmla="*/ 2358080 w 7467600"/>
              <a:gd name="connsiteY575" fmla="*/ 1866134 h 6858000"/>
              <a:gd name="connsiteX576" fmla="*/ 2407436 w 7467600"/>
              <a:gd name="connsiteY576" fmla="*/ 1651070 h 6858000"/>
              <a:gd name="connsiteX577" fmla="*/ 2448558 w 7467600"/>
              <a:gd name="connsiteY577" fmla="*/ 1373435 h 6858000"/>
              <a:gd name="connsiteX578" fmla="*/ 278707 w 7467600"/>
              <a:gd name="connsiteY578" fmla="*/ 1352270 h 6858000"/>
              <a:gd name="connsiteX579" fmla="*/ 321570 w 7467600"/>
              <a:gd name="connsiteY579" fmla="*/ 1861610 h 6858000"/>
              <a:gd name="connsiteX580" fmla="*/ 294281 w 7467600"/>
              <a:gd name="connsiteY580" fmla="*/ 1440658 h 6858000"/>
              <a:gd name="connsiteX581" fmla="*/ 278707 w 7467600"/>
              <a:gd name="connsiteY581" fmla="*/ 1352270 h 6858000"/>
              <a:gd name="connsiteX582" fmla="*/ 1423821 w 7467600"/>
              <a:gd name="connsiteY582" fmla="*/ 1351958 h 6858000"/>
              <a:gd name="connsiteX583" fmla="*/ 1638521 w 7467600"/>
              <a:gd name="connsiteY583" fmla="*/ 1908470 h 6858000"/>
              <a:gd name="connsiteX584" fmla="*/ 1754199 w 7467600"/>
              <a:gd name="connsiteY584" fmla="*/ 2149284 h 6858000"/>
              <a:gd name="connsiteX585" fmla="*/ 1908359 w 7467600"/>
              <a:gd name="connsiteY585" fmla="*/ 2364988 h 6858000"/>
              <a:gd name="connsiteX586" fmla="*/ 1647661 w 7467600"/>
              <a:gd name="connsiteY586" fmla="*/ 1825945 h 6858000"/>
              <a:gd name="connsiteX587" fmla="*/ 1423821 w 7467600"/>
              <a:gd name="connsiteY587" fmla="*/ 1351958 h 6858000"/>
              <a:gd name="connsiteX588" fmla="*/ 1431890 w 7467600"/>
              <a:gd name="connsiteY588" fmla="*/ 1306475 h 6858000"/>
              <a:gd name="connsiteX589" fmla="*/ 1507597 w 7467600"/>
              <a:gd name="connsiteY589" fmla="*/ 1446132 h 6858000"/>
              <a:gd name="connsiteX590" fmla="*/ 1674586 w 7467600"/>
              <a:gd name="connsiteY590" fmla="*/ 1813832 h 6858000"/>
              <a:gd name="connsiteX591" fmla="*/ 1815950 w 7467600"/>
              <a:gd name="connsiteY591" fmla="*/ 2128564 h 6858000"/>
              <a:gd name="connsiteX592" fmla="*/ 1984242 w 7467600"/>
              <a:gd name="connsiteY592" fmla="*/ 2430829 h 6858000"/>
              <a:gd name="connsiteX593" fmla="*/ 2014023 w 7467600"/>
              <a:gd name="connsiteY593" fmla="*/ 2450995 h 6858000"/>
              <a:gd name="connsiteX594" fmla="*/ 1747337 w 7467600"/>
              <a:gd name="connsiteY594" fmla="*/ 1855264 h 6858000"/>
              <a:gd name="connsiteX595" fmla="*/ 1533749 w 7467600"/>
              <a:gd name="connsiteY595" fmla="*/ 1478656 h 6858000"/>
              <a:gd name="connsiteX596" fmla="*/ 1431890 w 7467600"/>
              <a:gd name="connsiteY596" fmla="*/ 1306475 h 6858000"/>
              <a:gd name="connsiteX597" fmla="*/ 5052692 w 7467600"/>
              <a:gd name="connsiteY597" fmla="*/ 1292994 h 6858000"/>
              <a:gd name="connsiteX598" fmla="*/ 5200661 w 7467600"/>
              <a:gd name="connsiteY598" fmla="*/ 1635186 h 6858000"/>
              <a:gd name="connsiteX599" fmla="*/ 5297138 w 7467600"/>
              <a:gd name="connsiteY599" fmla="*/ 1906351 h 6858000"/>
              <a:gd name="connsiteX600" fmla="*/ 5052692 w 7467600"/>
              <a:gd name="connsiteY600" fmla="*/ 1292994 h 6858000"/>
              <a:gd name="connsiteX601" fmla="*/ 5009948 w 7467600"/>
              <a:gd name="connsiteY601" fmla="*/ 1273619 h 6858000"/>
              <a:gd name="connsiteX602" fmla="*/ 5121777 w 7467600"/>
              <a:gd name="connsiteY602" fmla="*/ 1654213 h 6858000"/>
              <a:gd name="connsiteX603" fmla="*/ 5293545 w 7467600"/>
              <a:gd name="connsiteY603" fmla="*/ 2072247 h 6858000"/>
              <a:gd name="connsiteX604" fmla="*/ 5294042 w 7467600"/>
              <a:gd name="connsiteY604" fmla="*/ 2065019 h 6858000"/>
              <a:gd name="connsiteX605" fmla="*/ 5171936 w 7467600"/>
              <a:gd name="connsiteY605" fmla="*/ 1647613 h 6858000"/>
              <a:gd name="connsiteX606" fmla="*/ 5009948 w 7467600"/>
              <a:gd name="connsiteY606" fmla="*/ 1273619 h 6858000"/>
              <a:gd name="connsiteX607" fmla="*/ 655236 w 7467600"/>
              <a:gd name="connsiteY607" fmla="*/ 1268632 h 6858000"/>
              <a:gd name="connsiteX608" fmla="*/ 839521 w 7467600"/>
              <a:gd name="connsiteY608" fmla="*/ 1685315 h 6858000"/>
              <a:gd name="connsiteX609" fmla="*/ 1109416 w 7467600"/>
              <a:gd name="connsiteY609" fmla="*/ 2061663 h 6858000"/>
              <a:gd name="connsiteX610" fmla="*/ 1298300 w 7467600"/>
              <a:gd name="connsiteY610" fmla="*/ 2247742 h 6858000"/>
              <a:gd name="connsiteX611" fmla="*/ 1125871 w 7467600"/>
              <a:gd name="connsiteY611" fmla="*/ 1989513 h 6858000"/>
              <a:gd name="connsiteX612" fmla="*/ 981574 w 7467600"/>
              <a:gd name="connsiteY612" fmla="*/ 1783157 h 6858000"/>
              <a:gd name="connsiteX613" fmla="*/ 922198 w 7467600"/>
              <a:gd name="connsiteY613" fmla="*/ 1677437 h 6858000"/>
              <a:gd name="connsiteX614" fmla="*/ 869293 w 7467600"/>
              <a:gd name="connsiteY614" fmla="*/ 1583214 h 6858000"/>
              <a:gd name="connsiteX615" fmla="*/ 751431 w 7467600"/>
              <a:gd name="connsiteY615" fmla="*/ 1405731 h 6858000"/>
              <a:gd name="connsiteX616" fmla="*/ 655236 w 7467600"/>
              <a:gd name="connsiteY616" fmla="*/ 1268632 h 6858000"/>
              <a:gd name="connsiteX617" fmla="*/ 6516292 w 7467600"/>
              <a:gd name="connsiteY617" fmla="*/ 1263064 h 6858000"/>
              <a:gd name="connsiteX618" fmla="*/ 5736320 w 7467600"/>
              <a:gd name="connsiteY618" fmla="*/ 1501803 h 6858000"/>
              <a:gd name="connsiteX619" fmla="*/ 6516292 w 7467600"/>
              <a:gd name="connsiteY619" fmla="*/ 1263064 h 6858000"/>
              <a:gd name="connsiteX620" fmla="*/ 291466 w 7467600"/>
              <a:gd name="connsiteY620" fmla="*/ 1250369 h 6858000"/>
              <a:gd name="connsiteX621" fmla="*/ 323180 w 7467600"/>
              <a:gd name="connsiteY621" fmla="*/ 1435283 h 6858000"/>
              <a:gd name="connsiteX622" fmla="*/ 349381 w 7467600"/>
              <a:gd name="connsiteY622" fmla="*/ 1875041 h 6858000"/>
              <a:gd name="connsiteX623" fmla="*/ 374363 w 7467600"/>
              <a:gd name="connsiteY623" fmla="*/ 1506494 h 6858000"/>
              <a:gd name="connsiteX624" fmla="*/ 302168 w 7467600"/>
              <a:gd name="connsiteY624" fmla="*/ 1274495 h 6858000"/>
              <a:gd name="connsiteX625" fmla="*/ 291466 w 7467600"/>
              <a:gd name="connsiteY625" fmla="*/ 1250369 h 6858000"/>
              <a:gd name="connsiteX626" fmla="*/ 678222 w 7467600"/>
              <a:gd name="connsiteY626" fmla="*/ 1248670 h 6858000"/>
              <a:gd name="connsiteX627" fmla="*/ 775536 w 7467600"/>
              <a:gd name="connsiteY627" fmla="*/ 1388015 h 6858000"/>
              <a:gd name="connsiteX628" fmla="*/ 894529 w 7467600"/>
              <a:gd name="connsiteY628" fmla="*/ 1567739 h 6858000"/>
              <a:gd name="connsiteX629" fmla="*/ 948000 w 7467600"/>
              <a:gd name="connsiteY629" fmla="*/ 1663088 h 6858000"/>
              <a:gd name="connsiteX630" fmla="*/ 1006812 w 7467600"/>
              <a:gd name="connsiteY630" fmla="*/ 1767683 h 6858000"/>
              <a:gd name="connsiteX631" fmla="*/ 1149133 w 7467600"/>
              <a:gd name="connsiteY631" fmla="*/ 1971513 h 6858000"/>
              <a:gd name="connsiteX632" fmla="*/ 1333952 w 7467600"/>
              <a:gd name="connsiteY632" fmla="*/ 2251620 h 6858000"/>
              <a:gd name="connsiteX633" fmla="*/ 1337329 w 7467600"/>
              <a:gd name="connsiteY633" fmla="*/ 2258350 h 6858000"/>
              <a:gd name="connsiteX634" fmla="*/ 1014726 w 7467600"/>
              <a:gd name="connsiteY634" fmla="*/ 1615556 h 6858000"/>
              <a:gd name="connsiteX635" fmla="*/ 678222 w 7467600"/>
              <a:gd name="connsiteY635" fmla="*/ 1248670 h 6858000"/>
              <a:gd name="connsiteX636" fmla="*/ 6691602 w 7467600"/>
              <a:gd name="connsiteY636" fmla="*/ 1140573 h 6858000"/>
              <a:gd name="connsiteX637" fmla="*/ 6571100 w 7467600"/>
              <a:gd name="connsiteY637" fmla="*/ 1183662 h 6858000"/>
              <a:gd name="connsiteX638" fmla="*/ 6241687 w 7467600"/>
              <a:gd name="connsiteY638" fmla="*/ 1257600 h 6858000"/>
              <a:gd name="connsiteX639" fmla="*/ 5693009 w 7467600"/>
              <a:gd name="connsiteY639" fmla="*/ 1478256 h 6858000"/>
              <a:gd name="connsiteX640" fmla="*/ 6548420 w 7467600"/>
              <a:gd name="connsiteY640" fmla="*/ 1214599 h 6858000"/>
              <a:gd name="connsiteX641" fmla="*/ 6605473 w 7467600"/>
              <a:gd name="connsiteY641" fmla="*/ 1184686 h 6858000"/>
              <a:gd name="connsiteX642" fmla="*/ 6691602 w 7467600"/>
              <a:gd name="connsiteY642" fmla="*/ 1140573 h 6858000"/>
              <a:gd name="connsiteX643" fmla="*/ 4002475 w 7467600"/>
              <a:gd name="connsiteY643" fmla="*/ 1037802 h 6858000"/>
              <a:gd name="connsiteX644" fmla="*/ 4000324 w 7467600"/>
              <a:gd name="connsiteY644" fmla="*/ 1039362 h 6858000"/>
              <a:gd name="connsiteX645" fmla="*/ 4002862 w 7467600"/>
              <a:gd name="connsiteY645" fmla="*/ 1042866 h 6858000"/>
              <a:gd name="connsiteX646" fmla="*/ 4002475 w 7467600"/>
              <a:gd name="connsiteY646" fmla="*/ 1037802 h 6858000"/>
              <a:gd name="connsiteX647" fmla="*/ 506322 w 7467600"/>
              <a:gd name="connsiteY647" fmla="*/ 1020997 h 6858000"/>
              <a:gd name="connsiteX648" fmla="*/ 533068 w 7467600"/>
              <a:gd name="connsiteY648" fmla="*/ 1029409 h 6858000"/>
              <a:gd name="connsiteX649" fmla="*/ 1232525 w 7467600"/>
              <a:gd name="connsiteY649" fmla="*/ 1804675 h 6858000"/>
              <a:gd name="connsiteX650" fmla="*/ 1388858 w 7467600"/>
              <a:gd name="connsiteY650" fmla="*/ 2368011 h 6858000"/>
              <a:gd name="connsiteX651" fmla="*/ 1384098 w 7467600"/>
              <a:gd name="connsiteY651" fmla="*/ 2378125 h 6858000"/>
              <a:gd name="connsiteX652" fmla="*/ 1425393 w 7467600"/>
              <a:gd name="connsiteY652" fmla="*/ 2589124 h 6858000"/>
              <a:gd name="connsiteX653" fmla="*/ 1424001 w 7467600"/>
              <a:gd name="connsiteY653" fmla="*/ 2597541 h 6858000"/>
              <a:gd name="connsiteX654" fmla="*/ 2152729 w 7467600"/>
              <a:gd name="connsiteY654" fmla="*/ 2864487 h 6858000"/>
              <a:gd name="connsiteX655" fmla="*/ 2020609 w 7467600"/>
              <a:gd name="connsiteY655" fmla="*/ 2539671 h 6858000"/>
              <a:gd name="connsiteX656" fmla="*/ 2018920 w 7467600"/>
              <a:gd name="connsiteY656" fmla="*/ 2536309 h 6858000"/>
              <a:gd name="connsiteX657" fmla="*/ 1342441 w 7467600"/>
              <a:gd name="connsiteY657" fmla="*/ 1173017 h 6858000"/>
              <a:gd name="connsiteX658" fmla="*/ 1367925 w 7467600"/>
              <a:gd name="connsiteY658" fmla="*/ 1135648 h 6858000"/>
              <a:gd name="connsiteX659" fmla="*/ 1771401 w 7467600"/>
              <a:gd name="connsiteY659" fmla="*/ 1806673 h 6858000"/>
              <a:gd name="connsiteX660" fmla="*/ 1972385 w 7467600"/>
              <a:gd name="connsiteY660" fmla="*/ 2198735 h 6858000"/>
              <a:gd name="connsiteX661" fmla="*/ 2040892 w 7467600"/>
              <a:gd name="connsiteY661" fmla="*/ 2405205 h 6858000"/>
              <a:gd name="connsiteX662" fmla="*/ 2131689 w 7467600"/>
              <a:gd name="connsiteY662" fmla="*/ 1936926 h 6858000"/>
              <a:gd name="connsiteX663" fmla="*/ 2454820 w 7467600"/>
              <a:gd name="connsiteY663" fmla="*/ 1248808 h 6858000"/>
              <a:gd name="connsiteX664" fmla="*/ 2492512 w 7467600"/>
              <a:gd name="connsiteY664" fmla="*/ 1302920 h 6858000"/>
              <a:gd name="connsiteX665" fmla="*/ 2081216 w 7467600"/>
              <a:gd name="connsiteY665" fmla="*/ 2527513 h 6858000"/>
              <a:gd name="connsiteX666" fmla="*/ 2081211 w 7467600"/>
              <a:gd name="connsiteY666" fmla="*/ 2528916 h 6858000"/>
              <a:gd name="connsiteX667" fmla="*/ 2199067 w 7467600"/>
              <a:gd name="connsiteY667" fmla="*/ 2884061 h 6858000"/>
              <a:gd name="connsiteX668" fmla="*/ 3192586 w 7467600"/>
              <a:gd name="connsiteY668" fmla="*/ 3411496 h 6858000"/>
              <a:gd name="connsiteX669" fmla="*/ 3182620 w 7467600"/>
              <a:gd name="connsiteY669" fmla="*/ 3483279 h 6858000"/>
              <a:gd name="connsiteX670" fmla="*/ 2435119 w 7467600"/>
              <a:gd name="connsiteY670" fmla="*/ 3080173 h 6858000"/>
              <a:gd name="connsiteX671" fmla="*/ 2410152 w 7467600"/>
              <a:gd name="connsiteY671" fmla="*/ 3063751 h 6858000"/>
              <a:gd name="connsiteX672" fmla="*/ 2408099 w 7467600"/>
              <a:gd name="connsiteY672" fmla="*/ 3064403 h 6858000"/>
              <a:gd name="connsiteX673" fmla="*/ 2407218 w 7467600"/>
              <a:gd name="connsiteY673" fmla="*/ 3070324 h 6858000"/>
              <a:gd name="connsiteX674" fmla="*/ 2380138 w 7467600"/>
              <a:gd name="connsiteY674" fmla="*/ 3099341 h 6858000"/>
              <a:gd name="connsiteX675" fmla="*/ 1765923 w 7467600"/>
              <a:gd name="connsiteY675" fmla="*/ 3581043 h 6858000"/>
              <a:gd name="connsiteX676" fmla="*/ 1702258 w 7467600"/>
              <a:gd name="connsiteY676" fmla="*/ 3612286 h 6858000"/>
              <a:gd name="connsiteX677" fmla="*/ 1538370 w 7467600"/>
              <a:gd name="connsiteY677" fmla="*/ 3811804 h 6858000"/>
              <a:gd name="connsiteX678" fmla="*/ 542867 w 7467600"/>
              <a:gd name="connsiteY678" fmla="*/ 4944092 h 6858000"/>
              <a:gd name="connsiteX679" fmla="*/ 515800 w 7467600"/>
              <a:gd name="connsiteY679" fmla="*/ 4862180 h 6858000"/>
              <a:gd name="connsiteX680" fmla="*/ 909145 w 7467600"/>
              <a:gd name="connsiteY680" fmla="*/ 4199225 h 6858000"/>
              <a:gd name="connsiteX681" fmla="*/ 1214067 w 7467600"/>
              <a:gd name="connsiteY681" fmla="*/ 3908561 h 6858000"/>
              <a:gd name="connsiteX682" fmla="*/ 640967 w 7467600"/>
              <a:gd name="connsiteY682" fmla="*/ 4105601 h 6858000"/>
              <a:gd name="connsiteX683" fmla="*/ 112563 w 7467600"/>
              <a:gd name="connsiteY683" fmla="*/ 4396952 h 6858000"/>
              <a:gd name="connsiteX684" fmla="*/ 0 w 7467600"/>
              <a:gd name="connsiteY684" fmla="*/ 4466006 h 6858000"/>
              <a:gd name="connsiteX685" fmla="*/ 0 w 7467600"/>
              <a:gd name="connsiteY685" fmla="*/ 4233763 h 6858000"/>
              <a:gd name="connsiteX686" fmla="*/ 36881 w 7467600"/>
              <a:gd name="connsiteY686" fmla="*/ 4200118 h 6858000"/>
              <a:gd name="connsiteX687" fmla="*/ 910534 w 7467600"/>
              <a:gd name="connsiteY687" fmla="*/ 3629753 h 6858000"/>
              <a:gd name="connsiteX688" fmla="*/ 1578717 w 7467600"/>
              <a:gd name="connsiteY688" fmla="*/ 3575982 h 6858000"/>
              <a:gd name="connsiteX689" fmla="*/ 2338780 w 7467600"/>
              <a:gd name="connsiteY689" fmla="*/ 3033725 h 6858000"/>
              <a:gd name="connsiteX690" fmla="*/ 1807991 w 7467600"/>
              <a:gd name="connsiteY690" fmla="*/ 2807184 h 6858000"/>
              <a:gd name="connsiteX691" fmla="*/ 1416358 w 7467600"/>
              <a:gd name="connsiteY691" fmla="*/ 3112571 h 6858000"/>
              <a:gd name="connsiteX692" fmla="*/ 939066 w 7467600"/>
              <a:gd name="connsiteY692" fmla="*/ 3378798 h 6858000"/>
              <a:gd name="connsiteX693" fmla="*/ 115099 w 7467600"/>
              <a:gd name="connsiteY693" fmla="*/ 3607650 h 6858000"/>
              <a:gd name="connsiteX694" fmla="*/ 97284 w 7467600"/>
              <a:gd name="connsiteY694" fmla="*/ 3520393 h 6858000"/>
              <a:gd name="connsiteX695" fmla="*/ 922050 w 7467600"/>
              <a:gd name="connsiteY695" fmla="*/ 3074867 h 6858000"/>
              <a:gd name="connsiteX696" fmla="*/ 1405265 w 7467600"/>
              <a:gd name="connsiteY696" fmla="*/ 3016319 h 6858000"/>
              <a:gd name="connsiteX697" fmla="*/ 1407512 w 7467600"/>
              <a:gd name="connsiteY697" fmla="*/ 3018001 h 6858000"/>
              <a:gd name="connsiteX698" fmla="*/ 1726266 w 7467600"/>
              <a:gd name="connsiteY698" fmla="*/ 2777274 h 6858000"/>
              <a:gd name="connsiteX699" fmla="*/ 625390 w 7467600"/>
              <a:gd name="connsiteY699" fmla="*/ 2514541 h 6858000"/>
              <a:gd name="connsiteX700" fmla="*/ 619799 w 7467600"/>
              <a:gd name="connsiteY700" fmla="*/ 2527180 h 6858000"/>
              <a:gd name="connsiteX701" fmla="*/ 310030 w 7467600"/>
              <a:gd name="connsiteY701" fmla="*/ 2771818 h 6858000"/>
              <a:gd name="connsiteX702" fmla="*/ 173877 w 7467600"/>
              <a:gd name="connsiteY702" fmla="*/ 2937056 h 6858000"/>
              <a:gd name="connsiteX703" fmla="*/ 77889 w 7467600"/>
              <a:gd name="connsiteY703" fmla="*/ 3138440 h 6858000"/>
              <a:gd name="connsiteX704" fmla="*/ 0 w 7467600"/>
              <a:gd name="connsiteY704" fmla="*/ 3271395 h 6858000"/>
              <a:gd name="connsiteX705" fmla="*/ 0 w 7467600"/>
              <a:gd name="connsiteY705" fmla="*/ 3153002 h 6858000"/>
              <a:gd name="connsiteX706" fmla="*/ 2386 w 7467600"/>
              <a:gd name="connsiteY706" fmla="*/ 3149203 h 6858000"/>
              <a:gd name="connsiteX707" fmla="*/ 89753 w 7467600"/>
              <a:gd name="connsiteY707" fmla="*/ 2987702 h 6858000"/>
              <a:gd name="connsiteX708" fmla="*/ 76869 w 7467600"/>
              <a:gd name="connsiteY708" fmla="*/ 3005404 h 6858000"/>
              <a:gd name="connsiteX709" fmla="*/ 32049 w 7467600"/>
              <a:gd name="connsiteY709" fmla="*/ 3065814 h 6858000"/>
              <a:gd name="connsiteX710" fmla="*/ 0 w 7467600"/>
              <a:gd name="connsiteY710" fmla="*/ 3108744 h 6858000"/>
              <a:gd name="connsiteX711" fmla="*/ 0 w 7467600"/>
              <a:gd name="connsiteY711" fmla="*/ 3058059 h 6858000"/>
              <a:gd name="connsiteX712" fmla="*/ 7610 w 7467600"/>
              <a:gd name="connsiteY712" fmla="*/ 3047889 h 6858000"/>
              <a:gd name="connsiteX713" fmla="*/ 52419 w 7467600"/>
              <a:gd name="connsiteY713" fmla="*/ 2987479 h 6858000"/>
              <a:gd name="connsiteX714" fmla="*/ 59142 w 7467600"/>
              <a:gd name="connsiteY714" fmla="*/ 2978488 h 6858000"/>
              <a:gd name="connsiteX715" fmla="*/ 0 w 7467600"/>
              <a:gd name="connsiteY715" fmla="*/ 3015334 h 6858000"/>
              <a:gd name="connsiteX716" fmla="*/ 0 w 7467600"/>
              <a:gd name="connsiteY716" fmla="*/ 2914286 h 6858000"/>
              <a:gd name="connsiteX717" fmla="*/ 36383 w 7467600"/>
              <a:gd name="connsiteY717" fmla="*/ 2901128 h 6858000"/>
              <a:gd name="connsiteX718" fmla="*/ 156329 w 7467600"/>
              <a:gd name="connsiteY718" fmla="*/ 2840533 h 6858000"/>
              <a:gd name="connsiteX719" fmla="*/ 358355 w 7467600"/>
              <a:gd name="connsiteY719" fmla="*/ 2620471 h 6858000"/>
              <a:gd name="connsiteX720" fmla="*/ 510577 w 7467600"/>
              <a:gd name="connsiteY720" fmla="*/ 2501244 h 6858000"/>
              <a:gd name="connsiteX721" fmla="*/ 211967 w 7467600"/>
              <a:gd name="connsiteY721" fmla="*/ 2479171 h 6858000"/>
              <a:gd name="connsiteX722" fmla="*/ 0 w 7467600"/>
              <a:gd name="connsiteY722" fmla="*/ 2476398 h 6858000"/>
              <a:gd name="connsiteX723" fmla="*/ 0 w 7467600"/>
              <a:gd name="connsiteY723" fmla="*/ 2389189 h 6858000"/>
              <a:gd name="connsiteX724" fmla="*/ 103062 w 7467600"/>
              <a:gd name="connsiteY724" fmla="*/ 2389518 h 6858000"/>
              <a:gd name="connsiteX725" fmla="*/ 510734 w 7467600"/>
              <a:gd name="connsiteY725" fmla="*/ 2416201 h 6858000"/>
              <a:gd name="connsiteX726" fmla="*/ 279257 w 7467600"/>
              <a:gd name="connsiteY726" fmla="*/ 2092102 h 6858000"/>
              <a:gd name="connsiteX727" fmla="*/ 65265 w 7467600"/>
              <a:gd name="connsiteY727" fmla="*/ 2006049 h 6858000"/>
              <a:gd name="connsiteX728" fmla="*/ 0 w 7467600"/>
              <a:gd name="connsiteY728" fmla="*/ 1982532 h 6858000"/>
              <a:gd name="connsiteX729" fmla="*/ 0 w 7467600"/>
              <a:gd name="connsiteY729" fmla="*/ 1912789 h 6858000"/>
              <a:gd name="connsiteX730" fmla="*/ 97460 w 7467600"/>
              <a:gd name="connsiteY730" fmla="*/ 1953725 h 6858000"/>
              <a:gd name="connsiteX731" fmla="*/ 221272 w 7467600"/>
              <a:gd name="connsiteY731" fmla="*/ 1980766 h 6858000"/>
              <a:gd name="connsiteX732" fmla="*/ 116765 w 7467600"/>
              <a:gd name="connsiteY732" fmla="*/ 1911033 h 6858000"/>
              <a:gd name="connsiteX733" fmla="*/ 16405 w 7467600"/>
              <a:gd name="connsiteY733" fmla="*/ 1803412 h 6858000"/>
              <a:gd name="connsiteX734" fmla="*/ 0 w 7467600"/>
              <a:gd name="connsiteY734" fmla="*/ 1784777 h 6858000"/>
              <a:gd name="connsiteX735" fmla="*/ 0 w 7467600"/>
              <a:gd name="connsiteY735" fmla="*/ 1740082 h 6858000"/>
              <a:gd name="connsiteX736" fmla="*/ 39394 w 7467600"/>
              <a:gd name="connsiteY736" fmla="*/ 1784856 h 6858000"/>
              <a:gd name="connsiteX737" fmla="*/ 135813 w 7467600"/>
              <a:gd name="connsiteY737" fmla="*/ 1888838 h 6858000"/>
              <a:gd name="connsiteX738" fmla="*/ 242575 w 7467600"/>
              <a:gd name="connsiteY738" fmla="*/ 1958841 h 6858000"/>
              <a:gd name="connsiteX739" fmla="*/ 82197 w 7467600"/>
              <a:gd name="connsiteY739" fmla="*/ 1754826 h 6858000"/>
              <a:gd name="connsiteX740" fmla="*/ 0 w 7467600"/>
              <a:gd name="connsiteY740" fmla="*/ 1679650 h 6858000"/>
              <a:gd name="connsiteX741" fmla="*/ 0 w 7467600"/>
              <a:gd name="connsiteY741" fmla="*/ 1602463 h 6858000"/>
              <a:gd name="connsiteX742" fmla="*/ 84689 w 7467600"/>
              <a:gd name="connsiteY742" fmla="*/ 1677442 h 6858000"/>
              <a:gd name="connsiteX743" fmla="*/ 298437 w 7467600"/>
              <a:gd name="connsiteY743" fmla="*/ 1968019 h 6858000"/>
              <a:gd name="connsiteX744" fmla="*/ 227269 w 7467600"/>
              <a:gd name="connsiteY744" fmla="*/ 1114064 h 6858000"/>
              <a:gd name="connsiteX745" fmla="*/ 248003 w 7467600"/>
              <a:gd name="connsiteY745" fmla="*/ 1089613 h 6858000"/>
              <a:gd name="connsiteX746" fmla="*/ 427020 w 7467600"/>
              <a:gd name="connsiteY746" fmla="*/ 1619803 h 6858000"/>
              <a:gd name="connsiteX747" fmla="*/ 340345 w 7467600"/>
              <a:gd name="connsiteY747" fmla="*/ 2027739 h 6858000"/>
              <a:gd name="connsiteX748" fmla="*/ 360865 w 7467600"/>
              <a:gd name="connsiteY748" fmla="*/ 2044827 h 6858000"/>
              <a:gd name="connsiteX749" fmla="*/ 560414 w 7467600"/>
              <a:gd name="connsiteY749" fmla="*/ 2421457 h 6858000"/>
              <a:gd name="connsiteX750" fmla="*/ 1359703 w 7467600"/>
              <a:gd name="connsiteY750" fmla="*/ 2578554 h 6858000"/>
              <a:gd name="connsiteX751" fmla="*/ 1359422 w 7467600"/>
              <a:gd name="connsiteY751" fmla="*/ 2577994 h 6858000"/>
              <a:gd name="connsiteX752" fmla="*/ 828701 w 7467600"/>
              <a:gd name="connsiteY752" fmla="*/ 1839520 h 6858000"/>
              <a:gd name="connsiteX753" fmla="*/ 494427 w 7467600"/>
              <a:gd name="connsiteY753" fmla="*/ 1092333 h 6858000"/>
              <a:gd name="connsiteX754" fmla="*/ 506322 w 7467600"/>
              <a:gd name="connsiteY754" fmla="*/ 1020997 h 6858000"/>
              <a:gd name="connsiteX755" fmla="*/ 4570198 w 7467600"/>
              <a:gd name="connsiteY755" fmla="*/ 978081 h 6858000"/>
              <a:gd name="connsiteX756" fmla="*/ 4523691 w 7467600"/>
              <a:gd name="connsiteY756" fmla="*/ 1127776 h 6858000"/>
              <a:gd name="connsiteX757" fmla="*/ 4509875 w 7467600"/>
              <a:gd name="connsiteY757" fmla="*/ 1167552 h 6858000"/>
              <a:gd name="connsiteX758" fmla="*/ 4478168 w 7467600"/>
              <a:gd name="connsiteY758" fmla="*/ 1260735 h 6858000"/>
              <a:gd name="connsiteX759" fmla="*/ 4409309 w 7467600"/>
              <a:gd name="connsiteY759" fmla="*/ 1666996 h 6858000"/>
              <a:gd name="connsiteX760" fmla="*/ 4370031 w 7467600"/>
              <a:gd name="connsiteY760" fmla="*/ 1955666 h 6858000"/>
              <a:gd name="connsiteX761" fmla="*/ 4570198 w 7467600"/>
              <a:gd name="connsiteY761" fmla="*/ 978081 h 6858000"/>
              <a:gd name="connsiteX762" fmla="*/ 4557898 w 7467600"/>
              <a:gd name="connsiteY762" fmla="*/ 900011 h 6858000"/>
              <a:gd name="connsiteX763" fmla="*/ 4344840 w 7467600"/>
              <a:gd name="connsiteY763" fmla="*/ 1922038 h 6858000"/>
              <a:gd name="connsiteX764" fmla="*/ 4378710 w 7467600"/>
              <a:gd name="connsiteY764" fmla="*/ 1665516 h 6858000"/>
              <a:gd name="connsiteX765" fmla="*/ 4448798 w 7467600"/>
              <a:gd name="connsiteY765" fmla="*/ 1253024 h 6858000"/>
              <a:gd name="connsiteX766" fmla="*/ 4480315 w 7467600"/>
              <a:gd name="connsiteY766" fmla="*/ 1158454 h 6858000"/>
              <a:gd name="connsiteX767" fmla="*/ 4494133 w 7467600"/>
              <a:gd name="connsiteY767" fmla="*/ 1118676 h 6858000"/>
              <a:gd name="connsiteX768" fmla="*/ 4557898 w 7467600"/>
              <a:gd name="connsiteY768" fmla="*/ 900011 h 6858000"/>
              <a:gd name="connsiteX769" fmla="*/ 5870151 w 7467600"/>
              <a:gd name="connsiteY769" fmla="*/ 898890 h 6858000"/>
              <a:gd name="connsiteX770" fmla="*/ 5861335 w 7467600"/>
              <a:gd name="connsiteY770" fmla="*/ 899177 h 6858000"/>
              <a:gd name="connsiteX771" fmla="*/ 5843702 w 7467600"/>
              <a:gd name="connsiteY771" fmla="*/ 899748 h 6858000"/>
              <a:gd name="connsiteX772" fmla="*/ 5651107 w 7467600"/>
              <a:gd name="connsiteY772" fmla="*/ 920306 h 6858000"/>
              <a:gd name="connsiteX773" fmla="*/ 5459407 w 7467600"/>
              <a:gd name="connsiteY773" fmla="*/ 940975 h 6858000"/>
              <a:gd name="connsiteX774" fmla="*/ 5374846 w 7467600"/>
              <a:gd name="connsiteY774" fmla="*/ 941988 h 6858000"/>
              <a:gd name="connsiteX775" fmla="*/ 5256105 w 7467600"/>
              <a:gd name="connsiteY775" fmla="*/ 945632 h 6858000"/>
              <a:gd name="connsiteX776" fmla="*/ 5107071 w 7467600"/>
              <a:gd name="connsiteY776" fmla="*/ 969720 h 6858000"/>
              <a:gd name="connsiteX777" fmla="*/ 4998681 w 7467600"/>
              <a:gd name="connsiteY777" fmla="*/ 988771 h 6858000"/>
              <a:gd name="connsiteX778" fmla="*/ 5870151 w 7467600"/>
              <a:gd name="connsiteY778" fmla="*/ 898890 h 6858000"/>
              <a:gd name="connsiteX779" fmla="*/ 5504425 w 7467600"/>
              <a:gd name="connsiteY779" fmla="*/ 848067 h 6858000"/>
              <a:gd name="connsiteX780" fmla="*/ 4968849 w 7467600"/>
              <a:gd name="connsiteY780" fmla="*/ 962318 h 6858000"/>
              <a:gd name="connsiteX781" fmla="*/ 5104039 w 7467600"/>
              <a:gd name="connsiteY781" fmla="*/ 940634 h 6858000"/>
              <a:gd name="connsiteX782" fmla="*/ 5256311 w 7467600"/>
              <a:gd name="connsiteY782" fmla="*/ 916490 h 6858000"/>
              <a:gd name="connsiteX783" fmla="*/ 5377381 w 7467600"/>
              <a:gd name="connsiteY783" fmla="*/ 912671 h 6858000"/>
              <a:gd name="connsiteX784" fmla="*/ 5460148 w 7467600"/>
              <a:gd name="connsiteY784" fmla="*/ 911442 h 6858000"/>
              <a:gd name="connsiteX785" fmla="*/ 5648971 w 7467600"/>
              <a:gd name="connsiteY785" fmla="*/ 891331 h 6858000"/>
              <a:gd name="connsiteX786" fmla="*/ 5844807 w 7467600"/>
              <a:gd name="connsiteY786" fmla="*/ 870718 h 6858000"/>
              <a:gd name="connsiteX787" fmla="*/ 5862975 w 7467600"/>
              <a:gd name="connsiteY787" fmla="*/ 869756 h 6858000"/>
              <a:gd name="connsiteX788" fmla="*/ 5920887 w 7467600"/>
              <a:gd name="connsiteY788" fmla="*/ 865929 h 6858000"/>
              <a:gd name="connsiteX789" fmla="*/ 5504425 w 7467600"/>
              <a:gd name="connsiteY789" fmla="*/ 848067 h 6858000"/>
              <a:gd name="connsiteX790" fmla="*/ 3607114 w 7467600"/>
              <a:gd name="connsiteY790" fmla="*/ 467441 h 6858000"/>
              <a:gd name="connsiteX791" fmla="*/ 3296242 w 7467600"/>
              <a:gd name="connsiteY791" fmla="*/ 807991 h 6858000"/>
              <a:gd name="connsiteX792" fmla="*/ 3174674 w 7467600"/>
              <a:gd name="connsiteY792" fmla="*/ 919759 h 6858000"/>
              <a:gd name="connsiteX793" fmla="*/ 3042978 w 7467600"/>
              <a:gd name="connsiteY793" fmla="*/ 1054894 h 6858000"/>
              <a:gd name="connsiteX794" fmla="*/ 2968914 w 7467600"/>
              <a:gd name="connsiteY794" fmla="*/ 1133756 h 6858000"/>
              <a:gd name="connsiteX795" fmla="*/ 3103823 w 7467600"/>
              <a:gd name="connsiteY795" fmla="*/ 1026814 h 6858000"/>
              <a:gd name="connsiteX796" fmla="*/ 3607114 w 7467600"/>
              <a:gd name="connsiteY796" fmla="*/ 467441 h 6858000"/>
              <a:gd name="connsiteX797" fmla="*/ 3744487 w 7467600"/>
              <a:gd name="connsiteY797" fmla="*/ 383136 h 6858000"/>
              <a:gd name="connsiteX798" fmla="*/ 3970213 w 7467600"/>
              <a:gd name="connsiteY798" fmla="*/ 995559 h 6858000"/>
              <a:gd name="connsiteX799" fmla="*/ 3744487 w 7467600"/>
              <a:gd name="connsiteY799" fmla="*/ 383136 h 6858000"/>
              <a:gd name="connsiteX800" fmla="*/ 3624562 w 7467600"/>
              <a:gd name="connsiteY800" fmla="*/ 367041 h 6858000"/>
              <a:gd name="connsiteX801" fmla="*/ 3489712 w 7467600"/>
              <a:gd name="connsiteY801" fmla="*/ 485386 h 6858000"/>
              <a:gd name="connsiteX802" fmla="*/ 3182994 w 7467600"/>
              <a:gd name="connsiteY802" fmla="*/ 828265 h 6858000"/>
              <a:gd name="connsiteX803" fmla="*/ 2892114 w 7467600"/>
              <a:gd name="connsiteY803" fmla="*/ 1172635 h 6858000"/>
              <a:gd name="connsiteX804" fmla="*/ 3021459 w 7467600"/>
              <a:gd name="connsiteY804" fmla="*/ 1035385 h 6858000"/>
              <a:gd name="connsiteX805" fmla="*/ 3153873 w 7467600"/>
              <a:gd name="connsiteY805" fmla="*/ 898971 h 6858000"/>
              <a:gd name="connsiteX806" fmla="*/ 3276511 w 7467600"/>
              <a:gd name="connsiteY806" fmla="*/ 786423 h 6858000"/>
              <a:gd name="connsiteX807" fmla="*/ 3584154 w 7467600"/>
              <a:gd name="connsiteY807" fmla="*/ 448218 h 6858000"/>
              <a:gd name="connsiteX808" fmla="*/ 3624562 w 7467600"/>
              <a:gd name="connsiteY808" fmla="*/ 367041 h 6858000"/>
              <a:gd name="connsiteX809" fmla="*/ 3766672 w 7467600"/>
              <a:gd name="connsiteY809" fmla="*/ 359429 h 6858000"/>
              <a:gd name="connsiteX810" fmla="*/ 3996338 w 7467600"/>
              <a:gd name="connsiteY810" fmla="*/ 968237 h 6858000"/>
              <a:gd name="connsiteX811" fmla="*/ 3766672 w 7467600"/>
              <a:gd name="connsiteY811" fmla="*/ 359429 h 6858000"/>
              <a:gd name="connsiteX812" fmla="*/ 5805386 w 7467600"/>
              <a:gd name="connsiteY812" fmla="*/ 239240 h 6858000"/>
              <a:gd name="connsiteX813" fmla="*/ 5736947 w 7467600"/>
              <a:gd name="connsiteY813" fmla="*/ 261367 h 6858000"/>
              <a:gd name="connsiteX814" fmla="*/ 5427012 w 7467600"/>
              <a:gd name="connsiteY814" fmla="*/ 311272 h 6858000"/>
              <a:gd name="connsiteX815" fmla="*/ 5147818 w 7467600"/>
              <a:gd name="connsiteY815" fmla="*/ 322112 h 6858000"/>
              <a:gd name="connsiteX816" fmla="*/ 5060854 w 7467600"/>
              <a:gd name="connsiteY816" fmla="*/ 311882 h 6858000"/>
              <a:gd name="connsiteX817" fmla="*/ 4945989 w 7467600"/>
              <a:gd name="connsiteY817" fmla="*/ 300516 h 6858000"/>
              <a:gd name="connsiteX818" fmla="*/ 5410479 w 7467600"/>
              <a:gd name="connsiteY818" fmla="*/ 348434 h 6858000"/>
              <a:gd name="connsiteX819" fmla="*/ 5805386 w 7467600"/>
              <a:gd name="connsiteY819" fmla="*/ 239240 h 6858000"/>
              <a:gd name="connsiteX820" fmla="*/ 5905192 w 7467600"/>
              <a:gd name="connsiteY820" fmla="*/ 163079 h 6858000"/>
              <a:gd name="connsiteX821" fmla="*/ 5865655 w 7467600"/>
              <a:gd name="connsiteY821" fmla="*/ 171901 h 6858000"/>
              <a:gd name="connsiteX822" fmla="*/ 5259740 w 7467600"/>
              <a:gd name="connsiteY822" fmla="*/ 257013 h 6858000"/>
              <a:gd name="connsiteX823" fmla="*/ 5208466 w 7467600"/>
              <a:gd name="connsiteY823" fmla="*/ 257550 h 6858000"/>
              <a:gd name="connsiteX824" fmla="*/ 4980204 w 7467600"/>
              <a:gd name="connsiteY824" fmla="*/ 271903 h 6858000"/>
              <a:gd name="connsiteX825" fmla="*/ 5068068 w 7467600"/>
              <a:gd name="connsiteY825" fmla="*/ 282244 h 6858000"/>
              <a:gd name="connsiteX826" fmla="*/ 5153231 w 7467600"/>
              <a:gd name="connsiteY826" fmla="*/ 292240 h 6858000"/>
              <a:gd name="connsiteX827" fmla="*/ 5426491 w 7467600"/>
              <a:gd name="connsiteY827" fmla="*/ 281128 h 6858000"/>
              <a:gd name="connsiteX828" fmla="*/ 5731212 w 7467600"/>
              <a:gd name="connsiteY828" fmla="*/ 231951 h 6858000"/>
              <a:gd name="connsiteX829" fmla="*/ 5905192 w 7467600"/>
              <a:gd name="connsiteY829" fmla="*/ 163079 h 6858000"/>
              <a:gd name="connsiteX830" fmla="*/ 5944437 w 7467600"/>
              <a:gd name="connsiteY830" fmla="*/ 113829 h 6858000"/>
              <a:gd name="connsiteX831" fmla="*/ 5825032 w 7467600"/>
              <a:gd name="connsiteY831" fmla="*/ 146405 h 6858000"/>
              <a:gd name="connsiteX832" fmla="*/ 4955599 w 7467600"/>
              <a:gd name="connsiteY832" fmla="*/ 247008 h 6858000"/>
              <a:gd name="connsiteX833" fmla="*/ 5210104 w 7467600"/>
              <a:gd name="connsiteY833" fmla="*/ 228123 h 6858000"/>
              <a:gd name="connsiteX834" fmla="*/ 5261015 w 7467600"/>
              <a:gd name="connsiteY834" fmla="*/ 227087 h 6858000"/>
              <a:gd name="connsiteX835" fmla="*/ 5861181 w 7467600"/>
              <a:gd name="connsiteY835" fmla="*/ 143093 h 6858000"/>
              <a:gd name="connsiteX836" fmla="*/ 5961252 w 7467600"/>
              <a:gd name="connsiteY836" fmla="*/ 114820 h 6858000"/>
              <a:gd name="connsiteX837" fmla="*/ 5944437 w 7467600"/>
              <a:gd name="connsiteY837" fmla="*/ 113829 h 6858000"/>
              <a:gd name="connsiteX838" fmla="*/ 3882765 w 7467600"/>
              <a:gd name="connsiteY838" fmla="*/ 0 h 6858000"/>
              <a:gd name="connsiteX839" fmla="*/ 3995099 w 7467600"/>
              <a:gd name="connsiteY839" fmla="*/ 0 h 6858000"/>
              <a:gd name="connsiteX840" fmla="*/ 4163818 w 7467600"/>
              <a:gd name="connsiteY840" fmla="*/ 234104 h 6858000"/>
              <a:gd name="connsiteX841" fmla="*/ 4172099 w 7467600"/>
              <a:gd name="connsiteY841" fmla="*/ 234207 h 6858000"/>
              <a:gd name="connsiteX842" fmla="*/ 4784282 w 7467600"/>
              <a:gd name="connsiteY842" fmla="*/ 276561 h 6858000"/>
              <a:gd name="connsiteX843" fmla="*/ 4801687 w 7467600"/>
              <a:gd name="connsiteY843" fmla="*/ 267764 h 6858000"/>
              <a:gd name="connsiteX844" fmla="*/ 6082788 w 7467600"/>
              <a:gd name="connsiteY844" fmla="*/ 64119 h 6858000"/>
              <a:gd name="connsiteX845" fmla="*/ 6099442 w 7467600"/>
              <a:gd name="connsiteY845" fmla="*/ 82568 h 6858000"/>
              <a:gd name="connsiteX846" fmla="*/ 4804137 w 7467600"/>
              <a:gd name="connsiteY846" fmla="*/ 320931 h 6858000"/>
              <a:gd name="connsiteX847" fmla="*/ 4227047 w 7467600"/>
              <a:gd name="connsiteY847" fmla="*/ 313415 h 6858000"/>
              <a:gd name="connsiteX848" fmla="*/ 4346041 w 7467600"/>
              <a:gd name="connsiteY848" fmla="*/ 456086 h 6858000"/>
              <a:gd name="connsiteX849" fmla="*/ 4870967 w 7467600"/>
              <a:gd name="connsiteY849" fmla="*/ 963061 h 6858000"/>
              <a:gd name="connsiteX850" fmla="*/ 4889647 w 7467600"/>
              <a:gd name="connsiteY850" fmla="*/ 957147 h 6858000"/>
              <a:gd name="connsiteX851" fmla="*/ 5422504 w 7467600"/>
              <a:gd name="connsiteY851" fmla="*/ 805191 h 6858000"/>
              <a:gd name="connsiteX852" fmla="*/ 6087656 w 7467600"/>
              <a:gd name="connsiteY852" fmla="*/ 826703 h 6858000"/>
              <a:gd name="connsiteX853" fmla="*/ 6058717 w 7467600"/>
              <a:gd name="connsiteY853" fmla="*/ 865992 h 6858000"/>
              <a:gd name="connsiteX854" fmla="*/ 4974153 w 7467600"/>
              <a:gd name="connsiteY854" fmla="*/ 1045456 h 6858000"/>
              <a:gd name="connsiteX855" fmla="*/ 5627835 w 7467600"/>
              <a:gd name="connsiteY855" fmla="*/ 1472077 h 6858000"/>
              <a:gd name="connsiteX856" fmla="*/ 5629817 w 7467600"/>
              <a:gd name="connsiteY856" fmla="*/ 1471412 h 6858000"/>
              <a:gd name="connsiteX857" fmla="*/ 5634124 w 7467600"/>
              <a:gd name="connsiteY857" fmla="*/ 1470572 h 6858000"/>
              <a:gd name="connsiteX858" fmla="*/ 5755832 w 7467600"/>
              <a:gd name="connsiteY858" fmla="*/ 1383886 h 6858000"/>
              <a:gd name="connsiteX859" fmla="*/ 6014186 w 7467600"/>
              <a:gd name="connsiteY859" fmla="*/ 1279799 h 6858000"/>
              <a:gd name="connsiteX860" fmla="*/ 6901619 w 7467600"/>
              <a:gd name="connsiteY860" fmla="*/ 1047874 h 6858000"/>
              <a:gd name="connsiteX861" fmla="*/ 6931566 w 7467600"/>
              <a:gd name="connsiteY861" fmla="*/ 1062034 h 6858000"/>
              <a:gd name="connsiteX862" fmla="*/ 5790982 w 7467600"/>
              <a:gd name="connsiteY862" fmla="*/ 1561380 h 6858000"/>
              <a:gd name="connsiteX863" fmla="*/ 6188971 w 7467600"/>
              <a:gd name="connsiteY863" fmla="*/ 1755168 h 6858000"/>
              <a:gd name="connsiteX864" fmla="*/ 6202446 w 7467600"/>
              <a:gd name="connsiteY864" fmla="*/ 1752268 h 6858000"/>
              <a:gd name="connsiteX865" fmla="*/ 7179560 w 7467600"/>
              <a:gd name="connsiteY865" fmla="*/ 1467551 h 6858000"/>
              <a:gd name="connsiteX866" fmla="*/ 7158730 w 7467600"/>
              <a:gd name="connsiteY866" fmla="*/ 1507835 h 6858000"/>
              <a:gd name="connsiteX867" fmla="*/ 6326959 w 7467600"/>
              <a:gd name="connsiteY867" fmla="*/ 1817686 h 6858000"/>
              <a:gd name="connsiteX868" fmla="*/ 6537433 w 7467600"/>
              <a:gd name="connsiteY868" fmla="*/ 1907790 h 6858000"/>
              <a:gd name="connsiteX869" fmla="*/ 6550221 w 7467600"/>
              <a:gd name="connsiteY869" fmla="*/ 1910729 h 6858000"/>
              <a:gd name="connsiteX870" fmla="*/ 6964438 w 7467600"/>
              <a:gd name="connsiteY870" fmla="*/ 2209505 h 6858000"/>
              <a:gd name="connsiteX871" fmla="*/ 7367862 w 7467600"/>
              <a:gd name="connsiteY871" fmla="*/ 2806833 h 6858000"/>
              <a:gd name="connsiteX872" fmla="*/ 7364329 w 7467600"/>
              <a:gd name="connsiteY872" fmla="*/ 2826907 h 6858000"/>
              <a:gd name="connsiteX873" fmla="*/ 7290545 w 7467600"/>
              <a:gd name="connsiteY873" fmla="*/ 2850663 h 6858000"/>
              <a:gd name="connsiteX874" fmla="*/ 6472036 w 7467600"/>
              <a:gd name="connsiteY874" fmla="*/ 1959003 h 6858000"/>
              <a:gd name="connsiteX875" fmla="*/ 5792897 w 7467600"/>
              <a:gd name="connsiteY875" fmla="*/ 1647747 h 6858000"/>
              <a:gd name="connsiteX876" fmla="*/ 5842751 w 7467600"/>
              <a:gd name="connsiteY876" fmla="*/ 1816112 h 6858000"/>
              <a:gd name="connsiteX877" fmla="*/ 5847424 w 7467600"/>
              <a:gd name="connsiteY877" fmla="*/ 1815776 h 6858000"/>
              <a:gd name="connsiteX878" fmla="*/ 6399821 w 7467600"/>
              <a:gd name="connsiteY878" fmla="*/ 2344799 h 6858000"/>
              <a:gd name="connsiteX879" fmla="*/ 6323232 w 7467600"/>
              <a:gd name="connsiteY879" fmla="*/ 2389634 h 6858000"/>
              <a:gd name="connsiteX880" fmla="*/ 5942958 w 7467600"/>
              <a:gd name="connsiteY880" fmla="*/ 2077708 h 6858000"/>
              <a:gd name="connsiteX881" fmla="*/ 5921559 w 7467600"/>
              <a:gd name="connsiteY881" fmla="*/ 2378596 h 6858000"/>
              <a:gd name="connsiteX882" fmla="*/ 5817651 w 7467600"/>
              <a:gd name="connsiteY882" fmla="*/ 3023919 h 6858000"/>
              <a:gd name="connsiteX883" fmla="*/ 5729634 w 7467600"/>
              <a:gd name="connsiteY883" fmla="*/ 3051849 h 6858000"/>
              <a:gd name="connsiteX884" fmla="*/ 5611018 w 7467600"/>
              <a:gd name="connsiteY884" fmla="*/ 2316769 h 6858000"/>
              <a:gd name="connsiteX885" fmla="*/ 5687608 w 7467600"/>
              <a:gd name="connsiteY885" fmla="*/ 2039972 h 6858000"/>
              <a:gd name="connsiteX886" fmla="*/ 5657554 w 7467600"/>
              <a:gd name="connsiteY886" fmla="*/ 1576445 h 6858000"/>
              <a:gd name="connsiteX887" fmla="*/ 5150475 w 7467600"/>
              <a:gd name="connsiteY887" fmla="*/ 1274012 h 6858000"/>
              <a:gd name="connsiteX888" fmla="*/ 5349142 w 7467600"/>
              <a:gd name="connsiteY888" fmla="*/ 2204405 h 6858000"/>
              <a:gd name="connsiteX889" fmla="*/ 5262214 w 7467600"/>
              <a:gd name="connsiteY889" fmla="*/ 2233836 h 6858000"/>
              <a:gd name="connsiteX890" fmla="*/ 4981539 w 7467600"/>
              <a:gd name="connsiteY890" fmla="*/ 1542201 h 6858000"/>
              <a:gd name="connsiteX891" fmla="*/ 4958461 w 7467600"/>
              <a:gd name="connsiteY891" fmla="*/ 1136957 h 6858000"/>
              <a:gd name="connsiteX892" fmla="*/ 4655015 w 7467600"/>
              <a:gd name="connsiteY892" fmla="*/ 891426 h 6858000"/>
              <a:gd name="connsiteX893" fmla="*/ 4348002 w 7467600"/>
              <a:gd name="connsiteY893" fmla="*/ 2205895 h 6858000"/>
              <a:gd name="connsiteX894" fmla="*/ 4262250 w 7467600"/>
              <a:gd name="connsiteY894" fmla="*/ 2219972 h 6858000"/>
              <a:gd name="connsiteX895" fmla="*/ 4550611 w 7467600"/>
              <a:gd name="connsiteY895" fmla="*/ 817540 h 6858000"/>
              <a:gd name="connsiteX896" fmla="*/ 4564418 w 7467600"/>
              <a:gd name="connsiteY896" fmla="*/ 808293 h 6858000"/>
              <a:gd name="connsiteX897" fmla="*/ 4266388 w 7467600"/>
              <a:gd name="connsiteY897" fmla="*/ 500083 h 6858000"/>
              <a:gd name="connsiteX898" fmla="*/ 4032842 w 7467600"/>
              <a:gd name="connsiteY898" fmla="*/ 211809 h 6858000"/>
              <a:gd name="connsiteX899" fmla="*/ 3882765 w 7467600"/>
              <a:gd name="connsiteY899" fmla="*/ 0 h 6858000"/>
              <a:gd name="connsiteX900" fmla="*/ 3721337 w 7467600"/>
              <a:gd name="connsiteY900" fmla="*/ 0 h 6858000"/>
              <a:gd name="connsiteX901" fmla="*/ 3797544 w 7467600"/>
              <a:gd name="connsiteY901" fmla="*/ 0 h 6858000"/>
              <a:gd name="connsiteX902" fmla="*/ 3775734 w 7467600"/>
              <a:gd name="connsiteY902" fmla="*/ 95131 h 6858000"/>
              <a:gd name="connsiteX903" fmla="*/ 3724807 w 7467600"/>
              <a:gd name="connsiteY903" fmla="*/ 272257 h 6858000"/>
              <a:gd name="connsiteX904" fmla="*/ 3726844 w 7467600"/>
              <a:gd name="connsiteY904" fmla="*/ 282988 h 6858000"/>
              <a:gd name="connsiteX905" fmla="*/ 3742664 w 7467600"/>
              <a:gd name="connsiteY905" fmla="*/ 279918 h 6858000"/>
              <a:gd name="connsiteX906" fmla="*/ 4103910 w 7467600"/>
              <a:gd name="connsiteY906" fmla="*/ 1161917 h 6858000"/>
              <a:gd name="connsiteX907" fmla="*/ 4020269 w 7467600"/>
              <a:gd name="connsiteY907" fmla="*/ 1200406 h 6858000"/>
              <a:gd name="connsiteX908" fmla="*/ 3674882 w 7467600"/>
              <a:gd name="connsiteY908" fmla="*/ 488524 h 6858000"/>
              <a:gd name="connsiteX909" fmla="*/ 3132682 w 7467600"/>
              <a:gd name="connsiteY909" fmla="*/ 1072284 h 6858000"/>
              <a:gd name="connsiteX910" fmla="*/ 2716346 w 7467600"/>
              <a:gd name="connsiteY910" fmla="*/ 1276376 h 6858000"/>
              <a:gd name="connsiteX911" fmla="*/ 2716772 w 7467600"/>
              <a:gd name="connsiteY911" fmla="*/ 1255462 h 6858000"/>
              <a:gd name="connsiteX912" fmla="*/ 3471096 w 7467600"/>
              <a:gd name="connsiteY912" fmla="*/ 437072 h 6858000"/>
              <a:gd name="connsiteX913" fmla="*/ 3639057 w 7467600"/>
              <a:gd name="connsiteY913" fmla="*/ 286334 h 6858000"/>
              <a:gd name="connsiteX914" fmla="*/ 3640309 w 7467600"/>
              <a:gd name="connsiteY914" fmla="*/ 284664 h 6858000"/>
              <a:gd name="connsiteX915" fmla="*/ 3646022 w 7467600"/>
              <a:gd name="connsiteY915" fmla="*/ 276711 h 6858000"/>
              <a:gd name="connsiteX916" fmla="*/ 3707943 w 7467600"/>
              <a:gd name="connsiteY916" fmla="*/ 65958 h 6858000"/>
              <a:gd name="connsiteX917" fmla="*/ 3721337 w 7467600"/>
              <a:gd name="connsiteY917" fmla="*/ 0 h 6858000"/>
              <a:gd name="connsiteX918" fmla="*/ 2867960 w 7467600"/>
              <a:gd name="connsiteY918" fmla="*/ 0 h 6858000"/>
              <a:gd name="connsiteX919" fmla="*/ 2926351 w 7467600"/>
              <a:gd name="connsiteY919" fmla="*/ 0 h 6858000"/>
              <a:gd name="connsiteX920" fmla="*/ 2902823 w 7467600"/>
              <a:gd name="connsiteY920" fmla="*/ 262929 h 6858000"/>
              <a:gd name="connsiteX921" fmla="*/ 2940663 w 7467600"/>
              <a:gd name="connsiteY921" fmla="*/ 140884 h 6858000"/>
              <a:gd name="connsiteX922" fmla="*/ 2947039 w 7467600"/>
              <a:gd name="connsiteY922" fmla="*/ 122524 h 6858000"/>
              <a:gd name="connsiteX923" fmla="*/ 2984316 w 7467600"/>
              <a:gd name="connsiteY923" fmla="*/ 0 h 6858000"/>
              <a:gd name="connsiteX924" fmla="*/ 3016114 w 7467600"/>
              <a:gd name="connsiteY924" fmla="*/ 0 h 6858000"/>
              <a:gd name="connsiteX925" fmla="*/ 2979949 w 7467600"/>
              <a:gd name="connsiteY925" fmla="*/ 119274 h 6858000"/>
              <a:gd name="connsiteX926" fmla="*/ 3023879 w 7467600"/>
              <a:gd name="connsiteY926" fmla="*/ 0 h 6858000"/>
              <a:gd name="connsiteX927" fmla="*/ 3105400 w 7467600"/>
              <a:gd name="connsiteY927" fmla="*/ 0 h 6858000"/>
              <a:gd name="connsiteX928" fmla="*/ 3094669 w 7467600"/>
              <a:gd name="connsiteY928" fmla="*/ 30308 h 6858000"/>
              <a:gd name="connsiteX929" fmla="*/ 2901945 w 7467600"/>
              <a:gd name="connsiteY929" fmla="*/ 466538 h 6858000"/>
              <a:gd name="connsiteX930" fmla="*/ 2815209 w 7467600"/>
              <a:gd name="connsiteY930" fmla="*/ 497361 h 6858000"/>
              <a:gd name="connsiteX931" fmla="*/ 2844845 w 7467600"/>
              <a:gd name="connsiteY931" fmla="*/ 127638 h 6858000"/>
              <a:gd name="connsiteX932" fmla="*/ 2867960 w 7467600"/>
              <a:gd name="connsiteY932" fmla="*/ 0 h 6858000"/>
              <a:gd name="connsiteX933" fmla="*/ 1057230 w 7467600"/>
              <a:gd name="connsiteY933" fmla="*/ 0 h 6858000"/>
              <a:gd name="connsiteX934" fmla="*/ 1111003 w 7467600"/>
              <a:gd name="connsiteY934" fmla="*/ 0 h 6858000"/>
              <a:gd name="connsiteX935" fmla="*/ 1125553 w 7467600"/>
              <a:gd name="connsiteY935" fmla="*/ 52588 h 6858000"/>
              <a:gd name="connsiteX936" fmla="*/ 1304276 w 7467600"/>
              <a:gd name="connsiteY936" fmla="*/ 476275 h 6858000"/>
              <a:gd name="connsiteX937" fmla="*/ 1492066 w 7467600"/>
              <a:gd name="connsiteY937" fmla="*/ 886333 h 6858000"/>
              <a:gd name="connsiteX938" fmla="*/ 1423698 w 7467600"/>
              <a:gd name="connsiteY938" fmla="*/ 710817 h 6858000"/>
              <a:gd name="connsiteX939" fmla="*/ 1357609 w 7467600"/>
              <a:gd name="connsiteY939" fmla="*/ 532892 h 6858000"/>
              <a:gd name="connsiteX940" fmla="*/ 1309550 w 7467600"/>
              <a:gd name="connsiteY940" fmla="*/ 374031 h 6858000"/>
              <a:gd name="connsiteX941" fmla="*/ 1193673 w 7467600"/>
              <a:gd name="connsiteY941" fmla="*/ 49533 h 6858000"/>
              <a:gd name="connsiteX942" fmla="*/ 1164391 w 7467600"/>
              <a:gd name="connsiteY942" fmla="*/ 0 h 6858000"/>
              <a:gd name="connsiteX943" fmla="*/ 1200666 w 7467600"/>
              <a:gd name="connsiteY943" fmla="*/ 0 h 6858000"/>
              <a:gd name="connsiteX944" fmla="*/ 1223408 w 7467600"/>
              <a:gd name="connsiteY944" fmla="*/ 38996 h 6858000"/>
              <a:gd name="connsiteX945" fmla="*/ 1339635 w 7467600"/>
              <a:gd name="connsiteY945" fmla="*/ 365517 h 6858000"/>
              <a:gd name="connsiteX946" fmla="*/ 1387469 w 7467600"/>
              <a:gd name="connsiteY946" fmla="*/ 523079 h 6858000"/>
              <a:gd name="connsiteX947" fmla="*/ 1452685 w 7467600"/>
              <a:gd name="connsiteY947" fmla="*/ 699806 h 6858000"/>
              <a:gd name="connsiteX948" fmla="*/ 1492092 w 7467600"/>
              <a:gd name="connsiteY948" fmla="*/ 800424 h 6858000"/>
              <a:gd name="connsiteX949" fmla="*/ 1455302 w 7467600"/>
              <a:gd name="connsiteY949" fmla="*/ 632913 h 6858000"/>
              <a:gd name="connsiteX950" fmla="*/ 1222336 w 7467600"/>
              <a:gd name="connsiteY950" fmla="*/ 9480 h 6858000"/>
              <a:gd name="connsiteX951" fmla="*/ 1214634 w 7467600"/>
              <a:gd name="connsiteY951" fmla="*/ 0 h 6858000"/>
              <a:gd name="connsiteX952" fmla="*/ 1289827 w 7467600"/>
              <a:gd name="connsiteY952" fmla="*/ 0 h 6858000"/>
              <a:gd name="connsiteX953" fmla="*/ 1321076 w 7467600"/>
              <a:gd name="connsiteY953" fmla="*/ 59722 h 6858000"/>
              <a:gd name="connsiteX954" fmla="*/ 1512579 w 7467600"/>
              <a:gd name="connsiteY954" fmla="*/ 626441 h 6858000"/>
              <a:gd name="connsiteX955" fmla="*/ 1506076 w 7467600"/>
              <a:gd name="connsiteY955" fmla="*/ 1089289 h 6858000"/>
              <a:gd name="connsiteX956" fmla="*/ 1486346 w 7467600"/>
              <a:gd name="connsiteY956" fmla="*/ 1079919 h 6858000"/>
              <a:gd name="connsiteX957" fmla="*/ 1070511 w 7467600"/>
              <a:gd name="connsiteY957" fmla="*/ 48609 h 6858000"/>
              <a:gd name="connsiteX958" fmla="*/ 1057230 w 7467600"/>
              <a:gd name="connsiteY958" fmla="*/ 0 h 6858000"/>
              <a:gd name="connsiteX959" fmla="*/ 43151 w 7467600"/>
              <a:gd name="connsiteY959" fmla="*/ 0 h 6858000"/>
              <a:gd name="connsiteX960" fmla="*/ 95283 w 7467600"/>
              <a:gd name="connsiteY960" fmla="*/ 0 h 6858000"/>
              <a:gd name="connsiteX961" fmla="*/ 300708 w 7467600"/>
              <a:gd name="connsiteY961" fmla="*/ 154571 h 6858000"/>
              <a:gd name="connsiteX962" fmla="*/ 530414 w 7467600"/>
              <a:gd name="connsiteY962" fmla="*/ 354673 h 6858000"/>
              <a:gd name="connsiteX963" fmla="*/ 333785 w 7467600"/>
              <a:gd name="connsiteY963" fmla="*/ 161564 h 6858000"/>
              <a:gd name="connsiteX964" fmla="*/ 147005 w 7467600"/>
              <a:gd name="connsiteY964" fmla="*/ 0 h 6858000"/>
              <a:gd name="connsiteX965" fmla="*/ 272509 w 7467600"/>
              <a:gd name="connsiteY965" fmla="*/ 0 h 6858000"/>
              <a:gd name="connsiteX966" fmla="*/ 326276 w 7467600"/>
              <a:gd name="connsiteY966" fmla="*/ 45847 h 6858000"/>
              <a:gd name="connsiteX967" fmla="*/ 823759 w 7467600"/>
              <a:gd name="connsiteY967" fmla="*/ 574145 h 6858000"/>
              <a:gd name="connsiteX968" fmla="*/ 811254 w 7467600"/>
              <a:gd name="connsiteY968" fmla="*/ 665546 h 6858000"/>
              <a:gd name="connsiteX969" fmla="*/ 154042 w 7467600"/>
              <a:gd name="connsiteY969" fmla="*/ 261522 h 6858000"/>
              <a:gd name="connsiteX970" fmla="*/ 13550 w 7467600"/>
              <a:gd name="connsiteY970" fmla="*/ 158423 h 6858000"/>
              <a:gd name="connsiteX971" fmla="*/ 0 w 7467600"/>
              <a:gd name="connsiteY971" fmla="*/ 146618 h 6858000"/>
              <a:gd name="connsiteX972" fmla="*/ 0 w 7467600"/>
              <a:gd name="connsiteY972" fmla="*/ 59161 h 6858000"/>
              <a:gd name="connsiteX973" fmla="*/ 45427 w 7467600"/>
              <a:gd name="connsiteY973" fmla="*/ 101078 h 6858000"/>
              <a:gd name="connsiteX974" fmla="*/ 630103 w 7467600"/>
              <a:gd name="connsiteY974" fmla="*/ 485885 h 6858000"/>
              <a:gd name="connsiteX975" fmla="*/ 532040 w 7467600"/>
              <a:gd name="connsiteY975" fmla="*/ 399359 h 6858000"/>
              <a:gd name="connsiteX976" fmla="*/ 517618 w 7467600"/>
              <a:gd name="connsiteY976" fmla="*/ 385726 h 6858000"/>
              <a:gd name="connsiteX977" fmla="*/ 285074 w 7467600"/>
              <a:gd name="connsiteY977" fmla="*/ 182755 h 6858000"/>
              <a:gd name="connsiteX978" fmla="*/ 43151 w 7467600"/>
              <a:gd name="connsiteY97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6946849 w 7467600"/>
              <a:gd name="connsiteY84" fmla="*/ 5523271 h 6858000"/>
              <a:gd name="connsiteX85" fmla="*/ 6946972 w 7467600"/>
              <a:gd name="connsiteY85" fmla="*/ 5526491 h 6858000"/>
              <a:gd name="connsiteX86" fmla="*/ 7105827 w 7467600"/>
              <a:gd name="connsiteY86" fmla="*/ 5718700 h 6858000"/>
              <a:gd name="connsiteX87" fmla="*/ 7356878 w 7467600"/>
              <a:gd name="connsiteY87" fmla="*/ 5981332 h 6858000"/>
              <a:gd name="connsiteX88" fmla="*/ 7467600 w 7467600"/>
              <a:gd name="connsiteY88" fmla="*/ 6117703 h 6858000"/>
              <a:gd name="connsiteX89" fmla="*/ 7467600 w 7467600"/>
              <a:gd name="connsiteY89" fmla="*/ 6163634 h 6858000"/>
              <a:gd name="connsiteX90" fmla="*/ 7403637 w 7467600"/>
              <a:gd name="connsiteY90" fmla="*/ 6083957 h 6858000"/>
              <a:gd name="connsiteX91" fmla="*/ 7254615 w 7467600"/>
              <a:gd name="connsiteY91" fmla="*/ 5911918 h 6858000"/>
              <a:gd name="connsiteX92" fmla="*/ 7312589 w 7467600"/>
              <a:gd name="connsiteY92" fmla="*/ 5982309 h 6858000"/>
              <a:gd name="connsiteX93" fmla="*/ 7448321 w 7467600"/>
              <a:gd name="connsiteY93" fmla="*/ 6190991 h 6858000"/>
              <a:gd name="connsiteX94" fmla="*/ 7467600 w 7467600"/>
              <a:gd name="connsiteY94" fmla="*/ 6221686 h 6858000"/>
              <a:gd name="connsiteX95" fmla="*/ 7467600 w 7467600"/>
              <a:gd name="connsiteY95" fmla="*/ 6334256 h 6858000"/>
              <a:gd name="connsiteX96" fmla="*/ 7454976 w 7467600"/>
              <a:gd name="connsiteY96" fmla="*/ 6318297 h 6858000"/>
              <a:gd name="connsiteX97" fmla="*/ 7042773 w 7467600"/>
              <a:gd name="connsiteY97" fmla="*/ 5734011 h 6858000"/>
              <a:gd name="connsiteX98" fmla="*/ 6844835 w 7467600"/>
              <a:gd name="connsiteY98" fmla="*/ 5424988 h 6858000"/>
              <a:gd name="connsiteX99" fmla="*/ 1456157 w 7467600"/>
              <a:gd name="connsiteY99" fmla="*/ 5371404 h 6858000"/>
              <a:gd name="connsiteX100" fmla="*/ 1244432 w 7467600"/>
              <a:gd name="connsiteY100" fmla="*/ 5385601 h 6858000"/>
              <a:gd name="connsiteX101" fmla="*/ 973990 w 7467600"/>
              <a:gd name="connsiteY101" fmla="*/ 5424940 h 6858000"/>
              <a:gd name="connsiteX102" fmla="*/ 1103809 w 7467600"/>
              <a:gd name="connsiteY102" fmla="*/ 5433720 h 6858000"/>
              <a:gd name="connsiteX103" fmla="*/ 1123454 w 7467600"/>
              <a:gd name="connsiteY103" fmla="*/ 5435727 h 6858000"/>
              <a:gd name="connsiteX104" fmla="*/ 1737017 w 7467600"/>
              <a:gd name="connsiteY104" fmla="*/ 5452183 h 6858000"/>
              <a:gd name="connsiteX105" fmla="*/ 1824397 w 7467600"/>
              <a:gd name="connsiteY105" fmla="*/ 5447757 h 6858000"/>
              <a:gd name="connsiteX106" fmla="*/ 2070059 w 7467600"/>
              <a:gd name="connsiteY106" fmla="*/ 5441660 h 6858000"/>
              <a:gd name="connsiteX107" fmla="*/ 1456157 w 7467600"/>
              <a:gd name="connsiteY107" fmla="*/ 5371404 h 6858000"/>
              <a:gd name="connsiteX108" fmla="*/ 4988186 w 7467600"/>
              <a:gd name="connsiteY108" fmla="*/ 5216467 h 6858000"/>
              <a:gd name="connsiteX109" fmla="*/ 4777334 w 7467600"/>
              <a:gd name="connsiteY109" fmla="*/ 5406072 h 6858000"/>
              <a:gd name="connsiteX110" fmla="*/ 4718341 w 7467600"/>
              <a:gd name="connsiteY110" fmla="*/ 5468043 h 6858000"/>
              <a:gd name="connsiteX111" fmla="*/ 4604655 w 7467600"/>
              <a:gd name="connsiteY111" fmla="*/ 5583434 h 6858000"/>
              <a:gd name="connsiteX112" fmla="*/ 4565074 w 7467600"/>
              <a:gd name="connsiteY112" fmla="*/ 5618550 h 6858000"/>
              <a:gd name="connsiteX113" fmla="*/ 4988186 w 7467600"/>
              <a:gd name="connsiteY113" fmla="*/ 5216467 h 6858000"/>
              <a:gd name="connsiteX114" fmla="*/ 4978032 w 7467600"/>
              <a:gd name="connsiteY114" fmla="*/ 5183809 h 6858000"/>
              <a:gd name="connsiteX115" fmla="*/ 4463413 w 7467600"/>
              <a:gd name="connsiteY115" fmla="*/ 5615162 h 6858000"/>
              <a:gd name="connsiteX116" fmla="*/ 4358134 w 7467600"/>
              <a:gd name="connsiteY116" fmla="*/ 5742791 h 6858000"/>
              <a:gd name="connsiteX117" fmla="*/ 4376219 w 7467600"/>
              <a:gd name="connsiteY117" fmla="*/ 5729027 h 6858000"/>
              <a:gd name="connsiteX118" fmla="*/ 4582340 w 7467600"/>
              <a:gd name="connsiteY118" fmla="*/ 5561037 h 6858000"/>
              <a:gd name="connsiteX119" fmla="*/ 4694684 w 7467600"/>
              <a:gd name="connsiteY119" fmla="*/ 5447098 h 6858000"/>
              <a:gd name="connsiteX120" fmla="*/ 4754123 w 7467600"/>
              <a:gd name="connsiteY120" fmla="*/ 5384643 h 6858000"/>
              <a:gd name="connsiteX121" fmla="*/ 4978032 w 7467600"/>
              <a:gd name="connsiteY121" fmla="*/ 5183809 h 6858000"/>
              <a:gd name="connsiteX122" fmla="*/ 1903353 w 7467600"/>
              <a:gd name="connsiteY122" fmla="*/ 5044827 h 6858000"/>
              <a:gd name="connsiteX123" fmla="*/ 1936931 w 7467600"/>
              <a:gd name="connsiteY123" fmla="*/ 5093954 h 6858000"/>
              <a:gd name="connsiteX124" fmla="*/ 2195868 w 7467600"/>
              <a:gd name="connsiteY124" fmla="*/ 5396574 h 6858000"/>
              <a:gd name="connsiteX125" fmla="*/ 2088852 w 7467600"/>
              <a:gd name="connsiteY125" fmla="*/ 5166123 h 6858000"/>
              <a:gd name="connsiteX126" fmla="*/ 1958241 w 7467600"/>
              <a:gd name="connsiteY126" fmla="*/ 5067955 h 6858000"/>
              <a:gd name="connsiteX127" fmla="*/ 1903353 w 7467600"/>
              <a:gd name="connsiteY127" fmla="*/ 5044827 h 6858000"/>
              <a:gd name="connsiteX128" fmla="*/ 1979378 w 7467600"/>
              <a:gd name="connsiteY128" fmla="*/ 4769504 h 6858000"/>
              <a:gd name="connsiteX129" fmla="*/ 2882120 w 7467600"/>
              <a:gd name="connsiteY129" fmla="*/ 5064547 h 6858000"/>
              <a:gd name="connsiteX130" fmla="*/ 2793103 w 7467600"/>
              <a:gd name="connsiteY130" fmla="*/ 5039699 h 6858000"/>
              <a:gd name="connsiteX131" fmla="*/ 2770041 w 7467600"/>
              <a:gd name="connsiteY131" fmla="*/ 5033634 h 6858000"/>
              <a:gd name="connsiteX132" fmla="*/ 1979378 w 7467600"/>
              <a:gd name="connsiteY132" fmla="*/ 4769504 h 6858000"/>
              <a:gd name="connsiteX133" fmla="*/ 1927410 w 7467600"/>
              <a:gd name="connsiteY133" fmla="*/ 4716164 h 6858000"/>
              <a:gd name="connsiteX134" fmla="*/ 1959587 w 7467600"/>
              <a:gd name="connsiteY134" fmla="*/ 4728849 h 6858000"/>
              <a:gd name="connsiteX135" fmla="*/ 2777707 w 7467600"/>
              <a:gd name="connsiteY135" fmla="*/ 5003991 h 6858000"/>
              <a:gd name="connsiteX136" fmla="*/ 2800768 w 7467600"/>
              <a:gd name="connsiteY136" fmla="*/ 5010056 h 6858000"/>
              <a:gd name="connsiteX137" fmla="*/ 2879408 w 7467600"/>
              <a:gd name="connsiteY137" fmla="*/ 5031590 h 6858000"/>
              <a:gd name="connsiteX138" fmla="*/ 2862295 w 7467600"/>
              <a:gd name="connsiteY138" fmla="*/ 5022958 h 6858000"/>
              <a:gd name="connsiteX139" fmla="*/ 2813343 w 7467600"/>
              <a:gd name="connsiteY139" fmla="*/ 4998369 h 6858000"/>
              <a:gd name="connsiteX140" fmla="*/ 2646245 w 7467600"/>
              <a:gd name="connsiteY140" fmla="*/ 4930999 h 6858000"/>
              <a:gd name="connsiteX141" fmla="*/ 1999243 w 7467600"/>
              <a:gd name="connsiteY141" fmla="*/ 4730524 h 6858000"/>
              <a:gd name="connsiteX142" fmla="*/ 1979527 w 7467600"/>
              <a:gd name="connsiteY142" fmla="*/ 4726651 h 6858000"/>
              <a:gd name="connsiteX143" fmla="*/ 1927410 w 7467600"/>
              <a:gd name="connsiteY143" fmla="*/ 4716164 h 6858000"/>
              <a:gd name="connsiteX144" fmla="*/ 1997014 w 7467600"/>
              <a:gd name="connsiteY144" fmla="*/ 4698007 h 6858000"/>
              <a:gd name="connsiteX145" fmla="*/ 2005458 w 7467600"/>
              <a:gd name="connsiteY145" fmla="*/ 4699540 h 6858000"/>
              <a:gd name="connsiteX146" fmla="*/ 2657186 w 7467600"/>
              <a:gd name="connsiteY146" fmla="*/ 4901687 h 6858000"/>
              <a:gd name="connsiteX147" fmla="*/ 2826662 w 7467600"/>
              <a:gd name="connsiteY147" fmla="*/ 4970362 h 6858000"/>
              <a:gd name="connsiteX148" fmla="*/ 2876100 w 7467600"/>
              <a:gd name="connsiteY148" fmla="*/ 4995397 h 6858000"/>
              <a:gd name="connsiteX149" fmla="*/ 3042600 w 7467600"/>
              <a:gd name="connsiteY149" fmla="*/ 5059532 h 6858000"/>
              <a:gd name="connsiteX150" fmla="*/ 1997014 w 7467600"/>
              <a:gd name="connsiteY150" fmla="*/ 4698007 h 6858000"/>
              <a:gd name="connsiteX151" fmla="*/ 2305292 w 7467600"/>
              <a:gd name="connsiteY151" fmla="*/ 4219492 h 6858000"/>
              <a:gd name="connsiteX152" fmla="*/ 3360922 w 7467600"/>
              <a:gd name="connsiteY152" fmla="*/ 4529373 h 6858000"/>
              <a:gd name="connsiteX153" fmla="*/ 3492420 w 7467600"/>
              <a:gd name="connsiteY153" fmla="*/ 4510145 h 6858000"/>
              <a:gd name="connsiteX154" fmla="*/ 3364086 w 7467600"/>
              <a:gd name="connsiteY154" fmla="*/ 4480340 h 6858000"/>
              <a:gd name="connsiteX155" fmla="*/ 3225818 w 7467600"/>
              <a:gd name="connsiteY155" fmla="*/ 4411822 h 6858000"/>
              <a:gd name="connsiteX156" fmla="*/ 3129696 w 7467600"/>
              <a:gd name="connsiteY156" fmla="*/ 4360704 h 6858000"/>
              <a:gd name="connsiteX157" fmla="*/ 2814545 w 7467600"/>
              <a:gd name="connsiteY157" fmla="*/ 4282955 h 6858000"/>
              <a:gd name="connsiteX158" fmla="*/ 2305292 w 7467600"/>
              <a:gd name="connsiteY158" fmla="*/ 4219492 h 6858000"/>
              <a:gd name="connsiteX159" fmla="*/ 2626982 w 7467600"/>
              <a:gd name="connsiteY159" fmla="*/ 4206450 h 6858000"/>
              <a:gd name="connsiteX160" fmla="*/ 2490617 w 7467600"/>
              <a:gd name="connsiteY160" fmla="*/ 4206951 h 6858000"/>
              <a:gd name="connsiteX161" fmla="*/ 2819869 w 7467600"/>
              <a:gd name="connsiteY161" fmla="*/ 4252936 h 6858000"/>
              <a:gd name="connsiteX162" fmla="*/ 3143018 w 7467600"/>
              <a:gd name="connsiteY162" fmla="*/ 4332698 h 6858000"/>
              <a:gd name="connsiteX163" fmla="*/ 3241520 w 7467600"/>
              <a:gd name="connsiteY163" fmla="*/ 4385112 h 6858000"/>
              <a:gd name="connsiteX164" fmla="*/ 3374575 w 7467600"/>
              <a:gd name="connsiteY164" fmla="*/ 4451517 h 6858000"/>
              <a:gd name="connsiteX165" fmla="*/ 3505221 w 7467600"/>
              <a:gd name="connsiteY165" fmla="*/ 4480757 h 6858000"/>
              <a:gd name="connsiteX166" fmla="*/ 2626982 w 7467600"/>
              <a:gd name="connsiteY166" fmla="*/ 4206450 h 6858000"/>
              <a:gd name="connsiteX167" fmla="*/ 1310106 w 7467600"/>
              <a:gd name="connsiteY167" fmla="*/ 3943217 h 6858000"/>
              <a:gd name="connsiteX168" fmla="*/ 854994 w 7467600"/>
              <a:gd name="connsiteY168" fmla="*/ 4399136 h 6858000"/>
              <a:gd name="connsiteX169" fmla="*/ 742462 w 7467600"/>
              <a:gd name="connsiteY169" fmla="*/ 4594648 h 6858000"/>
              <a:gd name="connsiteX170" fmla="*/ 820602 w 7467600"/>
              <a:gd name="connsiteY170" fmla="*/ 4485915 h 6858000"/>
              <a:gd name="connsiteX171" fmla="*/ 878295 w 7467600"/>
              <a:gd name="connsiteY171" fmla="*/ 4403594 h 6858000"/>
              <a:gd name="connsiteX172" fmla="*/ 1240607 w 7467600"/>
              <a:gd name="connsiteY172" fmla="*/ 4010401 h 6858000"/>
              <a:gd name="connsiteX173" fmla="*/ 1310106 w 7467600"/>
              <a:gd name="connsiteY173" fmla="*/ 3943217 h 6858000"/>
              <a:gd name="connsiteX174" fmla="*/ 1423113 w 7467600"/>
              <a:gd name="connsiteY174" fmla="*/ 3874565 h 6858000"/>
              <a:gd name="connsiteX175" fmla="*/ 1260565 w 7467600"/>
              <a:gd name="connsiteY175" fmla="*/ 4031982 h 6858000"/>
              <a:gd name="connsiteX176" fmla="*/ 901900 w 7467600"/>
              <a:gd name="connsiteY176" fmla="*/ 4421236 h 6858000"/>
              <a:gd name="connsiteX177" fmla="*/ 845044 w 7467600"/>
              <a:gd name="connsiteY177" fmla="*/ 4502436 h 6858000"/>
              <a:gd name="connsiteX178" fmla="*/ 685926 w 7467600"/>
              <a:gd name="connsiteY178" fmla="*/ 4703069 h 6858000"/>
              <a:gd name="connsiteX179" fmla="*/ 684248 w 7467600"/>
              <a:gd name="connsiteY179" fmla="*/ 4706721 h 6858000"/>
              <a:gd name="connsiteX180" fmla="*/ 1423113 w 7467600"/>
              <a:gd name="connsiteY180" fmla="*/ 3874565 h 6858000"/>
              <a:gd name="connsiteX181" fmla="*/ 3316479 w 7467600"/>
              <a:gd name="connsiteY181" fmla="*/ 3872136 h 6858000"/>
              <a:gd name="connsiteX182" fmla="*/ 3546806 w 7467600"/>
              <a:gd name="connsiteY182" fmla="*/ 4356139 h 6858000"/>
              <a:gd name="connsiteX183" fmla="*/ 3364433 w 7467600"/>
              <a:gd name="connsiteY183" fmla="*/ 3953121 h 6858000"/>
              <a:gd name="connsiteX184" fmla="*/ 3316479 w 7467600"/>
              <a:gd name="connsiteY184" fmla="*/ 3872136 h 6858000"/>
              <a:gd name="connsiteX185" fmla="*/ 3291335 w 7467600"/>
              <a:gd name="connsiteY185" fmla="*/ 3767420 h 6858000"/>
              <a:gd name="connsiteX186" fmla="*/ 3390805 w 7467600"/>
              <a:gd name="connsiteY186" fmla="*/ 3937163 h 6858000"/>
              <a:gd name="connsiteX187" fmla="*/ 3579062 w 7467600"/>
              <a:gd name="connsiteY187" fmla="*/ 4359040 h 6858000"/>
              <a:gd name="connsiteX188" fmla="*/ 3467355 w 7467600"/>
              <a:gd name="connsiteY188" fmla="*/ 3988130 h 6858000"/>
              <a:gd name="connsiteX189" fmla="*/ 3310753 w 7467600"/>
              <a:gd name="connsiteY189" fmla="*/ 3787140 h 6858000"/>
              <a:gd name="connsiteX190" fmla="*/ 3291335 w 7467600"/>
              <a:gd name="connsiteY190" fmla="*/ 3767420 h 6858000"/>
              <a:gd name="connsiteX191" fmla="*/ 1635889 w 7467600"/>
              <a:gd name="connsiteY191" fmla="*/ 3709494 h 6858000"/>
              <a:gd name="connsiteX192" fmla="*/ 1634800 w 7467600"/>
              <a:gd name="connsiteY192" fmla="*/ 3731111 h 6858000"/>
              <a:gd name="connsiteX193" fmla="*/ 1635889 w 7467600"/>
              <a:gd name="connsiteY193" fmla="*/ 3709494 h 6858000"/>
              <a:gd name="connsiteX194" fmla="*/ 1510397 w 7467600"/>
              <a:gd name="connsiteY194" fmla="*/ 3684705 h 6858000"/>
              <a:gd name="connsiteX195" fmla="*/ 1146550 w 7467600"/>
              <a:gd name="connsiteY195" fmla="*/ 3802012 h 6858000"/>
              <a:gd name="connsiteX196" fmla="*/ 698834 w 7467600"/>
              <a:gd name="connsiteY196" fmla="*/ 3952272 h 6858000"/>
              <a:gd name="connsiteX197" fmla="*/ 34256 w 7467600"/>
              <a:gd name="connsiteY197" fmla="*/ 4347603 h 6858000"/>
              <a:gd name="connsiteX198" fmla="*/ 527241 w 7467600"/>
              <a:gd name="connsiteY198" fmla="*/ 4065078 h 6858000"/>
              <a:gd name="connsiteX199" fmla="*/ 1510397 w 7467600"/>
              <a:gd name="connsiteY199" fmla="*/ 3684705 h 6858000"/>
              <a:gd name="connsiteX200" fmla="*/ 1313114 w 7467600"/>
              <a:gd name="connsiteY200" fmla="*/ 3655216 h 6858000"/>
              <a:gd name="connsiteX201" fmla="*/ 1109304 w 7467600"/>
              <a:gd name="connsiteY201" fmla="*/ 3669030 h 6858000"/>
              <a:gd name="connsiteX202" fmla="*/ 8129 w 7467600"/>
              <a:gd name="connsiteY202" fmla="*/ 4330519 h 6858000"/>
              <a:gd name="connsiteX203" fmla="*/ 687572 w 7467600"/>
              <a:gd name="connsiteY203" fmla="*/ 3925629 h 6858000"/>
              <a:gd name="connsiteX204" fmla="*/ 1138365 w 7467600"/>
              <a:gd name="connsiteY204" fmla="*/ 3774515 h 6858000"/>
              <a:gd name="connsiteX205" fmla="*/ 1505579 w 7467600"/>
              <a:gd name="connsiteY205" fmla="*/ 3655526 h 6858000"/>
              <a:gd name="connsiteX206" fmla="*/ 1313114 w 7467600"/>
              <a:gd name="connsiteY206" fmla="*/ 3655216 h 6858000"/>
              <a:gd name="connsiteX207" fmla="*/ 3655073 w 7467600"/>
              <a:gd name="connsiteY207" fmla="*/ 3650884 h 6858000"/>
              <a:gd name="connsiteX208" fmla="*/ 3989938 w 7467600"/>
              <a:gd name="connsiteY208" fmla="*/ 3991685 h 6858000"/>
              <a:gd name="connsiteX209" fmla="*/ 4393907 w 7467600"/>
              <a:gd name="connsiteY209" fmla="*/ 4261258 h 6858000"/>
              <a:gd name="connsiteX210" fmla="*/ 4648051 w 7467600"/>
              <a:gd name="connsiteY210" fmla="*/ 4374051 h 6858000"/>
              <a:gd name="connsiteX211" fmla="*/ 4383389 w 7467600"/>
              <a:gd name="connsiteY211" fmla="*/ 4184369 h 6858000"/>
              <a:gd name="connsiteX212" fmla="*/ 4165508 w 7467600"/>
              <a:gd name="connsiteY212" fmla="*/ 4035196 h 6858000"/>
              <a:gd name="connsiteX213" fmla="*/ 4068162 w 7467600"/>
              <a:gd name="connsiteY213" fmla="*/ 3953394 h 6858000"/>
              <a:gd name="connsiteX214" fmla="*/ 3981416 w 7467600"/>
              <a:gd name="connsiteY214" fmla="*/ 3880482 h 6858000"/>
              <a:gd name="connsiteX215" fmla="*/ 3800147 w 7467600"/>
              <a:gd name="connsiteY215" fmla="*/ 3749872 h 6858000"/>
              <a:gd name="connsiteX216" fmla="*/ 3655073 w 7467600"/>
              <a:gd name="connsiteY216" fmla="*/ 3650884 h 6858000"/>
              <a:gd name="connsiteX217" fmla="*/ 3670252 w 7467600"/>
              <a:gd name="connsiteY217" fmla="*/ 3622798 h 6858000"/>
              <a:gd name="connsiteX218" fmla="*/ 3817258 w 7467600"/>
              <a:gd name="connsiteY218" fmla="*/ 3723577 h 6858000"/>
              <a:gd name="connsiteX219" fmla="*/ 4000461 w 7467600"/>
              <a:gd name="connsiteY219" fmla="*/ 3855966 h 6858000"/>
              <a:gd name="connsiteX220" fmla="*/ 4088180 w 7467600"/>
              <a:gd name="connsiteY220" fmla="*/ 3929774 h 6858000"/>
              <a:gd name="connsiteX221" fmla="*/ 4184555 w 7467600"/>
              <a:gd name="connsiteY221" fmla="*/ 4010683 h 6858000"/>
              <a:gd name="connsiteX222" fmla="*/ 4399563 w 7467600"/>
              <a:gd name="connsiteY222" fmla="*/ 4158106 h 6858000"/>
              <a:gd name="connsiteX223" fmla="*/ 4684469 w 7467600"/>
              <a:gd name="connsiteY223" fmla="*/ 4364680 h 6858000"/>
              <a:gd name="connsiteX224" fmla="*/ 4690271 w 7467600"/>
              <a:gd name="connsiteY224" fmla="*/ 4370034 h 6858000"/>
              <a:gd name="connsiteX225" fmla="*/ 4136093 w 7467600"/>
              <a:gd name="connsiteY225" fmla="*/ 3858466 h 6858000"/>
              <a:gd name="connsiteX226" fmla="*/ 3670252 w 7467600"/>
              <a:gd name="connsiteY226" fmla="*/ 3622798 h 6858000"/>
              <a:gd name="connsiteX227" fmla="*/ 4440129 w 7467600"/>
              <a:gd name="connsiteY227" fmla="*/ 3448571 h 6858000"/>
              <a:gd name="connsiteX228" fmla="*/ 4856525 w 7467600"/>
              <a:gd name="connsiteY228" fmla="*/ 3915351 h 6858000"/>
              <a:gd name="connsiteX229" fmla="*/ 5059055 w 7467600"/>
              <a:gd name="connsiteY229" fmla="*/ 4108918 h 6858000"/>
              <a:gd name="connsiteX230" fmla="*/ 5290070 w 7467600"/>
              <a:gd name="connsiteY230" fmla="*/ 4263619 h 6858000"/>
              <a:gd name="connsiteX231" fmla="*/ 4834991 w 7467600"/>
              <a:gd name="connsiteY231" fmla="*/ 3830985 h 6858000"/>
              <a:gd name="connsiteX232" fmla="*/ 4440129 w 7467600"/>
              <a:gd name="connsiteY232" fmla="*/ 3448571 h 6858000"/>
              <a:gd name="connsiteX233" fmla="*/ 4441737 w 7467600"/>
              <a:gd name="connsiteY233" fmla="*/ 3399734 h 6858000"/>
              <a:gd name="connsiteX234" fmla="*/ 4431236 w 7467600"/>
              <a:gd name="connsiteY234" fmla="*/ 3400954 h 6858000"/>
              <a:gd name="connsiteX235" fmla="*/ 4557150 w 7467600"/>
              <a:gd name="connsiteY235" fmla="*/ 3510023 h 6858000"/>
              <a:gd name="connsiteX236" fmla="*/ 4856936 w 7467600"/>
              <a:gd name="connsiteY236" fmla="*/ 3809146 h 6858000"/>
              <a:gd name="connsiteX237" fmla="*/ 5111996 w 7467600"/>
              <a:gd name="connsiteY237" fmla="*/ 4065759 h 6858000"/>
              <a:gd name="connsiteX238" fmla="*/ 5388878 w 7467600"/>
              <a:gd name="connsiteY238" fmla="*/ 4300185 h 6858000"/>
              <a:gd name="connsiteX239" fmla="*/ 5425556 w 7467600"/>
              <a:gd name="connsiteY239" fmla="*/ 4308967 h 6858000"/>
              <a:gd name="connsiteX240" fmla="*/ 4943646 w 7467600"/>
              <a:gd name="connsiteY240" fmla="*/ 3822916 h 6858000"/>
              <a:gd name="connsiteX241" fmla="*/ 4594837 w 7467600"/>
              <a:gd name="connsiteY241" fmla="*/ 3532274 h 6858000"/>
              <a:gd name="connsiteX242" fmla="*/ 4441737 w 7467600"/>
              <a:gd name="connsiteY242" fmla="*/ 3399734 h 6858000"/>
              <a:gd name="connsiteX243" fmla="*/ 5425834 w 7467600"/>
              <a:gd name="connsiteY243" fmla="*/ 3162785 h 6858000"/>
              <a:gd name="connsiteX244" fmla="*/ 5401644 w 7467600"/>
              <a:gd name="connsiteY244" fmla="*/ 3617847 h 6858000"/>
              <a:gd name="connsiteX245" fmla="*/ 5467256 w 7467600"/>
              <a:gd name="connsiteY245" fmla="*/ 4175494 h 6858000"/>
              <a:gd name="connsiteX246" fmla="*/ 5448069 w 7467600"/>
              <a:gd name="connsiteY246" fmla="*/ 3567554 h 6858000"/>
              <a:gd name="connsiteX247" fmla="*/ 5425834 w 7467600"/>
              <a:gd name="connsiteY247" fmla="*/ 3162785 h 6858000"/>
              <a:gd name="connsiteX248" fmla="*/ 1318687 w 7467600"/>
              <a:gd name="connsiteY248" fmla="*/ 3113840 h 6858000"/>
              <a:gd name="connsiteX249" fmla="*/ 1066793 w 7467600"/>
              <a:gd name="connsiteY249" fmla="*/ 3212171 h 6858000"/>
              <a:gd name="connsiteX250" fmla="*/ 993319 w 7467600"/>
              <a:gd name="connsiteY250" fmla="*/ 3247648 h 6858000"/>
              <a:gd name="connsiteX251" fmla="*/ 853081 w 7467600"/>
              <a:gd name="connsiteY251" fmla="*/ 3312410 h 6858000"/>
              <a:gd name="connsiteX252" fmla="*/ 805957 w 7467600"/>
              <a:gd name="connsiteY252" fmla="*/ 3330443 h 6858000"/>
              <a:gd name="connsiteX253" fmla="*/ 1318687 w 7467600"/>
              <a:gd name="connsiteY253" fmla="*/ 3113840 h 6858000"/>
              <a:gd name="connsiteX254" fmla="*/ 5453702 w 7467600"/>
              <a:gd name="connsiteY254" fmla="*/ 3090882 h 6858000"/>
              <a:gd name="connsiteX255" fmla="*/ 5480135 w 7467600"/>
              <a:gd name="connsiteY255" fmla="*/ 3565802 h 6858000"/>
              <a:gd name="connsiteX256" fmla="*/ 5499023 w 7467600"/>
              <a:gd name="connsiteY256" fmla="*/ 4166310 h 6858000"/>
              <a:gd name="connsiteX257" fmla="*/ 5547022 w 7467600"/>
              <a:gd name="connsiteY257" fmla="*/ 3607838 h 6858000"/>
              <a:gd name="connsiteX258" fmla="*/ 5515964 w 7467600"/>
              <a:gd name="connsiteY258" fmla="*/ 3378541 h 6858000"/>
              <a:gd name="connsiteX259" fmla="*/ 5453702 w 7467600"/>
              <a:gd name="connsiteY259" fmla="*/ 3090882 h 6858000"/>
              <a:gd name="connsiteX260" fmla="*/ 1238695 w 7467600"/>
              <a:gd name="connsiteY260" fmla="*/ 3076820 h 6858000"/>
              <a:gd name="connsiteX261" fmla="*/ 716371 w 7467600"/>
              <a:gd name="connsiteY261" fmla="*/ 3293249 h 6858000"/>
              <a:gd name="connsiteX262" fmla="*/ 579522 w 7467600"/>
              <a:gd name="connsiteY262" fmla="*/ 3371759 h 6858000"/>
              <a:gd name="connsiteX263" fmla="*/ 600288 w 7467600"/>
              <a:gd name="connsiteY263" fmla="*/ 3365555 h 6858000"/>
              <a:gd name="connsiteX264" fmla="*/ 840692 w 7467600"/>
              <a:gd name="connsiteY264" fmla="*/ 3284921 h 6858000"/>
              <a:gd name="connsiteX265" fmla="*/ 979248 w 7467600"/>
              <a:gd name="connsiteY265" fmla="*/ 3221003 h 6858000"/>
              <a:gd name="connsiteX266" fmla="*/ 1053282 w 7467600"/>
              <a:gd name="connsiteY266" fmla="*/ 3185247 h 6858000"/>
              <a:gd name="connsiteX267" fmla="*/ 1320603 w 7467600"/>
              <a:gd name="connsiteY267" fmla="*/ 3081281 h 6858000"/>
              <a:gd name="connsiteX268" fmla="*/ 1238695 w 7467600"/>
              <a:gd name="connsiteY268" fmla="*/ 3076820 h 6858000"/>
              <a:gd name="connsiteX269" fmla="*/ 5425627 w 7467600"/>
              <a:gd name="connsiteY269" fmla="*/ 2954192 h 6858000"/>
              <a:gd name="connsiteX270" fmla="*/ 5470770 w 7467600"/>
              <a:gd name="connsiteY270" fmla="*/ 3005435 h 6858000"/>
              <a:gd name="connsiteX271" fmla="*/ 5519779 w 7467600"/>
              <a:gd name="connsiteY271" fmla="*/ 4359223 h 6858000"/>
              <a:gd name="connsiteX272" fmla="*/ 5520293 w 7467600"/>
              <a:gd name="connsiteY272" fmla="*/ 4360602 h 6858000"/>
              <a:gd name="connsiteX273" fmla="*/ 5767221 w 7467600"/>
              <a:gd name="connsiteY273" fmla="*/ 4665564 h 6858000"/>
              <a:gd name="connsiteX274" fmla="*/ 6937169 w 7467600"/>
              <a:gd name="connsiteY274" fmla="*/ 4815941 h 6858000"/>
              <a:gd name="connsiteX275" fmla="*/ 6953922 w 7467600"/>
              <a:gd name="connsiteY275" fmla="*/ 4890068 h 6858000"/>
              <a:gd name="connsiteX276" fmla="*/ 6071359 w 7467600"/>
              <a:gd name="connsiteY276" fmla="*/ 4770770 h 6858000"/>
              <a:gd name="connsiteX277" fmla="*/ 6038839 w 7467600"/>
              <a:gd name="connsiteY277" fmla="*/ 4764474 h 6858000"/>
              <a:gd name="connsiteX278" fmla="*/ 6038706 w 7467600"/>
              <a:gd name="connsiteY278" fmla="*/ 4763847 h 6858000"/>
              <a:gd name="connsiteX279" fmla="*/ 6037784 w 7467600"/>
              <a:gd name="connsiteY279" fmla="*/ 4764270 h 6858000"/>
              <a:gd name="connsiteX280" fmla="*/ 6038839 w 7467600"/>
              <a:gd name="connsiteY280" fmla="*/ 4764474 h 6858000"/>
              <a:gd name="connsiteX281" fmla="*/ 6040338 w 7467600"/>
              <a:gd name="connsiteY281" fmla="*/ 4771418 h 6858000"/>
              <a:gd name="connsiteX282" fmla="*/ 6024488 w 7467600"/>
              <a:gd name="connsiteY282" fmla="*/ 4809903 h 6858000"/>
              <a:gd name="connsiteX283" fmla="*/ 5599771 w 7467600"/>
              <a:gd name="connsiteY283" fmla="*/ 5509652 h 6858000"/>
              <a:gd name="connsiteX284" fmla="*/ 5548843 w 7467600"/>
              <a:gd name="connsiteY284" fmla="*/ 5563845 h 6858000"/>
              <a:gd name="connsiteX285" fmla="*/ 5940952 w 7467600"/>
              <a:gd name="connsiteY285" fmla="*/ 6250028 h 6858000"/>
              <a:gd name="connsiteX286" fmla="*/ 6043441 w 7467600"/>
              <a:gd name="connsiteY286" fmla="*/ 6665847 h 6858000"/>
              <a:gd name="connsiteX287" fmla="*/ 6093432 w 7467600"/>
              <a:gd name="connsiteY287" fmla="*/ 6858000 h 6858000"/>
              <a:gd name="connsiteX288" fmla="*/ 6034344 w 7467600"/>
              <a:gd name="connsiteY288" fmla="*/ 6858000 h 6858000"/>
              <a:gd name="connsiteX289" fmla="*/ 6026679 w 7467600"/>
              <a:gd name="connsiteY289" fmla="*/ 6836959 h 6858000"/>
              <a:gd name="connsiteX290" fmla="*/ 5800441 w 7467600"/>
              <a:gd name="connsiteY290" fmla="*/ 6335286 h 6858000"/>
              <a:gd name="connsiteX291" fmla="*/ 5526562 w 7467600"/>
              <a:gd name="connsiteY291" fmla="*/ 5705388 h 6858000"/>
              <a:gd name="connsiteX292" fmla="*/ 5519640 w 7467600"/>
              <a:gd name="connsiteY292" fmla="*/ 5683774 h 6858000"/>
              <a:gd name="connsiteX293" fmla="*/ 5844559 w 7467600"/>
              <a:gd name="connsiteY293" fmla="*/ 6553349 h 6858000"/>
              <a:gd name="connsiteX294" fmla="*/ 5975994 w 7467600"/>
              <a:gd name="connsiteY294" fmla="*/ 6858000 h 6858000"/>
              <a:gd name="connsiteX295" fmla="*/ 5898547 w 7467600"/>
              <a:gd name="connsiteY295" fmla="*/ 6858000 h 6858000"/>
              <a:gd name="connsiteX296" fmla="*/ 5682041 w 7467600"/>
              <a:gd name="connsiteY296" fmla="*/ 6355860 h 6858000"/>
              <a:gd name="connsiteX297" fmla="*/ 5461758 w 7467600"/>
              <a:gd name="connsiteY297" fmla="*/ 5820220 h 6858000"/>
              <a:gd name="connsiteX298" fmla="*/ 5237282 w 7467600"/>
              <a:gd name="connsiteY298" fmla="*/ 6579086 h 6858000"/>
              <a:gd name="connsiteX299" fmla="*/ 5115009 w 7467600"/>
              <a:gd name="connsiteY299" fmla="*/ 6858000 h 6858000"/>
              <a:gd name="connsiteX300" fmla="*/ 5028074 w 7467600"/>
              <a:gd name="connsiteY300" fmla="*/ 6858000 h 6858000"/>
              <a:gd name="connsiteX301" fmla="*/ 5079508 w 7467600"/>
              <a:gd name="connsiteY301" fmla="*/ 6749074 h 6858000"/>
              <a:gd name="connsiteX302" fmla="*/ 5371846 w 7467600"/>
              <a:gd name="connsiteY302" fmla="*/ 5924413 h 6858000"/>
              <a:gd name="connsiteX303" fmla="*/ 5270512 w 7467600"/>
              <a:gd name="connsiteY303" fmla="*/ 6138975 h 6858000"/>
              <a:gd name="connsiteX304" fmla="*/ 5062409 w 7467600"/>
              <a:gd name="connsiteY304" fmla="*/ 6653544 h 6858000"/>
              <a:gd name="connsiteX305" fmla="*/ 5036628 w 7467600"/>
              <a:gd name="connsiteY305" fmla="*/ 6754247 h 6858000"/>
              <a:gd name="connsiteX306" fmla="*/ 5009112 w 7467600"/>
              <a:gd name="connsiteY306" fmla="*/ 6858000 h 6858000"/>
              <a:gd name="connsiteX307" fmla="*/ 4976679 w 7467600"/>
              <a:gd name="connsiteY307" fmla="*/ 6858000 h 6858000"/>
              <a:gd name="connsiteX308" fmla="*/ 5006537 w 7467600"/>
              <a:gd name="connsiteY308" fmla="*/ 6747068 h 6858000"/>
              <a:gd name="connsiteX309" fmla="*/ 5032723 w 7467600"/>
              <a:gd name="connsiteY309" fmla="*/ 6644957 h 6858000"/>
              <a:gd name="connsiteX310" fmla="*/ 5242949 w 7467600"/>
              <a:gd name="connsiteY310" fmla="*/ 6125175 h 6858000"/>
              <a:gd name="connsiteX311" fmla="*/ 5286321 w 7467600"/>
              <a:gd name="connsiteY311" fmla="*/ 6033555 h 6858000"/>
              <a:gd name="connsiteX312" fmla="*/ 5008210 w 7467600"/>
              <a:gd name="connsiteY312" fmla="*/ 6649194 h 6858000"/>
              <a:gd name="connsiteX313" fmla="*/ 4986321 w 7467600"/>
              <a:gd name="connsiteY313" fmla="*/ 6765687 h 6858000"/>
              <a:gd name="connsiteX314" fmla="*/ 4973474 w 7467600"/>
              <a:gd name="connsiteY314" fmla="*/ 6858000 h 6858000"/>
              <a:gd name="connsiteX315" fmla="*/ 4907178 w 7467600"/>
              <a:gd name="connsiteY315" fmla="*/ 6858000 h 6858000"/>
              <a:gd name="connsiteX316" fmla="*/ 4910810 w 7467600"/>
              <a:gd name="connsiteY316" fmla="*/ 6829660 h 6858000"/>
              <a:gd name="connsiteX317" fmla="*/ 4987461 w 7467600"/>
              <a:gd name="connsiteY317" fmla="*/ 6432994 h 6858000"/>
              <a:gd name="connsiteX318" fmla="*/ 5179262 w 7467600"/>
              <a:gd name="connsiteY318" fmla="*/ 6035044 h 6858000"/>
              <a:gd name="connsiteX319" fmla="*/ 4689678 w 7467600"/>
              <a:gd name="connsiteY319" fmla="*/ 6440241 h 6858000"/>
              <a:gd name="connsiteX320" fmla="*/ 4477543 w 7467600"/>
              <a:gd name="connsiteY320" fmla="*/ 6674836 h 6858000"/>
              <a:gd name="connsiteX321" fmla="*/ 4329957 w 7467600"/>
              <a:gd name="connsiteY321" fmla="*/ 6858000 h 6858000"/>
              <a:gd name="connsiteX322" fmla="*/ 4218595 w 7467600"/>
              <a:gd name="connsiteY322" fmla="*/ 6858000 h 6858000"/>
              <a:gd name="connsiteX323" fmla="*/ 4368888 w 7467600"/>
              <a:gd name="connsiteY323" fmla="*/ 6668412 h 6858000"/>
              <a:gd name="connsiteX324" fmla="*/ 4563091 w 7467600"/>
              <a:gd name="connsiteY324" fmla="*/ 6442508 h 6858000"/>
              <a:gd name="connsiteX325" fmla="*/ 5387324 w 7467600"/>
              <a:gd name="connsiteY325" fmla="*/ 5705830 h 6858000"/>
              <a:gd name="connsiteX326" fmla="*/ 5073620 w 7467600"/>
              <a:gd name="connsiteY326" fmla="*/ 5955437 h 6858000"/>
              <a:gd name="connsiteX327" fmla="*/ 4689789 w 7467600"/>
              <a:gd name="connsiteY327" fmla="*/ 6268382 h 6858000"/>
              <a:gd name="connsiteX328" fmla="*/ 4418722 w 7467600"/>
              <a:gd name="connsiteY328" fmla="*/ 6570886 h 6858000"/>
              <a:gd name="connsiteX329" fmla="*/ 4214944 w 7467600"/>
              <a:gd name="connsiteY329" fmla="*/ 6858000 h 6858000"/>
              <a:gd name="connsiteX330" fmla="*/ 4177898 w 7467600"/>
              <a:gd name="connsiteY330" fmla="*/ 6858000 h 6858000"/>
              <a:gd name="connsiteX331" fmla="*/ 4391597 w 7467600"/>
              <a:gd name="connsiteY331" fmla="*/ 6556370 h 6858000"/>
              <a:gd name="connsiteX332" fmla="*/ 4668889 w 7467600"/>
              <a:gd name="connsiteY332" fmla="*/ 6246399 h 6858000"/>
              <a:gd name="connsiteX333" fmla="*/ 5055427 w 7467600"/>
              <a:gd name="connsiteY333" fmla="*/ 5931476 h 6858000"/>
              <a:gd name="connsiteX334" fmla="*/ 5371814 w 7467600"/>
              <a:gd name="connsiteY334" fmla="*/ 5678975 h 6858000"/>
              <a:gd name="connsiteX335" fmla="*/ 4987918 w 7467600"/>
              <a:gd name="connsiteY335" fmla="*/ 5838701 h 6858000"/>
              <a:gd name="connsiteX336" fmla="*/ 4317146 w 7467600"/>
              <a:gd name="connsiteY336" fmla="*/ 6587716 h 6858000"/>
              <a:gd name="connsiteX337" fmla="*/ 4171627 w 7467600"/>
              <a:gd name="connsiteY337" fmla="*/ 6858000 h 6858000"/>
              <a:gd name="connsiteX338" fmla="*/ 4081585 w 7467600"/>
              <a:gd name="connsiteY338" fmla="*/ 6858000 h 6858000"/>
              <a:gd name="connsiteX339" fmla="*/ 4238603 w 7467600"/>
              <a:gd name="connsiteY339" fmla="*/ 6559341 h 6858000"/>
              <a:gd name="connsiteX340" fmla="*/ 4778333 w 7467600"/>
              <a:gd name="connsiteY340" fmla="*/ 5873626 h 6858000"/>
              <a:gd name="connsiteX341" fmla="*/ 5414185 w 7467600"/>
              <a:gd name="connsiteY341" fmla="*/ 5573882 h 6858000"/>
              <a:gd name="connsiteX342" fmla="*/ 5959648 w 7467600"/>
              <a:gd name="connsiteY342" fmla="*/ 4760797 h 6858000"/>
              <a:gd name="connsiteX343" fmla="*/ 5355019 w 7467600"/>
              <a:gd name="connsiteY343" fmla="*/ 4734672 h 6858000"/>
              <a:gd name="connsiteX344" fmla="*/ 5083565 w 7467600"/>
              <a:gd name="connsiteY344" fmla="*/ 5179121 h 6858000"/>
              <a:gd name="connsiteX345" fmla="*/ 4713577 w 7467600"/>
              <a:gd name="connsiteY345" fmla="*/ 5616803 h 6858000"/>
              <a:gd name="connsiteX346" fmla="*/ 3989559 w 7467600"/>
              <a:gd name="connsiteY346" fmla="*/ 6145945 h 6858000"/>
              <a:gd name="connsiteX347" fmla="*/ 3939824 w 7467600"/>
              <a:gd name="connsiteY347" fmla="*/ 6066900 h 6858000"/>
              <a:gd name="connsiteX348" fmla="*/ 4584537 w 7467600"/>
              <a:gd name="connsiteY348" fmla="*/ 5324826 h 6858000"/>
              <a:gd name="connsiteX349" fmla="*/ 5037105 w 7467600"/>
              <a:gd name="connsiteY349" fmla="*/ 5088765 h 6858000"/>
              <a:gd name="connsiteX350" fmla="*/ 5039930 w 7467600"/>
              <a:gd name="connsiteY350" fmla="*/ 5089585 h 6858000"/>
              <a:gd name="connsiteX351" fmla="*/ 5263764 w 7467600"/>
              <a:gd name="connsiteY351" fmla="*/ 4735525 h 6858000"/>
              <a:gd name="connsiteX352" fmla="*/ 4086300 w 7467600"/>
              <a:gd name="connsiteY352" fmla="*/ 4884599 h 6858000"/>
              <a:gd name="connsiteX353" fmla="*/ 4085485 w 7467600"/>
              <a:gd name="connsiteY353" fmla="*/ 4899070 h 6858000"/>
              <a:gd name="connsiteX354" fmla="*/ 3871915 w 7467600"/>
              <a:gd name="connsiteY354" fmla="*/ 5253645 h 6858000"/>
              <a:gd name="connsiteX355" fmla="*/ 3799374 w 7467600"/>
              <a:gd name="connsiteY355" fmla="*/ 5466127 h 6858000"/>
              <a:gd name="connsiteX356" fmla="*/ 3498850 w 7467600"/>
              <a:gd name="connsiteY356" fmla="*/ 6661888 h 6858000"/>
              <a:gd name="connsiteX357" fmla="*/ 3399216 w 7467600"/>
              <a:gd name="connsiteY357" fmla="*/ 6858000 h 6858000"/>
              <a:gd name="connsiteX358" fmla="*/ 3303688 w 7467600"/>
              <a:gd name="connsiteY358" fmla="*/ 6858000 h 6858000"/>
              <a:gd name="connsiteX359" fmla="*/ 3391774 w 7467600"/>
              <a:gd name="connsiteY359" fmla="*/ 6697181 h 6858000"/>
              <a:gd name="connsiteX360" fmla="*/ 3735540 w 7467600"/>
              <a:gd name="connsiteY360" fmla="*/ 5546923 h 6858000"/>
              <a:gd name="connsiteX361" fmla="*/ 3729438 w 7467600"/>
              <a:gd name="connsiteY361" fmla="*/ 5569058 h 6858000"/>
              <a:gd name="connsiteX362" fmla="*/ 3707782 w 7467600"/>
              <a:gd name="connsiteY362" fmla="*/ 5644908 h 6858000"/>
              <a:gd name="connsiteX363" fmla="*/ 3583827 w 7467600"/>
              <a:gd name="connsiteY363" fmla="*/ 6039215 h 6858000"/>
              <a:gd name="connsiteX364" fmla="*/ 3547861 w 7467600"/>
              <a:gd name="connsiteY364" fmla="*/ 6129609 h 6858000"/>
              <a:gd name="connsiteX365" fmla="*/ 3490905 w 7467600"/>
              <a:gd name="connsiteY365" fmla="*/ 6277660 h 6858000"/>
              <a:gd name="connsiteX366" fmla="*/ 3455859 w 7467600"/>
              <a:gd name="connsiteY366" fmla="*/ 6391301 h 6858000"/>
              <a:gd name="connsiteX367" fmla="*/ 3429112 w 7467600"/>
              <a:gd name="connsiteY367" fmla="*/ 6479469 h 6858000"/>
              <a:gd name="connsiteX368" fmla="*/ 3304862 w 7467600"/>
              <a:gd name="connsiteY368" fmla="*/ 6796476 h 6858000"/>
              <a:gd name="connsiteX369" fmla="*/ 3276071 w 7467600"/>
              <a:gd name="connsiteY369" fmla="*/ 6858000 h 6858000"/>
              <a:gd name="connsiteX370" fmla="*/ 3240805 w 7467600"/>
              <a:gd name="connsiteY370" fmla="*/ 6858000 h 6858000"/>
              <a:gd name="connsiteX371" fmla="*/ 3275917 w 7467600"/>
              <a:gd name="connsiteY371" fmla="*/ 6783192 h 6858000"/>
              <a:gd name="connsiteX372" fmla="*/ 3399358 w 7467600"/>
              <a:gd name="connsiteY372" fmla="*/ 6469011 h 6858000"/>
              <a:gd name="connsiteX373" fmla="*/ 3425650 w 7467600"/>
              <a:gd name="connsiteY373" fmla="*/ 6381333 h 6858000"/>
              <a:gd name="connsiteX374" fmla="*/ 3460661 w 7467600"/>
              <a:gd name="connsiteY374" fmla="*/ 6266763 h 6858000"/>
              <a:gd name="connsiteX375" fmla="*/ 3518021 w 7467600"/>
              <a:gd name="connsiteY375" fmla="*/ 6117298 h 6858000"/>
              <a:gd name="connsiteX376" fmla="*/ 3554035 w 7467600"/>
              <a:gd name="connsiteY376" fmla="*/ 6027832 h 6858000"/>
              <a:gd name="connsiteX377" fmla="*/ 3677174 w 7467600"/>
              <a:gd name="connsiteY377" fmla="*/ 5636351 h 6858000"/>
              <a:gd name="connsiteX378" fmla="*/ 3698819 w 7467600"/>
              <a:gd name="connsiteY378" fmla="*/ 5560503 h 6858000"/>
              <a:gd name="connsiteX379" fmla="*/ 3702094 w 7467600"/>
              <a:gd name="connsiteY379" fmla="*/ 5549194 h 6858000"/>
              <a:gd name="connsiteX380" fmla="*/ 3398355 w 7467600"/>
              <a:gd name="connsiteY380" fmla="*/ 6094603 h 6858000"/>
              <a:gd name="connsiteX381" fmla="*/ 3193941 w 7467600"/>
              <a:gd name="connsiteY381" fmla="*/ 6798775 h 6858000"/>
              <a:gd name="connsiteX382" fmla="*/ 3184140 w 7467600"/>
              <a:gd name="connsiteY382" fmla="*/ 6858000 h 6858000"/>
              <a:gd name="connsiteX383" fmla="*/ 3099978 w 7467600"/>
              <a:gd name="connsiteY383" fmla="*/ 6858000 h 6858000"/>
              <a:gd name="connsiteX384" fmla="*/ 3101556 w 7467600"/>
              <a:gd name="connsiteY384" fmla="*/ 6843337 h 6858000"/>
              <a:gd name="connsiteX385" fmla="*/ 3370162 w 7467600"/>
              <a:gd name="connsiteY385" fmla="*/ 5785550 h 6858000"/>
              <a:gd name="connsiteX386" fmla="*/ 3746477 w 7467600"/>
              <a:gd name="connsiteY386" fmla="*/ 5377889 h 6858000"/>
              <a:gd name="connsiteX387" fmla="*/ 3863399 w 7467600"/>
              <a:gd name="connsiteY387" fmla="*/ 5087257 h 6858000"/>
              <a:gd name="connsiteX388" fmla="*/ 3968712 w 7467600"/>
              <a:gd name="connsiteY388" fmla="*/ 4913989 h 6858000"/>
              <a:gd name="connsiteX389" fmla="*/ 2792390 w 7467600"/>
              <a:gd name="connsiteY389" fmla="*/ 5382974 h 6858000"/>
              <a:gd name="connsiteX390" fmla="*/ 2714982 w 7467600"/>
              <a:gd name="connsiteY390" fmla="*/ 5427051 h 6858000"/>
              <a:gd name="connsiteX391" fmla="*/ 2813361 w 7467600"/>
              <a:gd name="connsiteY391" fmla="*/ 6023912 h 6858000"/>
              <a:gd name="connsiteX392" fmla="*/ 2688430 w 7467600"/>
              <a:gd name="connsiteY392" fmla="*/ 6801564 h 6858000"/>
              <a:gd name="connsiteX393" fmla="*/ 2629626 w 7467600"/>
              <a:gd name="connsiteY393" fmla="*/ 6763394 h 6858000"/>
              <a:gd name="connsiteX394" fmla="*/ 2565328 w 7467600"/>
              <a:gd name="connsiteY394" fmla="*/ 5516399 h 6858000"/>
              <a:gd name="connsiteX395" fmla="*/ 1922999 w 7467600"/>
              <a:gd name="connsiteY395" fmla="*/ 5980343 h 6858000"/>
              <a:gd name="connsiteX396" fmla="*/ 1950261 w 7467600"/>
              <a:gd name="connsiteY396" fmla="*/ 6405858 h 6858000"/>
              <a:gd name="connsiteX397" fmla="*/ 2365554 w 7467600"/>
              <a:gd name="connsiteY397" fmla="*/ 6759107 h 6858000"/>
              <a:gd name="connsiteX398" fmla="*/ 2424142 w 7467600"/>
              <a:gd name="connsiteY398" fmla="*/ 6858000 h 6858000"/>
              <a:gd name="connsiteX399" fmla="*/ 2395994 w 7467600"/>
              <a:gd name="connsiteY399" fmla="*/ 6858000 h 6858000"/>
              <a:gd name="connsiteX400" fmla="*/ 2392863 w 7467600"/>
              <a:gd name="connsiteY400" fmla="*/ 6852964 h 6858000"/>
              <a:gd name="connsiteX401" fmla="*/ 2017589 w 7467600"/>
              <a:gd name="connsiteY401" fmla="*/ 6493982 h 6858000"/>
              <a:gd name="connsiteX402" fmla="*/ 2147336 w 7467600"/>
              <a:gd name="connsiteY402" fmla="*/ 6594052 h 6858000"/>
              <a:gd name="connsiteX403" fmla="*/ 2207047 w 7467600"/>
              <a:gd name="connsiteY403" fmla="*/ 6654540 h 6858000"/>
              <a:gd name="connsiteX404" fmla="*/ 2299106 w 7467600"/>
              <a:gd name="connsiteY404" fmla="*/ 6778931 h 6858000"/>
              <a:gd name="connsiteX405" fmla="*/ 2314430 w 7467600"/>
              <a:gd name="connsiteY405" fmla="*/ 6801144 h 6858000"/>
              <a:gd name="connsiteX406" fmla="*/ 2352406 w 7467600"/>
              <a:gd name="connsiteY406" fmla="*/ 6858000 h 6858000"/>
              <a:gd name="connsiteX407" fmla="*/ 2314492 w 7467600"/>
              <a:gd name="connsiteY407" fmla="*/ 6858000 h 6858000"/>
              <a:gd name="connsiteX408" fmla="*/ 2288095 w 7467600"/>
              <a:gd name="connsiteY408" fmla="*/ 6818030 h 6858000"/>
              <a:gd name="connsiteX409" fmla="*/ 2272768 w 7467600"/>
              <a:gd name="connsiteY409" fmla="*/ 6795822 h 6858000"/>
              <a:gd name="connsiteX410" fmla="*/ 2182715 w 7467600"/>
              <a:gd name="connsiteY410" fmla="*/ 6675071 h 6858000"/>
              <a:gd name="connsiteX411" fmla="*/ 2032061 w 7467600"/>
              <a:gd name="connsiteY411" fmla="*/ 6541380 h 6858000"/>
              <a:gd name="connsiteX412" fmla="*/ 2257220 w 7467600"/>
              <a:gd name="connsiteY412" fmla="*/ 6826257 h 6858000"/>
              <a:gd name="connsiteX413" fmla="*/ 2281324 w 7467600"/>
              <a:gd name="connsiteY413" fmla="*/ 6858000 h 6858000"/>
              <a:gd name="connsiteX414" fmla="*/ 2242860 w 7467600"/>
              <a:gd name="connsiteY414" fmla="*/ 6858000 h 6858000"/>
              <a:gd name="connsiteX415" fmla="*/ 2232818 w 7467600"/>
              <a:gd name="connsiteY415" fmla="*/ 6844926 h 6858000"/>
              <a:gd name="connsiteX416" fmla="*/ 1990172 w 7467600"/>
              <a:gd name="connsiteY416" fmla="*/ 6542121 h 6858000"/>
              <a:gd name="connsiteX417" fmla="*/ 2124090 w 7467600"/>
              <a:gd name="connsiteY417" fmla="*/ 6761017 h 6858000"/>
              <a:gd name="connsiteX418" fmla="*/ 2200380 w 7467600"/>
              <a:gd name="connsiteY418" fmla="*/ 6858000 h 6858000"/>
              <a:gd name="connsiteX419" fmla="*/ 2147507 w 7467600"/>
              <a:gd name="connsiteY419" fmla="*/ 6858000 h 6858000"/>
              <a:gd name="connsiteX420" fmla="*/ 2070668 w 7467600"/>
              <a:gd name="connsiteY420" fmla="*/ 6761520 h 6858000"/>
              <a:gd name="connsiteX421" fmla="*/ 1975142 w 7467600"/>
              <a:gd name="connsiteY421" fmla="*/ 6585570 h 6858000"/>
              <a:gd name="connsiteX422" fmla="*/ 2050035 w 7467600"/>
              <a:gd name="connsiteY422" fmla="*/ 6813345 h 6858000"/>
              <a:gd name="connsiteX423" fmla="*/ 2063025 w 7467600"/>
              <a:gd name="connsiteY423" fmla="*/ 6858000 h 6858000"/>
              <a:gd name="connsiteX424" fmla="*/ 2021675 w 7467600"/>
              <a:gd name="connsiteY424" fmla="*/ 6858000 h 6858000"/>
              <a:gd name="connsiteX425" fmla="*/ 2019308 w 7467600"/>
              <a:gd name="connsiteY425" fmla="*/ 6847118 h 6858000"/>
              <a:gd name="connsiteX426" fmla="*/ 1938835 w 7467600"/>
              <a:gd name="connsiteY426" fmla="*/ 6551160 h 6858000"/>
              <a:gd name="connsiteX427" fmla="*/ 1953230 w 7467600"/>
              <a:gd name="connsiteY427" fmla="*/ 6759699 h 6858000"/>
              <a:gd name="connsiteX428" fmla="*/ 1956763 w 7467600"/>
              <a:gd name="connsiteY428" fmla="*/ 6778191 h 6858000"/>
              <a:gd name="connsiteX429" fmla="*/ 1967925 w 7467600"/>
              <a:gd name="connsiteY429" fmla="*/ 6858000 h 6858000"/>
              <a:gd name="connsiteX430" fmla="*/ 1936622 w 7467600"/>
              <a:gd name="connsiteY430" fmla="*/ 6858000 h 6858000"/>
              <a:gd name="connsiteX431" fmla="*/ 1926261 w 7467600"/>
              <a:gd name="connsiteY431" fmla="*/ 6784064 h 6858000"/>
              <a:gd name="connsiteX432" fmla="*/ 1922724 w 7467600"/>
              <a:gd name="connsiteY432" fmla="*/ 6765577 h 6858000"/>
              <a:gd name="connsiteX433" fmla="*/ 1904650 w 7467600"/>
              <a:gd name="connsiteY433" fmla="*/ 6639616 h 6858000"/>
              <a:gd name="connsiteX434" fmla="*/ 1885273 w 7467600"/>
              <a:gd name="connsiteY434" fmla="*/ 6858000 h 6858000"/>
              <a:gd name="connsiteX435" fmla="*/ 1854363 w 7467600"/>
              <a:gd name="connsiteY435" fmla="*/ 6858000 h 6858000"/>
              <a:gd name="connsiteX436" fmla="*/ 1880391 w 7467600"/>
              <a:gd name="connsiteY436" fmla="*/ 6603796 h 6858000"/>
              <a:gd name="connsiteX437" fmla="*/ 1818273 w 7467600"/>
              <a:gd name="connsiteY437" fmla="*/ 6715729 h 6858000"/>
              <a:gd name="connsiteX438" fmla="*/ 1794691 w 7467600"/>
              <a:gd name="connsiteY438" fmla="*/ 6843239 h 6858000"/>
              <a:gd name="connsiteX439" fmla="*/ 1794914 w 7467600"/>
              <a:gd name="connsiteY439" fmla="*/ 6858000 h 6858000"/>
              <a:gd name="connsiteX440" fmla="*/ 1746128 w 7467600"/>
              <a:gd name="connsiteY440" fmla="*/ 6858000 h 6858000"/>
              <a:gd name="connsiteX441" fmla="*/ 1753934 w 7467600"/>
              <a:gd name="connsiteY441" fmla="*/ 6724796 h 6858000"/>
              <a:gd name="connsiteX442" fmla="*/ 1792053 w 7467600"/>
              <a:gd name="connsiteY442" fmla="*/ 6572396 h 6858000"/>
              <a:gd name="connsiteX443" fmla="*/ 1862248 w 7467600"/>
              <a:gd name="connsiteY443" fmla="*/ 6266397 h 6858000"/>
              <a:gd name="connsiteX444" fmla="*/ 1862250 w 7467600"/>
              <a:gd name="connsiteY444" fmla="*/ 6033531 h 6858000"/>
              <a:gd name="connsiteX445" fmla="*/ 1211999 w 7467600"/>
              <a:gd name="connsiteY445" fmla="*/ 6683610 h 6858000"/>
              <a:gd name="connsiteX446" fmla="*/ 1213266 w 7467600"/>
              <a:gd name="connsiteY446" fmla="*/ 6691947 h 6858000"/>
              <a:gd name="connsiteX447" fmla="*/ 1203370 w 7467600"/>
              <a:gd name="connsiteY447" fmla="*/ 6850676 h 6858000"/>
              <a:gd name="connsiteX448" fmla="*/ 1203671 w 7467600"/>
              <a:gd name="connsiteY448" fmla="*/ 6858000 h 6858000"/>
              <a:gd name="connsiteX449" fmla="*/ 1143180 w 7467600"/>
              <a:gd name="connsiteY449" fmla="*/ 6858000 h 6858000"/>
              <a:gd name="connsiteX450" fmla="*/ 1142176 w 7467600"/>
              <a:gd name="connsiteY450" fmla="*/ 6766045 h 6858000"/>
              <a:gd name="connsiteX451" fmla="*/ 1067484 w 7467600"/>
              <a:gd name="connsiteY451" fmla="*/ 6858000 h 6858000"/>
              <a:gd name="connsiteX452" fmla="*/ 953928 w 7467600"/>
              <a:gd name="connsiteY452" fmla="*/ 6858000 h 6858000"/>
              <a:gd name="connsiteX453" fmla="*/ 959715 w 7467600"/>
              <a:gd name="connsiteY453" fmla="*/ 6850185 h 6858000"/>
              <a:gd name="connsiteX454" fmla="*/ 1483788 w 7467600"/>
              <a:gd name="connsiteY454" fmla="*/ 6259174 h 6858000"/>
              <a:gd name="connsiteX455" fmla="*/ 1100671 w 7467600"/>
              <a:gd name="connsiteY455" fmla="*/ 6252137 h 6858000"/>
              <a:gd name="connsiteX456" fmla="*/ 1090144 w 7467600"/>
              <a:gd name="connsiteY456" fmla="*/ 6256748 h 6858000"/>
              <a:gd name="connsiteX457" fmla="*/ 1095872 w 7467600"/>
              <a:gd name="connsiteY457" fmla="*/ 6271892 h 6858000"/>
              <a:gd name="connsiteX458" fmla="*/ 262785 w 7467600"/>
              <a:gd name="connsiteY458" fmla="*/ 6845450 h 6858000"/>
              <a:gd name="connsiteX459" fmla="*/ 209968 w 7467600"/>
              <a:gd name="connsiteY459" fmla="*/ 6770713 h 6858000"/>
              <a:gd name="connsiteX460" fmla="*/ 873460 w 7467600"/>
              <a:gd name="connsiteY460" fmla="*/ 6253768 h 6858000"/>
              <a:gd name="connsiteX461" fmla="*/ 192686 w 7467600"/>
              <a:gd name="connsiteY461" fmla="*/ 5849257 h 6858000"/>
              <a:gd name="connsiteX462" fmla="*/ 4696 w 7467600"/>
              <a:gd name="connsiteY462" fmla="*/ 5697668 h 6858000"/>
              <a:gd name="connsiteX463" fmla="*/ 0 w 7467600"/>
              <a:gd name="connsiteY463" fmla="*/ 5689984 h 6858000"/>
              <a:gd name="connsiteX464" fmla="*/ 0 w 7467600"/>
              <a:gd name="connsiteY464" fmla="*/ 5513472 h 6858000"/>
              <a:gd name="connsiteX465" fmla="*/ 174101 w 7467600"/>
              <a:gd name="connsiteY465" fmla="*/ 5620277 h 6858000"/>
              <a:gd name="connsiteX466" fmla="*/ 891800 w 7467600"/>
              <a:gd name="connsiteY466" fmla="*/ 6036935 h 6858000"/>
              <a:gd name="connsiteX467" fmla="*/ 1072219 w 7467600"/>
              <a:gd name="connsiteY467" fmla="*/ 6169443 h 6858000"/>
              <a:gd name="connsiteX468" fmla="*/ 1074117 w 7467600"/>
              <a:gd name="connsiteY468" fmla="*/ 6170301 h 6858000"/>
              <a:gd name="connsiteX469" fmla="*/ 1083114 w 7467600"/>
              <a:gd name="connsiteY469" fmla="*/ 6174131 h 6858000"/>
              <a:gd name="connsiteX470" fmla="*/ 1543010 w 7467600"/>
              <a:gd name="connsiteY470" fmla="*/ 6191140 h 6858000"/>
              <a:gd name="connsiteX471" fmla="*/ 1551080 w 7467600"/>
              <a:gd name="connsiteY471" fmla="*/ 6195006 h 6858000"/>
              <a:gd name="connsiteX472" fmla="*/ 2345443 w 7467600"/>
              <a:gd name="connsiteY472" fmla="*/ 5549882 h 6858000"/>
              <a:gd name="connsiteX473" fmla="*/ 1721499 w 7467600"/>
              <a:gd name="connsiteY473" fmla="*/ 5599969 h 6858000"/>
              <a:gd name="connsiteX474" fmla="*/ 767716 w 7467600"/>
              <a:gd name="connsiteY474" fmla="*/ 5472768 h 6858000"/>
              <a:gd name="connsiteX475" fmla="*/ 722147 w 7467600"/>
              <a:gd name="connsiteY475" fmla="*/ 5393091 h 6858000"/>
              <a:gd name="connsiteX476" fmla="*/ 1485552 w 7467600"/>
              <a:gd name="connsiteY476" fmla="*/ 5313202 h 6858000"/>
              <a:gd name="connsiteX477" fmla="*/ 2143004 w 7467600"/>
              <a:gd name="connsiteY477" fmla="*/ 5402420 h 6858000"/>
              <a:gd name="connsiteX478" fmla="*/ 1933391 w 7467600"/>
              <a:gd name="connsiteY478" fmla="*/ 5156971 h 6858000"/>
              <a:gd name="connsiteX479" fmla="*/ 1827118 w 7467600"/>
              <a:gd name="connsiteY479" fmla="*/ 4968410 h 6858000"/>
              <a:gd name="connsiteX480" fmla="*/ 1837349 w 7467600"/>
              <a:gd name="connsiteY480" fmla="*/ 4956357 h 6858000"/>
              <a:gd name="connsiteX481" fmla="*/ 2162835 w 7467600"/>
              <a:gd name="connsiteY481" fmla="*/ 5187853 h 6858000"/>
              <a:gd name="connsiteX482" fmla="*/ 2257167 w 7467600"/>
              <a:gd name="connsiteY482" fmla="*/ 5462123 h 6858000"/>
              <a:gd name="connsiteX483" fmla="*/ 2261598 w 7467600"/>
              <a:gd name="connsiteY483" fmla="*/ 5467998 h 6858000"/>
              <a:gd name="connsiteX484" fmla="*/ 2437177 w 7467600"/>
              <a:gd name="connsiteY484" fmla="*/ 5479608 h 6858000"/>
              <a:gd name="connsiteX485" fmla="*/ 2445247 w 7467600"/>
              <a:gd name="connsiteY485" fmla="*/ 5483476 h 6858000"/>
              <a:gd name="connsiteX486" fmla="*/ 2743626 w 7467600"/>
              <a:gd name="connsiteY486" fmla="*/ 5304819 h 6858000"/>
              <a:gd name="connsiteX487" fmla="*/ 3048102 w 7467600"/>
              <a:gd name="connsiteY487" fmla="*/ 5150595 h 6858000"/>
              <a:gd name="connsiteX488" fmla="*/ 1799414 w 7467600"/>
              <a:gd name="connsiteY488" fmla="*/ 4694732 h 6858000"/>
              <a:gd name="connsiteX489" fmla="*/ 1771735 w 7467600"/>
              <a:gd name="connsiteY489" fmla="*/ 4619929 h 6858000"/>
              <a:gd name="connsiteX490" fmla="*/ 3104273 w 7467600"/>
              <a:gd name="connsiteY490" fmla="*/ 5076159 h 6858000"/>
              <a:gd name="connsiteX491" fmla="*/ 3113245 w 7467600"/>
              <a:gd name="connsiteY491" fmla="*/ 5090705 h 6858000"/>
              <a:gd name="connsiteX492" fmla="*/ 3126294 w 7467600"/>
              <a:gd name="connsiteY492" fmla="*/ 5114400 h 6858000"/>
              <a:gd name="connsiteX493" fmla="*/ 3937433 w 7467600"/>
              <a:gd name="connsiteY493" fmla="*/ 4830473 h 6858000"/>
              <a:gd name="connsiteX494" fmla="*/ 3590475 w 7467600"/>
              <a:gd name="connsiteY494" fmla="*/ 4597974 h 6858000"/>
              <a:gd name="connsiteX495" fmla="*/ 3100264 w 7467600"/>
              <a:gd name="connsiteY495" fmla="*/ 4579845 h 6858000"/>
              <a:gd name="connsiteX496" fmla="*/ 2183576 w 7467600"/>
              <a:gd name="connsiteY496" fmla="*/ 4227150 h 6858000"/>
              <a:gd name="connsiteX497" fmla="*/ 2151029 w 7467600"/>
              <a:gd name="connsiteY497" fmla="*/ 4146947 h 6858000"/>
              <a:gd name="connsiteX498" fmla="*/ 3563434 w 7467600"/>
              <a:gd name="connsiteY498" fmla="*/ 4469115 h 6858000"/>
              <a:gd name="connsiteX499" fmla="*/ 3177952 w 7467600"/>
              <a:gd name="connsiteY499" fmla="*/ 3657386 h 6858000"/>
              <a:gd name="connsiteX500" fmla="*/ 3189263 w 7467600"/>
              <a:gd name="connsiteY500" fmla="*/ 3625726 h 6858000"/>
              <a:gd name="connsiteX501" fmla="*/ 3560912 w 7467600"/>
              <a:gd name="connsiteY501" fmla="*/ 4079863 h 6858000"/>
              <a:gd name="connsiteX502" fmla="*/ 3626636 w 7467600"/>
              <a:gd name="connsiteY502" fmla="*/ 4512230 h 6858000"/>
              <a:gd name="connsiteX503" fmla="*/ 3653088 w 7467600"/>
              <a:gd name="connsiteY503" fmla="*/ 4521417 h 6858000"/>
              <a:gd name="connsiteX504" fmla="*/ 3988128 w 7467600"/>
              <a:gd name="connsiteY504" fmla="*/ 4817267 h 6858000"/>
              <a:gd name="connsiteX505" fmla="*/ 4830582 w 7467600"/>
              <a:gd name="connsiteY505" fmla="*/ 4676000 h 6858000"/>
              <a:gd name="connsiteX506" fmla="*/ 4830100 w 7467600"/>
              <a:gd name="connsiteY506" fmla="*/ 4675554 h 6858000"/>
              <a:gd name="connsiteX507" fmla="*/ 4036318 w 7467600"/>
              <a:gd name="connsiteY507" fmla="*/ 4147013 h 6858000"/>
              <a:gd name="connsiteX508" fmla="*/ 3432098 w 7467600"/>
              <a:gd name="connsiteY508" fmla="*/ 3537312 h 6858000"/>
              <a:gd name="connsiteX509" fmla="*/ 3446761 w 7467600"/>
              <a:gd name="connsiteY509" fmla="*/ 3461278 h 6858000"/>
              <a:gd name="connsiteX510" fmla="*/ 4419733 w 7467600"/>
              <a:gd name="connsiteY510" fmla="*/ 3963555 h 6858000"/>
              <a:gd name="connsiteX511" fmla="*/ 4781371 w 7467600"/>
              <a:gd name="connsiteY511" fmla="*/ 4458604 h 6858000"/>
              <a:gd name="connsiteX512" fmla="*/ 4780440 w 7467600"/>
              <a:gd name="connsiteY512" fmla="*/ 4470290 h 6858000"/>
              <a:gd name="connsiteX513" fmla="*/ 4898954 w 7467600"/>
              <a:gd name="connsiteY513" fmla="*/ 4662092 h 6858000"/>
              <a:gd name="connsiteX514" fmla="*/ 4900699 w 7467600"/>
              <a:gd name="connsiteY514" fmla="*/ 4670867 h 6858000"/>
              <a:gd name="connsiteX515" fmla="*/ 5714511 w 7467600"/>
              <a:gd name="connsiteY515" fmla="*/ 4663483 h 6858000"/>
              <a:gd name="connsiteX516" fmla="*/ 5464793 w 7467600"/>
              <a:gd name="connsiteY516" fmla="*/ 4393556 h 6858000"/>
              <a:gd name="connsiteX517" fmla="*/ 5461897 w 7467600"/>
              <a:gd name="connsiteY517" fmla="*/ 4390879 h 6858000"/>
              <a:gd name="connsiteX518" fmla="*/ 4294126 w 7467600"/>
              <a:gd name="connsiteY518" fmla="*/ 3303048 h 6858000"/>
              <a:gd name="connsiteX519" fmla="*/ 4305321 w 7467600"/>
              <a:gd name="connsiteY519" fmla="*/ 3256953 h 6858000"/>
              <a:gd name="connsiteX520" fmla="*/ 4949299 w 7467600"/>
              <a:gd name="connsiteY520" fmla="*/ 3766336 h 6858000"/>
              <a:gd name="connsiteX521" fmla="*/ 5291452 w 7467600"/>
              <a:gd name="connsiteY521" fmla="*/ 4076801 h 6858000"/>
              <a:gd name="connsiteX522" fmla="*/ 5434998 w 7467600"/>
              <a:gd name="connsiteY522" fmla="*/ 4254100 h 6858000"/>
              <a:gd name="connsiteX523" fmla="*/ 5351015 w 7467600"/>
              <a:gd name="connsiteY523" fmla="*/ 3760989 h 6858000"/>
              <a:gd name="connsiteX524" fmla="*/ 5413780 w 7467600"/>
              <a:gd name="connsiteY524" fmla="*/ 2966265 h 6858000"/>
              <a:gd name="connsiteX525" fmla="*/ 5425627 w 7467600"/>
              <a:gd name="connsiteY525" fmla="*/ 2954192 h 6858000"/>
              <a:gd name="connsiteX526" fmla="*/ 6604735 w 7467600"/>
              <a:gd name="connsiteY526" fmla="*/ 2041381 h 6858000"/>
              <a:gd name="connsiteX527" fmla="*/ 7204487 w 7467600"/>
              <a:gd name="connsiteY527" fmla="*/ 2742112 h 6858000"/>
              <a:gd name="connsiteX528" fmla="*/ 7131592 w 7467600"/>
              <a:gd name="connsiteY528" fmla="*/ 2672096 h 6858000"/>
              <a:gd name="connsiteX529" fmla="*/ 6996344 w 7467600"/>
              <a:gd name="connsiteY529" fmla="*/ 2518310 h 6858000"/>
              <a:gd name="connsiteX530" fmla="*/ 6735495 w 7467600"/>
              <a:gd name="connsiteY530" fmla="*/ 2196890 h 6858000"/>
              <a:gd name="connsiteX531" fmla="*/ 6721901 w 7467600"/>
              <a:gd name="connsiteY531" fmla="*/ 2179274 h 6858000"/>
              <a:gd name="connsiteX532" fmla="*/ 6604735 w 7467600"/>
              <a:gd name="connsiteY532" fmla="*/ 2041381 h 6858000"/>
              <a:gd name="connsiteX533" fmla="*/ 6591670 w 7467600"/>
              <a:gd name="connsiteY533" fmla="*/ 1988277 h 6858000"/>
              <a:gd name="connsiteX534" fmla="*/ 6747349 w 7467600"/>
              <a:gd name="connsiteY534" fmla="*/ 2160069 h 6858000"/>
              <a:gd name="connsiteX535" fmla="*/ 6760943 w 7467600"/>
              <a:gd name="connsiteY535" fmla="*/ 2177686 h 6858000"/>
              <a:gd name="connsiteX536" fmla="*/ 7021065 w 7467600"/>
              <a:gd name="connsiteY536" fmla="*/ 2498102 h 6858000"/>
              <a:gd name="connsiteX537" fmla="*/ 7155223 w 7467600"/>
              <a:gd name="connsiteY537" fmla="*/ 2650386 h 6858000"/>
              <a:gd name="connsiteX538" fmla="*/ 7203167 w 7467600"/>
              <a:gd name="connsiteY538" fmla="*/ 2697288 h 6858000"/>
              <a:gd name="connsiteX539" fmla="*/ 6937703 w 7467600"/>
              <a:gd name="connsiteY539" fmla="*/ 2321981 h 6858000"/>
              <a:gd name="connsiteX540" fmla="*/ 6591670 w 7467600"/>
              <a:gd name="connsiteY540" fmla="*/ 1988277 h 6858000"/>
              <a:gd name="connsiteX541" fmla="*/ 5798671 w 7467600"/>
              <a:gd name="connsiteY541" fmla="*/ 1981601 h 6858000"/>
              <a:gd name="connsiteX542" fmla="*/ 5754709 w 7467600"/>
              <a:gd name="connsiteY542" fmla="*/ 2071454 h 6858000"/>
              <a:gd name="connsiteX543" fmla="*/ 5763044 w 7467600"/>
              <a:gd name="connsiteY543" fmla="*/ 2842206 h 6858000"/>
              <a:gd name="connsiteX544" fmla="*/ 5764974 w 7467600"/>
              <a:gd name="connsiteY544" fmla="*/ 2799609 h 6858000"/>
              <a:gd name="connsiteX545" fmla="*/ 5767665 w 7467600"/>
              <a:gd name="connsiteY545" fmla="*/ 2666409 h 6858000"/>
              <a:gd name="connsiteX546" fmla="*/ 5763055 w 7467600"/>
              <a:gd name="connsiteY546" fmla="*/ 2579705 h 6858000"/>
              <a:gd name="connsiteX547" fmla="*/ 5758079 w 7467600"/>
              <a:gd name="connsiteY547" fmla="*/ 2492508 h 6858000"/>
              <a:gd name="connsiteX548" fmla="*/ 5779325 w 7467600"/>
              <a:gd name="connsiteY548" fmla="*/ 2197069 h 6858000"/>
              <a:gd name="connsiteX549" fmla="*/ 5798671 w 7467600"/>
              <a:gd name="connsiteY549" fmla="*/ 1981601 h 6858000"/>
              <a:gd name="connsiteX550" fmla="*/ 5829202 w 7467600"/>
              <a:gd name="connsiteY550" fmla="*/ 1971679 h 6858000"/>
              <a:gd name="connsiteX551" fmla="*/ 5809558 w 7467600"/>
              <a:gd name="connsiteY551" fmla="*/ 2198043 h 6858000"/>
              <a:gd name="connsiteX552" fmla="*/ 5788653 w 7467600"/>
              <a:gd name="connsiteY552" fmla="*/ 2489430 h 6858000"/>
              <a:gd name="connsiteX553" fmla="*/ 5793439 w 7467600"/>
              <a:gd name="connsiteY553" fmla="*/ 2575235 h 6858000"/>
              <a:gd name="connsiteX554" fmla="*/ 5796837 w 7467600"/>
              <a:gd name="connsiteY554" fmla="*/ 2637633 h 6858000"/>
              <a:gd name="connsiteX555" fmla="*/ 5818614 w 7467600"/>
              <a:gd name="connsiteY555" fmla="*/ 2473055 h 6858000"/>
              <a:gd name="connsiteX556" fmla="*/ 5829202 w 7467600"/>
              <a:gd name="connsiteY556" fmla="*/ 1971679 h 6858000"/>
              <a:gd name="connsiteX557" fmla="*/ 5911389 w 7467600"/>
              <a:gd name="connsiteY557" fmla="*/ 1898371 h 6858000"/>
              <a:gd name="connsiteX558" fmla="*/ 6237627 w 7467600"/>
              <a:gd name="connsiteY558" fmla="*/ 2231921 h 6858000"/>
              <a:gd name="connsiteX559" fmla="*/ 5911389 w 7467600"/>
              <a:gd name="connsiteY559" fmla="*/ 1898371 h 6858000"/>
              <a:gd name="connsiteX560" fmla="*/ 6944437 w 7467600"/>
              <a:gd name="connsiteY560" fmla="*/ 1575402 h 6858000"/>
              <a:gd name="connsiteX561" fmla="*/ 6304730 w 7467600"/>
              <a:gd name="connsiteY561" fmla="*/ 1766654 h 6858000"/>
              <a:gd name="connsiteX562" fmla="*/ 6944437 w 7467600"/>
              <a:gd name="connsiteY562" fmla="*/ 1575402 h 6858000"/>
              <a:gd name="connsiteX563" fmla="*/ 7019523 w 7467600"/>
              <a:gd name="connsiteY563" fmla="*/ 1519450 h 6858000"/>
              <a:gd name="connsiteX564" fmla="*/ 6298091 w 7467600"/>
              <a:gd name="connsiteY564" fmla="*/ 1737122 h 6858000"/>
              <a:gd name="connsiteX565" fmla="*/ 7019523 w 7467600"/>
              <a:gd name="connsiteY565" fmla="*/ 1519450 h 6858000"/>
              <a:gd name="connsiteX566" fmla="*/ 2399523 w 7467600"/>
              <a:gd name="connsiteY566" fmla="*/ 1428234 h 6858000"/>
              <a:gd name="connsiteX567" fmla="*/ 2224982 w 7467600"/>
              <a:gd name="connsiteY567" fmla="*/ 1826201 h 6858000"/>
              <a:gd name="connsiteX568" fmla="*/ 2096099 w 7467600"/>
              <a:gd name="connsiteY568" fmla="*/ 2345900 h 6858000"/>
              <a:gd name="connsiteX569" fmla="*/ 2283317 w 7467600"/>
              <a:gd name="connsiteY569" fmla="*/ 1796925 h 6858000"/>
              <a:gd name="connsiteX570" fmla="*/ 2399523 w 7467600"/>
              <a:gd name="connsiteY570" fmla="*/ 1428234 h 6858000"/>
              <a:gd name="connsiteX571" fmla="*/ 2448558 w 7467600"/>
              <a:gd name="connsiteY571" fmla="*/ 1373435 h 6858000"/>
              <a:gd name="connsiteX572" fmla="*/ 2312521 w 7467600"/>
              <a:gd name="connsiteY572" fmla="*/ 1806140 h 6858000"/>
              <a:gd name="connsiteX573" fmla="*/ 2127533 w 7467600"/>
              <a:gd name="connsiteY573" fmla="*/ 2348380 h 6858000"/>
              <a:gd name="connsiteX574" fmla="*/ 2358080 w 7467600"/>
              <a:gd name="connsiteY574" fmla="*/ 1866134 h 6858000"/>
              <a:gd name="connsiteX575" fmla="*/ 2407436 w 7467600"/>
              <a:gd name="connsiteY575" fmla="*/ 1651070 h 6858000"/>
              <a:gd name="connsiteX576" fmla="*/ 2448558 w 7467600"/>
              <a:gd name="connsiteY576" fmla="*/ 1373435 h 6858000"/>
              <a:gd name="connsiteX577" fmla="*/ 278707 w 7467600"/>
              <a:gd name="connsiteY577" fmla="*/ 1352270 h 6858000"/>
              <a:gd name="connsiteX578" fmla="*/ 321570 w 7467600"/>
              <a:gd name="connsiteY578" fmla="*/ 1861610 h 6858000"/>
              <a:gd name="connsiteX579" fmla="*/ 294281 w 7467600"/>
              <a:gd name="connsiteY579" fmla="*/ 1440658 h 6858000"/>
              <a:gd name="connsiteX580" fmla="*/ 278707 w 7467600"/>
              <a:gd name="connsiteY580" fmla="*/ 1352270 h 6858000"/>
              <a:gd name="connsiteX581" fmla="*/ 1423821 w 7467600"/>
              <a:gd name="connsiteY581" fmla="*/ 1351958 h 6858000"/>
              <a:gd name="connsiteX582" fmla="*/ 1638521 w 7467600"/>
              <a:gd name="connsiteY582" fmla="*/ 1908470 h 6858000"/>
              <a:gd name="connsiteX583" fmla="*/ 1754199 w 7467600"/>
              <a:gd name="connsiteY583" fmla="*/ 2149284 h 6858000"/>
              <a:gd name="connsiteX584" fmla="*/ 1908359 w 7467600"/>
              <a:gd name="connsiteY584" fmla="*/ 2364988 h 6858000"/>
              <a:gd name="connsiteX585" fmla="*/ 1647661 w 7467600"/>
              <a:gd name="connsiteY585" fmla="*/ 1825945 h 6858000"/>
              <a:gd name="connsiteX586" fmla="*/ 1423821 w 7467600"/>
              <a:gd name="connsiteY586" fmla="*/ 1351958 h 6858000"/>
              <a:gd name="connsiteX587" fmla="*/ 1431890 w 7467600"/>
              <a:gd name="connsiteY587" fmla="*/ 1306475 h 6858000"/>
              <a:gd name="connsiteX588" fmla="*/ 1507597 w 7467600"/>
              <a:gd name="connsiteY588" fmla="*/ 1446132 h 6858000"/>
              <a:gd name="connsiteX589" fmla="*/ 1674586 w 7467600"/>
              <a:gd name="connsiteY589" fmla="*/ 1813832 h 6858000"/>
              <a:gd name="connsiteX590" fmla="*/ 1815950 w 7467600"/>
              <a:gd name="connsiteY590" fmla="*/ 2128564 h 6858000"/>
              <a:gd name="connsiteX591" fmla="*/ 1984242 w 7467600"/>
              <a:gd name="connsiteY591" fmla="*/ 2430829 h 6858000"/>
              <a:gd name="connsiteX592" fmla="*/ 2014023 w 7467600"/>
              <a:gd name="connsiteY592" fmla="*/ 2450995 h 6858000"/>
              <a:gd name="connsiteX593" fmla="*/ 1747337 w 7467600"/>
              <a:gd name="connsiteY593" fmla="*/ 1855264 h 6858000"/>
              <a:gd name="connsiteX594" fmla="*/ 1533749 w 7467600"/>
              <a:gd name="connsiteY594" fmla="*/ 1478656 h 6858000"/>
              <a:gd name="connsiteX595" fmla="*/ 1431890 w 7467600"/>
              <a:gd name="connsiteY595" fmla="*/ 1306475 h 6858000"/>
              <a:gd name="connsiteX596" fmla="*/ 5052692 w 7467600"/>
              <a:gd name="connsiteY596" fmla="*/ 1292994 h 6858000"/>
              <a:gd name="connsiteX597" fmla="*/ 5200661 w 7467600"/>
              <a:gd name="connsiteY597" fmla="*/ 1635186 h 6858000"/>
              <a:gd name="connsiteX598" fmla="*/ 5297138 w 7467600"/>
              <a:gd name="connsiteY598" fmla="*/ 1906351 h 6858000"/>
              <a:gd name="connsiteX599" fmla="*/ 5052692 w 7467600"/>
              <a:gd name="connsiteY599" fmla="*/ 1292994 h 6858000"/>
              <a:gd name="connsiteX600" fmla="*/ 5009948 w 7467600"/>
              <a:gd name="connsiteY600" fmla="*/ 1273619 h 6858000"/>
              <a:gd name="connsiteX601" fmla="*/ 5121777 w 7467600"/>
              <a:gd name="connsiteY601" fmla="*/ 1654213 h 6858000"/>
              <a:gd name="connsiteX602" fmla="*/ 5293545 w 7467600"/>
              <a:gd name="connsiteY602" fmla="*/ 2072247 h 6858000"/>
              <a:gd name="connsiteX603" fmla="*/ 5294042 w 7467600"/>
              <a:gd name="connsiteY603" fmla="*/ 2065019 h 6858000"/>
              <a:gd name="connsiteX604" fmla="*/ 5171936 w 7467600"/>
              <a:gd name="connsiteY604" fmla="*/ 1647613 h 6858000"/>
              <a:gd name="connsiteX605" fmla="*/ 5009948 w 7467600"/>
              <a:gd name="connsiteY605" fmla="*/ 1273619 h 6858000"/>
              <a:gd name="connsiteX606" fmla="*/ 655236 w 7467600"/>
              <a:gd name="connsiteY606" fmla="*/ 1268632 h 6858000"/>
              <a:gd name="connsiteX607" fmla="*/ 839521 w 7467600"/>
              <a:gd name="connsiteY607" fmla="*/ 1685315 h 6858000"/>
              <a:gd name="connsiteX608" fmla="*/ 1109416 w 7467600"/>
              <a:gd name="connsiteY608" fmla="*/ 2061663 h 6858000"/>
              <a:gd name="connsiteX609" fmla="*/ 1298300 w 7467600"/>
              <a:gd name="connsiteY609" fmla="*/ 2247742 h 6858000"/>
              <a:gd name="connsiteX610" fmla="*/ 1125871 w 7467600"/>
              <a:gd name="connsiteY610" fmla="*/ 1989513 h 6858000"/>
              <a:gd name="connsiteX611" fmla="*/ 981574 w 7467600"/>
              <a:gd name="connsiteY611" fmla="*/ 1783157 h 6858000"/>
              <a:gd name="connsiteX612" fmla="*/ 922198 w 7467600"/>
              <a:gd name="connsiteY612" fmla="*/ 1677437 h 6858000"/>
              <a:gd name="connsiteX613" fmla="*/ 869293 w 7467600"/>
              <a:gd name="connsiteY613" fmla="*/ 1583214 h 6858000"/>
              <a:gd name="connsiteX614" fmla="*/ 751431 w 7467600"/>
              <a:gd name="connsiteY614" fmla="*/ 1405731 h 6858000"/>
              <a:gd name="connsiteX615" fmla="*/ 655236 w 7467600"/>
              <a:gd name="connsiteY615" fmla="*/ 1268632 h 6858000"/>
              <a:gd name="connsiteX616" fmla="*/ 6516292 w 7467600"/>
              <a:gd name="connsiteY616" fmla="*/ 1263064 h 6858000"/>
              <a:gd name="connsiteX617" fmla="*/ 5736320 w 7467600"/>
              <a:gd name="connsiteY617" fmla="*/ 1501803 h 6858000"/>
              <a:gd name="connsiteX618" fmla="*/ 6516292 w 7467600"/>
              <a:gd name="connsiteY618" fmla="*/ 1263064 h 6858000"/>
              <a:gd name="connsiteX619" fmla="*/ 291466 w 7467600"/>
              <a:gd name="connsiteY619" fmla="*/ 1250369 h 6858000"/>
              <a:gd name="connsiteX620" fmla="*/ 323180 w 7467600"/>
              <a:gd name="connsiteY620" fmla="*/ 1435283 h 6858000"/>
              <a:gd name="connsiteX621" fmla="*/ 349381 w 7467600"/>
              <a:gd name="connsiteY621" fmla="*/ 1875041 h 6858000"/>
              <a:gd name="connsiteX622" fmla="*/ 374363 w 7467600"/>
              <a:gd name="connsiteY622" fmla="*/ 1506494 h 6858000"/>
              <a:gd name="connsiteX623" fmla="*/ 302168 w 7467600"/>
              <a:gd name="connsiteY623" fmla="*/ 1274495 h 6858000"/>
              <a:gd name="connsiteX624" fmla="*/ 291466 w 7467600"/>
              <a:gd name="connsiteY624" fmla="*/ 1250369 h 6858000"/>
              <a:gd name="connsiteX625" fmla="*/ 678222 w 7467600"/>
              <a:gd name="connsiteY625" fmla="*/ 1248670 h 6858000"/>
              <a:gd name="connsiteX626" fmla="*/ 775536 w 7467600"/>
              <a:gd name="connsiteY626" fmla="*/ 1388015 h 6858000"/>
              <a:gd name="connsiteX627" fmla="*/ 894529 w 7467600"/>
              <a:gd name="connsiteY627" fmla="*/ 1567739 h 6858000"/>
              <a:gd name="connsiteX628" fmla="*/ 948000 w 7467600"/>
              <a:gd name="connsiteY628" fmla="*/ 1663088 h 6858000"/>
              <a:gd name="connsiteX629" fmla="*/ 1006812 w 7467600"/>
              <a:gd name="connsiteY629" fmla="*/ 1767683 h 6858000"/>
              <a:gd name="connsiteX630" fmla="*/ 1149133 w 7467600"/>
              <a:gd name="connsiteY630" fmla="*/ 1971513 h 6858000"/>
              <a:gd name="connsiteX631" fmla="*/ 1333952 w 7467600"/>
              <a:gd name="connsiteY631" fmla="*/ 2251620 h 6858000"/>
              <a:gd name="connsiteX632" fmla="*/ 1337329 w 7467600"/>
              <a:gd name="connsiteY632" fmla="*/ 2258350 h 6858000"/>
              <a:gd name="connsiteX633" fmla="*/ 1014726 w 7467600"/>
              <a:gd name="connsiteY633" fmla="*/ 1615556 h 6858000"/>
              <a:gd name="connsiteX634" fmla="*/ 678222 w 7467600"/>
              <a:gd name="connsiteY634" fmla="*/ 1248670 h 6858000"/>
              <a:gd name="connsiteX635" fmla="*/ 6691602 w 7467600"/>
              <a:gd name="connsiteY635" fmla="*/ 1140573 h 6858000"/>
              <a:gd name="connsiteX636" fmla="*/ 6571100 w 7467600"/>
              <a:gd name="connsiteY636" fmla="*/ 1183662 h 6858000"/>
              <a:gd name="connsiteX637" fmla="*/ 6241687 w 7467600"/>
              <a:gd name="connsiteY637" fmla="*/ 1257600 h 6858000"/>
              <a:gd name="connsiteX638" fmla="*/ 5693009 w 7467600"/>
              <a:gd name="connsiteY638" fmla="*/ 1478256 h 6858000"/>
              <a:gd name="connsiteX639" fmla="*/ 6548420 w 7467600"/>
              <a:gd name="connsiteY639" fmla="*/ 1214599 h 6858000"/>
              <a:gd name="connsiteX640" fmla="*/ 6605473 w 7467600"/>
              <a:gd name="connsiteY640" fmla="*/ 1184686 h 6858000"/>
              <a:gd name="connsiteX641" fmla="*/ 6691602 w 7467600"/>
              <a:gd name="connsiteY641" fmla="*/ 1140573 h 6858000"/>
              <a:gd name="connsiteX642" fmla="*/ 4002475 w 7467600"/>
              <a:gd name="connsiteY642" fmla="*/ 1037802 h 6858000"/>
              <a:gd name="connsiteX643" fmla="*/ 4000324 w 7467600"/>
              <a:gd name="connsiteY643" fmla="*/ 1039362 h 6858000"/>
              <a:gd name="connsiteX644" fmla="*/ 4002862 w 7467600"/>
              <a:gd name="connsiteY644" fmla="*/ 1042866 h 6858000"/>
              <a:gd name="connsiteX645" fmla="*/ 4002475 w 7467600"/>
              <a:gd name="connsiteY645" fmla="*/ 1037802 h 6858000"/>
              <a:gd name="connsiteX646" fmla="*/ 506322 w 7467600"/>
              <a:gd name="connsiteY646" fmla="*/ 1020997 h 6858000"/>
              <a:gd name="connsiteX647" fmla="*/ 533068 w 7467600"/>
              <a:gd name="connsiteY647" fmla="*/ 1029409 h 6858000"/>
              <a:gd name="connsiteX648" fmla="*/ 1232525 w 7467600"/>
              <a:gd name="connsiteY648" fmla="*/ 1804675 h 6858000"/>
              <a:gd name="connsiteX649" fmla="*/ 1388858 w 7467600"/>
              <a:gd name="connsiteY649" fmla="*/ 2368011 h 6858000"/>
              <a:gd name="connsiteX650" fmla="*/ 1384098 w 7467600"/>
              <a:gd name="connsiteY650" fmla="*/ 2378125 h 6858000"/>
              <a:gd name="connsiteX651" fmla="*/ 1425393 w 7467600"/>
              <a:gd name="connsiteY651" fmla="*/ 2589124 h 6858000"/>
              <a:gd name="connsiteX652" fmla="*/ 1424001 w 7467600"/>
              <a:gd name="connsiteY652" fmla="*/ 2597541 h 6858000"/>
              <a:gd name="connsiteX653" fmla="*/ 2152729 w 7467600"/>
              <a:gd name="connsiteY653" fmla="*/ 2864487 h 6858000"/>
              <a:gd name="connsiteX654" fmla="*/ 2020609 w 7467600"/>
              <a:gd name="connsiteY654" fmla="*/ 2539671 h 6858000"/>
              <a:gd name="connsiteX655" fmla="*/ 2018920 w 7467600"/>
              <a:gd name="connsiteY655" fmla="*/ 2536309 h 6858000"/>
              <a:gd name="connsiteX656" fmla="*/ 1342441 w 7467600"/>
              <a:gd name="connsiteY656" fmla="*/ 1173017 h 6858000"/>
              <a:gd name="connsiteX657" fmla="*/ 1367925 w 7467600"/>
              <a:gd name="connsiteY657" fmla="*/ 1135648 h 6858000"/>
              <a:gd name="connsiteX658" fmla="*/ 1771401 w 7467600"/>
              <a:gd name="connsiteY658" fmla="*/ 1806673 h 6858000"/>
              <a:gd name="connsiteX659" fmla="*/ 1972385 w 7467600"/>
              <a:gd name="connsiteY659" fmla="*/ 2198735 h 6858000"/>
              <a:gd name="connsiteX660" fmla="*/ 2040892 w 7467600"/>
              <a:gd name="connsiteY660" fmla="*/ 2405205 h 6858000"/>
              <a:gd name="connsiteX661" fmla="*/ 2131689 w 7467600"/>
              <a:gd name="connsiteY661" fmla="*/ 1936926 h 6858000"/>
              <a:gd name="connsiteX662" fmla="*/ 2454820 w 7467600"/>
              <a:gd name="connsiteY662" fmla="*/ 1248808 h 6858000"/>
              <a:gd name="connsiteX663" fmla="*/ 2492512 w 7467600"/>
              <a:gd name="connsiteY663" fmla="*/ 1302920 h 6858000"/>
              <a:gd name="connsiteX664" fmla="*/ 2081216 w 7467600"/>
              <a:gd name="connsiteY664" fmla="*/ 2527513 h 6858000"/>
              <a:gd name="connsiteX665" fmla="*/ 2081211 w 7467600"/>
              <a:gd name="connsiteY665" fmla="*/ 2528916 h 6858000"/>
              <a:gd name="connsiteX666" fmla="*/ 2199067 w 7467600"/>
              <a:gd name="connsiteY666" fmla="*/ 2884061 h 6858000"/>
              <a:gd name="connsiteX667" fmla="*/ 3192586 w 7467600"/>
              <a:gd name="connsiteY667" fmla="*/ 3411496 h 6858000"/>
              <a:gd name="connsiteX668" fmla="*/ 3182620 w 7467600"/>
              <a:gd name="connsiteY668" fmla="*/ 3483279 h 6858000"/>
              <a:gd name="connsiteX669" fmla="*/ 2435119 w 7467600"/>
              <a:gd name="connsiteY669" fmla="*/ 3080173 h 6858000"/>
              <a:gd name="connsiteX670" fmla="*/ 2410152 w 7467600"/>
              <a:gd name="connsiteY670" fmla="*/ 3063751 h 6858000"/>
              <a:gd name="connsiteX671" fmla="*/ 2408099 w 7467600"/>
              <a:gd name="connsiteY671" fmla="*/ 3064403 h 6858000"/>
              <a:gd name="connsiteX672" fmla="*/ 2407218 w 7467600"/>
              <a:gd name="connsiteY672" fmla="*/ 3070324 h 6858000"/>
              <a:gd name="connsiteX673" fmla="*/ 2380138 w 7467600"/>
              <a:gd name="connsiteY673" fmla="*/ 3099341 h 6858000"/>
              <a:gd name="connsiteX674" fmla="*/ 1765923 w 7467600"/>
              <a:gd name="connsiteY674" fmla="*/ 3581043 h 6858000"/>
              <a:gd name="connsiteX675" fmla="*/ 1702258 w 7467600"/>
              <a:gd name="connsiteY675" fmla="*/ 3612286 h 6858000"/>
              <a:gd name="connsiteX676" fmla="*/ 1538370 w 7467600"/>
              <a:gd name="connsiteY676" fmla="*/ 3811804 h 6858000"/>
              <a:gd name="connsiteX677" fmla="*/ 542867 w 7467600"/>
              <a:gd name="connsiteY677" fmla="*/ 4944092 h 6858000"/>
              <a:gd name="connsiteX678" fmla="*/ 515800 w 7467600"/>
              <a:gd name="connsiteY678" fmla="*/ 4862180 h 6858000"/>
              <a:gd name="connsiteX679" fmla="*/ 909145 w 7467600"/>
              <a:gd name="connsiteY679" fmla="*/ 4199225 h 6858000"/>
              <a:gd name="connsiteX680" fmla="*/ 1214067 w 7467600"/>
              <a:gd name="connsiteY680" fmla="*/ 3908561 h 6858000"/>
              <a:gd name="connsiteX681" fmla="*/ 640967 w 7467600"/>
              <a:gd name="connsiteY681" fmla="*/ 4105601 h 6858000"/>
              <a:gd name="connsiteX682" fmla="*/ 112563 w 7467600"/>
              <a:gd name="connsiteY682" fmla="*/ 4396952 h 6858000"/>
              <a:gd name="connsiteX683" fmla="*/ 0 w 7467600"/>
              <a:gd name="connsiteY683" fmla="*/ 4466006 h 6858000"/>
              <a:gd name="connsiteX684" fmla="*/ 0 w 7467600"/>
              <a:gd name="connsiteY684" fmla="*/ 4233763 h 6858000"/>
              <a:gd name="connsiteX685" fmla="*/ 36881 w 7467600"/>
              <a:gd name="connsiteY685" fmla="*/ 4200118 h 6858000"/>
              <a:gd name="connsiteX686" fmla="*/ 910534 w 7467600"/>
              <a:gd name="connsiteY686" fmla="*/ 3629753 h 6858000"/>
              <a:gd name="connsiteX687" fmla="*/ 1578717 w 7467600"/>
              <a:gd name="connsiteY687" fmla="*/ 3575982 h 6858000"/>
              <a:gd name="connsiteX688" fmla="*/ 2338780 w 7467600"/>
              <a:gd name="connsiteY688" fmla="*/ 3033725 h 6858000"/>
              <a:gd name="connsiteX689" fmla="*/ 1807991 w 7467600"/>
              <a:gd name="connsiteY689" fmla="*/ 2807184 h 6858000"/>
              <a:gd name="connsiteX690" fmla="*/ 1416358 w 7467600"/>
              <a:gd name="connsiteY690" fmla="*/ 3112571 h 6858000"/>
              <a:gd name="connsiteX691" fmla="*/ 939066 w 7467600"/>
              <a:gd name="connsiteY691" fmla="*/ 3378798 h 6858000"/>
              <a:gd name="connsiteX692" fmla="*/ 115099 w 7467600"/>
              <a:gd name="connsiteY692" fmla="*/ 3607650 h 6858000"/>
              <a:gd name="connsiteX693" fmla="*/ 97284 w 7467600"/>
              <a:gd name="connsiteY693" fmla="*/ 3520393 h 6858000"/>
              <a:gd name="connsiteX694" fmla="*/ 922050 w 7467600"/>
              <a:gd name="connsiteY694" fmla="*/ 3074867 h 6858000"/>
              <a:gd name="connsiteX695" fmla="*/ 1405265 w 7467600"/>
              <a:gd name="connsiteY695" fmla="*/ 3016319 h 6858000"/>
              <a:gd name="connsiteX696" fmla="*/ 1407512 w 7467600"/>
              <a:gd name="connsiteY696" fmla="*/ 3018001 h 6858000"/>
              <a:gd name="connsiteX697" fmla="*/ 1726266 w 7467600"/>
              <a:gd name="connsiteY697" fmla="*/ 2777274 h 6858000"/>
              <a:gd name="connsiteX698" fmla="*/ 625390 w 7467600"/>
              <a:gd name="connsiteY698" fmla="*/ 2514541 h 6858000"/>
              <a:gd name="connsiteX699" fmla="*/ 619799 w 7467600"/>
              <a:gd name="connsiteY699" fmla="*/ 2527180 h 6858000"/>
              <a:gd name="connsiteX700" fmla="*/ 310030 w 7467600"/>
              <a:gd name="connsiteY700" fmla="*/ 2771818 h 6858000"/>
              <a:gd name="connsiteX701" fmla="*/ 173877 w 7467600"/>
              <a:gd name="connsiteY701" fmla="*/ 2937056 h 6858000"/>
              <a:gd name="connsiteX702" fmla="*/ 77889 w 7467600"/>
              <a:gd name="connsiteY702" fmla="*/ 3138440 h 6858000"/>
              <a:gd name="connsiteX703" fmla="*/ 0 w 7467600"/>
              <a:gd name="connsiteY703" fmla="*/ 3271395 h 6858000"/>
              <a:gd name="connsiteX704" fmla="*/ 0 w 7467600"/>
              <a:gd name="connsiteY704" fmla="*/ 3153002 h 6858000"/>
              <a:gd name="connsiteX705" fmla="*/ 2386 w 7467600"/>
              <a:gd name="connsiteY705" fmla="*/ 3149203 h 6858000"/>
              <a:gd name="connsiteX706" fmla="*/ 89753 w 7467600"/>
              <a:gd name="connsiteY706" fmla="*/ 2987702 h 6858000"/>
              <a:gd name="connsiteX707" fmla="*/ 76869 w 7467600"/>
              <a:gd name="connsiteY707" fmla="*/ 3005404 h 6858000"/>
              <a:gd name="connsiteX708" fmla="*/ 32049 w 7467600"/>
              <a:gd name="connsiteY708" fmla="*/ 3065814 h 6858000"/>
              <a:gd name="connsiteX709" fmla="*/ 0 w 7467600"/>
              <a:gd name="connsiteY709" fmla="*/ 3108744 h 6858000"/>
              <a:gd name="connsiteX710" fmla="*/ 0 w 7467600"/>
              <a:gd name="connsiteY710" fmla="*/ 3058059 h 6858000"/>
              <a:gd name="connsiteX711" fmla="*/ 7610 w 7467600"/>
              <a:gd name="connsiteY711" fmla="*/ 3047889 h 6858000"/>
              <a:gd name="connsiteX712" fmla="*/ 52419 w 7467600"/>
              <a:gd name="connsiteY712" fmla="*/ 2987479 h 6858000"/>
              <a:gd name="connsiteX713" fmla="*/ 59142 w 7467600"/>
              <a:gd name="connsiteY713" fmla="*/ 2978488 h 6858000"/>
              <a:gd name="connsiteX714" fmla="*/ 0 w 7467600"/>
              <a:gd name="connsiteY714" fmla="*/ 3015334 h 6858000"/>
              <a:gd name="connsiteX715" fmla="*/ 0 w 7467600"/>
              <a:gd name="connsiteY715" fmla="*/ 2914286 h 6858000"/>
              <a:gd name="connsiteX716" fmla="*/ 36383 w 7467600"/>
              <a:gd name="connsiteY716" fmla="*/ 2901128 h 6858000"/>
              <a:gd name="connsiteX717" fmla="*/ 156329 w 7467600"/>
              <a:gd name="connsiteY717" fmla="*/ 2840533 h 6858000"/>
              <a:gd name="connsiteX718" fmla="*/ 358355 w 7467600"/>
              <a:gd name="connsiteY718" fmla="*/ 2620471 h 6858000"/>
              <a:gd name="connsiteX719" fmla="*/ 510577 w 7467600"/>
              <a:gd name="connsiteY719" fmla="*/ 2501244 h 6858000"/>
              <a:gd name="connsiteX720" fmla="*/ 211967 w 7467600"/>
              <a:gd name="connsiteY720" fmla="*/ 2479171 h 6858000"/>
              <a:gd name="connsiteX721" fmla="*/ 0 w 7467600"/>
              <a:gd name="connsiteY721" fmla="*/ 2476398 h 6858000"/>
              <a:gd name="connsiteX722" fmla="*/ 0 w 7467600"/>
              <a:gd name="connsiteY722" fmla="*/ 2389189 h 6858000"/>
              <a:gd name="connsiteX723" fmla="*/ 103062 w 7467600"/>
              <a:gd name="connsiteY723" fmla="*/ 2389518 h 6858000"/>
              <a:gd name="connsiteX724" fmla="*/ 510734 w 7467600"/>
              <a:gd name="connsiteY724" fmla="*/ 2416201 h 6858000"/>
              <a:gd name="connsiteX725" fmla="*/ 279257 w 7467600"/>
              <a:gd name="connsiteY725" fmla="*/ 2092102 h 6858000"/>
              <a:gd name="connsiteX726" fmla="*/ 65265 w 7467600"/>
              <a:gd name="connsiteY726" fmla="*/ 2006049 h 6858000"/>
              <a:gd name="connsiteX727" fmla="*/ 0 w 7467600"/>
              <a:gd name="connsiteY727" fmla="*/ 1982532 h 6858000"/>
              <a:gd name="connsiteX728" fmla="*/ 0 w 7467600"/>
              <a:gd name="connsiteY728" fmla="*/ 1912789 h 6858000"/>
              <a:gd name="connsiteX729" fmla="*/ 97460 w 7467600"/>
              <a:gd name="connsiteY729" fmla="*/ 1953725 h 6858000"/>
              <a:gd name="connsiteX730" fmla="*/ 221272 w 7467600"/>
              <a:gd name="connsiteY730" fmla="*/ 1980766 h 6858000"/>
              <a:gd name="connsiteX731" fmla="*/ 116765 w 7467600"/>
              <a:gd name="connsiteY731" fmla="*/ 1911033 h 6858000"/>
              <a:gd name="connsiteX732" fmla="*/ 16405 w 7467600"/>
              <a:gd name="connsiteY732" fmla="*/ 1803412 h 6858000"/>
              <a:gd name="connsiteX733" fmla="*/ 0 w 7467600"/>
              <a:gd name="connsiteY733" fmla="*/ 1784777 h 6858000"/>
              <a:gd name="connsiteX734" fmla="*/ 0 w 7467600"/>
              <a:gd name="connsiteY734" fmla="*/ 1740082 h 6858000"/>
              <a:gd name="connsiteX735" fmla="*/ 39394 w 7467600"/>
              <a:gd name="connsiteY735" fmla="*/ 1784856 h 6858000"/>
              <a:gd name="connsiteX736" fmla="*/ 135813 w 7467600"/>
              <a:gd name="connsiteY736" fmla="*/ 1888838 h 6858000"/>
              <a:gd name="connsiteX737" fmla="*/ 242575 w 7467600"/>
              <a:gd name="connsiteY737" fmla="*/ 1958841 h 6858000"/>
              <a:gd name="connsiteX738" fmla="*/ 82197 w 7467600"/>
              <a:gd name="connsiteY738" fmla="*/ 1754826 h 6858000"/>
              <a:gd name="connsiteX739" fmla="*/ 0 w 7467600"/>
              <a:gd name="connsiteY739" fmla="*/ 1679650 h 6858000"/>
              <a:gd name="connsiteX740" fmla="*/ 0 w 7467600"/>
              <a:gd name="connsiteY740" fmla="*/ 1602463 h 6858000"/>
              <a:gd name="connsiteX741" fmla="*/ 84689 w 7467600"/>
              <a:gd name="connsiteY741" fmla="*/ 1677442 h 6858000"/>
              <a:gd name="connsiteX742" fmla="*/ 298437 w 7467600"/>
              <a:gd name="connsiteY742" fmla="*/ 1968019 h 6858000"/>
              <a:gd name="connsiteX743" fmla="*/ 227269 w 7467600"/>
              <a:gd name="connsiteY743" fmla="*/ 1114064 h 6858000"/>
              <a:gd name="connsiteX744" fmla="*/ 248003 w 7467600"/>
              <a:gd name="connsiteY744" fmla="*/ 1089613 h 6858000"/>
              <a:gd name="connsiteX745" fmla="*/ 427020 w 7467600"/>
              <a:gd name="connsiteY745" fmla="*/ 1619803 h 6858000"/>
              <a:gd name="connsiteX746" fmla="*/ 340345 w 7467600"/>
              <a:gd name="connsiteY746" fmla="*/ 2027739 h 6858000"/>
              <a:gd name="connsiteX747" fmla="*/ 360865 w 7467600"/>
              <a:gd name="connsiteY747" fmla="*/ 2044827 h 6858000"/>
              <a:gd name="connsiteX748" fmla="*/ 560414 w 7467600"/>
              <a:gd name="connsiteY748" fmla="*/ 2421457 h 6858000"/>
              <a:gd name="connsiteX749" fmla="*/ 1359703 w 7467600"/>
              <a:gd name="connsiteY749" fmla="*/ 2578554 h 6858000"/>
              <a:gd name="connsiteX750" fmla="*/ 1359422 w 7467600"/>
              <a:gd name="connsiteY750" fmla="*/ 2577994 h 6858000"/>
              <a:gd name="connsiteX751" fmla="*/ 828701 w 7467600"/>
              <a:gd name="connsiteY751" fmla="*/ 1839520 h 6858000"/>
              <a:gd name="connsiteX752" fmla="*/ 494427 w 7467600"/>
              <a:gd name="connsiteY752" fmla="*/ 1092333 h 6858000"/>
              <a:gd name="connsiteX753" fmla="*/ 506322 w 7467600"/>
              <a:gd name="connsiteY753" fmla="*/ 1020997 h 6858000"/>
              <a:gd name="connsiteX754" fmla="*/ 4570198 w 7467600"/>
              <a:gd name="connsiteY754" fmla="*/ 978081 h 6858000"/>
              <a:gd name="connsiteX755" fmla="*/ 4523691 w 7467600"/>
              <a:gd name="connsiteY755" fmla="*/ 1127776 h 6858000"/>
              <a:gd name="connsiteX756" fmla="*/ 4509875 w 7467600"/>
              <a:gd name="connsiteY756" fmla="*/ 1167552 h 6858000"/>
              <a:gd name="connsiteX757" fmla="*/ 4478168 w 7467600"/>
              <a:gd name="connsiteY757" fmla="*/ 1260735 h 6858000"/>
              <a:gd name="connsiteX758" fmla="*/ 4409309 w 7467600"/>
              <a:gd name="connsiteY758" fmla="*/ 1666996 h 6858000"/>
              <a:gd name="connsiteX759" fmla="*/ 4370031 w 7467600"/>
              <a:gd name="connsiteY759" fmla="*/ 1955666 h 6858000"/>
              <a:gd name="connsiteX760" fmla="*/ 4570198 w 7467600"/>
              <a:gd name="connsiteY760" fmla="*/ 978081 h 6858000"/>
              <a:gd name="connsiteX761" fmla="*/ 4557898 w 7467600"/>
              <a:gd name="connsiteY761" fmla="*/ 900011 h 6858000"/>
              <a:gd name="connsiteX762" fmla="*/ 4344840 w 7467600"/>
              <a:gd name="connsiteY762" fmla="*/ 1922038 h 6858000"/>
              <a:gd name="connsiteX763" fmla="*/ 4378710 w 7467600"/>
              <a:gd name="connsiteY763" fmla="*/ 1665516 h 6858000"/>
              <a:gd name="connsiteX764" fmla="*/ 4448798 w 7467600"/>
              <a:gd name="connsiteY764" fmla="*/ 1253024 h 6858000"/>
              <a:gd name="connsiteX765" fmla="*/ 4480315 w 7467600"/>
              <a:gd name="connsiteY765" fmla="*/ 1158454 h 6858000"/>
              <a:gd name="connsiteX766" fmla="*/ 4494133 w 7467600"/>
              <a:gd name="connsiteY766" fmla="*/ 1118676 h 6858000"/>
              <a:gd name="connsiteX767" fmla="*/ 4557898 w 7467600"/>
              <a:gd name="connsiteY767" fmla="*/ 900011 h 6858000"/>
              <a:gd name="connsiteX768" fmla="*/ 5870151 w 7467600"/>
              <a:gd name="connsiteY768" fmla="*/ 898890 h 6858000"/>
              <a:gd name="connsiteX769" fmla="*/ 5861335 w 7467600"/>
              <a:gd name="connsiteY769" fmla="*/ 899177 h 6858000"/>
              <a:gd name="connsiteX770" fmla="*/ 5843702 w 7467600"/>
              <a:gd name="connsiteY770" fmla="*/ 899748 h 6858000"/>
              <a:gd name="connsiteX771" fmla="*/ 5651107 w 7467600"/>
              <a:gd name="connsiteY771" fmla="*/ 920306 h 6858000"/>
              <a:gd name="connsiteX772" fmla="*/ 5459407 w 7467600"/>
              <a:gd name="connsiteY772" fmla="*/ 940975 h 6858000"/>
              <a:gd name="connsiteX773" fmla="*/ 5374846 w 7467600"/>
              <a:gd name="connsiteY773" fmla="*/ 941988 h 6858000"/>
              <a:gd name="connsiteX774" fmla="*/ 5256105 w 7467600"/>
              <a:gd name="connsiteY774" fmla="*/ 945632 h 6858000"/>
              <a:gd name="connsiteX775" fmla="*/ 5107071 w 7467600"/>
              <a:gd name="connsiteY775" fmla="*/ 969720 h 6858000"/>
              <a:gd name="connsiteX776" fmla="*/ 4998681 w 7467600"/>
              <a:gd name="connsiteY776" fmla="*/ 988771 h 6858000"/>
              <a:gd name="connsiteX777" fmla="*/ 5870151 w 7467600"/>
              <a:gd name="connsiteY777" fmla="*/ 898890 h 6858000"/>
              <a:gd name="connsiteX778" fmla="*/ 5504425 w 7467600"/>
              <a:gd name="connsiteY778" fmla="*/ 848067 h 6858000"/>
              <a:gd name="connsiteX779" fmla="*/ 4968849 w 7467600"/>
              <a:gd name="connsiteY779" fmla="*/ 962318 h 6858000"/>
              <a:gd name="connsiteX780" fmla="*/ 5104039 w 7467600"/>
              <a:gd name="connsiteY780" fmla="*/ 940634 h 6858000"/>
              <a:gd name="connsiteX781" fmla="*/ 5256311 w 7467600"/>
              <a:gd name="connsiteY781" fmla="*/ 916490 h 6858000"/>
              <a:gd name="connsiteX782" fmla="*/ 5377381 w 7467600"/>
              <a:gd name="connsiteY782" fmla="*/ 912671 h 6858000"/>
              <a:gd name="connsiteX783" fmla="*/ 5460148 w 7467600"/>
              <a:gd name="connsiteY783" fmla="*/ 911442 h 6858000"/>
              <a:gd name="connsiteX784" fmla="*/ 5648971 w 7467600"/>
              <a:gd name="connsiteY784" fmla="*/ 891331 h 6858000"/>
              <a:gd name="connsiteX785" fmla="*/ 5844807 w 7467600"/>
              <a:gd name="connsiteY785" fmla="*/ 870718 h 6858000"/>
              <a:gd name="connsiteX786" fmla="*/ 5862975 w 7467600"/>
              <a:gd name="connsiteY786" fmla="*/ 869756 h 6858000"/>
              <a:gd name="connsiteX787" fmla="*/ 5920887 w 7467600"/>
              <a:gd name="connsiteY787" fmla="*/ 865929 h 6858000"/>
              <a:gd name="connsiteX788" fmla="*/ 5504425 w 7467600"/>
              <a:gd name="connsiteY788" fmla="*/ 848067 h 6858000"/>
              <a:gd name="connsiteX789" fmla="*/ 3607114 w 7467600"/>
              <a:gd name="connsiteY789" fmla="*/ 467441 h 6858000"/>
              <a:gd name="connsiteX790" fmla="*/ 3296242 w 7467600"/>
              <a:gd name="connsiteY790" fmla="*/ 807991 h 6858000"/>
              <a:gd name="connsiteX791" fmla="*/ 3174674 w 7467600"/>
              <a:gd name="connsiteY791" fmla="*/ 919759 h 6858000"/>
              <a:gd name="connsiteX792" fmla="*/ 3042978 w 7467600"/>
              <a:gd name="connsiteY792" fmla="*/ 1054894 h 6858000"/>
              <a:gd name="connsiteX793" fmla="*/ 2968914 w 7467600"/>
              <a:gd name="connsiteY793" fmla="*/ 1133756 h 6858000"/>
              <a:gd name="connsiteX794" fmla="*/ 3103823 w 7467600"/>
              <a:gd name="connsiteY794" fmla="*/ 1026814 h 6858000"/>
              <a:gd name="connsiteX795" fmla="*/ 3607114 w 7467600"/>
              <a:gd name="connsiteY795" fmla="*/ 467441 h 6858000"/>
              <a:gd name="connsiteX796" fmla="*/ 3744487 w 7467600"/>
              <a:gd name="connsiteY796" fmla="*/ 383136 h 6858000"/>
              <a:gd name="connsiteX797" fmla="*/ 3970213 w 7467600"/>
              <a:gd name="connsiteY797" fmla="*/ 995559 h 6858000"/>
              <a:gd name="connsiteX798" fmla="*/ 3744487 w 7467600"/>
              <a:gd name="connsiteY798" fmla="*/ 383136 h 6858000"/>
              <a:gd name="connsiteX799" fmla="*/ 3624562 w 7467600"/>
              <a:gd name="connsiteY799" fmla="*/ 367041 h 6858000"/>
              <a:gd name="connsiteX800" fmla="*/ 3489712 w 7467600"/>
              <a:gd name="connsiteY800" fmla="*/ 485386 h 6858000"/>
              <a:gd name="connsiteX801" fmla="*/ 3182994 w 7467600"/>
              <a:gd name="connsiteY801" fmla="*/ 828265 h 6858000"/>
              <a:gd name="connsiteX802" fmla="*/ 2892114 w 7467600"/>
              <a:gd name="connsiteY802" fmla="*/ 1172635 h 6858000"/>
              <a:gd name="connsiteX803" fmla="*/ 3021459 w 7467600"/>
              <a:gd name="connsiteY803" fmla="*/ 1035385 h 6858000"/>
              <a:gd name="connsiteX804" fmla="*/ 3153873 w 7467600"/>
              <a:gd name="connsiteY804" fmla="*/ 898971 h 6858000"/>
              <a:gd name="connsiteX805" fmla="*/ 3276511 w 7467600"/>
              <a:gd name="connsiteY805" fmla="*/ 786423 h 6858000"/>
              <a:gd name="connsiteX806" fmla="*/ 3584154 w 7467600"/>
              <a:gd name="connsiteY806" fmla="*/ 448218 h 6858000"/>
              <a:gd name="connsiteX807" fmla="*/ 3624562 w 7467600"/>
              <a:gd name="connsiteY807" fmla="*/ 367041 h 6858000"/>
              <a:gd name="connsiteX808" fmla="*/ 3766672 w 7467600"/>
              <a:gd name="connsiteY808" fmla="*/ 359429 h 6858000"/>
              <a:gd name="connsiteX809" fmla="*/ 3996338 w 7467600"/>
              <a:gd name="connsiteY809" fmla="*/ 968237 h 6858000"/>
              <a:gd name="connsiteX810" fmla="*/ 3766672 w 7467600"/>
              <a:gd name="connsiteY810" fmla="*/ 359429 h 6858000"/>
              <a:gd name="connsiteX811" fmla="*/ 5805386 w 7467600"/>
              <a:gd name="connsiteY811" fmla="*/ 239240 h 6858000"/>
              <a:gd name="connsiteX812" fmla="*/ 5736947 w 7467600"/>
              <a:gd name="connsiteY812" fmla="*/ 261367 h 6858000"/>
              <a:gd name="connsiteX813" fmla="*/ 5427012 w 7467600"/>
              <a:gd name="connsiteY813" fmla="*/ 311272 h 6858000"/>
              <a:gd name="connsiteX814" fmla="*/ 5147818 w 7467600"/>
              <a:gd name="connsiteY814" fmla="*/ 322112 h 6858000"/>
              <a:gd name="connsiteX815" fmla="*/ 5060854 w 7467600"/>
              <a:gd name="connsiteY815" fmla="*/ 311882 h 6858000"/>
              <a:gd name="connsiteX816" fmla="*/ 4945989 w 7467600"/>
              <a:gd name="connsiteY816" fmla="*/ 300516 h 6858000"/>
              <a:gd name="connsiteX817" fmla="*/ 5410479 w 7467600"/>
              <a:gd name="connsiteY817" fmla="*/ 348434 h 6858000"/>
              <a:gd name="connsiteX818" fmla="*/ 5805386 w 7467600"/>
              <a:gd name="connsiteY818" fmla="*/ 239240 h 6858000"/>
              <a:gd name="connsiteX819" fmla="*/ 5905192 w 7467600"/>
              <a:gd name="connsiteY819" fmla="*/ 163079 h 6858000"/>
              <a:gd name="connsiteX820" fmla="*/ 5865655 w 7467600"/>
              <a:gd name="connsiteY820" fmla="*/ 171901 h 6858000"/>
              <a:gd name="connsiteX821" fmla="*/ 5259740 w 7467600"/>
              <a:gd name="connsiteY821" fmla="*/ 257013 h 6858000"/>
              <a:gd name="connsiteX822" fmla="*/ 5208466 w 7467600"/>
              <a:gd name="connsiteY822" fmla="*/ 257550 h 6858000"/>
              <a:gd name="connsiteX823" fmla="*/ 4980204 w 7467600"/>
              <a:gd name="connsiteY823" fmla="*/ 271903 h 6858000"/>
              <a:gd name="connsiteX824" fmla="*/ 5068068 w 7467600"/>
              <a:gd name="connsiteY824" fmla="*/ 282244 h 6858000"/>
              <a:gd name="connsiteX825" fmla="*/ 5153231 w 7467600"/>
              <a:gd name="connsiteY825" fmla="*/ 292240 h 6858000"/>
              <a:gd name="connsiteX826" fmla="*/ 5426491 w 7467600"/>
              <a:gd name="connsiteY826" fmla="*/ 281128 h 6858000"/>
              <a:gd name="connsiteX827" fmla="*/ 5731212 w 7467600"/>
              <a:gd name="connsiteY827" fmla="*/ 231951 h 6858000"/>
              <a:gd name="connsiteX828" fmla="*/ 5905192 w 7467600"/>
              <a:gd name="connsiteY828" fmla="*/ 163079 h 6858000"/>
              <a:gd name="connsiteX829" fmla="*/ 5944437 w 7467600"/>
              <a:gd name="connsiteY829" fmla="*/ 113829 h 6858000"/>
              <a:gd name="connsiteX830" fmla="*/ 5825032 w 7467600"/>
              <a:gd name="connsiteY830" fmla="*/ 146405 h 6858000"/>
              <a:gd name="connsiteX831" fmla="*/ 4955599 w 7467600"/>
              <a:gd name="connsiteY831" fmla="*/ 247008 h 6858000"/>
              <a:gd name="connsiteX832" fmla="*/ 5210104 w 7467600"/>
              <a:gd name="connsiteY832" fmla="*/ 228123 h 6858000"/>
              <a:gd name="connsiteX833" fmla="*/ 5261015 w 7467600"/>
              <a:gd name="connsiteY833" fmla="*/ 227087 h 6858000"/>
              <a:gd name="connsiteX834" fmla="*/ 5861181 w 7467600"/>
              <a:gd name="connsiteY834" fmla="*/ 143093 h 6858000"/>
              <a:gd name="connsiteX835" fmla="*/ 5961252 w 7467600"/>
              <a:gd name="connsiteY835" fmla="*/ 114820 h 6858000"/>
              <a:gd name="connsiteX836" fmla="*/ 5944437 w 7467600"/>
              <a:gd name="connsiteY836" fmla="*/ 113829 h 6858000"/>
              <a:gd name="connsiteX837" fmla="*/ 3882765 w 7467600"/>
              <a:gd name="connsiteY837" fmla="*/ 0 h 6858000"/>
              <a:gd name="connsiteX838" fmla="*/ 3995099 w 7467600"/>
              <a:gd name="connsiteY838" fmla="*/ 0 h 6858000"/>
              <a:gd name="connsiteX839" fmla="*/ 4163818 w 7467600"/>
              <a:gd name="connsiteY839" fmla="*/ 234104 h 6858000"/>
              <a:gd name="connsiteX840" fmla="*/ 4172099 w 7467600"/>
              <a:gd name="connsiteY840" fmla="*/ 234207 h 6858000"/>
              <a:gd name="connsiteX841" fmla="*/ 4784282 w 7467600"/>
              <a:gd name="connsiteY841" fmla="*/ 276561 h 6858000"/>
              <a:gd name="connsiteX842" fmla="*/ 4801687 w 7467600"/>
              <a:gd name="connsiteY842" fmla="*/ 267764 h 6858000"/>
              <a:gd name="connsiteX843" fmla="*/ 6082788 w 7467600"/>
              <a:gd name="connsiteY843" fmla="*/ 64119 h 6858000"/>
              <a:gd name="connsiteX844" fmla="*/ 6099442 w 7467600"/>
              <a:gd name="connsiteY844" fmla="*/ 82568 h 6858000"/>
              <a:gd name="connsiteX845" fmla="*/ 4804137 w 7467600"/>
              <a:gd name="connsiteY845" fmla="*/ 320931 h 6858000"/>
              <a:gd name="connsiteX846" fmla="*/ 4227047 w 7467600"/>
              <a:gd name="connsiteY846" fmla="*/ 313415 h 6858000"/>
              <a:gd name="connsiteX847" fmla="*/ 4346041 w 7467600"/>
              <a:gd name="connsiteY847" fmla="*/ 456086 h 6858000"/>
              <a:gd name="connsiteX848" fmla="*/ 4870967 w 7467600"/>
              <a:gd name="connsiteY848" fmla="*/ 963061 h 6858000"/>
              <a:gd name="connsiteX849" fmla="*/ 4889647 w 7467600"/>
              <a:gd name="connsiteY849" fmla="*/ 957147 h 6858000"/>
              <a:gd name="connsiteX850" fmla="*/ 5422504 w 7467600"/>
              <a:gd name="connsiteY850" fmla="*/ 805191 h 6858000"/>
              <a:gd name="connsiteX851" fmla="*/ 6087656 w 7467600"/>
              <a:gd name="connsiteY851" fmla="*/ 826703 h 6858000"/>
              <a:gd name="connsiteX852" fmla="*/ 6058717 w 7467600"/>
              <a:gd name="connsiteY852" fmla="*/ 865992 h 6858000"/>
              <a:gd name="connsiteX853" fmla="*/ 4974153 w 7467600"/>
              <a:gd name="connsiteY853" fmla="*/ 1045456 h 6858000"/>
              <a:gd name="connsiteX854" fmla="*/ 5627835 w 7467600"/>
              <a:gd name="connsiteY854" fmla="*/ 1472077 h 6858000"/>
              <a:gd name="connsiteX855" fmla="*/ 5629817 w 7467600"/>
              <a:gd name="connsiteY855" fmla="*/ 1471412 h 6858000"/>
              <a:gd name="connsiteX856" fmla="*/ 5634124 w 7467600"/>
              <a:gd name="connsiteY856" fmla="*/ 1470572 h 6858000"/>
              <a:gd name="connsiteX857" fmla="*/ 5755832 w 7467600"/>
              <a:gd name="connsiteY857" fmla="*/ 1383886 h 6858000"/>
              <a:gd name="connsiteX858" fmla="*/ 6014186 w 7467600"/>
              <a:gd name="connsiteY858" fmla="*/ 1279799 h 6858000"/>
              <a:gd name="connsiteX859" fmla="*/ 6901619 w 7467600"/>
              <a:gd name="connsiteY859" fmla="*/ 1047874 h 6858000"/>
              <a:gd name="connsiteX860" fmla="*/ 6931566 w 7467600"/>
              <a:gd name="connsiteY860" fmla="*/ 1062034 h 6858000"/>
              <a:gd name="connsiteX861" fmla="*/ 5790982 w 7467600"/>
              <a:gd name="connsiteY861" fmla="*/ 1561380 h 6858000"/>
              <a:gd name="connsiteX862" fmla="*/ 6188971 w 7467600"/>
              <a:gd name="connsiteY862" fmla="*/ 1755168 h 6858000"/>
              <a:gd name="connsiteX863" fmla="*/ 6202446 w 7467600"/>
              <a:gd name="connsiteY863" fmla="*/ 1752268 h 6858000"/>
              <a:gd name="connsiteX864" fmla="*/ 7179560 w 7467600"/>
              <a:gd name="connsiteY864" fmla="*/ 1467551 h 6858000"/>
              <a:gd name="connsiteX865" fmla="*/ 7158730 w 7467600"/>
              <a:gd name="connsiteY865" fmla="*/ 1507835 h 6858000"/>
              <a:gd name="connsiteX866" fmla="*/ 6326959 w 7467600"/>
              <a:gd name="connsiteY866" fmla="*/ 1817686 h 6858000"/>
              <a:gd name="connsiteX867" fmla="*/ 6537433 w 7467600"/>
              <a:gd name="connsiteY867" fmla="*/ 1907790 h 6858000"/>
              <a:gd name="connsiteX868" fmla="*/ 6550221 w 7467600"/>
              <a:gd name="connsiteY868" fmla="*/ 1910729 h 6858000"/>
              <a:gd name="connsiteX869" fmla="*/ 6964438 w 7467600"/>
              <a:gd name="connsiteY869" fmla="*/ 2209505 h 6858000"/>
              <a:gd name="connsiteX870" fmla="*/ 7367862 w 7467600"/>
              <a:gd name="connsiteY870" fmla="*/ 2806833 h 6858000"/>
              <a:gd name="connsiteX871" fmla="*/ 7364329 w 7467600"/>
              <a:gd name="connsiteY871" fmla="*/ 2826907 h 6858000"/>
              <a:gd name="connsiteX872" fmla="*/ 7290545 w 7467600"/>
              <a:gd name="connsiteY872" fmla="*/ 2850663 h 6858000"/>
              <a:gd name="connsiteX873" fmla="*/ 6472036 w 7467600"/>
              <a:gd name="connsiteY873" fmla="*/ 1959003 h 6858000"/>
              <a:gd name="connsiteX874" fmla="*/ 5792897 w 7467600"/>
              <a:gd name="connsiteY874" fmla="*/ 1647747 h 6858000"/>
              <a:gd name="connsiteX875" fmla="*/ 5842751 w 7467600"/>
              <a:gd name="connsiteY875" fmla="*/ 1816112 h 6858000"/>
              <a:gd name="connsiteX876" fmla="*/ 5847424 w 7467600"/>
              <a:gd name="connsiteY876" fmla="*/ 1815776 h 6858000"/>
              <a:gd name="connsiteX877" fmla="*/ 6399821 w 7467600"/>
              <a:gd name="connsiteY877" fmla="*/ 2344799 h 6858000"/>
              <a:gd name="connsiteX878" fmla="*/ 6323232 w 7467600"/>
              <a:gd name="connsiteY878" fmla="*/ 2389634 h 6858000"/>
              <a:gd name="connsiteX879" fmla="*/ 5942958 w 7467600"/>
              <a:gd name="connsiteY879" fmla="*/ 2077708 h 6858000"/>
              <a:gd name="connsiteX880" fmla="*/ 5921559 w 7467600"/>
              <a:gd name="connsiteY880" fmla="*/ 2378596 h 6858000"/>
              <a:gd name="connsiteX881" fmla="*/ 5817651 w 7467600"/>
              <a:gd name="connsiteY881" fmla="*/ 3023919 h 6858000"/>
              <a:gd name="connsiteX882" fmla="*/ 5729634 w 7467600"/>
              <a:gd name="connsiteY882" fmla="*/ 3051849 h 6858000"/>
              <a:gd name="connsiteX883" fmla="*/ 5611018 w 7467600"/>
              <a:gd name="connsiteY883" fmla="*/ 2316769 h 6858000"/>
              <a:gd name="connsiteX884" fmla="*/ 5687608 w 7467600"/>
              <a:gd name="connsiteY884" fmla="*/ 2039972 h 6858000"/>
              <a:gd name="connsiteX885" fmla="*/ 5657554 w 7467600"/>
              <a:gd name="connsiteY885" fmla="*/ 1576445 h 6858000"/>
              <a:gd name="connsiteX886" fmla="*/ 5150475 w 7467600"/>
              <a:gd name="connsiteY886" fmla="*/ 1274012 h 6858000"/>
              <a:gd name="connsiteX887" fmla="*/ 5349142 w 7467600"/>
              <a:gd name="connsiteY887" fmla="*/ 2204405 h 6858000"/>
              <a:gd name="connsiteX888" fmla="*/ 5262214 w 7467600"/>
              <a:gd name="connsiteY888" fmla="*/ 2233836 h 6858000"/>
              <a:gd name="connsiteX889" fmla="*/ 4981539 w 7467600"/>
              <a:gd name="connsiteY889" fmla="*/ 1542201 h 6858000"/>
              <a:gd name="connsiteX890" fmla="*/ 4958461 w 7467600"/>
              <a:gd name="connsiteY890" fmla="*/ 1136957 h 6858000"/>
              <a:gd name="connsiteX891" fmla="*/ 4655015 w 7467600"/>
              <a:gd name="connsiteY891" fmla="*/ 891426 h 6858000"/>
              <a:gd name="connsiteX892" fmla="*/ 4348002 w 7467600"/>
              <a:gd name="connsiteY892" fmla="*/ 2205895 h 6858000"/>
              <a:gd name="connsiteX893" fmla="*/ 4262250 w 7467600"/>
              <a:gd name="connsiteY893" fmla="*/ 2219972 h 6858000"/>
              <a:gd name="connsiteX894" fmla="*/ 4550611 w 7467600"/>
              <a:gd name="connsiteY894" fmla="*/ 817540 h 6858000"/>
              <a:gd name="connsiteX895" fmla="*/ 4564418 w 7467600"/>
              <a:gd name="connsiteY895" fmla="*/ 808293 h 6858000"/>
              <a:gd name="connsiteX896" fmla="*/ 4266388 w 7467600"/>
              <a:gd name="connsiteY896" fmla="*/ 500083 h 6858000"/>
              <a:gd name="connsiteX897" fmla="*/ 4032842 w 7467600"/>
              <a:gd name="connsiteY897" fmla="*/ 211809 h 6858000"/>
              <a:gd name="connsiteX898" fmla="*/ 3882765 w 7467600"/>
              <a:gd name="connsiteY898" fmla="*/ 0 h 6858000"/>
              <a:gd name="connsiteX899" fmla="*/ 3721337 w 7467600"/>
              <a:gd name="connsiteY899" fmla="*/ 0 h 6858000"/>
              <a:gd name="connsiteX900" fmla="*/ 3797544 w 7467600"/>
              <a:gd name="connsiteY900" fmla="*/ 0 h 6858000"/>
              <a:gd name="connsiteX901" fmla="*/ 3775734 w 7467600"/>
              <a:gd name="connsiteY901" fmla="*/ 95131 h 6858000"/>
              <a:gd name="connsiteX902" fmla="*/ 3724807 w 7467600"/>
              <a:gd name="connsiteY902" fmla="*/ 272257 h 6858000"/>
              <a:gd name="connsiteX903" fmla="*/ 3726844 w 7467600"/>
              <a:gd name="connsiteY903" fmla="*/ 282988 h 6858000"/>
              <a:gd name="connsiteX904" fmla="*/ 3742664 w 7467600"/>
              <a:gd name="connsiteY904" fmla="*/ 279918 h 6858000"/>
              <a:gd name="connsiteX905" fmla="*/ 4103910 w 7467600"/>
              <a:gd name="connsiteY905" fmla="*/ 1161917 h 6858000"/>
              <a:gd name="connsiteX906" fmla="*/ 4020269 w 7467600"/>
              <a:gd name="connsiteY906" fmla="*/ 1200406 h 6858000"/>
              <a:gd name="connsiteX907" fmla="*/ 3674882 w 7467600"/>
              <a:gd name="connsiteY907" fmla="*/ 488524 h 6858000"/>
              <a:gd name="connsiteX908" fmla="*/ 3132682 w 7467600"/>
              <a:gd name="connsiteY908" fmla="*/ 1072284 h 6858000"/>
              <a:gd name="connsiteX909" fmla="*/ 2716346 w 7467600"/>
              <a:gd name="connsiteY909" fmla="*/ 1276376 h 6858000"/>
              <a:gd name="connsiteX910" fmla="*/ 2716772 w 7467600"/>
              <a:gd name="connsiteY910" fmla="*/ 1255462 h 6858000"/>
              <a:gd name="connsiteX911" fmla="*/ 3471096 w 7467600"/>
              <a:gd name="connsiteY911" fmla="*/ 437072 h 6858000"/>
              <a:gd name="connsiteX912" fmla="*/ 3639057 w 7467600"/>
              <a:gd name="connsiteY912" fmla="*/ 286334 h 6858000"/>
              <a:gd name="connsiteX913" fmla="*/ 3640309 w 7467600"/>
              <a:gd name="connsiteY913" fmla="*/ 284664 h 6858000"/>
              <a:gd name="connsiteX914" fmla="*/ 3646022 w 7467600"/>
              <a:gd name="connsiteY914" fmla="*/ 276711 h 6858000"/>
              <a:gd name="connsiteX915" fmla="*/ 3707943 w 7467600"/>
              <a:gd name="connsiteY915" fmla="*/ 65958 h 6858000"/>
              <a:gd name="connsiteX916" fmla="*/ 3721337 w 7467600"/>
              <a:gd name="connsiteY916" fmla="*/ 0 h 6858000"/>
              <a:gd name="connsiteX917" fmla="*/ 2867960 w 7467600"/>
              <a:gd name="connsiteY917" fmla="*/ 0 h 6858000"/>
              <a:gd name="connsiteX918" fmla="*/ 2926351 w 7467600"/>
              <a:gd name="connsiteY918" fmla="*/ 0 h 6858000"/>
              <a:gd name="connsiteX919" fmla="*/ 2902823 w 7467600"/>
              <a:gd name="connsiteY919" fmla="*/ 262929 h 6858000"/>
              <a:gd name="connsiteX920" fmla="*/ 2940663 w 7467600"/>
              <a:gd name="connsiteY920" fmla="*/ 140884 h 6858000"/>
              <a:gd name="connsiteX921" fmla="*/ 2947039 w 7467600"/>
              <a:gd name="connsiteY921" fmla="*/ 122524 h 6858000"/>
              <a:gd name="connsiteX922" fmla="*/ 2984316 w 7467600"/>
              <a:gd name="connsiteY922" fmla="*/ 0 h 6858000"/>
              <a:gd name="connsiteX923" fmla="*/ 3016114 w 7467600"/>
              <a:gd name="connsiteY923" fmla="*/ 0 h 6858000"/>
              <a:gd name="connsiteX924" fmla="*/ 2979949 w 7467600"/>
              <a:gd name="connsiteY924" fmla="*/ 119274 h 6858000"/>
              <a:gd name="connsiteX925" fmla="*/ 3023879 w 7467600"/>
              <a:gd name="connsiteY925" fmla="*/ 0 h 6858000"/>
              <a:gd name="connsiteX926" fmla="*/ 3105400 w 7467600"/>
              <a:gd name="connsiteY926" fmla="*/ 0 h 6858000"/>
              <a:gd name="connsiteX927" fmla="*/ 3094669 w 7467600"/>
              <a:gd name="connsiteY927" fmla="*/ 30308 h 6858000"/>
              <a:gd name="connsiteX928" fmla="*/ 2901945 w 7467600"/>
              <a:gd name="connsiteY928" fmla="*/ 466538 h 6858000"/>
              <a:gd name="connsiteX929" fmla="*/ 2815209 w 7467600"/>
              <a:gd name="connsiteY929" fmla="*/ 497361 h 6858000"/>
              <a:gd name="connsiteX930" fmla="*/ 2844845 w 7467600"/>
              <a:gd name="connsiteY930" fmla="*/ 127638 h 6858000"/>
              <a:gd name="connsiteX931" fmla="*/ 2867960 w 7467600"/>
              <a:gd name="connsiteY931" fmla="*/ 0 h 6858000"/>
              <a:gd name="connsiteX932" fmla="*/ 1057230 w 7467600"/>
              <a:gd name="connsiteY932" fmla="*/ 0 h 6858000"/>
              <a:gd name="connsiteX933" fmla="*/ 1111003 w 7467600"/>
              <a:gd name="connsiteY933" fmla="*/ 0 h 6858000"/>
              <a:gd name="connsiteX934" fmla="*/ 1125553 w 7467600"/>
              <a:gd name="connsiteY934" fmla="*/ 52588 h 6858000"/>
              <a:gd name="connsiteX935" fmla="*/ 1304276 w 7467600"/>
              <a:gd name="connsiteY935" fmla="*/ 476275 h 6858000"/>
              <a:gd name="connsiteX936" fmla="*/ 1492066 w 7467600"/>
              <a:gd name="connsiteY936" fmla="*/ 886333 h 6858000"/>
              <a:gd name="connsiteX937" fmla="*/ 1423698 w 7467600"/>
              <a:gd name="connsiteY937" fmla="*/ 710817 h 6858000"/>
              <a:gd name="connsiteX938" fmla="*/ 1357609 w 7467600"/>
              <a:gd name="connsiteY938" fmla="*/ 532892 h 6858000"/>
              <a:gd name="connsiteX939" fmla="*/ 1309550 w 7467600"/>
              <a:gd name="connsiteY939" fmla="*/ 374031 h 6858000"/>
              <a:gd name="connsiteX940" fmla="*/ 1193673 w 7467600"/>
              <a:gd name="connsiteY940" fmla="*/ 49533 h 6858000"/>
              <a:gd name="connsiteX941" fmla="*/ 1164391 w 7467600"/>
              <a:gd name="connsiteY941" fmla="*/ 0 h 6858000"/>
              <a:gd name="connsiteX942" fmla="*/ 1200666 w 7467600"/>
              <a:gd name="connsiteY942" fmla="*/ 0 h 6858000"/>
              <a:gd name="connsiteX943" fmla="*/ 1223408 w 7467600"/>
              <a:gd name="connsiteY943" fmla="*/ 38996 h 6858000"/>
              <a:gd name="connsiteX944" fmla="*/ 1339635 w 7467600"/>
              <a:gd name="connsiteY944" fmla="*/ 365517 h 6858000"/>
              <a:gd name="connsiteX945" fmla="*/ 1387469 w 7467600"/>
              <a:gd name="connsiteY945" fmla="*/ 523079 h 6858000"/>
              <a:gd name="connsiteX946" fmla="*/ 1452685 w 7467600"/>
              <a:gd name="connsiteY946" fmla="*/ 699806 h 6858000"/>
              <a:gd name="connsiteX947" fmla="*/ 1492092 w 7467600"/>
              <a:gd name="connsiteY947" fmla="*/ 800424 h 6858000"/>
              <a:gd name="connsiteX948" fmla="*/ 1455302 w 7467600"/>
              <a:gd name="connsiteY948" fmla="*/ 632913 h 6858000"/>
              <a:gd name="connsiteX949" fmla="*/ 1222336 w 7467600"/>
              <a:gd name="connsiteY949" fmla="*/ 9480 h 6858000"/>
              <a:gd name="connsiteX950" fmla="*/ 1214634 w 7467600"/>
              <a:gd name="connsiteY950" fmla="*/ 0 h 6858000"/>
              <a:gd name="connsiteX951" fmla="*/ 1289827 w 7467600"/>
              <a:gd name="connsiteY951" fmla="*/ 0 h 6858000"/>
              <a:gd name="connsiteX952" fmla="*/ 1321076 w 7467600"/>
              <a:gd name="connsiteY952" fmla="*/ 59722 h 6858000"/>
              <a:gd name="connsiteX953" fmla="*/ 1512579 w 7467600"/>
              <a:gd name="connsiteY953" fmla="*/ 626441 h 6858000"/>
              <a:gd name="connsiteX954" fmla="*/ 1506076 w 7467600"/>
              <a:gd name="connsiteY954" fmla="*/ 1089289 h 6858000"/>
              <a:gd name="connsiteX955" fmla="*/ 1486346 w 7467600"/>
              <a:gd name="connsiteY955" fmla="*/ 1079919 h 6858000"/>
              <a:gd name="connsiteX956" fmla="*/ 1070511 w 7467600"/>
              <a:gd name="connsiteY956" fmla="*/ 48609 h 6858000"/>
              <a:gd name="connsiteX957" fmla="*/ 1057230 w 7467600"/>
              <a:gd name="connsiteY957" fmla="*/ 0 h 6858000"/>
              <a:gd name="connsiteX958" fmla="*/ 43151 w 7467600"/>
              <a:gd name="connsiteY958" fmla="*/ 0 h 6858000"/>
              <a:gd name="connsiteX959" fmla="*/ 95283 w 7467600"/>
              <a:gd name="connsiteY959" fmla="*/ 0 h 6858000"/>
              <a:gd name="connsiteX960" fmla="*/ 300708 w 7467600"/>
              <a:gd name="connsiteY960" fmla="*/ 154571 h 6858000"/>
              <a:gd name="connsiteX961" fmla="*/ 530414 w 7467600"/>
              <a:gd name="connsiteY961" fmla="*/ 354673 h 6858000"/>
              <a:gd name="connsiteX962" fmla="*/ 333785 w 7467600"/>
              <a:gd name="connsiteY962" fmla="*/ 161564 h 6858000"/>
              <a:gd name="connsiteX963" fmla="*/ 147005 w 7467600"/>
              <a:gd name="connsiteY963" fmla="*/ 0 h 6858000"/>
              <a:gd name="connsiteX964" fmla="*/ 272509 w 7467600"/>
              <a:gd name="connsiteY964" fmla="*/ 0 h 6858000"/>
              <a:gd name="connsiteX965" fmla="*/ 326276 w 7467600"/>
              <a:gd name="connsiteY965" fmla="*/ 45847 h 6858000"/>
              <a:gd name="connsiteX966" fmla="*/ 823759 w 7467600"/>
              <a:gd name="connsiteY966" fmla="*/ 574145 h 6858000"/>
              <a:gd name="connsiteX967" fmla="*/ 811254 w 7467600"/>
              <a:gd name="connsiteY967" fmla="*/ 665546 h 6858000"/>
              <a:gd name="connsiteX968" fmla="*/ 154042 w 7467600"/>
              <a:gd name="connsiteY968" fmla="*/ 261522 h 6858000"/>
              <a:gd name="connsiteX969" fmla="*/ 13550 w 7467600"/>
              <a:gd name="connsiteY969" fmla="*/ 158423 h 6858000"/>
              <a:gd name="connsiteX970" fmla="*/ 0 w 7467600"/>
              <a:gd name="connsiteY970" fmla="*/ 146618 h 6858000"/>
              <a:gd name="connsiteX971" fmla="*/ 0 w 7467600"/>
              <a:gd name="connsiteY971" fmla="*/ 59161 h 6858000"/>
              <a:gd name="connsiteX972" fmla="*/ 45427 w 7467600"/>
              <a:gd name="connsiteY972" fmla="*/ 101078 h 6858000"/>
              <a:gd name="connsiteX973" fmla="*/ 630103 w 7467600"/>
              <a:gd name="connsiteY973" fmla="*/ 485885 h 6858000"/>
              <a:gd name="connsiteX974" fmla="*/ 532040 w 7467600"/>
              <a:gd name="connsiteY974" fmla="*/ 399359 h 6858000"/>
              <a:gd name="connsiteX975" fmla="*/ 517618 w 7467600"/>
              <a:gd name="connsiteY975" fmla="*/ 385726 h 6858000"/>
              <a:gd name="connsiteX976" fmla="*/ 285074 w 7467600"/>
              <a:gd name="connsiteY976" fmla="*/ 182755 h 6858000"/>
              <a:gd name="connsiteX977" fmla="*/ 43151 w 7467600"/>
              <a:gd name="connsiteY97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6012219 h 6858000"/>
              <a:gd name="connsiteX83" fmla="*/ 6946849 w 7467600"/>
              <a:gd name="connsiteY83" fmla="*/ 5523271 h 6858000"/>
              <a:gd name="connsiteX84" fmla="*/ 6946972 w 7467600"/>
              <a:gd name="connsiteY84" fmla="*/ 5526491 h 6858000"/>
              <a:gd name="connsiteX85" fmla="*/ 7105827 w 7467600"/>
              <a:gd name="connsiteY85" fmla="*/ 5718700 h 6858000"/>
              <a:gd name="connsiteX86" fmla="*/ 7356878 w 7467600"/>
              <a:gd name="connsiteY86" fmla="*/ 5981332 h 6858000"/>
              <a:gd name="connsiteX87" fmla="*/ 7467600 w 7467600"/>
              <a:gd name="connsiteY87" fmla="*/ 6117703 h 6858000"/>
              <a:gd name="connsiteX88" fmla="*/ 7467600 w 7467600"/>
              <a:gd name="connsiteY88" fmla="*/ 6163634 h 6858000"/>
              <a:gd name="connsiteX89" fmla="*/ 7403637 w 7467600"/>
              <a:gd name="connsiteY89" fmla="*/ 6083957 h 6858000"/>
              <a:gd name="connsiteX90" fmla="*/ 7254615 w 7467600"/>
              <a:gd name="connsiteY90" fmla="*/ 5911918 h 6858000"/>
              <a:gd name="connsiteX91" fmla="*/ 7312589 w 7467600"/>
              <a:gd name="connsiteY91" fmla="*/ 5982309 h 6858000"/>
              <a:gd name="connsiteX92" fmla="*/ 7448321 w 7467600"/>
              <a:gd name="connsiteY92" fmla="*/ 6190991 h 6858000"/>
              <a:gd name="connsiteX93" fmla="*/ 7467600 w 7467600"/>
              <a:gd name="connsiteY93" fmla="*/ 6221686 h 6858000"/>
              <a:gd name="connsiteX94" fmla="*/ 7467600 w 7467600"/>
              <a:gd name="connsiteY94" fmla="*/ 6334256 h 6858000"/>
              <a:gd name="connsiteX95" fmla="*/ 7454976 w 7467600"/>
              <a:gd name="connsiteY95" fmla="*/ 6318297 h 6858000"/>
              <a:gd name="connsiteX96" fmla="*/ 7042773 w 7467600"/>
              <a:gd name="connsiteY96" fmla="*/ 5734011 h 6858000"/>
              <a:gd name="connsiteX97" fmla="*/ 6844835 w 7467600"/>
              <a:gd name="connsiteY97" fmla="*/ 5424988 h 6858000"/>
              <a:gd name="connsiteX98" fmla="*/ 1456157 w 7467600"/>
              <a:gd name="connsiteY98" fmla="*/ 5371404 h 6858000"/>
              <a:gd name="connsiteX99" fmla="*/ 1244432 w 7467600"/>
              <a:gd name="connsiteY99" fmla="*/ 5385601 h 6858000"/>
              <a:gd name="connsiteX100" fmla="*/ 973990 w 7467600"/>
              <a:gd name="connsiteY100" fmla="*/ 5424940 h 6858000"/>
              <a:gd name="connsiteX101" fmla="*/ 1103809 w 7467600"/>
              <a:gd name="connsiteY101" fmla="*/ 5433720 h 6858000"/>
              <a:gd name="connsiteX102" fmla="*/ 1123454 w 7467600"/>
              <a:gd name="connsiteY102" fmla="*/ 5435727 h 6858000"/>
              <a:gd name="connsiteX103" fmla="*/ 1737017 w 7467600"/>
              <a:gd name="connsiteY103" fmla="*/ 5452183 h 6858000"/>
              <a:gd name="connsiteX104" fmla="*/ 1824397 w 7467600"/>
              <a:gd name="connsiteY104" fmla="*/ 5447757 h 6858000"/>
              <a:gd name="connsiteX105" fmla="*/ 2070059 w 7467600"/>
              <a:gd name="connsiteY105" fmla="*/ 5441660 h 6858000"/>
              <a:gd name="connsiteX106" fmla="*/ 1456157 w 7467600"/>
              <a:gd name="connsiteY106" fmla="*/ 5371404 h 6858000"/>
              <a:gd name="connsiteX107" fmla="*/ 4988186 w 7467600"/>
              <a:gd name="connsiteY107" fmla="*/ 5216467 h 6858000"/>
              <a:gd name="connsiteX108" fmla="*/ 4777334 w 7467600"/>
              <a:gd name="connsiteY108" fmla="*/ 5406072 h 6858000"/>
              <a:gd name="connsiteX109" fmla="*/ 4718341 w 7467600"/>
              <a:gd name="connsiteY109" fmla="*/ 5468043 h 6858000"/>
              <a:gd name="connsiteX110" fmla="*/ 4604655 w 7467600"/>
              <a:gd name="connsiteY110" fmla="*/ 5583434 h 6858000"/>
              <a:gd name="connsiteX111" fmla="*/ 4565074 w 7467600"/>
              <a:gd name="connsiteY111" fmla="*/ 5618550 h 6858000"/>
              <a:gd name="connsiteX112" fmla="*/ 4988186 w 7467600"/>
              <a:gd name="connsiteY112" fmla="*/ 5216467 h 6858000"/>
              <a:gd name="connsiteX113" fmla="*/ 4978032 w 7467600"/>
              <a:gd name="connsiteY113" fmla="*/ 5183809 h 6858000"/>
              <a:gd name="connsiteX114" fmla="*/ 4463413 w 7467600"/>
              <a:gd name="connsiteY114" fmla="*/ 5615162 h 6858000"/>
              <a:gd name="connsiteX115" fmla="*/ 4358134 w 7467600"/>
              <a:gd name="connsiteY115" fmla="*/ 5742791 h 6858000"/>
              <a:gd name="connsiteX116" fmla="*/ 4376219 w 7467600"/>
              <a:gd name="connsiteY116" fmla="*/ 5729027 h 6858000"/>
              <a:gd name="connsiteX117" fmla="*/ 4582340 w 7467600"/>
              <a:gd name="connsiteY117" fmla="*/ 5561037 h 6858000"/>
              <a:gd name="connsiteX118" fmla="*/ 4694684 w 7467600"/>
              <a:gd name="connsiteY118" fmla="*/ 5447098 h 6858000"/>
              <a:gd name="connsiteX119" fmla="*/ 4754123 w 7467600"/>
              <a:gd name="connsiteY119" fmla="*/ 5384643 h 6858000"/>
              <a:gd name="connsiteX120" fmla="*/ 4978032 w 7467600"/>
              <a:gd name="connsiteY120" fmla="*/ 5183809 h 6858000"/>
              <a:gd name="connsiteX121" fmla="*/ 1903353 w 7467600"/>
              <a:gd name="connsiteY121" fmla="*/ 5044827 h 6858000"/>
              <a:gd name="connsiteX122" fmla="*/ 1936931 w 7467600"/>
              <a:gd name="connsiteY122" fmla="*/ 5093954 h 6858000"/>
              <a:gd name="connsiteX123" fmla="*/ 2195868 w 7467600"/>
              <a:gd name="connsiteY123" fmla="*/ 5396574 h 6858000"/>
              <a:gd name="connsiteX124" fmla="*/ 2088852 w 7467600"/>
              <a:gd name="connsiteY124" fmla="*/ 5166123 h 6858000"/>
              <a:gd name="connsiteX125" fmla="*/ 1958241 w 7467600"/>
              <a:gd name="connsiteY125" fmla="*/ 5067955 h 6858000"/>
              <a:gd name="connsiteX126" fmla="*/ 1903353 w 7467600"/>
              <a:gd name="connsiteY126" fmla="*/ 5044827 h 6858000"/>
              <a:gd name="connsiteX127" fmla="*/ 1979378 w 7467600"/>
              <a:gd name="connsiteY127" fmla="*/ 4769504 h 6858000"/>
              <a:gd name="connsiteX128" fmla="*/ 2882120 w 7467600"/>
              <a:gd name="connsiteY128" fmla="*/ 5064547 h 6858000"/>
              <a:gd name="connsiteX129" fmla="*/ 2793103 w 7467600"/>
              <a:gd name="connsiteY129" fmla="*/ 5039699 h 6858000"/>
              <a:gd name="connsiteX130" fmla="*/ 2770041 w 7467600"/>
              <a:gd name="connsiteY130" fmla="*/ 5033634 h 6858000"/>
              <a:gd name="connsiteX131" fmla="*/ 1979378 w 7467600"/>
              <a:gd name="connsiteY131" fmla="*/ 4769504 h 6858000"/>
              <a:gd name="connsiteX132" fmla="*/ 1927410 w 7467600"/>
              <a:gd name="connsiteY132" fmla="*/ 4716164 h 6858000"/>
              <a:gd name="connsiteX133" fmla="*/ 1959587 w 7467600"/>
              <a:gd name="connsiteY133" fmla="*/ 4728849 h 6858000"/>
              <a:gd name="connsiteX134" fmla="*/ 2777707 w 7467600"/>
              <a:gd name="connsiteY134" fmla="*/ 5003991 h 6858000"/>
              <a:gd name="connsiteX135" fmla="*/ 2800768 w 7467600"/>
              <a:gd name="connsiteY135" fmla="*/ 5010056 h 6858000"/>
              <a:gd name="connsiteX136" fmla="*/ 2879408 w 7467600"/>
              <a:gd name="connsiteY136" fmla="*/ 5031590 h 6858000"/>
              <a:gd name="connsiteX137" fmla="*/ 2862295 w 7467600"/>
              <a:gd name="connsiteY137" fmla="*/ 5022958 h 6858000"/>
              <a:gd name="connsiteX138" fmla="*/ 2813343 w 7467600"/>
              <a:gd name="connsiteY138" fmla="*/ 4998369 h 6858000"/>
              <a:gd name="connsiteX139" fmla="*/ 2646245 w 7467600"/>
              <a:gd name="connsiteY139" fmla="*/ 4930999 h 6858000"/>
              <a:gd name="connsiteX140" fmla="*/ 1999243 w 7467600"/>
              <a:gd name="connsiteY140" fmla="*/ 4730524 h 6858000"/>
              <a:gd name="connsiteX141" fmla="*/ 1979527 w 7467600"/>
              <a:gd name="connsiteY141" fmla="*/ 4726651 h 6858000"/>
              <a:gd name="connsiteX142" fmla="*/ 1927410 w 7467600"/>
              <a:gd name="connsiteY142" fmla="*/ 4716164 h 6858000"/>
              <a:gd name="connsiteX143" fmla="*/ 1997014 w 7467600"/>
              <a:gd name="connsiteY143" fmla="*/ 4698007 h 6858000"/>
              <a:gd name="connsiteX144" fmla="*/ 2005458 w 7467600"/>
              <a:gd name="connsiteY144" fmla="*/ 4699540 h 6858000"/>
              <a:gd name="connsiteX145" fmla="*/ 2657186 w 7467600"/>
              <a:gd name="connsiteY145" fmla="*/ 4901687 h 6858000"/>
              <a:gd name="connsiteX146" fmla="*/ 2826662 w 7467600"/>
              <a:gd name="connsiteY146" fmla="*/ 4970362 h 6858000"/>
              <a:gd name="connsiteX147" fmla="*/ 2876100 w 7467600"/>
              <a:gd name="connsiteY147" fmla="*/ 4995397 h 6858000"/>
              <a:gd name="connsiteX148" fmla="*/ 3042600 w 7467600"/>
              <a:gd name="connsiteY148" fmla="*/ 5059532 h 6858000"/>
              <a:gd name="connsiteX149" fmla="*/ 1997014 w 7467600"/>
              <a:gd name="connsiteY149" fmla="*/ 4698007 h 6858000"/>
              <a:gd name="connsiteX150" fmla="*/ 2305292 w 7467600"/>
              <a:gd name="connsiteY150" fmla="*/ 4219492 h 6858000"/>
              <a:gd name="connsiteX151" fmla="*/ 3360922 w 7467600"/>
              <a:gd name="connsiteY151" fmla="*/ 4529373 h 6858000"/>
              <a:gd name="connsiteX152" fmla="*/ 3492420 w 7467600"/>
              <a:gd name="connsiteY152" fmla="*/ 4510145 h 6858000"/>
              <a:gd name="connsiteX153" fmla="*/ 3364086 w 7467600"/>
              <a:gd name="connsiteY153" fmla="*/ 4480340 h 6858000"/>
              <a:gd name="connsiteX154" fmla="*/ 3225818 w 7467600"/>
              <a:gd name="connsiteY154" fmla="*/ 4411822 h 6858000"/>
              <a:gd name="connsiteX155" fmla="*/ 3129696 w 7467600"/>
              <a:gd name="connsiteY155" fmla="*/ 4360704 h 6858000"/>
              <a:gd name="connsiteX156" fmla="*/ 2814545 w 7467600"/>
              <a:gd name="connsiteY156" fmla="*/ 4282955 h 6858000"/>
              <a:gd name="connsiteX157" fmla="*/ 2305292 w 7467600"/>
              <a:gd name="connsiteY157" fmla="*/ 4219492 h 6858000"/>
              <a:gd name="connsiteX158" fmla="*/ 2626982 w 7467600"/>
              <a:gd name="connsiteY158" fmla="*/ 4206450 h 6858000"/>
              <a:gd name="connsiteX159" fmla="*/ 2490617 w 7467600"/>
              <a:gd name="connsiteY159" fmla="*/ 4206951 h 6858000"/>
              <a:gd name="connsiteX160" fmla="*/ 2819869 w 7467600"/>
              <a:gd name="connsiteY160" fmla="*/ 4252936 h 6858000"/>
              <a:gd name="connsiteX161" fmla="*/ 3143018 w 7467600"/>
              <a:gd name="connsiteY161" fmla="*/ 4332698 h 6858000"/>
              <a:gd name="connsiteX162" fmla="*/ 3241520 w 7467600"/>
              <a:gd name="connsiteY162" fmla="*/ 4385112 h 6858000"/>
              <a:gd name="connsiteX163" fmla="*/ 3374575 w 7467600"/>
              <a:gd name="connsiteY163" fmla="*/ 4451517 h 6858000"/>
              <a:gd name="connsiteX164" fmla="*/ 3505221 w 7467600"/>
              <a:gd name="connsiteY164" fmla="*/ 4480757 h 6858000"/>
              <a:gd name="connsiteX165" fmla="*/ 2626982 w 7467600"/>
              <a:gd name="connsiteY165" fmla="*/ 4206450 h 6858000"/>
              <a:gd name="connsiteX166" fmla="*/ 1310106 w 7467600"/>
              <a:gd name="connsiteY166" fmla="*/ 3943217 h 6858000"/>
              <a:gd name="connsiteX167" fmla="*/ 854994 w 7467600"/>
              <a:gd name="connsiteY167" fmla="*/ 4399136 h 6858000"/>
              <a:gd name="connsiteX168" fmla="*/ 742462 w 7467600"/>
              <a:gd name="connsiteY168" fmla="*/ 4594648 h 6858000"/>
              <a:gd name="connsiteX169" fmla="*/ 820602 w 7467600"/>
              <a:gd name="connsiteY169" fmla="*/ 4485915 h 6858000"/>
              <a:gd name="connsiteX170" fmla="*/ 878295 w 7467600"/>
              <a:gd name="connsiteY170" fmla="*/ 4403594 h 6858000"/>
              <a:gd name="connsiteX171" fmla="*/ 1240607 w 7467600"/>
              <a:gd name="connsiteY171" fmla="*/ 4010401 h 6858000"/>
              <a:gd name="connsiteX172" fmla="*/ 1310106 w 7467600"/>
              <a:gd name="connsiteY172" fmla="*/ 3943217 h 6858000"/>
              <a:gd name="connsiteX173" fmla="*/ 1423113 w 7467600"/>
              <a:gd name="connsiteY173" fmla="*/ 3874565 h 6858000"/>
              <a:gd name="connsiteX174" fmla="*/ 1260565 w 7467600"/>
              <a:gd name="connsiteY174" fmla="*/ 4031982 h 6858000"/>
              <a:gd name="connsiteX175" fmla="*/ 901900 w 7467600"/>
              <a:gd name="connsiteY175" fmla="*/ 4421236 h 6858000"/>
              <a:gd name="connsiteX176" fmla="*/ 845044 w 7467600"/>
              <a:gd name="connsiteY176" fmla="*/ 4502436 h 6858000"/>
              <a:gd name="connsiteX177" fmla="*/ 685926 w 7467600"/>
              <a:gd name="connsiteY177" fmla="*/ 4703069 h 6858000"/>
              <a:gd name="connsiteX178" fmla="*/ 684248 w 7467600"/>
              <a:gd name="connsiteY178" fmla="*/ 4706721 h 6858000"/>
              <a:gd name="connsiteX179" fmla="*/ 1423113 w 7467600"/>
              <a:gd name="connsiteY179" fmla="*/ 3874565 h 6858000"/>
              <a:gd name="connsiteX180" fmla="*/ 3316479 w 7467600"/>
              <a:gd name="connsiteY180" fmla="*/ 3872136 h 6858000"/>
              <a:gd name="connsiteX181" fmla="*/ 3546806 w 7467600"/>
              <a:gd name="connsiteY181" fmla="*/ 4356139 h 6858000"/>
              <a:gd name="connsiteX182" fmla="*/ 3364433 w 7467600"/>
              <a:gd name="connsiteY182" fmla="*/ 3953121 h 6858000"/>
              <a:gd name="connsiteX183" fmla="*/ 3316479 w 7467600"/>
              <a:gd name="connsiteY183" fmla="*/ 3872136 h 6858000"/>
              <a:gd name="connsiteX184" fmla="*/ 3291335 w 7467600"/>
              <a:gd name="connsiteY184" fmla="*/ 3767420 h 6858000"/>
              <a:gd name="connsiteX185" fmla="*/ 3390805 w 7467600"/>
              <a:gd name="connsiteY185" fmla="*/ 3937163 h 6858000"/>
              <a:gd name="connsiteX186" fmla="*/ 3579062 w 7467600"/>
              <a:gd name="connsiteY186" fmla="*/ 4359040 h 6858000"/>
              <a:gd name="connsiteX187" fmla="*/ 3467355 w 7467600"/>
              <a:gd name="connsiteY187" fmla="*/ 3988130 h 6858000"/>
              <a:gd name="connsiteX188" fmla="*/ 3310753 w 7467600"/>
              <a:gd name="connsiteY188" fmla="*/ 3787140 h 6858000"/>
              <a:gd name="connsiteX189" fmla="*/ 3291335 w 7467600"/>
              <a:gd name="connsiteY189" fmla="*/ 3767420 h 6858000"/>
              <a:gd name="connsiteX190" fmla="*/ 1635889 w 7467600"/>
              <a:gd name="connsiteY190" fmla="*/ 3709494 h 6858000"/>
              <a:gd name="connsiteX191" fmla="*/ 1634800 w 7467600"/>
              <a:gd name="connsiteY191" fmla="*/ 3731111 h 6858000"/>
              <a:gd name="connsiteX192" fmla="*/ 1635889 w 7467600"/>
              <a:gd name="connsiteY192" fmla="*/ 3709494 h 6858000"/>
              <a:gd name="connsiteX193" fmla="*/ 1510397 w 7467600"/>
              <a:gd name="connsiteY193" fmla="*/ 3684705 h 6858000"/>
              <a:gd name="connsiteX194" fmla="*/ 1146550 w 7467600"/>
              <a:gd name="connsiteY194" fmla="*/ 3802012 h 6858000"/>
              <a:gd name="connsiteX195" fmla="*/ 698834 w 7467600"/>
              <a:gd name="connsiteY195" fmla="*/ 3952272 h 6858000"/>
              <a:gd name="connsiteX196" fmla="*/ 34256 w 7467600"/>
              <a:gd name="connsiteY196" fmla="*/ 4347603 h 6858000"/>
              <a:gd name="connsiteX197" fmla="*/ 527241 w 7467600"/>
              <a:gd name="connsiteY197" fmla="*/ 4065078 h 6858000"/>
              <a:gd name="connsiteX198" fmla="*/ 1510397 w 7467600"/>
              <a:gd name="connsiteY198" fmla="*/ 3684705 h 6858000"/>
              <a:gd name="connsiteX199" fmla="*/ 1313114 w 7467600"/>
              <a:gd name="connsiteY199" fmla="*/ 3655216 h 6858000"/>
              <a:gd name="connsiteX200" fmla="*/ 1109304 w 7467600"/>
              <a:gd name="connsiteY200" fmla="*/ 3669030 h 6858000"/>
              <a:gd name="connsiteX201" fmla="*/ 8129 w 7467600"/>
              <a:gd name="connsiteY201" fmla="*/ 4330519 h 6858000"/>
              <a:gd name="connsiteX202" fmla="*/ 687572 w 7467600"/>
              <a:gd name="connsiteY202" fmla="*/ 3925629 h 6858000"/>
              <a:gd name="connsiteX203" fmla="*/ 1138365 w 7467600"/>
              <a:gd name="connsiteY203" fmla="*/ 3774515 h 6858000"/>
              <a:gd name="connsiteX204" fmla="*/ 1505579 w 7467600"/>
              <a:gd name="connsiteY204" fmla="*/ 3655526 h 6858000"/>
              <a:gd name="connsiteX205" fmla="*/ 1313114 w 7467600"/>
              <a:gd name="connsiteY205" fmla="*/ 3655216 h 6858000"/>
              <a:gd name="connsiteX206" fmla="*/ 3655073 w 7467600"/>
              <a:gd name="connsiteY206" fmla="*/ 3650884 h 6858000"/>
              <a:gd name="connsiteX207" fmla="*/ 3989938 w 7467600"/>
              <a:gd name="connsiteY207" fmla="*/ 3991685 h 6858000"/>
              <a:gd name="connsiteX208" fmla="*/ 4393907 w 7467600"/>
              <a:gd name="connsiteY208" fmla="*/ 4261258 h 6858000"/>
              <a:gd name="connsiteX209" fmla="*/ 4648051 w 7467600"/>
              <a:gd name="connsiteY209" fmla="*/ 4374051 h 6858000"/>
              <a:gd name="connsiteX210" fmla="*/ 4383389 w 7467600"/>
              <a:gd name="connsiteY210" fmla="*/ 4184369 h 6858000"/>
              <a:gd name="connsiteX211" fmla="*/ 4165508 w 7467600"/>
              <a:gd name="connsiteY211" fmla="*/ 4035196 h 6858000"/>
              <a:gd name="connsiteX212" fmla="*/ 4068162 w 7467600"/>
              <a:gd name="connsiteY212" fmla="*/ 3953394 h 6858000"/>
              <a:gd name="connsiteX213" fmla="*/ 3981416 w 7467600"/>
              <a:gd name="connsiteY213" fmla="*/ 3880482 h 6858000"/>
              <a:gd name="connsiteX214" fmla="*/ 3800147 w 7467600"/>
              <a:gd name="connsiteY214" fmla="*/ 3749872 h 6858000"/>
              <a:gd name="connsiteX215" fmla="*/ 3655073 w 7467600"/>
              <a:gd name="connsiteY215" fmla="*/ 3650884 h 6858000"/>
              <a:gd name="connsiteX216" fmla="*/ 3670252 w 7467600"/>
              <a:gd name="connsiteY216" fmla="*/ 3622798 h 6858000"/>
              <a:gd name="connsiteX217" fmla="*/ 3817258 w 7467600"/>
              <a:gd name="connsiteY217" fmla="*/ 3723577 h 6858000"/>
              <a:gd name="connsiteX218" fmla="*/ 4000461 w 7467600"/>
              <a:gd name="connsiteY218" fmla="*/ 3855966 h 6858000"/>
              <a:gd name="connsiteX219" fmla="*/ 4088180 w 7467600"/>
              <a:gd name="connsiteY219" fmla="*/ 3929774 h 6858000"/>
              <a:gd name="connsiteX220" fmla="*/ 4184555 w 7467600"/>
              <a:gd name="connsiteY220" fmla="*/ 4010683 h 6858000"/>
              <a:gd name="connsiteX221" fmla="*/ 4399563 w 7467600"/>
              <a:gd name="connsiteY221" fmla="*/ 4158106 h 6858000"/>
              <a:gd name="connsiteX222" fmla="*/ 4684469 w 7467600"/>
              <a:gd name="connsiteY222" fmla="*/ 4364680 h 6858000"/>
              <a:gd name="connsiteX223" fmla="*/ 4690271 w 7467600"/>
              <a:gd name="connsiteY223" fmla="*/ 4370034 h 6858000"/>
              <a:gd name="connsiteX224" fmla="*/ 4136093 w 7467600"/>
              <a:gd name="connsiteY224" fmla="*/ 3858466 h 6858000"/>
              <a:gd name="connsiteX225" fmla="*/ 3670252 w 7467600"/>
              <a:gd name="connsiteY225" fmla="*/ 3622798 h 6858000"/>
              <a:gd name="connsiteX226" fmla="*/ 4440129 w 7467600"/>
              <a:gd name="connsiteY226" fmla="*/ 3448571 h 6858000"/>
              <a:gd name="connsiteX227" fmla="*/ 4856525 w 7467600"/>
              <a:gd name="connsiteY227" fmla="*/ 3915351 h 6858000"/>
              <a:gd name="connsiteX228" fmla="*/ 5059055 w 7467600"/>
              <a:gd name="connsiteY228" fmla="*/ 4108918 h 6858000"/>
              <a:gd name="connsiteX229" fmla="*/ 5290070 w 7467600"/>
              <a:gd name="connsiteY229" fmla="*/ 4263619 h 6858000"/>
              <a:gd name="connsiteX230" fmla="*/ 4834991 w 7467600"/>
              <a:gd name="connsiteY230" fmla="*/ 3830985 h 6858000"/>
              <a:gd name="connsiteX231" fmla="*/ 4440129 w 7467600"/>
              <a:gd name="connsiteY231" fmla="*/ 3448571 h 6858000"/>
              <a:gd name="connsiteX232" fmla="*/ 4441737 w 7467600"/>
              <a:gd name="connsiteY232" fmla="*/ 3399734 h 6858000"/>
              <a:gd name="connsiteX233" fmla="*/ 4431236 w 7467600"/>
              <a:gd name="connsiteY233" fmla="*/ 3400954 h 6858000"/>
              <a:gd name="connsiteX234" fmla="*/ 4557150 w 7467600"/>
              <a:gd name="connsiteY234" fmla="*/ 3510023 h 6858000"/>
              <a:gd name="connsiteX235" fmla="*/ 4856936 w 7467600"/>
              <a:gd name="connsiteY235" fmla="*/ 3809146 h 6858000"/>
              <a:gd name="connsiteX236" fmla="*/ 5111996 w 7467600"/>
              <a:gd name="connsiteY236" fmla="*/ 4065759 h 6858000"/>
              <a:gd name="connsiteX237" fmla="*/ 5388878 w 7467600"/>
              <a:gd name="connsiteY237" fmla="*/ 4300185 h 6858000"/>
              <a:gd name="connsiteX238" fmla="*/ 5425556 w 7467600"/>
              <a:gd name="connsiteY238" fmla="*/ 4308967 h 6858000"/>
              <a:gd name="connsiteX239" fmla="*/ 4943646 w 7467600"/>
              <a:gd name="connsiteY239" fmla="*/ 3822916 h 6858000"/>
              <a:gd name="connsiteX240" fmla="*/ 4594837 w 7467600"/>
              <a:gd name="connsiteY240" fmla="*/ 3532274 h 6858000"/>
              <a:gd name="connsiteX241" fmla="*/ 4441737 w 7467600"/>
              <a:gd name="connsiteY241" fmla="*/ 3399734 h 6858000"/>
              <a:gd name="connsiteX242" fmla="*/ 5425834 w 7467600"/>
              <a:gd name="connsiteY242" fmla="*/ 3162785 h 6858000"/>
              <a:gd name="connsiteX243" fmla="*/ 5401644 w 7467600"/>
              <a:gd name="connsiteY243" fmla="*/ 3617847 h 6858000"/>
              <a:gd name="connsiteX244" fmla="*/ 5467256 w 7467600"/>
              <a:gd name="connsiteY244" fmla="*/ 4175494 h 6858000"/>
              <a:gd name="connsiteX245" fmla="*/ 5448069 w 7467600"/>
              <a:gd name="connsiteY245" fmla="*/ 3567554 h 6858000"/>
              <a:gd name="connsiteX246" fmla="*/ 5425834 w 7467600"/>
              <a:gd name="connsiteY246" fmla="*/ 3162785 h 6858000"/>
              <a:gd name="connsiteX247" fmla="*/ 1318687 w 7467600"/>
              <a:gd name="connsiteY247" fmla="*/ 3113840 h 6858000"/>
              <a:gd name="connsiteX248" fmla="*/ 1066793 w 7467600"/>
              <a:gd name="connsiteY248" fmla="*/ 3212171 h 6858000"/>
              <a:gd name="connsiteX249" fmla="*/ 993319 w 7467600"/>
              <a:gd name="connsiteY249" fmla="*/ 3247648 h 6858000"/>
              <a:gd name="connsiteX250" fmla="*/ 853081 w 7467600"/>
              <a:gd name="connsiteY250" fmla="*/ 3312410 h 6858000"/>
              <a:gd name="connsiteX251" fmla="*/ 805957 w 7467600"/>
              <a:gd name="connsiteY251" fmla="*/ 3330443 h 6858000"/>
              <a:gd name="connsiteX252" fmla="*/ 1318687 w 7467600"/>
              <a:gd name="connsiteY252" fmla="*/ 3113840 h 6858000"/>
              <a:gd name="connsiteX253" fmla="*/ 5453702 w 7467600"/>
              <a:gd name="connsiteY253" fmla="*/ 3090882 h 6858000"/>
              <a:gd name="connsiteX254" fmla="*/ 5480135 w 7467600"/>
              <a:gd name="connsiteY254" fmla="*/ 3565802 h 6858000"/>
              <a:gd name="connsiteX255" fmla="*/ 5499023 w 7467600"/>
              <a:gd name="connsiteY255" fmla="*/ 4166310 h 6858000"/>
              <a:gd name="connsiteX256" fmla="*/ 5547022 w 7467600"/>
              <a:gd name="connsiteY256" fmla="*/ 3607838 h 6858000"/>
              <a:gd name="connsiteX257" fmla="*/ 5515964 w 7467600"/>
              <a:gd name="connsiteY257" fmla="*/ 3378541 h 6858000"/>
              <a:gd name="connsiteX258" fmla="*/ 5453702 w 7467600"/>
              <a:gd name="connsiteY258" fmla="*/ 3090882 h 6858000"/>
              <a:gd name="connsiteX259" fmla="*/ 1238695 w 7467600"/>
              <a:gd name="connsiteY259" fmla="*/ 3076820 h 6858000"/>
              <a:gd name="connsiteX260" fmla="*/ 716371 w 7467600"/>
              <a:gd name="connsiteY260" fmla="*/ 3293249 h 6858000"/>
              <a:gd name="connsiteX261" fmla="*/ 579522 w 7467600"/>
              <a:gd name="connsiteY261" fmla="*/ 3371759 h 6858000"/>
              <a:gd name="connsiteX262" fmla="*/ 600288 w 7467600"/>
              <a:gd name="connsiteY262" fmla="*/ 3365555 h 6858000"/>
              <a:gd name="connsiteX263" fmla="*/ 840692 w 7467600"/>
              <a:gd name="connsiteY263" fmla="*/ 3284921 h 6858000"/>
              <a:gd name="connsiteX264" fmla="*/ 979248 w 7467600"/>
              <a:gd name="connsiteY264" fmla="*/ 3221003 h 6858000"/>
              <a:gd name="connsiteX265" fmla="*/ 1053282 w 7467600"/>
              <a:gd name="connsiteY265" fmla="*/ 3185247 h 6858000"/>
              <a:gd name="connsiteX266" fmla="*/ 1320603 w 7467600"/>
              <a:gd name="connsiteY266" fmla="*/ 3081281 h 6858000"/>
              <a:gd name="connsiteX267" fmla="*/ 1238695 w 7467600"/>
              <a:gd name="connsiteY267" fmla="*/ 3076820 h 6858000"/>
              <a:gd name="connsiteX268" fmla="*/ 5425627 w 7467600"/>
              <a:gd name="connsiteY268" fmla="*/ 2954192 h 6858000"/>
              <a:gd name="connsiteX269" fmla="*/ 5470770 w 7467600"/>
              <a:gd name="connsiteY269" fmla="*/ 3005435 h 6858000"/>
              <a:gd name="connsiteX270" fmla="*/ 5519779 w 7467600"/>
              <a:gd name="connsiteY270" fmla="*/ 4359223 h 6858000"/>
              <a:gd name="connsiteX271" fmla="*/ 5520293 w 7467600"/>
              <a:gd name="connsiteY271" fmla="*/ 4360602 h 6858000"/>
              <a:gd name="connsiteX272" fmla="*/ 5767221 w 7467600"/>
              <a:gd name="connsiteY272" fmla="*/ 4665564 h 6858000"/>
              <a:gd name="connsiteX273" fmla="*/ 6937169 w 7467600"/>
              <a:gd name="connsiteY273" fmla="*/ 4815941 h 6858000"/>
              <a:gd name="connsiteX274" fmla="*/ 6953922 w 7467600"/>
              <a:gd name="connsiteY274" fmla="*/ 4890068 h 6858000"/>
              <a:gd name="connsiteX275" fmla="*/ 6071359 w 7467600"/>
              <a:gd name="connsiteY275" fmla="*/ 4770770 h 6858000"/>
              <a:gd name="connsiteX276" fmla="*/ 6038839 w 7467600"/>
              <a:gd name="connsiteY276" fmla="*/ 4764474 h 6858000"/>
              <a:gd name="connsiteX277" fmla="*/ 6038706 w 7467600"/>
              <a:gd name="connsiteY277" fmla="*/ 4763847 h 6858000"/>
              <a:gd name="connsiteX278" fmla="*/ 6037784 w 7467600"/>
              <a:gd name="connsiteY278" fmla="*/ 4764270 h 6858000"/>
              <a:gd name="connsiteX279" fmla="*/ 6038839 w 7467600"/>
              <a:gd name="connsiteY279" fmla="*/ 4764474 h 6858000"/>
              <a:gd name="connsiteX280" fmla="*/ 6040338 w 7467600"/>
              <a:gd name="connsiteY280" fmla="*/ 4771418 h 6858000"/>
              <a:gd name="connsiteX281" fmla="*/ 6024488 w 7467600"/>
              <a:gd name="connsiteY281" fmla="*/ 4809903 h 6858000"/>
              <a:gd name="connsiteX282" fmla="*/ 5599771 w 7467600"/>
              <a:gd name="connsiteY282" fmla="*/ 5509652 h 6858000"/>
              <a:gd name="connsiteX283" fmla="*/ 5548843 w 7467600"/>
              <a:gd name="connsiteY283" fmla="*/ 5563845 h 6858000"/>
              <a:gd name="connsiteX284" fmla="*/ 5940952 w 7467600"/>
              <a:gd name="connsiteY284" fmla="*/ 6250028 h 6858000"/>
              <a:gd name="connsiteX285" fmla="*/ 6043441 w 7467600"/>
              <a:gd name="connsiteY285" fmla="*/ 6665847 h 6858000"/>
              <a:gd name="connsiteX286" fmla="*/ 6093432 w 7467600"/>
              <a:gd name="connsiteY286" fmla="*/ 6858000 h 6858000"/>
              <a:gd name="connsiteX287" fmla="*/ 6034344 w 7467600"/>
              <a:gd name="connsiteY287" fmla="*/ 6858000 h 6858000"/>
              <a:gd name="connsiteX288" fmla="*/ 6026679 w 7467600"/>
              <a:gd name="connsiteY288" fmla="*/ 6836959 h 6858000"/>
              <a:gd name="connsiteX289" fmla="*/ 5800441 w 7467600"/>
              <a:gd name="connsiteY289" fmla="*/ 6335286 h 6858000"/>
              <a:gd name="connsiteX290" fmla="*/ 5526562 w 7467600"/>
              <a:gd name="connsiteY290" fmla="*/ 5705388 h 6858000"/>
              <a:gd name="connsiteX291" fmla="*/ 5519640 w 7467600"/>
              <a:gd name="connsiteY291" fmla="*/ 5683774 h 6858000"/>
              <a:gd name="connsiteX292" fmla="*/ 5844559 w 7467600"/>
              <a:gd name="connsiteY292" fmla="*/ 6553349 h 6858000"/>
              <a:gd name="connsiteX293" fmla="*/ 5975994 w 7467600"/>
              <a:gd name="connsiteY293" fmla="*/ 6858000 h 6858000"/>
              <a:gd name="connsiteX294" fmla="*/ 5898547 w 7467600"/>
              <a:gd name="connsiteY294" fmla="*/ 6858000 h 6858000"/>
              <a:gd name="connsiteX295" fmla="*/ 5682041 w 7467600"/>
              <a:gd name="connsiteY295" fmla="*/ 6355860 h 6858000"/>
              <a:gd name="connsiteX296" fmla="*/ 5461758 w 7467600"/>
              <a:gd name="connsiteY296" fmla="*/ 5820220 h 6858000"/>
              <a:gd name="connsiteX297" fmla="*/ 5237282 w 7467600"/>
              <a:gd name="connsiteY297" fmla="*/ 6579086 h 6858000"/>
              <a:gd name="connsiteX298" fmla="*/ 5115009 w 7467600"/>
              <a:gd name="connsiteY298" fmla="*/ 6858000 h 6858000"/>
              <a:gd name="connsiteX299" fmla="*/ 5028074 w 7467600"/>
              <a:gd name="connsiteY299" fmla="*/ 6858000 h 6858000"/>
              <a:gd name="connsiteX300" fmla="*/ 5079508 w 7467600"/>
              <a:gd name="connsiteY300" fmla="*/ 6749074 h 6858000"/>
              <a:gd name="connsiteX301" fmla="*/ 5371846 w 7467600"/>
              <a:gd name="connsiteY301" fmla="*/ 5924413 h 6858000"/>
              <a:gd name="connsiteX302" fmla="*/ 5270512 w 7467600"/>
              <a:gd name="connsiteY302" fmla="*/ 6138975 h 6858000"/>
              <a:gd name="connsiteX303" fmla="*/ 5062409 w 7467600"/>
              <a:gd name="connsiteY303" fmla="*/ 6653544 h 6858000"/>
              <a:gd name="connsiteX304" fmla="*/ 5036628 w 7467600"/>
              <a:gd name="connsiteY304" fmla="*/ 6754247 h 6858000"/>
              <a:gd name="connsiteX305" fmla="*/ 5009112 w 7467600"/>
              <a:gd name="connsiteY305" fmla="*/ 6858000 h 6858000"/>
              <a:gd name="connsiteX306" fmla="*/ 4976679 w 7467600"/>
              <a:gd name="connsiteY306" fmla="*/ 6858000 h 6858000"/>
              <a:gd name="connsiteX307" fmla="*/ 5006537 w 7467600"/>
              <a:gd name="connsiteY307" fmla="*/ 6747068 h 6858000"/>
              <a:gd name="connsiteX308" fmla="*/ 5032723 w 7467600"/>
              <a:gd name="connsiteY308" fmla="*/ 6644957 h 6858000"/>
              <a:gd name="connsiteX309" fmla="*/ 5242949 w 7467600"/>
              <a:gd name="connsiteY309" fmla="*/ 6125175 h 6858000"/>
              <a:gd name="connsiteX310" fmla="*/ 5286321 w 7467600"/>
              <a:gd name="connsiteY310" fmla="*/ 6033555 h 6858000"/>
              <a:gd name="connsiteX311" fmla="*/ 5008210 w 7467600"/>
              <a:gd name="connsiteY311" fmla="*/ 6649194 h 6858000"/>
              <a:gd name="connsiteX312" fmla="*/ 4986321 w 7467600"/>
              <a:gd name="connsiteY312" fmla="*/ 6765687 h 6858000"/>
              <a:gd name="connsiteX313" fmla="*/ 4973474 w 7467600"/>
              <a:gd name="connsiteY313" fmla="*/ 6858000 h 6858000"/>
              <a:gd name="connsiteX314" fmla="*/ 4907178 w 7467600"/>
              <a:gd name="connsiteY314" fmla="*/ 6858000 h 6858000"/>
              <a:gd name="connsiteX315" fmla="*/ 4910810 w 7467600"/>
              <a:gd name="connsiteY315" fmla="*/ 6829660 h 6858000"/>
              <a:gd name="connsiteX316" fmla="*/ 4987461 w 7467600"/>
              <a:gd name="connsiteY316" fmla="*/ 6432994 h 6858000"/>
              <a:gd name="connsiteX317" fmla="*/ 5179262 w 7467600"/>
              <a:gd name="connsiteY317" fmla="*/ 6035044 h 6858000"/>
              <a:gd name="connsiteX318" fmla="*/ 4689678 w 7467600"/>
              <a:gd name="connsiteY318" fmla="*/ 6440241 h 6858000"/>
              <a:gd name="connsiteX319" fmla="*/ 4477543 w 7467600"/>
              <a:gd name="connsiteY319" fmla="*/ 6674836 h 6858000"/>
              <a:gd name="connsiteX320" fmla="*/ 4329957 w 7467600"/>
              <a:gd name="connsiteY320" fmla="*/ 6858000 h 6858000"/>
              <a:gd name="connsiteX321" fmla="*/ 4218595 w 7467600"/>
              <a:gd name="connsiteY321" fmla="*/ 6858000 h 6858000"/>
              <a:gd name="connsiteX322" fmla="*/ 4368888 w 7467600"/>
              <a:gd name="connsiteY322" fmla="*/ 6668412 h 6858000"/>
              <a:gd name="connsiteX323" fmla="*/ 4563091 w 7467600"/>
              <a:gd name="connsiteY323" fmla="*/ 6442508 h 6858000"/>
              <a:gd name="connsiteX324" fmla="*/ 5387324 w 7467600"/>
              <a:gd name="connsiteY324" fmla="*/ 5705830 h 6858000"/>
              <a:gd name="connsiteX325" fmla="*/ 5073620 w 7467600"/>
              <a:gd name="connsiteY325" fmla="*/ 5955437 h 6858000"/>
              <a:gd name="connsiteX326" fmla="*/ 4689789 w 7467600"/>
              <a:gd name="connsiteY326" fmla="*/ 6268382 h 6858000"/>
              <a:gd name="connsiteX327" fmla="*/ 4418722 w 7467600"/>
              <a:gd name="connsiteY327" fmla="*/ 6570886 h 6858000"/>
              <a:gd name="connsiteX328" fmla="*/ 4214944 w 7467600"/>
              <a:gd name="connsiteY328" fmla="*/ 6858000 h 6858000"/>
              <a:gd name="connsiteX329" fmla="*/ 4177898 w 7467600"/>
              <a:gd name="connsiteY329" fmla="*/ 6858000 h 6858000"/>
              <a:gd name="connsiteX330" fmla="*/ 4391597 w 7467600"/>
              <a:gd name="connsiteY330" fmla="*/ 6556370 h 6858000"/>
              <a:gd name="connsiteX331" fmla="*/ 4668889 w 7467600"/>
              <a:gd name="connsiteY331" fmla="*/ 6246399 h 6858000"/>
              <a:gd name="connsiteX332" fmla="*/ 5055427 w 7467600"/>
              <a:gd name="connsiteY332" fmla="*/ 5931476 h 6858000"/>
              <a:gd name="connsiteX333" fmla="*/ 5371814 w 7467600"/>
              <a:gd name="connsiteY333" fmla="*/ 5678975 h 6858000"/>
              <a:gd name="connsiteX334" fmla="*/ 4987918 w 7467600"/>
              <a:gd name="connsiteY334" fmla="*/ 5838701 h 6858000"/>
              <a:gd name="connsiteX335" fmla="*/ 4317146 w 7467600"/>
              <a:gd name="connsiteY335" fmla="*/ 6587716 h 6858000"/>
              <a:gd name="connsiteX336" fmla="*/ 4171627 w 7467600"/>
              <a:gd name="connsiteY336" fmla="*/ 6858000 h 6858000"/>
              <a:gd name="connsiteX337" fmla="*/ 4081585 w 7467600"/>
              <a:gd name="connsiteY337" fmla="*/ 6858000 h 6858000"/>
              <a:gd name="connsiteX338" fmla="*/ 4238603 w 7467600"/>
              <a:gd name="connsiteY338" fmla="*/ 6559341 h 6858000"/>
              <a:gd name="connsiteX339" fmla="*/ 4778333 w 7467600"/>
              <a:gd name="connsiteY339" fmla="*/ 5873626 h 6858000"/>
              <a:gd name="connsiteX340" fmla="*/ 5414185 w 7467600"/>
              <a:gd name="connsiteY340" fmla="*/ 5573882 h 6858000"/>
              <a:gd name="connsiteX341" fmla="*/ 5959648 w 7467600"/>
              <a:gd name="connsiteY341" fmla="*/ 4760797 h 6858000"/>
              <a:gd name="connsiteX342" fmla="*/ 5355019 w 7467600"/>
              <a:gd name="connsiteY342" fmla="*/ 4734672 h 6858000"/>
              <a:gd name="connsiteX343" fmla="*/ 5083565 w 7467600"/>
              <a:gd name="connsiteY343" fmla="*/ 5179121 h 6858000"/>
              <a:gd name="connsiteX344" fmla="*/ 4713577 w 7467600"/>
              <a:gd name="connsiteY344" fmla="*/ 5616803 h 6858000"/>
              <a:gd name="connsiteX345" fmla="*/ 3989559 w 7467600"/>
              <a:gd name="connsiteY345" fmla="*/ 6145945 h 6858000"/>
              <a:gd name="connsiteX346" fmla="*/ 3939824 w 7467600"/>
              <a:gd name="connsiteY346" fmla="*/ 6066900 h 6858000"/>
              <a:gd name="connsiteX347" fmla="*/ 4584537 w 7467600"/>
              <a:gd name="connsiteY347" fmla="*/ 5324826 h 6858000"/>
              <a:gd name="connsiteX348" fmla="*/ 5037105 w 7467600"/>
              <a:gd name="connsiteY348" fmla="*/ 5088765 h 6858000"/>
              <a:gd name="connsiteX349" fmla="*/ 5039930 w 7467600"/>
              <a:gd name="connsiteY349" fmla="*/ 5089585 h 6858000"/>
              <a:gd name="connsiteX350" fmla="*/ 5263764 w 7467600"/>
              <a:gd name="connsiteY350" fmla="*/ 4735525 h 6858000"/>
              <a:gd name="connsiteX351" fmla="*/ 4086300 w 7467600"/>
              <a:gd name="connsiteY351" fmla="*/ 4884599 h 6858000"/>
              <a:gd name="connsiteX352" fmla="*/ 4085485 w 7467600"/>
              <a:gd name="connsiteY352" fmla="*/ 4899070 h 6858000"/>
              <a:gd name="connsiteX353" fmla="*/ 3871915 w 7467600"/>
              <a:gd name="connsiteY353" fmla="*/ 5253645 h 6858000"/>
              <a:gd name="connsiteX354" fmla="*/ 3799374 w 7467600"/>
              <a:gd name="connsiteY354" fmla="*/ 5466127 h 6858000"/>
              <a:gd name="connsiteX355" fmla="*/ 3498850 w 7467600"/>
              <a:gd name="connsiteY355" fmla="*/ 6661888 h 6858000"/>
              <a:gd name="connsiteX356" fmla="*/ 3399216 w 7467600"/>
              <a:gd name="connsiteY356" fmla="*/ 6858000 h 6858000"/>
              <a:gd name="connsiteX357" fmla="*/ 3303688 w 7467600"/>
              <a:gd name="connsiteY357" fmla="*/ 6858000 h 6858000"/>
              <a:gd name="connsiteX358" fmla="*/ 3391774 w 7467600"/>
              <a:gd name="connsiteY358" fmla="*/ 6697181 h 6858000"/>
              <a:gd name="connsiteX359" fmla="*/ 3735540 w 7467600"/>
              <a:gd name="connsiteY359" fmla="*/ 5546923 h 6858000"/>
              <a:gd name="connsiteX360" fmla="*/ 3729438 w 7467600"/>
              <a:gd name="connsiteY360" fmla="*/ 5569058 h 6858000"/>
              <a:gd name="connsiteX361" fmla="*/ 3707782 w 7467600"/>
              <a:gd name="connsiteY361" fmla="*/ 5644908 h 6858000"/>
              <a:gd name="connsiteX362" fmla="*/ 3583827 w 7467600"/>
              <a:gd name="connsiteY362" fmla="*/ 6039215 h 6858000"/>
              <a:gd name="connsiteX363" fmla="*/ 3547861 w 7467600"/>
              <a:gd name="connsiteY363" fmla="*/ 6129609 h 6858000"/>
              <a:gd name="connsiteX364" fmla="*/ 3490905 w 7467600"/>
              <a:gd name="connsiteY364" fmla="*/ 6277660 h 6858000"/>
              <a:gd name="connsiteX365" fmla="*/ 3455859 w 7467600"/>
              <a:gd name="connsiteY365" fmla="*/ 6391301 h 6858000"/>
              <a:gd name="connsiteX366" fmla="*/ 3429112 w 7467600"/>
              <a:gd name="connsiteY366" fmla="*/ 6479469 h 6858000"/>
              <a:gd name="connsiteX367" fmla="*/ 3304862 w 7467600"/>
              <a:gd name="connsiteY367" fmla="*/ 6796476 h 6858000"/>
              <a:gd name="connsiteX368" fmla="*/ 3276071 w 7467600"/>
              <a:gd name="connsiteY368" fmla="*/ 6858000 h 6858000"/>
              <a:gd name="connsiteX369" fmla="*/ 3240805 w 7467600"/>
              <a:gd name="connsiteY369" fmla="*/ 6858000 h 6858000"/>
              <a:gd name="connsiteX370" fmla="*/ 3275917 w 7467600"/>
              <a:gd name="connsiteY370" fmla="*/ 6783192 h 6858000"/>
              <a:gd name="connsiteX371" fmla="*/ 3399358 w 7467600"/>
              <a:gd name="connsiteY371" fmla="*/ 6469011 h 6858000"/>
              <a:gd name="connsiteX372" fmla="*/ 3425650 w 7467600"/>
              <a:gd name="connsiteY372" fmla="*/ 6381333 h 6858000"/>
              <a:gd name="connsiteX373" fmla="*/ 3460661 w 7467600"/>
              <a:gd name="connsiteY373" fmla="*/ 6266763 h 6858000"/>
              <a:gd name="connsiteX374" fmla="*/ 3518021 w 7467600"/>
              <a:gd name="connsiteY374" fmla="*/ 6117298 h 6858000"/>
              <a:gd name="connsiteX375" fmla="*/ 3554035 w 7467600"/>
              <a:gd name="connsiteY375" fmla="*/ 6027832 h 6858000"/>
              <a:gd name="connsiteX376" fmla="*/ 3677174 w 7467600"/>
              <a:gd name="connsiteY376" fmla="*/ 5636351 h 6858000"/>
              <a:gd name="connsiteX377" fmla="*/ 3698819 w 7467600"/>
              <a:gd name="connsiteY377" fmla="*/ 5560503 h 6858000"/>
              <a:gd name="connsiteX378" fmla="*/ 3702094 w 7467600"/>
              <a:gd name="connsiteY378" fmla="*/ 5549194 h 6858000"/>
              <a:gd name="connsiteX379" fmla="*/ 3398355 w 7467600"/>
              <a:gd name="connsiteY379" fmla="*/ 6094603 h 6858000"/>
              <a:gd name="connsiteX380" fmla="*/ 3193941 w 7467600"/>
              <a:gd name="connsiteY380" fmla="*/ 6798775 h 6858000"/>
              <a:gd name="connsiteX381" fmla="*/ 3184140 w 7467600"/>
              <a:gd name="connsiteY381" fmla="*/ 6858000 h 6858000"/>
              <a:gd name="connsiteX382" fmla="*/ 3099978 w 7467600"/>
              <a:gd name="connsiteY382" fmla="*/ 6858000 h 6858000"/>
              <a:gd name="connsiteX383" fmla="*/ 3101556 w 7467600"/>
              <a:gd name="connsiteY383" fmla="*/ 6843337 h 6858000"/>
              <a:gd name="connsiteX384" fmla="*/ 3370162 w 7467600"/>
              <a:gd name="connsiteY384" fmla="*/ 5785550 h 6858000"/>
              <a:gd name="connsiteX385" fmla="*/ 3746477 w 7467600"/>
              <a:gd name="connsiteY385" fmla="*/ 5377889 h 6858000"/>
              <a:gd name="connsiteX386" fmla="*/ 3863399 w 7467600"/>
              <a:gd name="connsiteY386" fmla="*/ 5087257 h 6858000"/>
              <a:gd name="connsiteX387" fmla="*/ 3968712 w 7467600"/>
              <a:gd name="connsiteY387" fmla="*/ 4913989 h 6858000"/>
              <a:gd name="connsiteX388" fmla="*/ 2792390 w 7467600"/>
              <a:gd name="connsiteY388" fmla="*/ 5382974 h 6858000"/>
              <a:gd name="connsiteX389" fmla="*/ 2714982 w 7467600"/>
              <a:gd name="connsiteY389" fmla="*/ 5427051 h 6858000"/>
              <a:gd name="connsiteX390" fmla="*/ 2813361 w 7467600"/>
              <a:gd name="connsiteY390" fmla="*/ 6023912 h 6858000"/>
              <a:gd name="connsiteX391" fmla="*/ 2688430 w 7467600"/>
              <a:gd name="connsiteY391" fmla="*/ 6801564 h 6858000"/>
              <a:gd name="connsiteX392" fmla="*/ 2629626 w 7467600"/>
              <a:gd name="connsiteY392" fmla="*/ 6763394 h 6858000"/>
              <a:gd name="connsiteX393" fmla="*/ 2565328 w 7467600"/>
              <a:gd name="connsiteY393" fmla="*/ 5516399 h 6858000"/>
              <a:gd name="connsiteX394" fmla="*/ 1922999 w 7467600"/>
              <a:gd name="connsiteY394" fmla="*/ 5980343 h 6858000"/>
              <a:gd name="connsiteX395" fmla="*/ 1950261 w 7467600"/>
              <a:gd name="connsiteY395" fmla="*/ 6405858 h 6858000"/>
              <a:gd name="connsiteX396" fmla="*/ 2365554 w 7467600"/>
              <a:gd name="connsiteY396" fmla="*/ 6759107 h 6858000"/>
              <a:gd name="connsiteX397" fmla="*/ 2424142 w 7467600"/>
              <a:gd name="connsiteY397" fmla="*/ 6858000 h 6858000"/>
              <a:gd name="connsiteX398" fmla="*/ 2395994 w 7467600"/>
              <a:gd name="connsiteY398" fmla="*/ 6858000 h 6858000"/>
              <a:gd name="connsiteX399" fmla="*/ 2392863 w 7467600"/>
              <a:gd name="connsiteY399" fmla="*/ 6852964 h 6858000"/>
              <a:gd name="connsiteX400" fmla="*/ 2017589 w 7467600"/>
              <a:gd name="connsiteY400" fmla="*/ 6493982 h 6858000"/>
              <a:gd name="connsiteX401" fmla="*/ 2147336 w 7467600"/>
              <a:gd name="connsiteY401" fmla="*/ 6594052 h 6858000"/>
              <a:gd name="connsiteX402" fmla="*/ 2207047 w 7467600"/>
              <a:gd name="connsiteY402" fmla="*/ 6654540 h 6858000"/>
              <a:gd name="connsiteX403" fmla="*/ 2299106 w 7467600"/>
              <a:gd name="connsiteY403" fmla="*/ 6778931 h 6858000"/>
              <a:gd name="connsiteX404" fmla="*/ 2314430 w 7467600"/>
              <a:gd name="connsiteY404" fmla="*/ 6801144 h 6858000"/>
              <a:gd name="connsiteX405" fmla="*/ 2352406 w 7467600"/>
              <a:gd name="connsiteY405" fmla="*/ 6858000 h 6858000"/>
              <a:gd name="connsiteX406" fmla="*/ 2314492 w 7467600"/>
              <a:gd name="connsiteY406" fmla="*/ 6858000 h 6858000"/>
              <a:gd name="connsiteX407" fmla="*/ 2288095 w 7467600"/>
              <a:gd name="connsiteY407" fmla="*/ 6818030 h 6858000"/>
              <a:gd name="connsiteX408" fmla="*/ 2272768 w 7467600"/>
              <a:gd name="connsiteY408" fmla="*/ 6795822 h 6858000"/>
              <a:gd name="connsiteX409" fmla="*/ 2182715 w 7467600"/>
              <a:gd name="connsiteY409" fmla="*/ 6675071 h 6858000"/>
              <a:gd name="connsiteX410" fmla="*/ 2032061 w 7467600"/>
              <a:gd name="connsiteY410" fmla="*/ 6541380 h 6858000"/>
              <a:gd name="connsiteX411" fmla="*/ 2257220 w 7467600"/>
              <a:gd name="connsiteY411" fmla="*/ 6826257 h 6858000"/>
              <a:gd name="connsiteX412" fmla="*/ 2281324 w 7467600"/>
              <a:gd name="connsiteY412" fmla="*/ 6858000 h 6858000"/>
              <a:gd name="connsiteX413" fmla="*/ 2242860 w 7467600"/>
              <a:gd name="connsiteY413" fmla="*/ 6858000 h 6858000"/>
              <a:gd name="connsiteX414" fmla="*/ 2232818 w 7467600"/>
              <a:gd name="connsiteY414" fmla="*/ 6844926 h 6858000"/>
              <a:gd name="connsiteX415" fmla="*/ 1990172 w 7467600"/>
              <a:gd name="connsiteY415" fmla="*/ 6542121 h 6858000"/>
              <a:gd name="connsiteX416" fmla="*/ 2124090 w 7467600"/>
              <a:gd name="connsiteY416" fmla="*/ 6761017 h 6858000"/>
              <a:gd name="connsiteX417" fmla="*/ 2200380 w 7467600"/>
              <a:gd name="connsiteY417" fmla="*/ 6858000 h 6858000"/>
              <a:gd name="connsiteX418" fmla="*/ 2147507 w 7467600"/>
              <a:gd name="connsiteY418" fmla="*/ 6858000 h 6858000"/>
              <a:gd name="connsiteX419" fmla="*/ 2070668 w 7467600"/>
              <a:gd name="connsiteY419" fmla="*/ 6761520 h 6858000"/>
              <a:gd name="connsiteX420" fmla="*/ 1975142 w 7467600"/>
              <a:gd name="connsiteY420" fmla="*/ 6585570 h 6858000"/>
              <a:gd name="connsiteX421" fmla="*/ 2050035 w 7467600"/>
              <a:gd name="connsiteY421" fmla="*/ 6813345 h 6858000"/>
              <a:gd name="connsiteX422" fmla="*/ 2063025 w 7467600"/>
              <a:gd name="connsiteY422" fmla="*/ 6858000 h 6858000"/>
              <a:gd name="connsiteX423" fmla="*/ 2021675 w 7467600"/>
              <a:gd name="connsiteY423" fmla="*/ 6858000 h 6858000"/>
              <a:gd name="connsiteX424" fmla="*/ 2019308 w 7467600"/>
              <a:gd name="connsiteY424" fmla="*/ 6847118 h 6858000"/>
              <a:gd name="connsiteX425" fmla="*/ 1938835 w 7467600"/>
              <a:gd name="connsiteY425" fmla="*/ 6551160 h 6858000"/>
              <a:gd name="connsiteX426" fmla="*/ 1953230 w 7467600"/>
              <a:gd name="connsiteY426" fmla="*/ 6759699 h 6858000"/>
              <a:gd name="connsiteX427" fmla="*/ 1956763 w 7467600"/>
              <a:gd name="connsiteY427" fmla="*/ 6778191 h 6858000"/>
              <a:gd name="connsiteX428" fmla="*/ 1967925 w 7467600"/>
              <a:gd name="connsiteY428" fmla="*/ 6858000 h 6858000"/>
              <a:gd name="connsiteX429" fmla="*/ 1936622 w 7467600"/>
              <a:gd name="connsiteY429" fmla="*/ 6858000 h 6858000"/>
              <a:gd name="connsiteX430" fmla="*/ 1926261 w 7467600"/>
              <a:gd name="connsiteY430" fmla="*/ 6784064 h 6858000"/>
              <a:gd name="connsiteX431" fmla="*/ 1922724 w 7467600"/>
              <a:gd name="connsiteY431" fmla="*/ 6765577 h 6858000"/>
              <a:gd name="connsiteX432" fmla="*/ 1904650 w 7467600"/>
              <a:gd name="connsiteY432" fmla="*/ 6639616 h 6858000"/>
              <a:gd name="connsiteX433" fmla="*/ 1885273 w 7467600"/>
              <a:gd name="connsiteY433" fmla="*/ 6858000 h 6858000"/>
              <a:gd name="connsiteX434" fmla="*/ 1854363 w 7467600"/>
              <a:gd name="connsiteY434" fmla="*/ 6858000 h 6858000"/>
              <a:gd name="connsiteX435" fmla="*/ 1880391 w 7467600"/>
              <a:gd name="connsiteY435" fmla="*/ 6603796 h 6858000"/>
              <a:gd name="connsiteX436" fmla="*/ 1818273 w 7467600"/>
              <a:gd name="connsiteY436" fmla="*/ 6715729 h 6858000"/>
              <a:gd name="connsiteX437" fmla="*/ 1794691 w 7467600"/>
              <a:gd name="connsiteY437" fmla="*/ 6843239 h 6858000"/>
              <a:gd name="connsiteX438" fmla="*/ 1794914 w 7467600"/>
              <a:gd name="connsiteY438" fmla="*/ 6858000 h 6858000"/>
              <a:gd name="connsiteX439" fmla="*/ 1746128 w 7467600"/>
              <a:gd name="connsiteY439" fmla="*/ 6858000 h 6858000"/>
              <a:gd name="connsiteX440" fmla="*/ 1753934 w 7467600"/>
              <a:gd name="connsiteY440" fmla="*/ 6724796 h 6858000"/>
              <a:gd name="connsiteX441" fmla="*/ 1792053 w 7467600"/>
              <a:gd name="connsiteY441" fmla="*/ 6572396 h 6858000"/>
              <a:gd name="connsiteX442" fmla="*/ 1862248 w 7467600"/>
              <a:gd name="connsiteY442" fmla="*/ 6266397 h 6858000"/>
              <a:gd name="connsiteX443" fmla="*/ 1862250 w 7467600"/>
              <a:gd name="connsiteY443" fmla="*/ 6033531 h 6858000"/>
              <a:gd name="connsiteX444" fmla="*/ 1211999 w 7467600"/>
              <a:gd name="connsiteY444" fmla="*/ 6683610 h 6858000"/>
              <a:gd name="connsiteX445" fmla="*/ 1213266 w 7467600"/>
              <a:gd name="connsiteY445" fmla="*/ 6691947 h 6858000"/>
              <a:gd name="connsiteX446" fmla="*/ 1203370 w 7467600"/>
              <a:gd name="connsiteY446" fmla="*/ 6850676 h 6858000"/>
              <a:gd name="connsiteX447" fmla="*/ 1203671 w 7467600"/>
              <a:gd name="connsiteY447" fmla="*/ 6858000 h 6858000"/>
              <a:gd name="connsiteX448" fmla="*/ 1143180 w 7467600"/>
              <a:gd name="connsiteY448" fmla="*/ 6858000 h 6858000"/>
              <a:gd name="connsiteX449" fmla="*/ 1142176 w 7467600"/>
              <a:gd name="connsiteY449" fmla="*/ 6766045 h 6858000"/>
              <a:gd name="connsiteX450" fmla="*/ 1067484 w 7467600"/>
              <a:gd name="connsiteY450" fmla="*/ 6858000 h 6858000"/>
              <a:gd name="connsiteX451" fmla="*/ 953928 w 7467600"/>
              <a:gd name="connsiteY451" fmla="*/ 6858000 h 6858000"/>
              <a:gd name="connsiteX452" fmla="*/ 959715 w 7467600"/>
              <a:gd name="connsiteY452" fmla="*/ 6850185 h 6858000"/>
              <a:gd name="connsiteX453" fmla="*/ 1483788 w 7467600"/>
              <a:gd name="connsiteY453" fmla="*/ 6259174 h 6858000"/>
              <a:gd name="connsiteX454" fmla="*/ 1100671 w 7467600"/>
              <a:gd name="connsiteY454" fmla="*/ 6252137 h 6858000"/>
              <a:gd name="connsiteX455" fmla="*/ 1090144 w 7467600"/>
              <a:gd name="connsiteY455" fmla="*/ 6256748 h 6858000"/>
              <a:gd name="connsiteX456" fmla="*/ 1095872 w 7467600"/>
              <a:gd name="connsiteY456" fmla="*/ 6271892 h 6858000"/>
              <a:gd name="connsiteX457" fmla="*/ 262785 w 7467600"/>
              <a:gd name="connsiteY457" fmla="*/ 6845450 h 6858000"/>
              <a:gd name="connsiteX458" fmla="*/ 209968 w 7467600"/>
              <a:gd name="connsiteY458" fmla="*/ 6770713 h 6858000"/>
              <a:gd name="connsiteX459" fmla="*/ 873460 w 7467600"/>
              <a:gd name="connsiteY459" fmla="*/ 6253768 h 6858000"/>
              <a:gd name="connsiteX460" fmla="*/ 192686 w 7467600"/>
              <a:gd name="connsiteY460" fmla="*/ 5849257 h 6858000"/>
              <a:gd name="connsiteX461" fmla="*/ 4696 w 7467600"/>
              <a:gd name="connsiteY461" fmla="*/ 5697668 h 6858000"/>
              <a:gd name="connsiteX462" fmla="*/ 0 w 7467600"/>
              <a:gd name="connsiteY462" fmla="*/ 5689984 h 6858000"/>
              <a:gd name="connsiteX463" fmla="*/ 0 w 7467600"/>
              <a:gd name="connsiteY463" fmla="*/ 5513472 h 6858000"/>
              <a:gd name="connsiteX464" fmla="*/ 174101 w 7467600"/>
              <a:gd name="connsiteY464" fmla="*/ 5620277 h 6858000"/>
              <a:gd name="connsiteX465" fmla="*/ 891800 w 7467600"/>
              <a:gd name="connsiteY465" fmla="*/ 6036935 h 6858000"/>
              <a:gd name="connsiteX466" fmla="*/ 1072219 w 7467600"/>
              <a:gd name="connsiteY466" fmla="*/ 6169443 h 6858000"/>
              <a:gd name="connsiteX467" fmla="*/ 1074117 w 7467600"/>
              <a:gd name="connsiteY467" fmla="*/ 6170301 h 6858000"/>
              <a:gd name="connsiteX468" fmla="*/ 1083114 w 7467600"/>
              <a:gd name="connsiteY468" fmla="*/ 6174131 h 6858000"/>
              <a:gd name="connsiteX469" fmla="*/ 1543010 w 7467600"/>
              <a:gd name="connsiteY469" fmla="*/ 6191140 h 6858000"/>
              <a:gd name="connsiteX470" fmla="*/ 1551080 w 7467600"/>
              <a:gd name="connsiteY470" fmla="*/ 6195006 h 6858000"/>
              <a:gd name="connsiteX471" fmla="*/ 2345443 w 7467600"/>
              <a:gd name="connsiteY471" fmla="*/ 5549882 h 6858000"/>
              <a:gd name="connsiteX472" fmla="*/ 1721499 w 7467600"/>
              <a:gd name="connsiteY472" fmla="*/ 5599969 h 6858000"/>
              <a:gd name="connsiteX473" fmla="*/ 767716 w 7467600"/>
              <a:gd name="connsiteY473" fmla="*/ 5472768 h 6858000"/>
              <a:gd name="connsiteX474" fmla="*/ 722147 w 7467600"/>
              <a:gd name="connsiteY474" fmla="*/ 5393091 h 6858000"/>
              <a:gd name="connsiteX475" fmla="*/ 1485552 w 7467600"/>
              <a:gd name="connsiteY475" fmla="*/ 5313202 h 6858000"/>
              <a:gd name="connsiteX476" fmla="*/ 2143004 w 7467600"/>
              <a:gd name="connsiteY476" fmla="*/ 5402420 h 6858000"/>
              <a:gd name="connsiteX477" fmla="*/ 1933391 w 7467600"/>
              <a:gd name="connsiteY477" fmla="*/ 5156971 h 6858000"/>
              <a:gd name="connsiteX478" fmla="*/ 1827118 w 7467600"/>
              <a:gd name="connsiteY478" fmla="*/ 4968410 h 6858000"/>
              <a:gd name="connsiteX479" fmla="*/ 1837349 w 7467600"/>
              <a:gd name="connsiteY479" fmla="*/ 4956357 h 6858000"/>
              <a:gd name="connsiteX480" fmla="*/ 2162835 w 7467600"/>
              <a:gd name="connsiteY480" fmla="*/ 5187853 h 6858000"/>
              <a:gd name="connsiteX481" fmla="*/ 2257167 w 7467600"/>
              <a:gd name="connsiteY481" fmla="*/ 5462123 h 6858000"/>
              <a:gd name="connsiteX482" fmla="*/ 2261598 w 7467600"/>
              <a:gd name="connsiteY482" fmla="*/ 5467998 h 6858000"/>
              <a:gd name="connsiteX483" fmla="*/ 2437177 w 7467600"/>
              <a:gd name="connsiteY483" fmla="*/ 5479608 h 6858000"/>
              <a:gd name="connsiteX484" fmla="*/ 2445247 w 7467600"/>
              <a:gd name="connsiteY484" fmla="*/ 5483476 h 6858000"/>
              <a:gd name="connsiteX485" fmla="*/ 2743626 w 7467600"/>
              <a:gd name="connsiteY485" fmla="*/ 5304819 h 6858000"/>
              <a:gd name="connsiteX486" fmla="*/ 3048102 w 7467600"/>
              <a:gd name="connsiteY486" fmla="*/ 5150595 h 6858000"/>
              <a:gd name="connsiteX487" fmla="*/ 1799414 w 7467600"/>
              <a:gd name="connsiteY487" fmla="*/ 4694732 h 6858000"/>
              <a:gd name="connsiteX488" fmla="*/ 1771735 w 7467600"/>
              <a:gd name="connsiteY488" fmla="*/ 4619929 h 6858000"/>
              <a:gd name="connsiteX489" fmla="*/ 3104273 w 7467600"/>
              <a:gd name="connsiteY489" fmla="*/ 5076159 h 6858000"/>
              <a:gd name="connsiteX490" fmla="*/ 3113245 w 7467600"/>
              <a:gd name="connsiteY490" fmla="*/ 5090705 h 6858000"/>
              <a:gd name="connsiteX491" fmla="*/ 3126294 w 7467600"/>
              <a:gd name="connsiteY491" fmla="*/ 5114400 h 6858000"/>
              <a:gd name="connsiteX492" fmla="*/ 3937433 w 7467600"/>
              <a:gd name="connsiteY492" fmla="*/ 4830473 h 6858000"/>
              <a:gd name="connsiteX493" fmla="*/ 3590475 w 7467600"/>
              <a:gd name="connsiteY493" fmla="*/ 4597974 h 6858000"/>
              <a:gd name="connsiteX494" fmla="*/ 3100264 w 7467600"/>
              <a:gd name="connsiteY494" fmla="*/ 4579845 h 6858000"/>
              <a:gd name="connsiteX495" fmla="*/ 2183576 w 7467600"/>
              <a:gd name="connsiteY495" fmla="*/ 4227150 h 6858000"/>
              <a:gd name="connsiteX496" fmla="*/ 2151029 w 7467600"/>
              <a:gd name="connsiteY496" fmla="*/ 4146947 h 6858000"/>
              <a:gd name="connsiteX497" fmla="*/ 3563434 w 7467600"/>
              <a:gd name="connsiteY497" fmla="*/ 4469115 h 6858000"/>
              <a:gd name="connsiteX498" fmla="*/ 3177952 w 7467600"/>
              <a:gd name="connsiteY498" fmla="*/ 3657386 h 6858000"/>
              <a:gd name="connsiteX499" fmla="*/ 3189263 w 7467600"/>
              <a:gd name="connsiteY499" fmla="*/ 3625726 h 6858000"/>
              <a:gd name="connsiteX500" fmla="*/ 3560912 w 7467600"/>
              <a:gd name="connsiteY500" fmla="*/ 4079863 h 6858000"/>
              <a:gd name="connsiteX501" fmla="*/ 3626636 w 7467600"/>
              <a:gd name="connsiteY501" fmla="*/ 4512230 h 6858000"/>
              <a:gd name="connsiteX502" fmla="*/ 3653088 w 7467600"/>
              <a:gd name="connsiteY502" fmla="*/ 4521417 h 6858000"/>
              <a:gd name="connsiteX503" fmla="*/ 3988128 w 7467600"/>
              <a:gd name="connsiteY503" fmla="*/ 4817267 h 6858000"/>
              <a:gd name="connsiteX504" fmla="*/ 4830582 w 7467600"/>
              <a:gd name="connsiteY504" fmla="*/ 4676000 h 6858000"/>
              <a:gd name="connsiteX505" fmla="*/ 4830100 w 7467600"/>
              <a:gd name="connsiteY505" fmla="*/ 4675554 h 6858000"/>
              <a:gd name="connsiteX506" fmla="*/ 4036318 w 7467600"/>
              <a:gd name="connsiteY506" fmla="*/ 4147013 h 6858000"/>
              <a:gd name="connsiteX507" fmla="*/ 3432098 w 7467600"/>
              <a:gd name="connsiteY507" fmla="*/ 3537312 h 6858000"/>
              <a:gd name="connsiteX508" fmla="*/ 3446761 w 7467600"/>
              <a:gd name="connsiteY508" fmla="*/ 3461278 h 6858000"/>
              <a:gd name="connsiteX509" fmla="*/ 4419733 w 7467600"/>
              <a:gd name="connsiteY509" fmla="*/ 3963555 h 6858000"/>
              <a:gd name="connsiteX510" fmla="*/ 4781371 w 7467600"/>
              <a:gd name="connsiteY510" fmla="*/ 4458604 h 6858000"/>
              <a:gd name="connsiteX511" fmla="*/ 4780440 w 7467600"/>
              <a:gd name="connsiteY511" fmla="*/ 4470290 h 6858000"/>
              <a:gd name="connsiteX512" fmla="*/ 4898954 w 7467600"/>
              <a:gd name="connsiteY512" fmla="*/ 4662092 h 6858000"/>
              <a:gd name="connsiteX513" fmla="*/ 4900699 w 7467600"/>
              <a:gd name="connsiteY513" fmla="*/ 4670867 h 6858000"/>
              <a:gd name="connsiteX514" fmla="*/ 5714511 w 7467600"/>
              <a:gd name="connsiteY514" fmla="*/ 4663483 h 6858000"/>
              <a:gd name="connsiteX515" fmla="*/ 5464793 w 7467600"/>
              <a:gd name="connsiteY515" fmla="*/ 4393556 h 6858000"/>
              <a:gd name="connsiteX516" fmla="*/ 5461897 w 7467600"/>
              <a:gd name="connsiteY516" fmla="*/ 4390879 h 6858000"/>
              <a:gd name="connsiteX517" fmla="*/ 4294126 w 7467600"/>
              <a:gd name="connsiteY517" fmla="*/ 3303048 h 6858000"/>
              <a:gd name="connsiteX518" fmla="*/ 4305321 w 7467600"/>
              <a:gd name="connsiteY518" fmla="*/ 3256953 h 6858000"/>
              <a:gd name="connsiteX519" fmla="*/ 4949299 w 7467600"/>
              <a:gd name="connsiteY519" fmla="*/ 3766336 h 6858000"/>
              <a:gd name="connsiteX520" fmla="*/ 5291452 w 7467600"/>
              <a:gd name="connsiteY520" fmla="*/ 4076801 h 6858000"/>
              <a:gd name="connsiteX521" fmla="*/ 5434998 w 7467600"/>
              <a:gd name="connsiteY521" fmla="*/ 4254100 h 6858000"/>
              <a:gd name="connsiteX522" fmla="*/ 5351015 w 7467600"/>
              <a:gd name="connsiteY522" fmla="*/ 3760989 h 6858000"/>
              <a:gd name="connsiteX523" fmla="*/ 5413780 w 7467600"/>
              <a:gd name="connsiteY523" fmla="*/ 2966265 h 6858000"/>
              <a:gd name="connsiteX524" fmla="*/ 5425627 w 7467600"/>
              <a:gd name="connsiteY524" fmla="*/ 2954192 h 6858000"/>
              <a:gd name="connsiteX525" fmla="*/ 6604735 w 7467600"/>
              <a:gd name="connsiteY525" fmla="*/ 2041381 h 6858000"/>
              <a:gd name="connsiteX526" fmla="*/ 7204487 w 7467600"/>
              <a:gd name="connsiteY526" fmla="*/ 2742112 h 6858000"/>
              <a:gd name="connsiteX527" fmla="*/ 7131592 w 7467600"/>
              <a:gd name="connsiteY527" fmla="*/ 2672096 h 6858000"/>
              <a:gd name="connsiteX528" fmla="*/ 6996344 w 7467600"/>
              <a:gd name="connsiteY528" fmla="*/ 2518310 h 6858000"/>
              <a:gd name="connsiteX529" fmla="*/ 6735495 w 7467600"/>
              <a:gd name="connsiteY529" fmla="*/ 2196890 h 6858000"/>
              <a:gd name="connsiteX530" fmla="*/ 6721901 w 7467600"/>
              <a:gd name="connsiteY530" fmla="*/ 2179274 h 6858000"/>
              <a:gd name="connsiteX531" fmla="*/ 6604735 w 7467600"/>
              <a:gd name="connsiteY531" fmla="*/ 2041381 h 6858000"/>
              <a:gd name="connsiteX532" fmla="*/ 6591670 w 7467600"/>
              <a:gd name="connsiteY532" fmla="*/ 1988277 h 6858000"/>
              <a:gd name="connsiteX533" fmla="*/ 6747349 w 7467600"/>
              <a:gd name="connsiteY533" fmla="*/ 2160069 h 6858000"/>
              <a:gd name="connsiteX534" fmla="*/ 6760943 w 7467600"/>
              <a:gd name="connsiteY534" fmla="*/ 2177686 h 6858000"/>
              <a:gd name="connsiteX535" fmla="*/ 7021065 w 7467600"/>
              <a:gd name="connsiteY535" fmla="*/ 2498102 h 6858000"/>
              <a:gd name="connsiteX536" fmla="*/ 7155223 w 7467600"/>
              <a:gd name="connsiteY536" fmla="*/ 2650386 h 6858000"/>
              <a:gd name="connsiteX537" fmla="*/ 7203167 w 7467600"/>
              <a:gd name="connsiteY537" fmla="*/ 2697288 h 6858000"/>
              <a:gd name="connsiteX538" fmla="*/ 6937703 w 7467600"/>
              <a:gd name="connsiteY538" fmla="*/ 2321981 h 6858000"/>
              <a:gd name="connsiteX539" fmla="*/ 6591670 w 7467600"/>
              <a:gd name="connsiteY539" fmla="*/ 1988277 h 6858000"/>
              <a:gd name="connsiteX540" fmla="*/ 5798671 w 7467600"/>
              <a:gd name="connsiteY540" fmla="*/ 1981601 h 6858000"/>
              <a:gd name="connsiteX541" fmla="*/ 5754709 w 7467600"/>
              <a:gd name="connsiteY541" fmla="*/ 2071454 h 6858000"/>
              <a:gd name="connsiteX542" fmla="*/ 5763044 w 7467600"/>
              <a:gd name="connsiteY542" fmla="*/ 2842206 h 6858000"/>
              <a:gd name="connsiteX543" fmla="*/ 5764974 w 7467600"/>
              <a:gd name="connsiteY543" fmla="*/ 2799609 h 6858000"/>
              <a:gd name="connsiteX544" fmla="*/ 5767665 w 7467600"/>
              <a:gd name="connsiteY544" fmla="*/ 2666409 h 6858000"/>
              <a:gd name="connsiteX545" fmla="*/ 5763055 w 7467600"/>
              <a:gd name="connsiteY545" fmla="*/ 2579705 h 6858000"/>
              <a:gd name="connsiteX546" fmla="*/ 5758079 w 7467600"/>
              <a:gd name="connsiteY546" fmla="*/ 2492508 h 6858000"/>
              <a:gd name="connsiteX547" fmla="*/ 5779325 w 7467600"/>
              <a:gd name="connsiteY547" fmla="*/ 2197069 h 6858000"/>
              <a:gd name="connsiteX548" fmla="*/ 5798671 w 7467600"/>
              <a:gd name="connsiteY548" fmla="*/ 1981601 h 6858000"/>
              <a:gd name="connsiteX549" fmla="*/ 5829202 w 7467600"/>
              <a:gd name="connsiteY549" fmla="*/ 1971679 h 6858000"/>
              <a:gd name="connsiteX550" fmla="*/ 5809558 w 7467600"/>
              <a:gd name="connsiteY550" fmla="*/ 2198043 h 6858000"/>
              <a:gd name="connsiteX551" fmla="*/ 5788653 w 7467600"/>
              <a:gd name="connsiteY551" fmla="*/ 2489430 h 6858000"/>
              <a:gd name="connsiteX552" fmla="*/ 5793439 w 7467600"/>
              <a:gd name="connsiteY552" fmla="*/ 2575235 h 6858000"/>
              <a:gd name="connsiteX553" fmla="*/ 5796837 w 7467600"/>
              <a:gd name="connsiteY553" fmla="*/ 2637633 h 6858000"/>
              <a:gd name="connsiteX554" fmla="*/ 5818614 w 7467600"/>
              <a:gd name="connsiteY554" fmla="*/ 2473055 h 6858000"/>
              <a:gd name="connsiteX555" fmla="*/ 5829202 w 7467600"/>
              <a:gd name="connsiteY555" fmla="*/ 1971679 h 6858000"/>
              <a:gd name="connsiteX556" fmla="*/ 5911389 w 7467600"/>
              <a:gd name="connsiteY556" fmla="*/ 1898371 h 6858000"/>
              <a:gd name="connsiteX557" fmla="*/ 6237627 w 7467600"/>
              <a:gd name="connsiteY557" fmla="*/ 2231921 h 6858000"/>
              <a:gd name="connsiteX558" fmla="*/ 5911389 w 7467600"/>
              <a:gd name="connsiteY558" fmla="*/ 1898371 h 6858000"/>
              <a:gd name="connsiteX559" fmla="*/ 6944437 w 7467600"/>
              <a:gd name="connsiteY559" fmla="*/ 1575402 h 6858000"/>
              <a:gd name="connsiteX560" fmla="*/ 6304730 w 7467600"/>
              <a:gd name="connsiteY560" fmla="*/ 1766654 h 6858000"/>
              <a:gd name="connsiteX561" fmla="*/ 6944437 w 7467600"/>
              <a:gd name="connsiteY561" fmla="*/ 1575402 h 6858000"/>
              <a:gd name="connsiteX562" fmla="*/ 7019523 w 7467600"/>
              <a:gd name="connsiteY562" fmla="*/ 1519450 h 6858000"/>
              <a:gd name="connsiteX563" fmla="*/ 6298091 w 7467600"/>
              <a:gd name="connsiteY563" fmla="*/ 1737122 h 6858000"/>
              <a:gd name="connsiteX564" fmla="*/ 7019523 w 7467600"/>
              <a:gd name="connsiteY564" fmla="*/ 1519450 h 6858000"/>
              <a:gd name="connsiteX565" fmla="*/ 2399523 w 7467600"/>
              <a:gd name="connsiteY565" fmla="*/ 1428234 h 6858000"/>
              <a:gd name="connsiteX566" fmla="*/ 2224982 w 7467600"/>
              <a:gd name="connsiteY566" fmla="*/ 1826201 h 6858000"/>
              <a:gd name="connsiteX567" fmla="*/ 2096099 w 7467600"/>
              <a:gd name="connsiteY567" fmla="*/ 2345900 h 6858000"/>
              <a:gd name="connsiteX568" fmla="*/ 2283317 w 7467600"/>
              <a:gd name="connsiteY568" fmla="*/ 1796925 h 6858000"/>
              <a:gd name="connsiteX569" fmla="*/ 2399523 w 7467600"/>
              <a:gd name="connsiteY569" fmla="*/ 1428234 h 6858000"/>
              <a:gd name="connsiteX570" fmla="*/ 2448558 w 7467600"/>
              <a:gd name="connsiteY570" fmla="*/ 1373435 h 6858000"/>
              <a:gd name="connsiteX571" fmla="*/ 2312521 w 7467600"/>
              <a:gd name="connsiteY571" fmla="*/ 1806140 h 6858000"/>
              <a:gd name="connsiteX572" fmla="*/ 2127533 w 7467600"/>
              <a:gd name="connsiteY572" fmla="*/ 2348380 h 6858000"/>
              <a:gd name="connsiteX573" fmla="*/ 2358080 w 7467600"/>
              <a:gd name="connsiteY573" fmla="*/ 1866134 h 6858000"/>
              <a:gd name="connsiteX574" fmla="*/ 2407436 w 7467600"/>
              <a:gd name="connsiteY574" fmla="*/ 1651070 h 6858000"/>
              <a:gd name="connsiteX575" fmla="*/ 2448558 w 7467600"/>
              <a:gd name="connsiteY575" fmla="*/ 1373435 h 6858000"/>
              <a:gd name="connsiteX576" fmla="*/ 278707 w 7467600"/>
              <a:gd name="connsiteY576" fmla="*/ 1352270 h 6858000"/>
              <a:gd name="connsiteX577" fmla="*/ 321570 w 7467600"/>
              <a:gd name="connsiteY577" fmla="*/ 1861610 h 6858000"/>
              <a:gd name="connsiteX578" fmla="*/ 294281 w 7467600"/>
              <a:gd name="connsiteY578" fmla="*/ 1440658 h 6858000"/>
              <a:gd name="connsiteX579" fmla="*/ 278707 w 7467600"/>
              <a:gd name="connsiteY579" fmla="*/ 1352270 h 6858000"/>
              <a:gd name="connsiteX580" fmla="*/ 1423821 w 7467600"/>
              <a:gd name="connsiteY580" fmla="*/ 1351958 h 6858000"/>
              <a:gd name="connsiteX581" fmla="*/ 1638521 w 7467600"/>
              <a:gd name="connsiteY581" fmla="*/ 1908470 h 6858000"/>
              <a:gd name="connsiteX582" fmla="*/ 1754199 w 7467600"/>
              <a:gd name="connsiteY582" fmla="*/ 2149284 h 6858000"/>
              <a:gd name="connsiteX583" fmla="*/ 1908359 w 7467600"/>
              <a:gd name="connsiteY583" fmla="*/ 2364988 h 6858000"/>
              <a:gd name="connsiteX584" fmla="*/ 1647661 w 7467600"/>
              <a:gd name="connsiteY584" fmla="*/ 1825945 h 6858000"/>
              <a:gd name="connsiteX585" fmla="*/ 1423821 w 7467600"/>
              <a:gd name="connsiteY585" fmla="*/ 1351958 h 6858000"/>
              <a:gd name="connsiteX586" fmla="*/ 1431890 w 7467600"/>
              <a:gd name="connsiteY586" fmla="*/ 1306475 h 6858000"/>
              <a:gd name="connsiteX587" fmla="*/ 1507597 w 7467600"/>
              <a:gd name="connsiteY587" fmla="*/ 1446132 h 6858000"/>
              <a:gd name="connsiteX588" fmla="*/ 1674586 w 7467600"/>
              <a:gd name="connsiteY588" fmla="*/ 1813832 h 6858000"/>
              <a:gd name="connsiteX589" fmla="*/ 1815950 w 7467600"/>
              <a:gd name="connsiteY589" fmla="*/ 2128564 h 6858000"/>
              <a:gd name="connsiteX590" fmla="*/ 1984242 w 7467600"/>
              <a:gd name="connsiteY590" fmla="*/ 2430829 h 6858000"/>
              <a:gd name="connsiteX591" fmla="*/ 2014023 w 7467600"/>
              <a:gd name="connsiteY591" fmla="*/ 2450995 h 6858000"/>
              <a:gd name="connsiteX592" fmla="*/ 1747337 w 7467600"/>
              <a:gd name="connsiteY592" fmla="*/ 1855264 h 6858000"/>
              <a:gd name="connsiteX593" fmla="*/ 1533749 w 7467600"/>
              <a:gd name="connsiteY593" fmla="*/ 1478656 h 6858000"/>
              <a:gd name="connsiteX594" fmla="*/ 1431890 w 7467600"/>
              <a:gd name="connsiteY594" fmla="*/ 1306475 h 6858000"/>
              <a:gd name="connsiteX595" fmla="*/ 5052692 w 7467600"/>
              <a:gd name="connsiteY595" fmla="*/ 1292994 h 6858000"/>
              <a:gd name="connsiteX596" fmla="*/ 5200661 w 7467600"/>
              <a:gd name="connsiteY596" fmla="*/ 1635186 h 6858000"/>
              <a:gd name="connsiteX597" fmla="*/ 5297138 w 7467600"/>
              <a:gd name="connsiteY597" fmla="*/ 1906351 h 6858000"/>
              <a:gd name="connsiteX598" fmla="*/ 5052692 w 7467600"/>
              <a:gd name="connsiteY598" fmla="*/ 1292994 h 6858000"/>
              <a:gd name="connsiteX599" fmla="*/ 5009948 w 7467600"/>
              <a:gd name="connsiteY599" fmla="*/ 1273619 h 6858000"/>
              <a:gd name="connsiteX600" fmla="*/ 5121777 w 7467600"/>
              <a:gd name="connsiteY600" fmla="*/ 1654213 h 6858000"/>
              <a:gd name="connsiteX601" fmla="*/ 5293545 w 7467600"/>
              <a:gd name="connsiteY601" fmla="*/ 2072247 h 6858000"/>
              <a:gd name="connsiteX602" fmla="*/ 5294042 w 7467600"/>
              <a:gd name="connsiteY602" fmla="*/ 2065019 h 6858000"/>
              <a:gd name="connsiteX603" fmla="*/ 5171936 w 7467600"/>
              <a:gd name="connsiteY603" fmla="*/ 1647613 h 6858000"/>
              <a:gd name="connsiteX604" fmla="*/ 5009948 w 7467600"/>
              <a:gd name="connsiteY604" fmla="*/ 1273619 h 6858000"/>
              <a:gd name="connsiteX605" fmla="*/ 655236 w 7467600"/>
              <a:gd name="connsiteY605" fmla="*/ 1268632 h 6858000"/>
              <a:gd name="connsiteX606" fmla="*/ 839521 w 7467600"/>
              <a:gd name="connsiteY606" fmla="*/ 1685315 h 6858000"/>
              <a:gd name="connsiteX607" fmla="*/ 1109416 w 7467600"/>
              <a:gd name="connsiteY607" fmla="*/ 2061663 h 6858000"/>
              <a:gd name="connsiteX608" fmla="*/ 1298300 w 7467600"/>
              <a:gd name="connsiteY608" fmla="*/ 2247742 h 6858000"/>
              <a:gd name="connsiteX609" fmla="*/ 1125871 w 7467600"/>
              <a:gd name="connsiteY609" fmla="*/ 1989513 h 6858000"/>
              <a:gd name="connsiteX610" fmla="*/ 981574 w 7467600"/>
              <a:gd name="connsiteY610" fmla="*/ 1783157 h 6858000"/>
              <a:gd name="connsiteX611" fmla="*/ 922198 w 7467600"/>
              <a:gd name="connsiteY611" fmla="*/ 1677437 h 6858000"/>
              <a:gd name="connsiteX612" fmla="*/ 869293 w 7467600"/>
              <a:gd name="connsiteY612" fmla="*/ 1583214 h 6858000"/>
              <a:gd name="connsiteX613" fmla="*/ 751431 w 7467600"/>
              <a:gd name="connsiteY613" fmla="*/ 1405731 h 6858000"/>
              <a:gd name="connsiteX614" fmla="*/ 655236 w 7467600"/>
              <a:gd name="connsiteY614" fmla="*/ 1268632 h 6858000"/>
              <a:gd name="connsiteX615" fmla="*/ 6516292 w 7467600"/>
              <a:gd name="connsiteY615" fmla="*/ 1263064 h 6858000"/>
              <a:gd name="connsiteX616" fmla="*/ 5736320 w 7467600"/>
              <a:gd name="connsiteY616" fmla="*/ 1501803 h 6858000"/>
              <a:gd name="connsiteX617" fmla="*/ 6516292 w 7467600"/>
              <a:gd name="connsiteY617" fmla="*/ 1263064 h 6858000"/>
              <a:gd name="connsiteX618" fmla="*/ 291466 w 7467600"/>
              <a:gd name="connsiteY618" fmla="*/ 1250369 h 6858000"/>
              <a:gd name="connsiteX619" fmla="*/ 323180 w 7467600"/>
              <a:gd name="connsiteY619" fmla="*/ 1435283 h 6858000"/>
              <a:gd name="connsiteX620" fmla="*/ 349381 w 7467600"/>
              <a:gd name="connsiteY620" fmla="*/ 1875041 h 6858000"/>
              <a:gd name="connsiteX621" fmla="*/ 374363 w 7467600"/>
              <a:gd name="connsiteY621" fmla="*/ 1506494 h 6858000"/>
              <a:gd name="connsiteX622" fmla="*/ 302168 w 7467600"/>
              <a:gd name="connsiteY622" fmla="*/ 1274495 h 6858000"/>
              <a:gd name="connsiteX623" fmla="*/ 291466 w 7467600"/>
              <a:gd name="connsiteY623" fmla="*/ 1250369 h 6858000"/>
              <a:gd name="connsiteX624" fmla="*/ 678222 w 7467600"/>
              <a:gd name="connsiteY624" fmla="*/ 1248670 h 6858000"/>
              <a:gd name="connsiteX625" fmla="*/ 775536 w 7467600"/>
              <a:gd name="connsiteY625" fmla="*/ 1388015 h 6858000"/>
              <a:gd name="connsiteX626" fmla="*/ 894529 w 7467600"/>
              <a:gd name="connsiteY626" fmla="*/ 1567739 h 6858000"/>
              <a:gd name="connsiteX627" fmla="*/ 948000 w 7467600"/>
              <a:gd name="connsiteY627" fmla="*/ 1663088 h 6858000"/>
              <a:gd name="connsiteX628" fmla="*/ 1006812 w 7467600"/>
              <a:gd name="connsiteY628" fmla="*/ 1767683 h 6858000"/>
              <a:gd name="connsiteX629" fmla="*/ 1149133 w 7467600"/>
              <a:gd name="connsiteY629" fmla="*/ 1971513 h 6858000"/>
              <a:gd name="connsiteX630" fmla="*/ 1333952 w 7467600"/>
              <a:gd name="connsiteY630" fmla="*/ 2251620 h 6858000"/>
              <a:gd name="connsiteX631" fmla="*/ 1337329 w 7467600"/>
              <a:gd name="connsiteY631" fmla="*/ 2258350 h 6858000"/>
              <a:gd name="connsiteX632" fmla="*/ 1014726 w 7467600"/>
              <a:gd name="connsiteY632" fmla="*/ 1615556 h 6858000"/>
              <a:gd name="connsiteX633" fmla="*/ 678222 w 7467600"/>
              <a:gd name="connsiteY633" fmla="*/ 1248670 h 6858000"/>
              <a:gd name="connsiteX634" fmla="*/ 6691602 w 7467600"/>
              <a:gd name="connsiteY634" fmla="*/ 1140573 h 6858000"/>
              <a:gd name="connsiteX635" fmla="*/ 6571100 w 7467600"/>
              <a:gd name="connsiteY635" fmla="*/ 1183662 h 6858000"/>
              <a:gd name="connsiteX636" fmla="*/ 6241687 w 7467600"/>
              <a:gd name="connsiteY636" fmla="*/ 1257600 h 6858000"/>
              <a:gd name="connsiteX637" fmla="*/ 5693009 w 7467600"/>
              <a:gd name="connsiteY637" fmla="*/ 1478256 h 6858000"/>
              <a:gd name="connsiteX638" fmla="*/ 6548420 w 7467600"/>
              <a:gd name="connsiteY638" fmla="*/ 1214599 h 6858000"/>
              <a:gd name="connsiteX639" fmla="*/ 6605473 w 7467600"/>
              <a:gd name="connsiteY639" fmla="*/ 1184686 h 6858000"/>
              <a:gd name="connsiteX640" fmla="*/ 6691602 w 7467600"/>
              <a:gd name="connsiteY640" fmla="*/ 1140573 h 6858000"/>
              <a:gd name="connsiteX641" fmla="*/ 4002475 w 7467600"/>
              <a:gd name="connsiteY641" fmla="*/ 1037802 h 6858000"/>
              <a:gd name="connsiteX642" fmla="*/ 4000324 w 7467600"/>
              <a:gd name="connsiteY642" fmla="*/ 1039362 h 6858000"/>
              <a:gd name="connsiteX643" fmla="*/ 4002862 w 7467600"/>
              <a:gd name="connsiteY643" fmla="*/ 1042866 h 6858000"/>
              <a:gd name="connsiteX644" fmla="*/ 4002475 w 7467600"/>
              <a:gd name="connsiteY644" fmla="*/ 1037802 h 6858000"/>
              <a:gd name="connsiteX645" fmla="*/ 506322 w 7467600"/>
              <a:gd name="connsiteY645" fmla="*/ 1020997 h 6858000"/>
              <a:gd name="connsiteX646" fmla="*/ 533068 w 7467600"/>
              <a:gd name="connsiteY646" fmla="*/ 1029409 h 6858000"/>
              <a:gd name="connsiteX647" fmla="*/ 1232525 w 7467600"/>
              <a:gd name="connsiteY647" fmla="*/ 1804675 h 6858000"/>
              <a:gd name="connsiteX648" fmla="*/ 1388858 w 7467600"/>
              <a:gd name="connsiteY648" fmla="*/ 2368011 h 6858000"/>
              <a:gd name="connsiteX649" fmla="*/ 1384098 w 7467600"/>
              <a:gd name="connsiteY649" fmla="*/ 2378125 h 6858000"/>
              <a:gd name="connsiteX650" fmla="*/ 1425393 w 7467600"/>
              <a:gd name="connsiteY650" fmla="*/ 2589124 h 6858000"/>
              <a:gd name="connsiteX651" fmla="*/ 1424001 w 7467600"/>
              <a:gd name="connsiteY651" fmla="*/ 2597541 h 6858000"/>
              <a:gd name="connsiteX652" fmla="*/ 2152729 w 7467600"/>
              <a:gd name="connsiteY652" fmla="*/ 2864487 h 6858000"/>
              <a:gd name="connsiteX653" fmla="*/ 2020609 w 7467600"/>
              <a:gd name="connsiteY653" fmla="*/ 2539671 h 6858000"/>
              <a:gd name="connsiteX654" fmla="*/ 2018920 w 7467600"/>
              <a:gd name="connsiteY654" fmla="*/ 2536309 h 6858000"/>
              <a:gd name="connsiteX655" fmla="*/ 1342441 w 7467600"/>
              <a:gd name="connsiteY655" fmla="*/ 1173017 h 6858000"/>
              <a:gd name="connsiteX656" fmla="*/ 1367925 w 7467600"/>
              <a:gd name="connsiteY656" fmla="*/ 1135648 h 6858000"/>
              <a:gd name="connsiteX657" fmla="*/ 1771401 w 7467600"/>
              <a:gd name="connsiteY657" fmla="*/ 1806673 h 6858000"/>
              <a:gd name="connsiteX658" fmla="*/ 1972385 w 7467600"/>
              <a:gd name="connsiteY658" fmla="*/ 2198735 h 6858000"/>
              <a:gd name="connsiteX659" fmla="*/ 2040892 w 7467600"/>
              <a:gd name="connsiteY659" fmla="*/ 2405205 h 6858000"/>
              <a:gd name="connsiteX660" fmla="*/ 2131689 w 7467600"/>
              <a:gd name="connsiteY660" fmla="*/ 1936926 h 6858000"/>
              <a:gd name="connsiteX661" fmla="*/ 2454820 w 7467600"/>
              <a:gd name="connsiteY661" fmla="*/ 1248808 h 6858000"/>
              <a:gd name="connsiteX662" fmla="*/ 2492512 w 7467600"/>
              <a:gd name="connsiteY662" fmla="*/ 1302920 h 6858000"/>
              <a:gd name="connsiteX663" fmla="*/ 2081216 w 7467600"/>
              <a:gd name="connsiteY663" fmla="*/ 2527513 h 6858000"/>
              <a:gd name="connsiteX664" fmla="*/ 2081211 w 7467600"/>
              <a:gd name="connsiteY664" fmla="*/ 2528916 h 6858000"/>
              <a:gd name="connsiteX665" fmla="*/ 2199067 w 7467600"/>
              <a:gd name="connsiteY665" fmla="*/ 2884061 h 6858000"/>
              <a:gd name="connsiteX666" fmla="*/ 3192586 w 7467600"/>
              <a:gd name="connsiteY666" fmla="*/ 3411496 h 6858000"/>
              <a:gd name="connsiteX667" fmla="*/ 3182620 w 7467600"/>
              <a:gd name="connsiteY667" fmla="*/ 3483279 h 6858000"/>
              <a:gd name="connsiteX668" fmla="*/ 2435119 w 7467600"/>
              <a:gd name="connsiteY668" fmla="*/ 3080173 h 6858000"/>
              <a:gd name="connsiteX669" fmla="*/ 2410152 w 7467600"/>
              <a:gd name="connsiteY669" fmla="*/ 3063751 h 6858000"/>
              <a:gd name="connsiteX670" fmla="*/ 2408099 w 7467600"/>
              <a:gd name="connsiteY670" fmla="*/ 3064403 h 6858000"/>
              <a:gd name="connsiteX671" fmla="*/ 2407218 w 7467600"/>
              <a:gd name="connsiteY671" fmla="*/ 3070324 h 6858000"/>
              <a:gd name="connsiteX672" fmla="*/ 2380138 w 7467600"/>
              <a:gd name="connsiteY672" fmla="*/ 3099341 h 6858000"/>
              <a:gd name="connsiteX673" fmla="*/ 1765923 w 7467600"/>
              <a:gd name="connsiteY673" fmla="*/ 3581043 h 6858000"/>
              <a:gd name="connsiteX674" fmla="*/ 1702258 w 7467600"/>
              <a:gd name="connsiteY674" fmla="*/ 3612286 h 6858000"/>
              <a:gd name="connsiteX675" fmla="*/ 1538370 w 7467600"/>
              <a:gd name="connsiteY675" fmla="*/ 3811804 h 6858000"/>
              <a:gd name="connsiteX676" fmla="*/ 542867 w 7467600"/>
              <a:gd name="connsiteY676" fmla="*/ 4944092 h 6858000"/>
              <a:gd name="connsiteX677" fmla="*/ 515800 w 7467600"/>
              <a:gd name="connsiteY677" fmla="*/ 4862180 h 6858000"/>
              <a:gd name="connsiteX678" fmla="*/ 909145 w 7467600"/>
              <a:gd name="connsiteY678" fmla="*/ 4199225 h 6858000"/>
              <a:gd name="connsiteX679" fmla="*/ 1214067 w 7467600"/>
              <a:gd name="connsiteY679" fmla="*/ 3908561 h 6858000"/>
              <a:gd name="connsiteX680" fmla="*/ 640967 w 7467600"/>
              <a:gd name="connsiteY680" fmla="*/ 4105601 h 6858000"/>
              <a:gd name="connsiteX681" fmla="*/ 112563 w 7467600"/>
              <a:gd name="connsiteY681" fmla="*/ 4396952 h 6858000"/>
              <a:gd name="connsiteX682" fmla="*/ 0 w 7467600"/>
              <a:gd name="connsiteY682" fmla="*/ 4466006 h 6858000"/>
              <a:gd name="connsiteX683" fmla="*/ 0 w 7467600"/>
              <a:gd name="connsiteY683" fmla="*/ 4233763 h 6858000"/>
              <a:gd name="connsiteX684" fmla="*/ 36881 w 7467600"/>
              <a:gd name="connsiteY684" fmla="*/ 4200118 h 6858000"/>
              <a:gd name="connsiteX685" fmla="*/ 910534 w 7467600"/>
              <a:gd name="connsiteY685" fmla="*/ 3629753 h 6858000"/>
              <a:gd name="connsiteX686" fmla="*/ 1578717 w 7467600"/>
              <a:gd name="connsiteY686" fmla="*/ 3575982 h 6858000"/>
              <a:gd name="connsiteX687" fmla="*/ 2338780 w 7467600"/>
              <a:gd name="connsiteY687" fmla="*/ 3033725 h 6858000"/>
              <a:gd name="connsiteX688" fmla="*/ 1807991 w 7467600"/>
              <a:gd name="connsiteY688" fmla="*/ 2807184 h 6858000"/>
              <a:gd name="connsiteX689" fmla="*/ 1416358 w 7467600"/>
              <a:gd name="connsiteY689" fmla="*/ 3112571 h 6858000"/>
              <a:gd name="connsiteX690" fmla="*/ 939066 w 7467600"/>
              <a:gd name="connsiteY690" fmla="*/ 3378798 h 6858000"/>
              <a:gd name="connsiteX691" fmla="*/ 115099 w 7467600"/>
              <a:gd name="connsiteY691" fmla="*/ 3607650 h 6858000"/>
              <a:gd name="connsiteX692" fmla="*/ 97284 w 7467600"/>
              <a:gd name="connsiteY692" fmla="*/ 3520393 h 6858000"/>
              <a:gd name="connsiteX693" fmla="*/ 922050 w 7467600"/>
              <a:gd name="connsiteY693" fmla="*/ 3074867 h 6858000"/>
              <a:gd name="connsiteX694" fmla="*/ 1405265 w 7467600"/>
              <a:gd name="connsiteY694" fmla="*/ 3016319 h 6858000"/>
              <a:gd name="connsiteX695" fmla="*/ 1407512 w 7467600"/>
              <a:gd name="connsiteY695" fmla="*/ 3018001 h 6858000"/>
              <a:gd name="connsiteX696" fmla="*/ 1726266 w 7467600"/>
              <a:gd name="connsiteY696" fmla="*/ 2777274 h 6858000"/>
              <a:gd name="connsiteX697" fmla="*/ 625390 w 7467600"/>
              <a:gd name="connsiteY697" fmla="*/ 2514541 h 6858000"/>
              <a:gd name="connsiteX698" fmla="*/ 619799 w 7467600"/>
              <a:gd name="connsiteY698" fmla="*/ 2527180 h 6858000"/>
              <a:gd name="connsiteX699" fmla="*/ 310030 w 7467600"/>
              <a:gd name="connsiteY699" fmla="*/ 2771818 h 6858000"/>
              <a:gd name="connsiteX700" fmla="*/ 173877 w 7467600"/>
              <a:gd name="connsiteY700" fmla="*/ 2937056 h 6858000"/>
              <a:gd name="connsiteX701" fmla="*/ 77889 w 7467600"/>
              <a:gd name="connsiteY701" fmla="*/ 3138440 h 6858000"/>
              <a:gd name="connsiteX702" fmla="*/ 0 w 7467600"/>
              <a:gd name="connsiteY702" fmla="*/ 3271395 h 6858000"/>
              <a:gd name="connsiteX703" fmla="*/ 0 w 7467600"/>
              <a:gd name="connsiteY703" fmla="*/ 3153002 h 6858000"/>
              <a:gd name="connsiteX704" fmla="*/ 2386 w 7467600"/>
              <a:gd name="connsiteY704" fmla="*/ 3149203 h 6858000"/>
              <a:gd name="connsiteX705" fmla="*/ 89753 w 7467600"/>
              <a:gd name="connsiteY705" fmla="*/ 2987702 h 6858000"/>
              <a:gd name="connsiteX706" fmla="*/ 76869 w 7467600"/>
              <a:gd name="connsiteY706" fmla="*/ 3005404 h 6858000"/>
              <a:gd name="connsiteX707" fmla="*/ 32049 w 7467600"/>
              <a:gd name="connsiteY707" fmla="*/ 3065814 h 6858000"/>
              <a:gd name="connsiteX708" fmla="*/ 0 w 7467600"/>
              <a:gd name="connsiteY708" fmla="*/ 3108744 h 6858000"/>
              <a:gd name="connsiteX709" fmla="*/ 0 w 7467600"/>
              <a:gd name="connsiteY709" fmla="*/ 3058059 h 6858000"/>
              <a:gd name="connsiteX710" fmla="*/ 7610 w 7467600"/>
              <a:gd name="connsiteY710" fmla="*/ 3047889 h 6858000"/>
              <a:gd name="connsiteX711" fmla="*/ 52419 w 7467600"/>
              <a:gd name="connsiteY711" fmla="*/ 2987479 h 6858000"/>
              <a:gd name="connsiteX712" fmla="*/ 59142 w 7467600"/>
              <a:gd name="connsiteY712" fmla="*/ 2978488 h 6858000"/>
              <a:gd name="connsiteX713" fmla="*/ 0 w 7467600"/>
              <a:gd name="connsiteY713" fmla="*/ 3015334 h 6858000"/>
              <a:gd name="connsiteX714" fmla="*/ 0 w 7467600"/>
              <a:gd name="connsiteY714" fmla="*/ 2914286 h 6858000"/>
              <a:gd name="connsiteX715" fmla="*/ 36383 w 7467600"/>
              <a:gd name="connsiteY715" fmla="*/ 2901128 h 6858000"/>
              <a:gd name="connsiteX716" fmla="*/ 156329 w 7467600"/>
              <a:gd name="connsiteY716" fmla="*/ 2840533 h 6858000"/>
              <a:gd name="connsiteX717" fmla="*/ 358355 w 7467600"/>
              <a:gd name="connsiteY717" fmla="*/ 2620471 h 6858000"/>
              <a:gd name="connsiteX718" fmla="*/ 510577 w 7467600"/>
              <a:gd name="connsiteY718" fmla="*/ 2501244 h 6858000"/>
              <a:gd name="connsiteX719" fmla="*/ 211967 w 7467600"/>
              <a:gd name="connsiteY719" fmla="*/ 2479171 h 6858000"/>
              <a:gd name="connsiteX720" fmla="*/ 0 w 7467600"/>
              <a:gd name="connsiteY720" fmla="*/ 2476398 h 6858000"/>
              <a:gd name="connsiteX721" fmla="*/ 0 w 7467600"/>
              <a:gd name="connsiteY721" fmla="*/ 2389189 h 6858000"/>
              <a:gd name="connsiteX722" fmla="*/ 103062 w 7467600"/>
              <a:gd name="connsiteY722" fmla="*/ 2389518 h 6858000"/>
              <a:gd name="connsiteX723" fmla="*/ 510734 w 7467600"/>
              <a:gd name="connsiteY723" fmla="*/ 2416201 h 6858000"/>
              <a:gd name="connsiteX724" fmla="*/ 279257 w 7467600"/>
              <a:gd name="connsiteY724" fmla="*/ 2092102 h 6858000"/>
              <a:gd name="connsiteX725" fmla="*/ 65265 w 7467600"/>
              <a:gd name="connsiteY725" fmla="*/ 2006049 h 6858000"/>
              <a:gd name="connsiteX726" fmla="*/ 0 w 7467600"/>
              <a:gd name="connsiteY726" fmla="*/ 1982532 h 6858000"/>
              <a:gd name="connsiteX727" fmla="*/ 0 w 7467600"/>
              <a:gd name="connsiteY727" fmla="*/ 1912789 h 6858000"/>
              <a:gd name="connsiteX728" fmla="*/ 97460 w 7467600"/>
              <a:gd name="connsiteY728" fmla="*/ 1953725 h 6858000"/>
              <a:gd name="connsiteX729" fmla="*/ 221272 w 7467600"/>
              <a:gd name="connsiteY729" fmla="*/ 1980766 h 6858000"/>
              <a:gd name="connsiteX730" fmla="*/ 116765 w 7467600"/>
              <a:gd name="connsiteY730" fmla="*/ 1911033 h 6858000"/>
              <a:gd name="connsiteX731" fmla="*/ 16405 w 7467600"/>
              <a:gd name="connsiteY731" fmla="*/ 1803412 h 6858000"/>
              <a:gd name="connsiteX732" fmla="*/ 0 w 7467600"/>
              <a:gd name="connsiteY732" fmla="*/ 1784777 h 6858000"/>
              <a:gd name="connsiteX733" fmla="*/ 0 w 7467600"/>
              <a:gd name="connsiteY733" fmla="*/ 1740082 h 6858000"/>
              <a:gd name="connsiteX734" fmla="*/ 39394 w 7467600"/>
              <a:gd name="connsiteY734" fmla="*/ 1784856 h 6858000"/>
              <a:gd name="connsiteX735" fmla="*/ 135813 w 7467600"/>
              <a:gd name="connsiteY735" fmla="*/ 1888838 h 6858000"/>
              <a:gd name="connsiteX736" fmla="*/ 242575 w 7467600"/>
              <a:gd name="connsiteY736" fmla="*/ 1958841 h 6858000"/>
              <a:gd name="connsiteX737" fmla="*/ 82197 w 7467600"/>
              <a:gd name="connsiteY737" fmla="*/ 1754826 h 6858000"/>
              <a:gd name="connsiteX738" fmla="*/ 0 w 7467600"/>
              <a:gd name="connsiteY738" fmla="*/ 1679650 h 6858000"/>
              <a:gd name="connsiteX739" fmla="*/ 0 w 7467600"/>
              <a:gd name="connsiteY739" fmla="*/ 1602463 h 6858000"/>
              <a:gd name="connsiteX740" fmla="*/ 84689 w 7467600"/>
              <a:gd name="connsiteY740" fmla="*/ 1677442 h 6858000"/>
              <a:gd name="connsiteX741" fmla="*/ 298437 w 7467600"/>
              <a:gd name="connsiteY741" fmla="*/ 1968019 h 6858000"/>
              <a:gd name="connsiteX742" fmla="*/ 227269 w 7467600"/>
              <a:gd name="connsiteY742" fmla="*/ 1114064 h 6858000"/>
              <a:gd name="connsiteX743" fmla="*/ 248003 w 7467600"/>
              <a:gd name="connsiteY743" fmla="*/ 1089613 h 6858000"/>
              <a:gd name="connsiteX744" fmla="*/ 427020 w 7467600"/>
              <a:gd name="connsiteY744" fmla="*/ 1619803 h 6858000"/>
              <a:gd name="connsiteX745" fmla="*/ 340345 w 7467600"/>
              <a:gd name="connsiteY745" fmla="*/ 2027739 h 6858000"/>
              <a:gd name="connsiteX746" fmla="*/ 360865 w 7467600"/>
              <a:gd name="connsiteY746" fmla="*/ 2044827 h 6858000"/>
              <a:gd name="connsiteX747" fmla="*/ 560414 w 7467600"/>
              <a:gd name="connsiteY747" fmla="*/ 2421457 h 6858000"/>
              <a:gd name="connsiteX748" fmla="*/ 1359703 w 7467600"/>
              <a:gd name="connsiteY748" fmla="*/ 2578554 h 6858000"/>
              <a:gd name="connsiteX749" fmla="*/ 1359422 w 7467600"/>
              <a:gd name="connsiteY749" fmla="*/ 2577994 h 6858000"/>
              <a:gd name="connsiteX750" fmla="*/ 828701 w 7467600"/>
              <a:gd name="connsiteY750" fmla="*/ 1839520 h 6858000"/>
              <a:gd name="connsiteX751" fmla="*/ 494427 w 7467600"/>
              <a:gd name="connsiteY751" fmla="*/ 1092333 h 6858000"/>
              <a:gd name="connsiteX752" fmla="*/ 506322 w 7467600"/>
              <a:gd name="connsiteY752" fmla="*/ 1020997 h 6858000"/>
              <a:gd name="connsiteX753" fmla="*/ 4570198 w 7467600"/>
              <a:gd name="connsiteY753" fmla="*/ 978081 h 6858000"/>
              <a:gd name="connsiteX754" fmla="*/ 4523691 w 7467600"/>
              <a:gd name="connsiteY754" fmla="*/ 1127776 h 6858000"/>
              <a:gd name="connsiteX755" fmla="*/ 4509875 w 7467600"/>
              <a:gd name="connsiteY755" fmla="*/ 1167552 h 6858000"/>
              <a:gd name="connsiteX756" fmla="*/ 4478168 w 7467600"/>
              <a:gd name="connsiteY756" fmla="*/ 1260735 h 6858000"/>
              <a:gd name="connsiteX757" fmla="*/ 4409309 w 7467600"/>
              <a:gd name="connsiteY757" fmla="*/ 1666996 h 6858000"/>
              <a:gd name="connsiteX758" fmla="*/ 4370031 w 7467600"/>
              <a:gd name="connsiteY758" fmla="*/ 1955666 h 6858000"/>
              <a:gd name="connsiteX759" fmla="*/ 4570198 w 7467600"/>
              <a:gd name="connsiteY759" fmla="*/ 978081 h 6858000"/>
              <a:gd name="connsiteX760" fmla="*/ 4557898 w 7467600"/>
              <a:gd name="connsiteY760" fmla="*/ 900011 h 6858000"/>
              <a:gd name="connsiteX761" fmla="*/ 4344840 w 7467600"/>
              <a:gd name="connsiteY761" fmla="*/ 1922038 h 6858000"/>
              <a:gd name="connsiteX762" fmla="*/ 4378710 w 7467600"/>
              <a:gd name="connsiteY762" fmla="*/ 1665516 h 6858000"/>
              <a:gd name="connsiteX763" fmla="*/ 4448798 w 7467600"/>
              <a:gd name="connsiteY763" fmla="*/ 1253024 h 6858000"/>
              <a:gd name="connsiteX764" fmla="*/ 4480315 w 7467600"/>
              <a:gd name="connsiteY764" fmla="*/ 1158454 h 6858000"/>
              <a:gd name="connsiteX765" fmla="*/ 4494133 w 7467600"/>
              <a:gd name="connsiteY765" fmla="*/ 1118676 h 6858000"/>
              <a:gd name="connsiteX766" fmla="*/ 4557898 w 7467600"/>
              <a:gd name="connsiteY766" fmla="*/ 900011 h 6858000"/>
              <a:gd name="connsiteX767" fmla="*/ 5870151 w 7467600"/>
              <a:gd name="connsiteY767" fmla="*/ 898890 h 6858000"/>
              <a:gd name="connsiteX768" fmla="*/ 5861335 w 7467600"/>
              <a:gd name="connsiteY768" fmla="*/ 899177 h 6858000"/>
              <a:gd name="connsiteX769" fmla="*/ 5843702 w 7467600"/>
              <a:gd name="connsiteY769" fmla="*/ 899748 h 6858000"/>
              <a:gd name="connsiteX770" fmla="*/ 5651107 w 7467600"/>
              <a:gd name="connsiteY770" fmla="*/ 920306 h 6858000"/>
              <a:gd name="connsiteX771" fmla="*/ 5459407 w 7467600"/>
              <a:gd name="connsiteY771" fmla="*/ 940975 h 6858000"/>
              <a:gd name="connsiteX772" fmla="*/ 5374846 w 7467600"/>
              <a:gd name="connsiteY772" fmla="*/ 941988 h 6858000"/>
              <a:gd name="connsiteX773" fmla="*/ 5256105 w 7467600"/>
              <a:gd name="connsiteY773" fmla="*/ 945632 h 6858000"/>
              <a:gd name="connsiteX774" fmla="*/ 5107071 w 7467600"/>
              <a:gd name="connsiteY774" fmla="*/ 969720 h 6858000"/>
              <a:gd name="connsiteX775" fmla="*/ 4998681 w 7467600"/>
              <a:gd name="connsiteY775" fmla="*/ 988771 h 6858000"/>
              <a:gd name="connsiteX776" fmla="*/ 5870151 w 7467600"/>
              <a:gd name="connsiteY776" fmla="*/ 898890 h 6858000"/>
              <a:gd name="connsiteX777" fmla="*/ 5504425 w 7467600"/>
              <a:gd name="connsiteY777" fmla="*/ 848067 h 6858000"/>
              <a:gd name="connsiteX778" fmla="*/ 4968849 w 7467600"/>
              <a:gd name="connsiteY778" fmla="*/ 962318 h 6858000"/>
              <a:gd name="connsiteX779" fmla="*/ 5104039 w 7467600"/>
              <a:gd name="connsiteY779" fmla="*/ 940634 h 6858000"/>
              <a:gd name="connsiteX780" fmla="*/ 5256311 w 7467600"/>
              <a:gd name="connsiteY780" fmla="*/ 916490 h 6858000"/>
              <a:gd name="connsiteX781" fmla="*/ 5377381 w 7467600"/>
              <a:gd name="connsiteY781" fmla="*/ 912671 h 6858000"/>
              <a:gd name="connsiteX782" fmla="*/ 5460148 w 7467600"/>
              <a:gd name="connsiteY782" fmla="*/ 911442 h 6858000"/>
              <a:gd name="connsiteX783" fmla="*/ 5648971 w 7467600"/>
              <a:gd name="connsiteY783" fmla="*/ 891331 h 6858000"/>
              <a:gd name="connsiteX784" fmla="*/ 5844807 w 7467600"/>
              <a:gd name="connsiteY784" fmla="*/ 870718 h 6858000"/>
              <a:gd name="connsiteX785" fmla="*/ 5862975 w 7467600"/>
              <a:gd name="connsiteY785" fmla="*/ 869756 h 6858000"/>
              <a:gd name="connsiteX786" fmla="*/ 5920887 w 7467600"/>
              <a:gd name="connsiteY786" fmla="*/ 865929 h 6858000"/>
              <a:gd name="connsiteX787" fmla="*/ 5504425 w 7467600"/>
              <a:gd name="connsiteY787" fmla="*/ 848067 h 6858000"/>
              <a:gd name="connsiteX788" fmla="*/ 3607114 w 7467600"/>
              <a:gd name="connsiteY788" fmla="*/ 467441 h 6858000"/>
              <a:gd name="connsiteX789" fmla="*/ 3296242 w 7467600"/>
              <a:gd name="connsiteY789" fmla="*/ 807991 h 6858000"/>
              <a:gd name="connsiteX790" fmla="*/ 3174674 w 7467600"/>
              <a:gd name="connsiteY790" fmla="*/ 919759 h 6858000"/>
              <a:gd name="connsiteX791" fmla="*/ 3042978 w 7467600"/>
              <a:gd name="connsiteY791" fmla="*/ 1054894 h 6858000"/>
              <a:gd name="connsiteX792" fmla="*/ 2968914 w 7467600"/>
              <a:gd name="connsiteY792" fmla="*/ 1133756 h 6858000"/>
              <a:gd name="connsiteX793" fmla="*/ 3103823 w 7467600"/>
              <a:gd name="connsiteY793" fmla="*/ 1026814 h 6858000"/>
              <a:gd name="connsiteX794" fmla="*/ 3607114 w 7467600"/>
              <a:gd name="connsiteY794" fmla="*/ 467441 h 6858000"/>
              <a:gd name="connsiteX795" fmla="*/ 3744487 w 7467600"/>
              <a:gd name="connsiteY795" fmla="*/ 383136 h 6858000"/>
              <a:gd name="connsiteX796" fmla="*/ 3970213 w 7467600"/>
              <a:gd name="connsiteY796" fmla="*/ 995559 h 6858000"/>
              <a:gd name="connsiteX797" fmla="*/ 3744487 w 7467600"/>
              <a:gd name="connsiteY797" fmla="*/ 383136 h 6858000"/>
              <a:gd name="connsiteX798" fmla="*/ 3624562 w 7467600"/>
              <a:gd name="connsiteY798" fmla="*/ 367041 h 6858000"/>
              <a:gd name="connsiteX799" fmla="*/ 3489712 w 7467600"/>
              <a:gd name="connsiteY799" fmla="*/ 485386 h 6858000"/>
              <a:gd name="connsiteX800" fmla="*/ 3182994 w 7467600"/>
              <a:gd name="connsiteY800" fmla="*/ 828265 h 6858000"/>
              <a:gd name="connsiteX801" fmla="*/ 2892114 w 7467600"/>
              <a:gd name="connsiteY801" fmla="*/ 1172635 h 6858000"/>
              <a:gd name="connsiteX802" fmla="*/ 3021459 w 7467600"/>
              <a:gd name="connsiteY802" fmla="*/ 1035385 h 6858000"/>
              <a:gd name="connsiteX803" fmla="*/ 3153873 w 7467600"/>
              <a:gd name="connsiteY803" fmla="*/ 898971 h 6858000"/>
              <a:gd name="connsiteX804" fmla="*/ 3276511 w 7467600"/>
              <a:gd name="connsiteY804" fmla="*/ 786423 h 6858000"/>
              <a:gd name="connsiteX805" fmla="*/ 3584154 w 7467600"/>
              <a:gd name="connsiteY805" fmla="*/ 448218 h 6858000"/>
              <a:gd name="connsiteX806" fmla="*/ 3624562 w 7467600"/>
              <a:gd name="connsiteY806" fmla="*/ 367041 h 6858000"/>
              <a:gd name="connsiteX807" fmla="*/ 3766672 w 7467600"/>
              <a:gd name="connsiteY807" fmla="*/ 359429 h 6858000"/>
              <a:gd name="connsiteX808" fmla="*/ 3996338 w 7467600"/>
              <a:gd name="connsiteY808" fmla="*/ 968237 h 6858000"/>
              <a:gd name="connsiteX809" fmla="*/ 3766672 w 7467600"/>
              <a:gd name="connsiteY809" fmla="*/ 359429 h 6858000"/>
              <a:gd name="connsiteX810" fmla="*/ 5805386 w 7467600"/>
              <a:gd name="connsiteY810" fmla="*/ 239240 h 6858000"/>
              <a:gd name="connsiteX811" fmla="*/ 5736947 w 7467600"/>
              <a:gd name="connsiteY811" fmla="*/ 261367 h 6858000"/>
              <a:gd name="connsiteX812" fmla="*/ 5427012 w 7467600"/>
              <a:gd name="connsiteY812" fmla="*/ 311272 h 6858000"/>
              <a:gd name="connsiteX813" fmla="*/ 5147818 w 7467600"/>
              <a:gd name="connsiteY813" fmla="*/ 322112 h 6858000"/>
              <a:gd name="connsiteX814" fmla="*/ 5060854 w 7467600"/>
              <a:gd name="connsiteY814" fmla="*/ 311882 h 6858000"/>
              <a:gd name="connsiteX815" fmla="*/ 4945989 w 7467600"/>
              <a:gd name="connsiteY815" fmla="*/ 300516 h 6858000"/>
              <a:gd name="connsiteX816" fmla="*/ 5410479 w 7467600"/>
              <a:gd name="connsiteY816" fmla="*/ 348434 h 6858000"/>
              <a:gd name="connsiteX817" fmla="*/ 5805386 w 7467600"/>
              <a:gd name="connsiteY817" fmla="*/ 239240 h 6858000"/>
              <a:gd name="connsiteX818" fmla="*/ 5905192 w 7467600"/>
              <a:gd name="connsiteY818" fmla="*/ 163079 h 6858000"/>
              <a:gd name="connsiteX819" fmla="*/ 5865655 w 7467600"/>
              <a:gd name="connsiteY819" fmla="*/ 171901 h 6858000"/>
              <a:gd name="connsiteX820" fmla="*/ 5259740 w 7467600"/>
              <a:gd name="connsiteY820" fmla="*/ 257013 h 6858000"/>
              <a:gd name="connsiteX821" fmla="*/ 5208466 w 7467600"/>
              <a:gd name="connsiteY821" fmla="*/ 257550 h 6858000"/>
              <a:gd name="connsiteX822" fmla="*/ 4980204 w 7467600"/>
              <a:gd name="connsiteY822" fmla="*/ 271903 h 6858000"/>
              <a:gd name="connsiteX823" fmla="*/ 5068068 w 7467600"/>
              <a:gd name="connsiteY823" fmla="*/ 282244 h 6858000"/>
              <a:gd name="connsiteX824" fmla="*/ 5153231 w 7467600"/>
              <a:gd name="connsiteY824" fmla="*/ 292240 h 6858000"/>
              <a:gd name="connsiteX825" fmla="*/ 5426491 w 7467600"/>
              <a:gd name="connsiteY825" fmla="*/ 281128 h 6858000"/>
              <a:gd name="connsiteX826" fmla="*/ 5731212 w 7467600"/>
              <a:gd name="connsiteY826" fmla="*/ 231951 h 6858000"/>
              <a:gd name="connsiteX827" fmla="*/ 5905192 w 7467600"/>
              <a:gd name="connsiteY827" fmla="*/ 163079 h 6858000"/>
              <a:gd name="connsiteX828" fmla="*/ 5944437 w 7467600"/>
              <a:gd name="connsiteY828" fmla="*/ 113829 h 6858000"/>
              <a:gd name="connsiteX829" fmla="*/ 5825032 w 7467600"/>
              <a:gd name="connsiteY829" fmla="*/ 146405 h 6858000"/>
              <a:gd name="connsiteX830" fmla="*/ 4955599 w 7467600"/>
              <a:gd name="connsiteY830" fmla="*/ 247008 h 6858000"/>
              <a:gd name="connsiteX831" fmla="*/ 5210104 w 7467600"/>
              <a:gd name="connsiteY831" fmla="*/ 228123 h 6858000"/>
              <a:gd name="connsiteX832" fmla="*/ 5261015 w 7467600"/>
              <a:gd name="connsiteY832" fmla="*/ 227087 h 6858000"/>
              <a:gd name="connsiteX833" fmla="*/ 5861181 w 7467600"/>
              <a:gd name="connsiteY833" fmla="*/ 143093 h 6858000"/>
              <a:gd name="connsiteX834" fmla="*/ 5961252 w 7467600"/>
              <a:gd name="connsiteY834" fmla="*/ 114820 h 6858000"/>
              <a:gd name="connsiteX835" fmla="*/ 5944437 w 7467600"/>
              <a:gd name="connsiteY835" fmla="*/ 113829 h 6858000"/>
              <a:gd name="connsiteX836" fmla="*/ 3882765 w 7467600"/>
              <a:gd name="connsiteY836" fmla="*/ 0 h 6858000"/>
              <a:gd name="connsiteX837" fmla="*/ 3995099 w 7467600"/>
              <a:gd name="connsiteY837" fmla="*/ 0 h 6858000"/>
              <a:gd name="connsiteX838" fmla="*/ 4163818 w 7467600"/>
              <a:gd name="connsiteY838" fmla="*/ 234104 h 6858000"/>
              <a:gd name="connsiteX839" fmla="*/ 4172099 w 7467600"/>
              <a:gd name="connsiteY839" fmla="*/ 234207 h 6858000"/>
              <a:gd name="connsiteX840" fmla="*/ 4784282 w 7467600"/>
              <a:gd name="connsiteY840" fmla="*/ 276561 h 6858000"/>
              <a:gd name="connsiteX841" fmla="*/ 4801687 w 7467600"/>
              <a:gd name="connsiteY841" fmla="*/ 267764 h 6858000"/>
              <a:gd name="connsiteX842" fmla="*/ 6082788 w 7467600"/>
              <a:gd name="connsiteY842" fmla="*/ 64119 h 6858000"/>
              <a:gd name="connsiteX843" fmla="*/ 6099442 w 7467600"/>
              <a:gd name="connsiteY843" fmla="*/ 82568 h 6858000"/>
              <a:gd name="connsiteX844" fmla="*/ 4804137 w 7467600"/>
              <a:gd name="connsiteY844" fmla="*/ 320931 h 6858000"/>
              <a:gd name="connsiteX845" fmla="*/ 4227047 w 7467600"/>
              <a:gd name="connsiteY845" fmla="*/ 313415 h 6858000"/>
              <a:gd name="connsiteX846" fmla="*/ 4346041 w 7467600"/>
              <a:gd name="connsiteY846" fmla="*/ 456086 h 6858000"/>
              <a:gd name="connsiteX847" fmla="*/ 4870967 w 7467600"/>
              <a:gd name="connsiteY847" fmla="*/ 963061 h 6858000"/>
              <a:gd name="connsiteX848" fmla="*/ 4889647 w 7467600"/>
              <a:gd name="connsiteY848" fmla="*/ 957147 h 6858000"/>
              <a:gd name="connsiteX849" fmla="*/ 5422504 w 7467600"/>
              <a:gd name="connsiteY849" fmla="*/ 805191 h 6858000"/>
              <a:gd name="connsiteX850" fmla="*/ 6087656 w 7467600"/>
              <a:gd name="connsiteY850" fmla="*/ 826703 h 6858000"/>
              <a:gd name="connsiteX851" fmla="*/ 6058717 w 7467600"/>
              <a:gd name="connsiteY851" fmla="*/ 865992 h 6858000"/>
              <a:gd name="connsiteX852" fmla="*/ 4974153 w 7467600"/>
              <a:gd name="connsiteY852" fmla="*/ 1045456 h 6858000"/>
              <a:gd name="connsiteX853" fmla="*/ 5627835 w 7467600"/>
              <a:gd name="connsiteY853" fmla="*/ 1472077 h 6858000"/>
              <a:gd name="connsiteX854" fmla="*/ 5629817 w 7467600"/>
              <a:gd name="connsiteY854" fmla="*/ 1471412 h 6858000"/>
              <a:gd name="connsiteX855" fmla="*/ 5634124 w 7467600"/>
              <a:gd name="connsiteY855" fmla="*/ 1470572 h 6858000"/>
              <a:gd name="connsiteX856" fmla="*/ 5755832 w 7467600"/>
              <a:gd name="connsiteY856" fmla="*/ 1383886 h 6858000"/>
              <a:gd name="connsiteX857" fmla="*/ 6014186 w 7467600"/>
              <a:gd name="connsiteY857" fmla="*/ 1279799 h 6858000"/>
              <a:gd name="connsiteX858" fmla="*/ 6901619 w 7467600"/>
              <a:gd name="connsiteY858" fmla="*/ 1047874 h 6858000"/>
              <a:gd name="connsiteX859" fmla="*/ 6931566 w 7467600"/>
              <a:gd name="connsiteY859" fmla="*/ 1062034 h 6858000"/>
              <a:gd name="connsiteX860" fmla="*/ 5790982 w 7467600"/>
              <a:gd name="connsiteY860" fmla="*/ 1561380 h 6858000"/>
              <a:gd name="connsiteX861" fmla="*/ 6188971 w 7467600"/>
              <a:gd name="connsiteY861" fmla="*/ 1755168 h 6858000"/>
              <a:gd name="connsiteX862" fmla="*/ 6202446 w 7467600"/>
              <a:gd name="connsiteY862" fmla="*/ 1752268 h 6858000"/>
              <a:gd name="connsiteX863" fmla="*/ 7179560 w 7467600"/>
              <a:gd name="connsiteY863" fmla="*/ 1467551 h 6858000"/>
              <a:gd name="connsiteX864" fmla="*/ 7158730 w 7467600"/>
              <a:gd name="connsiteY864" fmla="*/ 1507835 h 6858000"/>
              <a:gd name="connsiteX865" fmla="*/ 6326959 w 7467600"/>
              <a:gd name="connsiteY865" fmla="*/ 1817686 h 6858000"/>
              <a:gd name="connsiteX866" fmla="*/ 6537433 w 7467600"/>
              <a:gd name="connsiteY866" fmla="*/ 1907790 h 6858000"/>
              <a:gd name="connsiteX867" fmla="*/ 6550221 w 7467600"/>
              <a:gd name="connsiteY867" fmla="*/ 1910729 h 6858000"/>
              <a:gd name="connsiteX868" fmla="*/ 6964438 w 7467600"/>
              <a:gd name="connsiteY868" fmla="*/ 2209505 h 6858000"/>
              <a:gd name="connsiteX869" fmla="*/ 7367862 w 7467600"/>
              <a:gd name="connsiteY869" fmla="*/ 2806833 h 6858000"/>
              <a:gd name="connsiteX870" fmla="*/ 7364329 w 7467600"/>
              <a:gd name="connsiteY870" fmla="*/ 2826907 h 6858000"/>
              <a:gd name="connsiteX871" fmla="*/ 7290545 w 7467600"/>
              <a:gd name="connsiteY871" fmla="*/ 2850663 h 6858000"/>
              <a:gd name="connsiteX872" fmla="*/ 6472036 w 7467600"/>
              <a:gd name="connsiteY872" fmla="*/ 1959003 h 6858000"/>
              <a:gd name="connsiteX873" fmla="*/ 5792897 w 7467600"/>
              <a:gd name="connsiteY873" fmla="*/ 1647747 h 6858000"/>
              <a:gd name="connsiteX874" fmla="*/ 5842751 w 7467600"/>
              <a:gd name="connsiteY874" fmla="*/ 1816112 h 6858000"/>
              <a:gd name="connsiteX875" fmla="*/ 5847424 w 7467600"/>
              <a:gd name="connsiteY875" fmla="*/ 1815776 h 6858000"/>
              <a:gd name="connsiteX876" fmla="*/ 6399821 w 7467600"/>
              <a:gd name="connsiteY876" fmla="*/ 2344799 h 6858000"/>
              <a:gd name="connsiteX877" fmla="*/ 6323232 w 7467600"/>
              <a:gd name="connsiteY877" fmla="*/ 2389634 h 6858000"/>
              <a:gd name="connsiteX878" fmla="*/ 5942958 w 7467600"/>
              <a:gd name="connsiteY878" fmla="*/ 2077708 h 6858000"/>
              <a:gd name="connsiteX879" fmla="*/ 5921559 w 7467600"/>
              <a:gd name="connsiteY879" fmla="*/ 2378596 h 6858000"/>
              <a:gd name="connsiteX880" fmla="*/ 5817651 w 7467600"/>
              <a:gd name="connsiteY880" fmla="*/ 3023919 h 6858000"/>
              <a:gd name="connsiteX881" fmla="*/ 5729634 w 7467600"/>
              <a:gd name="connsiteY881" fmla="*/ 3051849 h 6858000"/>
              <a:gd name="connsiteX882" fmla="*/ 5611018 w 7467600"/>
              <a:gd name="connsiteY882" fmla="*/ 2316769 h 6858000"/>
              <a:gd name="connsiteX883" fmla="*/ 5687608 w 7467600"/>
              <a:gd name="connsiteY883" fmla="*/ 2039972 h 6858000"/>
              <a:gd name="connsiteX884" fmla="*/ 5657554 w 7467600"/>
              <a:gd name="connsiteY884" fmla="*/ 1576445 h 6858000"/>
              <a:gd name="connsiteX885" fmla="*/ 5150475 w 7467600"/>
              <a:gd name="connsiteY885" fmla="*/ 1274012 h 6858000"/>
              <a:gd name="connsiteX886" fmla="*/ 5349142 w 7467600"/>
              <a:gd name="connsiteY886" fmla="*/ 2204405 h 6858000"/>
              <a:gd name="connsiteX887" fmla="*/ 5262214 w 7467600"/>
              <a:gd name="connsiteY887" fmla="*/ 2233836 h 6858000"/>
              <a:gd name="connsiteX888" fmla="*/ 4981539 w 7467600"/>
              <a:gd name="connsiteY888" fmla="*/ 1542201 h 6858000"/>
              <a:gd name="connsiteX889" fmla="*/ 4958461 w 7467600"/>
              <a:gd name="connsiteY889" fmla="*/ 1136957 h 6858000"/>
              <a:gd name="connsiteX890" fmla="*/ 4655015 w 7467600"/>
              <a:gd name="connsiteY890" fmla="*/ 891426 h 6858000"/>
              <a:gd name="connsiteX891" fmla="*/ 4348002 w 7467600"/>
              <a:gd name="connsiteY891" fmla="*/ 2205895 h 6858000"/>
              <a:gd name="connsiteX892" fmla="*/ 4262250 w 7467600"/>
              <a:gd name="connsiteY892" fmla="*/ 2219972 h 6858000"/>
              <a:gd name="connsiteX893" fmla="*/ 4550611 w 7467600"/>
              <a:gd name="connsiteY893" fmla="*/ 817540 h 6858000"/>
              <a:gd name="connsiteX894" fmla="*/ 4564418 w 7467600"/>
              <a:gd name="connsiteY894" fmla="*/ 808293 h 6858000"/>
              <a:gd name="connsiteX895" fmla="*/ 4266388 w 7467600"/>
              <a:gd name="connsiteY895" fmla="*/ 500083 h 6858000"/>
              <a:gd name="connsiteX896" fmla="*/ 4032842 w 7467600"/>
              <a:gd name="connsiteY896" fmla="*/ 211809 h 6858000"/>
              <a:gd name="connsiteX897" fmla="*/ 3882765 w 7467600"/>
              <a:gd name="connsiteY897" fmla="*/ 0 h 6858000"/>
              <a:gd name="connsiteX898" fmla="*/ 3721337 w 7467600"/>
              <a:gd name="connsiteY898" fmla="*/ 0 h 6858000"/>
              <a:gd name="connsiteX899" fmla="*/ 3797544 w 7467600"/>
              <a:gd name="connsiteY899" fmla="*/ 0 h 6858000"/>
              <a:gd name="connsiteX900" fmla="*/ 3775734 w 7467600"/>
              <a:gd name="connsiteY900" fmla="*/ 95131 h 6858000"/>
              <a:gd name="connsiteX901" fmla="*/ 3724807 w 7467600"/>
              <a:gd name="connsiteY901" fmla="*/ 272257 h 6858000"/>
              <a:gd name="connsiteX902" fmla="*/ 3726844 w 7467600"/>
              <a:gd name="connsiteY902" fmla="*/ 282988 h 6858000"/>
              <a:gd name="connsiteX903" fmla="*/ 3742664 w 7467600"/>
              <a:gd name="connsiteY903" fmla="*/ 279918 h 6858000"/>
              <a:gd name="connsiteX904" fmla="*/ 4103910 w 7467600"/>
              <a:gd name="connsiteY904" fmla="*/ 1161917 h 6858000"/>
              <a:gd name="connsiteX905" fmla="*/ 4020269 w 7467600"/>
              <a:gd name="connsiteY905" fmla="*/ 1200406 h 6858000"/>
              <a:gd name="connsiteX906" fmla="*/ 3674882 w 7467600"/>
              <a:gd name="connsiteY906" fmla="*/ 488524 h 6858000"/>
              <a:gd name="connsiteX907" fmla="*/ 3132682 w 7467600"/>
              <a:gd name="connsiteY907" fmla="*/ 1072284 h 6858000"/>
              <a:gd name="connsiteX908" fmla="*/ 2716346 w 7467600"/>
              <a:gd name="connsiteY908" fmla="*/ 1276376 h 6858000"/>
              <a:gd name="connsiteX909" fmla="*/ 2716772 w 7467600"/>
              <a:gd name="connsiteY909" fmla="*/ 1255462 h 6858000"/>
              <a:gd name="connsiteX910" fmla="*/ 3471096 w 7467600"/>
              <a:gd name="connsiteY910" fmla="*/ 437072 h 6858000"/>
              <a:gd name="connsiteX911" fmla="*/ 3639057 w 7467600"/>
              <a:gd name="connsiteY911" fmla="*/ 286334 h 6858000"/>
              <a:gd name="connsiteX912" fmla="*/ 3640309 w 7467600"/>
              <a:gd name="connsiteY912" fmla="*/ 284664 h 6858000"/>
              <a:gd name="connsiteX913" fmla="*/ 3646022 w 7467600"/>
              <a:gd name="connsiteY913" fmla="*/ 276711 h 6858000"/>
              <a:gd name="connsiteX914" fmla="*/ 3707943 w 7467600"/>
              <a:gd name="connsiteY914" fmla="*/ 65958 h 6858000"/>
              <a:gd name="connsiteX915" fmla="*/ 3721337 w 7467600"/>
              <a:gd name="connsiteY915" fmla="*/ 0 h 6858000"/>
              <a:gd name="connsiteX916" fmla="*/ 2867960 w 7467600"/>
              <a:gd name="connsiteY916" fmla="*/ 0 h 6858000"/>
              <a:gd name="connsiteX917" fmla="*/ 2926351 w 7467600"/>
              <a:gd name="connsiteY917" fmla="*/ 0 h 6858000"/>
              <a:gd name="connsiteX918" fmla="*/ 2902823 w 7467600"/>
              <a:gd name="connsiteY918" fmla="*/ 262929 h 6858000"/>
              <a:gd name="connsiteX919" fmla="*/ 2940663 w 7467600"/>
              <a:gd name="connsiteY919" fmla="*/ 140884 h 6858000"/>
              <a:gd name="connsiteX920" fmla="*/ 2947039 w 7467600"/>
              <a:gd name="connsiteY920" fmla="*/ 122524 h 6858000"/>
              <a:gd name="connsiteX921" fmla="*/ 2984316 w 7467600"/>
              <a:gd name="connsiteY921" fmla="*/ 0 h 6858000"/>
              <a:gd name="connsiteX922" fmla="*/ 3016114 w 7467600"/>
              <a:gd name="connsiteY922" fmla="*/ 0 h 6858000"/>
              <a:gd name="connsiteX923" fmla="*/ 2979949 w 7467600"/>
              <a:gd name="connsiteY923" fmla="*/ 119274 h 6858000"/>
              <a:gd name="connsiteX924" fmla="*/ 3023879 w 7467600"/>
              <a:gd name="connsiteY924" fmla="*/ 0 h 6858000"/>
              <a:gd name="connsiteX925" fmla="*/ 3105400 w 7467600"/>
              <a:gd name="connsiteY925" fmla="*/ 0 h 6858000"/>
              <a:gd name="connsiteX926" fmla="*/ 3094669 w 7467600"/>
              <a:gd name="connsiteY926" fmla="*/ 30308 h 6858000"/>
              <a:gd name="connsiteX927" fmla="*/ 2901945 w 7467600"/>
              <a:gd name="connsiteY927" fmla="*/ 466538 h 6858000"/>
              <a:gd name="connsiteX928" fmla="*/ 2815209 w 7467600"/>
              <a:gd name="connsiteY928" fmla="*/ 497361 h 6858000"/>
              <a:gd name="connsiteX929" fmla="*/ 2844845 w 7467600"/>
              <a:gd name="connsiteY929" fmla="*/ 127638 h 6858000"/>
              <a:gd name="connsiteX930" fmla="*/ 2867960 w 7467600"/>
              <a:gd name="connsiteY930" fmla="*/ 0 h 6858000"/>
              <a:gd name="connsiteX931" fmla="*/ 1057230 w 7467600"/>
              <a:gd name="connsiteY931" fmla="*/ 0 h 6858000"/>
              <a:gd name="connsiteX932" fmla="*/ 1111003 w 7467600"/>
              <a:gd name="connsiteY932" fmla="*/ 0 h 6858000"/>
              <a:gd name="connsiteX933" fmla="*/ 1125553 w 7467600"/>
              <a:gd name="connsiteY933" fmla="*/ 52588 h 6858000"/>
              <a:gd name="connsiteX934" fmla="*/ 1304276 w 7467600"/>
              <a:gd name="connsiteY934" fmla="*/ 476275 h 6858000"/>
              <a:gd name="connsiteX935" fmla="*/ 1492066 w 7467600"/>
              <a:gd name="connsiteY935" fmla="*/ 886333 h 6858000"/>
              <a:gd name="connsiteX936" fmla="*/ 1423698 w 7467600"/>
              <a:gd name="connsiteY936" fmla="*/ 710817 h 6858000"/>
              <a:gd name="connsiteX937" fmla="*/ 1357609 w 7467600"/>
              <a:gd name="connsiteY937" fmla="*/ 532892 h 6858000"/>
              <a:gd name="connsiteX938" fmla="*/ 1309550 w 7467600"/>
              <a:gd name="connsiteY938" fmla="*/ 374031 h 6858000"/>
              <a:gd name="connsiteX939" fmla="*/ 1193673 w 7467600"/>
              <a:gd name="connsiteY939" fmla="*/ 49533 h 6858000"/>
              <a:gd name="connsiteX940" fmla="*/ 1164391 w 7467600"/>
              <a:gd name="connsiteY940" fmla="*/ 0 h 6858000"/>
              <a:gd name="connsiteX941" fmla="*/ 1200666 w 7467600"/>
              <a:gd name="connsiteY941" fmla="*/ 0 h 6858000"/>
              <a:gd name="connsiteX942" fmla="*/ 1223408 w 7467600"/>
              <a:gd name="connsiteY942" fmla="*/ 38996 h 6858000"/>
              <a:gd name="connsiteX943" fmla="*/ 1339635 w 7467600"/>
              <a:gd name="connsiteY943" fmla="*/ 365517 h 6858000"/>
              <a:gd name="connsiteX944" fmla="*/ 1387469 w 7467600"/>
              <a:gd name="connsiteY944" fmla="*/ 523079 h 6858000"/>
              <a:gd name="connsiteX945" fmla="*/ 1452685 w 7467600"/>
              <a:gd name="connsiteY945" fmla="*/ 699806 h 6858000"/>
              <a:gd name="connsiteX946" fmla="*/ 1492092 w 7467600"/>
              <a:gd name="connsiteY946" fmla="*/ 800424 h 6858000"/>
              <a:gd name="connsiteX947" fmla="*/ 1455302 w 7467600"/>
              <a:gd name="connsiteY947" fmla="*/ 632913 h 6858000"/>
              <a:gd name="connsiteX948" fmla="*/ 1222336 w 7467600"/>
              <a:gd name="connsiteY948" fmla="*/ 9480 h 6858000"/>
              <a:gd name="connsiteX949" fmla="*/ 1214634 w 7467600"/>
              <a:gd name="connsiteY949" fmla="*/ 0 h 6858000"/>
              <a:gd name="connsiteX950" fmla="*/ 1289827 w 7467600"/>
              <a:gd name="connsiteY950" fmla="*/ 0 h 6858000"/>
              <a:gd name="connsiteX951" fmla="*/ 1321076 w 7467600"/>
              <a:gd name="connsiteY951" fmla="*/ 59722 h 6858000"/>
              <a:gd name="connsiteX952" fmla="*/ 1512579 w 7467600"/>
              <a:gd name="connsiteY952" fmla="*/ 626441 h 6858000"/>
              <a:gd name="connsiteX953" fmla="*/ 1506076 w 7467600"/>
              <a:gd name="connsiteY953" fmla="*/ 1089289 h 6858000"/>
              <a:gd name="connsiteX954" fmla="*/ 1486346 w 7467600"/>
              <a:gd name="connsiteY954" fmla="*/ 1079919 h 6858000"/>
              <a:gd name="connsiteX955" fmla="*/ 1070511 w 7467600"/>
              <a:gd name="connsiteY955" fmla="*/ 48609 h 6858000"/>
              <a:gd name="connsiteX956" fmla="*/ 1057230 w 7467600"/>
              <a:gd name="connsiteY956" fmla="*/ 0 h 6858000"/>
              <a:gd name="connsiteX957" fmla="*/ 43151 w 7467600"/>
              <a:gd name="connsiteY957" fmla="*/ 0 h 6858000"/>
              <a:gd name="connsiteX958" fmla="*/ 95283 w 7467600"/>
              <a:gd name="connsiteY958" fmla="*/ 0 h 6858000"/>
              <a:gd name="connsiteX959" fmla="*/ 300708 w 7467600"/>
              <a:gd name="connsiteY959" fmla="*/ 154571 h 6858000"/>
              <a:gd name="connsiteX960" fmla="*/ 530414 w 7467600"/>
              <a:gd name="connsiteY960" fmla="*/ 354673 h 6858000"/>
              <a:gd name="connsiteX961" fmla="*/ 333785 w 7467600"/>
              <a:gd name="connsiteY961" fmla="*/ 161564 h 6858000"/>
              <a:gd name="connsiteX962" fmla="*/ 147005 w 7467600"/>
              <a:gd name="connsiteY962" fmla="*/ 0 h 6858000"/>
              <a:gd name="connsiteX963" fmla="*/ 272509 w 7467600"/>
              <a:gd name="connsiteY963" fmla="*/ 0 h 6858000"/>
              <a:gd name="connsiteX964" fmla="*/ 326276 w 7467600"/>
              <a:gd name="connsiteY964" fmla="*/ 45847 h 6858000"/>
              <a:gd name="connsiteX965" fmla="*/ 823759 w 7467600"/>
              <a:gd name="connsiteY965" fmla="*/ 574145 h 6858000"/>
              <a:gd name="connsiteX966" fmla="*/ 811254 w 7467600"/>
              <a:gd name="connsiteY966" fmla="*/ 665546 h 6858000"/>
              <a:gd name="connsiteX967" fmla="*/ 154042 w 7467600"/>
              <a:gd name="connsiteY967" fmla="*/ 261522 h 6858000"/>
              <a:gd name="connsiteX968" fmla="*/ 13550 w 7467600"/>
              <a:gd name="connsiteY968" fmla="*/ 158423 h 6858000"/>
              <a:gd name="connsiteX969" fmla="*/ 0 w 7467600"/>
              <a:gd name="connsiteY969" fmla="*/ 146618 h 6858000"/>
              <a:gd name="connsiteX970" fmla="*/ 0 w 7467600"/>
              <a:gd name="connsiteY970" fmla="*/ 59161 h 6858000"/>
              <a:gd name="connsiteX971" fmla="*/ 45427 w 7467600"/>
              <a:gd name="connsiteY971" fmla="*/ 101078 h 6858000"/>
              <a:gd name="connsiteX972" fmla="*/ 630103 w 7467600"/>
              <a:gd name="connsiteY972" fmla="*/ 485885 h 6858000"/>
              <a:gd name="connsiteX973" fmla="*/ 532040 w 7467600"/>
              <a:gd name="connsiteY973" fmla="*/ 399359 h 6858000"/>
              <a:gd name="connsiteX974" fmla="*/ 517618 w 7467600"/>
              <a:gd name="connsiteY974" fmla="*/ 385726 h 6858000"/>
              <a:gd name="connsiteX975" fmla="*/ 285074 w 7467600"/>
              <a:gd name="connsiteY975" fmla="*/ 182755 h 6858000"/>
              <a:gd name="connsiteX976" fmla="*/ 43151 w 7467600"/>
              <a:gd name="connsiteY97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6844835 w 7467600"/>
              <a:gd name="connsiteY96" fmla="*/ 5424988 h 6858000"/>
              <a:gd name="connsiteX97" fmla="*/ 1456157 w 7467600"/>
              <a:gd name="connsiteY97" fmla="*/ 5371404 h 6858000"/>
              <a:gd name="connsiteX98" fmla="*/ 1244432 w 7467600"/>
              <a:gd name="connsiteY98" fmla="*/ 5385601 h 6858000"/>
              <a:gd name="connsiteX99" fmla="*/ 973990 w 7467600"/>
              <a:gd name="connsiteY99" fmla="*/ 5424940 h 6858000"/>
              <a:gd name="connsiteX100" fmla="*/ 1103809 w 7467600"/>
              <a:gd name="connsiteY100" fmla="*/ 5433720 h 6858000"/>
              <a:gd name="connsiteX101" fmla="*/ 1123454 w 7467600"/>
              <a:gd name="connsiteY101" fmla="*/ 5435727 h 6858000"/>
              <a:gd name="connsiteX102" fmla="*/ 1737017 w 7467600"/>
              <a:gd name="connsiteY102" fmla="*/ 5452183 h 6858000"/>
              <a:gd name="connsiteX103" fmla="*/ 1824397 w 7467600"/>
              <a:gd name="connsiteY103" fmla="*/ 5447757 h 6858000"/>
              <a:gd name="connsiteX104" fmla="*/ 2070059 w 7467600"/>
              <a:gd name="connsiteY104" fmla="*/ 5441660 h 6858000"/>
              <a:gd name="connsiteX105" fmla="*/ 1456157 w 7467600"/>
              <a:gd name="connsiteY105" fmla="*/ 5371404 h 6858000"/>
              <a:gd name="connsiteX106" fmla="*/ 4988186 w 7467600"/>
              <a:gd name="connsiteY106" fmla="*/ 5216467 h 6858000"/>
              <a:gd name="connsiteX107" fmla="*/ 4777334 w 7467600"/>
              <a:gd name="connsiteY107" fmla="*/ 5406072 h 6858000"/>
              <a:gd name="connsiteX108" fmla="*/ 4718341 w 7467600"/>
              <a:gd name="connsiteY108" fmla="*/ 5468043 h 6858000"/>
              <a:gd name="connsiteX109" fmla="*/ 4604655 w 7467600"/>
              <a:gd name="connsiteY109" fmla="*/ 5583434 h 6858000"/>
              <a:gd name="connsiteX110" fmla="*/ 4565074 w 7467600"/>
              <a:gd name="connsiteY110" fmla="*/ 5618550 h 6858000"/>
              <a:gd name="connsiteX111" fmla="*/ 4988186 w 7467600"/>
              <a:gd name="connsiteY111" fmla="*/ 5216467 h 6858000"/>
              <a:gd name="connsiteX112" fmla="*/ 4978032 w 7467600"/>
              <a:gd name="connsiteY112" fmla="*/ 5183809 h 6858000"/>
              <a:gd name="connsiteX113" fmla="*/ 4463413 w 7467600"/>
              <a:gd name="connsiteY113" fmla="*/ 5615162 h 6858000"/>
              <a:gd name="connsiteX114" fmla="*/ 4358134 w 7467600"/>
              <a:gd name="connsiteY114" fmla="*/ 5742791 h 6858000"/>
              <a:gd name="connsiteX115" fmla="*/ 4376219 w 7467600"/>
              <a:gd name="connsiteY115" fmla="*/ 5729027 h 6858000"/>
              <a:gd name="connsiteX116" fmla="*/ 4582340 w 7467600"/>
              <a:gd name="connsiteY116" fmla="*/ 5561037 h 6858000"/>
              <a:gd name="connsiteX117" fmla="*/ 4694684 w 7467600"/>
              <a:gd name="connsiteY117" fmla="*/ 5447098 h 6858000"/>
              <a:gd name="connsiteX118" fmla="*/ 4754123 w 7467600"/>
              <a:gd name="connsiteY118" fmla="*/ 5384643 h 6858000"/>
              <a:gd name="connsiteX119" fmla="*/ 4978032 w 7467600"/>
              <a:gd name="connsiteY119" fmla="*/ 5183809 h 6858000"/>
              <a:gd name="connsiteX120" fmla="*/ 1903353 w 7467600"/>
              <a:gd name="connsiteY120" fmla="*/ 5044827 h 6858000"/>
              <a:gd name="connsiteX121" fmla="*/ 1936931 w 7467600"/>
              <a:gd name="connsiteY121" fmla="*/ 5093954 h 6858000"/>
              <a:gd name="connsiteX122" fmla="*/ 2195868 w 7467600"/>
              <a:gd name="connsiteY122" fmla="*/ 5396574 h 6858000"/>
              <a:gd name="connsiteX123" fmla="*/ 2088852 w 7467600"/>
              <a:gd name="connsiteY123" fmla="*/ 5166123 h 6858000"/>
              <a:gd name="connsiteX124" fmla="*/ 1958241 w 7467600"/>
              <a:gd name="connsiteY124" fmla="*/ 5067955 h 6858000"/>
              <a:gd name="connsiteX125" fmla="*/ 1903353 w 7467600"/>
              <a:gd name="connsiteY125" fmla="*/ 5044827 h 6858000"/>
              <a:gd name="connsiteX126" fmla="*/ 1979378 w 7467600"/>
              <a:gd name="connsiteY126" fmla="*/ 4769504 h 6858000"/>
              <a:gd name="connsiteX127" fmla="*/ 2882120 w 7467600"/>
              <a:gd name="connsiteY127" fmla="*/ 5064547 h 6858000"/>
              <a:gd name="connsiteX128" fmla="*/ 2793103 w 7467600"/>
              <a:gd name="connsiteY128" fmla="*/ 5039699 h 6858000"/>
              <a:gd name="connsiteX129" fmla="*/ 2770041 w 7467600"/>
              <a:gd name="connsiteY129" fmla="*/ 5033634 h 6858000"/>
              <a:gd name="connsiteX130" fmla="*/ 1979378 w 7467600"/>
              <a:gd name="connsiteY130" fmla="*/ 4769504 h 6858000"/>
              <a:gd name="connsiteX131" fmla="*/ 1927410 w 7467600"/>
              <a:gd name="connsiteY131" fmla="*/ 4716164 h 6858000"/>
              <a:gd name="connsiteX132" fmla="*/ 1959587 w 7467600"/>
              <a:gd name="connsiteY132" fmla="*/ 4728849 h 6858000"/>
              <a:gd name="connsiteX133" fmla="*/ 2777707 w 7467600"/>
              <a:gd name="connsiteY133" fmla="*/ 5003991 h 6858000"/>
              <a:gd name="connsiteX134" fmla="*/ 2800768 w 7467600"/>
              <a:gd name="connsiteY134" fmla="*/ 5010056 h 6858000"/>
              <a:gd name="connsiteX135" fmla="*/ 2879408 w 7467600"/>
              <a:gd name="connsiteY135" fmla="*/ 5031590 h 6858000"/>
              <a:gd name="connsiteX136" fmla="*/ 2862295 w 7467600"/>
              <a:gd name="connsiteY136" fmla="*/ 5022958 h 6858000"/>
              <a:gd name="connsiteX137" fmla="*/ 2813343 w 7467600"/>
              <a:gd name="connsiteY137" fmla="*/ 4998369 h 6858000"/>
              <a:gd name="connsiteX138" fmla="*/ 2646245 w 7467600"/>
              <a:gd name="connsiteY138" fmla="*/ 4930999 h 6858000"/>
              <a:gd name="connsiteX139" fmla="*/ 1999243 w 7467600"/>
              <a:gd name="connsiteY139" fmla="*/ 4730524 h 6858000"/>
              <a:gd name="connsiteX140" fmla="*/ 1979527 w 7467600"/>
              <a:gd name="connsiteY140" fmla="*/ 4726651 h 6858000"/>
              <a:gd name="connsiteX141" fmla="*/ 1927410 w 7467600"/>
              <a:gd name="connsiteY141" fmla="*/ 4716164 h 6858000"/>
              <a:gd name="connsiteX142" fmla="*/ 1997014 w 7467600"/>
              <a:gd name="connsiteY142" fmla="*/ 4698007 h 6858000"/>
              <a:gd name="connsiteX143" fmla="*/ 2005458 w 7467600"/>
              <a:gd name="connsiteY143" fmla="*/ 4699540 h 6858000"/>
              <a:gd name="connsiteX144" fmla="*/ 2657186 w 7467600"/>
              <a:gd name="connsiteY144" fmla="*/ 4901687 h 6858000"/>
              <a:gd name="connsiteX145" fmla="*/ 2826662 w 7467600"/>
              <a:gd name="connsiteY145" fmla="*/ 4970362 h 6858000"/>
              <a:gd name="connsiteX146" fmla="*/ 2876100 w 7467600"/>
              <a:gd name="connsiteY146" fmla="*/ 4995397 h 6858000"/>
              <a:gd name="connsiteX147" fmla="*/ 3042600 w 7467600"/>
              <a:gd name="connsiteY147" fmla="*/ 5059532 h 6858000"/>
              <a:gd name="connsiteX148" fmla="*/ 1997014 w 7467600"/>
              <a:gd name="connsiteY148" fmla="*/ 4698007 h 6858000"/>
              <a:gd name="connsiteX149" fmla="*/ 2305292 w 7467600"/>
              <a:gd name="connsiteY149" fmla="*/ 4219492 h 6858000"/>
              <a:gd name="connsiteX150" fmla="*/ 3360922 w 7467600"/>
              <a:gd name="connsiteY150" fmla="*/ 4529373 h 6858000"/>
              <a:gd name="connsiteX151" fmla="*/ 3492420 w 7467600"/>
              <a:gd name="connsiteY151" fmla="*/ 4510145 h 6858000"/>
              <a:gd name="connsiteX152" fmla="*/ 3364086 w 7467600"/>
              <a:gd name="connsiteY152" fmla="*/ 4480340 h 6858000"/>
              <a:gd name="connsiteX153" fmla="*/ 3225818 w 7467600"/>
              <a:gd name="connsiteY153" fmla="*/ 4411822 h 6858000"/>
              <a:gd name="connsiteX154" fmla="*/ 3129696 w 7467600"/>
              <a:gd name="connsiteY154" fmla="*/ 4360704 h 6858000"/>
              <a:gd name="connsiteX155" fmla="*/ 2814545 w 7467600"/>
              <a:gd name="connsiteY155" fmla="*/ 4282955 h 6858000"/>
              <a:gd name="connsiteX156" fmla="*/ 2305292 w 7467600"/>
              <a:gd name="connsiteY156" fmla="*/ 4219492 h 6858000"/>
              <a:gd name="connsiteX157" fmla="*/ 2626982 w 7467600"/>
              <a:gd name="connsiteY157" fmla="*/ 4206450 h 6858000"/>
              <a:gd name="connsiteX158" fmla="*/ 2490617 w 7467600"/>
              <a:gd name="connsiteY158" fmla="*/ 4206951 h 6858000"/>
              <a:gd name="connsiteX159" fmla="*/ 2819869 w 7467600"/>
              <a:gd name="connsiteY159" fmla="*/ 4252936 h 6858000"/>
              <a:gd name="connsiteX160" fmla="*/ 3143018 w 7467600"/>
              <a:gd name="connsiteY160" fmla="*/ 4332698 h 6858000"/>
              <a:gd name="connsiteX161" fmla="*/ 3241520 w 7467600"/>
              <a:gd name="connsiteY161" fmla="*/ 4385112 h 6858000"/>
              <a:gd name="connsiteX162" fmla="*/ 3374575 w 7467600"/>
              <a:gd name="connsiteY162" fmla="*/ 4451517 h 6858000"/>
              <a:gd name="connsiteX163" fmla="*/ 3505221 w 7467600"/>
              <a:gd name="connsiteY163" fmla="*/ 4480757 h 6858000"/>
              <a:gd name="connsiteX164" fmla="*/ 2626982 w 7467600"/>
              <a:gd name="connsiteY164" fmla="*/ 4206450 h 6858000"/>
              <a:gd name="connsiteX165" fmla="*/ 1310106 w 7467600"/>
              <a:gd name="connsiteY165" fmla="*/ 3943217 h 6858000"/>
              <a:gd name="connsiteX166" fmla="*/ 854994 w 7467600"/>
              <a:gd name="connsiteY166" fmla="*/ 4399136 h 6858000"/>
              <a:gd name="connsiteX167" fmla="*/ 742462 w 7467600"/>
              <a:gd name="connsiteY167" fmla="*/ 4594648 h 6858000"/>
              <a:gd name="connsiteX168" fmla="*/ 820602 w 7467600"/>
              <a:gd name="connsiteY168" fmla="*/ 4485915 h 6858000"/>
              <a:gd name="connsiteX169" fmla="*/ 878295 w 7467600"/>
              <a:gd name="connsiteY169" fmla="*/ 4403594 h 6858000"/>
              <a:gd name="connsiteX170" fmla="*/ 1240607 w 7467600"/>
              <a:gd name="connsiteY170" fmla="*/ 4010401 h 6858000"/>
              <a:gd name="connsiteX171" fmla="*/ 1310106 w 7467600"/>
              <a:gd name="connsiteY171" fmla="*/ 3943217 h 6858000"/>
              <a:gd name="connsiteX172" fmla="*/ 1423113 w 7467600"/>
              <a:gd name="connsiteY172" fmla="*/ 3874565 h 6858000"/>
              <a:gd name="connsiteX173" fmla="*/ 1260565 w 7467600"/>
              <a:gd name="connsiteY173" fmla="*/ 4031982 h 6858000"/>
              <a:gd name="connsiteX174" fmla="*/ 901900 w 7467600"/>
              <a:gd name="connsiteY174" fmla="*/ 4421236 h 6858000"/>
              <a:gd name="connsiteX175" fmla="*/ 845044 w 7467600"/>
              <a:gd name="connsiteY175" fmla="*/ 4502436 h 6858000"/>
              <a:gd name="connsiteX176" fmla="*/ 685926 w 7467600"/>
              <a:gd name="connsiteY176" fmla="*/ 4703069 h 6858000"/>
              <a:gd name="connsiteX177" fmla="*/ 684248 w 7467600"/>
              <a:gd name="connsiteY177" fmla="*/ 4706721 h 6858000"/>
              <a:gd name="connsiteX178" fmla="*/ 1423113 w 7467600"/>
              <a:gd name="connsiteY178" fmla="*/ 3874565 h 6858000"/>
              <a:gd name="connsiteX179" fmla="*/ 3316479 w 7467600"/>
              <a:gd name="connsiteY179" fmla="*/ 3872136 h 6858000"/>
              <a:gd name="connsiteX180" fmla="*/ 3546806 w 7467600"/>
              <a:gd name="connsiteY180" fmla="*/ 4356139 h 6858000"/>
              <a:gd name="connsiteX181" fmla="*/ 3364433 w 7467600"/>
              <a:gd name="connsiteY181" fmla="*/ 3953121 h 6858000"/>
              <a:gd name="connsiteX182" fmla="*/ 3316479 w 7467600"/>
              <a:gd name="connsiteY182" fmla="*/ 3872136 h 6858000"/>
              <a:gd name="connsiteX183" fmla="*/ 3291335 w 7467600"/>
              <a:gd name="connsiteY183" fmla="*/ 3767420 h 6858000"/>
              <a:gd name="connsiteX184" fmla="*/ 3390805 w 7467600"/>
              <a:gd name="connsiteY184" fmla="*/ 3937163 h 6858000"/>
              <a:gd name="connsiteX185" fmla="*/ 3579062 w 7467600"/>
              <a:gd name="connsiteY185" fmla="*/ 4359040 h 6858000"/>
              <a:gd name="connsiteX186" fmla="*/ 3467355 w 7467600"/>
              <a:gd name="connsiteY186" fmla="*/ 3988130 h 6858000"/>
              <a:gd name="connsiteX187" fmla="*/ 3310753 w 7467600"/>
              <a:gd name="connsiteY187" fmla="*/ 3787140 h 6858000"/>
              <a:gd name="connsiteX188" fmla="*/ 3291335 w 7467600"/>
              <a:gd name="connsiteY188" fmla="*/ 3767420 h 6858000"/>
              <a:gd name="connsiteX189" fmla="*/ 1635889 w 7467600"/>
              <a:gd name="connsiteY189" fmla="*/ 3709494 h 6858000"/>
              <a:gd name="connsiteX190" fmla="*/ 1634800 w 7467600"/>
              <a:gd name="connsiteY190" fmla="*/ 3731111 h 6858000"/>
              <a:gd name="connsiteX191" fmla="*/ 1635889 w 7467600"/>
              <a:gd name="connsiteY191" fmla="*/ 3709494 h 6858000"/>
              <a:gd name="connsiteX192" fmla="*/ 1510397 w 7467600"/>
              <a:gd name="connsiteY192" fmla="*/ 3684705 h 6858000"/>
              <a:gd name="connsiteX193" fmla="*/ 1146550 w 7467600"/>
              <a:gd name="connsiteY193" fmla="*/ 3802012 h 6858000"/>
              <a:gd name="connsiteX194" fmla="*/ 698834 w 7467600"/>
              <a:gd name="connsiteY194" fmla="*/ 3952272 h 6858000"/>
              <a:gd name="connsiteX195" fmla="*/ 34256 w 7467600"/>
              <a:gd name="connsiteY195" fmla="*/ 4347603 h 6858000"/>
              <a:gd name="connsiteX196" fmla="*/ 527241 w 7467600"/>
              <a:gd name="connsiteY196" fmla="*/ 4065078 h 6858000"/>
              <a:gd name="connsiteX197" fmla="*/ 1510397 w 7467600"/>
              <a:gd name="connsiteY197" fmla="*/ 3684705 h 6858000"/>
              <a:gd name="connsiteX198" fmla="*/ 1313114 w 7467600"/>
              <a:gd name="connsiteY198" fmla="*/ 3655216 h 6858000"/>
              <a:gd name="connsiteX199" fmla="*/ 1109304 w 7467600"/>
              <a:gd name="connsiteY199" fmla="*/ 3669030 h 6858000"/>
              <a:gd name="connsiteX200" fmla="*/ 8129 w 7467600"/>
              <a:gd name="connsiteY200" fmla="*/ 4330519 h 6858000"/>
              <a:gd name="connsiteX201" fmla="*/ 687572 w 7467600"/>
              <a:gd name="connsiteY201" fmla="*/ 3925629 h 6858000"/>
              <a:gd name="connsiteX202" fmla="*/ 1138365 w 7467600"/>
              <a:gd name="connsiteY202" fmla="*/ 3774515 h 6858000"/>
              <a:gd name="connsiteX203" fmla="*/ 1505579 w 7467600"/>
              <a:gd name="connsiteY203" fmla="*/ 3655526 h 6858000"/>
              <a:gd name="connsiteX204" fmla="*/ 1313114 w 7467600"/>
              <a:gd name="connsiteY204" fmla="*/ 3655216 h 6858000"/>
              <a:gd name="connsiteX205" fmla="*/ 3655073 w 7467600"/>
              <a:gd name="connsiteY205" fmla="*/ 3650884 h 6858000"/>
              <a:gd name="connsiteX206" fmla="*/ 3989938 w 7467600"/>
              <a:gd name="connsiteY206" fmla="*/ 3991685 h 6858000"/>
              <a:gd name="connsiteX207" fmla="*/ 4393907 w 7467600"/>
              <a:gd name="connsiteY207" fmla="*/ 4261258 h 6858000"/>
              <a:gd name="connsiteX208" fmla="*/ 4648051 w 7467600"/>
              <a:gd name="connsiteY208" fmla="*/ 4374051 h 6858000"/>
              <a:gd name="connsiteX209" fmla="*/ 4383389 w 7467600"/>
              <a:gd name="connsiteY209" fmla="*/ 4184369 h 6858000"/>
              <a:gd name="connsiteX210" fmla="*/ 4165508 w 7467600"/>
              <a:gd name="connsiteY210" fmla="*/ 4035196 h 6858000"/>
              <a:gd name="connsiteX211" fmla="*/ 4068162 w 7467600"/>
              <a:gd name="connsiteY211" fmla="*/ 3953394 h 6858000"/>
              <a:gd name="connsiteX212" fmla="*/ 3981416 w 7467600"/>
              <a:gd name="connsiteY212" fmla="*/ 3880482 h 6858000"/>
              <a:gd name="connsiteX213" fmla="*/ 3800147 w 7467600"/>
              <a:gd name="connsiteY213" fmla="*/ 3749872 h 6858000"/>
              <a:gd name="connsiteX214" fmla="*/ 3655073 w 7467600"/>
              <a:gd name="connsiteY214" fmla="*/ 3650884 h 6858000"/>
              <a:gd name="connsiteX215" fmla="*/ 3670252 w 7467600"/>
              <a:gd name="connsiteY215" fmla="*/ 3622798 h 6858000"/>
              <a:gd name="connsiteX216" fmla="*/ 3817258 w 7467600"/>
              <a:gd name="connsiteY216" fmla="*/ 3723577 h 6858000"/>
              <a:gd name="connsiteX217" fmla="*/ 4000461 w 7467600"/>
              <a:gd name="connsiteY217" fmla="*/ 3855966 h 6858000"/>
              <a:gd name="connsiteX218" fmla="*/ 4088180 w 7467600"/>
              <a:gd name="connsiteY218" fmla="*/ 3929774 h 6858000"/>
              <a:gd name="connsiteX219" fmla="*/ 4184555 w 7467600"/>
              <a:gd name="connsiteY219" fmla="*/ 4010683 h 6858000"/>
              <a:gd name="connsiteX220" fmla="*/ 4399563 w 7467600"/>
              <a:gd name="connsiteY220" fmla="*/ 4158106 h 6858000"/>
              <a:gd name="connsiteX221" fmla="*/ 4684469 w 7467600"/>
              <a:gd name="connsiteY221" fmla="*/ 4364680 h 6858000"/>
              <a:gd name="connsiteX222" fmla="*/ 4690271 w 7467600"/>
              <a:gd name="connsiteY222" fmla="*/ 4370034 h 6858000"/>
              <a:gd name="connsiteX223" fmla="*/ 4136093 w 7467600"/>
              <a:gd name="connsiteY223" fmla="*/ 3858466 h 6858000"/>
              <a:gd name="connsiteX224" fmla="*/ 3670252 w 7467600"/>
              <a:gd name="connsiteY224" fmla="*/ 3622798 h 6858000"/>
              <a:gd name="connsiteX225" fmla="*/ 4440129 w 7467600"/>
              <a:gd name="connsiteY225" fmla="*/ 3448571 h 6858000"/>
              <a:gd name="connsiteX226" fmla="*/ 4856525 w 7467600"/>
              <a:gd name="connsiteY226" fmla="*/ 3915351 h 6858000"/>
              <a:gd name="connsiteX227" fmla="*/ 5059055 w 7467600"/>
              <a:gd name="connsiteY227" fmla="*/ 4108918 h 6858000"/>
              <a:gd name="connsiteX228" fmla="*/ 5290070 w 7467600"/>
              <a:gd name="connsiteY228" fmla="*/ 4263619 h 6858000"/>
              <a:gd name="connsiteX229" fmla="*/ 4834991 w 7467600"/>
              <a:gd name="connsiteY229" fmla="*/ 3830985 h 6858000"/>
              <a:gd name="connsiteX230" fmla="*/ 4440129 w 7467600"/>
              <a:gd name="connsiteY230" fmla="*/ 3448571 h 6858000"/>
              <a:gd name="connsiteX231" fmla="*/ 4441737 w 7467600"/>
              <a:gd name="connsiteY231" fmla="*/ 3399734 h 6858000"/>
              <a:gd name="connsiteX232" fmla="*/ 4431236 w 7467600"/>
              <a:gd name="connsiteY232" fmla="*/ 3400954 h 6858000"/>
              <a:gd name="connsiteX233" fmla="*/ 4557150 w 7467600"/>
              <a:gd name="connsiteY233" fmla="*/ 3510023 h 6858000"/>
              <a:gd name="connsiteX234" fmla="*/ 4856936 w 7467600"/>
              <a:gd name="connsiteY234" fmla="*/ 3809146 h 6858000"/>
              <a:gd name="connsiteX235" fmla="*/ 5111996 w 7467600"/>
              <a:gd name="connsiteY235" fmla="*/ 4065759 h 6858000"/>
              <a:gd name="connsiteX236" fmla="*/ 5388878 w 7467600"/>
              <a:gd name="connsiteY236" fmla="*/ 4300185 h 6858000"/>
              <a:gd name="connsiteX237" fmla="*/ 5425556 w 7467600"/>
              <a:gd name="connsiteY237" fmla="*/ 4308967 h 6858000"/>
              <a:gd name="connsiteX238" fmla="*/ 4943646 w 7467600"/>
              <a:gd name="connsiteY238" fmla="*/ 3822916 h 6858000"/>
              <a:gd name="connsiteX239" fmla="*/ 4594837 w 7467600"/>
              <a:gd name="connsiteY239" fmla="*/ 3532274 h 6858000"/>
              <a:gd name="connsiteX240" fmla="*/ 4441737 w 7467600"/>
              <a:gd name="connsiteY240" fmla="*/ 3399734 h 6858000"/>
              <a:gd name="connsiteX241" fmla="*/ 5425834 w 7467600"/>
              <a:gd name="connsiteY241" fmla="*/ 3162785 h 6858000"/>
              <a:gd name="connsiteX242" fmla="*/ 5401644 w 7467600"/>
              <a:gd name="connsiteY242" fmla="*/ 3617847 h 6858000"/>
              <a:gd name="connsiteX243" fmla="*/ 5467256 w 7467600"/>
              <a:gd name="connsiteY243" fmla="*/ 4175494 h 6858000"/>
              <a:gd name="connsiteX244" fmla="*/ 5448069 w 7467600"/>
              <a:gd name="connsiteY244" fmla="*/ 3567554 h 6858000"/>
              <a:gd name="connsiteX245" fmla="*/ 5425834 w 7467600"/>
              <a:gd name="connsiteY245" fmla="*/ 3162785 h 6858000"/>
              <a:gd name="connsiteX246" fmla="*/ 1318687 w 7467600"/>
              <a:gd name="connsiteY246" fmla="*/ 3113840 h 6858000"/>
              <a:gd name="connsiteX247" fmla="*/ 1066793 w 7467600"/>
              <a:gd name="connsiteY247" fmla="*/ 3212171 h 6858000"/>
              <a:gd name="connsiteX248" fmla="*/ 993319 w 7467600"/>
              <a:gd name="connsiteY248" fmla="*/ 3247648 h 6858000"/>
              <a:gd name="connsiteX249" fmla="*/ 853081 w 7467600"/>
              <a:gd name="connsiteY249" fmla="*/ 3312410 h 6858000"/>
              <a:gd name="connsiteX250" fmla="*/ 805957 w 7467600"/>
              <a:gd name="connsiteY250" fmla="*/ 3330443 h 6858000"/>
              <a:gd name="connsiteX251" fmla="*/ 1318687 w 7467600"/>
              <a:gd name="connsiteY251" fmla="*/ 3113840 h 6858000"/>
              <a:gd name="connsiteX252" fmla="*/ 5453702 w 7467600"/>
              <a:gd name="connsiteY252" fmla="*/ 3090882 h 6858000"/>
              <a:gd name="connsiteX253" fmla="*/ 5480135 w 7467600"/>
              <a:gd name="connsiteY253" fmla="*/ 3565802 h 6858000"/>
              <a:gd name="connsiteX254" fmla="*/ 5499023 w 7467600"/>
              <a:gd name="connsiteY254" fmla="*/ 4166310 h 6858000"/>
              <a:gd name="connsiteX255" fmla="*/ 5547022 w 7467600"/>
              <a:gd name="connsiteY255" fmla="*/ 3607838 h 6858000"/>
              <a:gd name="connsiteX256" fmla="*/ 5515964 w 7467600"/>
              <a:gd name="connsiteY256" fmla="*/ 3378541 h 6858000"/>
              <a:gd name="connsiteX257" fmla="*/ 5453702 w 7467600"/>
              <a:gd name="connsiteY257" fmla="*/ 3090882 h 6858000"/>
              <a:gd name="connsiteX258" fmla="*/ 1238695 w 7467600"/>
              <a:gd name="connsiteY258" fmla="*/ 3076820 h 6858000"/>
              <a:gd name="connsiteX259" fmla="*/ 716371 w 7467600"/>
              <a:gd name="connsiteY259" fmla="*/ 3293249 h 6858000"/>
              <a:gd name="connsiteX260" fmla="*/ 579522 w 7467600"/>
              <a:gd name="connsiteY260" fmla="*/ 3371759 h 6858000"/>
              <a:gd name="connsiteX261" fmla="*/ 600288 w 7467600"/>
              <a:gd name="connsiteY261" fmla="*/ 3365555 h 6858000"/>
              <a:gd name="connsiteX262" fmla="*/ 840692 w 7467600"/>
              <a:gd name="connsiteY262" fmla="*/ 3284921 h 6858000"/>
              <a:gd name="connsiteX263" fmla="*/ 979248 w 7467600"/>
              <a:gd name="connsiteY263" fmla="*/ 3221003 h 6858000"/>
              <a:gd name="connsiteX264" fmla="*/ 1053282 w 7467600"/>
              <a:gd name="connsiteY264" fmla="*/ 3185247 h 6858000"/>
              <a:gd name="connsiteX265" fmla="*/ 1320603 w 7467600"/>
              <a:gd name="connsiteY265" fmla="*/ 3081281 h 6858000"/>
              <a:gd name="connsiteX266" fmla="*/ 1238695 w 7467600"/>
              <a:gd name="connsiteY266" fmla="*/ 3076820 h 6858000"/>
              <a:gd name="connsiteX267" fmla="*/ 5425627 w 7467600"/>
              <a:gd name="connsiteY267" fmla="*/ 2954192 h 6858000"/>
              <a:gd name="connsiteX268" fmla="*/ 5470770 w 7467600"/>
              <a:gd name="connsiteY268" fmla="*/ 3005435 h 6858000"/>
              <a:gd name="connsiteX269" fmla="*/ 5519779 w 7467600"/>
              <a:gd name="connsiteY269" fmla="*/ 4359223 h 6858000"/>
              <a:gd name="connsiteX270" fmla="*/ 5520293 w 7467600"/>
              <a:gd name="connsiteY270" fmla="*/ 4360602 h 6858000"/>
              <a:gd name="connsiteX271" fmla="*/ 5767221 w 7467600"/>
              <a:gd name="connsiteY271" fmla="*/ 4665564 h 6858000"/>
              <a:gd name="connsiteX272" fmla="*/ 6937169 w 7467600"/>
              <a:gd name="connsiteY272" fmla="*/ 4815941 h 6858000"/>
              <a:gd name="connsiteX273" fmla="*/ 6953922 w 7467600"/>
              <a:gd name="connsiteY273" fmla="*/ 4890068 h 6858000"/>
              <a:gd name="connsiteX274" fmla="*/ 6071359 w 7467600"/>
              <a:gd name="connsiteY274" fmla="*/ 4770770 h 6858000"/>
              <a:gd name="connsiteX275" fmla="*/ 6038839 w 7467600"/>
              <a:gd name="connsiteY275" fmla="*/ 4764474 h 6858000"/>
              <a:gd name="connsiteX276" fmla="*/ 6038706 w 7467600"/>
              <a:gd name="connsiteY276" fmla="*/ 4763847 h 6858000"/>
              <a:gd name="connsiteX277" fmla="*/ 6037784 w 7467600"/>
              <a:gd name="connsiteY277" fmla="*/ 4764270 h 6858000"/>
              <a:gd name="connsiteX278" fmla="*/ 6038839 w 7467600"/>
              <a:gd name="connsiteY278" fmla="*/ 4764474 h 6858000"/>
              <a:gd name="connsiteX279" fmla="*/ 6040338 w 7467600"/>
              <a:gd name="connsiteY279" fmla="*/ 4771418 h 6858000"/>
              <a:gd name="connsiteX280" fmla="*/ 6024488 w 7467600"/>
              <a:gd name="connsiteY280" fmla="*/ 4809903 h 6858000"/>
              <a:gd name="connsiteX281" fmla="*/ 5599771 w 7467600"/>
              <a:gd name="connsiteY281" fmla="*/ 5509652 h 6858000"/>
              <a:gd name="connsiteX282" fmla="*/ 5548843 w 7467600"/>
              <a:gd name="connsiteY282" fmla="*/ 5563845 h 6858000"/>
              <a:gd name="connsiteX283" fmla="*/ 5940952 w 7467600"/>
              <a:gd name="connsiteY283" fmla="*/ 6250028 h 6858000"/>
              <a:gd name="connsiteX284" fmla="*/ 6043441 w 7467600"/>
              <a:gd name="connsiteY284" fmla="*/ 6665847 h 6858000"/>
              <a:gd name="connsiteX285" fmla="*/ 6093432 w 7467600"/>
              <a:gd name="connsiteY285" fmla="*/ 6858000 h 6858000"/>
              <a:gd name="connsiteX286" fmla="*/ 6034344 w 7467600"/>
              <a:gd name="connsiteY286" fmla="*/ 6858000 h 6858000"/>
              <a:gd name="connsiteX287" fmla="*/ 6026679 w 7467600"/>
              <a:gd name="connsiteY287" fmla="*/ 6836959 h 6858000"/>
              <a:gd name="connsiteX288" fmla="*/ 5800441 w 7467600"/>
              <a:gd name="connsiteY288" fmla="*/ 6335286 h 6858000"/>
              <a:gd name="connsiteX289" fmla="*/ 5526562 w 7467600"/>
              <a:gd name="connsiteY289" fmla="*/ 5705388 h 6858000"/>
              <a:gd name="connsiteX290" fmla="*/ 5519640 w 7467600"/>
              <a:gd name="connsiteY290" fmla="*/ 5683774 h 6858000"/>
              <a:gd name="connsiteX291" fmla="*/ 5844559 w 7467600"/>
              <a:gd name="connsiteY291" fmla="*/ 6553349 h 6858000"/>
              <a:gd name="connsiteX292" fmla="*/ 5975994 w 7467600"/>
              <a:gd name="connsiteY292" fmla="*/ 6858000 h 6858000"/>
              <a:gd name="connsiteX293" fmla="*/ 5898547 w 7467600"/>
              <a:gd name="connsiteY293" fmla="*/ 6858000 h 6858000"/>
              <a:gd name="connsiteX294" fmla="*/ 5682041 w 7467600"/>
              <a:gd name="connsiteY294" fmla="*/ 6355860 h 6858000"/>
              <a:gd name="connsiteX295" fmla="*/ 5461758 w 7467600"/>
              <a:gd name="connsiteY295" fmla="*/ 5820220 h 6858000"/>
              <a:gd name="connsiteX296" fmla="*/ 5237282 w 7467600"/>
              <a:gd name="connsiteY296" fmla="*/ 6579086 h 6858000"/>
              <a:gd name="connsiteX297" fmla="*/ 5115009 w 7467600"/>
              <a:gd name="connsiteY297" fmla="*/ 6858000 h 6858000"/>
              <a:gd name="connsiteX298" fmla="*/ 5028074 w 7467600"/>
              <a:gd name="connsiteY298" fmla="*/ 6858000 h 6858000"/>
              <a:gd name="connsiteX299" fmla="*/ 5079508 w 7467600"/>
              <a:gd name="connsiteY299" fmla="*/ 6749074 h 6858000"/>
              <a:gd name="connsiteX300" fmla="*/ 5371846 w 7467600"/>
              <a:gd name="connsiteY300" fmla="*/ 5924413 h 6858000"/>
              <a:gd name="connsiteX301" fmla="*/ 5270512 w 7467600"/>
              <a:gd name="connsiteY301" fmla="*/ 6138975 h 6858000"/>
              <a:gd name="connsiteX302" fmla="*/ 5062409 w 7467600"/>
              <a:gd name="connsiteY302" fmla="*/ 6653544 h 6858000"/>
              <a:gd name="connsiteX303" fmla="*/ 5036628 w 7467600"/>
              <a:gd name="connsiteY303" fmla="*/ 6754247 h 6858000"/>
              <a:gd name="connsiteX304" fmla="*/ 5009112 w 7467600"/>
              <a:gd name="connsiteY304" fmla="*/ 6858000 h 6858000"/>
              <a:gd name="connsiteX305" fmla="*/ 4976679 w 7467600"/>
              <a:gd name="connsiteY305" fmla="*/ 6858000 h 6858000"/>
              <a:gd name="connsiteX306" fmla="*/ 5006537 w 7467600"/>
              <a:gd name="connsiteY306" fmla="*/ 6747068 h 6858000"/>
              <a:gd name="connsiteX307" fmla="*/ 5032723 w 7467600"/>
              <a:gd name="connsiteY307" fmla="*/ 6644957 h 6858000"/>
              <a:gd name="connsiteX308" fmla="*/ 5242949 w 7467600"/>
              <a:gd name="connsiteY308" fmla="*/ 6125175 h 6858000"/>
              <a:gd name="connsiteX309" fmla="*/ 5286321 w 7467600"/>
              <a:gd name="connsiteY309" fmla="*/ 6033555 h 6858000"/>
              <a:gd name="connsiteX310" fmla="*/ 5008210 w 7467600"/>
              <a:gd name="connsiteY310" fmla="*/ 6649194 h 6858000"/>
              <a:gd name="connsiteX311" fmla="*/ 4986321 w 7467600"/>
              <a:gd name="connsiteY311" fmla="*/ 6765687 h 6858000"/>
              <a:gd name="connsiteX312" fmla="*/ 4973474 w 7467600"/>
              <a:gd name="connsiteY312" fmla="*/ 6858000 h 6858000"/>
              <a:gd name="connsiteX313" fmla="*/ 4907178 w 7467600"/>
              <a:gd name="connsiteY313" fmla="*/ 6858000 h 6858000"/>
              <a:gd name="connsiteX314" fmla="*/ 4910810 w 7467600"/>
              <a:gd name="connsiteY314" fmla="*/ 6829660 h 6858000"/>
              <a:gd name="connsiteX315" fmla="*/ 4987461 w 7467600"/>
              <a:gd name="connsiteY315" fmla="*/ 6432994 h 6858000"/>
              <a:gd name="connsiteX316" fmla="*/ 5179262 w 7467600"/>
              <a:gd name="connsiteY316" fmla="*/ 6035044 h 6858000"/>
              <a:gd name="connsiteX317" fmla="*/ 4689678 w 7467600"/>
              <a:gd name="connsiteY317" fmla="*/ 6440241 h 6858000"/>
              <a:gd name="connsiteX318" fmla="*/ 4477543 w 7467600"/>
              <a:gd name="connsiteY318" fmla="*/ 6674836 h 6858000"/>
              <a:gd name="connsiteX319" fmla="*/ 4329957 w 7467600"/>
              <a:gd name="connsiteY319" fmla="*/ 6858000 h 6858000"/>
              <a:gd name="connsiteX320" fmla="*/ 4218595 w 7467600"/>
              <a:gd name="connsiteY320" fmla="*/ 6858000 h 6858000"/>
              <a:gd name="connsiteX321" fmla="*/ 4368888 w 7467600"/>
              <a:gd name="connsiteY321" fmla="*/ 6668412 h 6858000"/>
              <a:gd name="connsiteX322" fmla="*/ 4563091 w 7467600"/>
              <a:gd name="connsiteY322" fmla="*/ 6442508 h 6858000"/>
              <a:gd name="connsiteX323" fmla="*/ 5387324 w 7467600"/>
              <a:gd name="connsiteY323" fmla="*/ 5705830 h 6858000"/>
              <a:gd name="connsiteX324" fmla="*/ 5073620 w 7467600"/>
              <a:gd name="connsiteY324" fmla="*/ 5955437 h 6858000"/>
              <a:gd name="connsiteX325" fmla="*/ 4689789 w 7467600"/>
              <a:gd name="connsiteY325" fmla="*/ 6268382 h 6858000"/>
              <a:gd name="connsiteX326" fmla="*/ 4418722 w 7467600"/>
              <a:gd name="connsiteY326" fmla="*/ 6570886 h 6858000"/>
              <a:gd name="connsiteX327" fmla="*/ 4214944 w 7467600"/>
              <a:gd name="connsiteY327" fmla="*/ 6858000 h 6858000"/>
              <a:gd name="connsiteX328" fmla="*/ 4177898 w 7467600"/>
              <a:gd name="connsiteY328" fmla="*/ 6858000 h 6858000"/>
              <a:gd name="connsiteX329" fmla="*/ 4391597 w 7467600"/>
              <a:gd name="connsiteY329" fmla="*/ 6556370 h 6858000"/>
              <a:gd name="connsiteX330" fmla="*/ 4668889 w 7467600"/>
              <a:gd name="connsiteY330" fmla="*/ 6246399 h 6858000"/>
              <a:gd name="connsiteX331" fmla="*/ 5055427 w 7467600"/>
              <a:gd name="connsiteY331" fmla="*/ 5931476 h 6858000"/>
              <a:gd name="connsiteX332" fmla="*/ 5371814 w 7467600"/>
              <a:gd name="connsiteY332" fmla="*/ 5678975 h 6858000"/>
              <a:gd name="connsiteX333" fmla="*/ 4987918 w 7467600"/>
              <a:gd name="connsiteY333" fmla="*/ 5838701 h 6858000"/>
              <a:gd name="connsiteX334" fmla="*/ 4317146 w 7467600"/>
              <a:gd name="connsiteY334" fmla="*/ 6587716 h 6858000"/>
              <a:gd name="connsiteX335" fmla="*/ 4171627 w 7467600"/>
              <a:gd name="connsiteY335" fmla="*/ 6858000 h 6858000"/>
              <a:gd name="connsiteX336" fmla="*/ 4081585 w 7467600"/>
              <a:gd name="connsiteY336" fmla="*/ 6858000 h 6858000"/>
              <a:gd name="connsiteX337" fmla="*/ 4238603 w 7467600"/>
              <a:gd name="connsiteY337" fmla="*/ 6559341 h 6858000"/>
              <a:gd name="connsiteX338" fmla="*/ 4778333 w 7467600"/>
              <a:gd name="connsiteY338" fmla="*/ 5873626 h 6858000"/>
              <a:gd name="connsiteX339" fmla="*/ 5414185 w 7467600"/>
              <a:gd name="connsiteY339" fmla="*/ 5573882 h 6858000"/>
              <a:gd name="connsiteX340" fmla="*/ 5959648 w 7467600"/>
              <a:gd name="connsiteY340" fmla="*/ 4760797 h 6858000"/>
              <a:gd name="connsiteX341" fmla="*/ 5355019 w 7467600"/>
              <a:gd name="connsiteY341" fmla="*/ 4734672 h 6858000"/>
              <a:gd name="connsiteX342" fmla="*/ 5083565 w 7467600"/>
              <a:gd name="connsiteY342" fmla="*/ 5179121 h 6858000"/>
              <a:gd name="connsiteX343" fmla="*/ 4713577 w 7467600"/>
              <a:gd name="connsiteY343" fmla="*/ 5616803 h 6858000"/>
              <a:gd name="connsiteX344" fmla="*/ 3989559 w 7467600"/>
              <a:gd name="connsiteY344" fmla="*/ 6145945 h 6858000"/>
              <a:gd name="connsiteX345" fmla="*/ 3939824 w 7467600"/>
              <a:gd name="connsiteY345" fmla="*/ 6066900 h 6858000"/>
              <a:gd name="connsiteX346" fmla="*/ 4584537 w 7467600"/>
              <a:gd name="connsiteY346" fmla="*/ 5324826 h 6858000"/>
              <a:gd name="connsiteX347" fmla="*/ 5037105 w 7467600"/>
              <a:gd name="connsiteY347" fmla="*/ 5088765 h 6858000"/>
              <a:gd name="connsiteX348" fmla="*/ 5039930 w 7467600"/>
              <a:gd name="connsiteY348" fmla="*/ 5089585 h 6858000"/>
              <a:gd name="connsiteX349" fmla="*/ 5263764 w 7467600"/>
              <a:gd name="connsiteY349" fmla="*/ 4735525 h 6858000"/>
              <a:gd name="connsiteX350" fmla="*/ 4086300 w 7467600"/>
              <a:gd name="connsiteY350" fmla="*/ 4884599 h 6858000"/>
              <a:gd name="connsiteX351" fmla="*/ 4085485 w 7467600"/>
              <a:gd name="connsiteY351" fmla="*/ 4899070 h 6858000"/>
              <a:gd name="connsiteX352" fmla="*/ 3871915 w 7467600"/>
              <a:gd name="connsiteY352" fmla="*/ 5253645 h 6858000"/>
              <a:gd name="connsiteX353" fmla="*/ 3799374 w 7467600"/>
              <a:gd name="connsiteY353" fmla="*/ 5466127 h 6858000"/>
              <a:gd name="connsiteX354" fmla="*/ 3498850 w 7467600"/>
              <a:gd name="connsiteY354" fmla="*/ 6661888 h 6858000"/>
              <a:gd name="connsiteX355" fmla="*/ 3399216 w 7467600"/>
              <a:gd name="connsiteY355" fmla="*/ 6858000 h 6858000"/>
              <a:gd name="connsiteX356" fmla="*/ 3303688 w 7467600"/>
              <a:gd name="connsiteY356" fmla="*/ 6858000 h 6858000"/>
              <a:gd name="connsiteX357" fmla="*/ 3391774 w 7467600"/>
              <a:gd name="connsiteY357" fmla="*/ 6697181 h 6858000"/>
              <a:gd name="connsiteX358" fmla="*/ 3735540 w 7467600"/>
              <a:gd name="connsiteY358" fmla="*/ 5546923 h 6858000"/>
              <a:gd name="connsiteX359" fmla="*/ 3729438 w 7467600"/>
              <a:gd name="connsiteY359" fmla="*/ 5569058 h 6858000"/>
              <a:gd name="connsiteX360" fmla="*/ 3707782 w 7467600"/>
              <a:gd name="connsiteY360" fmla="*/ 5644908 h 6858000"/>
              <a:gd name="connsiteX361" fmla="*/ 3583827 w 7467600"/>
              <a:gd name="connsiteY361" fmla="*/ 6039215 h 6858000"/>
              <a:gd name="connsiteX362" fmla="*/ 3547861 w 7467600"/>
              <a:gd name="connsiteY362" fmla="*/ 6129609 h 6858000"/>
              <a:gd name="connsiteX363" fmla="*/ 3490905 w 7467600"/>
              <a:gd name="connsiteY363" fmla="*/ 6277660 h 6858000"/>
              <a:gd name="connsiteX364" fmla="*/ 3455859 w 7467600"/>
              <a:gd name="connsiteY364" fmla="*/ 6391301 h 6858000"/>
              <a:gd name="connsiteX365" fmla="*/ 3429112 w 7467600"/>
              <a:gd name="connsiteY365" fmla="*/ 6479469 h 6858000"/>
              <a:gd name="connsiteX366" fmla="*/ 3304862 w 7467600"/>
              <a:gd name="connsiteY366" fmla="*/ 6796476 h 6858000"/>
              <a:gd name="connsiteX367" fmla="*/ 3276071 w 7467600"/>
              <a:gd name="connsiteY367" fmla="*/ 6858000 h 6858000"/>
              <a:gd name="connsiteX368" fmla="*/ 3240805 w 7467600"/>
              <a:gd name="connsiteY368" fmla="*/ 6858000 h 6858000"/>
              <a:gd name="connsiteX369" fmla="*/ 3275917 w 7467600"/>
              <a:gd name="connsiteY369" fmla="*/ 6783192 h 6858000"/>
              <a:gd name="connsiteX370" fmla="*/ 3399358 w 7467600"/>
              <a:gd name="connsiteY370" fmla="*/ 6469011 h 6858000"/>
              <a:gd name="connsiteX371" fmla="*/ 3425650 w 7467600"/>
              <a:gd name="connsiteY371" fmla="*/ 6381333 h 6858000"/>
              <a:gd name="connsiteX372" fmla="*/ 3460661 w 7467600"/>
              <a:gd name="connsiteY372" fmla="*/ 6266763 h 6858000"/>
              <a:gd name="connsiteX373" fmla="*/ 3518021 w 7467600"/>
              <a:gd name="connsiteY373" fmla="*/ 6117298 h 6858000"/>
              <a:gd name="connsiteX374" fmla="*/ 3554035 w 7467600"/>
              <a:gd name="connsiteY374" fmla="*/ 6027832 h 6858000"/>
              <a:gd name="connsiteX375" fmla="*/ 3677174 w 7467600"/>
              <a:gd name="connsiteY375" fmla="*/ 5636351 h 6858000"/>
              <a:gd name="connsiteX376" fmla="*/ 3698819 w 7467600"/>
              <a:gd name="connsiteY376" fmla="*/ 5560503 h 6858000"/>
              <a:gd name="connsiteX377" fmla="*/ 3702094 w 7467600"/>
              <a:gd name="connsiteY377" fmla="*/ 5549194 h 6858000"/>
              <a:gd name="connsiteX378" fmla="*/ 3398355 w 7467600"/>
              <a:gd name="connsiteY378" fmla="*/ 6094603 h 6858000"/>
              <a:gd name="connsiteX379" fmla="*/ 3193941 w 7467600"/>
              <a:gd name="connsiteY379" fmla="*/ 6798775 h 6858000"/>
              <a:gd name="connsiteX380" fmla="*/ 3184140 w 7467600"/>
              <a:gd name="connsiteY380" fmla="*/ 6858000 h 6858000"/>
              <a:gd name="connsiteX381" fmla="*/ 3099978 w 7467600"/>
              <a:gd name="connsiteY381" fmla="*/ 6858000 h 6858000"/>
              <a:gd name="connsiteX382" fmla="*/ 3101556 w 7467600"/>
              <a:gd name="connsiteY382" fmla="*/ 6843337 h 6858000"/>
              <a:gd name="connsiteX383" fmla="*/ 3370162 w 7467600"/>
              <a:gd name="connsiteY383" fmla="*/ 5785550 h 6858000"/>
              <a:gd name="connsiteX384" fmla="*/ 3746477 w 7467600"/>
              <a:gd name="connsiteY384" fmla="*/ 5377889 h 6858000"/>
              <a:gd name="connsiteX385" fmla="*/ 3863399 w 7467600"/>
              <a:gd name="connsiteY385" fmla="*/ 5087257 h 6858000"/>
              <a:gd name="connsiteX386" fmla="*/ 3968712 w 7467600"/>
              <a:gd name="connsiteY386" fmla="*/ 4913989 h 6858000"/>
              <a:gd name="connsiteX387" fmla="*/ 2792390 w 7467600"/>
              <a:gd name="connsiteY387" fmla="*/ 5382974 h 6858000"/>
              <a:gd name="connsiteX388" fmla="*/ 2714982 w 7467600"/>
              <a:gd name="connsiteY388" fmla="*/ 5427051 h 6858000"/>
              <a:gd name="connsiteX389" fmla="*/ 2813361 w 7467600"/>
              <a:gd name="connsiteY389" fmla="*/ 6023912 h 6858000"/>
              <a:gd name="connsiteX390" fmla="*/ 2688430 w 7467600"/>
              <a:gd name="connsiteY390" fmla="*/ 6801564 h 6858000"/>
              <a:gd name="connsiteX391" fmla="*/ 2629626 w 7467600"/>
              <a:gd name="connsiteY391" fmla="*/ 6763394 h 6858000"/>
              <a:gd name="connsiteX392" fmla="*/ 2565328 w 7467600"/>
              <a:gd name="connsiteY392" fmla="*/ 5516399 h 6858000"/>
              <a:gd name="connsiteX393" fmla="*/ 1922999 w 7467600"/>
              <a:gd name="connsiteY393" fmla="*/ 5980343 h 6858000"/>
              <a:gd name="connsiteX394" fmla="*/ 1950261 w 7467600"/>
              <a:gd name="connsiteY394" fmla="*/ 6405858 h 6858000"/>
              <a:gd name="connsiteX395" fmla="*/ 2365554 w 7467600"/>
              <a:gd name="connsiteY395" fmla="*/ 6759107 h 6858000"/>
              <a:gd name="connsiteX396" fmla="*/ 2424142 w 7467600"/>
              <a:gd name="connsiteY396" fmla="*/ 6858000 h 6858000"/>
              <a:gd name="connsiteX397" fmla="*/ 2395994 w 7467600"/>
              <a:gd name="connsiteY397" fmla="*/ 6858000 h 6858000"/>
              <a:gd name="connsiteX398" fmla="*/ 2392863 w 7467600"/>
              <a:gd name="connsiteY398" fmla="*/ 6852964 h 6858000"/>
              <a:gd name="connsiteX399" fmla="*/ 2017589 w 7467600"/>
              <a:gd name="connsiteY399" fmla="*/ 6493982 h 6858000"/>
              <a:gd name="connsiteX400" fmla="*/ 2147336 w 7467600"/>
              <a:gd name="connsiteY400" fmla="*/ 6594052 h 6858000"/>
              <a:gd name="connsiteX401" fmla="*/ 2207047 w 7467600"/>
              <a:gd name="connsiteY401" fmla="*/ 6654540 h 6858000"/>
              <a:gd name="connsiteX402" fmla="*/ 2299106 w 7467600"/>
              <a:gd name="connsiteY402" fmla="*/ 6778931 h 6858000"/>
              <a:gd name="connsiteX403" fmla="*/ 2314430 w 7467600"/>
              <a:gd name="connsiteY403" fmla="*/ 6801144 h 6858000"/>
              <a:gd name="connsiteX404" fmla="*/ 2352406 w 7467600"/>
              <a:gd name="connsiteY404" fmla="*/ 6858000 h 6858000"/>
              <a:gd name="connsiteX405" fmla="*/ 2314492 w 7467600"/>
              <a:gd name="connsiteY405" fmla="*/ 6858000 h 6858000"/>
              <a:gd name="connsiteX406" fmla="*/ 2288095 w 7467600"/>
              <a:gd name="connsiteY406" fmla="*/ 6818030 h 6858000"/>
              <a:gd name="connsiteX407" fmla="*/ 2272768 w 7467600"/>
              <a:gd name="connsiteY407" fmla="*/ 6795822 h 6858000"/>
              <a:gd name="connsiteX408" fmla="*/ 2182715 w 7467600"/>
              <a:gd name="connsiteY408" fmla="*/ 6675071 h 6858000"/>
              <a:gd name="connsiteX409" fmla="*/ 2032061 w 7467600"/>
              <a:gd name="connsiteY409" fmla="*/ 6541380 h 6858000"/>
              <a:gd name="connsiteX410" fmla="*/ 2257220 w 7467600"/>
              <a:gd name="connsiteY410" fmla="*/ 6826257 h 6858000"/>
              <a:gd name="connsiteX411" fmla="*/ 2281324 w 7467600"/>
              <a:gd name="connsiteY411" fmla="*/ 6858000 h 6858000"/>
              <a:gd name="connsiteX412" fmla="*/ 2242860 w 7467600"/>
              <a:gd name="connsiteY412" fmla="*/ 6858000 h 6858000"/>
              <a:gd name="connsiteX413" fmla="*/ 2232818 w 7467600"/>
              <a:gd name="connsiteY413" fmla="*/ 6844926 h 6858000"/>
              <a:gd name="connsiteX414" fmla="*/ 1990172 w 7467600"/>
              <a:gd name="connsiteY414" fmla="*/ 6542121 h 6858000"/>
              <a:gd name="connsiteX415" fmla="*/ 2124090 w 7467600"/>
              <a:gd name="connsiteY415" fmla="*/ 6761017 h 6858000"/>
              <a:gd name="connsiteX416" fmla="*/ 2200380 w 7467600"/>
              <a:gd name="connsiteY416" fmla="*/ 6858000 h 6858000"/>
              <a:gd name="connsiteX417" fmla="*/ 2147507 w 7467600"/>
              <a:gd name="connsiteY417" fmla="*/ 6858000 h 6858000"/>
              <a:gd name="connsiteX418" fmla="*/ 2070668 w 7467600"/>
              <a:gd name="connsiteY418" fmla="*/ 6761520 h 6858000"/>
              <a:gd name="connsiteX419" fmla="*/ 1975142 w 7467600"/>
              <a:gd name="connsiteY419" fmla="*/ 6585570 h 6858000"/>
              <a:gd name="connsiteX420" fmla="*/ 2050035 w 7467600"/>
              <a:gd name="connsiteY420" fmla="*/ 6813345 h 6858000"/>
              <a:gd name="connsiteX421" fmla="*/ 2063025 w 7467600"/>
              <a:gd name="connsiteY421" fmla="*/ 6858000 h 6858000"/>
              <a:gd name="connsiteX422" fmla="*/ 2021675 w 7467600"/>
              <a:gd name="connsiteY422" fmla="*/ 6858000 h 6858000"/>
              <a:gd name="connsiteX423" fmla="*/ 2019308 w 7467600"/>
              <a:gd name="connsiteY423" fmla="*/ 6847118 h 6858000"/>
              <a:gd name="connsiteX424" fmla="*/ 1938835 w 7467600"/>
              <a:gd name="connsiteY424" fmla="*/ 6551160 h 6858000"/>
              <a:gd name="connsiteX425" fmla="*/ 1953230 w 7467600"/>
              <a:gd name="connsiteY425" fmla="*/ 6759699 h 6858000"/>
              <a:gd name="connsiteX426" fmla="*/ 1956763 w 7467600"/>
              <a:gd name="connsiteY426" fmla="*/ 6778191 h 6858000"/>
              <a:gd name="connsiteX427" fmla="*/ 1967925 w 7467600"/>
              <a:gd name="connsiteY427" fmla="*/ 6858000 h 6858000"/>
              <a:gd name="connsiteX428" fmla="*/ 1936622 w 7467600"/>
              <a:gd name="connsiteY428" fmla="*/ 6858000 h 6858000"/>
              <a:gd name="connsiteX429" fmla="*/ 1926261 w 7467600"/>
              <a:gd name="connsiteY429" fmla="*/ 6784064 h 6858000"/>
              <a:gd name="connsiteX430" fmla="*/ 1922724 w 7467600"/>
              <a:gd name="connsiteY430" fmla="*/ 6765577 h 6858000"/>
              <a:gd name="connsiteX431" fmla="*/ 1904650 w 7467600"/>
              <a:gd name="connsiteY431" fmla="*/ 6639616 h 6858000"/>
              <a:gd name="connsiteX432" fmla="*/ 1885273 w 7467600"/>
              <a:gd name="connsiteY432" fmla="*/ 6858000 h 6858000"/>
              <a:gd name="connsiteX433" fmla="*/ 1854363 w 7467600"/>
              <a:gd name="connsiteY433" fmla="*/ 6858000 h 6858000"/>
              <a:gd name="connsiteX434" fmla="*/ 1880391 w 7467600"/>
              <a:gd name="connsiteY434" fmla="*/ 6603796 h 6858000"/>
              <a:gd name="connsiteX435" fmla="*/ 1818273 w 7467600"/>
              <a:gd name="connsiteY435" fmla="*/ 6715729 h 6858000"/>
              <a:gd name="connsiteX436" fmla="*/ 1794691 w 7467600"/>
              <a:gd name="connsiteY436" fmla="*/ 6843239 h 6858000"/>
              <a:gd name="connsiteX437" fmla="*/ 1794914 w 7467600"/>
              <a:gd name="connsiteY437" fmla="*/ 6858000 h 6858000"/>
              <a:gd name="connsiteX438" fmla="*/ 1746128 w 7467600"/>
              <a:gd name="connsiteY438" fmla="*/ 6858000 h 6858000"/>
              <a:gd name="connsiteX439" fmla="*/ 1753934 w 7467600"/>
              <a:gd name="connsiteY439" fmla="*/ 6724796 h 6858000"/>
              <a:gd name="connsiteX440" fmla="*/ 1792053 w 7467600"/>
              <a:gd name="connsiteY440" fmla="*/ 6572396 h 6858000"/>
              <a:gd name="connsiteX441" fmla="*/ 1862248 w 7467600"/>
              <a:gd name="connsiteY441" fmla="*/ 6266397 h 6858000"/>
              <a:gd name="connsiteX442" fmla="*/ 1862250 w 7467600"/>
              <a:gd name="connsiteY442" fmla="*/ 6033531 h 6858000"/>
              <a:gd name="connsiteX443" fmla="*/ 1211999 w 7467600"/>
              <a:gd name="connsiteY443" fmla="*/ 6683610 h 6858000"/>
              <a:gd name="connsiteX444" fmla="*/ 1213266 w 7467600"/>
              <a:gd name="connsiteY444" fmla="*/ 6691947 h 6858000"/>
              <a:gd name="connsiteX445" fmla="*/ 1203370 w 7467600"/>
              <a:gd name="connsiteY445" fmla="*/ 6850676 h 6858000"/>
              <a:gd name="connsiteX446" fmla="*/ 1203671 w 7467600"/>
              <a:gd name="connsiteY446" fmla="*/ 6858000 h 6858000"/>
              <a:gd name="connsiteX447" fmla="*/ 1143180 w 7467600"/>
              <a:gd name="connsiteY447" fmla="*/ 6858000 h 6858000"/>
              <a:gd name="connsiteX448" fmla="*/ 1142176 w 7467600"/>
              <a:gd name="connsiteY448" fmla="*/ 6766045 h 6858000"/>
              <a:gd name="connsiteX449" fmla="*/ 1067484 w 7467600"/>
              <a:gd name="connsiteY449" fmla="*/ 6858000 h 6858000"/>
              <a:gd name="connsiteX450" fmla="*/ 953928 w 7467600"/>
              <a:gd name="connsiteY450" fmla="*/ 6858000 h 6858000"/>
              <a:gd name="connsiteX451" fmla="*/ 959715 w 7467600"/>
              <a:gd name="connsiteY451" fmla="*/ 6850185 h 6858000"/>
              <a:gd name="connsiteX452" fmla="*/ 1483788 w 7467600"/>
              <a:gd name="connsiteY452" fmla="*/ 6259174 h 6858000"/>
              <a:gd name="connsiteX453" fmla="*/ 1100671 w 7467600"/>
              <a:gd name="connsiteY453" fmla="*/ 6252137 h 6858000"/>
              <a:gd name="connsiteX454" fmla="*/ 1090144 w 7467600"/>
              <a:gd name="connsiteY454" fmla="*/ 6256748 h 6858000"/>
              <a:gd name="connsiteX455" fmla="*/ 1095872 w 7467600"/>
              <a:gd name="connsiteY455" fmla="*/ 6271892 h 6858000"/>
              <a:gd name="connsiteX456" fmla="*/ 262785 w 7467600"/>
              <a:gd name="connsiteY456" fmla="*/ 6845450 h 6858000"/>
              <a:gd name="connsiteX457" fmla="*/ 209968 w 7467600"/>
              <a:gd name="connsiteY457" fmla="*/ 6770713 h 6858000"/>
              <a:gd name="connsiteX458" fmla="*/ 873460 w 7467600"/>
              <a:gd name="connsiteY458" fmla="*/ 6253768 h 6858000"/>
              <a:gd name="connsiteX459" fmla="*/ 192686 w 7467600"/>
              <a:gd name="connsiteY459" fmla="*/ 5849257 h 6858000"/>
              <a:gd name="connsiteX460" fmla="*/ 4696 w 7467600"/>
              <a:gd name="connsiteY460" fmla="*/ 5697668 h 6858000"/>
              <a:gd name="connsiteX461" fmla="*/ 0 w 7467600"/>
              <a:gd name="connsiteY461" fmla="*/ 5689984 h 6858000"/>
              <a:gd name="connsiteX462" fmla="*/ 0 w 7467600"/>
              <a:gd name="connsiteY462" fmla="*/ 5513472 h 6858000"/>
              <a:gd name="connsiteX463" fmla="*/ 174101 w 7467600"/>
              <a:gd name="connsiteY463" fmla="*/ 5620277 h 6858000"/>
              <a:gd name="connsiteX464" fmla="*/ 891800 w 7467600"/>
              <a:gd name="connsiteY464" fmla="*/ 6036935 h 6858000"/>
              <a:gd name="connsiteX465" fmla="*/ 1072219 w 7467600"/>
              <a:gd name="connsiteY465" fmla="*/ 6169443 h 6858000"/>
              <a:gd name="connsiteX466" fmla="*/ 1074117 w 7467600"/>
              <a:gd name="connsiteY466" fmla="*/ 6170301 h 6858000"/>
              <a:gd name="connsiteX467" fmla="*/ 1083114 w 7467600"/>
              <a:gd name="connsiteY467" fmla="*/ 6174131 h 6858000"/>
              <a:gd name="connsiteX468" fmla="*/ 1543010 w 7467600"/>
              <a:gd name="connsiteY468" fmla="*/ 6191140 h 6858000"/>
              <a:gd name="connsiteX469" fmla="*/ 1551080 w 7467600"/>
              <a:gd name="connsiteY469" fmla="*/ 6195006 h 6858000"/>
              <a:gd name="connsiteX470" fmla="*/ 2345443 w 7467600"/>
              <a:gd name="connsiteY470" fmla="*/ 5549882 h 6858000"/>
              <a:gd name="connsiteX471" fmla="*/ 1721499 w 7467600"/>
              <a:gd name="connsiteY471" fmla="*/ 5599969 h 6858000"/>
              <a:gd name="connsiteX472" fmla="*/ 767716 w 7467600"/>
              <a:gd name="connsiteY472" fmla="*/ 5472768 h 6858000"/>
              <a:gd name="connsiteX473" fmla="*/ 722147 w 7467600"/>
              <a:gd name="connsiteY473" fmla="*/ 5393091 h 6858000"/>
              <a:gd name="connsiteX474" fmla="*/ 1485552 w 7467600"/>
              <a:gd name="connsiteY474" fmla="*/ 5313202 h 6858000"/>
              <a:gd name="connsiteX475" fmla="*/ 2143004 w 7467600"/>
              <a:gd name="connsiteY475" fmla="*/ 5402420 h 6858000"/>
              <a:gd name="connsiteX476" fmla="*/ 1933391 w 7467600"/>
              <a:gd name="connsiteY476" fmla="*/ 5156971 h 6858000"/>
              <a:gd name="connsiteX477" fmla="*/ 1827118 w 7467600"/>
              <a:gd name="connsiteY477" fmla="*/ 4968410 h 6858000"/>
              <a:gd name="connsiteX478" fmla="*/ 1837349 w 7467600"/>
              <a:gd name="connsiteY478" fmla="*/ 4956357 h 6858000"/>
              <a:gd name="connsiteX479" fmla="*/ 2162835 w 7467600"/>
              <a:gd name="connsiteY479" fmla="*/ 5187853 h 6858000"/>
              <a:gd name="connsiteX480" fmla="*/ 2257167 w 7467600"/>
              <a:gd name="connsiteY480" fmla="*/ 5462123 h 6858000"/>
              <a:gd name="connsiteX481" fmla="*/ 2261598 w 7467600"/>
              <a:gd name="connsiteY481" fmla="*/ 5467998 h 6858000"/>
              <a:gd name="connsiteX482" fmla="*/ 2437177 w 7467600"/>
              <a:gd name="connsiteY482" fmla="*/ 5479608 h 6858000"/>
              <a:gd name="connsiteX483" fmla="*/ 2445247 w 7467600"/>
              <a:gd name="connsiteY483" fmla="*/ 5483476 h 6858000"/>
              <a:gd name="connsiteX484" fmla="*/ 2743626 w 7467600"/>
              <a:gd name="connsiteY484" fmla="*/ 5304819 h 6858000"/>
              <a:gd name="connsiteX485" fmla="*/ 3048102 w 7467600"/>
              <a:gd name="connsiteY485" fmla="*/ 5150595 h 6858000"/>
              <a:gd name="connsiteX486" fmla="*/ 1799414 w 7467600"/>
              <a:gd name="connsiteY486" fmla="*/ 4694732 h 6858000"/>
              <a:gd name="connsiteX487" fmla="*/ 1771735 w 7467600"/>
              <a:gd name="connsiteY487" fmla="*/ 4619929 h 6858000"/>
              <a:gd name="connsiteX488" fmla="*/ 3104273 w 7467600"/>
              <a:gd name="connsiteY488" fmla="*/ 5076159 h 6858000"/>
              <a:gd name="connsiteX489" fmla="*/ 3113245 w 7467600"/>
              <a:gd name="connsiteY489" fmla="*/ 5090705 h 6858000"/>
              <a:gd name="connsiteX490" fmla="*/ 3126294 w 7467600"/>
              <a:gd name="connsiteY490" fmla="*/ 5114400 h 6858000"/>
              <a:gd name="connsiteX491" fmla="*/ 3937433 w 7467600"/>
              <a:gd name="connsiteY491" fmla="*/ 4830473 h 6858000"/>
              <a:gd name="connsiteX492" fmla="*/ 3590475 w 7467600"/>
              <a:gd name="connsiteY492" fmla="*/ 4597974 h 6858000"/>
              <a:gd name="connsiteX493" fmla="*/ 3100264 w 7467600"/>
              <a:gd name="connsiteY493" fmla="*/ 4579845 h 6858000"/>
              <a:gd name="connsiteX494" fmla="*/ 2183576 w 7467600"/>
              <a:gd name="connsiteY494" fmla="*/ 4227150 h 6858000"/>
              <a:gd name="connsiteX495" fmla="*/ 2151029 w 7467600"/>
              <a:gd name="connsiteY495" fmla="*/ 4146947 h 6858000"/>
              <a:gd name="connsiteX496" fmla="*/ 3563434 w 7467600"/>
              <a:gd name="connsiteY496" fmla="*/ 4469115 h 6858000"/>
              <a:gd name="connsiteX497" fmla="*/ 3177952 w 7467600"/>
              <a:gd name="connsiteY497" fmla="*/ 3657386 h 6858000"/>
              <a:gd name="connsiteX498" fmla="*/ 3189263 w 7467600"/>
              <a:gd name="connsiteY498" fmla="*/ 3625726 h 6858000"/>
              <a:gd name="connsiteX499" fmla="*/ 3560912 w 7467600"/>
              <a:gd name="connsiteY499" fmla="*/ 4079863 h 6858000"/>
              <a:gd name="connsiteX500" fmla="*/ 3626636 w 7467600"/>
              <a:gd name="connsiteY500" fmla="*/ 4512230 h 6858000"/>
              <a:gd name="connsiteX501" fmla="*/ 3653088 w 7467600"/>
              <a:gd name="connsiteY501" fmla="*/ 4521417 h 6858000"/>
              <a:gd name="connsiteX502" fmla="*/ 3988128 w 7467600"/>
              <a:gd name="connsiteY502" fmla="*/ 4817267 h 6858000"/>
              <a:gd name="connsiteX503" fmla="*/ 4830582 w 7467600"/>
              <a:gd name="connsiteY503" fmla="*/ 4676000 h 6858000"/>
              <a:gd name="connsiteX504" fmla="*/ 4830100 w 7467600"/>
              <a:gd name="connsiteY504" fmla="*/ 4675554 h 6858000"/>
              <a:gd name="connsiteX505" fmla="*/ 4036318 w 7467600"/>
              <a:gd name="connsiteY505" fmla="*/ 4147013 h 6858000"/>
              <a:gd name="connsiteX506" fmla="*/ 3432098 w 7467600"/>
              <a:gd name="connsiteY506" fmla="*/ 3537312 h 6858000"/>
              <a:gd name="connsiteX507" fmla="*/ 3446761 w 7467600"/>
              <a:gd name="connsiteY507" fmla="*/ 3461278 h 6858000"/>
              <a:gd name="connsiteX508" fmla="*/ 4419733 w 7467600"/>
              <a:gd name="connsiteY508" fmla="*/ 3963555 h 6858000"/>
              <a:gd name="connsiteX509" fmla="*/ 4781371 w 7467600"/>
              <a:gd name="connsiteY509" fmla="*/ 4458604 h 6858000"/>
              <a:gd name="connsiteX510" fmla="*/ 4780440 w 7467600"/>
              <a:gd name="connsiteY510" fmla="*/ 4470290 h 6858000"/>
              <a:gd name="connsiteX511" fmla="*/ 4898954 w 7467600"/>
              <a:gd name="connsiteY511" fmla="*/ 4662092 h 6858000"/>
              <a:gd name="connsiteX512" fmla="*/ 4900699 w 7467600"/>
              <a:gd name="connsiteY512" fmla="*/ 4670867 h 6858000"/>
              <a:gd name="connsiteX513" fmla="*/ 5714511 w 7467600"/>
              <a:gd name="connsiteY513" fmla="*/ 4663483 h 6858000"/>
              <a:gd name="connsiteX514" fmla="*/ 5464793 w 7467600"/>
              <a:gd name="connsiteY514" fmla="*/ 4393556 h 6858000"/>
              <a:gd name="connsiteX515" fmla="*/ 5461897 w 7467600"/>
              <a:gd name="connsiteY515" fmla="*/ 4390879 h 6858000"/>
              <a:gd name="connsiteX516" fmla="*/ 4294126 w 7467600"/>
              <a:gd name="connsiteY516" fmla="*/ 3303048 h 6858000"/>
              <a:gd name="connsiteX517" fmla="*/ 4305321 w 7467600"/>
              <a:gd name="connsiteY517" fmla="*/ 3256953 h 6858000"/>
              <a:gd name="connsiteX518" fmla="*/ 4949299 w 7467600"/>
              <a:gd name="connsiteY518" fmla="*/ 3766336 h 6858000"/>
              <a:gd name="connsiteX519" fmla="*/ 5291452 w 7467600"/>
              <a:gd name="connsiteY519" fmla="*/ 4076801 h 6858000"/>
              <a:gd name="connsiteX520" fmla="*/ 5434998 w 7467600"/>
              <a:gd name="connsiteY520" fmla="*/ 4254100 h 6858000"/>
              <a:gd name="connsiteX521" fmla="*/ 5351015 w 7467600"/>
              <a:gd name="connsiteY521" fmla="*/ 3760989 h 6858000"/>
              <a:gd name="connsiteX522" fmla="*/ 5413780 w 7467600"/>
              <a:gd name="connsiteY522" fmla="*/ 2966265 h 6858000"/>
              <a:gd name="connsiteX523" fmla="*/ 5425627 w 7467600"/>
              <a:gd name="connsiteY523" fmla="*/ 2954192 h 6858000"/>
              <a:gd name="connsiteX524" fmla="*/ 6604735 w 7467600"/>
              <a:gd name="connsiteY524" fmla="*/ 2041381 h 6858000"/>
              <a:gd name="connsiteX525" fmla="*/ 7204487 w 7467600"/>
              <a:gd name="connsiteY525" fmla="*/ 2742112 h 6858000"/>
              <a:gd name="connsiteX526" fmla="*/ 7131592 w 7467600"/>
              <a:gd name="connsiteY526" fmla="*/ 2672096 h 6858000"/>
              <a:gd name="connsiteX527" fmla="*/ 6996344 w 7467600"/>
              <a:gd name="connsiteY527" fmla="*/ 2518310 h 6858000"/>
              <a:gd name="connsiteX528" fmla="*/ 6735495 w 7467600"/>
              <a:gd name="connsiteY528" fmla="*/ 2196890 h 6858000"/>
              <a:gd name="connsiteX529" fmla="*/ 6721901 w 7467600"/>
              <a:gd name="connsiteY529" fmla="*/ 2179274 h 6858000"/>
              <a:gd name="connsiteX530" fmla="*/ 6604735 w 7467600"/>
              <a:gd name="connsiteY530" fmla="*/ 2041381 h 6858000"/>
              <a:gd name="connsiteX531" fmla="*/ 6591670 w 7467600"/>
              <a:gd name="connsiteY531" fmla="*/ 1988277 h 6858000"/>
              <a:gd name="connsiteX532" fmla="*/ 6747349 w 7467600"/>
              <a:gd name="connsiteY532" fmla="*/ 2160069 h 6858000"/>
              <a:gd name="connsiteX533" fmla="*/ 6760943 w 7467600"/>
              <a:gd name="connsiteY533" fmla="*/ 2177686 h 6858000"/>
              <a:gd name="connsiteX534" fmla="*/ 7021065 w 7467600"/>
              <a:gd name="connsiteY534" fmla="*/ 2498102 h 6858000"/>
              <a:gd name="connsiteX535" fmla="*/ 7155223 w 7467600"/>
              <a:gd name="connsiteY535" fmla="*/ 2650386 h 6858000"/>
              <a:gd name="connsiteX536" fmla="*/ 7203167 w 7467600"/>
              <a:gd name="connsiteY536" fmla="*/ 2697288 h 6858000"/>
              <a:gd name="connsiteX537" fmla="*/ 6937703 w 7467600"/>
              <a:gd name="connsiteY537" fmla="*/ 2321981 h 6858000"/>
              <a:gd name="connsiteX538" fmla="*/ 6591670 w 7467600"/>
              <a:gd name="connsiteY538" fmla="*/ 1988277 h 6858000"/>
              <a:gd name="connsiteX539" fmla="*/ 5798671 w 7467600"/>
              <a:gd name="connsiteY539" fmla="*/ 1981601 h 6858000"/>
              <a:gd name="connsiteX540" fmla="*/ 5754709 w 7467600"/>
              <a:gd name="connsiteY540" fmla="*/ 2071454 h 6858000"/>
              <a:gd name="connsiteX541" fmla="*/ 5763044 w 7467600"/>
              <a:gd name="connsiteY541" fmla="*/ 2842206 h 6858000"/>
              <a:gd name="connsiteX542" fmla="*/ 5764974 w 7467600"/>
              <a:gd name="connsiteY542" fmla="*/ 2799609 h 6858000"/>
              <a:gd name="connsiteX543" fmla="*/ 5767665 w 7467600"/>
              <a:gd name="connsiteY543" fmla="*/ 2666409 h 6858000"/>
              <a:gd name="connsiteX544" fmla="*/ 5763055 w 7467600"/>
              <a:gd name="connsiteY544" fmla="*/ 2579705 h 6858000"/>
              <a:gd name="connsiteX545" fmla="*/ 5758079 w 7467600"/>
              <a:gd name="connsiteY545" fmla="*/ 2492508 h 6858000"/>
              <a:gd name="connsiteX546" fmla="*/ 5779325 w 7467600"/>
              <a:gd name="connsiteY546" fmla="*/ 2197069 h 6858000"/>
              <a:gd name="connsiteX547" fmla="*/ 5798671 w 7467600"/>
              <a:gd name="connsiteY547" fmla="*/ 1981601 h 6858000"/>
              <a:gd name="connsiteX548" fmla="*/ 5829202 w 7467600"/>
              <a:gd name="connsiteY548" fmla="*/ 1971679 h 6858000"/>
              <a:gd name="connsiteX549" fmla="*/ 5809558 w 7467600"/>
              <a:gd name="connsiteY549" fmla="*/ 2198043 h 6858000"/>
              <a:gd name="connsiteX550" fmla="*/ 5788653 w 7467600"/>
              <a:gd name="connsiteY550" fmla="*/ 2489430 h 6858000"/>
              <a:gd name="connsiteX551" fmla="*/ 5793439 w 7467600"/>
              <a:gd name="connsiteY551" fmla="*/ 2575235 h 6858000"/>
              <a:gd name="connsiteX552" fmla="*/ 5796837 w 7467600"/>
              <a:gd name="connsiteY552" fmla="*/ 2637633 h 6858000"/>
              <a:gd name="connsiteX553" fmla="*/ 5818614 w 7467600"/>
              <a:gd name="connsiteY553" fmla="*/ 2473055 h 6858000"/>
              <a:gd name="connsiteX554" fmla="*/ 5829202 w 7467600"/>
              <a:gd name="connsiteY554" fmla="*/ 1971679 h 6858000"/>
              <a:gd name="connsiteX555" fmla="*/ 5911389 w 7467600"/>
              <a:gd name="connsiteY555" fmla="*/ 1898371 h 6858000"/>
              <a:gd name="connsiteX556" fmla="*/ 6237627 w 7467600"/>
              <a:gd name="connsiteY556" fmla="*/ 2231921 h 6858000"/>
              <a:gd name="connsiteX557" fmla="*/ 5911389 w 7467600"/>
              <a:gd name="connsiteY557" fmla="*/ 1898371 h 6858000"/>
              <a:gd name="connsiteX558" fmla="*/ 6944437 w 7467600"/>
              <a:gd name="connsiteY558" fmla="*/ 1575402 h 6858000"/>
              <a:gd name="connsiteX559" fmla="*/ 6304730 w 7467600"/>
              <a:gd name="connsiteY559" fmla="*/ 1766654 h 6858000"/>
              <a:gd name="connsiteX560" fmla="*/ 6944437 w 7467600"/>
              <a:gd name="connsiteY560" fmla="*/ 1575402 h 6858000"/>
              <a:gd name="connsiteX561" fmla="*/ 7019523 w 7467600"/>
              <a:gd name="connsiteY561" fmla="*/ 1519450 h 6858000"/>
              <a:gd name="connsiteX562" fmla="*/ 6298091 w 7467600"/>
              <a:gd name="connsiteY562" fmla="*/ 1737122 h 6858000"/>
              <a:gd name="connsiteX563" fmla="*/ 7019523 w 7467600"/>
              <a:gd name="connsiteY563" fmla="*/ 1519450 h 6858000"/>
              <a:gd name="connsiteX564" fmla="*/ 2399523 w 7467600"/>
              <a:gd name="connsiteY564" fmla="*/ 1428234 h 6858000"/>
              <a:gd name="connsiteX565" fmla="*/ 2224982 w 7467600"/>
              <a:gd name="connsiteY565" fmla="*/ 1826201 h 6858000"/>
              <a:gd name="connsiteX566" fmla="*/ 2096099 w 7467600"/>
              <a:gd name="connsiteY566" fmla="*/ 2345900 h 6858000"/>
              <a:gd name="connsiteX567" fmla="*/ 2283317 w 7467600"/>
              <a:gd name="connsiteY567" fmla="*/ 1796925 h 6858000"/>
              <a:gd name="connsiteX568" fmla="*/ 2399523 w 7467600"/>
              <a:gd name="connsiteY568" fmla="*/ 1428234 h 6858000"/>
              <a:gd name="connsiteX569" fmla="*/ 2448558 w 7467600"/>
              <a:gd name="connsiteY569" fmla="*/ 1373435 h 6858000"/>
              <a:gd name="connsiteX570" fmla="*/ 2312521 w 7467600"/>
              <a:gd name="connsiteY570" fmla="*/ 1806140 h 6858000"/>
              <a:gd name="connsiteX571" fmla="*/ 2127533 w 7467600"/>
              <a:gd name="connsiteY571" fmla="*/ 2348380 h 6858000"/>
              <a:gd name="connsiteX572" fmla="*/ 2358080 w 7467600"/>
              <a:gd name="connsiteY572" fmla="*/ 1866134 h 6858000"/>
              <a:gd name="connsiteX573" fmla="*/ 2407436 w 7467600"/>
              <a:gd name="connsiteY573" fmla="*/ 1651070 h 6858000"/>
              <a:gd name="connsiteX574" fmla="*/ 2448558 w 7467600"/>
              <a:gd name="connsiteY574" fmla="*/ 1373435 h 6858000"/>
              <a:gd name="connsiteX575" fmla="*/ 278707 w 7467600"/>
              <a:gd name="connsiteY575" fmla="*/ 1352270 h 6858000"/>
              <a:gd name="connsiteX576" fmla="*/ 321570 w 7467600"/>
              <a:gd name="connsiteY576" fmla="*/ 1861610 h 6858000"/>
              <a:gd name="connsiteX577" fmla="*/ 294281 w 7467600"/>
              <a:gd name="connsiteY577" fmla="*/ 1440658 h 6858000"/>
              <a:gd name="connsiteX578" fmla="*/ 278707 w 7467600"/>
              <a:gd name="connsiteY578" fmla="*/ 1352270 h 6858000"/>
              <a:gd name="connsiteX579" fmla="*/ 1423821 w 7467600"/>
              <a:gd name="connsiteY579" fmla="*/ 1351958 h 6858000"/>
              <a:gd name="connsiteX580" fmla="*/ 1638521 w 7467600"/>
              <a:gd name="connsiteY580" fmla="*/ 1908470 h 6858000"/>
              <a:gd name="connsiteX581" fmla="*/ 1754199 w 7467600"/>
              <a:gd name="connsiteY581" fmla="*/ 2149284 h 6858000"/>
              <a:gd name="connsiteX582" fmla="*/ 1908359 w 7467600"/>
              <a:gd name="connsiteY582" fmla="*/ 2364988 h 6858000"/>
              <a:gd name="connsiteX583" fmla="*/ 1647661 w 7467600"/>
              <a:gd name="connsiteY583" fmla="*/ 1825945 h 6858000"/>
              <a:gd name="connsiteX584" fmla="*/ 1423821 w 7467600"/>
              <a:gd name="connsiteY584" fmla="*/ 1351958 h 6858000"/>
              <a:gd name="connsiteX585" fmla="*/ 1431890 w 7467600"/>
              <a:gd name="connsiteY585" fmla="*/ 1306475 h 6858000"/>
              <a:gd name="connsiteX586" fmla="*/ 1507597 w 7467600"/>
              <a:gd name="connsiteY586" fmla="*/ 1446132 h 6858000"/>
              <a:gd name="connsiteX587" fmla="*/ 1674586 w 7467600"/>
              <a:gd name="connsiteY587" fmla="*/ 1813832 h 6858000"/>
              <a:gd name="connsiteX588" fmla="*/ 1815950 w 7467600"/>
              <a:gd name="connsiteY588" fmla="*/ 2128564 h 6858000"/>
              <a:gd name="connsiteX589" fmla="*/ 1984242 w 7467600"/>
              <a:gd name="connsiteY589" fmla="*/ 2430829 h 6858000"/>
              <a:gd name="connsiteX590" fmla="*/ 2014023 w 7467600"/>
              <a:gd name="connsiteY590" fmla="*/ 2450995 h 6858000"/>
              <a:gd name="connsiteX591" fmla="*/ 1747337 w 7467600"/>
              <a:gd name="connsiteY591" fmla="*/ 1855264 h 6858000"/>
              <a:gd name="connsiteX592" fmla="*/ 1533749 w 7467600"/>
              <a:gd name="connsiteY592" fmla="*/ 1478656 h 6858000"/>
              <a:gd name="connsiteX593" fmla="*/ 1431890 w 7467600"/>
              <a:gd name="connsiteY593" fmla="*/ 1306475 h 6858000"/>
              <a:gd name="connsiteX594" fmla="*/ 5052692 w 7467600"/>
              <a:gd name="connsiteY594" fmla="*/ 1292994 h 6858000"/>
              <a:gd name="connsiteX595" fmla="*/ 5200661 w 7467600"/>
              <a:gd name="connsiteY595" fmla="*/ 1635186 h 6858000"/>
              <a:gd name="connsiteX596" fmla="*/ 5297138 w 7467600"/>
              <a:gd name="connsiteY596" fmla="*/ 1906351 h 6858000"/>
              <a:gd name="connsiteX597" fmla="*/ 5052692 w 7467600"/>
              <a:gd name="connsiteY597" fmla="*/ 1292994 h 6858000"/>
              <a:gd name="connsiteX598" fmla="*/ 5009948 w 7467600"/>
              <a:gd name="connsiteY598" fmla="*/ 1273619 h 6858000"/>
              <a:gd name="connsiteX599" fmla="*/ 5121777 w 7467600"/>
              <a:gd name="connsiteY599" fmla="*/ 1654213 h 6858000"/>
              <a:gd name="connsiteX600" fmla="*/ 5293545 w 7467600"/>
              <a:gd name="connsiteY600" fmla="*/ 2072247 h 6858000"/>
              <a:gd name="connsiteX601" fmla="*/ 5294042 w 7467600"/>
              <a:gd name="connsiteY601" fmla="*/ 2065019 h 6858000"/>
              <a:gd name="connsiteX602" fmla="*/ 5171936 w 7467600"/>
              <a:gd name="connsiteY602" fmla="*/ 1647613 h 6858000"/>
              <a:gd name="connsiteX603" fmla="*/ 5009948 w 7467600"/>
              <a:gd name="connsiteY603" fmla="*/ 1273619 h 6858000"/>
              <a:gd name="connsiteX604" fmla="*/ 655236 w 7467600"/>
              <a:gd name="connsiteY604" fmla="*/ 1268632 h 6858000"/>
              <a:gd name="connsiteX605" fmla="*/ 839521 w 7467600"/>
              <a:gd name="connsiteY605" fmla="*/ 1685315 h 6858000"/>
              <a:gd name="connsiteX606" fmla="*/ 1109416 w 7467600"/>
              <a:gd name="connsiteY606" fmla="*/ 2061663 h 6858000"/>
              <a:gd name="connsiteX607" fmla="*/ 1298300 w 7467600"/>
              <a:gd name="connsiteY607" fmla="*/ 2247742 h 6858000"/>
              <a:gd name="connsiteX608" fmla="*/ 1125871 w 7467600"/>
              <a:gd name="connsiteY608" fmla="*/ 1989513 h 6858000"/>
              <a:gd name="connsiteX609" fmla="*/ 981574 w 7467600"/>
              <a:gd name="connsiteY609" fmla="*/ 1783157 h 6858000"/>
              <a:gd name="connsiteX610" fmla="*/ 922198 w 7467600"/>
              <a:gd name="connsiteY610" fmla="*/ 1677437 h 6858000"/>
              <a:gd name="connsiteX611" fmla="*/ 869293 w 7467600"/>
              <a:gd name="connsiteY611" fmla="*/ 1583214 h 6858000"/>
              <a:gd name="connsiteX612" fmla="*/ 751431 w 7467600"/>
              <a:gd name="connsiteY612" fmla="*/ 1405731 h 6858000"/>
              <a:gd name="connsiteX613" fmla="*/ 655236 w 7467600"/>
              <a:gd name="connsiteY613" fmla="*/ 1268632 h 6858000"/>
              <a:gd name="connsiteX614" fmla="*/ 6516292 w 7467600"/>
              <a:gd name="connsiteY614" fmla="*/ 1263064 h 6858000"/>
              <a:gd name="connsiteX615" fmla="*/ 5736320 w 7467600"/>
              <a:gd name="connsiteY615" fmla="*/ 1501803 h 6858000"/>
              <a:gd name="connsiteX616" fmla="*/ 6516292 w 7467600"/>
              <a:gd name="connsiteY616" fmla="*/ 1263064 h 6858000"/>
              <a:gd name="connsiteX617" fmla="*/ 291466 w 7467600"/>
              <a:gd name="connsiteY617" fmla="*/ 1250369 h 6858000"/>
              <a:gd name="connsiteX618" fmla="*/ 323180 w 7467600"/>
              <a:gd name="connsiteY618" fmla="*/ 1435283 h 6858000"/>
              <a:gd name="connsiteX619" fmla="*/ 349381 w 7467600"/>
              <a:gd name="connsiteY619" fmla="*/ 1875041 h 6858000"/>
              <a:gd name="connsiteX620" fmla="*/ 374363 w 7467600"/>
              <a:gd name="connsiteY620" fmla="*/ 1506494 h 6858000"/>
              <a:gd name="connsiteX621" fmla="*/ 302168 w 7467600"/>
              <a:gd name="connsiteY621" fmla="*/ 1274495 h 6858000"/>
              <a:gd name="connsiteX622" fmla="*/ 291466 w 7467600"/>
              <a:gd name="connsiteY622" fmla="*/ 1250369 h 6858000"/>
              <a:gd name="connsiteX623" fmla="*/ 678222 w 7467600"/>
              <a:gd name="connsiteY623" fmla="*/ 1248670 h 6858000"/>
              <a:gd name="connsiteX624" fmla="*/ 775536 w 7467600"/>
              <a:gd name="connsiteY624" fmla="*/ 1388015 h 6858000"/>
              <a:gd name="connsiteX625" fmla="*/ 894529 w 7467600"/>
              <a:gd name="connsiteY625" fmla="*/ 1567739 h 6858000"/>
              <a:gd name="connsiteX626" fmla="*/ 948000 w 7467600"/>
              <a:gd name="connsiteY626" fmla="*/ 1663088 h 6858000"/>
              <a:gd name="connsiteX627" fmla="*/ 1006812 w 7467600"/>
              <a:gd name="connsiteY627" fmla="*/ 1767683 h 6858000"/>
              <a:gd name="connsiteX628" fmla="*/ 1149133 w 7467600"/>
              <a:gd name="connsiteY628" fmla="*/ 1971513 h 6858000"/>
              <a:gd name="connsiteX629" fmla="*/ 1333952 w 7467600"/>
              <a:gd name="connsiteY629" fmla="*/ 2251620 h 6858000"/>
              <a:gd name="connsiteX630" fmla="*/ 1337329 w 7467600"/>
              <a:gd name="connsiteY630" fmla="*/ 2258350 h 6858000"/>
              <a:gd name="connsiteX631" fmla="*/ 1014726 w 7467600"/>
              <a:gd name="connsiteY631" fmla="*/ 1615556 h 6858000"/>
              <a:gd name="connsiteX632" fmla="*/ 678222 w 7467600"/>
              <a:gd name="connsiteY632" fmla="*/ 1248670 h 6858000"/>
              <a:gd name="connsiteX633" fmla="*/ 6691602 w 7467600"/>
              <a:gd name="connsiteY633" fmla="*/ 1140573 h 6858000"/>
              <a:gd name="connsiteX634" fmla="*/ 6571100 w 7467600"/>
              <a:gd name="connsiteY634" fmla="*/ 1183662 h 6858000"/>
              <a:gd name="connsiteX635" fmla="*/ 6241687 w 7467600"/>
              <a:gd name="connsiteY635" fmla="*/ 1257600 h 6858000"/>
              <a:gd name="connsiteX636" fmla="*/ 5693009 w 7467600"/>
              <a:gd name="connsiteY636" fmla="*/ 1478256 h 6858000"/>
              <a:gd name="connsiteX637" fmla="*/ 6548420 w 7467600"/>
              <a:gd name="connsiteY637" fmla="*/ 1214599 h 6858000"/>
              <a:gd name="connsiteX638" fmla="*/ 6605473 w 7467600"/>
              <a:gd name="connsiteY638" fmla="*/ 1184686 h 6858000"/>
              <a:gd name="connsiteX639" fmla="*/ 6691602 w 7467600"/>
              <a:gd name="connsiteY639" fmla="*/ 1140573 h 6858000"/>
              <a:gd name="connsiteX640" fmla="*/ 4002475 w 7467600"/>
              <a:gd name="connsiteY640" fmla="*/ 1037802 h 6858000"/>
              <a:gd name="connsiteX641" fmla="*/ 4000324 w 7467600"/>
              <a:gd name="connsiteY641" fmla="*/ 1039362 h 6858000"/>
              <a:gd name="connsiteX642" fmla="*/ 4002862 w 7467600"/>
              <a:gd name="connsiteY642" fmla="*/ 1042866 h 6858000"/>
              <a:gd name="connsiteX643" fmla="*/ 4002475 w 7467600"/>
              <a:gd name="connsiteY643" fmla="*/ 1037802 h 6858000"/>
              <a:gd name="connsiteX644" fmla="*/ 506322 w 7467600"/>
              <a:gd name="connsiteY644" fmla="*/ 1020997 h 6858000"/>
              <a:gd name="connsiteX645" fmla="*/ 533068 w 7467600"/>
              <a:gd name="connsiteY645" fmla="*/ 1029409 h 6858000"/>
              <a:gd name="connsiteX646" fmla="*/ 1232525 w 7467600"/>
              <a:gd name="connsiteY646" fmla="*/ 1804675 h 6858000"/>
              <a:gd name="connsiteX647" fmla="*/ 1388858 w 7467600"/>
              <a:gd name="connsiteY647" fmla="*/ 2368011 h 6858000"/>
              <a:gd name="connsiteX648" fmla="*/ 1384098 w 7467600"/>
              <a:gd name="connsiteY648" fmla="*/ 2378125 h 6858000"/>
              <a:gd name="connsiteX649" fmla="*/ 1425393 w 7467600"/>
              <a:gd name="connsiteY649" fmla="*/ 2589124 h 6858000"/>
              <a:gd name="connsiteX650" fmla="*/ 1424001 w 7467600"/>
              <a:gd name="connsiteY650" fmla="*/ 2597541 h 6858000"/>
              <a:gd name="connsiteX651" fmla="*/ 2152729 w 7467600"/>
              <a:gd name="connsiteY651" fmla="*/ 2864487 h 6858000"/>
              <a:gd name="connsiteX652" fmla="*/ 2020609 w 7467600"/>
              <a:gd name="connsiteY652" fmla="*/ 2539671 h 6858000"/>
              <a:gd name="connsiteX653" fmla="*/ 2018920 w 7467600"/>
              <a:gd name="connsiteY653" fmla="*/ 2536309 h 6858000"/>
              <a:gd name="connsiteX654" fmla="*/ 1342441 w 7467600"/>
              <a:gd name="connsiteY654" fmla="*/ 1173017 h 6858000"/>
              <a:gd name="connsiteX655" fmla="*/ 1367925 w 7467600"/>
              <a:gd name="connsiteY655" fmla="*/ 1135648 h 6858000"/>
              <a:gd name="connsiteX656" fmla="*/ 1771401 w 7467600"/>
              <a:gd name="connsiteY656" fmla="*/ 1806673 h 6858000"/>
              <a:gd name="connsiteX657" fmla="*/ 1972385 w 7467600"/>
              <a:gd name="connsiteY657" fmla="*/ 2198735 h 6858000"/>
              <a:gd name="connsiteX658" fmla="*/ 2040892 w 7467600"/>
              <a:gd name="connsiteY658" fmla="*/ 2405205 h 6858000"/>
              <a:gd name="connsiteX659" fmla="*/ 2131689 w 7467600"/>
              <a:gd name="connsiteY659" fmla="*/ 1936926 h 6858000"/>
              <a:gd name="connsiteX660" fmla="*/ 2454820 w 7467600"/>
              <a:gd name="connsiteY660" fmla="*/ 1248808 h 6858000"/>
              <a:gd name="connsiteX661" fmla="*/ 2492512 w 7467600"/>
              <a:gd name="connsiteY661" fmla="*/ 1302920 h 6858000"/>
              <a:gd name="connsiteX662" fmla="*/ 2081216 w 7467600"/>
              <a:gd name="connsiteY662" fmla="*/ 2527513 h 6858000"/>
              <a:gd name="connsiteX663" fmla="*/ 2081211 w 7467600"/>
              <a:gd name="connsiteY663" fmla="*/ 2528916 h 6858000"/>
              <a:gd name="connsiteX664" fmla="*/ 2199067 w 7467600"/>
              <a:gd name="connsiteY664" fmla="*/ 2884061 h 6858000"/>
              <a:gd name="connsiteX665" fmla="*/ 3192586 w 7467600"/>
              <a:gd name="connsiteY665" fmla="*/ 3411496 h 6858000"/>
              <a:gd name="connsiteX666" fmla="*/ 3182620 w 7467600"/>
              <a:gd name="connsiteY666" fmla="*/ 3483279 h 6858000"/>
              <a:gd name="connsiteX667" fmla="*/ 2435119 w 7467600"/>
              <a:gd name="connsiteY667" fmla="*/ 3080173 h 6858000"/>
              <a:gd name="connsiteX668" fmla="*/ 2410152 w 7467600"/>
              <a:gd name="connsiteY668" fmla="*/ 3063751 h 6858000"/>
              <a:gd name="connsiteX669" fmla="*/ 2408099 w 7467600"/>
              <a:gd name="connsiteY669" fmla="*/ 3064403 h 6858000"/>
              <a:gd name="connsiteX670" fmla="*/ 2407218 w 7467600"/>
              <a:gd name="connsiteY670" fmla="*/ 3070324 h 6858000"/>
              <a:gd name="connsiteX671" fmla="*/ 2380138 w 7467600"/>
              <a:gd name="connsiteY671" fmla="*/ 3099341 h 6858000"/>
              <a:gd name="connsiteX672" fmla="*/ 1765923 w 7467600"/>
              <a:gd name="connsiteY672" fmla="*/ 3581043 h 6858000"/>
              <a:gd name="connsiteX673" fmla="*/ 1702258 w 7467600"/>
              <a:gd name="connsiteY673" fmla="*/ 3612286 h 6858000"/>
              <a:gd name="connsiteX674" fmla="*/ 1538370 w 7467600"/>
              <a:gd name="connsiteY674" fmla="*/ 3811804 h 6858000"/>
              <a:gd name="connsiteX675" fmla="*/ 542867 w 7467600"/>
              <a:gd name="connsiteY675" fmla="*/ 4944092 h 6858000"/>
              <a:gd name="connsiteX676" fmla="*/ 515800 w 7467600"/>
              <a:gd name="connsiteY676" fmla="*/ 4862180 h 6858000"/>
              <a:gd name="connsiteX677" fmla="*/ 909145 w 7467600"/>
              <a:gd name="connsiteY677" fmla="*/ 4199225 h 6858000"/>
              <a:gd name="connsiteX678" fmla="*/ 1214067 w 7467600"/>
              <a:gd name="connsiteY678" fmla="*/ 3908561 h 6858000"/>
              <a:gd name="connsiteX679" fmla="*/ 640967 w 7467600"/>
              <a:gd name="connsiteY679" fmla="*/ 4105601 h 6858000"/>
              <a:gd name="connsiteX680" fmla="*/ 112563 w 7467600"/>
              <a:gd name="connsiteY680" fmla="*/ 4396952 h 6858000"/>
              <a:gd name="connsiteX681" fmla="*/ 0 w 7467600"/>
              <a:gd name="connsiteY681" fmla="*/ 4466006 h 6858000"/>
              <a:gd name="connsiteX682" fmla="*/ 0 w 7467600"/>
              <a:gd name="connsiteY682" fmla="*/ 4233763 h 6858000"/>
              <a:gd name="connsiteX683" fmla="*/ 36881 w 7467600"/>
              <a:gd name="connsiteY683" fmla="*/ 4200118 h 6858000"/>
              <a:gd name="connsiteX684" fmla="*/ 910534 w 7467600"/>
              <a:gd name="connsiteY684" fmla="*/ 3629753 h 6858000"/>
              <a:gd name="connsiteX685" fmla="*/ 1578717 w 7467600"/>
              <a:gd name="connsiteY685" fmla="*/ 3575982 h 6858000"/>
              <a:gd name="connsiteX686" fmla="*/ 2338780 w 7467600"/>
              <a:gd name="connsiteY686" fmla="*/ 3033725 h 6858000"/>
              <a:gd name="connsiteX687" fmla="*/ 1807991 w 7467600"/>
              <a:gd name="connsiteY687" fmla="*/ 2807184 h 6858000"/>
              <a:gd name="connsiteX688" fmla="*/ 1416358 w 7467600"/>
              <a:gd name="connsiteY688" fmla="*/ 3112571 h 6858000"/>
              <a:gd name="connsiteX689" fmla="*/ 939066 w 7467600"/>
              <a:gd name="connsiteY689" fmla="*/ 3378798 h 6858000"/>
              <a:gd name="connsiteX690" fmla="*/ 115099 w 7467600"/>
              <a:gd name="connsiteY690" fmla="*/ 3607650 h 6858000"/>
              <a:gd name="connsiteX691" fmla="*/ 97284 w 7467600"/>
              <a:gd name="connsiteY691" fmla="*/ 3520393 h 6858000"/>
              <a:gd name="connsiteX692" fmla="*/ 922050 w 7467600"/>
              <a:gd name="connsiteY692" fmla="*/ 3074867 h 6858000"/>
              <a:gd name="connsiteX693" fmla="*/ 1405265 w 7467600"/>
              <a:gd name="connsiteY693" fmla="*/ 3016319 h 6858000"/>
              <a:gd name="connsiteX694" fmla="*/ 1407512 w 7467600"/>
              <a:gd name="connsiteY694" fmla="*/ 3018001 h 6858000"/>
              <a:gd name="connsiteX695" fmla="*/ 1726266 w 7467600"/>
              <a:gd name="connsiteY695" fmla="*/ 2777274 h 6858000"/>
              <a:gd name="connsiteX696" fmla="*/ 625390 w 7467600"/>
              <a:gd name="connsiteY696" fmla="*/ 2514541 h 6858000"/>
              <a:gd name="connsiteX697" fmla="*/ 619799 w 7467600"/>
              <a:gd name="connsiteY697" fmla="*/ 2527180 h 6858000"/>
              <a:gd name="connsiteX698" fmla="*/ 310030 w 7467600"/>
              <a:gd name="connsiteY698" fmla="*/ 2771818 h 6858000"/>
              <a:gd name="connsiteX699" fmla="*/ 173877 w 7467600"/>
              <a:gd name="connsiteY699" fmla="*/ 2937056 h 6858000"/>
              <a:gd name="connsiteX700" fmla="*/ 77889 w 7467600"/>
              <a:gd name="connsiteY700" fmla="*/ 3138440 h 6858000"/>
              <a:gd name="connsiteX701" fmla="*/ 0 w 7467600"/>
              <a:gd name="connsiteY701" fmla="*/ 3271395 h 6858000"/>
              <a:gd name="connsiteX702" fmla="*/ 0 w 7467600"/>
              <a:gd name="connsiteY702" fmla="*/ 3153002 h 6858000"/>
              <a:gd name="connsiteX703" fmla="*/ 2386 w 7467600"/>
              <a:gd name="connsiteY703" fmla="*/ 3149203 h 6858000"/>
              <a:gd name="connsiteX704" fmla="*/ 89753 w 7467600"/>
              <a:gd name="connsiteY704" fmla="*/ 2987702 h 6858000"/>
              <a:gd name="connsiteX705" fmla="*/ 76869 w 7467600"/>
              <a:gd name="connsiteY705" fmla="*/ 3005404 h 6858000"/>
              <a:gd name="connsiteX706" fmla="*/ 32049 w 7467600"/>
              <a:gd name="connsiteY706" fmla="*/ 3065814 h 6858000"/>
              <a:gd name="connsiteX707" fmla="*/ 0 w 7467600"/>
              <a:gd name="connsiteY707" fmla="*/ 3108744 h 6858000"/>
              <a:gd name="connsiteX708" fmla="*/ 0 w 7467600"/>
              <a:gd name="connsiteY708" fmla="*/ 3058059 h 6858000"/>
              <a:gd name="connsiteX709" fmla="*/ 7610 w 7467600"/>
              <a:gd name="connsiteY709" fmla="*/ 3047889 h 6858000"/>
              <a:gd name="connsiteX710" fmla="*/ 52419 w 7467600"/>
              <a:gd name="connsiteY710" fmla="*/ 2987479 h 6858000"/>
              <a:gd name="connsiteX711" fmla="*/ 59142 w 7467600"/>
              <a:gd name="connsiteY711" fmla="*/ 2978488 h 6858000"/>
              <a:gd name="connsiteX712" fmla="*/ 0 w 7467600"/>
              <a:gd name="connsiteY712" fmla="*/ 3015334 h 6858000"/>
              <a:gd name="connsiteX713" fmla="*/ 0 w 7467600"/>
              <a:gd name="connsiteY713" fmla="*/ 2914286 h 6858000"/>
              <a:gd name="connsiteX714" fmla="*/ 36383 w 7467600"/>
              <a:gd name="connsiteY714" fmla="*/ 2901128 h 6858000"/>
              <a:gd name="connsiteX715" fmla="*/ 156329 w 7467600"/>
              <a:gd name="connsiteY715" fmla="*/ 2840533 h 6858000"/>
              <a:gd name="connsiteX716" fmla="*/ 358355 w 7467600"/>
              <a:gd name="connsiteY716" fmla="*/ 2620471 h 6858000"/>
              <a:gd name="connsiteX717" fmla="*/ 510577 w 7467600"/>
              <a:gd name="connsiteY717" fmla="*/ 2501244 h 6858000"/>
              <a:gd name="connsiteX718" fmla="*/ 211967 w 7467600"/>
              <a:gd name="connsiteY718" fmla="*/ 2479171 h 6858000"/>
              <a:gd name="connsiteX719" fmla="*/ 0 w 7467600"/>
              <a:gd name="connsiteY719" fmla="*/ 2476398 h 6858000"/>
              <a:gd name="connsiteX720" fmla="*/ 0 w 7467600"/>
              <a:gd name="connsiteY720" fmla="*/ 2389189 h 6858000"/>
              <a:gd name="connsiteX721" fmla="*/ 103062 w 7467600"/>
              <a:gd name="connsiteY721" fmla="*/ 2389518 h 6858000"/>
              <a:gd name="connsiteX722" fmla="*/ 510734 w 7467600"/>
              <a:gd name="connsiteY722" fmla="*/ 2416201 h 6858000"/>
              <a:gd name="connsiteX723" fmla="*/ 279257 w 7467600"/>
              <a:gd name="connsiteY723" fmla="*/ 2092102 h 6858000"/>
              <a:gd name="connsiteX724" fmla="*/ 65265 w 7467600"/>
              <a:gd name="connsiteY724" fmla="*/ 2006049 h 6858000"/>
              <a:gd name="connsiteX725" fmla="*/ 0 w 7467600"/>
              <a:gd name="connsiteY725" fmla="*/ 1982532 h 6858000"/>
              <a:gd name="connsiteX726" fmla="*/ 0 w 7467600"/>
              <a:gd name="connsiteY726" fmla="*/ 1912789 h 6858000"/>
              <a:gd name="connsiteX727" fmla="*/ 97460 w 7467600"/>
              <a:gd name="connsiteY727" fmla="*/ 1953725 h 6858000"/>
              <a:gd name="connsiteX728" fmla="*/ 221272 w 7467600"/>
              <a:gd name="connsiteY728" fmla="*/ 1980766 h 6858000"/>
              <a:gd name="connsiteX729" fmla="*/ 116765 w 7467600"/>
              <a:gd name="connsiteY729" fmla="*/ 1911033 h 6858000"/>
              <a:gd name="connsiteX730" fmla="*/ 16405 w 7467600"/>
              <a:gd name="connsiteY730" fmla="*/ 1803412 h 6858000"/>
              <a:gd name="connsiteX731" fmla="*/ 0 w 7467600"/>
              <a:gd name="connsiteY731" fmla="*/ 1784777 h 6858000"/>
              <a:gd name="connsiteX732" fmla="*/ 0 w 7467600"/>
              <a:gd name="connsiteY732" fmla="*/ 1740082 h 6858000"/>
              <a:gd name="connsiteX733" fmla="*/ 39394 w 7467600"/>
              <a:gd name="connsiteY733" fmla="*/ 1784856 h 6858000"/>
              <a:gd name="connsiteX734" fmla="*/ 135813 w 7467600"/>
              <a:gd name="connsiteY734" fmla="*/ 1888838 h 6858000"/>
              <a:gd name="connsiteX735" fmla="*/ 242575 w 7467600"/>
              <a:gd name="connsiteY735" fmla="*/ 1958841 h 6858000"/>
              <a:gd name="connsiteX736" fmla="*/ 82197 w 7467600"/>
              <a:gd name="connsiteY736" fmla="*/ 1754826 h 6858000"/>
              <a:gd name="connsiteX737" fmla="*/ 0 w 7467600"/>
              <a:gd name="connsiteY737" fmla="*/ 1679650 h 6858000"/>
              <a:gd name="connsiteX738" fmla="*/ 0 w 7467600"/>
              <a:gd name="connsiteY738" fmla="*/ 1602463 h 6858000"/>
              <a:gd name="connsiteX739" fmla="*/ 84689 w 7467600"/>
              <a:gd name="connsiteY739" fmla="*/ 1677442 h 6858000"/>
              <a:gd name="connsiteX740" fmla="*/ 298437 w 7467600"/>
              <a:gd name="connsiteY740" fmla="*/ 1968019 h 6858000"/>
              <a:gd name="connsiteX741" fmla="*/ 227269 w 7467600"/>
              <a:gd name="connsiteY741" fmla="*/ 1114064 h 6858000"/>
              <a:gd name="connsiteX742" fmla="*/ 248003 w 7467600"/>
              <a:gd name="connsiteY742" fmla="*/ 1089613 h 6858000"/>
              <a:gd name="connsiteX743" fmla="*/ 427020 w 7467600"/>
              <a:gd name="connsiteY743" fmla="*/ 1619803 h 6858000"/>
              <a:gd name="connsiteX744" fmla="*/ 340345 w 7467600"/>
              <a:gd name="connsiteY744" fmla="*/ 2027739 h 6858000"/>
              <a:gd name="connsiteX745" fmla="*/ 360865 w 7467600"/>
              <a:gd name="connsiteY745" fmla="*/ 2044827 h 6858000"/>
              <a:gd name="connsiteX746" fmla="*/ 560414 w 7467600"/>
              <a:gd name="connsiteY746" fmla="*/ 2421457 h 6858000"/>
              <a:gd name="connsiteX747" fmla="*/ 1359703 w 7467600"/>
              <a:gd name="connsiteY747" fmla="*/ 2578554 h 6858000"/>
              <a:gd name="connsiteX748" fmla="*/ 1359422 w 7467600"/>
              <a:gd name="connsiteY748" fmla="*/ 2577994 h 6858000"/>
              <a:gd name="connsiteX749" fmla="*/ 828701 w 7467600"/>
              <a:gd name="connsiteY749" fmla="*/ 1839520 h 6858000"/>
              <a:gd name="connsiteX750" fmla="*/ 494427 w 7467600"/>
              <a:gd name="connsiteY750" fmla="*/ 1092333 h 6858000"/>
              <a:gd name="connsiteX751" fmla="*/ 506322 w 7467600"/>
              <a:gd name="connsiteY751" fmla="*/ 1020997 h 6858000"/>
              <a:gd name="connsiteX752" fmla="*/ 4570198 w 7467600"/>
              <a:gd name="connsiteY752" fmla="*/ 978081 h 6858000"/>
              <a:gd name="connsiteX753" fmla="*/ 4523691 w 7467600"/>
              <a:gd name="connsiteY753" fmla="*/ 1127776 h 6858000"/>
              <a:gd name="connsiteX754" fmla="*/ 4509875 w 7467600"/>
              <a:gd name="connsiteY754" fmla="*/ 1167552 h 6858000"/>
              <a:gd name="connsiteX755" fmla="*/ 4478168 w 7467600"/>
              <a:gd name="connsiteY755" fmla="*/ 1260735 h 6858000"/>
              <a:gd name="connsiteX756" fmla="*/ 4409309 w 7467600"/>
              <a:gd name="connsiteY756" fmla="*/ 1666996 h 6858000"/>
              <a:gd name="connsiteX757" fmla="*/ 4370031 w 7467600"/>
              <a:gd name="connsiteY757" fmla="*/ 1955666 h 6858000"/>
              <a:gd name="connsiteX758" fmla="*/ 4570198 w 7467600"/>
              <a:gd name="connsiteY758" fmla="*/ 978081 h 6858000"/>
              <a:gd name="connsiteX759" fmla="*/ 4557898 w 7467600"/>
              <a:gd name="connsiteY759" fmla="*/ 900011 h 6858000"/>
              <a:gd name="connsiteX760" fmla="*/ 4344840 w 7467600"/>
              <a:gd name="connsiteY760" fmla="*/ 1922038 h 6858000"/>
              <a:gd name="connsiteX761" fmla="*/ 4378710 w 7467600"/>
              <a:gd name="connsiteY761" fmla="*/ 1665516 h 6858000"/>
              <a:gd name="connsiteX762" fmla="*/ 4448798 w 7467600"/>
              <a:gd name="connsiteY762" fmla="*/ 1253024 h 6858000"/>
              <a:gd name="connsiteX763" fmla="*/ 4480315 w 7467600"/>
              <a:gd name="connsiteY763" fmla="*/ 1158454 h 6858000"/>
              <a:gd name="connsiteX764" fmla="*/ 4494133 w 7467600"/>
              <a:gd name="connsiteY764" fmla="*/ 1118676 h 6858000"/>
              <a:gd name="connsiteX765" fmla="*/ 4557898 w 7467600"/>
              <a:gd name="connsiteY765" fmla="*/ 900011 h 6858000"/>
              <a:gd name="connsiteX766" fmla="*/ 5870151 w 7467600"/>
              <a:gd name="connsiteY766" fmla="*/ 898890 h 6858000"/>
              <a:gd name="connsiteX767" fmla="*/ 5861335 w 7467600"/>
              <a:gd name="connsiteY767" fmla="*/ 899177 h 6858000"/>
              <a:gd name="connsiteX768" fmla="*/ 5843702 w 7467600"/>
              <a:gd name="connsiteY768" fmla="*/ 899748 h 6858000"/>
              <a:gd name="connsiteX769" fmla="*/ 5651107 w 7467600"/>
              <a:gd name="connsiteY769" fmla="*/ 920306 h 6858000"/>
              <a:gd name="connsiteX770" fmla="*/ 5459407 w 7467600"/>
              <a:gd name="connsiteY770" fmla="*/ 940975 h 6858000"/>
              <a:gd name="connsiteX771" fmla="*/ 5374846 w 7467600"/>
              <a:gd name="connsiteY771" fmla="*/ 941988 h 6858000"/>
              <a:gd name="connsiteX772" fmla="*/ 5256105 w 7467600"/>
              <a:gd name="connsiteY772" fmla="*/ 945632 h 6858000"/>
              <a:gd name="connsiteX773" fmla="*/ 5107071 w 7467600"/>
              <a:gd name="connsiteY773" fmla="*/ 969720 h 6858000"/>
              <a:gd name="connsiteX774" fmla="*/ 4998681 w 7467600"/>
              <a:gd name="connsiteY774" fmla="*/ 988771 h 6858000"/>
              <a:gd name="connsiteX775" fmla="*/ 5870151 w 7467600"/>
              <a:gd name="connsiteY775" fmla="*/ 898890 h 6858000"/>
              <a:gd name="connsiteX776" fmla="*/ 5504425 w 7467600"/>
              <a:gd name="connsiteY776" fmla="*/ 848067 h 6858000"/>
              <a:gd name="connsiteX777" fmla="*/ 4968849 w 7467600"/>
              <a:gd name="connsiteY777" fmla="*/ 962318 h 6858000"/>
              <a:gd name="connsiteX778" fmla="*/ 5104039 w 7467600"/>
              <a:gd name="connsiteY778" fmla="*/ 940634 h 6858000"/>
              <a:gd name="connsiteX779" fmla="*/ 5256311 w 7467600"/>
              <a:gd name="connsiteY779" fmla="*/ 916490 h 6858000"/>
              <a:gd name="connsiteX780" fmla="*/ 5377381 w 7467600"/>
              <a:gd name="connsiteY780" fmla="*/ 912671 h 6858000"/>
              <a:gd name="connsiteX781" fmla="*/ 5460148 w 7467600"/>
              <a:gd name="connsiteY781" fmla="*/ 911442 h 6858000"/>
              <a:gd name="connsiteX782" fmla="*/ 5648971 w 7467600"/>
              <a:gd name="connsiteY782" fmla="*/ 891331 h 6858000"/>
              <a:gd name="connsiteX783" fmla="*/ 5844807 w 7467600"/>
              <a:gd name="connsiteY783" fmla="*/ 870718 h 6858000"/>
              <a:gd name="connsiteX784" fmla="*/ 5862975 w 7467600"/>
              <a:gd name="connsiteY784" fmla="*/ 869756 h 6858000"/>
              <a:gd name="connsiteX785" fmla="*/ 5920887 w 7467600"/>
              <a:gd name="connsiteY785" fmla="*/ 865929 h 6858000"/>
              <a:gd name="connsiteX786" fmla="*/ 5504425 w 7467600"/>
              <a:gd name="connsiteY786" fmla="*/ 848067 h 6858000"/>
              <a:gd name="connsiteX787" fmla="*/ 3607114 w 7467600"/>
              <a:gd name="connsiteY787" fmla="*/ 467441 h 6858000"/>
              <a:gd name="connsiteX788" fmla="*/ 3296242 w 7467600"/>
              <a:gd name="connsiteY788" fmla="*/ 807991 h 6858000"/>
              <a:gd name="connsiteX789" fmla="*/ 3174674 w 7467600"/>
              <a:gd name="connsiteY789" fmla="*/ 919759 h 6858000"/>
              <a:gd name="connsiteX790" fmla="*/ 3042978 w 7467600"/>
              <a:gd name="connsiteY790" fmla="*/ 1054894 h 6858000"/>
              <a:gd name="connsiteX791" fmla="*/ 2968914 w 7467600"/>
              <a:gd name="connsiteY791" fmla="*/ 1133756 h 6858000"/>
              <a:gd name="connsiteX792" fmla="*/ 3103823 w 7467600"/>
              <a:gd name="connsiteY792" fmla="*/ 1026814 h 6858000"/>
              <a:gd name="connsiteX793" fmla="*/ 3607114 w 7467600"/>
              <a:gd name="connsiteY793" fmla="*/ 467441 h 6858000"/>
              <a:gd name="connsiteX794" fmla="*/ 3744487 w 7467600"/>
              <a:gd name="connsiteY794" fmla="*/ 383136 h 6858000"/>
              <a:gd name="connsiteX795" fmla="*/ 3970213 w 7467600"/>
              <a:gd name="connsiteY795" fmla="*/ 995559 h 6858000"/>
              <a:gd name="connsiteX796" fmla="*/ 3744487 w 7467600"/>
              <a:gd name="connsiteY796" fmla="*/ 383136 h 6858000"/>
              <a:gd name="connsiteX797" fmla="*/ 3624562 w 7467600"/>
              <a:gd name="connsiteY797" fmla="*/ 367041 h 6858000"/>
              <a:gd name="connsiteX798" fmla="*/ 3489712 w 7467600"/>
              <a:gd name="connsiteY798" fmla="*/ 485386 h 6858000"/>
              <a:gd name="connsiteX799" fmla="*/ 3182994 w 7467600"/>
              <a:gd name="connsiteY799" fmla="*/ 828265 h 6858000"/>
              <a:gd name="connsiteX800" fmla="*/ 2892114 w 7467600"/>
              <a:gd name="connsiteY800" fmla="*/ 1172635 h 6858000"/>
              <a:gd name="connsiteX801" fmla="*/ 3021459 w 7467600"/>
              <a:gd name="connsiteY801" fmla="*/ 1035385 h 6858000"/>
              <a:gd name="connsiteX802" fmla="*/ 3153873 w 7467600"/>
              <a:gd name="connsiteY802" fmla="*/ 898971 h 6858000"/>
              <a:gd name="connsiteX803" fmla="*/ 3276511 w 7467600"/>
              <a:gd name="connsiteY803" fmla="*/ 786423 h 6858000"/>
              <a:gd name="connsiteX804" fmla="*/ 3584154 w 7467600"/>
              <a:gd name="connsiteY804" fmla="*/ 448218 h 6858000"/>
              <a:gd name="connsiteX805" fmla="*/ 3624562 w 7467600"/>
              <a:gd name="connsiteY805" fmla="*/ 367041 h 6858000"/>
              <a:gd name="connsiteX806" fmla="*/ 3766672 w 7467600"/>
              <a:gd name="connsiteY806" fmla="*/ 359429 h 6858000"/>
              <a:gd name="connsiteX807" fmla="*/ 3996338 w 7467600"/>
              <a:gd name="connsiteY807" fmla="*/ 968237 h 6858000"/>
              <a:gd name="connsiteX808" fmla="*/ 3766672 w 7467600"/>
              <a:gd name="connsiteY808" fmla="*/ 359429 h 6858000"/>
              <a:gd name="connsiteX809" fmla="*/ 5805386 w 7467600"/>
              <a:gd name="connsiteY809" fmla="*/ 239240 h 6858000"/>
              <a:gd name="connsiteX810" fmla="*/ 5736947 w 7467600"/>
              <a:gd name="connsiteY810" fmla="*/ 261367 h 6858000"/>
              <a:gd name="connsiteX811" fmla="*/ 5427012 w 7467600"/>
              <a:gd name="connsiteY811" fmla="*/ 311272 h 6858000"/>
              <a:gd name="connsiteX812" fmla="*/ 5147818 w 7467600"/>
              <a:gd name="connsiteY812" fmla="*/ 322112 h 6858000"/>
              <a:gd name="connsiteX813" fmla="*/ 5060854 w 7467600"/>
              <a:gd name="connsiteY813" fmla="*/ 311882 h 6858000"/>
              <a:gd name="connsiteX814" fmla="*/ 4945989 w 7467600"/>
              <a:gd name="connsiteY814" fmla="*/ 300516 h 6858000"/>
              <a:gd name="connsiteX815" fmla="*/ 5410479 w 7467600"/>
              <a:gd name="connsiteY815" fmla="*/ 348434 h 6858000"/>
              <a:gd name="connsiteX816" fmla="*/ 5805386 w 7467600"/>
              <a:gd name="connsiteY816" fmla="*/ 239240 h 6858000"/>
              <a:gd name="connsiteX817" fmla="*/ 5905192 w 7467600"/>
              <a:gd name="connsiteY817" fmla="*/ 163079 h 6858000"/>
              <a:gd name="connsiteX818" fmla="*/ 5865655 w 7467600"/>
              <a:gd name="connsiteY818" fmla="*/ 171901 h 6858000"/>
              <a:gd name="connsiteX819" fmla="*/ 5259740 w 7467600"/>
              <a:gd name="connsiteY819" fmla="*/ 257013 h 6858000"/>
              <a:gd name="connsiteX820" fmla="*/ 5208466 w 7467600"/>
              <a:gd name="connsiteY820" fmla="*/ 257550 h 6858000"/>
              <a:gd name="connsiteX821" fmla="*/ 4980204 w 7467600"/>
              <a:gd name="connsiteY821" fmla="*/ 271903 h 6858000"/>
              <a:gd name="connsiteX822" fmla="*/ 5068068 w 7467600"/>
              <a:gd name="connsiteY822" fmla="*/ 282244 h 6858000"/>
              <a:gd name="connsiteX823" fmla="*/ 5153231 w 7467600"/>
              <a:gd name="connsiteY823" fmla="*/ 292240 h 6858000"/>
              <a:gd name="connsiteX824" fmla="*/ 5426491 w 7467600"/>
              <a:gd name="connsiteY824" fmla="*/ 281128 h 6858000"/>
              <a:gd name="connsiteX825" fmla="*/ 5731212 w 7467600"/>
              <a:gd name="connsiteY825" fmla="*/ 231951 h 6858000"/>
              <a:gd name="connsiteX826" fmla="*/ 5905192 w 7467600"/>
              <a:gd name="connsiteY826" fmla="*/ 163079 h 6858000"/>
              <a:gd name="connsiteX827" fmla="*/ 5944437 w 7467600"/>
              <a:gd name="connsiteY827" fmla="*/ 113829 h 6858000"/>
              <a:gd name="connsiteX828" fmla="*/ 5825032 w 7467600"/>
              <a:gd name="connsiteY828" fmla="*/ 146405 h 6858000"/>
              <a:gd name="connsiteX829" fmla="*/ 4955599 w 7467600"/>
              <a:gd name="connsiteY829" fmla="*/ 247008 h 6858000"/>
              <a:gd name="connsiteX830" fmla="*/ 5210104 w 7467600"/>
              <a:gd name="connsiteY830" fmla="*/ 228123 h 6858000"/>
              <a:gd name="connsiteX831" fmla="*/ 5261015 w 7467600"/>
              <a:gd name="connsiteY831" fmla="*/ 227087 h 6858000"/>
              <a:gd name="connsiteX832" fmla="*/ 5861181 w 7467600"/>
              <a:gd name="connsiteY832" fmla="*/ 143093 h 6858000"/>
              <a:gd name="connsiteX833" fmla="*/ 5961252 w 7467600"/>
              <a:gd name="connsiteY833" fmla="*/ 114820 h 6858000"/>
              <a:gd name="connsiteX834" fmla="*/ 5944437 w 7467600"/>
              <a:gd name="connsiteY834" fmla="*/ 113829 h 6858000"/>
              <a:gd name="connsiteX835" fmla="*/ 3882765 w 7467600"/>
              <a:gd name="connsiteY835" fmla="*/ 0 h 6858000"/>
              <a:gd name="connsiteX836" fmla="*/ 3995099 w 7467600"/>
              <a:gd name="connsiteY836" fmla="*/ 0 h 6858000"/>
              <a:gd name="connsiteX837" fmla="*/ 4163818 w 7467600"/>
              <a:gd name="connsiteY837" fmla="*/ 234104 h 6858000"/>
              <a:gd name="connsiteX838" fmla="*/ 4172099 w 7467600"/>
              <a:gd name="connsiteY838" fmla="*/ 234207 h 6858000"/>
              <a:gd name="connsiteX839" fmla="*/ 4784282 w 7467600"/>
              <a:gd name="connsiteY839" fmla="*/ 276561 h 6858000"/>
              <a:gd name="connsiteX840" fmla="*/ 4801687 w 7467600"/>
              <a:gd name="connsiteY840" fmla="*/ 267764 h 6858000"/>
              <a:gd name="connsiteX841" fmla="*/ 6082788 w 7467600"/>
              <a:gd name="connsiteY841" fmla="*/ 64119 h 6858000"/>
              <a:gd name="connsiteX842" fmla="*/ 6099442 w 7467600"/>
              <a:gd name="connsiteY842" fmla="*/ 82568 h 6858000"/>
              <a:gd name="connsiteX843" fmla="*/ 4804137 w 7467600"/>
              <a:gd name="connsiteY843" fmla="*/ 320931 h 6858000"/>
              <a:gd name="connsiteX844" fmla="*/ 4227047 w 7467600"/>
              <a:gd name="connsiteY844" fmla="*/ 313415 h 6858000"/>
              <a:gd name="connsiteX845" fmla="*/ 4346041 w 7467600"/>
              <a:gd name="connsiteY845" fmla="*/ 456086 h 6858000"/>
              <a:gd name="connsiteX846" fmla="*/ 4870967 w 7467600"/>
              <a:gd name="connsiteY846" fmla="*/ 963061 h 6858000"/>
              <a:gd name="connsiteX847" fmla="*/ 4889647 w 7467600"/>
              <a:gd name="connsiteY847" fmla="*/ 957147 h 6858000"/>
              <a:gd name="connsiteX848" fmla="*/ 5422504 w 7467600"/>
              <a:gd name="connsiteY848" fmla="*/ 805191 h 6858000"/>
              <a:gd name="connsiteX849" fmla="*/ 6087656 w 7467600"/>
              <a:gd name="connsiteY849" fmla="*/ 826703 h 6858000"/>
              <a:gd name="connsiteX850" fmla="*/ 6058717 w 7467600"/>
              <a:gd name="connsiteY850" fmla="*/ 865992 h 6858000"/>
              <a:gd name="connsiteX851" fmla="*/ 4974153 w 7467600"/>
              <a:gd name="connsiteY851" fmla="*/ 1045456 h 6858000"/>
              <a:gd name="connsiteX852" fmla="*/ 5627835 w 7467600"/>
              <a:gd name="connsiteY852" fmla="*/ 1472077 h 6858000"/>
              <a:gd name="connsiteX853" fmla="*/ 5629817 w 7467600"/>
              <a:gd name="connsiteY853" fmla="*/ 1471412 h 6858000"/>
              <a:gd name="connsiteX854" fmla="*/ 5634124 w 7467600"/>
              <a:gd name="connsiteY854" fmla="*/ 1470572 h 6858000"/>
              <a:gd name="connsiteX855" fmla="*/ 5755832 w 7467600"/>
              <a:gd name="connsiteY855" fmla="*/ 1383886 h 6858000"/>
              <a:gd name="connsiteX856" fmla="*/ 6014186 w 7467600"/>
              <a:gd name="connsiteY856" fmla="*/ 1279799 h 6858000"/>
              <a:gd name="connsiteX857" fmla="*/ 6901619 w 7467600"/>
              <a:gd name="connsiteY857" fmla="*/ 1047874 h 6858000"/>
              <a:gd name="connsiteX858" fmla="*/ 6931566 w 7467600"/>
              <a:gd name="connsiteY858" fmla="*/ 1062034 h 6858000"/>
              <a:gd name="connsiteX859" fmla="*/ 5790982 w 7467600"/>
              <a:gd name="connsiteY859" fmla="*/ 1561380 h 6858000"/>
              <a:gd name="connsiteX860" fmla="*/ 6188971 w 7467600"/>
              <a:gd name="connsiteY860" fmla="*/ 1755168 h 6858000"/>
              <a:gd name="connsiteX861" fmla="*/ 6202446 w 7467600"/>
              <a:gd name="connsiteY861" fmla="*/ 1752268 h 6858000"/>
              <a:gd name="connsiteX862" fmla="*/ 7179560 w 7467600"/>
              <a:gd name="connsiteY862" fmla="*/ 1467551 h 6858000"/>
              <a:gd name="connsiteX863" fmla="*/ 7158730 w 7467600"/>
              <a:gd name="connsiteY863" fmla="*/ 1507835 h 6858000"/>
              <a:gd name="connsiteX864" fmla="*/ 6326959 w 7467600"/>
              <a:gd name="connsiteY864" fmla="*/ 1817686 h 6858000"/>
              <a:gd name="connsiteX865" fmla="*/ 6537433 w 7467600"/>
              <a:gd name="connsiteY865" fmla="*/ 1907790 h 6858000"/>
              <a:gd name="connsiteX866" fmla="*/ 6550221 w 7467600"/>
              <a:gd name="connsiteY866" fmla="*/ 1910729 h 6858000"/>
              <a:gd name="connsiteX867" fmla="*/ 6964438 w 7467600"/>
              <a:gd name="connsiteY867" fmla="*/ 2209505 h 6858000"/>
              <a:gd name="connsiteX868" fmla="*/ 7367862 w 7467600"/>
              <a:gd name="connsiteY868" fmla="*/ 2806833 h 6858000"/>
              <a:gd name="connsiteX869" fmla="*/ 7364329 w 7467600"/>
              <a:gd name="connsiteY869" fmla="*/ 2826907 h 6858000"/>
              <a:gd name="connsiteX870" fmla="*/ 7290545 w 7467600"/>
              <a:gd name="connsiteY870" fmla="*/ 2850663 h 6858000"/>
              <a:gd name="connsiteX871" fmla="*/ 6472036 w 7467600"/>
              <a:gd name="connsiteY871" fmla="*/ 1959003 h 6858000"/>
              <a:gd name="connsiteX872" fmla="*/ 5792897 w 7467600"/>
              <a:gd name="connsiteY872" fmla="*/ 1647747 h 6858000"/>
              <a:gd name="connsiteX873" fmla="*/ 5842751 w 7467600"/>
              <a:gd name="connsiteY873" fmla="*/ 1816112 h 6858000"/>
              <a:gd name="connsiteX874" fmla="*/ 5847424 w 7467600"/>
              <a:gd name="connsiteY874" fmla="*/ 1815776 h 6858000"/>
              <a:gd name="connsiteX875" fmla="*/ 6399821 w 7467600"/>
              <a:gd name="connsiteY875" fmla="*/ 2344799 h 6858000"/>
              <a:gd name="connsiteX876" fmla="*/ 6323232 w 7467600"/>
              <a:gd name="connsiteY876" fmla="*/ 2389634 h 6858000"/>
              <a:gd name="connsiteX877" fmla="*/ 5942958 w 7467600"/>
              <a:gd name="connsiteY877" fmla="*/ 2077708 h 6858000"/>
              <a:gd name="connsiteX878" fmla="*/ 5921559 w 7467600"/>
              <a:gd name="connsiteY878" fmla="*/ 2378596 h 6858000"/>
              <a:gd name="connsiteX879" fmla="*/ 5817651 w 7467600"/>
              <a:gd name="connsiteY879" fmla="*/ 3023919 h 6858000"/>
              <a:gd name="connsiteX880" fmla="*/ 5729634 w 7467600"/>
              <a:gd name="connsiteY880" fmla="*/ 3051849 h 6858000"/>
              <a:gd name="connsiteX881" fmla="*/ 5611018 w 7467600"/>
              <a:gd name="connsiteY881" fmla="*/ 2316769 h 6858000"/>
              <a:gd name="connsiteX882" fmla="*/ 5687608 w 7467600"/>
              <a:gd name="connsiteY882" fmla="*/ 2039972 h 6858000"/>
              <a:gd name="connsiteX883" fmla="*/ 5657554 w 7467600"/>
              <a:gd name="connsiteY883" fmla="*/ 1576445 h 6858000"/>
              <a:gd name="connsiteX884" fmla="*/ 5150475 w 7467600"/>
              <a:gd name="connsiteY884" fmla="*/ 1274012 h 6858000"/>
              <a:gd name="connsiteX885" fmla="*/ 5349142 w 7467600"/>
              <a:gd name="connsiteY885" fmla="*/ 2204405 h 6858000"/>
              <a:gd name="connsiteX886" fmla="*/ 5262214 w 7467600"/>
              <a:gd name="connsiteY886" fmla="*/ 2233836 h 6858000"/>
              <a:gd name="connsiteX887" fmla="*/ 4981539 w 7467600"/>
              <a:gd name="connsiteY887" fmla="*/ 1542201 h 6858000"/>
              <a:gd name="connsiteX888" fmla="*/ 4958461 w 7467600"/>
              <a:gd name="connsiteY888" fmla="*/ 1136957 h 6858000"/>
              <a:gd name="connsiteX889" fmla="*/ 4655015 w 7467600"/>
              <a:gd name="connsiteY889" fmla="*/ 891426 h 6858000"/>
              <a:gd name="connsiteX890" fmla="*/ 4348002 w 7467600"/>
              <a:gd name="connsiteY890" fmla="*/ 2205895 h 6858000"/>
              <a:gd name="connsiteX891" fmla="*/ 4262250 w 7467600"/>
              <a:gd name="connsiteY891" fmla="*/ 2219972 h 6858000"/>
              <a:gd name="connsiteX892" fmla="*/ 4550611 w 7467600"/>
              <a:gd name="connsiteY892" fmla="*/ 817540 h 6858000"/>
              <a:gd name="connsiteX893" fmla="*/ 4564418 w 7467600"/>
              <a:gd name="connsiteY893" fmla="*/ 808293 h 6858000"/>
              <a:gd name="connsiteX894" fmla="*/ 4266388 w 7467600"/>
              <a:gd name="connsiteY894" fmla="*/ 500083 h 6858000"/>
              <a:gd name="connsiteX895" fmla="*/ 4032842 w 7467600"/>
              <a:gd name="connsiteY895" fmla="*/ 211809 h 6858000"/>
              <a:gd name="connsiteX896" fmla="*/ 3882765 w 7467600"/>
              <a:gd name="connsiteY896" fmla="*/ 0 h 6858000"/>
              <a:gd name="connsiteX897" fmla="*/ 3721337 w 7467600"/>
              <a:gd name="connsiteY897" fmla="*/ 0 h 6858000"/>
              <a:gd name="connsiteX898" fmla="*/ 3797544 w 7467600"/>
              <a:gd name="connsiteY898" fmla="*/ 0 h 6858000"/>
              <a:gd name="connsiteX899" fmla="*/ 3775734 w 7467600"/>
              <a:gd name="connsiteY899" fmla="*/ 95131 h 6858000"/>
              <a:gd name="connsiteX900" fmla="*/ 3724807 w 7467600"/>
              <a:gd name="connsiteY900" fmla="*/ 272257 h 6858000"/>
              <a:gd name="connsiteX901" fmla="*/ 3726844 w 7467600"/>
              <a:gd name="connsiteY901" fmla="*/ 282988 h 6858000"/>
              <a:gd name="connsiteX902" fmla="*/ 3742664 w 7467600"/>
              <a:gd name="connsiteY902" fmla="*/ 279918 h 6858000"/>
              <a:gd name="connsiteX903" fmla="*/ 4103910 w 7467600"/>
              <a:gd name="connsiteY903" fmla="*/ 1161917 h 6858000"/>
              <a:gd name="connsiteX904" fmla="*/ 4020269 w 7467600"/>
              <a:gd name="connsiteY904" fmla="*/ 1200406 h 6858000"/>
              <a:gd name="connsiteX905" fmla="*/ 3674882 w 7467600"/>
              <a:gd name="connsiteY905" fmla="*/ 488524 h 6858000"/>
              <a:gd name="connsiteX906" fmla="*/ 3132682 w 7467600"/>
              <a:gd name="connsiteY906" fmla="*/ 1072284 h 6858000"/>
              <a:gd name="connsiteX907" fmla="*/ 2716346 w 7467600"/>
              <a:gd name="connsiteY907" fmla="*/ 1276376 h 6858000"/>
              <a:gd name="connsiteX908" fmla="*/ 2716772 w 7467600"/>
              <a:gd name="connsiteY908" fmla="*/ 1255462 h 6858000"/>
              <a:gd name="connsiteX909" fmla="*/ 3471096 w 7467600"/>
              <a:gd name="connsiteY909" fmla="*/ 437072 h 6858000"/>
              <a:gd name="connsiteX910" fmla="*/ 3639057 w 7467600"/>
              <a:gd name="connsiteY910" fmla="*/ 286334 h 6858000"/>
              <a:gd name="connsiteX911" fmla="*/ 3640309 w 7467600"/>
              <a:gd name="connsiteY911" fmla="*/ 284664 h 6858000"/>
              <a:gd name="connsiteX912" fmla="*/ 3646022 w 7467600"/>
              <a:gd name="connsiteY912" fmla="*/ 276711 h 6858000"/>
              <a:gd name="connsiteX913" fmla="*/ 3707943 w 7467600"/>
              <a:gd name="connsiteY913" fmla="*/ 65958 h 6858000"/>
              <a:gd name="connsiteX914" fmla="*/ 3721337 w 7467600"/>
              <a:gd name="connsiteY914" fmla="*/ 0 h 6858000"/>
              <a:gd name="connsiteX915" fmla="*/ 2867960 w 7467600"/>
              <a:gd name="connsiteY915" fmla="*/ 0 h 6858000"/>
              <a:gd name="connsiteX916" fmla="*/ 2926351 w 7467600"/>
              <a:gd name="connsiteY916" fmla="*/ 0 h 6858000"/>
              <a:gd name="connsiteX917" fmla="*/ 2902823 w 7467600"/>
              <a:gd name="connsiteY917" fmla="*/ 262929 h 6858000"/>
              <a:gd name="connsiteX918" fmla="*/ 2940663 w 7467600"/>
              <a:gd name="connsiteY918" fmla="*/ 140884 h 6858000"/>
              <a:gd name="connsiteX919" fmla="*/ 2947039 w 7467600"/>
              <a:gd name="connsiteY919" fmla="*/ 122524 h 6858000"/>
              <a:gd name="connsiteX920" fmla="*/ 2984316 w 7467600"/>
              <a:gd name="connsiteY920" fmla="*/ 0 h 6858000"/>
              <a:gd name="connsiteX921" fmla="*/ 3016114 w 7467600"/>
              <a:gd name="connsiteY921" fmla="*/ 0 h 6858000"/>
              <a:gd name="connsiteX922" fmla="*/ 2979949 w 7467600"/>
              <a:gd name="connsiteY922" fmla="*/ 119274 h 6858000"/>
              <a:gd name="connsiteX923" fmla="*/ 3023879 w 7467600"/>
              <a:gd name="connsiteY923" fmla="*/ 0 h 6858000"/>
              <a:gd name="connsiteX924" fmla="*/ 3105400 w 7467600"/>
              <a:gd name="connsiteY924" fmla="*/ 0 h 6858000"/>
              <a:gd name="connsiteX925" fmla="*/ 3094669 w 7467600"/>
              <a:gd name="connsiteY925" fmla="*/ 30308 h 6858000"/>
              <a:gd name="connsiteX926" fmla="*/ 2901945 w 7467600"/>
              <a:gd name="connsiteY926" fmla="*/ 466538 h 6858000"/>
              <a:gd name="connsiteX927" fmla="*/ 2815209 w 7467600"/>
              <a:gd name="connsiteY927" fmla="*/ 497361 h 6858000"/>
              <a:gd name="connsiteX928" fmla="*/ 2844845 w 7467600"/>
              <a:gd name="connsiteY928" fmla="*/ 127638 h 6858000"/>
              <a:gd name="connsiteX929" fmla="*/ 2867960 w 7467600"/>
              <a:gd name="connsiteY929" fmla="*/ 0 h 6858000"/>
              <a:gd name="connsiteX930" fmla="*/ 1057230 w 7467600"/>
              <a:gd name="connsiteY930" fmla="*/ 0 h 6858000"/>
              <a:gd name="connsiteX931" fmla="*/ 1111003 w 7467600"/>
              <a:gd name="connsiteY931" fmla="*/ 0 h 6858000"/>
              <a:gd name="connsiteX932" fmla="*/ 1125553 w 7467600"/>
              <a:gd name="connsiteY932" fmla="*/ 52588 h 6858000"/>
              <a:gd name="connsiteX933" fmla="*/ 1304276 w 7467600"/>
              <a:gd name="connsiteY933" fmla="*/ 476275 h 6858000"/>
              <a:gd name="connsiteX934" fmla="*/ 1492066 w 7467600"/>
              <a:gd name="connsiteY934" fmla="*/ 886333 h 6858000"/>
              <a:gd name="connsiteX935" fmla="*/ 1423698 w 7467600"/>
              <a:gd name="connsiteY935" fmla="*/ 710817 h 6858000"/>
              <a:gd name="connsiteX936" fmla="*/ 1357609 w 7467600"/>
              <a:gd name="connsiteY936" fmla="*/ 532892 h 6858000"/>
              <a:gd name="connsiteX937" fmla="*/ 1309550 w 7467600"/>
              <a:gd name="connsiteY937" fmla="*/ 374031 h 6858000"/>
              <a:gd name="connsiteX938" fmla="*/ 1193673 w 7467600"/>
              <a:gd name="connsiteY938" fmla="*/ 49533 h 6858000"/>
              <a:gd name="connsiteX939" fmla="*/ 1164391 w 7467600"/>
              <a:gd name="connsiteY939" fmla="*/ 0 h 6858000"/>
              <a:gd name="connsiteX940" fmla="*/ 1200666 w 7467600"/>
              <a:gd name="connsiteY940" fmla="*/ 0 h 6858000"/>
              <a:gd name="connsiteX941" fmla="*/ 1223408 w 7467600"/>
              <a:gd name="connsiteY941" fmla="*/ 38996 h 6858000"/>
              <a:gd name="connsiteX942" fmla="*/ 1339635 w 7467600"/>
              <a:gd name="connsiteY942" fmla="*/ 365517 h 6858000"/>
              <a:gd name="connsiteX943" fmla="*/ 1387469 w 7467600"/>
              <a:gd name="connsiteY943" fmla="*/ 523079 h 6858000"/>
              <a:gd name="connsiteX944" fmla="*/ 1452685 w 7467600"/>
              <a:gd name="connsiteY944" fmla="*/ 699806 h 6858000"/>
              <a:gd name="connsiteX945" fmla="*/ 1492092 w 7467600"/>
              <a:gd name="connsiteY945" fmla="*/ 800424 h 6858000"/>
              <a:gd name="connsiteX946" fmla="*/ 1455302 w 7467600"/>
              <a:gd name="connsiteY946" fmla="*/ 632913 h 6858000"/>
              <a:gd name="connsiteX947" fmla="*/ 1222336 w 7467600"/>
              <a:gd name="connsiteY947" fmla="*/ 9480 h 6858000"/>
              <a:gd name="connsiteX948" fmla="*/ 1214634 w 7467600"/>
              <a:gd name="connsiteY948" fmla="*/ 0 h 6858000"/>
              <a:gd name="connsiteX949" fmla="*/ 1289827 w 7467600"/>
              <a:gd name="connsiteY949" fmla="*/ 0 h 6858000"/>
              <a:gd name="connsiteX950" fmla="*/ 1321076 w 7467600"/>
              <a:gd name="connsiteY950" fmla="*/ 59722 h 6858000"/>
              <a:gd name="connsiteX951" fmla="*/ 1512579 w 7467600"/>
              <a:gd name="connsiteY951" fmla="*/ 626441 h 6858000"/>
              <a:gd name="connsiteX952" fmla="*/ 1506076 w 7467600"/>
              <a:gd name="connsiteY952" fmla="*/ 1089289 h 6858000"/>
              <a:gd name="connsiteX953" fmla="*/ 1486346 w 7467600"/>
              <a:gd name="connsiteY953" fmla="*/ 1079919 h 6858000"/>
              <a:gd name="connsiteX954" fmla="*/ 1070511 w 7467600"/>
              <a:gd name="connsiteY954" fmla="*/ 48609 h 6858000"/>
              <a:gd name="connsiteX955" fmla="*/ 1057230 w 7467600"/>
              <a:gd name="connsiteY955" fmla="*/ 0 h 6858000"/>
              <a:gd name="connsiteX956" fmla="*/ 43151 w 7467600"/>
              <a:gd name="connsiteY956" fmla="*/ 0 h 6858000"/>
              <a:gd name="connsiteX957" fmla="*/ 95283 w 7467600"/>
              <a:gd name="connsiteY957" fmla="*/ 0 h 6858000"/>
              <a:gd name="connsiteX958" fmla="*/ 300708 w 7467600"/>
              <a:gd name="connsiteY958" fmla="*/ 154571 h 6858000"/>
              <a:gd name="connsiteX959" fmla="*/ 530414 w 7467600"/>
              <a:gd name="connsiteY959" fmla="*/ 354673 h 6858000"/>
              <a:gd name="connsiteX960" fmla="*/ 333785 w 7467600"/>
              <a:gd name="connsiteY960" fmla="*/ 161564 h 6858000"/>
              <a:gd name="connsiteX961" fmla="*/ 147005 w 7467600"/>
              <a:gd name="connsiteY961" fmla="*/ 0 h 6858000"/>
              <a:gd name="connsiteX962" fmla="*/ 272509 w 7467600"/>
              <a:gd name="connsiteY962" fmla="*/ 0 h 6858000"/>
              <a:gd name="connsiteX963" fmla="*/ 326276 w 7467600"/>
              <a:gd name="connsiteY963" fmla="*/ 45847 h 6858000"/>
              <a:gd name="connsiteX964" fmla="*/ 823759 w 7467600"/>
              <a:gd name="connsiteY964" fmla="*/ 574145 h 6858000"/>
              <a:gd name="connsiteX965" fmla="*/ 811254 w 7467600"/>
              <a:gd name="connsiteY965" fmla="*/ 665546 h 6858000"/>
              <a:gd name="connsiteX966" fmla="*/ 154042 w 7467600"/>
              <a:gd name="connsiteY966" fmla="*/ 261522 h 6858000"/>
              <a:gd name="connsiteX967" fmla="*/ 13550 w 7467600"/>
              <a:gd name="connsiteY967" fmla="*/ 158423 h 6858000"/>
              <a:gd name="connsiteX968" fmla="*/ 0 w 7467600"/>
              <a:gd name="connsiteY968" fmla="*/ 146618 h 6858000"/>
              <a:gd name="connsiteX969" fmla="*/ 0 w 7467600"/>
              <a:gd name="connsiteY969" fmla="*/ 59161 h 6858000"/>
              <a:gd name="connsiteX970" fmla="*/ 45427 w 7467600"/>
              <a:gd name="connsiteY970" fmla="*/ 101078 h 6858000"/>
              <a:gd name="connsiteX971" fmla="*/ 630103 w 7467600"/>
              <a:gd name="connsiteY971" fmla="*/ 485885 h 6858000"/>
              <a:gd name="connsiteX972" fmla="*/ 532040 w 7467600"/>
              <a:gd name="connsiteY972" fmla="*/ 399359 h 6858000"/>
              <a:gd name="connsiteX973" fmla="*/ 517618 w 7467600"/>
              <a:gd name="connsiteY973" fmla="*/ 385726 h 6858000"/>
              <a:gd name="connsiteX974" fmla="*/ 285074 w 7467600"/>
              <a:gd name="connsiteY974" fmla="*/ 182755 h 6858000"/>
              <a:gd name="connsiteX975" fmla="*/ 43151 w 7467600"/>
              <a:gd name="connsiteY97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1456157 w 7467600"/>
              <a:gd name="connsiteY96" fmla="*/ 5371404 h 6858000"/>
              <a:gd name="connsiteX97" fmla="*/ 1244432 w 7467600"/>
              <a:gd name="connsiteY97" fmla="*/ 5385601 h 6858000"/>
              <a:gd name="connsiteX98" fmla="*/ 973990 w 7467600"/>
              <a:gd name="connsiteY98" fmla="*/ 5424940 h 6858000"/>
              <a:gd name="connsiteX99" fmla="*/ 1103809 w 7467600"/>
              <a:gd name="connsiteY99" fmla="*/ 5433720 h 6858000"/>
              <a:gd name="connsiteX100" fmla="*/ 1123454 w 7467600"/>
              <a:gd name="connsiteY100" fmla="*/ 5435727 h 6858000"/>
              <a:gd name="connsiteX101" fmla="*/ 1737017 w 7467600"/>
              <a:gd name="connsiteY101" fmla="*/ 5452183 h 6858000"/>
              <a:gd name="connsiteX102" fmla="*/ 1824397 w 7467600"/>
              <a:gd name="connsiteY102" fmla="*/ 5447757 h 6858000"/>
              <a:gd name="connsiteX103" fmla="*/ 2070059 w 7467600"/>
              <a:gd name="connsiteY103" fmla="*/ 5441660 h 6858000"/>
              <a:gd name="connsiteX104" fmla="*/ 1456157 w 7467600"/>
              <a:gd name="connsiteY104" fmla="*/ 5371404 h 6858000"/>
              <a:gd name="connsiteX105" fmla="*/ 4988186 w 7467600"/>
              <a:gd name="connsiteY105" fmla="*/ 5216467 h 6858000"/>
              <a:gd name="connsiteX106" fmla="*/ 4777334 w 7467600"/>
              <a:gd name="connsiteY106" fmla="*/ 5406072 h 6858000"/>
              <a:gd name="connsiteX107" fmla="*/ 4718341 w 7467600"/>
              <a:gd name="connsiteY107" fmla="*/ 5468043 h 6858000"/>
              <a:gd name="connsiteX108" fmla="*/ 4604655 w 7467600"/>
              <a:gd name="connsiteY108" fmla="*/ 5583434 h 6858000"/>
              <a:gd name="connsiteX109" fmla="*/ 4565074 w 7467600"/>
              <a:gd name="connsiteY109" fmla="*/ 5618550 h 6858000"/>
              <a:gd name="connsiteX110" fmla="*/ 4988186 w 7467600"/>
              <a:gd name="connsiteY110" fmla="*/ 5216467 h 6858000"/>
              <a:gd name="connsiteX111" fmla="*/ 4978032 w 7467600"/>
              <a:gd name="connsiteY111" fmla="*/ 5183809 h 6858000"/>
              <a:gd name="connsiteX112" fmla="*/ 4463413 w 7467600"/>
              <a:gd name="connsiteY112" fmla="*/ 5615162 h 6858000"/>
              <a:gd name="connsiteX113" fmla="*/ 4358134 w 7467600"/>
              <a:gd name="connsiteY113" fmla="*/ 5742791 h 6858000"/>
              <a:gd name="connsiteX114" fmla="*/ 4376219 w 7467600"/>
              <a:gd name="connsiteY114" fmla="*/ 5729027 h 6858000"/>
              <a:gd name="connsiteX115" fmla="*/ 4582340 w 7467600"/>
              <a:gd name="connsiteY115" fmla="*/ 5561037 h 6858000"/>
              <a:gd name="connsiteX116" fmla="*/ 4694684 w 7467600"/>
              <a:gd name="connsiteY116" fmla="*/ 5447098 h 6858000"/>
              <a:gd name="connsiteX117" fmla="*/ 4754123 w 7467600"/>
              <a:gd name="connsiteY117" fmla="*/ 5384643 h 6858000"/>
              <a:gd name="connsiteX118" fmla="*/ 4978032 w 7467600"/>
              <a:gd name="connsiteY118" fmla="*/ 5183809 h 6858000"/>
              <a:gd name="connsiteX119" fmla="*/ 1903353 w 7467600"/>
              <a:gd name="connsiteY119" fmla="*/ 5044827 h 6858000"/>
              <a:gd name="connsiteX120" fmla="*/ 1936931 w 7467600"/>
              <a:gd name="connsiteY120" fmla="*/ 5093954 h 6858000"/>
              <a:gd name="connsiteX121" fmla="*/ 2195868 w 7467600"/>
              <a:gd name="connsiteY121" fmla="*/ 5396574 h 6858000"/>
              <a:gd name="connsiteX122" fmla="*/ 2088852 w 7467600"/>
              <a:gd name="connsiteY122" fmla="*/ 5166123 h 6858000"/>
              <a:gd name="connsiteX123" fmla="*/ 1958241 w 7467600"/>
              <a:gd name="connsiteY123" fmla="*/ 5067955 h 6858000"/>
              <a:gd name="connsiteX124" fmla="*/ 1903353 w 7467600"/>
              <a:gd name="connsiteY124" fmla="*/ 5044827 h 6858000"/>
              <a:gd name="connsiteX125" fmla="*/ 1979378 w 7467600"/>
              <a:gd name="connsiteY125" fmla="*/ 4769504 h 6858000"/>
              <a:gd name="connsiteX126" fmla="*/ 2882120 w 7467600"/>
              <a:gd name="connsiteY126" fmla="*/ 5064547 h 6858000"/>
              <a:gd name="connsiteX127" fmla="*/ 2793103 w 7467600"/>
              <a:gd name="connsiteY127" fmla="*/ 5039699 h 6858000"/>
              <a:gd name="connsiteX128" fmla="*/ 2770041 w 7467600"/>
              <a:gd name="connsiteY128" fmla="*/ 5033634 h 6858000"/>
              <a:gd name="connsiteX129" fmla="*/ 1979378 w 7467600"/>
              <a:gd name="connsiteY129" fmla="*/ 4769504 h 6858000"/>
              <a:gd name="connsiteX130" fmla="*/ 1927410 w 7467600"/>
              <a:gd name="connsiteY130" fmla="*/ 4716164 h 6858000"/>
              <a:gd name="connsiteX131" fmla="*/ 1959587 w 7467600"/>
              <a:gd name="connsiteY131" fmla="*/ 4728849 h 6858000"/>
              <a:gd name="connsiteX132" fmla="*/ 2777707 w 7467600"/>
              <a:gd name="connsiteY132" fmla="*/ 5003991 h 6858000"/>
              <a:gd name="connsiteX133" fmla="*/ 2800768 w 7467600"/>
              <a:gd name="connsiteY133" fmla="*/ 5010056 h 6858000"/>
              <a:gd name="connsiteX134" fmla="*/ 2879408 w 7467600"/>
              <a:gd name="connsiteY134" fmla="*/ 5031590 h 6858000"/>
              <a:gd name="connsiteX135" fmla="*/ 2862295 w 7467600"/>
              <a:gd name="connsiteY135" fmla="*/ 5022958 h 6858000"/>
              <a:gd name="connsiteX136" fmla="*/ 2813343 w 7467600"/>
              <a:gd name="connsiteY136" fmla="*/ 4998369 h 6858000"/>
              <a:gd name="connsiteX137" fmla="*/ 2646245 w 7467600"/>
              <a:gd name="connsiteY137" fmla="*/ 4930999 h 6858000"/>
              <a:gd name="connsiteX138" fmla="*/ 1999243 w 7467600"/>
              <a:gd name="connsiteY138" fmla="*/ 4730524 h 6858000"/>
              <a:gd name="connsiteX139" fmla="*/ 1979527 w 7467600"/>
              <a:gd name="connsiteY139" fmla="*/ 4726651 h 6858000"/>
              <a:gd name="connsiteX140" fmla="*/ 1927410 w 7467600"/>
              <a:gd name="connsiteY140" fmla="*/ 4716164 h 6858000"/>
              <a:gd name="connsiteX141" fmla="*/ 1997014 w 7467600"/>
              <a:gd name="connsiteY141" fmla="*/ 4698007 h 6858000"/>
              <a:gd name="connsiteX142" fmla="*/ 2005458 w 7467600"/>
              <a:gd name="connsiteY142" fmla="*/ 4699540 h 6858000"/>
              <a:gd name="connsiteX143" fmla="*/ 2657186 w 7467600"/>
              <a:gd name="connsiteY143" fmla="*/ 4901687 h 6858000"/>
              <a:gd name="connsiteX144" fmla="*/ 2826662 w 7467600"/>
              <a:gd name="connsiteY144" fmla="*/ 4970362 h 6858000"/>
              <a:gd name="connsiteX145" fmla="*/ 2876100 w 7467600"/>
              <a:gd name="connsiteY145" fmla="*/ 4995397 h 6858000"/>
              <a:gd name="connsiteX146" fmla="*/ 3042600 w 7467600"/>
              <a:gd name="connsiteY146" fmla="*/ 5059532 h 6858000"/>
              <a:gd name="connsiteX147" fmla="*/ 1997014 w 7467600"/>
              <a:gd name="connsiteY147" fmla="*/ 4698007 h 6858000"/>
              <a:gd name="connsiteX148" fmla="*/ 2305292 w 7467600"/>
              <a:gd name="connsiteY148" fmla="*/ 4219492 h 6858000"/>
              <a:gd name="connsiteX149" fmla="*/ 3360922 w 7467600"/>
              <a:gd name="connsiteY149" fmla="*/ 4529373 h 6858000"/>
              <a:gd name="connsiteX150" fmla="*/ 3492420 w 7467600"/>
              <a:gd name="connsiteY150" fmla="*/ 4510145 h 6858000"/>
              <a:gd name="connsiteX151" fmla="*/ 3364086 w 7467600"/>
              <a:gd name="connsiteY151" fmla="*/ 4480340 h 6858000"/>
              <a:gd name="connsiteX152" fmla="*/ 3225818 w 7467600"/>
              <a:gd name="connsiteY152" fmla="*/ 4411822 h 6858000"/>
              <a:gd name="connsiteX153" fmla="*/ 3129696 w 7467600"/>
              <a:gd name="connsiteY153" fmla="*/ 4360704 h 6858000"/>
              <a:gd name="connsiteX154" fmla="*/ 2814545 w 7467600"/>
              <a:gd name="connsiteY154" fmla="*/ 4282955 h 6858000"/>
              <a:gd name="connsiteX155" fmla="*/ 2305292 w 7467600"/>
              <a:gd name="connsiteY155" fmla="*/ 4219492 h 6858000"/>
              <a:gd name="connsiteX156" fmla="*/ 2626982 w 7467600"/>
              <a:gd name="connsiteY156" fmla="*/ 4206450 h 6858000"/>
              <a:gd name="connsiteX157" fmla="*/ 2490617 w 7467600"/>
              <a:gd name="connsiteY157" fmla="*/ 4206951 h 6858000"/>
              <a:gd name="connsiteX158" fmla="*/ 2819869 w 7467600"/>
              <a:gd name="connsiteY158" fmla="*/ 4252936 h 6858000"/>
              <a:gd name="connsiteX159" fmla="*/ 3143018 w 7467600"/>
              <a:gd name="connsiteY159" fmla="*/ 4332698 h 6858000"/>
              <a:gd name="connsiteX160" fmla="*/ 3241520 w 7467600"/>
              <a:gd name="connsiteY160" fmla="*/ 4385112 h 6858000"/>
              <a:gd name="connsiteX161" fmla="*/ 3374575 w 7467600"/>
              <a:gd name="connsiteY161" fmla="*/ 4451517 h 6858000"/>
              <a:gd name="connsiteX162" fmla="*/ 3505221 w 7467600"/>
              <a:gd name="connsiteY162" fmla="*/ 4480757 h 6858000"/>
              <a:gd name="connsiteX163" fmla="*/ 2626982 w 7467600"/>
              <a:gd name="connsiteY163" fmla="*/ 4206450 h 6858000"/>
              <a:gd name="connsiteX164" fmla="*/ 1310106 w 7467600"/>
              <a:gd name="connsiteY164" fmla="*/ 3943217 h 6858000"/>
              <a:gd name="connsiteX165" fmla="*/ 854994 w 7467600"/>
              <a:gd name="connsiteY165" fmla="*/ 4399136 h 6858000"/>
              <a:gd name="connsiteX166" fmla="*/ 742462 w 7467600"/>
              <a:gd name="connsiteY166" fmla="*/ 4594648 h 6858000"/>
              <a:gd name="connsiteX167" fmla="*/ 820602 w 7467600"/>
              <a:gd name="connsiteY167" fmla="*/ 4485915 h 6858000"/>
              <a:gd name="connsiteX168" fmla="*/ 878295 w 7467600"/>
              <a:gd name="connsiteY168" fmla="*/ 4403594 h 6858000"/>
              <a:gd name="connsiteX169" fmla="*/ 1240607 w 7467600"/>
              <a:gd name="connsiteY169" fmla="*/ 4010401 h 6858000"/>
              <a:gd name="connsiteX170" fmla="*/ 1310106 w 7467600"/>
              <a:gd name="connsiteY170" fmla="*/ 3943217 h 6858000"/>
              <a:gd name="connsiteX171" fmla="*/ 1423113 w 7467600"/>
              <a:gd name="connsiteY171" fmla="*/ 3874565 h 6858000"/>
              <a:gd name="connsiteX172" fmla="*/ 1260565 w 7467600"/>
              <a:gd name="connsiteY172" fmla="*/ 4031982 h 6858000"/>
              <a:gd name="connsiteX173" fmla="*/ 901900 w 7467600"/>
              <a:gd name="connsiteY173" fmla="*/ 4421236 h 6858000"/>
              <a:gd name="connsiteX174" fmla="*/ 845044 w 7467600"/>
              <a:gd name="connsiteY174" fmla="*/ 4502436 h 6858000"/>
              <a:gd name="connsiteX175" fmla="*/ 685926 w 7467600"/>
              <a:gd name="connsiteY175" fmla="*/ 4703069 h 6858000"/>
              <a:gd name="connsiteX176" fmla="*/ 684248 w 7467600"/>
              <a:gd name="connsiteY176" fmla="*/ 4706721 h 6858000"/>
              <a:gd name="connsiteX177" fmla="*/ 1423113 w 7467600"/>
              <a:gd name="connsiteY177" fmla="*/ 3874565 h 6858000"/>
              <a:gd name="connsiteX178" fmla="*/ 3316479 w 7467600"/>
              <a:gd name="connsiteY178" fmla="*/ 3872136 h 6858000"/>
              <a:gd name="connsiteX179" fmla="*/ 3546806 w 7467600"/>
              <a:gd name="connsiteY179" fmla="*/ 4356139 h 6858000"/>
              <a:gd name="connsiteX180" fmla="*/ 3364433 w 7467600"/>
              <a:gd name="connsiteY180" fmla="*/ 3953121 h 6858000"/>
              <a:gd name="connsiteX181" fmla="*/ 3316479 w 7467600"/>
              <a:gd name="connsiteY181" fmla="*/ 3872136 h 6858000"/>
              <a:gd name="connsiteX182" fmla="*/ 3291335 w 7467600"/>
              <a:gd name="connsiteY182" fmla="*/ 3767420 h 6858000"/>
              <a:gd name="connsiteX183" fmla="*/ 3390805 w 7467600"/>
              <a:gd name="connsiteY183" fmla="*/ 3937163 h 6858000"/>
              <a:gd name="connsiteX184" fmla="*/ 3579062 w 7467600"/>
              <a:gd name="connsiteY184" fmla="*/ 4359040 h 6858000"/>
              <a:gd name="connsiteX185" fmla="*/ 3467355 w 7467600"/>
              <a:gd name="connsiteY185" fmla="*/ 3988130 h 6858000"/>
              <a:gd name="connsiteX186" fmla="*/ 3310753 w 7467600"/>
              <a:gd name="connsiteY186" fmla="*/ 3787140 h 6858000"/>
              <a:gd name="connsiteX187" fmla="*/ 3291335 w 7467600"/>
              <a:gd name="connsiteY187" fmla="*/ 3767420 h 6858000"/>
              <a:gd name="connsiteX188" fmla="*/ 1635889 w 7467600"/>
              <a:gd name="connsiteY188" fmla="*/ 3709494 h 6858000"/>
              <a:gd name="connsiteX189" fmla="*/ 1634800 w 7467600"/>
              <a:gd name="connsiteY189" fmla="*/ 3731111 h 6858000"/>
              <a:gd name="connsiteX190" fmla="*/ 1635889 w 7467600"/>
              <a:gd name="connsiteY190" fmla="*/ 3709494 h 6858000"/>
              <a:gd name="connsiteX191" fmla="*/ 1510397 w 7467600"/>
              <a:gd name="connsiteY191" fmla="*/ 3684705 h 6858000"/>
              <a:gd name="connsiteX192" fmla="*/ 1146550 w 7467600"/>
              <a:gd name="connsiteY192" fmla="*/ 3802012 h 6858000"/>
              <a:gd name="connsiteX193" fmla="*/ 698834 w 7467600"/>
              <a:gd name="connsiteY193" fmla="*/ 3952272 h 6858000"/>
              <a:gd name="connsiteX194" fmla="*/ 34256 w 7467600"/>
              <a:gd name="connsiteY194" fmla="*/ 4347603 h 6858000"/>
              <a:gd name="connsiteX195" fmla="*/ 527241 w 7467600"/>
              <a:gd name="connsiteY195" fmla="*/ 4065078 h 6858000"/>
              <a:gd name="connsiteX196" fmla="*/ 1510397 w 7467600"/>
              <a:gd name="connsiteY196" fmla="*/ 3684705 h 6858000"/>
              <a:gd name="connsiteX197" fmla="*/ 1313114 w 7467600"/>
              <a:gd name="connsiteY197" fmla="*/ 3655216 h 6858000"/>
              <a:gd name="connsiteX198" fmla="*/ 1109304 w 7467600"/>
              <a:gd name="connsiteY198" fmla="*/ 3669030 h 6858000"/>
              <a:gd name="connsiteX199" fmla="*/ 8129 w 7467600"/>
              <a:gd name="connsiteY199" fmla="*/ 4330519 h 6858000"/>
              <a:gd name="connsiteX200" fmla="*/ 687572 w 7467600"/>
              <a:gd name="connsiteY200" fmla="*/ 3925629 h 6858000"/>
              <a:gd name="connsiteX201" fmla="*/ 1138365 w 7467600"/>
              <a:gd name="connsiteY201" fmla="*/ 3774515 h 6858000"/>
              <a:gd name="connsiteX202" fmla="*/ 1505579 w 7467600"/>
              <a:gd name="connsiteY202" fmla="*/ 3655526 h 6858000"/>
              <a:gd name="connsiteX203" fmla="*/ 1313114 w 7467600"/>
              <a:gd name="connsiteY203" fmla="*/ 3655216 h 6858000"/>
              <a:gd name="connsiteX204" fmla="*/ 3655073 w 7467600"/>
              <a:gd name="connsiteY204" fmla="*/ 3650884 h 6858000"/>
              <a:gd name="connsiteX205" fmla="*/ 3989938 w 7467600"/>
              <a:gd name="connsiteY205" fmla="*/ 3991685 h 6858000"/>
              <a:gd name="connsiteX206" fmla="*/ 4393907 w 7467600"/>
              <a:gd name="connsiteY206" fmla="*/ 4261258 h 6858000"/>
              <a:gd name="connsiteX207" fmla="*/ 4648051 w 7467600"/>
              <a:gd name="connsiteY207" fmla="*/ 4374051 h 6858000"/>
              <a:gd name="connsiteX208" fmla="*/ 4383389 w 7467600"/>
              <a:gd name="connsiteY208" fmla="*/ 4184369 h 6858000"/>
              <a:gd name="connsiteX209" fmla="*/ 4165508 w 7467600"/>
              <a:gd name="connsiteY209" fmla="*/ 4035196 h 6858000"/>
              <a:gd name="connsiteX210" fmla="*/ 4068162 w 7467600"/>
              <a:gd name="connsiteY210" fmla="*/ 3953394 h 6858000"/>
              <a:gd name="connsiteX211" fmla="*/ 3981416 w 7467600"/>
              <a:gd name="connsiteY211" fmla="*/ 3880482 h 6858000"/>
              <a:gd name="connsiteX212" fmla="*/ 3800147 w 7467600"/>
              <a:gd name="connsiteY212" fmla="*/ 3749872 h 6858000"/>
              <a:gd name="connsiteX213" fmla="*/ 3655073 w 7467600"/>
              <a:gd name="connsiteY213" fmla="*/ 3650884 h 6858000"/>
              <a:gd name="connsiteX214" fmla="*/ 3670252 w 7467600"/>
              <a:gd name="connsiteY214" fmla="*/ 3622798 h 6858000"/>
              <a:gd name="connsiteX215" fmla="*/ 3817258 w 7467600"/>
              <a:gd name="connsiteY215" fmla="*/ 3723577 h 6858000"/>
              <a:gd name="connsiteX216" fmla="*/ 4000461 w 7467600"/>
              <a:gd name="connsiteY216" fmla="*/ 3855966 h 6858000"/>
              <a:gd name="connsiteX217" fmla="*/ 4088180 w 7467600"/>
              <a:gd name="connsiteY217" fmla="*/ 3929774 h 6858000"/>
              <a:gd name="connsiteX218" fmla="*/ 4184555 w 7467600"/>
              <a:gd name="connsiteY218" fmla="*/ 4010683 h 6858000"/>
              <a:gd name="connsiteX219" fmla="*/ 4399563 w 7467600"/>
              <a:gd name="connsiteY219" fmla="*/ 4158106 h 6858000"/>
              <a:gd name="connsiteX220" fmla="*/ 4684469 w 7467600"/>
              <a:gd name="connsiteY220" fmla="*/ 4364680 h 6858000"/>
              <a:gd name="connsiteX221" fmla="*/ 4690271 w 7467600"/>
              <a:gd name="connsiteY221" fmla="*/ 4370034 h 6858000"/>
              <a:gd name="connsiteX222" fmla="*/ 4136093 w 7467600"/>
              <a:gd name="connsiteY222" fmla="*/ 3858466 h 6858000"/>
              <a:gd name="connsiteX223" fmla="*/ 3670252 w 7467600"/>
              <a:gd name="connsiteY223" fmla="*/ 3622798 h 6858000"/>
              <a:gd name="connsiteX224" fmla="*/ 4440129 w 7467600"/>
              <a:gd name="connsiteY224" fmla="*/ 3448571 h 6858000"/>
              <a:gd name="connsiteX225" fmla="*/ 4856525 w 7467600"/>
              <a:gd name="connsiteY225" fmla="*/ 3915351 h 6858000"/>
              <a:gd name="connsiteX226" fmla="*/ 5059055 w 7467600"/>
              <a:gd name="connsiteY226" fmla="*/ 4108918 h 6858000"/>
              <a:gd name="connsiteX227" fmla="*/ 5290070 w 7467600"/>
              <a:gd name="connsiteY227" fmla="*/ 4263619 h 6858000"/>
              <a:gd name="connsiteX228" fmla="*/ 4834991 w 7467600"/>
              <a:gd name="connsiteY228" fmla="*/ 3830985 h 6858000"/>
              <a:gd name="connsiteX229" fmla="*/ 4440129 w 7467600"/>
              <a:gd name="connsiteY229" fmla="*/ 3448571 h 6858000"/>
              <a:gd name="connsiteX230" fmla="*/ 4441737 w 7467600"/>
              <a:gd name="connsiteY230" fmla="*/ 3399734 h 6858000"/>
              <a:gd name="connsiteX231" fmla="*/ 4431236 w 7467600"/>
              <a:gd name="connsiteY231" fmla="*/ 3400954 h 6858000"/>
              <a:gd name="connsiteX232" fmla="*/ 4557150 w 7467600"/>
              <a:gd name="connsiteY232" fmla="*/ 3510023 h 6858000"/>
              <a:gd name="connsiteX233" fmla="*/ 4856936 w 7467600"/>
              <a:gd name="connsiteY233" fmla="*/ 3809146 h 6858000"/>
              <a:gd name="connsiteX234" fmla="*/ 5111996 w 7467600"/>
              <a:gd name="connsiteY234" fmla="*/ 4065759 h 6858000"/>
              <a:gd name="connsiteX235" fmla="*/ 5388878 w 7467600"/>
              <a:gd name="connsiteY235" fmla="*/ 4300185 h 6858000"/>
              <a:gd name="connsiteX236" fmla="*/ 5425556 w 7467600"/>
              <a:gd name="connsiteY236" fmla="*/ 4308967 h 6858000"/>
              <a:gd name="connsiteX237" fmla="*/ 4943646 w 7467600"/>
              <a:gd name="connsiteY237" fmla="*/ 3822916 h 6858000"/>
              <a:gd name="connsiteX238" fmla="*/ 4594837 w 7467600"/>
              <a:gd name="connsiteY238" fmla="*/ 3532274 h 6858000"/>
              <a:gd name="connsiteX239" fmla="*/ 4441737 w 7467600"/>
              <a:gd name="connsiteY239" fmla="*/ 3399734 h 6858000"/>
              <a:gd name="connsiteX240" fmla="*/ 5425834 w 7467600"/>
              <a:gd name="connsiteY240" fmla="*/ 3162785 h 6858000"/>
              <a:gd name="connsiteX241" fmla="*/ 5401644 w 7467600"/>
              <a:gd name="connsiteY241" fmla="*/ 3617847 h 6858000"/>
              <a:gd name="connsiteX242" fmla="*/ 5467256 w 7467600"/>
              <a:gd name="connsiteY242" fmla="*/ 4175494 h 6858000"/>
              <a:gd name="connsiteX243" fmla="*/ 5448069 w 7467600"/>
              <a:gd name="connsiteY243" fmla="*/ 3567554 h 6858000"/>
              <a:gd name="connsiteX244" fmla="*/ 5425834 w 7467600"/>
              <a:gd name="connsiteY244" fmla="*/ 3162785 h 6858000"/>
              <a:gd name="connsiteX245" fmla="*/ 1318687 w 7467600"/>
              <a:gd name="connsiteY245" fmla="*/ 3113840 h 6858000"/>
              <a:gd name="connsiteX246" fmla="*/ 1066793 w 7467600"/>
              <a:gd name="connsiteY246" fmla="*/ 3212171 h 6858000"/>
              <a:gd name="connsiteX247" fmla="*/ 993319 w 7467600"/>
              <a:gd name="connsiteY247" fmla="*/ 3247648 h 6858000"/>
              <a:gd name="connsiteX248" fmla="*/ 853081 w 7467600"/>
              <a:gd name="connsiteY248" fmla="*/ 3312410 h 6858000"/>
              <a:gd name="connsiteX249" fmla="*/ 805957 w 7467600"/>
              <a:gd name="connsiteY249" fmla="*/ 3330443 h 6858000"/>
              <a:gd name="connsiteX250" fmla="*/ 1318687 w 7467600"/>
              <a:gd name="connsiteY250" fmla="*/ 3113840 h 6858000"/>
              <a:gd name="connsiteX251" fmla="*/ 5453702 w 7467600"/>
              <a:gd name="connsiteY251" fmla="*/ 3090882 h 6858000"/>
              <a:gd name="connsiteX252" fmla="*/ 5480135 w 7467600"/>
              <a:gd name="connsiteY252" fmla="*/ 3565802 h 6858000"/>
              <a:gd name="connsiteX253" fmla="*/ 5499023 w 7467600"/>
              <a:gd name="connsiteY253" fmla="*/ 4166310 h 6858000"/>
              <a:gd name="connsiteX254" fmla="*/ 5547022 w 7467600"/>
              <a:gd name="connsiteY254" fmla="*/ 3607838 h 6858000"/>
              <a:gd name="connsiteX255" fmla="*/ 5515964 w 7467600"/>
              <a:gd name="connsiteY255" fmla="*/ 3378541 h 6858000"/>
              <a:gd name="connsiteX256" fmla="*/ 5453702 w 7467600"/>
              <a:gd name="connsiteY256" fmla="*/ 3090882 h 6858000"/>
              <a:gd name="connsiteX257" fmla="*/ 1238695 w 7467600"/>
              <a:gd name="connsiteY257" fmla="*/ 3076820 h 6858000"/>
              <a:gd name="connsiteX258" fmla="*/ 716371 w 7467600"/>
              <a:gd name="connsiteY258" fmla="*/ 3293249 h 6858000"/>
              <a:gd name="connsiteX259" fmla="*/ 579522 w 7467600"/>
              <a:gd name="connsiteY259" fmla="*/ 3371759 h 6858000"/>
              <a:gd name="connsiteX260" fmla="*/ 600288 w 7467600"/>
              <a:gd name="connsiteY260" fmla="*/ 3365555 h 6858000"/>
              <a:gd name="connsiteX261" fmla="*/ 840692 w 7467600"/>
              <a:gd name="connsiteY261" fmla="*/ 3284921 h 6858000"/>
              <a:gd name="connsiteX262" fmla="*/ 979248 w 7467600"/>
              <a:gd name="connsiteY262" fmla="*/ 3221003 h 6858000"/>
              <a:gd name="connsiteX263" fmla="*/ 1053282 w 7467600"/>
              <a:gd name="connsiteY263" fmla="*/ 3185247 h 6858000"/>
              <a:gd name="connsiteX264" fmla="*/ 1320603 w 7467600"/>
              <a:gd name="connsiteY264" fmla="*/ 3081281 h 6858000"/>
              <a:gd name="connsiteX265" fmla="*/ 1238695 w 7467600"/>
              <a:gd name="connsiteY265" fmla="*/ 3076820 h 6858000"/>
              <a:gd name="connsiteX266" fmla="*/ 5425627 w 7467600"/>
              <a:gd name="connsiteY266" fmla="*/ 2954192 h 6858000"/>
              <a:gd name="connsiteX267" fmla="*/ 5470770 w 7467600"/>
              <a:gd name="connsiteY267" fmla="*/ 3005435 h 6858000"/>
              <a:gd name="connsiteX268" fmla="*/ 5519779 w 7467600"/>
              <a:gd name="connsiteY268" fmla="*/ 4359223 h 6858000"/>
              <a:gd name="connsiteX269" fmla="*/ 5520293 w 7467600"/>
              <a:gd name="connsiteY269" fmla="*/ 4360602 h 6858000"/>
              <a:gd name="connsiteX270" fmla="*/ 5767221 w 7467600"/>
              <a:gd name="connsiteY270" fmla="*/ 4665564 h 6858000"/>
              <a:gd name="connsiteX271" fmla="*/ 6937169 w 7467600"/>
              <a:gd name="connsiteY271" fmla="*/ 4815941 h 6858000"/>
              <a:gd name="connsiteX272" fmla="*/ 6953922 w 7467600"/>
              <a:gd name="connsiteY272" fmla="*/ 4890068 h 6858000"/>
              <a:gd name="connsiteX273" fmla="*/ 6071359 w 7467600"/>
              <a:gd name="connsiteY273" fmla="*/ 4770770 h 6858000"/>
              <a:gd name="connsiteX274" fmla="*/ 6038839 w 7467600"/>
              <a:gd name="connsiteY274" fmla="*/ 4764474 h 6858000"/>
              <a:gd name="connsiteX275" fmla="*/ 6038706 w 7467600"/>
              <a:gd name="connsiteY275" fmla="*/ 4763847 h 6858000"/>
              <a:gd name="connsiteX276" fmla="*/ 6037784 w 7467600"/>
              <a:gd name="connsiteY276" fmla="*/ 4764270 h 6858000"/>
              <a:gd name="connsiteX277" fmla="*/ 6038839 w 7467600"/>
              <a:gd name="connsiteY277" fmla="*/ 4764474 h 6858000"/>
              <a:gd name="connsiteX278" fmla="*/ 6040338 w 7467600"/>
              <a:gd name="connsiteY278" fmla="*/ 4771418 h 6858000"/>
              <a:gd name="connsiteX279" fmla="*/ 6024488 w 7467600"/>
              <a:gd name="connsiteY279" fmla="*/ 4809903 h 6858000"/>
              <a:gd name="connsiteX280" fmla="*/ 5599771 w 7467600"/>
              <a:gd name="connsiteY280" fmla="*/ 5509652 h 6858000"/>
              <a:gd name="connsiteX281" fmla="*/ 5548843 w 7467600"/>
              <a:gd name="connsiteY281" fmla="*/ 5563845 h 6858000"/>
              <a:gd name="connsiteX282" fmla="*/ 5940952 w 7467600"/>
              <a:gd name="connsiteY282" fmla="*/ 6250028 h 6858000"/>
              <a:gd name="connsiteX283" fmla="*/ 6043441 w 7467600"/>
              <a:gd name="connsiteY283" fmla="*/ 6665847 h 6858000"/>
              <a:gd name="connsiteX284" fmla="*/ 6093432 w 7467600"/>
              <a:gd name="connsiteY284" fmla="*/ 6858000 h 6858000"/>
              <a:gd name="connsiteX285" fmla="*/ 6034344 w 7467600"/>
              <a:gd name="connsiteY285" fmla="*/ 6858000 h 6858000"/>
              <a:gd name="connsiteX286" fmla="*/ 6026679 w 7467600"/>
              <a:gd name="connsiteY286" fmla="*/ 6836959 h 6858000"/>
              <a:gd name="connsiteX287" fmla="*/ 5800441 w 7467600"/>
              <a:gd name="connsiteY287" fmla="*/ 6335286 h 6858000"/>
              <a:gd name="connsiteX288" fmla="*/ 5526562 w 7467600"/>
              <a:gd name="connsiteY288" fmla="*/ 5705388 h 6858000"/>
              <a:gd name="connsiteX289" fmla="*/ 5519640 w 7467600"/>
              <a:gd name="connsiteY289" fmla="*/ 5683774 h 6858000"/>
              <a:gd name="connsiteX290" fmla="*/ 5844559 w 7467600"/>
              <a:gd name="connsiteY290" fmla="*/ 6553349 h 6858000"/>
              <a:gd name="connsiteX291" fmla="*/ 5975994 w 7467600"/>
              <a:gd name="connsiteY291" fmla="*/ 6858000 h 6858000"/>
              <a:gd name="connsiteX292" fmla="*/ 5898547 w 7467600"/>
              <a:gd name="connsiteY292" fmla="*/ 6858000 h 6858000"/>
              <a:gd name="connsiteX293" fmla="*/ 5682041 w 7467600"/>
              <a:gd name="connsiteY293" fmla="*/ 6355860 h 6858000"/>
              <a:gd name="connsiteX294" fmla="*/ 5461758 w 7467600"/>
              <a:gd name="connsiteY294" fmla="*/ 5820220 h 6858000"/>
              <a:gd name="connsiteX295" fmla="*/ 5237282 w 7467600"/>
              <a:gd name="connsiteY295" fmla="*/ 6579086 h 6858000"/>
              <a:gd name="connsiteX296" fmla="*/ 5115009 w 7467600"/>
              <a:gd name="connsiteY296" fmla="*/ 6858000 h 6858000"/>
              <a:gd name="connsiteX297" fmla="*/ 5028074 w 7467600"/>
              <a:gd name="connsiteY297" fmla="*/ 6858000 h 6858000"/>
              <a:gd name="connsiteX298" fmla="*/ 5079508 w 7467600"/>
              <a:gd name="connsiteY298" fmla="*/ 6749074 h 6858000"/>
              <a:gd name="connsiteX299" fmla="*/ 5371846 w 7467600"/>
              <a:gd name="connsiteY299" fmla="*/ 5924413 h 6858000"/>
              <a:gd name="connsiteX300" fmla="*/ 5270512 w 7467600"/>
              <a:gd name="connsiteY300" fmla="*/ 6138975 h 6858000"/>
              <a:gd name="connsiteX301" fmla="*/ 5062409 w 7467600"/>
              <a:gd name="connsiteY301" fmla="*/ 6653544 h 6858000"/>
              <a:gd name="connsiteX302" fmla="*/ 5036628 w 7467600"/>
              <a:gd name="connsiteY302" fmla="*/ 6754247 h 6858000"/>
              <a:gd name="connsiteX303" fmla="*/ 5009112 w 7467600"/>
              <a:gd name="connsiteY303" fmla="*/ 6858000 h 6858000"/>
              <a:gd name="connsiteX304" fmla="*/ 4976679 w 7467600"/>
              <a:gd name="connsiteY304" fmla="*/ 6858000 h 6858000"/>
              <a:gd name="connsiteX305" fmla="*/ 5006537 w 7467600"/>
              <a:gd name="connsiteY305" fmla="*/ 6747068 h 6858000"/>
              <a:gd name="connsiteX306" fmla="*/ 5032723 w 7467600"/>
              <a:gd name="connsiteY306" fmla="*/ 6644957 h 6858000"/>
              <a:gd name="connsiteX307" fmla="*/ 5242949 w 7467600"/>
              <a:gd name="connsiteY307" fmla="*/ 6125175 h 6858000"/>
              <a:gd name="connsiteX308" fmla="*/ 5286321 w 7467600"/>
              <a:gd name="connsiteY308" fmla="*/ 6033555 h 6858000"/>
              <a:gd name="connsiteX309" fmla="*/ 5008210 w 7467600"/>
              <a:gd name="connsiteY309" fmla="*/ 6649194 h 6858000"/>
              <a:gd name="connsiteX310" fmla="*/ 4986321 w 7467600"/>
              <a:gd name="connsiteY310" fmla="*/ 6765687 h 6858000"/>
              <a:gd name="connsiteX311" fmla="*/ 4973474 w 7467600"/>
              <a:gd name="connsiteY311" fmla="*/ 6858000 h 6858000"/>
              <a:gd name="connsiteX312" fmla="*/ 4907178 w 7467600"/>
              <a:gd name="connsiteY312" fmla="*/ 6858000 h 6858000"/>
              <a:gd name="connsiteX313" fmla="*/ 4910810 w 7467600"/>
              <a:gd name="connsiteY313" fmla="*/ 6829660 h 6858000"/>
              <a:gd name="connsiteX314" fmla="*/ 4987461 w 7467600"/>
              <a:gd name="connsiteY314" fmla="*/ 6432994 h 6858000"/>
              <a:gd name="connsiteX315" fmla="*/ 5179262 w 7467600"/>
              <a:gd name="connsiteY315" fmla="*/ 6035044 h 6858000"/>
              <a:gd name="connsiteX316" fmla="*/ 4689678 w 7467600"/>
              <a:gd name="connsiteY316" fmla="*/ 6440241 h 6858000"/>
              <a:gd name="connsiteX317" fmla="*/ 4477543 w 7467600"/>
              <a:gd name="connsiteY317" fmla="*/ 6674836 h 6858000"/>
              <a:gd name="connsiteX318" fmla="*/ 4329957 w 7467600"/>
              <a:gd name="connsiteY318" fmla="*/ 6858000 h 6858000"/>
              <a:gd name="connsiteX319" fmla="*/ 4218595 w 7467600"/>
              <a:gd name="connsiteY319" fmla="*/ 6858000 h 6858000"/>
              <a:gd name="connsiteX320" fmla="*/ 4368888 w 7467600"/>
              <a:gd name="connsiteY320" fmla="*/ 6668412 h 6858000"/>
              <a:gd name="connsiteX321" fmla="*/ 4563091 w 7467600"/>
              <a:gd name="connsiteY321" fmla="*/ 6442508 h 6858000"/>
              <a:gd name="connsiteX322" fmla="*/ 5387324 w 7467600"/>
              <a:gd name="connsiteY322" fmla="*/ 5705830 h 6858000"/>
              <a:gd name="connsiteX323" fmla="*/ 5073620 w 7467600"/>
              <a:gd name="connsiteY323" fmla="*/ 5955437 h 6858000"/>
              <a:gd name="connsiteX324" fmla="*/ 4689789 w 7467600"/>
              <a:gd name="connsiteY324" fmla="*/ 6268382 h 6858000"/>
              <a:gd name="connsiteX325" fmla="*/ 4418722 w 7467600"/>
              <a:gd name="connsiteY325" fmla="*/ 6570886 h 6858000"/>
              <a:gd name="connsiteX326" fmla="*/ 4214944 w 7467600"/>
              <a:gd name="connsiteY326" fmla="*/ 6858000 h 6858000"/>
              <a:gd name="connsiteX327" fmla="*/ 4177898 w 7467600"/>
              <a:gd name="connsiteY327" fmla="*/ 6858000 h 6858000"/>
              <a:gd name="connsiteX328" fmla="*/ 4391597 w 7467600"/>
              <a:gd name="connsiteY328" fmla="*/ 6556370 h 6858000"/>
              <a:gd name="connsiteX329" fmla="*/ 4668889 w 7467600"/>
              <a:gd name="connsiteY329" fmla="*/ 6246399 h 6858000"/>
              <a:gd name="connsiteX330" fmla="*/ 5055427 w 7467600"/>
              <a:gd name="connsiteY330" fmla="*/ 5931476 h 6858000"/>
              <a:gd name="connsiteX331" fmla="*/ 5371814 w 7467600"/>
              <a:gd name="connsiteY331" fmla="*/ 5678975 h 6858000"/>
              <a:gd name="connsiteX332" fmla="*/ 4987918 w 7467600"/>
              <a:gd name="connsiteY332" fmla="*/ 5838701 h 6858000"/>
              <a:gd name="connsiteX333" fmla="*/ 4317146 w 7467600"/>
              <a:gd name="connsiteY333" fmla="*/ 6587716 h 6858000"/>
              <a:gd name="connsiteX334" fmla="*/ 4171627 w 7467600"/>
              <a:gd name="connsiteY334" fmla="*/ 6858000 h 6858000"/>
              <a:gd name="connsiteX335" fmla="*/ 4081585 w 7467600"/>
              <a:gd name="connsiteY335" fmla="*/ 6858000 h 6858000"/>
              <a:gd name="connsiteX336" fmla="*/ 4238603 w 7467600"/>
              <a:gd name="connsiteY336" fmla="*/ 6559341 h 6858000"/>
              <a:gd name="connsiteX337" fmla="*/ 4778333 w 7467600"/>
              <a:gd name="connsiteY337" fmla="*/ 5873626 h 6858000"/>
              <a:gd name="connsiteX338" fmla="*/ 5414185 w 7467600"/>
              <a:gd name="connsiteY338" fmla="*/ 5573882 h 6858000"/>
              <a:gd name="connsiteX339" fmla="*/ 5959648 w 7467600"/>
              <a:gd name="connsiteY339" fmla="*/ 4760797 h 6858000"/>
              <a:gd name="connsiteX340" fmla="*/ 5355019 w 7467600"/>
              <a:gd name="connsiteY340" fmla="*/ 4734672 h 6858000"/>
              <a:gd name="connsiteX341" fmla="*/ 5083565 w 7467600"/>
              <a:gd name="connsiteY341" fmla="*/ 5179121 h 6858000"/>
              <a:gd name="connsiteX342" fmla="*/ 4713577 w 7467600"/>
              <a:gd name="connsiteY342" fmla="*/ 5616803 h 6858000"/>
              <a:gd name="connsiteX343" fmla="*/ 3989559 w 7467600"/>
              <a:gd name="connsiteY343" fmla="*/ 6145945 h 6858000"/>
              <a:gd name="connsiteX344" fmla="*/ 3939824 w 7467600"/>
              <a:gd name="connsiteY344" fmla="*/ 6066900 h 6858000"/>
              <a:gd name="connsiteX345" fmla="*/ 4584537 w 7467600"/>
              <a:gd name="connsiteY345" fmla="*/ 5324826 h 6858000"/>
              <a:gd name="connsiteX346" fmla="*/ 5037105 w 7467600"/>
              <a:gd name="connsiteY346" fmla="*/ 5088765 h 6858000"/>
              <a:gd name="connsiteX347" fmla="*/ 5039930 w 7467600"/>
              <a:gd name="connsiteY347" fmla="*/ 5089585 h 6858000"/>
              <a:gd name="connsiteX348" fmla="*/ 5263764 w 7467600"/>
              <a:gd name="connsiteY348" fmla="*/ 4735525 h 6858000"/>
              <a:gd name="connsiteX349" fmla="*/ 4086300 w 7467600"/>
              <a:gd name="connsiteY349" fmla="*/ 4884599 h 6858000"/>
              <a:gd name="connsiteX350" fmla="*/ 4085485 w 7467600"/>
              <a:gd name="connsiteY350" fmla="*/ 4899070 h 6858000"/>
              <a:gd name="connsiteX351" fmla="*/ 3871915 w 7467600"/>
              <a:gd name="connsiteY351" fmla="*/ 5253645 h 6858000"/>
              <a:gd name="connsiteX352" fmla="*/ 3799374 w 7467600"/>
              <a:gd name="connsiteY352" fmla="*/ 5466127 h 6858000"/>
              <a:gd name="connsiteX353" fmla="*/ 3498850 w 7467600"/>
              <a:gd name="connsiteY353" fmla="*/ 6661888 h 6858000"/>
              <a:gd name="connsiteX354" fmla="*/ 3399216 w 7467600"/>
              <a:gd name="connsiteY354" fmla="*/ 6858000 h 6858000"/>
              <a:gd name="connsiteX355" fmla="*/ 3303688 w 7467600"/>
              <a:gd name="connsiteY355" fmla="*/ 6858000 h 6858000"/>
              <a:gd name="connsiteX356" fmla="*/ 3391774 w 7467600"/>
              <a:gd name="connsiteY356" fmla="*/ 6697181 h 6858000"/>
              <a:gd name="connsiteX357" fmla="*/ 3735540 w 7467600"/>
              <a:gd name="connsiteY357" fmla="*/ 5546923 h 6858000"/>
              <a:gd name="connsiteX358" fmla="*/ 3729438 w 7467600"/>
              <a:gd name="connsiteY358" fmla="*/ 5569058 h 6858000"/>
              <a:gd name="connsiteX359" fmla="*/ 3707782 w 7467600"/>
              <a:gd name="connsiteY359" fmla="*/ 5644908 h 6858000"/>
              <a:gd name="connsiteX360" fmla="*/ 3583827 w 7467600"/>
              <a:gd name="connsiteY360" fmla="*/ 6039215 h 6858000"/>
              <a:gd name="connsiteX361" fmla="*/ 3547861 w 7467600"/>
              <a:gd name="connsiteY361" fmla="*/ 6129609 h 6858000"/>
              <a:gd name="connsiteX362" fmla="*/ 3490905 w 7467600"/>
              <a:gd name="connsiteY362" fmla="*/ 6277660 h 6858000"/>
              <a:gd name="connsiteX363" fmla="*/ 3455859 w 7467600"/>
              <a:gd name="connsiteY363" fmla="*/ 6391301 h 6858000"/>
              <a:gd name="connsiteX364" fmla="*/ 3429112 w 7467600"/>
              <a:gd name="connsiteY364" fmla="*/ 6479469 h 6858000"/>
              <a:gd name="connsiteX365" fmla="*/ 3304862 w 7467600"/>
              <a:gd name="connsiteY365" fmla="*/ 6796476 h 6858000"/>
              <a:gd name="connsiteX366" fmla="*/ 3276071 w 7467600"/>
              <a:gd name="connsiteY366" fmla="*/ 6858000 h 6858000"/>
              <a:gd name="connsiteX367" fmla="*/ 3240805 w 7467600"/>
              <a:gd name="connsiteY367" fmla="*/ 6858000 h 6858000"/>
              <a:gd name="connsiteX368" fmla="*/ 3275917 w 7467600"/>
              <a:gd name="connsiteY368" fmla="*/ 6783192 h 6858000"/>
              <a:gd name="connsiteX369" fmla="*/ 3399358 w 7467600"/>
              <a:gd name="connsiteY369" fmla="*/ 6469011 h 6858000"/>
              <a:gd name="connsiteX370" fmla="*/ 3425650 w 7467600"/>
              <a:gd name="connsiteY370" fmla="*/ 6381333 h 6858000"/>
              <a:gd name="connsiteX371" fmla="*/ 3460661 w 7467600"/>
              <a:gd name="connsiteY371" fmla="*/ 6266763 h 6858000"/>
              <a:gd name="connsiteX372" fmla="*/ 3518021 w 7467600"/>
              <a:gd name="connsiteY372" fmla="*/ 6117298 h 6858000"/>
              <a:gd name="connsiteX373" fmla="*/ 3554035 w 7467600"/>
              <a:gd name="connsiteY373" fmla="*/ 6027832 h 6858000"/>
              <a:gd name="connsiteX374" fmla="*/ 3677174 w 7467600"/>
              <a:gd name="connsiteY374" fmla="*/ 5636351 h 6858000"/>
              <a:gd name="connsiteX375" fmla="*/ 3698819 w 7467600"/>
              <a:gd name="connsiteY375" fmla="*/ 5560503 h 6858000"/>
              <a:gd name="connsiteX376" fmla="*/ 3702094 w 7467600"/>
              <a:gd name="connsiteY376" fmla="*/ 5549194 h 6858000"/>
              <a:gd name="connsiteX377" fmla="*/ 3398355 w 7467600"/>
              <a:gd name="connsiteY377" fmla="*/ 6094603 h 6858000"/>
              <a:gd name="connsiteX378" fmla="*/ 3193941 w 7467600"/>
              <a:gd name="connsiteY378" fmla="*/ 6798775 h 6858000"/>
              <a:gd name="connsiteX379" fmla="*/ 3184140 w 7467600"/>
              <a:gd name="connsiteY379" fmla="*/ 6858000 h 6858000"/>
              <a:gd name="connsiteX380" fmla="*/ 3099978 w 7467600"/>
              <a:gd name="connsiteY380" fmla="*/ 6858000 h 6858000"/>
              <a:gd name="connsiteX381" fmla="*/ 3101556 w 7467600"/>
              <a:gd name="connsiteY381" fmla="*/ 6843337 h 6858000"/>
              <a:gd name="connsiteX382" fmla="*/ 3370162 w 7467600"/>
              <a:gd name="connsiteY382" fmla="*/ 5785550 h 6858000"/>
              <a:gd name="connsiteX383" fmla="*/ 3746477 w 7467600"/>
              <a:gd name="connsiteY383" fmla="*/ 5377889 h 6858000"/>
              <a:gd name="connsiteX384" fmla="*/ 3863399 w 7467600"/>
              <a:gd name="connsiteY384" fmla="*/ 5087257 h 6858000"/>
              <a:gd name="connsiteX385" fmla="*/ 3968712 w 7467600"/>
              <a:gd name="connsiteY385" fmla="*/ 4913989 h 6858000"/>
              <a:gd name="connsiteX386" fmla="*/ 2792390 w 7467600"/>
              <a:gd name="connsiteY386" fmla="*/ 5382974 h 6858000"/>
              <a:gd name="connsiteX387" fmla="*/ 2714982 w 7467600"/>
              <a:gd name="connsiteY387" fmla="*/ 5427051 h 6858000"/>
              <a:gd name="connsiteX388" fmla="*/ 2813361 w 7467600"/>
              <a:gd name="connsiteY388" fmla="*/ 6023912 h 6858000"/>
              <a:gd name="connsiteX389" fmla="*/ 2688430 w 7467600"/>
              <a:gd name="connsiteY389" fmla="*/ 6801564 h 6858000"/>
              <a:gd name="connsiteX390" fmla="*/ 2629626 w 7467600"/>
              <a:gd name="connsiteY390" fmla="*/ 6763394 h 6858000"/>
              <a:gd name="connsiteX391" fmla="*/ 2565328 w 7467600"/>
              <a:gd name="connsiteY391" fmla="*/ 5516399 h 6858000"/>
              <a:gd name="connsiteX392" fmla="*/ 1922999 w 7467600"/>
              <a:gd name="connsiteY392" fmla="*/ 5980343 h 6858000"/>
              <a:gd name="connsiteX393" fmla="*/ 1950261 w 7467600"/>
              <a:gd name="connsiteY393" fmla="*/ 6405858 h 6858000"/>
              <a:gd name="connsiteX394" fmla="*/ 2365554 w 7467600"/>
              <a:gd name="connsiteY394" fmla="*/ 6759107 h 6858000"/>
              <a:gd name="connsiteX395" fmla="*/ 2424142 w 7467600"/>
              <a:gd name="connsiteY395" fmla="*/ 6858000 h 6858000"/>
              <a:gd name="connsiteX396" fmla="*/ 2395994 w 7467600"/>
              <a:gd name="connsiteY396" fmla="*/ 6858000 h 6858000"/>
              <a:gd name="connsiteX397" fmla="*/ 2392863 w 7467600"/>
              <a:gd name="connsiteY397" fmla="*/ 6852964 h 6858000"/>
              <a:gd name="connsiteX398" fmla="*/ 2017589 w 7467600"/>
              <a:gd name="connsiteY398" fmla="*/ 6493982 h 6858000"/>
              <a:gd name="connsiteX399" fmla="*/ 2147336 w 7467600"/>
              <a:gd name="connsiteY399" fmla="*/ 6594052 h 6858000"/>
              <a:gd name="connsiteX400" fmla="*/ 2207047 w 7467600"/>
              <a:gd name="connsiteY400" fmla="*/ 6654540 h 6858000"/>
              <a:gd name="connsiteX401" fmla="*/ 2299106 w 7467600"/>
              <a:gd name="connsiteY401" fmla="*/ 6778931 h 6858000"/>
              <a:gd name="connsiteX402" fmla="*/ 2314430 w 7467600"/>
              <a:gd name="connsiteY402" fmla="*/ 6801144 h 6858000"/>
              <a:gd name="connsiteX403" fmla="*/ 2352406 w 7467600"/>
              <a:gd name="connsiteY403" fmla="*/ 6858000 h 6858000"/>
              <a:gd name="connsiteX404" fmla="*/ 2314492 w 7467600"/>
              <a:gd name="connsiteY404" fmla="*/ 6858000 h 6858000"/>
              <a:gd name="connsiteX405" fmla="*/ 2288095 w 7467600"/>
              <a:gd name="connsiteY405" fmla="*/ 6818030 h 6858000"/>
              <a:gd name="connsiteX406" fmla="*/ 2272768 w 7467600"/>
              <a:gd name="connsiteY406" fmla="*/ 6795822 h 6858000"/>
              <a:gd name="connsiteX407" fmla="*/ 2182715 w 7467600"/>
              <a:gd name="connsiteY407" fmla="*/ 6675071 h 6858000"/>
              <a:gd name="connsiteX408" fmla="*/ 2032061 w 7467600"/>
              <a:gd name="connsiteY408" fmla="*/ 6541380 h 6858000"/>
              <a:gd name="connsiteX409" fmla="*/ 2257220 w 7467600"/>
              <a:gd name="connsiteY409" fmla="*/ 6826257 h 6858000"/>
              <a:gd name="connsiteX410" fmla="*/ 2281324 w 7467600"/>
              <a:gd name="connsiteY410" fmla="*/ 6858000 h 6858000"/>
              <a:gd name="connsiteX411" fmla="*/ 2242860 w 7467600"/>
              <a:gd name="connsiteY411" fmla="*/ 6858000 h 6858000"/>
              <a:gd name="connsiteX412" fmla="*/ 2232818 w 7467600"/>
              <a:gd name="connsiteY412" fmla="*/ 6844926 h 6858000"/>
              <a:gd name="connsiteX413" fmla="*/ 1990172 w 7467600"/>
              <a:gd name="connsiteY413" fmla="*/ 6542121 h 6858000"/>
              <a:gd name="connsiteX414" fmla="*/ 2124090 w 7467600"/>
              <a:gd name="connsiteY414" fmla="*/ 6761017 h 6858000"/>
              <a:gd name="connsiteX415" fmla="*/ 2200380 w 7467600"/>
              <a:gd name="connsiteY415" fmla="*/ 6858000 h 6858000"/>
              <a:gd name="connsiteX416" fmla="*/ 2147507 w 7467600"/>
              <a:gd name="connsiteY416" fmla="*/ 6858000 h 6858000"/>
              <a:gd name="connsiteX417" fmla="*/ 2070668 w 7467600"/>
              <a:gd name="connsiteY417" fmla="*/ 6761520 h 6858000"/>
              <a:gd name="connsiteX418" fmla="*/ 1975142 w 7467600"/>
              <a:gd name="connsiteY418" fmla="*/ 6585570 h 6858000"/>
              <a:gd name="connsiteX419" fmla="*/ 2050035 w 7467600"/>
              <a:gd name="connsiteY419" fmla="*/ 6813345 h 6858000"/>
              <a:gd name="connsiteX420" fmla="*/ 2063025 w 7467600"/>
              <a:gd name="connsiteY420" fmla="*/ 6858000 h 6858000"/>
              <a:gd name="connsiteX421" fmla="*/ 2021675 w 7467600"/>
              <a:gd name="connsiteY421" fmla="*/ 6858000 h 6858000"/>
              <a:gd name="connsiteX422" fmla="*/ 2019308 w 7467600"/>
              <a:gd name="connsiteY422" fmla="*/ 6847118 h 6858000"/>
              <a:gd name="connsiteX423" fmla="*/ 1938835 w 7467600"/>
              <a:gd name="connsiteY423" fmla="*/ 6551160 h 6858000"/>
              <a:gd name="connsiteX424" fmla="*/ 1953230 w 7467600"/>
              <a:gd name="connsiteY424" fmla="*/ 6759699 h 6858000"/>
              <a:gd name="connsiteX425" fmla="*/ 1956763 w 7467600"/>
              <a:gd name="connsiteY425" fmla="*/ 6778191 h 6858000"/>
              <a:gd name="connsiteX426" fmla="*/ 1967925 w 7467600"/>
              <a:gd name="connsiteY426" fmla="*/ 6858000 h 6858000"/>
              <a:gd name="connsiteX427" fmla="*/ 1936622 w 7467600"/>
              <a:gd name="connsiteY427" fmla="*/ 6858000 h 6858000"/>
              <a:gd name="connsiteX428" fmla="*/ 1926261 w 7467600"/>
              <a:gd name="connsiteY428" fmla="*/ 6784064 h 6858000"/>
              <a:gd name="connsiteX429" fmla="*/ 1922724 w 7467600"/>
              <a:gd name="connsiteY429" fmla="*/ 6765577 h 6858000"/>
              <a:gd name="connsiteX430" fmla="*/ 1904650 w 7467600"/>
              <a:gd name="connsiteY430" fmla="*/ 6639616 h 6858000"/>
              <a:gd name="connsiteX431" fmla="*/ 1885273 w 7467600"/>
              <a:gd name="connsiteY431" fmla="*/ 6858000 h 6858000"/>
              <a:gd name="connsiteX432" fmla="*/ 1854363 w 7467600"/>
              <a:gd name="connsiteY432" fmla="*/ 6858000 h 6858000"/>
              <a:gd name="connsiteX433" fmla="*/ 1880391 w 7467600"/>
              <a:gd name="connsiteY433" fmla="*/ 6603796 h 6858000"/>
              <a:gd name="connsiteX434" fmla="*/ 1818273 w 7467600"/>
              <a:gd name="connsiteY434" fmla="*/ 6715729 h 6858000"/>
              <a:gd name="connsiteX435" fmla="*/ 1794691 w 7467600"/>
              <a:gd name="connsiteY435" fmla="*/ 6843239 h 6858000"/>
              <a:gd name="connsiteX436" fmla="*/ 1794914 w 7467600"/>
              <a:gd name="connsiteY436" fmla="*/ 6858000 h 6858000"/>
              <a:gd name="connsiteX437" fmla="*/ 1746128 w 7467600"/>
              <a:gd name="connsiteY437" fmla="*/ 6858000 h 6858000"/>
              <a:gd name="connsiteX438" fmla="*/ 1753934 w 7467600"/>
              <a:gd name="connsiteY438" fmla="*/ 6724796 h 6858000"/>
              <a:gd name="connsiteX439" fmla="*/ 1792053 w 7467600"/>
              <a:gd name="connsiteY439" fmla="*/ 6572396 h 6858000"/>
              <a:gd name="connsiteX440" fmla="*/ 1862248 w 7467600"/>
              <a:gd name="connsiteY440" fmla="*/ 6266397 h 6858000"/>
              <a:gd name="connsiteX441" fmla="*/ 1862250 w 7467600"/>
              <a:gd name="connsiteY441" fmla="*/ 6033531 h 6858000"/>
              <a:gd name="connsiteX442" fmla="*/ 1211999 w 7467600"/>
              <a:gd name="connsiteY442" fmla="*/ 6683610 h 6858000"/>
              <a:gd name="connsiteX443" fmla="*/ 1213266 w 7467600"/>
              <a:gd name="connsiteY443" fmla="*/ 6691947 h 6858000"/>
              <a:gd name="connsiteX444" fmla="*/ 1203370 w 7467600"/>
              <a:gd name="connsiteY444" fmla="*/ 6850676 h 6858000"/>
              <a:gd name="connsiteX445" fmla="*/ 1203671 w 7467600"/>
              <a:gd name="connsiteY445" fmla="*/ 6858000 h 6858000"/>
              <a:gd name="connsiteX446" fmla="*/ 1143180 w 7467600"/>
              <a:gd name="connsiteY446" fmla="*/ 6858000 h 6858000"/>
              <a:gd name="connsiteX447" fmla="*/ 1142176 w 7467600"/>
              <a:gd name="connsiteY447" fmla="*/ 6766045 h 6858000"/>
              <a:gd name="connsiteX448" fmla="*/ 1067484 w 7467600"/>
              <a:gd name="connsiteY448" fmla="*/ 6858000 h 6858000"/>
              <a:gd name="connsiteX449" fmla="*/ 953928 w 7467600"/>
              <a:gd name="connsiteY449" fmla="*/ 6858000 h 6858000"/>
              <a:gd name="connsiteX450" fmla="*/ 959715 w 7467600"/>
              <a:gd name="connsiteY450" fmla="*/ 6850185 h 6858000"/>
              <a:gd name="connsiteX451" fmla="*/ 1483788 w 7467600"/>
              <a:gd name="connsiteY451" fmla="*/ 6259174 h 6858000"/>
              <a:gd name="connsiteX452" fmla="*/ 1100671 w 7467600"/>
              <a:gd name="connsiteY452" fmla="*/ 6252137 h 6858000"/>
              <a:gd name="connsiteX453" fmla="*/ 1090144 w 7467600"/>
              <a:gd name="connsiteY453" fmla="*/ 6256748 h 6858000"/>
              <a:gd name="connsiteX454" fmla="*/ 1095872 w 7467600"/>
              <a:gd name="connsiteY454" fmla="*/ 6271892 h 6858000"/>
              <a:gd name="connsiteX455" fmla="*/ 262785 w 7467600"/>
              <a:gd name="connsiteY455" fmla="*/ 6845450 h 6858000"/>
              <a:gd name="connsiteX456" fmla="*/ 209968 w 7467600"/>
              <a:gd name="connsiteY456" fmla="*/ 6770713 h 6858000"/>
              <a:gd name="connsiteX457" fmla="*/ 873460 w 7467600"/>
              <a:gd name="connsiteY457" fmla="*/ 6253768 h 6858000"/>
              <a:gd name="connsiteX458" fmla="*/ 192686 w 7467600"/>
              <a:gd name="connsiteY458" fmla="*/ 5849257 h 6858000"/>
              <a:gd name="connsiteX459" fmla="*/ 4696 w 7467600"/>
              <a:gd name="connsiteY459" fmla="*/ 5697668 h 6858000"/>
              <a:gd name="connsiteX460" fmla="*/ 0 w 7467600"/>
              <a:gd name="connsiteY460" fmla="*/ 5689984 h 6858000"/>
              <a:gd name="connsiteX461" fmla="*/ 0 w 7467600"/>
              <a:gd name="connsiteY461" fmla="*/ 5513472 h 6858000"/>
              <a:gd name="connsiteX462" fmla="*/ 174101 w 7467600"/>
              <a:gd name="connsiteY462" fmla="*/ 5620277 h 6858000"/>
              <a:gd name="connsiteX463" fmla="*/ 891800 w 7467600"/>
              <a:gd name="connsiteY463" fmla="*/ 6036935 h 6858000"/>
              <a:gd name="connsiteX464" fmla="*/ 1072219 w 7467600"/>
              <a:gd name="connsiteY464" fmla="*/ 6169443 h 6858000"/>
              <a:gd name="connsiteX465" fmla="*/ 1074117 w 7467600"/>
              <a:gd name="connsiteY465" fmla="*/ 6170301 h 6858000"/>
              <a:gd name="connsiteX466" fmla="*/ 1083114 w 7467600"/>
              <a:gd name="connsiteY466" fmla="*/ 6174131 h 6858000"/>
              <a:gd name="connsiteX467" fmla="*/ 1543010 w 7467600"/>
              <a:gd name="connsiteY467" fmla="*/ 6191140 h 6858000"/>
              <a:gd name="connsiteX468" fmla="*/ 1551080 w 7467600"/>
              <a:gd name="connsiteY468" fmla="*/ 6195006 h 6858000"/>
              <a:gd name="connsiteX469" fmla="*/ 2345443 w 7467600"/>
              <a:gd name="connsiteY469" fmla="*/ 5549882 h 6858000"/>
              <a:gd name="connsiteX470" fmla="*/ 1721499 w 7467600"/>
              <a:gd name="connsiteY470" fmla="*/ 5599969 h 6858000"/>
              <a:gd name="connsiteX471" fmla="*/ 767716 w 7467600"/>
              <a:gd name="connsiteY471" fmla="*/ 5472768 h 6858000"/>
              <a:gd name="connsiteX472" fmla="*/ 722147 w 7467600"/>
              <a:gd name="connsiteY472" fmla="*/ 5393091 h 6858000"/>
              <a:gd name="connsiteX473" fmla="*/ 1485552 w 7467600"/>
              <a:gd name="connsiteY473" fmla="*/ 5313202 h 6858000"/>
              <a:gd name="connsiteX474" fmla="*/ 2143004 w 7467600"/>
              <a:gd name="connsiteY474" fmla="*/ 5402420 h 6858000"/>
              <a:gd name="connsiteX475" fmla="*/ 1933391 w 7467600"/>
              <a:gd name="connsiteY475" fmla="*/ 5156971 h 6858000"/>
              <a:gd name="connsiteX476" fmla="*/ 1827118 w 7467600"/>
              <a:gd name="connsiteY476" fmla="*/ 4968410 h 6858000"/>
              <a:gd name="connsiteX477" fmla="*/ 1837349 w 7467600"/>
              <a:gd name="connsiteY477" fmla="*/ 4956357 h 6858000"/>
              <a:gd name="connsiteX478" fmla="*/ 2162835 w 7467600"/>
              <a:gd name="connsiteY478" fmla="*/ 5187853 h 6858000"/>
              <a:gd name="connsiteX479" fmla="*/ 2257167 w 7467600"/>
              <a:gd name="connsiteY479" fmla="*/ 5462123 h 6858000"/>
              <a:gd name="connsiteX480" fmla="*/ 2261598 w 7467600"/>
              <a:gd name="connsiteY480" fmla="*/ 5467998 h 6858000"/>
              <a:gd name="connsiteX481" fmla="*/ 2437177 w 7467600"/>
              <a:gd name="connsiteY481" fmla="*/ 5479608 h 6858000"/>
              <a:gd name="connsiteX482" fmla="*/ 2445247 w 7467600"/>
              <a:gd name="connsiteY482" fmla="*/ 5483476 h 6858000"/>
              <a:gd name="connsiteX483" fmla="*/ 2743626 w 7467600"/>
              <a:gd name="connsiteY483" fmla="*/ 5304819 h 6858000"/>
              <a:gd name="connsiteX484" fmla="*/ 3048102 w 7467600"/>
              <a:gd name="connsiteY484" fmla="*/ 5150595 h 6858000"/>
              <a:gd name="connsiteX485" fmla="*/ 1799414 w 7467600"/>
              <a:gd name="connsiteY485" fmla="*/ 4694732 h 6858000"/>
              <a:gd name="connsiteX486" fmla="*/ 1771735 w 7467600"/>
              <a:gd name="connsiteY486" fmla="*/ 4619929 h 6858000"/>
              <a:gd name="connsiteX487" fmla="*/ 3104273 w 7467600"/>
              <a:gd name="connsiteY487" fmla="*/ 5076159 h 6858000"/>
              <a:gd name="connsiteX488" fmla="*/ 3113245 w 7467600"/>
              <a:gd name="connsiteY488" fmla="*/ 5090705 h 6858000"/>
              <a:gd name="connsiteX489" fmla="*/ 3126294 w 7467600"/>
              <a:gd name="connsiteY489" fmla="*/ 5114400 h 6858000"/>
              <a:gd name="connsiteX490" fmla="*/ 3937433 w 7467600"/>
              <a:gd name="connsiteY490" fmla="*/ 4830473 h 6858000"/>
              <a:gd name="connsiteX491" fmla="*/ 3590475 w 7467600"/>
              <a:gd name="connsiteY491" fmla="*/ 4597974 h 6858000"/>
              <a:gd name="connsiteX492" fmla="*/ 3100264 w 7467600"/>
              <a:gd name="connsiteY492" fmla="*/ 4579845 h 6858000"/>
              <a:gd name="connsiteX493" fmla="*/ 2183576 w 7467600"/>
              <a:gd name="connsiteY493" fmla="*/ 4227150 h 6858000"/>
              <a:gd name="connsiteX494" fmla="*/ 2151029 w 7467600"/>
              <a:gd name="connsiteY494" fmla="*/ 4146947 h 6858000"/>
              <a:gd name="connsiteX495" fmla="*/ 3563434 w 7467600"/>
              <a:gd name="connsiteY495" fmla="*/ 4469115 h 6858000"/>
              <a:gd name="connsiteX496" fmla="*/ 3177952 w 7467600"/>
              <a:gd name="connsiteY496" fmla="*/ 3657386 h 6858000"/>
              <a:gd name="connsiteX497" fmla="*/ 3189263 w 7467600"/>
              <a:gd name="connsiteY497" fmla="*/ 3625726 h 6858000"/>
              <a:gd name="connsiteX498" fmla="*/ 3560912 w 7467600"/>
              <a:gd name="connsiteY498" fmla="*/ 4079863 h 6858000"/>
              <a:gd name="connsiteX499" fmla="*/ 3626636 w 7467600"/>
              <a:gd name="connsiteY499" fmla="*/ 4512230 h 6858000"/>
              <a:gd name="connsiteX500" fmla="*/ 3653088 w 7467600"/>
              <a:gd name="connsiteY500" fmla="*/ 4521417 h 6858000"/>
              <a:gd name="connsiteX501" fmla="*/ 3988128 w 7467600"/>
              <a:gd name="connsiteY501" fmla="*/ 4817267 h 6858000"/>
              <a:gd name="connsiteX502" fmla="*/ 4830582 w 7467600"/>
              <a:gd name="connsiteY502" fmla="*/ 4676000 h 6858000"/>
              <a:gd name="connsiteX503" fmla="*/ 4830100 w 7467600"/>
              <a:gd name="connsiteY503" fmla="*/ 4675554 h 6858000"/>
              <a:gd name="connsiteX504" fmla="*/ 4036318 w 7467600"/>
              <a:gd name="connsiteY504" fmla="*/ 4147013 h 6858000"/>
              <a:gd name="connsiteX505" fmla="*/ 3432098 w 7467600"/>
              <a:gd name="connsiteY505" fmla="*/ 3537312 h 6858000"/>
              <a:gd name="connsiteX506" fmla="*/ 3446761 w 7467600"/>
              <a:gd name="connsiteY506" fmla="*/ 3461278 h 6858000"/>
              <a:gd name="connsiteX507" fmla="*/ 4419733 w 7467600"/>
              <a:gd name="connsiteY507" fmla="*/ 3963555 h 6858000"/>
              <a:gd name="connsiteX508" fmla="*/ 4781371 w 7467600"/>
              <a:gd name="connsiteY508" fmla="*/ 4458604 h 6858000"/>
              <a:gd name="connsiteX509" fmla="*/ 4780440 w 7467600"/>
              <a:gd name="connsiteY509" fmla="*/ 4470290 h 6858000"/>
              <a:gd name="connsiteX510" fmla="*/ 4898954 w 7467600"/>
              <a:gd name="connsiteY510" fmla="*/ 4662092 h 6858000"/>
              <a:gd name="connsiteX511" fmla="*/ 4900699 w 7467600"/>
              <a:gd name="connsiteY511" fmla="*/ 4670867 h 6858000"/>
              <a:gd name="connsiteX512" fmla="*/ 5714511 w 7467600"/>
              <a:gd name="connsiteY512" fmla="*/ 4663483 h 6858000"/>
              <a:gd name="connsiteX513" fmla="*/ 5464793 w 7467600"/>
              <a:gd name="connsiteY513" fmla="*/ 4393556 h 6858000"/>
              <a:gd name="connsiteX514" fmla="*/ 5461897 w 7467600"/>
              <a:gd name="connsiteY514" fmla="*/ 4390879 h 6858000"/>
              <a:gd name="connsiteX515" fmla="*/ 4294126 w 7467600"/>
              <a:gd name="connsiteY515" fmla="*/ 3303048 h 6858000"/>
              <a:gd name="connsiteX516" fmla="*/ 4305321 w 7467600"/>
              <a:gd name="connsiteY516" fmla="*/ 3256953 h 6858000"/>
              <a:gd name="connsiteX517" fmla="*/ 4949299 w 7467600"/>
              <a:gd name="connsiteY517" fmla="*/ 3766336 h 6858000"/>
              <a:gd name="connsiteX518" fmla="*/ 5291452 w 7467600"/>
              <a:gd name="connsiteY518" fmla="*/ 4076801 h 6858000"/>
              <a:gd name="connsiteX519" fmla="*/ 5434998 w 7467600"/>
              <a:gd name="connsiteY519" fmla="*/ 4254100 h 6858000"/>
              <a:gd name="connsiteX520" fmla="*/ 5351015 w 7467600"/>
              <a:gd name="connsiteY520" fmla="*/ 3760989 h 6858000"/>
              <a:gd name="connsiteX521" fmla="*/ 5413780 w 7467600"/>
              <a:gd name="connsiteY521" fmla="*/ 2966265 h 6858000"/>
              <a:gd name="connsiteX522" fmla="*/ 5425627 w 7467600"/>
              <a:gd name="connsiteY522" fmla="*/ 2954192 h 6858000"/>
              <a:gd name="connsiteX523" fmla="*/ 6604735 w 7467600"/>
              <a:gd name="connsiteY523" fmla="*/ 2041381 h 6858000"/>
              <a:gd name="connsiteX524" fmla="*/ 7204487 w 7467600"/>
              <a:gd name="connsiteY524" fmla="*/ 2742112 h 6858000"/>
              <a:gd name="connsiteX525" fmla="*/ 7131592 w 7467600"/>
              <a:gd name="connsiteY525" fmla="*/ 2672096 h 6858000"/>
              <a:gd name="connsiteX526" fmla="*/ 6996344 w 7467600"/>
              <a:gd name="connsiteY526" fmla="*/ 2518310 h 6858000"/>
              <a:gd name="connsiteX527" fmla="*/ 6735495 w 7467600"/>
              <a:gd name="connsiteY527" fmla="*/ 2196890 h 6858000"/>
              <a:gd name="connsiteX528" fmla="*/ 6721901 w 7467600"/>
              <a:gd name="connsiteY528" fmla="*/ 2179274 h 6858000"/>
              <a:gd name="connsiteX529" fmla="*/ 6604735 w 7467600"/>
              <a:gd name="connsiteY529" fmla="*/ 2041381 h 6858000"/>
              <a:gd name="connsiteX530" fmla="*/ 6591670 w 7467600"/>
              <a:gd name="connsiteY530" fmla="*/ 1988277 h 6858000"/>
              <a:gd name="connsiteX531" fmla="*/ 6747349 w 7467600"/>
              <a:gd name="connsiteY531" fmla="*/ 2160069 h 6858000"/>
              <a:gd name="connsiteX532" fmla="*/ 6760943 w 7467600"/>
              <a:gd name="connsiteY532" fmla="*/ 2177686 h 6858000"/>
              <a:gd name="connsiteX533" fmla="*/ 7021065 w 7467600"/>
              <a:gd name="connsiteY533" fmla="*/ 2498102 h 6858000"/>
              <a:gd name="connsiteX534" fmla="*/ 7155223 w 7467600"/>
              <a:gd name="connsiteY534" fmla="*/ 2650386 h 6858000"/>
              <a:gd name="connsiteX535" fmla="*/ 7203167 w 7467600"/>
              <a:gd name="connsiteY535" fmla="*/ 2697288 h 6858000"/>
              <a:gd name="connsiteX536" fmla="*/ 6937703 w 7467600"/>
              <a:gd name="connsiteY536" fmla="*/ 2321981 h 6858000"/>
              <a:gd name="connsiteX537" fmla="*/ 6591670 w 7467600"/>
              <a:gd name="connsiteY537" fmla="*/ 1988277 h 6858000"/>
              <a:gd name="connsiteX538" fmla="*/ 5798671 w 7467600"/>
              <a:gd name="connsiteY538" fmla="*/ 1981601 h 6858000"/>
              <a:gd name="connsiteX539" fmla="*/ 5754709 w 7467600"/>
              <a:gd name="connsiteY539" fmla="*/ 2071454 h 6858000"/>
              <a:gd name="connsiteX540" fmla="*/ 5763044 w 7467600"/>
              <a:gd name="connsiteY540" fmla="*/ 2842206 h 6858000"/>
              <a:gd name="connsiteX541" fmla="*/ 5764974 w 7467600"/>
              <a:gd name="connsiteY541" fmla="*/ 2799609 h 6858000"/>
              <a:gd name="connsiteX542" fmla="*/ 5767665 w 7467600"/>
              <a:gd name="connsiteY542" fmla="*/ 2666409 h 6858000"/>
              <a:gd name="connsiteX543" fmla="*/ 5763055 w 7467600"/>
              <a:gd name="connsiteY543" fmla="*/ 2579705 h 6858000"/>
              <a:gd name="connsiteX544" fmla="*/ 5758079 w 7467600"/>
              <a:gd name="connsiteY544" fmla="*/ 2492508 h 6858000"/>
              <a:gd name="connsiteX545" fmla="*/ 5779325 w 7467600"/>
              <a:gd name="connsiteY545" fmla="*/ 2197069 h 6858000"/>
              <a:gd name="connsiteX546" fmla="*/ 5798671 w 7467600"/>
              <a:gd name="connsiteY546" fmla="*/ 1981601 h 6858000"/>
              <a:gd name="connsiteX547" fmla="*/ 5829202 w 7467600"/>
              <a:gd name="connsiteY547" fmla="*/ 1971679 h 6858000"/>
              <a:gd name="connsiteX548" fmla="*/ 5809558 w 7467600"/>
              <a:gd name="connsiteY548" fmla="*/ 2198043 h 6858000"/>
              <a:gd name="connsiteX549" fmla="*/ 5788653 w 7467600"/>
              <a:gd name="connsiteY549" fmla="*/ 2489430 h 6858000"/>
              <a:gd name="connsiteX550" fmla="*/ 5793439 w 7467600"/>
              <a:gd name="connsiteY550" fmla="*/ 2575235 h 6858000"/>
              <a:gd name="connsiteX551" fmla="*/ 5796837 w 7467600"/>
              <a:gd name="connsiteY551" fmla="*/ 2637633 h 6858000"/>
              <a:gd name="connsiteX552" fmla="*/ 5818614 w 7467600"/>
              <a:gd name="connsiteY552" fmla="*/ 2473055 h 6858000"/>
              <a:gd name="connsiteX553" fmla="*/ 5829202 w 7467600"/>
              <a:gd name="connsiteY553" fmla="*/ 1971679 h 6858000"/>
              <a:gd name="connsiteX554" fmla="*/ 5911389 w 7467600"/>
              <a:gd name="connsiteY554" fmla="*/ 1898371 h 6858000"/>
              <a:gd name="connsiteX555" fmla="*/ 6237627 w 7467600"/>
              <a:gd name="connsiteY555" fmla="*/ 2231921 h 6858000"/>
              <a:gd name="connsiteX556" fmla="*/ 5911389 w 7467600"/>
              <a:gd name="connsiteY556" fmla="*/ 1898371 h 6858000"/>
              <a:gd name="connsiteX557" fmla="*/ 6944437 w 7467600"/>
              <a:gd name="connsiteY557" fmla="*/ 1575402 h 6858000"/>
              <a:gd name="connsiteX558" fmla="*/ 6304730 w 7467600"/>
              <a:gd name="connsiteY558" fmla="*/ 1766654 h 6858000"/>
              <a:gd name="connsiteX559" fmla="*/ 6944437 w 7467600"/>
              <a:gd name="connsiteY559" fmla="*/ 1575402 h 6858000"/>
              <a:gd name="connsiteX560" fmla="*/ 7019523 w 7467600"/>
              <a:gd name="connsiteY560" fmla="*/ 1519450 h 6858000"/>
              <a:gd name="connsiteX561" fmla="*/ 6298091 w 7467600"/>
              <a:gd name="connsiteY561" fmla="*/ 1737122 h 6858000"/>
              <a:gd name="connsiteX562" fmla="*/ 7019523 w 7467600"/>
              <a:gd name="connsiteY562" fmla="*/ 1519450 h 6858000"/>
              <a:gd name="connsiteX563" fmla="*/ 2399523 w 7467600"/>
              <a:gd name="connsiteY563" fmla="*/ 1428234 h 6858000"/>
              <a:gd name="connsiteX564" fmla="*/ 2224982 w 7467600"/>
              <a:gd name="connsiteY564" fmla="*/ 1826201 h 6858000"/>
              <a:gd name="connsiteX565" fmla="*/ 2096099 w 7467600"/>
              <a:gd name="connsiteY565" fmla="*/ 2345900 h 6858000"/>
              <a:gd name="connsiteX566" fmla="*/ 2283317 w 7467600"/>
              <a:gd name="connsiteY566" fmla="*/ 1796925 h 6858000"/>
              <a:gd name="connsiteX567" fmla="*/ 2399523 w 7467600"/>
              <a:gd name="connsiteY567" fmla="*/ 1428234 h 6858000"/>
              <a:gd name="connsiteX568" fmla="*/ 2448558 w 7467600"/>
              <a:gd name="connsiteY568" fmla="*/ 1373435 h 6858000"/>
              <a:gd name="connsiteX569" fmla="*/ 2312521 w 7467600"/>
              <a:gd name="connsiteY569" fmla="*/ 1806140 h 6858000"/>
              <a:gd name="connsiteX570" fmla="*/ 2127533 w 7467600"/>
              <a:gd name="connsiteY570" fmla="*/ 2348380 h 6858000"/>
              <a:gd name="connsiteX571" fmla="*/ 2358080 w 7467600"/>
              <a:gd name="connsiteY571" fmla="*/ 1866134 h 6858000"/>
              <a:gd name="connsiteX572" fmla="*/ 2407436 w 7467600"/>
              <a:gd name="connsiteY572" fmla="*/ 1651070 h 6858000"/>
              <a:gd name="connsiteX573" fmla="*/ 2448558 w 7467600"/>
              <a:gd name="connsiteY573" fmla="*/ 1373435 h 6858000"/>
              <a:gd name="connsiteX574" fmla="*/ 278707 w 7467600"/>
              <a:gd name="connsiteY574" fmla="*/ 1352270 h 6858000"/>
              <a:gd name="connsiteX575" fmla="*/ 321570 w 7467600"/>
              <a:gd name="connsiteY575" fmla="*/ 1861610 h 6858000"/>
              <a:gd name="connsiteX576" fmla="*/ 294281 w 7467600"/>
              <a:gd name="connsiteY576" fmla="*/ 1440658 h 6858000"/>
              <a:gd name="connsiteX577" fmla="*/ 278707 w 7467600"/>
              <a:gd name="connsiteY577" fmla="*/ 1352270 h 6858000"/>
              <a:gd name="connsiteX578" fmla="*/ 1423821 w 7467600"/>
              <a:gd name="connsiteY578" fmla="*/ 1351958 h 6858000"/>
              <a:gd name="connsiteX579" fmla="*/ 1638521 w 7467600"/>
              <a:gd name="connsiteY579" fmla="*/ 1908470 h 6858000"/>
              <a:gd name="connsiteX580" fmla="*/ 1754199 w 7467600"/>
              <a:gd name="connsiteY580" fmla="*/ 2149284 h 6858000"/>
              <a:gd name="connsiteX581" fmla="*/ 1908359 w 7467600"/>
              <a:gd name="connsiteY581" fmla="*/ 2364988 h 6858000"/>
              <a:gd name="connsiteX582" fmla="*/ 1647661 w 7467600"/>
              <a:gd name="connsiteY582" fmla="*/ 1825945 h 6858000"/>
              <a:gd name="connsiteX583" fmla="*/ 1423821 w 7467600"/>
              <a:gd name="connsiteY583" fmla="*/ 1351958 h 6858000"/>
              <a:gd name="connsiteX584" fmla="*/ 1431890 w 7467600"/>
              <a:gd name="connsiteY584" fmla="*/ 1306475 h 6858000"/>
              <a:gd name="connsiteX585" fmla="*/ 1507597 w 7467600"/>
              <a:gd name="connsiteY585" fmla="*/ 1446132 h 6858000"/>
              <a:gd name="connsiteX586" fmla="*/ 1674586 w 7467600"/>
              <a:gd name="connsiteY586" fmla="*/ 1813832 h 6858000"/>
              <a:gd name="connsiteX587" fmla="*/ 1815950 w 7467600"/>
              <a:gd name="connsiteY587" fmla="*/ 2128564 h 6858000"/>
              <a:gd name="connsiteX588" fmla="*/ 1984242 w 7467600"/>
              <a:gd name="connsiteY588" fmla="*/ 2430829 h 6858000"/>
              <a:gd name="connsiteX589" fmla="*/ 2014023 w 7467600"/>
              <a:gd name="connsiteY589" fmla="*/ 2450995 h 6858000"/>
              <a:gd name="connsiteX590" fmla="*/ 1747337 w 7467600"/>
              <a:gd name="connsiteY590" fmla="*/ 1855264 h 6858000"/>
              <a:gd name="connsiteX591" fmla="*/ 1533749 w 7467600"/>
              <a:gd name="connsiteY591" fmla="*/ 1478656 h 6858000"/>
              <a:gd name="connsiteX592" fmla="*/ 1431890 w 7467600"/>
              <a:gd name="connsiteY592" fmla="*/ 1306475 h 6858000"/>
              <a:gd name="connsiteX593" fmla="*/ 5052692 w 7467600"/>
              <a:gd name="connsiteY593" fmla="*/ 1292994 h 6858000"/>
              <a:gd name="connsiteX594" fmla="*/ 5200661 w 7467600"/>
              <a:gd name="connsiteY594" fmla="*/ 1635186 h 6858000"/>
              <a:gd name="connsiteX595" fmla="*/ 5297138 w 7467600"/>
              <a:gd name="connsiteY595" fmla="*/ 1906351 h 6858000"/>
              <a:gd name="connsiteX596" fmla="*/ 5052692 w 7467600"/>
              <a:gd name="connsiteY596" fmla="*/ 1292994 h 6858000"/>
              <a:gd name="connsiteX597" fmla="*/ 5009948 w 7467600"/>
              <a:gd name="connsiteY597" fmla="*/ 1273619 h 6858000"/>
              <a:gd name="connsiteX598" fmla="*/ 5121777 w 7467600"/>
              <a:gd name="connsiteY598" fmla="*/ 1654213 h 6858000"/>
              <a:gd name="connsiteX599" fmla="*/ 5293545 w 7467600"/>
              <a:gd name="connsiteY599" fmla="*/ 2072247 h 6858000"/>
              <a:gd name="connsiteX600" fmla="*/ 5294042 w 7467600"/>
              <a:gd name="connsiteY600" fmla="*/ 2065019 h 6858000"/>
              <a:gd name="connsiteX601" fmla="*/ 5171936 w 7467600"/>
              <a:gd name="connsiteY601" fmla="*/ 1647613 h 6858000"/>
              <a:gd name="connsiteX602" fmla="*/ 5009948 w 7467600"/>
              <a:gd name="connsiteY602" fmla="*/ 1273619 h 6858000"/>
              <a:gd name="connsiteX603" fmla="*/ 655236 w 7467600"/>
              <a:gd name="connsiteY603" fmla="*/ 1268632 h 6858000"/>
              <a:gd name="connsiteX604" fmla="*/ 839521 w 7467600"/>
              <a:gd name="connsiteY604" fmla="*/ 1685315 h 6858000"/>
              <a:gd name="connsiteX605" fmla="*/ 1109416 w 7467600"/>
              <a:gd name="connsiteY605" fmla="*/ 2061663 h 6858000"/>
              <a:gd name="connsiteX606" fmla="*/ 1298300 w 7467600"/>
              <a:gd name="connsiteY606" fmla="*/ 2247742 h 6858000"/>
              <a:gd name="connsiteX607" fmla="*/ 1125871 w 7467600"/>
              <a:gd name="connsiteY607" fmla="*/ 1989513 h 6858000"/>
              <a:gd name="connsiteX608" fmla="*/ 981574 w 7467600"/>
              <a:gd name="connsiteY608" fmla="*/ 1783157 h 6858000"/>
              <a:gd name="connsiteX609" fmla="*/ 922198 w 7467600"/>
              <a:gd name="connsiteY609" fmla="*/ 1677437 h 6858000"/>
              <a:gd name="connsiteX610" fmla="*/ 869293 w 7467600"/>
              <a:gd name="connsiteY610" fmla="*/ 1583214 h 6858000"/>
              <a:gd name="connsiteX611" fmla="*/ 751431 w 7467600"/>
              <a:gd name="connsiteY611" fmla="*/ 1405731 h 6858000"/>
              <a:gd name="connsiteX612" fmla="*/ 655236 w 7467600"/>
              <a:gd name="connsiteY612" fmla="*/ 1268632 h 6858000"/>
              <a:gd name="connsiteX613" fmla="*/ 6516292 w 7467600"/>
              <a:gd name="connsiteY613" fmla="*/ 1263064 h 6858000"/>
              <a:gd name="connsiteX614" fmla="*/ 5736320 w 7467600"/>
              <a:gd name="connsiteY614" fmla="*/ 1501803 h 6858000"/>
              <a:gd name="connsiteX615" fmla="*/ 6516292 w 7467600"/>
              <a:gd name="connsiteY615" fmla="*/ 1263064 h 6858000"/>
              <a:gd name="connsiteX616" fmla="*/ 291466 w 7467600"/>
              <a:gd name="connsiteY616" fmla="*/ 1250369 h 6858000"/>
              <a:gd name="connsiteX617" fmla="*/ 323180 w 7467600"/>
              <a:gd name="connsiteY617" fmla="*/ 1435283 h 6858000"/>
              <a:gd name="connsiteX618" fmla="*/ 349381 w 7467600"/>
              <a:gd name="connsiteY618" fmla="*/ 1875041 h 6858000"/>
              <a:gd name="connsiteX619" fmla="*/ 374363 w 7467600"/>
              <a:gd name="connsiteY619" fmla="*/ 1506494 h 6858000"/>
              <a:gd name="connsiteX620" fmla="*/ 302168 w 7467600"/>
              <a:gd name="connsiteY620" fmla="*/ 1274495 h 6858000"/>
              <a:gd name="connsiteX621" fmla="*/ 291466 w 7467600"/>
              <a:gd name="connsiteY621" fmla="*/ 1250369 h 6858000"/>
              <a:gd name="connsiteX622" fmla="*/ 678222 w 7467600"/>
              <a:gd name="connsiteY622" fmla="*/ 1248670 h 6858000"/>
              <a:gd name="connsiteX623" fmla="*/ 775536 w 7467600"/>
              <a:gd name="connsiteY623" fmla="*/ 1388015 h 6858000"/>
              <a:gd name="connsiteX624" fmla="*/ 894529 w 7467600"/>
              <a:gd name="connsiteY624" fmla="*/ 1567739 h 6858000"/>
              <a:gd name="connsiteX625" fmla="*/ 948000 w 7467600"/>
              <a:gd name="connsiteY625" fmla="*/ 1663088 h 6858000"/>
              <a:gd name="connsiteX626" fmla="*/ 1006812 w 7467600"/>
              <a:gd name="connsiteY626" fmla="*/ 1767683 h 6858000"/>
              <a:gd name="connsiteX627" fmla="*/ 1149133 w 7467600"/>
              <a:gd name="connsiteY627" fmla="*/ 1971513 h 6858000"/>
              <a:gd name="connsiteX628" fmla="*/ 1333952 w 7467600"/>
              <a:gd name="connsiteY628" fmla="*/ 2251620 h 6858000"/>
              <a:gd name="connsiteX629" fmla="*/ 1337329 w 7467600"/>
              <a:gd name="connsiteY629" fmla="*/ 2258350 h 6858000"/>
              <a:gd name="connsiteX630" fmla="*/ 1014726 w 7467600"/>
              <a:gd name="connsiteY630" fmla="*/ 1615556 h 6858000"/>
              <a:gd name="connsiteX631" fmla="*/ 678222 w 7467600"/>
              <a:gd name="connsiteY631" fmla="*/ 1248670 h 6858000"/>
              <a:gd name="connsiteX632" fmla="*/ 6691602 w 7467600"/>
              <a:gd name="connsiteY632" fmla="*/ 1140573 h 6858000"/>
              <a:gd name="connsiteX633" fmla="*/ 6571100 w 7467600"/>
              <a:gd name="connsiteY633" fmla="*/ 1183662 h 6858000"/>
              <a:gd name="connsiteX634" fmla="*/ 6241687 w 7467600"/>
              <a:gd name="connsiteY634" fmla="*/ 1257600 h 6858000"/>
              <a:gd name="connsiteX635" fmla="*/ 5693009 w 7467600"/>
              <a:gd name="connsiteY635" fmla="*/ 1478256 h 6858000"/>
              <a:gd name="connsiteX636" fmla="*/ 6548420 w 7467600"/>
              <a:gd name="connsiteY636" fmla="*/ 1214599 h 6858000"/>
              <a:gd name="connsiteX637" fmla="*/ 6605473 w 7467600"/>
              <a:gd name="connsiteY637" fmla="*/ 1184686 h 6858000"/>
              <a:gd name="connsiteX638" fmla="*/ 6691602 w 7467600"/>
              <a:gd name="connsiteY638" fmla="*/ 1140573 h 6858000"/>
              <a:gd name="connsiteX639" fmla="*/ 4002475 w 7467600"/>
              <a:gd name="connsiteY639" fmla="*/ 1037802 h 6858000"/>
              <a:gd name="connsiteX640" fmla="*/ 4000324 w 7467600"/>
              <a:gd name="connsiteY640" fmla="*/ 1039362 h 6858000"/>
              <a:gd name="connsiteX641" fmla="*/ 4002862 w 7467600"/>
              <a:gd name="connsiteY641" fmla="*/ 1042866 h 6858000"/>
              <a:gd name="connsiteX642" fmla="*/ 4002475 w 7467600"/>
              <a:gd name="connsiteY642" fmla="*/ 1037802 h 6858000"/>
              <a:gd name="connsiteX643" fmla="*/ 506322 w 7467600"/>
              <a:gd name="connsiteY643" fmla="*/ 1020997 h 6858000"/>
              <a:gd name="connsiteX644" fmla="*/ 533068 w 7467600"/>
              <a:gd name="connsiteY644" fmla="*/ 1029409 h 6858000"/>
              <a:gd name="connsiteX645" fmla="*/ 1232525 w 7467600"/>
              <a:gd name="connsiteY645" fmla="*/ 1804675 h 6858000"/>
              <a:gd name="connsiteX646" fmla="*/ 1388858 w 7467600"/>
              <a:gd name="connsiteY646" fmla="*/ 2368011 h 6858000"/>
              <a:gd name="connsiteX647" fmla="*/ 1384098 w 7467600"/>
              <a:gd name="connsiteY647" fmla="*/ 2378125 h 6858000"/>
              <a:gd name="connsiteX648" fmla="*/ 1425393 w 7467600"/>
              <a:gd name="connsiteY648" fmla="*/ 2589124 h 6858000"/>
              <a:gd name="connsiteX649" fmla="*/ 1424001 w 7467600"/>
              <a:gd name="connsiteY649" fmla="*/ 2597541 h 6858000"/>
              <a:gd name="connsiteX650" fmla="*/ 2152729 w 7467600"/>
              <a:gd name="connsiteY650" fmla="*/ 2864487 h 6858000"/>
              <a:gd name="connsiteX651" fmla="*/ 2020609 w 7467600"/>
              <a:gd name="connsiteY651" fmla="*/ 2539671 h 6858000"/>
              <a:gd name="connsiteX652" fmla="*/ 2018920 w 7467600"/>
              <a:gd name="connsiteY652" fmla="*/ 2536309 h 6858000"/>
              <a:gd name="connsiteX653" fmla="*/ 1342441 w 7467600"/>
              <a:gd name="connsiteY653" fmla="*/ 1173017 h 6858000"/>
              <a:gd name="connsiteX654" fmla="*/ 1367925 w 7467600"/>
              <a:gd name="connsiteY654" fmla="*/ 1135648 h 6858000"/>
              <a:gd name="connsiteX655" fmla="*/ 1771401 w 7467600"/>
              <a:gd name="connsiteY655" fmla="*/ 1806673 h 6858000"/>
              <a:gd name="connsiteX656" fmla="*/ 1972385 w 7467600"/>
              <a:gd name="connsiteY656" fmla="*/ 2198735 h 6858000"/>
              <a:gd name="connsiteX657" fmla="*/ 2040892 w 7467600"/>
              <a:gd name="connsiteY657" fmla="*/ 2405205 h 6858000"/>
              <a:gd name="connsiteX658" fmla="*/ 2131689 w 7467600"/>
              <a:gd name="connsiteY658" fmla="*/ 1936926 h 6858000"/>
              <a:gd name="connsiteX659" fmla="*/ 2454820 w 7467600"/>
              <a:gd name="connsiteY659" fmla="*/ 1248808 h 6858000"/>
              <a:gd name="connsiteX660" fmla="*/ 2492512 w 7467600"/>
              <a:gd name="connsiteY660" fmla="*/ 1302920 h 6858000"/>
              <a:gd name="connsiteX661" fmla="*/ 2081216 w 7467600"/>
              <a:gd name="connsiteY661" fmla="*/ 2527513 h 6858000"/>
              <a:gd name="connsiteX662" fmla="*/ 2081211 w 7467600"/>
              <a:gd name="connsiteY662" fmla="*/ 2528916 h 6858000"/>
              <a:gd name="connsiteX663" fmla="*/ 2199067 w 7467600"/>
              <a:gd name="connsiteY663" fmla="*/ 2884061 h 6858000"/>
              <a:gd name="connsiteX664" fmla="*/ 3192586 w 7467600"/>
              <a:gd name="connsiteY664" fmla="*/ 3411496 h 6858000"/>
              <a:gd name="connsiteX665" fmla="*/ 3182620 w 7467600"/>
              <a:gd name="connsiteY665" fmla="*/ 3483279 h 6858000"/>
              <a:gd name="connsiteX666" fmla="*/ 2435119 w 7467600"/>
              <a:gd name="connsiteY666" fmla="*/ 3080173 h 6858000"/>
              <a:gd name="connsiteX667" fmla="*/ 2410152 w 7467600"/>
              <a:gd name="connsiteY667" fmla="*/ 3063751 h 6858000"/>
              <a:gd name="connsiteX668" fmla="*/ 2408099 w 7467600"/>
              <a:gd name="connsiteY668" fmla="*/ 3064403 h 6858000"/>
              <a:gd name="connsiteX669" fmla="*/ 2407218 w 7467600"/>
              <a:gd name="connsiteY669" fmla="*/ 3070324 h 6858000"/>
              <a:gd name="connsiteX670" fmla="*/ 2380138 w 7467600"/>
              <a:gd name="connsiteY670" fmla="*/ 3099341 h 6858000"/>
              <a:gd name="connsiteX671" fmla="*/ 1765923 w 7467600"/>
              <a:gd name="connsiteY671" fmla="*/ 3581043 h 6858000"/>
              <a:gd name="connsiteX672" fmla="*/ 1702258 w 7467600"/>
              <a:gd name="connsiteY672" fmla="*/ 3612286 h 6858000"/>
              <a:gd name="connsiteX673" fmla="*/ 1538370 w 7467600"/>
              <a:gd name="connsiteY673" fmla="*/ 3811804 h 6858000"/>
              <a:gd name="connsiteX674" fmla="*/ 542867 w 7467600"/>
              <a:gd name="connsiteY674" fmla="*/ 4944092 h 6858000"/>
              <a:gd name="connsiteX675" fmla="*/ 515800 w 7467600"/>
              <a:gd name="connsiteY675" fmla="*/ 4862180 h 6858000"/>
              <a:gd name="connsiteX676" fmla="*/ 909145 w 7467600"/>
              <a:gd name="connsiteY676" fmla="*/ 4199225 h 6858000"/>
              <a:gd name="connsiteX677" fmla="*/ 1214067 w 7467600"/>
              <a:gd name="connsiteY677" fmla="*/ 3908561 h 6858000"/>
              <a:gd name="connsiteX678" fmla="*/ 640967 w 7467600"/>
              <a:gd name="connsiteY678" fmla="*/ 4105601 h 6858000"/>
              <a:gd name="connsiteX679" fmla="*/ 112563 w 7467600"/>
              <a:gd name="connsiteY679" fmla="*/ 4396952 h 6858000"/>
              <a:gd name="connsiteX680" fmla="*/ 0 w 7467600"/>
              <a:gd name="connsiteY680" fmla="*/ 4466006 h 6858000"/>
              <a:gd name="connsiteX681" fmla="*/ 0 w 7467600"/>
              <a:gd name="connsiteY681" fmla="*/ 4233763 h 6858000"/>
              <a:gd name="connsiteX682" fmla="*/ 36881 w 7467600"/>
              <a:gd name="connsiteY682" fmla="*/ 4200118 h 6858000"/>
              <a:gd name="connsiteX683" fmla="*/ 910534 w 7467600"/>
              <a:gd name="connsiteY683" fmla="*/ 3629753 h 6858000"/>
              <a:gd name="connsiteX684" fmla="*/ 1578717 w 7467600"/>
              <a:gd name="connsiteY684" fmla="*/ 3575982 h 6858000"/>
              <a:gd name="connsiteX685" fmla="*/ 2338780 w 7467600"/>
              <a:gd name="connsiteY685" fmla="*/ 3033725 h 6858000"/>
              <a:gd name="connsiteX686" fmla="*/ 1807991 w 7467600"/>
              <a:gd name="connsiteY686" fmla="*/ 2807184 h 6858000"/>
              <a:gd name="connsiteX687" fmla="*/ 1416358 w 7467600"/>
              <a:gd name="connsiteY687" fmla="*/ 3112571 h 6858000"/>
              <a:gd name="connsiteX688" fmla="*/ 939066 w 7467600"/>
              <a:gd name="connsiteY688" fmla="*/ 3378798 h 6858000"/>
              <a:gd name="connsiteX689" fmla="*/ 115099 w 7467600"/>
              <a:gd name="connsiteY689" fmla="*/ 3607650 h 6858000"/>
              <a:gd name="connsiteX690" fmla="*/ 97284 w 7467600"/>
              <a:gd name="connsiteY690" fmla="*/ 3520393 h 6858000"/>
              <a:gd name="connsiteX691" fmla="*/ 922050 w 7467600"/>
              <a:gd name="connsiteY691" fmla="*/ 3074867 h 6858000"/>
              <a:gd name="connsiteX692" fmla="*/ 1405265 w 7467600"/>
              <a:gd name="connsiteY692" fmla="*/ 3016319 h 6858000"/>
              <a:gd name="connsiteX693" fmla="*/ 1407512 w 7467600"/>
              <a:gd name="connsiteY693" fmla="*/ 3018001 h 6858000"/>
              <a:gd name="connsiteX694" fmla="*/ 1726266 w 7467600"/>
              <a:gd name="connsiteY694" fmla="*/ 2777274 h 6858000"/>
              <a:gd name="connsiteX695" fmla="*/ 625390 w 7467600"/>
              <a:gd name="connsiteY695" fmla="*/ 2514541 h 6858000"/>
              <a:gd name="connsiteX696" fmla="*/ 619799 w 7467600"/>
              <a:gd name="connsiteY696" fmla="*/ 2527180 h 6858000"/>
              <a:gd name="connsiteX697" fmla="*/ 310030 w 7467600"/>
              <a:gd name="connsiteY697" fmla="*/ 2771818 h 6858000"/>
              <a:gd name="connsiteX698" fmla="*/ 173877 w 7467600"/>
              <a:gd name="connsiteY698" fmla="*/ 2937056 h 6858000"/>
              <a:gd name="connsiteX699" fmla="*/ 77889 w 7467600"/>
              <a:gd name="connsiteY699" fmla="*/ 3138440 h 6858000"/>
              <a:gd name="connsiteX700" fmla="*/ 0 w 7467600"/>
              <a:gd name="connsiteY700" fmla="*/ 3271395 h 6858000"/>
              <a:gd name="connsiteX701" fmla="*/ 0 w 7467600"/>
              <a:gd name="connsiteY701" fmla="*/ 3153002 h 6858000"/>
              <a:gd name="connsiteX702" fmla="*/ 2386 w 7467600"/>
              <a:gd name="connsiteY702" fmla="*/ 3149203 h 6858000"/>
              <a:gd name="connsiteX703" fmla="*/ 89753 w 7467600"/>
              <a:gd name="connsiteY703" fmla="*/ 2987702 h 6858000"/>
              <a:gd name="connsiteX704" fmla="*/ 76869 w 7467600"/>
              <a:gd name="connsiteY704" fmla="*/ 3005404 h 6858000"/>
              <a:gd name="connsiteX705" fmla="*/ 32049 w 7467600"/>
              <a:gd name="connsiteY705" fmla="*/ 3065814 h 6858000"/>
              <a:gd name="connsiteX706" fmla="*/ 0 w 7467600"/>
              <a:gd name="connsiteY706" fmla="*/ 3108744 h 6858000"/>
              <a:gd name="connsiteX707" fmla="*/ 0 w 7467600"/>
              <a:gd name="connsiteY707" fmla="*/ 3058059 h 6858000"/>
              <a:gd name="connsiteX708" fmla="*/ 7610 w 7467600"/>
              <a:gd name="connsiteY708" fmla="*/ 3047889 h 6858000"/>
              <a:gd name="connsiteX709" fmla="*/ 52419 w 7467600"/>
              <a:gd name="connsiteY709" fmla="*/ 2987479 h 6858000"/>
              <a:gd name="connsiteX710" fmla="*/ 59142 w 7467600"/>
              <a:gd name="connsiteY710" fmla="*/ 2978488 h 6858000"/>
              <a:gd name="connsiteX711" fmla="*/ 0 w 7467600"/>
              <a:gd name="connsiteY711" fmla="*/ 3015334 h 6858000"/>
              <a:gd name="connsiteX712" fmla="*/ 0 w 7467600"/>
              <a:gd name="connsiteY712" fmla="*/ 2914286 h 6858000"/>
              <a:gd name="connsiteX713" fmla="*/ 36383 w 7467600"/>
              <a:gd name="connsiteY713" fmla="*/ 2901128 h 6858000"/>
              <a:gd name="connsiteX714" fmla="*/ 156329 w 7467600"/>
              <a:gd name="connsiteY714" fmla="*/ 2840533 h 6858000"/>
              <a:gd name="connsiteX715" fmla="*/ 358355 w 7467600"/>
              <a:gd name="connsiteY715" fmla="*/ 2620471 h 6858000"/>
              <a:gd name="connsiteX716" fmla="*/ 510577 w 7467600"/>
              <a:gd name="connsiteY716" fmla="*/ 2501244 h 6858000"/>
              <a:gd name="connsiteX717" fmla="*/ 211967 w 7467600"/>
              <a:gd name="connsiteY717" fmla="*/ 2479171 h 6858000"/>
              <a:gd name="connsiteX718" fmla="*/ 0 w 7467600"/>
              <a:gd name="connsiteY718" fmla="*/ 2476398 h 6858000"/>
              <a:gd name="connsiteX719" fmla="*/ 0 w 7467600"/>
              <a:gd name="connsiteY719" fmla="*/ 2389189 h 6858000"/>
              <a:gd name="connsiteX720" fmla="*/ 103062 w 7467600"/>
              <a:gd name="connsiteY720" fmla="*/ 2389518 h 6858000"/>
              <a:gd name="connsiteX721" fmla="*/ 510734 w 7467600"/>
              <a:gd name="connsiteY721" fmla="*/ 2416201 h 6858000"/>
              <a:gd name="connsiteX722" fmla="*/ 279257 w 7467600"/>
              <a:gd name="connsiteY722" fmla="*/ 2092102 h 6858000"/>
              <a:gd name="connsiteX723" fmla="*/ 65265 w 7467600"/>
              <a:gd name="connsiteY723" fmla="*/ 2006049 h 6858000"/>
              <a:gd name="connsiteX724" fmla="*/ 0 w 7467600"/>
              <a:gd name="connsiteY724" fmla="*/ 1982532 h 6858000"/>
              <a:gd name="connsiteX725" fmla="*/ 0 w 7467600"/>
              <a:gd name="connsiteY725" fmla="*/ 1912789 h 6858000"/>
              <a:gd name="connsiteX726" fmla="*/ 97460 w 7467600"/>
              <a:gd name="connsiteY726" fmla="*/ 1953725 h 6858000"/>
              <a:gd name="connsiteX727" fmla="*/ 221272 w 7467600"/>
              <a:gd name="connsiteY727" fmla="*/ 1980766 h 6858000"/>
              <a:gd name="connsiteX728" fmla="*/ 116765 w 7467600"/>
              <a:gd name="connsiteY728" fmla="*/ 1911033 h 6858000"/>
              <a:gd name="connsiteX729" fmla="*/ 16405 w 7467600"/>
              <a:gd name="connsiteY729" fmla="*/ 1803412 h 6858000"/>
              <a:gd name="connsiteX730" fmla="*/ 0 w 7467600"/>
              <a:gd name="connsiteY730" fmla="*/ 1784777 h 6858000"/>
              <a:gd name="connsiteX731" fmla="*/ 0 w 7467600"/>
              <a:gd name="connsiteY731" fmla="*/ 1740082 h 6858000"/>
              <a:gd name="connsiteX732" fmla="*/ 39394 w 7467600"/>
              <a:gd name="connsiteY732" fmla="*/ 1784856 h 6858000"/>
              <a:gd name="connsiteX733" fmla="*/ 135813 w 7467600"/>
              <a:gd name="connsiteY733" fmla="*/ 1888838 h 6858000"/>
              <a:gd name="connsiteX734" fmla="*/ 242575 w 7467600"/>
              <a:gd name="connsiteY734" fmla="*/ 1958841 h 6858000"/>
              <a:gd name="connsiteX735" fmla="*/ 82197 w 7467600"/>
              <a:gd name="connsiteY735" fmla="*/ 1754826 h 6858000"/>
              <a:gd name="connsiteX736" fmla="*/ 0 w 7467600"/>
              <a:gd name="connsiteY736" fmla="*/ 1679650 h 6858000"/>
              <a:gd name="connsiteX737" fmla="*/ 0 w 7467600"/>
              <a:gd name="connsiteY737" fmla="*/ 1602463 h 6858000"/>
              <a:gd name="connsiteX738" fmla="*/ 84689 w 7467600"/>
              <a:gd name="connsiteY738" fmla="*/ 1677442 h 6858000"/>
              <a:gd name="connsiteX739" fmla="*/ 298437 w 7467600"/>
              <a:gd name="connsiteY739" fmla="*/ 1968019 h 6858000"/>
              <a:gd name="connsiteX740" fmla="*/ 227269 w 7467600"/>
              <a:gd name="connsiteY740" fmla="*/ 1114064 h 6858000"/>
              <a:gd name="connsiteX741" fmla="*/ 248003 w 7467600"/>
              <a:gd name="connsiteY741" fmla="*/ 1089613 h 6858000"/>
              <a:gd name="connsiteX742" fmla="*/ 427020 w 7467600"/>
              <a:gd name="connsiteY742" fmla="*/ 1619803 h 6858000"/>
              <a:gd name="connsiteX743" fmla="*/ 340345 w 7467600"/>
              <a:gd name="connsiteY743" fmla="*/ 2027739 h 6858000"/>
              <a:gd name="connsiteX744" fmla="*/ 360865 w 7467600"/>
              <a:gd name="connsiteY744" fmla="*/ 2044827 h 6858000"/>
              <a:gd name="connsiteX745" fmla="*/ 560414 w 7467600"/>
              <a:gd name="connsiteY745" fmla="*/ 2421457 h 6858000"/>
              <a:gd name="connsiteX746" fmla="*/ 1359703 w 7467600"/>
              <a:gd name="connsiteY746" fmla="*/ 2578554 h 6858000"/>
              <a:gd name="connsiteX747" fmla="*/ 1359422 w 7467600"/>
              <a:gd name="connsiteY747" fmla="*/ 2577994 h 6858000"/>
              <a:gd name="connsiteX748" fmla="*/ 828701 w 7467600"/>
              <a:gd name="connsiteY748" fmla="*/ 1839520 h 6858000"/>
              <a:gd name="connsiteX749" fmla="*/ 494427 w 7467600"/>
              <a:gd name="connsiteY749" fmla="*/ 1092333 h 6858000"/>
              <a:gd name="connsiteX750" fmla="*/ 506322 w 7467600"/>
              <a:gd name="connsiteY750" fmla="*/ 1020997 h 6858000"/>
              <a:gd name="connsiteX751" fmla="*/ 4570198 w 7467600"/>
              <a:gd name="connsiteY751" fmla="*/ 978081 h 6858000"/>
              <a:gd name="connsiteX752" fmla="*/ 4523691 w 7467600"/>
              <a:gd name="connsiteY752" fmla="*/ 1127776 h 6858000"/>
              <a:gd name="connsiteX753" fmla="*/ 4509875 w 7467600"/>
              <a:gd name="connsiteY753" fmla="*/ 1167552 h 6858000"/>
              <a:gd name="connsiteX754" fmla="*/ 4478168 w 7467600"/>
              <a:gd name="connsiteY754" fmla="*/ 1260735 h 6858000"/>
              <a:gd name="connsiteX755" fmla="*/ 4409309 w 7467600"/>
              <a:gd name="connsiteY755" fmla="*/ 1666996 h 6858000"/>
              <a:gd name="connsiteX756" fmla="*/ 4370031 w 7467600"/>
              <a:gd name="connsiteY756" fmla="*/ 1955666 h 6858000"/>
              <a:gd name="connsiteX757" fmla="*/ 4570198 w 7467600"/>
              <a:gd name="connsiteY757" fmla="*/ 978081 h 6858000"/>
              <a:gd name="connsiteX758" fmla="*/ 4557898 w 7467600"/>
              <a:gd name="connsiteY758" fmla="*/ 900011 h 6858000"/>
              <a:gd name="connsiteX759" fmla="*/ 4344840 w 7467600"/>
              <a:gd name="connsiteY759" fmla="*/ 1922038 h 6858000"/>
              <a:gd name="connsiteX760" fmla="*/ 4378710 w 7467600"/>
              <a:gd name="connsiteY760" fmla="*/ 1665516 h 6858000"/>
              <a:gd name="connsiteX761" fmla="*/ 4448798 w 7467600"/>
              <a:gd name="connsiteY761" fmla="*/ 1253024 h 6858000"/>
              <a:gd name="connsiteX762" fmla="*/ 4480315 w 7467600"/>
              <a:gd name="connsiteY762" fmla="*/ 1158454 h 6858000"/>
              <a:gd name="connsiteX763" fmla="*/ 4494133 w 7467600"/>
              <a:gd name="connsiteY763" fmla="*/ 1118676 h 6858000"/>
              <a:gd name="connsiteX764" fmla="*/ 4557898 w 7467600"/>
              <a:gd name="connsiteY764" fmla="*/ 900011 h 6858000"/>
              <a:gd name="connsiteX765" fmla="*/ 5870151 w 7467600"/>
              <a:gd name="connsiteY765" fmla="*/ 898890 h 6858000"/>
              <a:gd name="connsiteX766" fmla="*/ 5861335 w 7467600"/>
              <a:gd name="connsiteY766" fmla="*/ 899177 h 6858000"/>
              <a:gd name="connsiteX767" fmla="*/ 5843702 w 7467600"/>
              <a:gd name="connsiteY767" fmla="*/ 899748 h 6858000"/>
              <a:gd name="connsiteX768" fmla="*/ 5651107 w 7467600"/>
              <a:gd name="connsiteY768" fmla="*/ 920306 h 6858000"/>
              <a:gd name="connsiteX769" fmla="*/ 5459407 w 7467600"/>
              <a:gd name="connsiteY769" fmla="*/ 940975 h 6858000"/>
              <a:gd name="connsiteX770" fmla="*/ 5374846 w 7467600"/>
              <a:gd name="connsiteY770" fmla="*/ 941988 h 6858000"/>
              <a:gd name="connsiteX771" fmla="*/ 5256105 w 7467600"/>
              <a:gd name="connsiteY771" fmla="*/ 945632 h 6858000"/>
              <a:gd name="connsiteX772" fmla="*/ 5107071 w 7467600"/>
              <a:gd name="connsiteY772" fmla="*/ 969720 h 6858000"/>
              <a:gd name="connsiteX773" fmla="*/ 4998681 w 7467600"/>
              <a:gd name="connsiteY773" fmla="*/ 988771 h 6858000"/>
              <a:gd name="connsiteX774" fmla="*/ 5870151 w 7467600"/>
              <a:gd name="connsiteY774" fmla="*/ 898890 h 6858000"/>
              <a:gd name="connsiteX775" fmla="*/ 5504425 w 7467600"/>
              <a:gd name="connsiteY775" fmla="*/ 848067 h 6858000"/>
              <a:gd name="connsiteX776" fmla="*/ 4968849 w 7467600"/>
              <a:gd name="connsiteY776" fmla="*/ 962318 h 6858000"/>
              <a:gd name="connsiteX777" fmla="*/ 5104039 w 7467600"/>
              <a:gd name="connsiteY777" fmla="*/ 940634 h 6858000"/>
              <a:gd name="connsiteX778" fmla="*/ 5256311 w 7467600"/>
              <a:gd name="connsiteY778" fmla="*/ 916490 h 6858000"/>
              <a:gd name="connsiteX779" fmla="*/ 5377381 w 7467600"/>
              <a:gd name="connsiteY779" fmla="*/ 912671 h 6858000"/>
              <a:gd name="connsiteX780" fmla="*/ 5460148 w 7467600"/>
              <a:gd name="connsiteY780" fmla="*/ 911442 h 6858000"/>
              <a:gd name="connsiteX781" fmla="*/ 5648971 w 7467600"/>
              <a:gd name="connsiteY781" fmla="*/ 891331 h 6858000"/>
              <a:gd name="connsiteX782" fmla="*/ 5844807 w 7467600"/>
              <a:gd name="connsiteY782" fmla="*/ 870718 h 6858000"/>
              <a:gd name="connsiteX783" fmla="*/ 5862975 w 7467600"/>
              <a:gd name="connsiteY783" fmla="*/ 869756 h 6858000"/>
              <a:gd name="connsiteX784" fmla="*/ 5920887 w 7467600"/>
              <a:gd name="connsiteY784" fmla="*/ 865929 h 6858000"/>
              <a:gd name="connsiteX785" fmla="*/ 5504425 w 7467600"/>
              <a:gd name="connsiteY785" fmla="*/ 848067 h 6858000"/>
              <a:gd name="connsiteX786" fmla="*/ 3607114 w 7467600"/>
              <a:gd name="connsiteY786" fmla="*/ 467441 h 6858000"/>
              <a:gd name="connsiteX787" fmla="*/ 3296242 w 7467600"/>
              <a:gd name="connsiteY787" fmla="*/ 807991 h 6858000"/>
              <a:gd name="connsiteX788" fmla="*/ 3174674 w 7467600"/>
              <a:gd name="connsiteY788" fmla="*/ 919759 h 6858000"/>
              <a:gd name="connsiteX789" fmla="*/ 3042978 w 7467600"/>
              <a:gd name="connsiteY789" fmla="*/ 1054894 h 6858000"/>
              <a:gd name="connsiteX790" fmla="*/ 2968914 w 7467600"/>
              <a:gd name="connsiteY790" fmla="*/ 1133756 h 6858000"/>
              <a:gd name="connsiteX791" fmla="*/ 3103823 w 7467600"/>
              <a:gd name="connsiteY791" fmla="*/ 1026814 h 6858000"/>
              <a:gd name="connsiteX792" fmla="*/ 3607114 w 7467600"/>
              <a:gd name="connsiteY792" fmla="*/ 467441 h 6858000"/>
              <a:gd name="connsiteX793" fmla="*/ 3744487 w 7467600"/>
              <a:gd name="connsiteY793" fmla="*/ 383136 h 6858000"/>
              <a:gd name="connsiteX794" fmla="*/ 3970213 w 7467600"/>
              <a:gd name="connsiteY794" fmla="*/ 995559 h 6858000"/>
              <a:gd name="connsiteX795" fmla="*/ 3744487 w 7467600"/>
              <a:gd name="connsiteY795" fmla="*/ 383136 h 6858000"/>
              <a:gd name="connsiteX796" fmla="*/ 3624562 w 7467600"/>
              <a:gd name="connsiteY796" fmla="*/ 367041 h 6858000"/>
              <a:gd name="connsiteX797" fmla="*/ 3489712 w 7467600"/>
              <a:gd name="connsiteY797" fmla="*/ 485386 h 6858000"/>
              <a:gd name="connsiteX798" fmla="*/ 3182994 w 7467600"/>
              <a:gd name="connsiteY798" fmla="*/ 828265 h 6858000"/>
              <a:gd name="connsiteX799" fmla="*/ 2892114 w 7467600"/>
              <a:gd name="connsiteY799" fmla="*/ 1172635 h 6858000"/>
              <a:gd name="connsiteX800" fmla="*/ 3021459 w 7467600"/>
              <a:gd name="connsiteY800" fmla="*/ 1035385 h 6858000"/>
              <a:gd name="connsiteX801" fmla="*/ 3153873 w 7467600"/>
              <a:gd name="connsiteY801" fmla="*/ 898971 h 6858000"/>
              <a:gd name="connsiteX802" fmla="*/ 3276511 w 7467600"/>
              <a:gd name="connsiteY802" fmla="*/ 786423 h 6858000"/>
              <a:gd name="connsiteX803" fmla="*/ 3584154 w 7467600"/>
              <a:gd name="connsiteY803" fmla="*/ 448218 h 6858000"/>
              <a:gd name="connsiteX804" fmla="*/ 3624562 w 7467600"/>
              <a:gd name="connsiteY804" fmla="*/ 367041 h 6858000"/>
              <a:gd name="connsiteX805" fmla="*/ 3766672 w 7467600"/>
              <a:gd name="connsiteY805" fmla="*/ 359429 h 6858000"/>
              <a:gd name="connsiteX806" fmla="*/ 3996338 w 7467600"/>
              <a:gd name="connsiteY806" fmla="*/ 968237 h 6858000"/>
              <a:gd name="connsiteX807" fmla="*/ 3766672 w 7467600"/>
              <a:gd name="connsiteY807" fmla="*/ 359429 h 6858000"/>
              <a:gd name="connsiteX808" fmla="*/ 5805386 w 7467600"/>
              <a:gd name="connsiteY808" fmla="*/ 239240 h 6858000"/>
              <a:gd name="connsiteX809" fmla="*/ 5736947 w 7467600"/>
              <a:gd name="connsiteY809" fmla="*/ 261367 h 6858000"/>
              <a:gd name="connsiteX810" fmla="*/ 5427012 w 7467600"/>
              <a:gd name="connsiteY810" fmla="*/ 311272 h 6858000"/>
              <a:gd name="connsiteX811" fmla="*/ 5147818 w 7467600"/>
              <a:gd name="connsiteY811" fmla="*/ 322112 h 6858000"/>
              <a:gd name="connsiteX812" fmla="*/ 5060854 w 7467600"/>
              <a:gd name="connsiteY812" fmla="*/ 311882 h 6858000"/>
              <a:gd name="connsiteX813" fmla="*/ 4945989 w 7467600"/>
              <a:gd name="connsiteY813" fmla="*/ 300516 h 6858000"/>
              <a:gd name="connsiteX814" fmla="*/ 5410479 w 7467600"/>
              <a:gd name="connsiteY814" fmla="*/ 348434 h 6858000"/>
              <a:gd name="connsiteX815" fmla="*/ 5805386 w 7467600"/>
              <a:gd name="connsiteY815" fmla="*/ 239240 h 6858000"/>
              <a:gd name="connsiteX816" fmla="*/ 5905192 w 7467600"/>
              <a:gd name="connsiteY816" fmla="*/ 163079 h 6858000"/>
              <a:gd name="connsiteX817" fmla="*/ 5865655 w 7467600"/>
              <a:gd name="connsiteY817" fmla="*/ 171901 h 6858000"/>
              <a:gd name="connsiteX818" fmla="*/ 5259740 w 7467600"/>
              <a:gd name="connsiteY818" fmla="*/ 257013 h 6858000"/>
              <a:gd name="connsiteX819" fmla="*/ 5208466 w 7467600"/>
              <a:gd name="connsiteY819" fmla="*/ 257550 h 6858000"/>
              <a:gd name="connsiteX820" fmla="*/ 4980204 w 7467600"/>
              <a:gd name="connsiteY820" fmla="*/ 271903 h 6858000"/>
              <a:gd name="connsiteX821" fmla="*/ 5068068 w 7467600"/>
              <a:gd name="connsiteY821" fmla="*/ 282244 h 6858000"/>
              <a:gd name="connsiteX822" fmla="*/ 5153231 w 7467600"/>
              <a:gd name="connsiteY822" fmla="*/ 292240 h 6858000"/>
              <a:gd name="connsiteX823" fmla="*/ 5426491 w 7467600"/>
              <a:gd name="connsiteY823" fmla="*/ 281128 h 6858000"/>
              <a:gd name="connsiteX824" fmla="*/ 5731212 w 7467600"/>
              <a:gd name="connsiteY824" fmla="*/ 231951 h 6858000"/>
              <a:gd name="connsiteX825" fmla="*/ 5905192 w 7467600"/>
              <a:gd name="connsiteY825" fmla="*/ 163079 h 6858000"/>
              <a:gd name="connsiteX826" fmla="*/ 5944437 w 7467600"/>
              <a:gd name="connsiteY826" fmla="*/ 113829 h 6858000"/>
              <a:gd name="connsiteX827" fmla="*/ 5825032 w 7467600"/>
              <a:gd name="connsiteY827" fmla="*/ 146405 h 6858000"/>
              <a:gd name="connsiteX828" fmla="*/ 4955599 w 7467600"/>
              <a:gd name="connsiteY828" fmla="*/ 247008 h 6858000"/>
              <a:gd name="connsiteX829" fmla="*/ 5210104 w 7467600"/>
              <a:gd name="connsiteY829" fmla="*/ 228123 h 6858000"/>
              <a:gd name="connsiteX830" fmla="*/ 5261015 w 7467600"/>
              <a:gd name="connsiteY830" fmla="*/ 227087 h 6858000"/>
              <a:gd name="connsiteX831" fmla="*/ 5861181 w 7467600"/>
              <a:gd name="connsiteY831" fmla="*/ 143093 h 6858000"/>
              <a:gd name="connsiteX832" fmla="*/ 5961252 w 7467600"/>
              <a:gd name="connsiteY832" fmla="*/ 114820 h 6858000"/>
              <a:gd name="connsiteX833" fmla="*/ 5944437 w 7467600"/>
              <a:gd name="connsiteY833" fmla="*/ 113829 h 6858000"/>
              <a:gd name="connsiteX834" fmla="*/ 3882765 w 7467600"/>
              <a:gd name="connsiteY834" fmla="*/ 0 h 6858000"/>
              <a:gd name="connsiteX835" fmla="*/ 3995099 w 7467600"/>
              <a:gd name="connsiteY835" fmla="*/ 0 h 6858000"/>
              <a:gd name="connsiteX836" fmla="*/ 4163818 w 7467600"/>
              <a:gd name="connsiteY836" fmla="*/ 234104 h 6858000"/>
              <a:gd name="connsiteX837" fmla="*/ 4172099 w 7467600"/>
              <a:gd name="connsiteY837" fmla="*/ 234207 h 6858000"/>
              <a:gd name="connsiteX838" fmla="*/ 4784282 w 7467600"/>
              <a:gd name="connsiteY838" fmla="*/ 276561 h 6858000"/>
              <a:gd name="connsiteX839" fmla="*/ 4801687 w 7467600"/>
              <a:gd name="connsiteY839" fmla="*/ 267764 h 6858000"/>
              <a:gd name="connsiteX840" fmla="*/ 6082788 w 7467600"/>
              <a:gd name="connsiteY840" fmla="*/ 64119 h 6858000"/>
              <a:gd name="connsiteX841" fmla="*/ 6099442 w 7467600"/>
              <a:gd name="connsiteY841" fmla="*/ 82568 h 6858000"/>
              <a:gd name="connsiteX842" fmla="*/ 4804137 w 7467600"/>
              <a:gd name="connsiteY842" fmla="*/ 320931 h 6858000"/>
              <a:gd name="connsiteX843" fmla="*/ 4227047 w 7467600"/>
              <a:gd name="connsiteY843" fmla="*/ 313415 h 6858000"/>
              <a:gd name="connsiteX844" fmla="*/ 4346041 w 7467600"/>
              <a:gd name="connsiteY844" fmla="*/ 456086 h 6858000"/>
              <a:gd name="connsiteX845" fmla="*/ 4870967 w 7467600"/>
              <a:gd name="connsiteY845" fmla="*/ 963061 h 6858000"/>
              <a:gd name="connsiteX846" fmla="*/ 4889647 w 7467600"/>
              <a:gd name="connsiteY846" fmla="*/ 957147 h 6858000"/>
              <a:gd name="connsiteX847" fmla="*/ 5422504 w 7467600"/>
              <a:gd name="connsiteY847" fmla="*/ 805191 h 6858000"/>
              <a:gd name="connsiteX848" fmla="*/ 6087656 w 7467600"/>
              <a:gd name="connsiteY848" fmla="*/ 826703 h 6858000"/>
              <a:gd name="connsiteX849" fmla="*/ 6058717 w 7467600"/>
              <a:gd name="connsiteY849" fmla="*/ 865992 h 6858000"/>
              <a:gd name="connsiteX850" fmla="*/ 4974153 w 7467600"/>
              <a:gd name="connsiteY850" fmla="*/ 1045456 h 6858000"/>
              <a:gd name="connsiteX851" fmla="*/ 5627835 w 7467600"/>
              <a:gd name="connsiteY851" fmla="*/ 1472077 h 6858000"/>
              <a:gd name="connsiteX852" fmla="*/ 5629817 w 7467600"/>
              <a:gd name="connsiteY852" fmla="*/ 1471412 h 6858000"/>
              <a:gd name="connsiteX853" fmla="*/ 5634124 w 7467600"/>
              <a:gd name="connsiteY853" fmla="*/ 1470572 h 6858000"/>
              <a:gd name="connsiteX854" fmla="*/ 5755832 w 7467600"/>
              <a:gd name="connsiteY854" fmla="*/ 1383886 h 6858000"/>
              <a:gd name="connsiteX855" fmla="*/ 6014186 w 7467600"/>
              <a:gd name="connsiteY855" fmla="*/ 1279799 h 6858000"/>
              <a:gd name="connsiteX856" fmla="*/ 6901619 w 7467600"/>
              <a:gd name="connsiteY856" fmla="*/ 1047874 h 6858000"/>
              <a:gd name="connsiteX857" fmla="*/ 6931566 w 7467600"/>
              <a:gd name="connsiteY857" fmla="*/ 1062034 h 6858000"/>
              <a:gd name="connsiteX858" fmla="*/ 5790982 w 7467600"/>
              <a:gd name="connsiteY858" fmla="*/ 1561380 h 6858000"/>
              <a:gd name="connsiteX859" fmla="*/ 6188971 w 7467600"/>
              <a:gd name="connsiteY859" fmla="*/ 1755168 h 6858000"/>
              <a:gd name="connsiteX860" fmla="*/ 6202446 w 7467600"/>
              <a:gd name="connsiteY860" fmla="*/ 1752268 h 6858000"/>
              <a:gd name="connsiteX861" fmla="*/ 7179560 w 7467600"/>
              <a:gd name="connsiteY861" fmla="*/ 1467551 h 6858000"/>
              <a:gd name="connsiteX862" fmla="*/ 7158730 w 7467600"/>
              <a:gd name="connsiteY862" fmla="*/ 1507835 h 6858000"/>
              <a:gd name="connsiteX863" fmla="*/ 6326959 w 7467600"/>
              <a:gd name="connsiteY863" fmla="*/ 1817686 h 6858000"/>
              <a:gd name="connsiteX864" fmla="*/ 6537433 w 7467600"/>
              <a:gd name="connsiteY864" fmla="*/ 1907790 h 6858000"/>
              <a:gd name="connsiteX865" fmla="*/ 6550221 w 7467600"/>
              <a:gd name="connsiteY865" fmla="*/ 1910729 h 6858000"/>
              <a:gd name="connsiteX866" fmla="*/ 6964438 w 7467600"/>
              <a:gd name="connsiteY866" fmla="*/ 2209505 h 6858000"/>
              <a:gd name="connsiteX867" fmla="*/ 7367862 w 7467600"/>
              <a:gd name="connsiteY867" fmla="*/ 2806833 h 6858000"/>
              <a:gd name="connsiteX868" fmla="*/ 7364329 w 7467600"/>
              <a:gd name="connsiteY868" fmla="*/ 2826907 h 6858000"/>
              <a:gd name="connsiteX869" fmla="*/ 7290545 w 7467600"/>
              <a:gd name="connsiteY869" fmla="*/ 2850663 h 6858000"/>
              <a:gd name="connsiteX870" fmla="*/ 6472036 w 7467600"/>
              <a:gd name="connsiteY870" fmla="*/ 1959003 h 6858000"/>
              <a:gd name="connsiteX871" fmla="*/ 5792897 w 7467600"/>
              <a:gd name="connsiteY871" fmla="*/ 1647747 h 6858000"/>
              <a:gd name="connsiteX872" fmla="*/ 5842751 w 7467600"/>
              <a:gd name="connsiteY872" fmla="*/ 1816112 h 6858000"/>
              <a:gd name="connsiteX873" fmla="*/ 5847424 w 7467600"/>
              <a:gd name="connsiteY873" fmla="*/ 1815776 h 6858000"/>
              <a:gd name="connsiteX874" fmla="*/ 6399821 w 7467600"/>
              <a:gd name="connsiteY874" fmla="*/ 2344799 h 6858000"/>
              <a:gd name="connsiteX875" fmla="*/ 6323232 w 7467600"/>
              <a:gd name="connsiteY875" fmla="*/ 2389634 h 6858000"/>
              <a:gd name="connsiteX876" fmla="*/ 5942958 w 7467600"/>
              <a:gd name="connsiteY876" fmla="*/ 2077708 h 6858000"/>
              <a:gd name="connsiteX877" fmla="*/ 5921559 w 7467600"/>
              <a:gd name="connsiteY877" fmla="*/ 2378596 h 6858000"/>
              <a:gd name="connsiteX878" fmla="*/ 5817651 w 7467600"/>
              <a:gd name="connsiteY878" fmla="*/ 3023919 h 6858000"/>
              <a:gd name="connsiteX879" fmla="*/ 5729634 w 7467600"/>
              <a:gd name="connsiteY879" fmla="*/ 3051849 h 6858000"/>
              <a:gd name="connsiteX880" fmla="*/ 5611018 w 7467600"/>
              <a:gd name="connsiteY880" fmla="*/ 2316769 h 6858000"/>
              <a:gd name="connsiteX881" fmla="*/ 5687608 w 7467600"/>
              <a:gd name="connsiteY881" fmla="*/ 2039972 h 6858000"/>
              <a:gd name="connsiteX882" fmla="*/ 5657554 w 7467600"/>
              <a:gd name="connsiteY882" fmla="*/ 1576445 h 6858000"/>
              <a:gd name="connsiteX883" fmla="*/ 5150475 w 7467600"/>
              <a:gd name="connsiteY883" fmla="*/ 1274012 h 6858000"/>
              <a:gd name="connsiteX884" fmla="*/ 5349142 w 7467600"/>
              <a:gd name="connsiteY884" fmla="*/ 2204405 h 6858000"/>
              <a:gd name="connsiteX885" fmla="*/ 5262214 w 7467600"/>
              <a:gd name="connsiteY885" fmla="*/ 2233836 h 6858000"/>
              <a:gd name="connsiteX886" fmla="*/ 4981539 w 7467600"/>
              <a:gd name="connsiteY886" fmla="*/ 1542201 h 6858000"/>
              <a:gd name="connsiteX887" fmla="*/ 4958461 w 7467600"/>
              <a:gd name="connsiteY887" fmla="*/ 1136957 h 6858000"/>
              <a:gd name="connsiteX888" fmla="*/ 4655015 w 7467600"/>
              <a:gd name="connsiteY888" fmla="*/ 891426 h 6858000"/>
              <a:gd name="connsiteX889" fmla="*/ 4348002 w 7467600"/>
              <a:gd name="connsiteY889" fmla="*/ 2205895 h 6858000"/>
              <a:gd name="connsiteX890" fmla="*/ 4262250 w 7467600"/>
              <a:gd name="connsiteY890" fmla="*/ 2219972 h 6858000"/>
              <a:gd name="connsiteX891" fmla="*/ 4550611 w 7467600"/>
              <a:gd name="connsiteY891" fmla="*/ 817540 h 6858000"/>
              <a:gd name="connsiteX892" fmla="*/ 4564418 w 7467600"/>
              <a:gd name="connsiteY892" fmla="*/ 808293 h 6858000"/>
              <a:gd name="connsiteX893" fmla="*/ 4266388 w 7467600"/>
              <a:gd name="connsiteY893" fmla="*/ 500083 h 6858000"/>
              <a:gd name="connsiteX894" fmla="*/ 4032842 w 7467600"/>
              <a:gd name="connsiteY894" fmla="*/ 211809 h 6858000"/>
              <a:gd name="connsiteX895" fmla="*/ 3882765 w 7467600"/>
              <a:gd name="connsiteY895" fmla="*/ 0 h 6858000"/>
              <a:gd name="connsiteX896" fmla="*/ 3721337 w 7467600"/>
              <a:gd name="connsiteY896" fmla="*/ 0 h 6858000"/>
              <a:gd name="connsiteX897" fmla="*/ 3797544 w 7467600"/>
              <a:gd name="connsiteY897" fmla="*/ 0 h 6858000"/>
              <a:gd name="connsiteX898" fmla="*/ 3775734 w 7467600"/>
              <a:gd name="connsiteY898" fmla="*/ 95131 h 6858000"/>
              <a:gd name="connsiteX899" fmla="*/ 3724807 w 7467600"/>
              <a:gd name="connsiteY899" fmla="*/ 272257 h 6858000"/>
              <a:gd name="connsiteX900" fmla="*/ 3726844 w 7467600"/>
              <a:gd name="connsiteY900" fmla="*/ 282988 h 6858000"/>
              <a:gd name="connsiteX901" fmla="*/ 3742664 w 7467600"/>
              <a:gd name="connsiteY901" fmla="*/ 279918 h 6858000"/>
              <a:gd name="connsiteX902" fmla="*/ 4103910 w 7467600"/>
              <a:gd name="connsiteY902" fmla="*/ 1161917 h 6858000"/>
              <a:gd name="connsiteX903" fmla="*/ 4020269 w 7467600"/>
              <a:gd name="connsiteY903" fmla="*/ 1200406 h 6858000"/>
              <a:gd name="connsiteX904" fmla="*/ 3674882 w 7467600"/>
              <a:gd name="connsiteY904" fmla="*/ 488524 h 6858000"/>
              <a:gd name="connsiteX905" fmla="*/ 3132682 w 7467600"/>
              <a:gd name="connsiteY905" fmla="*/ 1072284 h 6858000"/>
              <a:gd name="connsiteX906" fmla="*/ 2716346 w 7467600"/>
              <a:gd name="connsiteY906" fmla="*/ 1276376 h 6858000"/>
              <a:gd name="connsiteX907" fmla="*/ 2716772 w 7467600"/>
              <a:gd name="connsiteY907" fmla="*/ 1255462 h 6858000"/>
              <a:gd name="connsiteX908" fmla="*/ 3471096 w 7467600"/>
              <a:gd name="connsiteY908" fmla="*/ 437072 h 6858000"/>
              <a:gd name="connsiteX909" fmla="*/ 3639057 w 7467600"/>
              <a:gd name="connsiteY909" fmla="*/ 286334 h 6858000"/>
              <a:gd name="connsiteX910" fmla="*/ 3640309 w 7467600"/>
              <a:gd name="connsiteY910" fmla="*/ 284664 h 6858000"/>
              <a:gd name="connsiteX911" fmla="*/ 3646022 w 7467600"/>
              <a:gd name="connsiteY911" fmla="*/ 276711 h 6858000"/>
              <a:gd name="connsiteX912" fmla="*/ 3707943 w 7467600"/>
              <a:gd name="connsiteY912" fmla="*/ 65958 h 6858000"/>
              <a:gd name="connsiteX913" fmla="*/ 3721337 w 7467600"/>
              <a:gd name="connsiteY913" fmla="*/ 0 h 6858000"/>
              <a:gd name="connsiteX914" fmla="*/ 2867960 w 7467600"/>
              <a:gd name="connsiteY914" fmla="*/ 0 h 6858000"/>
              <a:gd name="connsiteX915" fmla="*/ 2926351 w 7467600"/>
              <a:gd name="connsiteY915" fmla="*/ 0 h 6858000"/>
              <a:gd name="connsiteX916" fmla="*/ 2902823 w 7467600"/>
              <a:gd name="connsiteY916" fmla="*/ 262929 h 6858000"/>
              <a:gd name="connsiteX917" fmla="*/ 2940663 w 7467600"/>
              <a:gd name="connsiteY917" fmla="*/ 140884 h 6858000"/>
              <a:gd name="connsiteX918" fmla="*/ 2947039 w 7467600"/>
              <a:gd name="connsiteY918" fmla="*/ 122524 h 6858000"/>
              <a:gd name="connsiteX919" fmla="*/ 2984316 w 7467600"/>
              <a:gd name="connsiteY919" fmla="*/ 0 h 6858000"/>
              <a:gd name="connsiteX920" fmla="*/ 3016114 w 7467600"/>
              <a:gd name="connsiteY920" fmla="*/ 0 h 6858000"/>
              <a:gd name="connsiteX921" fmla="*/ 2979949 w 7467600"/>
              <a:gd name="connsiteY921" fmla="*/ 119274 h 6858000"/>
              <a:gd name="connsiteX922" fmla="*/ 3023879 w 7467600"/>
              <a:gd name="connsiteY922" fmla="*/ 0 h 6858000"/>
              <a:gd name="connsiteX923" fmla="*/ 3105400 w 7467600"/>
              <a:gd name="connsiteY923" fmla="*/ 0 h 6858000"/>
              <a:gd name="connsiteX924" fmla="*/ 3094669 w 7467600"/>
              <a:gd name="connsiteY924" fmla="*/ 30308 h 6858000"/>
              <a:gd name="connsiteX925" fmla="*/ 2901945 w 7467600"/>
              <a:gd name="connsiteY925" fmla="*/ 466538 h 6858000"/>
              <a:gd name="connsiteX926" fmla="*/ 2815209 w 7467600"/>
              <a:gd name="connsiteY926" fmla="*/ 497361 h 6858000"/>
              <a:gd name="connsiteX927" fmla="*/ 2844845 w 7467600"/>
              <a:gd name="connsiteY927" fmla="*/ 127638 h 6858000"/>
              <a:gd name="connsiteX928" fmla="*/ 2867960 w 7467600"/>
              <a:gd name="connsiteY928" fmla="*/ 0 h 6858000"/>
              <a:gd name="connsiteX929" fmla="*/ 1057230 w 7467600"/>
              <a:gd name="connsiteY929" fmla="*/ 0 h 6858000"/>
              <a:gd name="connsiteX930" fmla="*/ 1111003 w 7467600"/>
              <a:gd name="connsiteY930" fmla="*/ 0 h 6858000"/>
              <a:gd name="connsiteX931" fmla="*/ 1125553 w 7467600"/>
              <a:gd name="connsiteY931" fmla="*/ 52588 h 6858000"/>
              <a:gd name="connsiteX932" fmla="*/ 1304276 w 7467600"/>
              <a:gd name="connsiteY932" fmla="*/ 476275 h 6858000"/>
              <a:gd name="connsiteX933" fmla="*/ 1492066 w 7467600"/>
              <a:gd name="connsiteY933" fmla="*/ 886333 h 6858000"/>
              <a:gd name="connsiteX934" fmla="*/ 1423698 w 7467600"/>
              <a:gd name="connsiteY934" fmla="*/ 710817 h 6858000"/>
              <a:gd name="connsiteX935" fmla="*/ 1357609 w 7467600"/>
              <a:gd name="connsiteY935" fmla="*/ 532892 h 6858000"/>
              <a:gd name="connsiteX936" fmla="*/ 1309550 w 7467600"/>
              <a:gd name="connsiteY936" fmla="*/ 374031 h 6858000"/>
              <a:gd name="connsiteX937" fmla="*/ 1193673 w 7467600"/>
              <a:gd name="connsiteY937" fmla="*/ 49533 h 6858000"/>
              <a:gd name="connsiteX938" fmla="*/ 1164391 w 7467600"/>
              <a:gd name="connsiteY938" fmla="*/ 0 h 6858000"/>
              <a:gd name="connsiteX939" fmla="*/ 1200666 w 7467600"/>
              <a:gd name="connsiteY939" fmla="*/ 0 h 6858000"/>
              <a:gd name="connsiteX940" fmla="*/ 1223408 w 7467600"/>
              <a:gd name="connsiteY940" fmla="*/ 38996 h 6858000"/>
              <a:gd name="connsiteX941" fmla="*/ 1339635 w 7467600"/>
              <a:gd name="connsiteY941" fmla="*/ 365517 h 6858000"/>
              <a:gd name="connsiteX942" fmla="*/ 1387469 w 7467600"/>
              <a:gd name="connsiteY942" fmla="*/ 523079 h 6858000"/>
              <a:gd name="connsiteX943" fmla="*/ 1452685 w 7467600"/>
              <a:gd name="connsiteY943" fmla="*/ 699806 h 6858000"/>
              <a:gd name="connsiteX944" fmla="*/ 1492092 w 7467600"/>
              <a:gd name="connsiteY944" fmla="*/ 800424 h 6858000"/>
              <a:gd name="connsiteX945" fmla="*/ 1455302 w 7467600"/>
              <a:gd name="connsiteY945" fmla="*/ 632913 h 6858000"/>
              <a:gd name="connsiteX946" fmla="*/ 1222336 w 7467600"/>
              <a:gd name="connsiteY946" fmla="*/ 9480 h 6858000"/>
              <a:gd name="connsiteX947" fmla="*/ 1214634 w 7467600"/>
              <a:gd name="connsiteY947" fmla="*/ 0 h 6858000"/>
              <a:gd name="connsiteX948" fmla="*/ 1289827 w 7467600"/>
              <a:gd name="connsiteY948" fmla="*/ 0 h 6858000"/>
              <a:gd name="connsiteX949" fmla="*/ 1321076 w 7467600"/>
              <a:gd name="connsiteY949" fmla="*/ 59722 h 6858000"/>
              <a:gd name="connsiteX950" fmla="*/ 1512579 w 7467600"/>
              <a:gd name="connsiteY950" fmla="*/ 626441 h 6858000"/>
              <a:gd name="connsiteX951" fmla="*/ 1506076 w 7467600"/>
              <a:gd name="connsiteY951" fmla="*/ 1089289 h 6858000"/>
              <a:gd name="connsiteX952" fmla="*/ 1486346 w 7467600"/>
              <a:gd name="connsiteY952" fmla="*/ 1079919 h 6858000"/>
              <a:gd name="connsiteX953" fmla="*/ 1070511 w 7467600"/>
              <a:gd name="connsiteY953" fmla="*/ 48609 h 6858000"/>
              <a:gd name="connsiteX954" fmla="*/ 1057230 w 7467600"/>
              <a:gd name="connsiteY954" fmla="*/ 0 h 6858000"/>
              <a:gd name="connsiteX955" fmla="*/ 43151 w 7467600"/>
              <a:gd name="connsiteY955" fmla="*/ 0 h 6858000"/>
              <a:gd name="connsiteX956" fmla="*/ 95283 w 7467600"/>
              <a:gd name="connsiteY956" fmla="*/ 0 h 6858000"/>
              <a:gd name="connsiteX957" fmla="*/ 300708 w 7467600"/>
              <a:gd name="connsiteY957" fmla="*/ 154571 h 6858000"/>
              <a:gd name="connsiteX958" fmla="*/ 530414 w 7467600"/>
              <a:gd name="connsiteY958" fmla="*/ 354673 h 6858000"/>
              <a:gd name="connsiteX959" fmla="*/ 333785 w 7467600"/>
              <a:gd name="connsiteY959" fmla="*/ 161564 h 6858000"/>
              <a:gd name="connsiteX960" fmla="*/ 147005 w 7467600"/>
              <a:gd name="connsiteY960" fmla="*/ 0 h 6858000"/>
              <a:gd name="connsiteX961" fmla="*/ 272509 w 7467600"/>
              <a:gd name="connsiteY961" fmla="*/ 0 h 6858000"/>
              <a:gd name="connsiteX962" fmla="*/ 326276 w 7467600"/>
              <a:gd name="connsiteY962" fmla="*/ 45847 h 6858000"/>
              <a:gd name="connsiteX963" fmla="*/ 823759 w 7467600"/>
              <a:gd name="connsiteY963" fmla="*/ 574145 h 6858000"/>
              <a:gd name="connsiteX964" fmla="*/ 811254 w 7467600"/>
              <a:gd name="connsiteY964" fmla="*/ 665546 h 6858000"/>
              <a:gd name="connsiteX965" fmla="*/ 154042 w 7467600"/>
              <a:gd name="connsiteY965" fmla="*/ 261522 h 6858000"/>
              <a:gd name="connsiteX966" fmla="*/ 13550 w 7467600"/>
              <a:gd name="connsiteY966" fmla="*/ 158423 h 6858000"/>
              <a:gd name="connsiteX967" fmla="*/ 0 w 7467600"/>
              <a:gd name="connsiteY967" fmla="*/ 146618 h 6858000"/>
              <a:gd name="connsiteX968" fmla="*/ 0 w 7467600"/>
              <a:gd name="connsiteY968" fmla="*/ 59161 h 6858000"/>
              <a:gd name="connsiteX969" fmla="*/ 45427 w 7467600"/>
              <a:gd name="connsiteY969" fmla="*/ 101078 h 6858000"/>
              <a:gd name="connsiteX970" fmla="*/ 630103 w 7467600"/>
              <a:gd name="connsiteY970" fmla="*/ 485885 h 6858000"/>
              <a:gd name="connsiteX971" fmla="*/ 532040 w 7467600"/>
              <a:gd name="connsiteY971" fmla="*/ 399359 h 6858000"/>
              <a:gd name="connsiteX972" fmla="*/ 517618 w 7467600"/>
              <a:gd name="connsiteY972" fmla="*/ 385726 h 6858000"/>
              <a:gd name="connsiteX973" fmla="*/ 285074 w 7467600"/>
              <a:gd name="connsiteY973" fmla="*/ 182755 h 6858000"/>
              <a:gd name="connsiteX974" fmla="*/ 43151 w 7467600"/>
              <a:gd name="connsiteY97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7105827 w 7467600"/>
              <a:gd name="connsiteY83" fmla="*/ 5718700 h 6858000"/>
              <a:gd name="connsiteX84" fmla="*/ 7356878 w 7467600"/>
              <a:gd name="connsiteY84" fmla="*/ 5981332 h 6858000"/>
              <a:gd name="connsiteX85" fmla="*/ 7467600 w 7467600"/>
              <a:gd name="connsiteY85" fmla="*/ 6117703 h 6858000"/>
              <a:gd name="connsiteX86" fmla="*/ 7467600 w 7467600"/>
              <a:gd name="connsiteY86" fmla="*/ 6163634 h 6858000"/>
              <a:gd name="connsiteX87" fmla="*/ 7403637 w 7467600"/>
              <a:gd name="connsiteY87" fmla="*/ 6083957 h 6858000"/>
              <a:gd name="connsiteX88" fmla="*/ 7254615 w 7467600"/>
              <a:gd name="connsiteY88" fmla="*/ 5911918 h 6858000"/>
              <a:gd name="connsiteX89" fmla="*/ 7312589 w 7467600"/>
              <a:gd name="connsiteY89" fmla="*/ 5982309 h 6858000"/>
              <a:gd name="connsiteX90" fmla="*/ 7448321 w 7467600"/>
              <a:gd name="connsiteY90" fmla="*/ 6190991 h 6858000"/>
              <a:gd name="connsiteX91" fmla="*/ 7467600 w 7467600"/>
              <a:gd name="connsiteY91" fmla="*/ 6221686 h 6858000"/>
              <a:gd name="connsiteX92" fmla="*/ 7467600 w 7467600"/>
              <a:gd name="connsiteY92" fmla="*/ 6334256 h 6858000"/>
              <a:gd name="connsiteX93" fmla="*/ 7454976 w 7467600"/>
              <a:gd name="connsiteY93" fmla="*/ 6318297 h 6858000"/>
              <a:gd name="connsiteX94" fmla="*/ 7042773 w 7467600"/>
              <a:gd name="connsiteY94" fmla="*/ 5734011 h 6858000"/>
              <a:gd name="connsiteX95" fmla="*/ 1456157 w 7467600"/>
              <a:gd name="connsiteY95" fmla="*/ 5371404 h 6858000"/>
              <a:gd name="connsiteX96" fmla="*/ 1244432 w 7467600"/>
              <a:gd name="connsiteY96" fmla="*/ 5385601 h 6858000"/>
              <a:gd name="connsiteX97" fmla="*/ 973990 w 7467600"/>
              <a:gd name="connsiteY97" fmla="*/ 5424940 h 6858000"/>
              <a:gd name="connsiteX98" fmla="*/ 1103809 w 7467600"/>
              <a:gd name="connsiteY98" fmla="*/ 5433720 h 6858000"/>
              <a:gd name="connsiteX99" fmla="*/ 1123454 w 7467600"/>
              <a:gd name="connsiteY99" fmla="*/ 5435727 h 6858000"/>
              <a:gd name="connsiteX100" fmla="*/ 1737017 w 7467600"/>
              <a:gd name="connsiteY100" fmla="*/ 5452183 h 6858000"/>
              <a:gd name="connsiteX101" fmla="*/ 1824397 w 7467600"/>
              <a:gd name="connsiteY101" fmla="*/ 5447757 h 6858000"/>
              <a:gd name="connsiteX102" fmla="*/ 2070059 w 7467600"/>
              <a:gd name="connsiteY102" fmla="*/ 5441660 h 6858000"/>
              <a:gd name="connsiteX103" fmla="*/ 1456157 w 7467600"/>
              <a:gd name="connsiteY103" fmla="*/ 5371404 h 6858000"/>
              <a:gd name="connsiteX104" fmla="*/ 4988186 w 7467600"/>
              <a:gd name="connsiteY104" fmla="*/ 5216467 h 6858000"/>
              <a:gd name="connsiteX105" fmla="*/ 4777334 w 7467600"/>
              <a:gd name="connsiteY105" fmla="*/ 5406072 h 6858000"/>
              <a:gd name="connsiteX106" fmla="*/ 4718341 w 7467600"/>
              <a:gd name="connsiteY106" fmla="*/ 5468043 h 6858000"/>
              <a:gd name="connsiteX107" fmla="*/ 4604655 w 7467600"/>
              <a:gd name="connsiteY107" fmla="*/ 5583434 h 6858000"/>
              <a:gd name="connsiteX108" fmla="*/ 4565074 w 7467600"/>
              <a:gd name="connsiteY108" fmla="*/ 5618550 h 6858000"/>
              <a:gd name="connsiteX109" fmla="*/ 4988186 w 7467600"/>
              <a:gd name="connsiteY109" fmla="*/ 5216467 h 6858000"/>
              <a:gd name="connsiteX110" fmla="*/ 4978032 w 7467600"/>
              <a:gd name="connsiteY110" fmla="*/ 5183809 h 6858000"/>
              <a:gd name="connsiteX111" fmla="*/ 4463413 w 7467600"/>
              <a:gd name="connsiteY111" fmla="*/ 5615162 h 6858000"/>
              <a:gd name="connsiteX112" fmla="*/ 4358134 w 7467600"/>
              <a:gd name="connsiteY112" fmla="*/ 5742791 h 6858000"/>
              <a:gd name="connsiteX113" fmla="*/ 4376219 w 7467600"/>
              <a:gd name="connsiteY113" fmla="*/ 5729027 h 6858000"/>
              <a:gd name="connsiteX114" fmla="*/ 4582340 w 7467600"/>
              <a:gd name="connsiteY114" fmla="*/ 5561037 h 6858000"/>
              <a:gd name="connsiteX115" fmla="*/ 4694684 w 7467600"/>
              <a:gd name="connsiteY115" fmla="*/ 5447098 h 6858000"/>
              <a:gd name="connsiteX116" fmla="*/ 4754123 w 7467600"/>
              <a:gd name="connsiteY116" fmla="*/ 5384643 h 6858000"/>
              <a:gd name="connsiteX117" fmla="*/ 4978032 w 7467600"/>
              <a:gd name="connsiteY117" fmla="*/ 5183809 h 6858000"/>
              <a:gd name="connsiteX118" fmla="*/ 1903353 w 7467600"/>
              <a:gd name="connsiteY118" fmla="*/ 5044827 h 6858000"/>
              <a:gd name="connsiteX119" fmla="*/ 1936931 w 7467600"/>
              <a:gd name="connsiteY119" fmla="*/ 5093954 h 6858000"/>
              <a:gd name="connsiteX120" fmla="*/ 2195868 w 7467600"/>
              <a:gd name="connsiteY120" fmla="*/ 5396574 h 6858000"/>
              <a:gd name="connsiteX121" fmla="*/ 2088852 w 7467600"/>
              <a:gd name="connsiteY121" fmla="*/ 5166123 h 6858000"/>
              <a:gd name="connsiteX122" fmla="*/ 1958241 w 7467600"/>
              <a:gd name="connsiteY122" fmla="*/ 5067955 h 6858000"/>
              <a:gd name="connsiteX123" fmla="*/ 1903353 w 7467600"/>
              <a:gd name="connsiteY123" fmla="*/ 5044827 h 6858000"/>
              <a:gd name="connsiteX124" fmla="*/ 1979378 w 7467600"/>
              <a:gd name="connsiteY124" fmla="*/ 4769504 h 6858000"/>
              <a:gd name="connsiteX125" fmla="*/ 2882120 w 7467600"/>
              <a:gd name="connsiteY125" fmla="*/ 5064547 h 6858000"/>
              <a:gd name="connsiteX126" fmla="*/ 2793103 w 7467600"/>
              <a:gd name="connsiteY126" fmla="*/ 5039699 h 6858000"/>
              <a:gd name="connsiteX127" fmla="*/ 2770041 w 7467600"/>
              <a:gd name="connsiteY127" fmla="*/ 5033634 h 6858000"/>
              <a:gd name="connsiteX128" fmla="*/ 1979378 w 7467600"/>
              <a:gd name="connsiteY128" fmla="*/ 4769504 h 6858000"/>
              <a:gd name="connsiteX129" fmla="*/ 1927410 w 7467600"/>
              <a:gd name="connsiteY129" fmla="*/ 4716164 h 6858000"/>
              <a:gd name="connsiteX130" fmla="*/ 1959587 w 7467600"/>
              <a:gd name="connsiteY130" fmla="*/ 4728849 h 6858000"/>
              <a:gd name="connsiteX131" fmla="*/ 2777707 w 7467600"/>
              <a:gd name="connsiteY131" fmla="*/ 5003991 h 6858000"/>
              <a:gd name="connsiteX132" fmla="*/ 2800768 w 7467600"/>
              <a:gd name="connsiteY132" fmla="*/ 5010056 h 6858000"/>
              <a:gd name="connsiteX133" fmla="*/ 2879408 w 7467600"/>
              <a:gd name="connsiteY133" fmla="*/ 5031590 h 6858000"/>
              <a:gd name="connsiteX134" fmla="*/ 2862295 w 7467600"/>
              <a:gd name="connsiteY134" fmla="*/ 5022958 h 6858000"/>
              <a:gd name="connsiteX135" fmla="*/ 2813343 w 7467600"/>
              <a:gd name="connsiteY135" fmla="*/ 4998369 h 6858000"/>
              <a:gd name="connsiteX136" fmla="*/ 2646245 w 7467600"/>
              <a:gd name="connsiteY136" fmla="*/ 4930999 h 6858000"/>
              <a:gd name="connsiteX137" fmla="*/ 1999243 w 7467600"/>
              <a:gd name="connsiteY137" fmla="*/ 4730524 h 6858000"/>
              <a:gd name="connsiteX138" fmla="*/ 1979527 w 7467600"/>
              <a:gd name="connsiteY138" fmla="*/ 4726651 h 6858000"/>
              <a:gd name="connsiteX139" fmla="*/ 1927410 w 7467600"/>
              <a:gd name="connsiteY139" fmla="*/ 4716164 h 6858000"/>
              <a:gd name="connsiteX140" fmla="*/ 1997014 w 7467600"/>
              <a:gd name="connsiteY140" fmla="*/ 4698007 h 6858000"/>
              <a:gd name="connsiteX141" fmla="*/ 2005458 w 7467600"/>
              <a:gd name="connsiteY141" fmla="*/ 4699540 h 6858000"/>
              <a:gd name="connsiteX142" fmla="*/ 2657186 w 7467600"/>
              <a:gd name="connsiteY142" fmla="*/ 4901687 h 6858000"/>
              <a:gd name="connsiteX143" fmla="*/ 2826662 w 7467600"/>
              <a:gd name="connsiteY143" fmla="*/ 4970362 h 6858000"/>
              <a:gd name="connsiteX144" fmla="*/ 2876100 w 7467600"/>
              <a:gd name="connsiteY144" fmla="*/ 4995397 h 6858000"/>
              <a:gd name="connsiteX145" fmla="*/ 3042600 w 7467600"/>
              <a:gd name="connsiteY145" fmla="*/ 5059532 h 6858000"/>
              <a:gd name="connsiteX146" fmla="*/ 1997014 w 7467600"/>
              <a:gd name="connsiteY146" fmla="*/ 4698007 h 6858000"/>
              <a:gd name="connsiteX147" fmla="*/ 2305292 w 7467600"/>
              <a:gd name="connsiteY147" fmla="*/ 4219492 h 6858000"/>
              <a:gd name="connsiteX148" fmla="*/ 3360922 w 7467600"/>
              <a:gd name="connsiteY148" fmla="*/ 4529373 h 6858000"/>
              <a:gd name="connsiteX149" fmla="*/ 3492420 w 7467600"/>
              <a:gd name="connsiteY149" fmla="*/ 4510145 h 6858000"/>
              <a:gd name="connsiteX150" fmla="*/ 3364086 w 7467600"/>
              <a:gd name="connsiteY150" fmla="*/ 4480340 h 6858000"/>
              <a:gd name="connsiteX151" fmla="*/ 3225818 w 7467600"/>
              <a:gd name="connsiteY151" fmla="*/ 4411822 h 6858000"/>
              <a:gd name="connsiteX152" fmla="*/ 3129696 w 7467600"/>
              <a:gd name="connsiteY152" fmla="*/ 4360704 h 6858000"/>
              <a:gd name="connsiteX153" fmla="*/ 2814545 w 7467600"/>
              <a:gd name="connsiteY153" fmla="*/ 4282955 h 6858000"/>
              <a:gd name="connsiteX154" fmla="*/ 2305292 w 7467600"/>
              <a:gd name="connsiteY154" fmla="*/ 4219492 h 6858000"/>
              <a:gd name="connsiteX155" fmla="*/ 2626982 w 7467600"/>
              <a:gd name="connsiteY155" fmla="*/ 4206450 h 6858000"/>
              <a:gd name="connsiteX156" fmla="*/ 2490617 w 7467600"/>
              <a:gd name="connsiteY156" fmla="*/ 4206951 h 6858000"/>
              <a:gd name="connsiteX157" fmla="*/ 2819869 w 7467600"/>
              <a:gd name="connsiteY157" fmla="*/ 4252936 h 6858000"/>
              <a:gd name="connsiteX158" fmla="*/ 3143018 w 7467600"/>
              <a:gd name="connsiteY158" fmla="*/ 4332698 h 6858000"/>
              <a:gd name="connsiteX159" fmla="*/ 3241520 w 7467600"/>
              <a:gd name="connsiteY159" fmla="*/ 4385112 h 6858000"/>
              <a:gd name="connsiteX160" fmla="*/ 3374575 w 7467600"/>
              <a:gd name="connsiteY160" fmla="*/ 4451517 h 6858000"/>
              <a:gd name="connsiteX161" fmla="*/ 3505221 w 7467600"/>
              <a:gd name="connsiteY161" fmla="*/ 4480757 h 6858000"/>
              <a:gd name="connsiteX162" fmla="*/ 2626982 w 7467600"/>
              <a:gd name="connsiteY162" fmla="*/ 4206450 h 6858000"/>
              <a:gd name="connsiteX163" fmla="*/ 1310106 w 7467600"/>
              <a:gd name="connsiteY163" fmla="*/ 3943217 h 6858000"/>
              <a:gd name="connsiteX164" fmla="*/ 854994 w 7467600"/>
              <a:gd name="connsiteY164" fmla="*/ 4399136 h 6858000"/>
              <a:gd name="connsiteX165" fmla="*/ 742462 w 7467600"/>
              <a:gd name="connsiteY165" fmla="*/ 4594648 h 6858000"/>
              <a:gd name="connsiteX166" fmla="*/ 820602 w 7467600"/>
              <a:gd name="connsiteY166" fmla="*/ 4485915 h 6858000"/>
              <a:gd name="connsiteX167" fmla="*/ 878295 w 7467600"/>
              <a:gd name="connsiteY167" fmla="*/ 4403594 h 6858000"/>
              <a:gd name="connsiteX168" fmla="*/ 1240607 w 7467600"/>
              <a:gd name="connsiteY168" fmla="*/ 4010401 h 6858000"/>
              <a:gd name="connsiteX169" fmla="*/ 1310106 w 7467600"/>
              <a:gd name="connsiteY169" fmla="*/ 3943217 h 6858000"/>
              <a:gd name="connsiteX170" fmla="*/ 1423113 w 7467600"/>
              <a:gd name="connsiteY170" fmla="*/ 3874565 h 6858000"/>
              <a:gd name="connsiteX171" fmla="*/ 1260565 w 7467600"/>
              <a:gd name="connsiteY171" fmla="*/ 4031982 h 6858000"/>
              <a:gd name="connsiteX172" fmla="*/ 901900 w 7467600"/>
              <a:gd name="connsiteY172" fmla="*/ 4421236 h 6858000"/>
              <a:gd name="connsiteX173" fmla="*/ 845044 w 7467600"/>
              <a:gd name="connsiteY173" fmla="*/ 4502436 h 6858000"/>
              <a:gd name="connsiteX174" fmla="*/ 685926 w 7467600"/>
              <a:gd name="connsiteY174" fmla="*/ 4703069 h 6858000"/>
              <a:gd name="connsiteX175" fmla="*/ 684248 w 7467600"/>
              <a:gd name="connsiteY175" fmla="*/ 4706721 h 6858000"/>
              <a:gd name="connsiteX176" fmla="*/ 1423113 w 7467600"/>
              <a:gd name="connsiteY176" fmla="*/ 3874565 h 6858000"/>
              <a:gd name="connsiteX177" fmla="*/ 3316479 w 7467600"/>
              <a:gd name="connsiteY177" fmla="*/ 3872136 h 6858000"/>
              <a:gd name="connsiteX178" fmla="*/ 3546806 w 7467600"/>
              <a:gd name="connsiteY178" fmla="*/ 4356139 h 6858000"/>
              <a:gd name="connsiteX179" fmla="*/ 3364433 w 7467600"/>
              <a:gd name="connsiteY179" fmla="*/ 3953121 h 6858000"/>
              <a:gd name="connsiteX180" fmla="*/ 3316479 w 7467600"/>
              <a:gd name="connsiteY180" fmla="*/ 3872136 h 6858000"/>
              <a:gd name="connsiteX181" fmla="*/ 3291335 w 7467600"/>
              <a:gd name="connsiteY181" fmla="*/ 3767420 h 6858000"/>
              <a:gd name="connsiteX182" fmla="*/ 3390805 w 7467600"/>
              <a:gd name="connsiteY182" fmla="*/ 3937163 h 6858000"/>
              <a:gd name="connsiteX183" fmla="*/ 3579062 w 7467600"/>
              <a:gd name="connsiteY183" fmla="*/ 4359040 h 6858000"/>
              <a:gd name="connsiteX184" fmla="*/ 3467355 w 7467600"/>
              <a:gd name="connsiteY184" fmla="*/ 3988130 h 6858000"/>
              <a:gd name="connsiteX185" fmla="*/ 3310753 w 7467600"/>
              <a:gd name="connsiteY185" fmla="*/ 3787140 h 6858000"/>
              <a:gd name="connsiteX186" fmla="*/ 3291335 w 7467600"/>
              <a:gd name="connsiteY186" fmla="*/ 3767420 h 6858000"/>
              <a:gd name="connsiteX187" fmla="*/ 1635889 w 7467600"/>
              <a:gd name="connsiteY187" fmla="*/ 3709494 h 6858000"/>
              <a:gd name="connsiteX188" fmla="*/ 1634800 w 7467600"/>
              <a:gd name="connsiteY188" fmla="*/ 3731111 h 6858000"/>
              <a:gd name="connsiteX189" fmla="*/ 1635889 w 7467600"/>
              <a:gd name="connsiteY189" fmla="*/ 3709494 h 6858000"/>
              <a:gd name="connsiteX190" fmla="*/ 1510397 w 7467600"/>
              <a:gd name="connsiteY190" fmla="*/ 3684705 h 6858000"/>
              <a:gd name="connsiteX191" fmla="*/ 1146550 w 7467600"/>
              <a:gd name="connsiteY191" fmla="*/ 3802012 h 6858000"/>
              <a:gd name="connsiteX192" fmla="*/ 698834 w 7467600"/>
              <a:gd name="connsiteY192" fmla="*/ 3952272 h 6858000"/>
              <a:gd name="connsiteX193" fmla="*/ 34256 w 7467600"/>
              <a:gd name="connsiteY193" fmla="*/ 4347603 h 6858000"/>
              <a:gd name="connsiteX194" fmla="*/ 527241 w 7467600"/>
              <a:gd name="connsiteY194" fmla="*/ 4065078 h 6858000"/>
              <a:gd name="connsiteX195" fmla="*/ 1510397 w 7467600"/>
              <a:gd name="connsiteY195" fmla="*/ 3684705 h 6858000"/>
              <a:gd name="connsiteX196" fmla="*/ 1313114 w 7467600"/>
              <a:gd name="connsiteY196" fmla="*/ 3655216 h 6858000"/>
              <a:gd name="connsiteX197" fmla="*/ 1109304 w 7467600"/>
              <a:gd name="connsiteY197" fmla="*/ 3669030 h 6858000"/>
              <a:gd name="connsiteX198" fmla="*/ 8129 w 7467600"/>
              <a:gd name="connsiteY198" fmla="*/ 4330519 h 6858000"/>
              <a:gd name="connsiteX199" fmla="*/ 687572 w 7467600"/>
              <a:gd name="connsiteY199" fmla="*/ 3925629 h 6858000"/>
              <a:gd name="connsiteX200" fmla="*/ 1138365 w 7467600"/>
              <a:gd name="connsiteY200" fmla="*/ 3774515 h 6858000"/>
              <a:gd name="connsiteX201" fmla="*/ 1505579 w 7467600"/>
              <a:gd name="connsiteY201" fmla="*/ 3655526 h 6858000"/>
              <a:gd name="connsiteX202" fmla="*/ 1313114 w 7467600"/>
              <a:gd name="connsiteY202" fmla="*/ 3655216 h 6858000"/>
              <a:gd name="connsiteX203" fmla="*/ 3655073 w 7467600"/>
              <a:gd name="connsiteY203" fmla="*/ 3650884 h 6858000"/>
              <a:gd name="connsiteX204" fmla="*/ 3989938 w 7467600"/>
              <a:gd name="connsiteY204" fmla="*/ 3991685 h 6858000"/>
              <a:gd name="connsiteX205" fmla="*/ 4393907 w 7467600"/>
              <a:gd name="connsiteY205" fmla="*/ 4261258 h 6858000"/>
              <a:gd name="connsiteX206" fmla="*/ 4648051 w 7467600"/>
              <a:gd name="connsiteY206" fmla="*/ 4374051 h 6858000"/>
              <a:gd name="connsiteX207" fmla="*/ 4383389 w 7467600"/>
              <a:gd name="connsiteY207" fmla="*/ 4184369 h 6858000"/>
              <a:gd name="connsiteX208" fmla="*/ 4165508 w 7467600"/>
              <a:gd name="connsiteY208" fmla="*/ 4035196 h 6858000"/>
              <a:gd name="connsiteX209" fmla="*/ 4068162 w 7467600"/>
              <a:gd name="connsiteY209" fmla="*/ 3953394 h 6858000"/>
              <a:gd name="connsiteX210" fmla="*/ 3981416 w 7467600"/>
              <a:gd name="connsiteY210" fmla="*/ 3880482 h 6858000"/>
              <a:gd name="connsiteX211" fmla="*/ 3800147 w 7467600"/>
              <a:gd name="connsiteY211" fmla="*/ 3749872 h 6858000"/>
              <a:gd name="connsiteX212" fmla="*/ 3655073 w 7467600"/>
              <a:gd name="connsiteY212" fmla="*/ 3650884 h 6858000"/>
              <a:gd name="connsiteX213" fmla="*/ 3670252 w 7467600"/>
              <a:gd name="connsiteY213" fmla="*/ 3622798 h 6858000"/>
              <a:gd name="connsiteX214" fmla="*/ 3817258 w 7467600"/>
              <a:gd name="connsiteY214" fmla="*/ 3723577 h 6858000"/>
              <a:gd name="connsiteX215" fmla="*/ 4000461 w 7467600"/>
              <a:gd name="connsiteY215" fmla="*/ 3855966 h 6858000"/>
              <a:gd name="connsiteX216" fmla="*/ 4088180 w 7467600"/>
              <a:gd name="connsiteY216" fmla="*/ 3929774 h 6858000"/>
              <a:gd name="connsiteX217" fmla="*/ 4184555 w 7467600"/>
              <a:gd name="connsiteY217" fmla="*/ 4010683 h 6858000"/>
              <a:gd name="connsiteX218" fmla="*/ 4399563 w 7467600"/>
              <a:gd name="connsiteY218" fmla="*/ 4158106 h 6858000"/>
              <a:gd name="connsiteX219" fmla="*/ 4684469 w 7467600"/>
              <a:gd name="connsiteY219" fmla="*/ 4364680 h 6858000"/>
              <a:gd name="connsiteX220" fmla="*/ 4690271 w 7467600"/>
              <a:gd name="connsiteY220" fmla="*/ 4370034 h 6858000"/>
              <a:gd name="connsiteX221" fmla="*/ 4136093 w 7467600"/>
              <a:gd name="connsiteY221" fmla="*/ 3858466 h 6858000"/>
              <a:gd name="connsiteX222" fmla="*/ 3670252 w 7467600"/>
              <a:gd name="connsiteY222" fmla="*/ 3622798 h 6858000"/>
              <a:gd name="connsiteX223" fmla="*/ 4440129 w 7467600"/>
              <a:gd name="connsiteY223" fmla="*/ 3448571 h 6858000"/>
              <a:gd name="connsiteX224" fmla="*/ 4856525 w 7467600"/>
              <a:gd name="connsiteY224" fmla="*/ 3915351 h 6858000"/>
              <a:gd name="connsiteX225" fmla="*/ 5059055 w 7467600"/>
              <a:gd name="connsiteY225" fmla="*/ 4108918 h 6858000"/>
              <a:gd name="connsiteX226" fmla="*/ 5290070 w 7467600"/>
              <a:gd name="connsiteY226" fmla="*/ 4263619 h 6858000"/>
              <a:gd name="connsiteX227" fmla="*/ 4834991 w 7467600"/>
              <a:gd name="connsiteY227" fmla="*/ 3830985 h 6858000"/>
              <a:gd name="connsiteX228" fmla="*/ 4440129 w 7467600"/>
              <a:gd name="connsiteY228" fmla="*/ 3448571 h 6858000"/>
              <a:gd name="connsiteX229" fmla="*/ 4441737 w 7467600"/>
              <a:gd name="connsiteY229" fmla="*/ 3399734 h 6858000"/>
              <a:gd name="connsiteX230" fmla="*/ 4431236 w 7467600"/>
              <a:gd name="connsiteY230" fmla="*/ 3400954 h 6858000"/>
              <a:gd name="connsiteX231" fmla="*/ 4557150 w 7467600"/>
              <a:gd name="connsiteY231" fmla="*/ 3510023 h 6858000"/>
              <a:gd name="connsiteX232" fmla="*/ 4856936 w 7467600"/>
              <a:gd name="connsiteY232" fmla="*/ 3809146 h 6858000"/>
              <a:gd name="connsiteX233" fmla="*/ 5111996 w 7467600"/>
              <a:gd name="connsiteY233" fmla="*/ 4065759 h 6858000"/>
              <a:gd name="connsiteX234" fmla="*/ 5388878 w 7467600"/>
              <a:gd name="connsiteY234" fmla="*/ 4300185 h 6858000"/>
              <a:gd name="connsiteX235" fmla="*/ 5425556 w 7467600"/>
              <a:gd name="connsiteY235" fmla="*/ 4308967 h 6858000"/>
              <a:gd name="connsiteX236" fmla="*/ 4943646 w 7467600"/>
              <a:gd name="connsiteY236" fmla="*/ 3822916 h 6858000"/>
              <a:gd name="connsiteX237" fmla="*/ 4594837 w 7467600"/>
              <a:gd name="connsiteY237" fmla="*/ 3532274 h 6858000"/>
              <a:gd name="connsiteX238" fmla="*/ 4441737 w 7467600"/>
              <a:gd name="connsiteY238" fmla="*/ 3399734 h 6858000"/>
              <a:gd name="connsiteX239" fmla="*/ 5425834 w 7467600"/>
              <a:gd name="connsiteY239" fmla="*/ 3162785 h 6858000"/>
              <a:gd name="connsiteX240" fmla="*/ 5401644 w 7467600"/>
              <a:gd name="connsiteY240" fmla="*/ 3617847 h 6858000"/>
              <a:gd name="connsiteX241" fmla="*/ 5467256 w 7467600"/>
              <a:gd name="connsiteY241" fmla="*/ 4175494 h 6858000"/>
              <a:gd name="connsiteX242" fmla="*/ 5448069 w 7467600"/>
              <a:gd name="connsiteY242" fmla="*/ 3567554 h 6858000"/>
              <a:gd name="connsiteX243" fmla="*/ 5425834 w 7467600"/>
              <a:gd name="connsiteY243" fmla="*/ 3162785 h 6858000"/>
              <a:gd name="connsiteX244" fmla="*/ 1318687 w 7467600"/>
              <a:gd name="connsiteY244" fmla="*/ 3113840 h 6858000"/>
              <a:gd name="connsiteX245" fmla="*/ 1066793 w 7467600"/>
              <a:gd name="connsiteY245" fmla="*/ 3212171 h 6858000"/>
              <a:gd name="connsiteX246" fmla="*/ 993319 w 7467600"/>
              <a:gd name="connsiteY246" fmla="*/ 3247648 h 6858000"/>
              <a:gd name="connsiteX247" fmla="*/ 853081 w 7467600"/>
              <a:gd name="connsiteY247" fmla="*/ 3312410 h 6858000"/>
              <a:gd name="connsiteX248" fmla="*/ 805957 w 7467600"/>
              <a:gd name="connsiteY248" fmla="*/ 3330443 h 6858000"/>
              <a:gd name="connsiteX249" fmla="*/ 1318687 w 7467600"/>
              <a:gd name="connsiteY249" fmla="*/ 3113840 h 6858000"/>
              <a:gd name="connsiteX250" fmla="*/ 5453702 w 7467600"/>
              <a:gd name="connsiteY250" fmla="*/ 3090882 h 6858000"/>
              <a:gd name="connsiteX251" fmla="*/ 5480135 w 7467600"/>
              <a:gd name="connsiteY251" fmla="*/ 3565802 h 6858000"/>
              <a:gd name="connsiteX252" fmla="*/ 5499023 w 7467600"/>
              <a:gd name="connsiteY252" fmla="*/ 4166310 h 6858000"/>
              <a:gd name="connsiteX253" fmla="*/ 5547022 w 7467600"/>
              <a:gd name="connsiteY253" fmla="*/ 3607838 h 6858000"/>
              <a:gd name="connsiteX254" fmla="*/ 5515964 w 7467600"/>
              <a:gd name="connsiteY254" fmla="*/ 3378541 h 6858000"/>
              <a:gd name="connsiteX255" fmla="*/ 5453702 w 7467600"/>
              <a:gd name="connsiteY255" fmla="*/ 3090882 h 6858000"/>
              <a:gd name="connsiteX256" fmla="*/ 1238695 w 7467600"/>
              <a:gd name="connsiteY256" fmla="*/ 3076820 h 6858000"/>
              <a:gd name="connsiteX257" fmla="*/ 716371 w 7467600"/>
              <a:gd name="connsiteY257" fmla="*/ 3293249 h 6858000"/>
              <a:gd name="connsiteX258" fmla="*/ 579522 w 7467600"/>
              <a:gd name="connsiteY258" fmla="*/ 3371759 h 6858000"/>
              <a:gd name="connsiteX259" fmla="*/ 600288 w 7467600"/>
              <a:gd name="connsiteY259" fmla="*/ 3365555 h 6858000"/>
              <a:gd name="connsiteX260" fmla="*/ 840692 w 7467600"/>
              <a:gd name="connsiteY260" fmla="*/ 3284921 h 6858000"/>
              <a:gd name="connsiteX261" fmla="*/ 979248 w 7467600"/>
              <a:gd name="connsiteY261" fmla="*/ 3221003 h 6858000"/>
              <a:gd name="connsiteX262" fmla="*/ 1053282 w 7467600"/>
              <a:gd name="connsiteY262" fmla="*/ 3185247 h 6858000"/>
              <a:gd name="connsiteX263" fmla="*/ 1320603 w 7467600"/>
              <a:gd name="connsiteY263" fmla="*/ 3081281 h 6858000"/>
              <a:gd name="connsiteX264" fmla="*/ 1238695 w 7467600"/>
              <a:gd name="connsiteY264" fmla="*/ 3076820 h 6858000"/>
              <a:gd name="connsiteX265" fmla="*/ 5425627 w 7467600"/>
              <a:gd name="connsiteY265" fmla="*/ 2954192 h 6858000"/>
              <a:gd name="connsiteX266" fmla="*/ 5470770 w 7467600"/>
              <a:gd name="connsiteY266" fmla="*/ 3005435 h 6858000"/>
              <a:gd name="connsiteX267" fmla="*/ 5519779 w 7467600"/>
              <a:gd name="connsiteY267" fmla="*/ 4359223 h 6858000"/>
              <a:gd name="connsiteX268" fmla="*/ 5520293 w 7467600"/>
              <a:gd name="connsiteY268" fmla="*/ 4360602 h 6858000"/>
              <a:gd name="connsiteX269" fmla="*/ 5767221 w 7467600"/>
              <a:gd name="connsiteY269" fmla="*/ 4665564 h 6858000"/>
              <a:gd name="connsiteX270" fmla="*/ 6937169 w 7467600"/>
              <a:gd name="connsiteY270" fmla="*/ 4815941 h 6858000"/>
              <a:gd name="connsiteX271" fmla="*/ 6953922 w 7467600"/>
              <a:gd name="connsiteY271" fmla="*/ 4890068 h 6858000"/>
              <a:gd name="connsiteX272" fmla="*/ 6071359 w 7467600"/>
              <a:gd name="connsiteY272" fmla="*/ 4770770 h 6858000"/>
              <a:gd name="connsiteX273" fmla="*/ 6038839 w 7467600"/>
              <a:gd name="connsiteY273" fmla="*/ 4764474 h 6858000"/>
              <a:gd name="connsiteX274" fmla="*/ 6038706 w 7467600"/>
              <a:gd name="connsiteY274" fmla="*/ 4763847 h 6858000"/>
              <a:gd name="connsiteX275" fmla="*/ 6037784 w 7467600"/>
              <a:gd name="connsiteY275" fmla="*/ 4764270 h 6858000"/>
              <a:gd name="connsiteX276" fmla="*/ 6038839 w 7467600"/>
              <a:gd name="connsiteY276" fmla="*/ 4764474 h 6858000"/>
              <a:gd name="connsiteX277" fmla="*/ 6040338 w 7467600"/>
              <a:gd name="connsiteY277" fmla="*/ 4771418 h 6858000"/>
              <a:gd name="connsiteX278" fmla="*/ 6024488 w 7467600"/>
              <a:gd name="connsiteY278" fmla="*/ 4809903 h 6858000"/>
              <a:gd name="connsiteX279" fmla="*/ 5599771 w 7467600"/>
              <a:gd name="connsiteY279" fmla="*/ 5509652 h 6858000"/>
              <a:gd name="connsiteX280" fmla="*/ 5548843 w 7467600"/>
              <a:gd name="connsiteY280" fmla="*/ 5563845 h 6858000"/>
              <a:gd name="connsiteX281" fmla="*/ 5940952 w 7467600"/>
              <a:gd name="connsiteY281" fmla="*/ 6250028 h 6858000"/>
              <a:gd name="connsiteX282" fmla="*/ 6043441 w 7467600"/>
              <a:gd name="connsiteY282" fmla="*/ 6665847 h 6858000"/>
              <a:gd name="connsiteX283" fmla="*/ 6093432 w 7467600"/>
              <a:gd name="connsiteY283" fmla="*/ 6858000 h 6858000"/>
              <a:gd name="connsiteX284" fmla="*/ 6034344 w 7467600"/>
              <a:gd name="connsiteY284" fmla="*/ 6858000 h 6858000"/>
              <a:gd name="connsiteX285" fmla="*/ 6026679 w 7467600"/>
              <a:gd name="connsiteY285" fmla="*/ 6836959 h 6858000"/>
              <a:gd name="connsiteX286" fmla="*/ 5800441 w 7467600"/>
              <a:gd name="connsiteY286" fmla="*/ 6335286 h 6858000"/>
              <a:gd name="connsiteX287" fmla="*/ 5526562 w 7467600"/>
              <a:gd name="connsiteY287" fmla="*/ 5705388 h 6858000"/>
              <a:gd name="connsiteX288" fmla="*/ 5519640 w 7467600"/>
              <a:gd name="connsiteY288" fmla="*/ 5683774 h 6858000"/>
              <a:gd name="connsiteX289" fmla="*/ 5844559 w 7467600"/>
              <a:gd name="connsiteY289" fmla="*/ 6553349 h 6858000"/>
              <a:gd name="connsiteX290" fmla="*/ 5975994 w 7467600"/>
              <a:gd name="connsiteY290" fmla="*/ 6858000 h 6858000"/>
              <a:gd name="connsiteX291" fmla="*/ 5898547 w 7467600"/>
              <a:gd name="connsiteY291" fmla="*/ 6858000 h 6858000"/>
              <a:gd name="connsiteX292" fmla="*/ 5682041 w 7467600"/>
              <a:gd name="connsiteY292" fmla="*/ 6355860 h 6858000"/>
              <a:gd name="connsiteX293" fmla="*/ 5461758 w 7467600"/>
              <a:gd name="connsiteY293" fmla="*/ 5820220 h 6858000"/>
              <a:gd name="connsiteX294" fmla="*/ 5237282 w 7467600"/>
              <a:gd name="connsiteY294" fmla="*/ 6579086 h 6858000"/>
              <a:gd name="connsiteX295" fmla="*/ 5115009 w 7467600"/>
              <a:gd name="connsiteY295" fmla="*/ 6858000 h 6858000"/>
              <a:gd name="connsiteX296" fmla="*/ 5028074 w 7467600"/>
              <a:gd name="connsiteY296" fmla="*/ 6858000 h 6858000"/>
              <a:gd name="connsiteX297" fmla="*/ 5079508 w 7467600"/>
              <a:gd name="connsiteY297" fmla="*/ 6749074 h 6858000"/>
              <a:gd name="connsiteX298" fmla="*/ 5371846 w 7467600"/>
              <a:gd name="connsiteY298" fmla="*/ 5924413 h 6858000"/>
              <a:gd name="connsiteX299" fmla="*/ 5270512 w 7467600"/>
              <a:gd name="connsiteY299" fmla="*/ 6138975 h 6858000"/>
              <a:gd name="connsiteX300" fmla="*/ 5062409 w 7467600"/>
              <a:gd name="connsiteY300" fmla="*/ 6653544 h 6858000"/>
              <a:gd name="connsiteX301" fmla="*/ 5036628 w 7467600"/>
              <a:gd name="connsiteY301" fmla="*/ 6754247 h 6858000"/>
              <a:gd name="connsiteX302" fmla="*/ 5009112 w 7467600"/>
              <a:gd name="connsiteY302" fmla="*/ 6858000 h 6858000"/>
              <a:gd name="connsiteX303" fmla="*/ 4976679 w 7467600"/>
              <a:gd name="connsiteY303" fmla="*/ 6858000 h 6858000"/>
              <a:gd name="connsiteX304" fmla="*/ 5006537 w 7467600"/>
              <a:gd name="connsiteY304" fmla="*/ 6747068 h 6858000"/>
              <a:gd name="connsiteX305" fmla="*/ 5032723 w 7467600"/>
              <a:gd name="connsiteY305" fmla="*/ 6644957 h 6858000"/>
              <a:gd name="connsiteX306" fmla="*/ 5242949 w 7467600"/>
              <a:gd name="connsiteY306" fmla="*/ 6125175 h 6858000"/>
              <a:gd name="connsiteX307" fmla="*/ 5286321 w 7467600"/>
              <a:gd name="connsiteY307" fmla="*/ 6033555 h 6858000"/>
              <a:gd name="connsiteX308" fmla="*/ 5008210 w 7467600"/>
              <a:gd name="connsiteY308" fmla="*/ 6649194 h 6858000"/>
              <a:gd name="connsiteX309" fmla="*/ 4986321 w 7467600"/>
              <a:gd name="connsiteY309" fmla="*/ 6765687 h 6858000"/>
              <a:gd name="connsiteX310" fmla="*/ 4973474 w 7467600"/>
              <a:gd name="connsiteY310" fmla="*/ 6858000 h 6858000"/>
              <a:gd name="connsiteX311" fmla="*/ 4907178 w 7467600"/>
              <a:gd name="connsiteY311" fmla="*/ 6858000 h 6858000"/>
              <a:gd name="connsiteX312" fmla="*/ 4910810 w 7467600"/>
              <a:gd name="connsiteY312" fmla="*/ 6829660 h 6858000"/>
              <a:gd name="connsiteX313" fmla="*/ 4987461 w 7467600"/>
              <a:gd name="connsiteY313" fmla="*/ 6432994 h 6858000"/>
              <a:gd name="connsiteX314" fmla="*/ 5179262 w 7467600"/>
              <a:gd name="connsiteY314" fmla="*/ 6035044 h 6858000"/>
              <a:gd name="connsiteX315" fmla="*/ 4689678 w 7467600"/>
              <a:gd name="connsiteY315" fmla="*/ 6440241 h 6858000"/>
              <a:gd name="connsiteX316" fmla="*/ 4477543 w 7467600"/>
              <a:gd name="connsiteY316" fmla="*/ 6674836 h 6858000"/>
              <a:gd name="connsiteX317" fmla="*/ 4329957 w 7467600"/>
              <a:gd name="connsiteY317" fmla="*/ 6858000 h 6858000"/>
              <a:gd name="connsiteX318" fmla="*/ 4218595 w 7467600"/>
              <a:gd name="connsiteY318" fmla="*/ 6858000 h 6858000"/>
              <a:gd name="connsiteX319" fmla="*/ 4368888 w 7467600"/>
              <a:gd name="connsiteY319" fmla="*/ 6668412 h 6858000"/>
              <a:gd name="connsiteX320" fmla="*/ 4563091 w 7467600"/>
              <a:gd name="connsiteY320" fmla="*/ 6442508 h 6858000"/>
              <a:gd name="connsiteX321" fmla="*/ 5387324 w 7467600"/>
              <a:gd name="connsiteY321" fmla="*/ 5705830 h 6858000"/>
              <a:gd name="connsiteX322" fmla="*/ 5073620 w 7467600"/>
              <a:gd name="connsiteY322" fmla="*/ 5955437 h 6858000"/>
              <a:gd name="connsiteX323" fmla="*/ 4689789 w 7467600"/>
              <a:gd name="connsiteY323" fmla="*/ 6268382 h 6858000"/>
              <a:gd name="connsiteX324" fmla="*/ 4418722 w 7467600"/>
              <a:gd name="connsiteY324" fmla="*/ 6570886 h 6858000"/>
              <a:gd name="connsiteX325" fmla="*/ 4214944 w 7467600"/>
              <a:gd name="connsiteY325" fmla="*/ 6858000 h 6858000"/>
              <a:gd name="connsiteX326" fmla="*/ 4177898 w 7467600"/>
              <a:gd name="connsiteY326" fmla="*/ 6858000 h 6858000"/>
              <a:gd name="connsiteX327" fmla="*/ 4391597 w 7467600"/>
              <a:gd name="connsiteY327" fmla="*/ 6556370 h 6858000"/>
              <a:gd name="connsiteX328" fmla="*/ 4668889 w 7467600"/>
              <a:gd name="connsiteY328" fmla="*/ 6246399 h 6858000"/>
              <a:gd name="connsiteX329" fmla="*/ 5055427 w 7467600"/>
              <a:gd name="connsiteY329" fmla="*/ 5931476 h 6858000"/>
              <a:gd name="connsiteX330" fmla="*/ 5371814 w 7467600"/>
              <a:gd name="connsiteY330" fmla="*/ 5678975 h 6858000"/>
              <a:gd name="connsiteX331" fmla="*/ 4987918 w 7467600"/>
              <a:gd name="connsiteY331" fmla="*/ 5838701 h 6858000"/>
              <a:gd name="connsiteX332" fmla="*/ 4317146 w 7467600"/>
              <a:gd name="connsiteY332" fmla="*/ 6587716 h 6858000"/>
              <a:gd name="connsiteX333" fmla="*/ 4171627 w 7467600"/>
              <a:gd name="connsiteY333" fmla="*/ 6858000 h 6858000"/>
              <a:gd name="connsiteX334" fmla="*/ 4081585 w 7467600"/>
              <a:gd name="connsiteY334" fmla="*/ 6858000 h 6858000"/>
              <a:gd name="connsiteX335" fmla="*/ 4238603 w 7467600"/>
              <a:gd name="connsiteY335" fmla="*/ 6559341 h 6858000"/>
              <a:gd name="connsiteX336" fmla="*/ 4778333 w 7467600"/>
              <a:gd name="connsiteY336" fmla="*/ 5873626 h 6858000"/>
              <a:gd name="connsiteX337" fmla="*/ 5414185 w 7467600"/>
              <a:gd name="connsiteY337" fmla="*/ 5573882 h 6858000"/>
              <a:gd name="connsiteX338" fmla="*/ 5959648 w 7467600"/>
              <a:gd name="connsiteY338" fmla="*/ 4760797 h 6858000"/>
              <a:gd name="connsiteX339" fmla="*/ 5355019 w 7467600"/>
              <a:gd name="connsiteY339" fmla="*/ 4734672 h 6858000"/>
              <a:gd name="connsiteX340" fmla="*/ 5083565 w 7467600"/>
              <a:gd name="connsiteY340" fmla="*/ 5179121 h 6858000"/>
              <a:gd name="connsiteX341" fmla="*/ 4713577 w 7467600"/>
              <a:gd name="connsiteY341" fmla="*/ 5616803 h 6858000"/>
              <a:gd name="connsiteX342" fmla="*/ 3989559 w 7467600"/>
              <a:gd name="connsiteY342" fmla="*/ 6145945 h 6858000"/>
              <a:gd name="connsiteX343" fmla="*/ 3939824 w 7467600"/>
              <a:gd name="connsiteY343" fmla="*/ 6066900 h 6858000"/>
              <a:gd name="connsiteX344" fmla="*/ 4584537 w 7467600"/>
              <a:gd name="connsiteY344" fmla="*/ 5324826 h 6858000"/>
              <a:gd name="connsiteX345" fmla="*/ 5037105 w 7467600"/>
              <a:gd name="connsiteY345" fmla="*/ 5088765 h 6858000"/>
              <a:gd name="connsiteX346" fmla="*/ 5039930 w 7467600"/>
              <a:gd name="connsiteY346" fmla="*/ 5089585 h 6858000"/>
              <a:gd name="connsiteX347" fmla="*/ 5263764 w 7467600"/>
              <a:gd name="connsiteY347" fmla="*/ 4735525 h 6858000"/>
              <a:gd name="connsiteX348" fmla="*/ 4086300 w 7467600"/>
              <a:gd name="connsiteY348" fmla="*/ 4884599 h 6858000"/>
              <a:gd name="connsiteX349" fmla="*/ 4085485 w 7467600"/>
              <a:gd name="connsiteY349" fmla="*/ 4899070 h 6858000"/>
              <a:gd name="connsiteX350" fmla="*/ 3871915 w 7467600"/>
              <a:gd name="connsiteY350" fmla="*/ 5253645 h 6858000"/>
              <a:gd name="connsiteX351" fmla="*/ 3799374 w 7467600"/>
              <a:gd name="connsiteY351" fmla="*/ 5466127 h 6858000"/>
              <a:gd name="connsiteX352" fmla="*/ 3498850 w 7467600"/>
              <a:gd name="connsiteY352" fmla="*/ 6661888 h 6858000"/>
              <a:gd name="connsiteX353" fmla="*/ 3399216 w 7467600"/>
              <a:gd name="connsiteY353" fmla="*/ 6858000 h 6858000"/>
              <a:gd name="connsiteX354" fmla="*/ 3303688 w 7467600"/>
              <a:gd name="connsiteY354" fmla="*/ 6858000 h 6858000"/>
              <a:gd name="connsiteX355" fmla="*/ 3391774 w 7467600"/>
              <a:gd name="connsiteY355" fmla="*/ 6697181 h 6858000"/>
              <a:gd name="connsiteX356" fmla="*/ 3735540 w 7467600"/>
              <a:gd name="connsiteY356" fmla="*/ 5546923 h 6858000"/>
              <a:gd name="connsiteX357" fmla="*/ 3729438 w 7467600"/>
              <a:gd name="connsiteY357" fmla="*/ 5569058 h 6858000"/>
              <a:gd name="connsiteX358" fmla="*/ 3707782 w 7467600"/>
              <a:gd name="connsiteY358" fmla="*/ 5644908 h 6858000"/>
              <a:gd name="connsiteX359" fmla="*/ 3583827 w 7467600"/>
              <a:gd name="connsiteY359" fmla="*/ 6039215 h 6858000"/>
              <a:gd name="connsiteX360" fmla="*/ 3547861 w 7467600"/>
              <a:gd name="connsiteY360" fmla="*/ 6129609 h 6858000"/>
              <a:gd name="connsiteX361" fmla="*/ 3490905 w 7467600"/>
              <a:gd name="connsiteY361" fmla="*/ 6277660 h 6858000"/>
              <a:gd name="connsiteX362" fmla="*/ 3455859 w 7467600"/>
              <a:gd name="connsiteY362" fmla="*/ 6391301 h 6858000"/>
              <a:gd name="connsiteX363" fmla="*/ 3429112 w 7467600"/>
              <a:gd name="connsiteY363" fmla="*/ 6479469 h 6858000"/>
              <a:gd name="connsiteX364" fmla="*/ 3304862 w 7467600"/>
              <a:gd name="connsiteY364" fmla="*/ 6796476 h 6858000"/>
              <a:gd name="connsiteX365" fmla="*/ 3276071 w 7467600"/>
              <a:gd name="connsiteY365" fmla="*/ 6858000 h 6858000"/>
              <a:gd name="connsiteX366" fmla="*/ 3240805 w 7467600"/>
              <a:gd name="connsiteY366" fmla="*/ 6858000 h 6858000"/>
              <a:gd name="connsiteX367" fmla="*/ 3275917 w 7467600"/>
              <a:gd name="connsiteY367" fmla="*/ 6783192 h 6858000"/>
              <a:gd name="connsiteX368" fmla="*/ 3399358 w 7467600"/>
              <a:gd name="connsiteY368" fmla="*/ 6469011 h 6858000"/>
              <a:gd name="connsiteX369" fmla="*/ 3425650 w 7467600"/>
              <a:gd name="connsiteY369" fmla="*/ 6381333 h 6858000"/>
              <a:gd name="connsiteX370" fmla="*/ 3460661 w 7467600"/>
              <a:gd name="connsiteY370" fmla="*/ 6266763 h 6858000"/>
              <a:gd name="connsiteX371" fmla="*/ 3518021 w 7467600"/>
              <a:gd name="connsiteY371" fmla="*/ 6117298 h 6858000"/>
              <a:gd name="connsiteX372" fmla="*/ 3554035 w 7467600"/>
              <a:gd name="connsiteY372" fmla="*/ 6027832 h 6858000"/>
              <a:gd name="connsiteX373" fmla="*/ 3677174 w 7467600"/>
              <a:gd name="connsiteY373" fmla="*/ 5636351 h 6858000"/>
              <a:gd name="connsiteX374" fmla="*/ 3698819 w 7467600"/>
              <a:gd name="connsiteY374" fmla="*/ 5560503 h 6858000"/>
              <a:gd name="connsiteX375" fmla="*/ 3702094 w 7467600"/>
              <a:gd name="connsiteY375" fmla="*/ 5549194 h 6858000"/>
              <a:gd name="connsiteX376" fmla="*/ 3398355 w 7467600"/>
              <a:gd name="connsiteY376" fmla="*/ 6094603 h 6858000"/>
              <a:gd name="connsiteX377" fmla="*/ 3193941 w 7467600"/>
              <a:gd name="connsiteY377" fmla="*/ 6798775 h 6858000"/>
              <a:gd name="connsiteX378" fmla="*/ 3184140 w 7467600"/>
              <a:gd name="connsiteY378" fmla="*/ 6858000 h 6858000"/>
              <a:gd name="connsiteX379" fmla="*/ 3099978 w 7467600"/>
              <a:gd name="connsiteY379" fmla="*/ 6858000 h 6858000"/>
              <a:gd name="connsiteX380" fmla="*/ 3101556 w 7467600"/>
              <a:gd name="connsiteY380" fmla="*/ 6843337 h 6858000"/>
              <a:gd name="connsiteX381" fmla="*/ 3370162 w 7467600"/>
              <a:gd name="connsiteY381" fmla="*/ 5785550 h 6858000"/>
              <a:gd name="connsiteX382" fmla="*/ 3746477 w 7467600"/>
              <a:gd name="connsiteY382" fmla="*/ 5377889 h 6858000"/>
              <a:gd name="connsiteX383" fmla="*/ 3863399 w 7467600"/>
              <a:gd name="connsiteY383" fmla="*/ 5087257 h 6858000"/>
              <a:gd name="connsiteX384" fmla="*/ 3968712 w 7467600"/>
              <a:gd name="connsiteY384" fmla="*/ 4913989 h 6858000"/>
              <a:gd name="connsiteX385" fmla="*/ 2792390 w 7467600"/>
              <a:gd name="connsiteY385" fmla="*/ 5382974 h 6858000"/>
              <a:gd name="connsiteX386" fmla="*/ 2714982 w 7467600"/>
              <a:gd name="connsiteY386" fmla="*/ 5427051 h 6858000"/>
              <a:gd name="connsiteX387" fmla="*/ 2813361 w 7467600"/>
              <a:gd name="connsiteY387" fmla="*/ 6023912 h 6858000"/>
              <a:gd name="connsiteX388" fmla="*/ 2688430 w 7467600"/>
              <a:gd name="connsiteY388" fmla="*/ 6801564 h 6858000"/>
              <a:gd name="connsiteX389" fmla="*/ 2629626 w 7467600"/>
              <a:gd name="connsiteY389" fmla="*/ 6763394 h 6858000"/>
              <a:gd name="connsiteX390" fmla="*/ 2565328 w 7467600"/>
              <a:gd name="connsiteY390" fmla="*/ 5516399 h 6858000"/>
              <a:gd name="connsiteX391" fmla="*/ 1922999 w 7467600"/>
              <a:gd name="connsiteY391" fmla="*/ 5980343 h 6858000"/>
              <a:gd name="connsiteX392" fmla="*/ 1950261 w 7467600"/>
              <a:gd name="connsiteY392" fmla="*/ 6405858 h 6858000"/>
              <a:gd name="connsiteX393" fmla="*/ 2365554 w 7467600"/>
              <a:gd name="connsiteY393" fmla="*/ 6759107 h 6858000"/>
              <a:gd name="connsiteX394" fmla="*/ 2424142 w 7467600"/>
              <a:gd name="connsiteY394" fmla="*/ 6858000 h 6858000"/>
              <a:gd name="connsiteX395" fmla="*/ 2395994 w 7467600"/>
              <a:gd name="connsiteY395" fmla="*/ 6858000 h 6858000"/>
              <a:gd name="connsiteX396" fmla="*/ 2392863 w 7467600"/>
              <a:gd name="connsiteY396" fmla="*/ 6852964 h 6858000"/>
              <a:gd name="connsiteX397" fmla="*/ 2017589 w 7467600"/>
              <a:gd name="connsiteY397" fmla="*/ 6493982 h 6858000"/>
              <a:gd name="connsiteX398" fmla="*/ 2147336 w 7467600"/>
              <a:gd name="connsiteY398" fmla="*/ 6594052 h 6858000"/>
              <a:gd name="connsiteX399" fmla="*/ 2207047 w 7467600"/>
              <a:gd name="connsiteY399" fmla="*/ 6654540 h 6858000"/>
              <a:gd name="connsiteX400" fmla="*/ 2299106 w 7467600"/>
              <a:gd name="connsiteY400" fmla="*/ 6778931 h 6858000"/>
              <a:gd name="connsiteX401" fmla="*/ 2314430 w 7467600"/>
              <a:gd name="connsiteY401" fmla="*/ 6801144 h 6858000"/>
              <a:gd name="connsiteX402" fmla="*/ 2352406 w 7467600"/>
              <a:gd name="connsiteY402" fmla="*/ 6858000 h 6858000"/>
              <a:gd name="connsiteX403" fmla="*/ 2314492 w 7467600"/>
              <a:gd name="connsiteY403" fmla="*/ 6858000 h 6858000"/>
              <a:gd name="connsiteX404" fmla="*/ 2288095 w 7467600"/>
              <a:gd name="connsiteY404" fmla="*/ 6818030 h 6858000"/>
              <a:gd name="connsiteX405" fmla="*/ 2272768 w 7467600"/>
              <a:gd name="connsiteY405" fmla="*/ 6795822 h 6858000"/>
              <a:gd name="connsiteX406" fmla="*/ 2182715 w 7467600"/>
              <a:gd name="connsiteY406" fmla="*/ 6675071 h 6858000"/>
              <a:gd name="connsiteX407" fmla="*/ 2032061 w 7467600"/>
              <a:gd name="connsiteY407" fmla="*/ 6541380 h 6858000"/>
              <a:gd name="connsiteX408" fmla="*/ 2257220 w 7467600"/>
              <a:gd name="connsiteY408" fmla="*/ 6826257 h 6858000"/>
              <a:gd name="connsiteX409" fmla="*/ 2281324 w 7467600"/>
              <a:gd name="connsiteY409" fmla="*/ 6858000 h 6858000"/>
              <a:gd name="connsiteX410" fmla="*/ 2242860 w 7467600"/>
              <a:gd name="connsiteY410" fmla="*/ 6858000 h 6858000"/>
              <a:gd name="connsiteX411" fmla="*/ 2232818 w 7467600"/>
              <a:gd name="connsiteY411" fmla="*/ 6844926 h 6858000"/>
              <a:gd name="connsiteX412" fmla="*/ 1990172 w 7467600"/>
              <a:gd name="connsiteY412" fmla="*/ 6542121 h 6858000"/>
              <a:gd name="connsiteX413" fmla="*/ 2124090 w 7467600"/>
              <a:gd name="connsiteY413" fmla="*/ 6761017 h 6858000"/>
              <a:gd name="connsiteX414" fmla="*/ 2200380 w 7467600"/>
              <a:gd name="connsiteY414" fmla="*/ 6858000 h 6858000"/>
              <a:gd name="connsiteX415" fmla="*/ 2147507 w 7467600"/>
              <a:gd name="connsiteY415" fmla="*/ 6858000 h 6858000"/>
              <a:gd name="connsiteX416" fmla="*/ 2070668 w 7467600"/>
              <a:gd name="connsiteY416" fmla="*/ 6761520 h 6858000"/>
              <a:gd name="connsiteX417" fmla="*/ 1975142 w 7467600"/>
              <a:gd name="connsiteY417" fmla="*/ 6585570 h 6858000"/>
              <a:gd name="connsiteX418" fmla="*/ 2050035 w 7467600"/>
              <a:gd name="connsiteY418" fmla="*/ 6813345 h 6858000"/>
              <a:gd name="connsiteX419" fmla="*/ 2063025 w 7467600"/>
              <a:gd name="connsiteY419" fmla="*/ 6858000 h 6858000"/>
              <a:gd name="connsiteX420" fmla="*/ 2021675 w 7467600"/>
              <a:gd name="connsiteY420" fmla="*/ 6858000 h 6858000"/>
              <a:gd name="connsiteX421" fmla="*/ 2019308 w 7467600"/>
              <a:gd name="connsiteY421" fmla="*/ 6847118 h 6858000"/>
              <a:gd name="connsiteX422" fmla="*/ 1938835 w 7467600"/>
              <a:gd name="connsiteY422" fmla="*/ 6551160 h 6858000"/>
              <a:gd name="connsiteX423" fmla="*/ 1953230 w 7467600"/>
              <a:gd name="connsiteY423" fmla="*/ 6759699 h 6858000"/>
              <a:gd name="connsiteX424" fmla="*/ 1956763 w 7467600"/>
              <a:gd name="connsiteY424" fmla="*/ 6778191 h 6858000"/>
              <a:gd name="connsiteX425" fmla="*/ 1967925 w 7467600"/>
              <a:gd name="connsiteY425" fmla="*/ 6858000 h 6858000"/>
              <a:gd name="connsiteX426" fmla="*/ 1936622 w 7467600"/>
              <a:gd name="connsiteY426" fmla="*/ 6858000 h 6858000"/>
              <a:gd name="connsiteX427" fmla="*/ 1926261 w 7467600"/>
              <a:gd name="connsiteY427" fmla="*/ 6784064 h 6858000"/>
              <a:gd name="connsiteX428" fmla="*/ 1922724 w 7467600"/>
              <a:gd name="connsiteY428" fmla="*/ 6765577 h 6858000"/>
              <a:gd name="connsiteX429" fmla="*/ 1904650 w 7467600"/>
              <a:gd name="connsiteY429" fmla="*/ 6639616 h 6858000"/>
              <a:gd name="connsiteX430" fmla="*/ 1885273 w 7467600"/>
              <a:gd name="connsiteY430" fmla="*/ 6858000 h 6858000"/>
              <a:gd name="connsiteX431" fmla="*/ 1854363 w 7467600"/>
              <a:gd name="connsiteY431" fmla="*/ 6858000 h 6858000"/>
              <a:gd name="connsiteX432" fmla="*/ 1880391 w 7467600"/>
              <a:gd name="connsiteY432" fmla="*/ 6603796 h 6858000"/>
              <a:gd name="connsiteX433" fmla="*/ 1818273 w 7467600"/>
              <a:gd name="connsiteY433" fmla="*/ 6715729 h 6858000"/>
              <a:gd name="connsiteX434" fmla="*/ 1794691 w 7467600"/>
              <a:gd name="connsiteY434" fmla="*/ 6843239 h 6858000"/>
              <a:gd name="connsiteX435" fmla="*/ 1794914 w 7467600"/>
              <a:gd name="connsiteY435" fmla="*/ 6858000 h 6858000"/>
              <a:gd name="connsiteX436" fmla="*/ 1746128 w 7467600"/>
              <a:gd name="connsiteY436" fmla="*/ 6858000 h 6858000"/>
              <a:gd name="connsiteX437" fmla="*/ 1753934 w 7467600"/>
              <a:gd name="connsiteY437" fmla="*/ 6724796 h 6858000"/>
              <a:gd name="connsiteX438" fmla="*/ 1792053 w 7467600"/>
              <a:gd name="connsiteY438" fmla="*/ 6572396 h 6858000"/>
              <a:gd name="connsiteX439" fmla="*/ 1862248 w 7467600"/>
              <a:gd name="connsiteY439" fmla="*/ 6266397 h 6858000"/>
              <a:gd name="connsiteX440" fmla="*/ 1862250 w 7467600"/>
              <a:gd name="connsiteY440" fmla="*/ 6033531 h 6858000"/>
              <a:gd name="connsiteX441" fmla="*/ 1211999 w 7467600"/>
              <a:gd name="connsiteY441" fmla="*/ 6683610 h 6858000"/>
              <a:gd name="connsiteX442" fmla="*/ 1213266 w 7467600"/>
              <a:gd name="connsiteY442" fmla="*/ 6691947 h 6858000"/>
              <a:gd name="connsiteX443" fmla="*/ 1203370 w 7467600"/>
              <a:gd name="connsiteY443" fmla="*/ 6850676 h 6858000"/>
              <a:gd name="connsiteX444" fmla="*/ 1203671 w 7467600"/>
              <a:gd name="connsiteY444" fmla="*/ 6858000 h 6858000"/>
              <a:gd name="connsiteX445" fmla="*/ 1143180 w 7467600"/>
              <a:gd name="connsiteY445" fmla="*/ 6858000 h 6858000"/>
              <a:gd name="connsiteX446" fmla="*/ 1142176 w 7467600"/>
              <a:gd name="connsiteY446" fmla="*/ 6766045 h 6858000"/>
              <a:gd name="connsiteX447" fmla="*/ 1067484 w 7467600"/>
              <a:gd name="connsiteY447" fmla="*/ 6858000 h 6858000"/>
              <a:gd name="connsiteX448" fmla="*/ 953928 w 7467600"/>
              <a:gd name="connsiteY448" fmla="*/ 6858000 h 6858000"/>
              <a:gd name="connsiteX449" fmla="*/ 959715 w 7467600"/>
              <a:gd name="connsiteY449" fmla="*/ 6850185 h 6858000"/>
              <a:gd name="connsiteX450" fmla="*/ 1483788 w 7467600"/>
              <a:gd name="connsiteY450" fmla="*/ 6259174 h 6858000"/>
              <a:gd name="connsiteX451" fmla="*/ 1100671 w 7467600"/>
              <a:gd name="connsiteY451" fmla="*/ 6252137 h 6858000"/>
              <a:gd name="connsiteX452" fmla="*/ 1090144 w 7467600"/>
              <a:gd name="connsiteY452" fmla="*/ 6256748 h 6858000"/>
              <a:gd name="connsiteX453" fmla="*/ 1095872 w 7467600"/>
              <a:gd name="connsiteY453" fmla="*/ 6271892 h 6858000"/>
              <a:gd name="connsiteX454" fmla="*/ 262785 w 7467600"/>
              <a:gd name="connsiteY454" fmla="*/ 6845450 h 6858000"/>
              <a:gd name="connsiteX455" fmla="*/ 209968 w 7467600"/>
              <a:gd name="connsiteY455" fmla="*/ 6770713 h 6858000"/>
              <a:gd name="connsiteX456" fmla="*/ 873460 w 7467600"/>
              <a:gd name="connsiteY456" fmla="*/ 6253768 h 6858000"/>
              <a:gd name="connsiteX457" fmla="*/ 192686 w 7467600"/>
              <a:gd name="connsiteY457" fmla="*/ 5849257 h 6858000"/>
              <a:gd name="connsiteX458" fmla="*/ 4696 w 7467600"/>
              <a:gd name="connsiteY458" fmla="*/ 5697668 h 6858000"/>
              <a:gd name="connsiteX459" fmla="*/ 0 w 7467600"/>
              <a:gd name="connsiteY459" fmla="*/ 5689984 h 6858000"/>
              <a:gd name="connsiteX460" fmla="*/ 0 w 7467600"/>
              <a:gd name="connsiteY460" fmla="*/ 5513472 h 6858000"/>
              <a:gd name="connsiteX461" fmla="*/ 174101 w 7467600"/>
              <a:gd name="connsiteY461" fmla="*/ 5620277 h 6858000"/>
              <a:gd name="connsiteX462" fmla="*/ 891800 w 7467600"/>
              <a:gd name="connsiteY462" fmla="*/ 6036935 h 6858000"/>
              <a:gd name="connsiteX463" fmla="*/ 1072219 w 7467600"/>
              <a:gd name="connsiteY463" fmla="*/ 6169443 h 6858000"/>
              <a:gd name="connsiteX464" fmla="*/ 1074117 w 7467600"/>
              <a:gd name="connsiteY464" fmla="*/ 6170301 h 6858000"/>
              <a:gd name="connsiteX465" fmla="*/ 1083114 w 7467600"/>
              <a:gd name="connsiteY465" fmla="*/ 6174131 h 6858000"/>
              <a:gd name="connsiteX466" fmla="*/ 1543010 w 7467600"/>
              <a:gd name="connsiteY466" fmla="*/ 6191140 h 6858000"/>
              <a:gd name="connsiteX467" fmla="*/ 1551080 w 7467600"/>
              <a:gd name="connsiteY467" fmla="*/ 6195006 h 6858000"/>
              <a:gd name="connsiteX468" fmla="*/ 2345443 w 7467600"/>
              <a:gd name="connsiteY468" fmla="*/ 5549882 h 6858000"/>
              <a:gd name="connsiteX469" fmla="*/ 1721499 w 7467600"/>
              <a:gd name="connsiteY469" fmla="*/ 5599969 h 6858000"/>
              <a:gd name="connsiteX470" fmla="*/ 767716 w 7467600"/>
              <a:gd name="connsiteY470" fmla="*/ 5472768 h 6858000"/>
              <a:gd name="connsiteX471" fmla="*/ 722147 w 7467600"/>
              <a:gd name="connsiteY471" fmla="*/ 5393091 h 6858000"/>
              <a:gd name="connsiteX472" fmla="*/ 1485552 w 7467600"/>
              <a:gd name="connsiteY472" fmla="*/ 5313202 h 6858000"/>
              <a:gd name="connsiteX473" fmla="*/ 2143004 w 7467600"/>
              <a:gd name="connsiteY473" fmla="*/ 5402420 h 6858000"/>
              <a:gd name="connsiteX474" fmla="*/ 1933391 w 7467600"/>
              <a:gd name="connsiteY474" fmla="*/ 5156971 h 6858000"/>
              <a:gd name="connsiteX475" fmla="*/ 1827118 w 7467600"/>
              <a:gd name="connsiteY475" fmla="*/ 4968410 h 6858000"/>
              <a:gd name="connsiteX476" fmla="*/ 1837349 w 7467600"/>
              <a:gd name="connsiteY476" fmla="*/ 4956357 h 6858000"/>
              <a:gd name="connsiteX477" fmla="*/ 2162835 w 7467600"/>
              <a:gd name="connsiteY477" fmla="*/ 5187853 h 6858000"/>
              <a:gd name="connsiteX478" fmla="*/ 2257167 w 7467600"/>
              <a:gd name="connsiteY478" fmla="*/ 5462123 h 6858000"/>
              <a:gd name="connsiteX479" fmla="*/ 2261598 w 7467600"/>
              <a:gd name="connsiteY479" fmla="*/ 5467998 h 6858000"/>
              <a:gd name="connsiteX480" fmla="*/ 2437177 w 7467600"/>
              <a:gd name="connsiteY480" fmla="*/ 5479608 h 6858000"/>
              <a:gd name="connsiteX481" fmla="*/ 2445247 w 7467600"/>
              <a:gd name="connsiteY481" fmla="*/ 5483476 h 6858000"/>
              <a:gd name="connsiteX482" fmla="*/ 2743626 w 7467600"/>
              <a:gd name="connsiteY482" fmla="*/ 5304819 h 6858000"/>
              <a:gd name="connsiteX483" fmla="*/ 3048102 w 7467600"/>
              <a:gd name="connsiteY483" fmla="*/ 5150595 h 6858000"/>
              <a:gd name="connsiteX484" fmla="*/ 1799414 w 7467600"/>
              <a:gd name="connsiteY484" fmla="*/ 4694732 h 6858000"/>
              <a:gd name="connsiteX485" fmla="*/ 1771735 w 7467600"/>
              <a:gd name="connsiteY485" fmla="*/ 4619929 h 6858000"/>
              <a:gd name="connsiteX486" fmla="*/ 3104273 w 7467600"/>
              <a:gd name="connsiteY486" fmla="*/ 5076159 h 6858000"/>
              <a:gd name="connsiteX487" fmla="*/ 3113245 w 7467600"/>
              <a:gd name="connsiteY487" fmla="*/ 5090705 h 6858000"/>
              <a:gd name="connsiteX488" fmla="*/ 3126294 w 7467600"/>
              <a:gd name="connsiteY488" fmla="*/ 5114400 h 6858000"/>
              <a:gd name="connsiteX489" fmla="*/ 3937433 w 7467600"/>
              <a:gd name="connsiteY489" fmla="*/ 4830473 h 6858000"/>
              <a:gd name="connsiteX490" fmla="*/ 3590475 w 7467600"/>
              <a:gd name="connsiteY490" fmla="*/ 4597974 h 6858000"/>
              <a:gd name="connsiteX491" fmla="*/ 3100264 w 7467600"/>
              <a:gd name="connsiteY491" fmla="*/ 4579845 h 6858000"/>
              <a:gd name="connsiteX492" fmla="*/ 2183576 w 7467600"/>
              <a:gd name="connsiteY492" fmla="*/ 4227150 h 6858000"/>
              <a:gd name="connsiteX493" fmla="*/ 2151029 w 7467600"/>
              <a:gd name="connsiteY493" fmla="*/ 4146947 h 6858000"/>
              <a:gd name="connsiteX494" fmla="*/ 3563434 w 7467600"/>
              <a:gd name="connsiteY494" fmla="*/ 4469115 h 6858000"/>
              <a:gd name="connsiteX495" fmla="*/ 3177952 w 7467600"/>
              <a:gd name="connsiteY495" fmla="*/ 3657386 h 6858000"/>
              <a:gd name="connsiteX496" fmla="*/ 3189263 w 7467600"/>
              <a:gd name="connsiteY496" fmla="*/ 3625726 h 6858000"/>
              <a:gd name="connsiteX497" fmla="*/ 3560912 w 7467600"/>
              <a:gd name="connsiteY497" fmla="*/ 4079863 h 6858000"/>
              <a:gd name="connsiteX498" fmla="*/ 3626636 w 7467600"/>
              <a:gd name="connsiteY498" fmla="*/ 4512230 h 6858000"/>
              <a:gd name="connsiteX499" fmla="*/ 3653088 w 7467600"/>
              <a:gd name="connsiteY499" fmla="*/ 4521417 h 6858000"/>
              <a:gd name="connsiteX500" fmla="*/ 3988128 w 7467600"/>
              <a:gd name="connsiteY500" fmla="*/ 4817267 h 6858000"/>
              <a:gd name="connsiteX501" fmla="*/ 4830582 w 7467600"/>
              <a:gd name="connsiteY501" fmla="*/ 4676000 h 6858000"/>
              <a:gd name="connsiteX502" fmla="*/ 4830100 w 7467600"/>
              <a:gd name="connsiteY502" fmla="*/ 4675554 h 6858000"/>
              <a:gd name="connsiteX503" fmla="*/ 4036318 w 7467600"/>
              <a:gd name="connsiteY503" fmla="*/ 4147013 h 6858000"/>
              <a:gd name="connsiteX504" fmla="*/ 3432098 w 7467600"/>
              <a:gd name="connsiteY504" fmla="*/ 3537312 h 6858000"/>
              <a:gd name="connsiteX505" fmla="*/ 3446761 w 7467600"/>
              <a:gd name="connsiteY505" fmla="*/ 3461278 h 6858000"/>
              <a:gd name="connsiteX506" fmla="*/ 4419733 w 7467600"/>
              <a:gd name="connsiteY506" fmla="*/ 3963555 h 6858000"/>
              <a:gd name="connsiteX507" fmla="*/ 4781371 w 7467600"/>
              <a:gd name="connsiteY507" fmla="*/ 4458604 h 6858000"/>
              <a:gd name="connsiteX508" fmla="*/ 4780440 w 7467600"/>
              <a:gd name="connsiteY508" fmla="*/ 4470290 h 6858000"/>
              <a:gd name="connsiteX509" fmla="*/ 4898954 w 7467600"/>
              <a:gd name="connsiteY509" fmla="*/ 4662092 h 6858000"/>
              <a:gd name="connsiteX510" fmla="*/ 4900699 w 7467600"/>
              <a:gd name="connsiteY510" fmla="*/ 4670867 h 6858000"/>
              <a:gd name="connsiteX511" fmla="*/ 5714511 w 7467600"/>
              <a:gd name="connsiteY511" fmla="*/ 4663483 h 6858000"/>
              <a:gd name="connsiteX512" fmla="*/ 5464793 w 7467600"/>
              <a:gd name="connsiteY512" fmla="*/ 4393556 h 6858000"/>
              <a:gd name="connsiteX513" fmla="*/ 5461897 w 7467600"/>
              <a:gd name="connsiteY513" fmla="*/ 4390879 h 6858000"/>
              <a:gd name="connsiteX514" fmla="*/ 4294126 w 7467600"/>
              <a:gd name="connsiteY514" fmla="*/ 3303048 h 6858000"/>
              <a:gd name="connsiteX515" fmla="*/ 4305321 w 7467600"/>
              <a:gd name="connsiteY515" fmla="*/ 3256953 h 6858000"/>
              <a:gd name="connsiteX516" fmla="*/ 4949299 w 7467600"/>
              <a:gd name="connsiteY516" fmla="*/ 3766336 h 6858000"/>
              <a:gd name="connsiteX517" fmla="*/ 5291452 w 7467600"/>
              <a:gd name="connsiteY517" fmla="*/ 4076801 h 6858000"/>
              <a:gd name="connsiteX518" fmla="*/ 5434998 w 7467600"/>
              <a:gd name="connsiteY518" fmla="*/ 4254100 h 6858000"/>
              <a:gd name="connsiteX519" fmla="*/ 5351015 w 7467600"/>
              <a:gd name="connsiteY519" fmla="*/ 3760989 h 6858000"/>
              <a:gd name="connsiteX520" fmla="*/ 5413780 w 7467600"/>
              <a:gd name="connsiteY520" fmla="*/ 2966265 h 6858000"/>
              <a:gd name="connsiteX521" fmla="*/ 5425627 w 7467600"/>
              <a:gd name="connsiteY521" fmla="*/ 2954192 h 6858000"/>
              <a:gd name="connsiteX522" fmla="*/ 6604735 w 7467600"/>
              <a:gd name="connsiteY522" fmla="*/ 2041381 h 6858000"/>
              <a:gd name="connsiteX523" fmla="*/ 7204487 w 7467600"/>
              <a:gd name="connsiteY523" fmla="*/ 2742112 h 6858000"/>
              <a:gd name="connsiteX524" fmla="*/ 7131592 w 7467600"/>
              <a:gd name="connsiteY524" fmla="*/ 2672096 h 6858000"/>
              <a:gd name="connsiteX525" fmla="*/ 6996344 w 7467600"/>
              <a:gd name="connsiteY525" fmla="*/ 2518310 h 6858000"/>
              <a:gd name="connsiteX526" fmla="*/ 6735495 w 7467600"/>
              <a:gd name="connsiteY526" fmla="*/ 2196890 h 6858000"/>
              <a:gd name="connsiteX527" fmla="*/ 6721901 w 7467600"/>
              <a:gd name="connsiteY527" fmla="*/ 2179274 h 6858000"/>
              <a:gd name="connsiteX528" fmla="*/ 6604735 w 7467600"/>
              <a:gd name="connsiteY528" fmla="*/ 2041381 h 6858000"/>
              <a:gd name="connsiteX529" fmla="*/ 6591670 w 7467600"/>
              <a:gd name="connsiteY529" fmla="*/ 1988277 h 6858000"/>
              <a:gd name="connsiteX530" fmla="*/ 6747349 w 7467600"/>
              <a:gd name="connsiteY530" fmla="*/ 2160069 h 6858000"/>
              <a:gd name="connsiteX531" fmla="*/ 6760943 w 7467600"/>
              <a:gd name="connsiteY531" fmla="*/ 2177686 h 6858000"/>
              <a:gd name="connsiteX532" fmla="*/ 7021065 w 7467600"/>
              <a:gd name="connsiteY532" fmla="*/ 2498102 h 6858000"/>
              <a:gd name="connsiteX533" fmla="*/ 7155223 w 7467600"/>
              <a:gd name="connsiteY533" fmla="*/ 2650386 h 6858000"/>
              <a:gd name="connsiteX534" fmla="*/ 7203167 w 7467600"/>
              <a:gd name="connsiteY534" fmla="*/ 2697288 h 6858000"/>
              <a:gd name="connsiteX535" fmla="*/ 6937703 w 7467600"/>
              <a:gd name="connsiteY535" fmla="*/ 2321981 h 6858000"/>
              <a:gd name="connsiteX536" fmla="*/ 6591670 w 7467600"/>
              <a:gd name="connsiteY536" fmla="*/ 1988277 h 6858000"/>
              <a:gd name="connsiteX537" fmla="*/ 5798671 w 7467600"/>
              <a:gd name="connsiteY537" fmla="*/ 1981601 h 6858000"/>
              <a:gd name="connsiteX538" fmla="*/ 5754709 w 7467600"/>
              <a:gd name="connsiteY538" fmla="*/ 2071454 h 6858000"/>
              <a:gd name="connsiteX539" fmla="*/ 5763044 w 7467600"/>
              <a:gd name="connsiteY539" fmla="*/ 2842206 h 6858000"/>
              <a:gd name="connsiteX540" fmla="*/ 5764974 w 7467600"/>
              <a:gd name="connsiteY540" fmla="*/ 2799609 h 6858000"/>
              <a:gd name="connsiteX541" fmla="*/ 5767665 w 7467600"/>
              <a:gd name="connsiteY541" fmla="*/ 2666409 h 6858000"/>
              <a:gd name="connsiteX542" fmla="*/ 5763055 w 7467600"/>
              <a:gd name="connsiteY542" fmla="*/ 2579705 h 6858000"/>
              <a:gd name="connsiteX543" fmla="*/ 5758079 w 7467600"/>
              <a:gd name="connsiteY543" fmla="*/ 2492508 h 6858000"/>
              <a:gd name="connsiteX544" fmla="*/ 5779325 w 7467600"/>
              <a:gd name="connsiteY544" fmla="*/ 2197069 h 6858000"/>
              <a:gd name="connsiteX545" fmla="*/ 5798671 w 7467600"/>
              <a:gd name="connsiteY545" fmla="*/ 1981601 h 6858000"/>
              <a:gd name="connsiteX546" fmla="*/ 5829202 w 7467600"/>
              <a:gd name="connsiteY546" fmla="*/ 1971679 h 6858000"/>
              <a:gd name="connsiteX547" fmla="*/ 5809558 w 7467600"/>
              <a:gd name="connsiteY547" fmla="*/ 2198043 h 6858000"/>
              <a:gd name="connsiteX548" fmla="*/ 5788653 w 7467600"/>
              <a:gd name="connsiteY548" fmla="*/ 2489430 h 6858000"/>
              <a:gd name="connsiteX549" fmla="*/ 5793439 w 7467600"/>
              <a:gd name="connsiteY549" fmla="*/ 2575235 h 6858000"/>
              <a:gd name="connsiteX550" fmla="*/ 5796837 w 7467600"/>
              <a:gd name="connsiteY550" fmla="*/ 2637633 h 6858000"/>
              <a:gd name="connsiteX551" fmla="*/ 5818614 w 7467600"/>
              <a:gd name="connsiteY551" fmla="*/ 2473055 h 6858000"/>
              <a:gd name="connsiteX552" fmla="*/ 5829202 w 7467600"/>
              <a:gd name="connsiteY552" fmla="*/ 1971679 h 6858000"/>
              <a:gd name="connsiteX553" fmla="*/ 5911389 w 7467600"/>
              <a:gd name="connsiteY553" fmla="*/ 1898371 h 6858000"/>
              <a:gd name="connsiteX554" fmla="*/ 6237627 w 7467600"/>
              <a:gd name="connsiteY554" fmla="*/ 2231921 h 6858000"/>
              <a:gd name="connsiteX555" fmla="*/ 5911389 w 7467600"/>
              <a:gd name="connsiteY555" fmla="*/ 1898371 h 6858000"/>
              <a:gd name="connsiteX556" fmla="*/ 6944437 w 7467600"/>
              <a:gd name="connsiteY556" fmla="*/ 1575402 h 6858000"/>
              <a:gd name="connsiteX557" fmla="*/ 6304730 w 7467600"/>
              <a:gd name="connsiteY557" fmla="*/ 1766654 h 6858000"/>
              <a:gd name="connsiteX558" fmla="*/ 6944437 w 7467600"/>
              <a:gd name="connsiteY558" fmla="*/ 1575402 h 6858000"/>
              <a:gd name="connsiteX559" fmla="*/ 7019523 w 7467600"/>
              <a:gd name="connsiteY559" fmla="*/ 1519450 h 6858000"/>
              <a:gd name="connsiteX560" fmla="*/ 6298091 w 7467600"/>
              <a:gd name="connsiteY560" fmla="*/ 1737122 h 6858000"/>
              <a:gd name="connsiteX561" fmla="*/ 7019523 w 7467600"/>
              <a:gd name="connsiteY561" fmla="*/ 1519450 h 6858000"/>
              <a:gd name="connsiteX562" fmla="*/ 2399523 w 7467600"/>
              <a:gd name="connsiteY562" fmla="*/ 1428234 h 6858000"/>
              <a:gd name="connsiteX563" fmla="*/ 2224982 w 7467600"/>
              <a:gd name="connsiteY563" fmla="*/ 1826201 h 6858000"/>
              <a:gd name="connsiteX564" fmla="*/ 2096099 w 7467600"/>
              <a:gd name="connsiteY564" fmla="*/ 2345900 h 6858000"/>
              <a:gd name="connsiteX565" fmla="*/ 2283317 w 7467600"/>
              <a:gd name="connsiteY565" fmla="*/ 1796925 h 6858000"/>
              <a:gd name="connsiteX566" fmla="*/ 2399523 w 7467600"/>
              <a:gd name="connsiteY566" fmla="*/ 1428234 h 6858000"/>
              <a:gd name="connsiteX567" fmla="*/ 2448558 w 7467600"/>
              <a:gd name="connsiteY567" fmla="*/ 1373435 h 6858000"/>
              <a:gd name="connsiteX568" fmla="*/ 2312521 w 7467600"/>
              <a:gd name="connsiteY568" fmla="*/ 1806140 h 6858000"/>
              <a:gd name="connsiteX569" fmla="*/ 2127533 w 7467600"/>
              <a:gd name="connsiteY569" fmla="*/ 2348380 h 6858000"/>
              <a:gd name="connsiteX570" fmla="*/ 2358080 w 7467600"/>
              <a:gd name="connsiteY570" fmla="*/ 1866134 h 6858000"/>
              <a:gd name="connsiteX571" fmla="*/ 2407436 w 7467600"/>
              <a:gd name="connsiteY571" fmla="*/ 1651070 h 6858000"/>
              <a:gd name="connsiteX572" fmla="*/ 2448558 w 7467600"/>
              <a:gd name="connsiteY572" fmla="*/ 1373435 h 6858000"/>
              <a:gd name="connsiteX573" fmla="*/ 278707 w 7467600"/>
              <a:gd name="connsiteY573" fmla="*/ 1352270 h 6858000"/>
              <a:gd name="connsiteX574" fmla="*/ 321570 w 7467600"/>
              <a:gd name="connsiteY574" fmla="*/ 1861610 h 6858000"/>
              <a:gd name="connsiteX575" fmla="*/ 294281 w 7467600"/>
              <a:gd name="connsiteY575" fmla="*/ 1440658 h 6858000"/>
              <a:gd name="connsiteX576" fmla="*/ 278707 w 7467600"/>
              <a:gd name="connsiteY576" fmla="*/ 1352270 h 6858000"/>
              <a:gd name="connsiteX577" fmla="*/ 1423821 w 7467600"/>
              <a:gd name="connsiteY577" fmla="*/ 1351958 h 6858000"/>
              <a:gd name="connsiteX578" fmla="*/ 1638521 w 7467600"/>
              <a:gd name="connsiteY578" fmla="*/ 1908470 h 6858000"/>
              <a:gd name="connsiteX579" fmla="*/ 1754199 w 7467600"/>
              <a:gd name="connsiteY579" fmla="*/ 2149284 h 6858000"/>
              <a:gd name="connsiteX580" fmla="*/ 1908359 w 7467600"/>
              <a:gd name="connsiteY580" fmla="*/ 2364988 h 6858000"/>
              <a:gd name="connsiteX581" fmla="*/ 1647661 w 7467600"/>
              <a:gd name="connsiteY581" fmla="*/ 1825945 h 6858000"/>
              <a:gd name="connsiteX582" fmla="*/ 1423821 w 7467600"/>
              <a:gd name="connsiteY582" fmla="*/ 1351958 h 6858000"/>
              <a:gd name="connsiteX583" fmla="*/ 1431890 w 7467600"/>
              <a:gd name="connsiteY583" fmla="*/ 1306475 h 6858000"/>
              <a:gd name="connsiteX584" fmla="*/ 1507597 w 7467600"/>
              <a:gd name="connsiteY584" fmla="*/ 1446132 h 6858000"/>
              <a:gd name="connsiteX585" fmla="*/ 1674586 w 7467600"/>
              <a:gd name="connsiteY585" fmla="*/ 1813832 h 6858000"/>
              <a:gd name="connsiteX586" fmla="*/ 1815950 w 7467600"/>
              <a:gd name="connsiteY586" fmla="*/ 2128564 h 6858000"/>
              <a:gd name="connsiteX587" fmla="*/ 1984242 w 7467600"/>
              <a:gd name="connsiteY587" fmla="*/ 2430829 h 6858000"/>
              <a:gd name="connsiteX588" fmla="*/ 2014023 w 7467600"/>
              <a:gd name="connsiteY588" fmla="*/ 2450995 h 6858000"/>
              <a:gd name="connsiteX589" fmla="*/ 1747337 w 7467600"/>
              <a:gd name="connsiteY589" fmla="*/ 1855264 h 6858000"/>
              <a:gd name="connsiteX590" fmla="*/ 1533749 w 7467600"/>
              <a:gd name="connsiteY590" fmla="*/ 1478656 h 6858000"/>
              <a:gd name="connsiteX591" fmla="*/ 1431890 w 7467600"/>
              <a:gd name="connsiteY591" fmla="*/ 1306475 h 6858000"/>
              <a:gd name="connsiteX592" fmla="*/ 5052692 w 7467600"/>
              <a:gd name="connsiteY592" fmla="*/ 1292994 h 6858000"/>
              <a:gd name="connsiteX593" fmla="*/ 5200661 w 7467600"/>
              <a:gd name="connsiteY593" fmla="*/ 1635186 h 6858000"/>
              <a:gd name="connsiteX594" fmla="*/ 5297138 w 7467600"/>
              <a:gd name="connsiteY594" fmla="*/ 1906351 h 6858000"/>
              <a:gd name="connsiteX595" fmla="*/ 5052692 w 7467600"/>
              <a:gd name="connsiteY595" fmla="*/ 1292994 h 6858000"/>
              <a:gd name="connsiteX596" fmla="*/ 5009948 w 7467600"/>
              <a:gd name="connsiteY596" fmla="*/ 1273619 h 6858000"/>
              <a:gd name="connsiteX597" fmla="*/ 5121777 w 7467600"/>
              <a:gd name="connsiteY597" fmla="*/ 1654213 h 6858000"/>
              <a:gd name="connsiteX598" fmla="*/ 5293545 w 7467600"/>
              <a:gd name="connsiteY598" fmla="*/ 2072247 h 6858000"/>
              <a:gd name="connsiteX599" fmla="*/ 5294042 w 7467600"/>
              <a:gd name="connsiteY599" fmla="*/ 2065019 h 6858000"/>
              <a:gd name="connsiteX600" fmla="*/ 5171936 w 7467600"/>
              <a:gd name="connsiteY600" fmla="*/ 1647613 h 6858000"/>
              <a:gd name="connsiteX601" fmla="*/ 5009948 w 7467600"/>
              <a:gd name="connsiteY601" fmla="*/ 1273619 h 6858000"/>
              <a:gd name="connsiteX602" fmla="*/ 655236 w 7467600"/>
              <a:gd name="connsiteY602" fmla="*/ 1268632 h 6858000"/>
              <a:gd name="connsiteX603" fmla="*/ 839521 w 7467600"/>
              <a:gd name="connsiteY603" fmla="*/ 1685315 h 6858000"/>
              <a:gd name="connsiteX604" fmla="*/ 1109416 w 7467600"/>
              <a:gd name="connsiteY604" fmla="*/ 2061663 h 6858000"/>
              <a:gd name="connsiteX605" fmla="*/ 1298300 w 7467600"/>
              <a:gd name="connsiteY605" fmla="*/ 2247742 h 6858000"/>
              <a:gd name="connsiteX606" fmla="*/ 1125871 w 7467600"/>
              <a:gd name="connsiteY606" fmla="*/ 1989513 h 6858000"/>
              <a:gd name="connsiteX607" fmla="*/ 981574 w 7467600"/>
              <a:gd name="connsiteY607" fmla="*/ 1783157 h 6858000"/>
              <a:gd name="connsiteX608" fmla="*/ 922198 w 7467600"/>
              <a:gd name="connsiteY608" fmla="*/ 1677437 h 6858000"/>
              <a:gd name="connsiteX609" fmla="*/ 869293 w 7467600"/>
              <a:gd name="connsiteY609" fmla="*/ 1583214 h 6858000"/>
              <a:gd name="connsiteX610" fmla="*/ 751431 w 7467600"/>
              <a:gd name="connsiteY610" fmla="*/ 1405731 h 6858000"/>
              <a:gd name="connsiteX611" fmla="*/ 655236 w 7467600"/>
              <a:gd name="connsiteY611" fmla="*/ 1268632 h 6858000"/>
              <a:gd name="connsiteX612" fmla="*/ 6516292 w 7467600"/>
              <a:gd name="connsiteY612" fmla="*/ 1263064 h 6858000"/>
              <a:gd name="connsiteX613" fmla="*/ 5736320 w 7467600"/>
              <a:gd name="connsiteY613" fmla="*/ 1501803 h 6858000"/>
              <a:gd name="connsiteX614" fmla="*/ 6516292 w 7467600"/>
              <a:gd name="connsiteY614" fmla="*/ 1263064 h 6858000"/>
              <a:gd name="connsiteX615" fmla="*/ 291466 w 7467600"/>
              <a:gd name="connsiteY615" fmla="*/ 1250369 h 6858000"/>
              <a:gd name="connsiteX616" fmla="*/ 323180 w 7467600"/>
              <a:gd name="connsiteY616" fmla="*/ 1435283 h 6858000"/>
              <a:gd name="connsiteX617" fmla="*/ 349381 w 7467600"/>
              <a:gd name="connsiteY617" fmla="*/ 1875041 h 6858000"/>
              <a:gd name="connsiteX618" fmla="*/ 374363 w 7467600"/>
              <a:gd name="connsiteY618" fmla="*/ 1506494 h 6858000"/>
              <a:gd name="connsiteX619" fmla="*/ 302168 w 7467600"/>
              <a:gd name="connsiteY619" fmla="*/ 1274495 h 6858000"/>
              <a:gd name="connsiteX620" fmla="*/ 291466 w 7467600"/>
              <a:gd name="connsiteY620" fmla="*/ 1250369 h 6858000"/>
              <a:gd name="connsiteX621" fmla="*/ 678222 w 7467600"/>
              <a:gd name="connsiteY621" fmla="*/ 1248670 h 6858000"/>
              <a:gd name="connsiteX622" fmla="*/ 775536 w 7467600"/>
              <a:gd name="connsiteY622" fmla="*/ 1388015 h 6858000"/>
              <a:gd name="connsiteX623" fmla="*/ 894529 w 7467600"/>
              <a:gd name="connsiteY623" fmla="*/ 1567739 h 6858000"/>
              <a:gd name="connsiteX624" fmla="*/ 948000 w 7467600"/>
              <a:gd name="connsiteY624" fmla="*/ 1663088 h 6858000"/>
              <a:gd name="connsiteX625" fmla="*/ 1006812 w 7467600"/>
              <a:gd name="connsiteY625" fmla="*/ 1767683 h 6858000"/>
              <a:gd name="connsiteX626" fmla="*/ 1149133 w 7467600"/>
              <a:gd name="connsiteY626" fmla="*/ 1971513 h 6858000"/>
              <a:gd name="connsiteX627" fmla="*/ 1333952 w 7467600"/>
              <a:gd name="connsiteY627" fmla="*/ 2251620 h 6858000"/>
              <a:gd name="connsiteX628" fmla="*/ 1337329 w 7467600"/>
              <a:gd name="connsiteY628" fmla="*/ 2258350 h 6858000"/>
              <a:gd name="connsiteX629" fmla="*/ 1014726 w 7467600"/>
              <a:gd name="connsiteY629" fmla="*/ 1615556 h 6858000"/>
              <a:gd name="connsiteX630" fmla="*/ 678222 w 7467600"/>
              <a:gd name="connsiteY630" fmla="*/ 1248670 h 6858000"/>
              <a:gd name="connsiteX631" fmla="*/ 6691602 w 7467600"/>
              <a:gd name="connsiteY631" fmla="*/ 1140573 h 6858000"/>
              <a:gd name="connsiteX632" fmla="*/ 6571100 w 7467600"/>
              <a:gd name="connsiteY632" fmla="*/ 1183662 h 6858000"/>
              <a:gd name="connsiteX633" fmla="*/ 6241687 w 7467600"/>
              <a:gd name="connsiteY633" fmla="*/ 1257600 h 6858000"/>
              <a:gd name="connsiteX634" fmla="*/ 5693009 w 7467600"/>
              <a:gd name="connsiteY634" fmla="*/ 1478256 h 6858000"/>
              <a:gd name="connsiteX635" fmla="*/ 6548420 w 7467600"/>
              <a:gd name="connsiteY635" fmla="*/ 1214599 h 6858000"/>
              <a:gd name="connsiteX636" fmla="*/ 6605473 w 7467600"/>
              <a:gd name="connsiteY636" fmla="*/ 1184686 h 6858000"/>
              <a:gd name="connsiteX637" fmla="*/ 6691602 w 7467600"/>
              <a:gd name="connsiteY637" fmla="*/ 1140573 h 6858000"/>
              <a:gd name="connsiteX638" fmla="*/ 4002475 w 7467600"/>
              <a:gd name="connsiteY638" fmla="*/ 1037802 h 6858000"/>
              <a:gd name="connsiteX639" fmla="*/ 4000324 w 7467600"/>
              <a:gd name="connsiteY639" fmla="*/ 1039362 h 6858000"/>
              <a:gd name="connsiteX640" fmla="*/ 4002862 w 7467600"/>
              <a:gd name="connsiteY640" fmla="*/ 1042866 h 6858000"/>
              <a:gd name="connsiteX641" fmla="*/ 4002475 w 7467600"/>
              <a:gd name="connsiteY641" fmla="*/ 1037802 h 6858000"/>
              <a:gd name="connsiteX642" fmla="*/ 506322 w 7467600"/>
              <a:gd name="connsiteY642" fmla="*/ 1020997 h 6858000"/>
              <a:gd name="connsiteX643" fmla="*/ 533068 w 7467600"/>
              <a:gd name="connsiteY643" fmla="*/ 1029409 h 6858000"/>
              <a:gd name="connsiteX644" fmla="*/ 1232525 w 7467600"/>
              <a:gd name="connsiteY644" fmla="*/ 1804675 h 6858000"/>
              <a:gd name="connsiteX645" fmla="*/ 1388858 w 7467600"/>
              <a:gd name="connsiteY645" fmla="*/ 2368011 h 6858000"/>
              <a:gd name="connsiteX646" fmla="*/ 1384098 w 7467600"/>
              <a:gd name="connsiteY646" fmla="*/ 2378125 h 6858000"/>
              <a:gd name="connsiteX647" fmla="*/ 1425393 w 7467600"/>
              <a:gd name="connsiteY647" fmla="*/ 2589124 h 6858000"/>
              <a:gd name="connsiteX648" fmla="*/ 1424001 w 7467600"/>
              <a:gd name="connsiteY648" fmla="*/ 2597541 h 6858000"/>
              <a:gd name="connsiteX649" fmla="*/ 2152729 w 7467600"/>
              <a:gd name="connsiteY649" fmla="*/ 2864487 h 6858000"/>
              <a:gd name="connsiteX650" fmla="*/ 2020609 w 7467600"/>
              <a:gd name="connsiteY650" fmla="*/ 2539671 h 6858000"/>
              <a:gd name="connsiteX651" fmla="*/ 2018920 w 7467600"/>
              <a:gd name="connsiteY651" fmla="*/ 2536309 h 6858000"/>
              <a:gd name="connsiteX652" fmla="*/ 1342441 w 7467600"/>
              <a:gd name="connsiteY652" fmla="*/ 1173017 h 6858000"/>
              <a:gd name="connsiteX653" fmla="*/ 1367925 w 7467600"/>
              <a:gd name="connsiteY653" fmla="*/ 1135648 h 6858000"/>
              <a:gd name="connsiteX654" fmla="*/ 1771401 w 7467600"/>
              <a:gd name="connsiteY654" fmla="*/ 1806673 h 6858000"/>
              <a:gd name="connsiteX655" fmla="*/ 1972385 w 7467600"/>
              <a:gd name="connsiteY655" fmla="*/ 2198735 h 6858000"/>
              <a:gd name="connsiteX656" fmla="*/ 2040892 w 7467600"/>
              <a:gd name="connsiteY656" fmla="*/ 2405205 h 6858000"/>
              <a:gd name="connsiteX657" fmla="*/ 2131689 w 7467600"/>
              <a:gd name="connsiteY657" fmla="*/ 1936926 h 6858000"/>
              <a:gd name="connsiteX658" fmla="*/ 2454820 w 7467600"/>
              <a:gd name="connsiteY658" fmla="*/ 1248808 h 6858000"/>
              <a:gd name="connsiteX659" fmla="*/ 2492512 w 7467600"/>
              <a:gd name="connsiteY659" fmla="*/ 1302920 h 6858000"/>
              <a:gd name="connsiteX660" fmla="*/ 2081216 w 7467600"/>
              <a:gd name="connsiteY660" fmla="*/ 2527513 h 6858000"/>
              <a:gd name="connsiteX661" fmla="*/ 2081211 w 7467600"/>
              <a:gd name="connsiteY661" fmla="*/ 2528916 h 6858000"/>
              <a:gd name="connsiteX662" fmla="*/ 2199067 w 7467600"/>
              <a:gd name="connsiteY662" fmla="*/ 2884061 h 6858000"/>
              <a:gd name="connsiteX663" fmla="*/ 3192586 w 7467600"/>
              <a:gd name="connsiteY663" fmla="*/ 3411496 h 6858000"/>
              <a:gd name="connsiteX664" fmla="*/ 3182620 w 7467600"/>
              <a:gd name="connsiteY664" fmla="*/ 3483279 h 6858000"/>
              <a:gd name="connsiteX665" fmla="*/ 2435119 w 7467600"/>
              <a:gd name="connsiteY665" fmla="*/ 3080173 h 6858000"/>
              <a:gd name="connsiteX666" fmla="*/ 2410152 w 7467600"/>
              <a:gd name="connsiteY666" fmla="*/ 3063751 h 6858000"/>
              <a:gd name="connsiteX667" fmla="*/ 2408099 w 7467600"/>
              <a:gd name="connsiteY667" fmla="*/ 3064403 h 6858000"/>
              <a:gd name="connsiteX668" fmla="*/ 2407218 w 7467600"/>
              <a:gd name="connsiteY668" fmla="*/ 3070324 h 6858000"/>
              <a:gd name="connsiteX669" fmla="*/ 2380138 w 7467600"/>
              <a:gd name="connsiteY669" fmla="*/ 3099341 h 6858000"/>
              <a:gd name="connsiteX670" fmla="*/ 1765923 w 7467600"/>
              <a:gd name="connsiteY670" fmla="*/ 3581043 h 6858000"/>
              <a:gd name="connsiteX671" fmla="*/ 1702258 w 7467600"/>
              <a:gd name="connsiteY671" fmla="*/ 3612286 h 6858000"/>
              <a:gd name="connsiteX672" fmla="*/ 1538370 w 7467600"/>
              <a:gd name="connsiteY672" fmla="*/ 3811804 h 6858000"/>
              <a:gd name="connsiteX673" fmla="*/ 542867 w 7467600"/>
              <a:gd name="connsiteY673" fmla="*/ 4944092 h 6858000"/>
              <a:gd name="connsiteX674" fmla="*/ 515800 w 7467600"/>
              <a:gd name="connsiteY674" fmla="*/ 4862180 h 6858000"/>
              <a:gd name="connsiteX675" fmla="*/ 909145 w 7467600"/>
              <a:gd name="connsiteY675" fmla="*/ 4199225 h 6858000"/>
              <a:gd name="connsiteX676" fmla="*/ 1214067 w 7467600"/>
              <a:gd name="connsiteY676" fmla="*/ 3908561 h 6858000"/>
              <a:gd name="connsiteX677" fmla="*/ 640967 w 7467600"/>
              <a:gd name="connsiteY677" fmla="*/ 4105601 h 6858000"/>
              <a:gd name="connsiteX678" fmla="*/ 112563 w 7467600"/>
              <a:gd name="connsiteY678" fmla="*/ 4396952 h 6858000"/>
              <a:gd name="connsiteX679" fmla="*/ 0 w 7467600"/>
              <a:gd name="connsiteY679" fmla="*/ 4466006 h 6858000"/>
              <a:gd name="connsiteX680" fmla="*/ 0 w 7467600"/>
              <a:gd name="connsiteY680" fmla="*/ 4233763 h 6858000"/>
              <a:gd name="connsiteX681" fmla="*/ 36881 w 7467600"/>
              <a:gd name="connsiteY681" fmla="*/ 4200118 h 6858000"/>
              <a:gd name="connsiteX682" fmla="*/ 910534 w 7467600"/>
              <a:gd name="connsiteY682" fmla="*/ 3629753 h 6858000"/>
              <a:gd name="connsiteX683" fmla="*/ 1578717 w 7467600"/>
              <a:gd name="connsiteY683" fmla="*/ 3575982 h 6858000"/>
              <a:gd name="connsiteX684" fmla="*/ 2338780 w 7467600"/>
              <a:gd name="connsiteY684" fmla="*/ 3033725 h 6858000"/>
              <a:gd name="connsiteX685" fmla="*/ 1807991 w 7467600"/>
              <a:gd name="connsiteY685" fmla="*/ 2807184 h 6858000"/>
              <a:gd name="connsiteX686" fmla="*/ 1416358 w 7467600"/>
              <a:gd name="connsiteY686" fmla="*/ 3112571 h 6858000"/>
              <a:gd name="connsiteX687" fmla="*/ 939066 w 7467600"/>
              <a:gd name="connsiteY687" fmla="*/ 3378798 h 6858000"/>
              <a:gd name="connsiteX688" fmla="*/ 115099 w 7467600"/>
              <a:gd name="connsiteY688" fmla="*/ 3607650 h 6858000"/>
              <a:gd name="connsiteX689" fmla="*/ 97284 w 7467600"/>
              <a:gd name="connsiteY689" fmla="*/ 3520393 h 6858000"/>
              <a:gd name="connsiteX690" fmla="*/ 922050 w 7467600"/>
              <a:gd name="connsiteY690" fmla="*/ 3074867 h 6858000"/>
              <a:gd name="connsiteX691" fmla="*/ 1405265 w 7467600"/>
              <a:gd name="connsiteY691" fmla="*/ 3016319 h 6858000"/>
              <a:gd name="connsiteX692" fmla="*/ 1407512 w 7467600"/>
              <a:gd name="connsiteY692" fmla="*/ 3018001 h 6858000"/>
              <a:gd name="connsiteX693" fmla="*/ 1726266 w 7467600"/>
              <a:gd name="connsiteY693" fmla="*/ 2777274 h 6858000"/>
              <a:gd name="connsiteX694" fmla="*/ 625390 w 7467600"/>
              <a:gd name="connsiteY694" fmla="*/ 2514541 h 6858000"/>
              <a:gd name="connsiteX695" fmla="*/ 619799 w 7467600"/>
              <a:gd name="connsiteY695" fmla="*/ 2527180 h 6858000"/>
              <a:gd name="connsiteX696" fmla="*/ 310030 w 7467600"/>
              <a:gd name="connsiteY696" fmla="*/ 2771818 h 6858000"/>
              <a:gd name="connsiteX697" fmla="*/ 173877 w 7467600"/>
              <a:gd name="connsiteY697" fmla="*/ 2937056 h 6858000"/>
              <a:gd name="connsiteX698" fmla="*/ 77889 w 7467600"/>
              <a:gd name="connsiteY698" fmla="*/ 3138440 h 6858000"/>
              <a:gd name="connsiteX699" fmla="*/ 0 w 7467600"/>
              <a:gd name="connsiteY699" fmla="*/ 3271395 h 6858000"/>
              <a:gd name="connsiteX700" fmla="*/ 0 w 7467600"/>
              <a:gd name="connsiteY700" fmla="*/ 3153002 h 6858000"/>
              <a:gd name="connsiteX701" fmla="*/ 2386 w 7467600"/>
              <a:gd name="connsiteY701" fmla="*/ 3149203 h 6858000"/>
              <a:gd name="connsiteX702" fmla="*/ 89753 w 7467600"/>
              <a:gd name="connsiteY702" fmla="*/ 2987702 h 6858000"/>
              <a:gd name="connsiteX703" fmla="*/ 76869 w 7467600"/>
              <a:gd name="connsiteY703" fmla="*/ 3005404 h 6858000"/>
              <a:gd name="connsiteX704" fmla="*/ 32049 w 7467600"/>
              <a:gd name="connsiteY704" fmla="*/ 3065814 h 6858000"/>
              <a:gd name="connsiteX705" fmla="*/ 0 w 7467600"/>
              <a:gd name="connsiteY705" fmla="*/ 3108744 h 6858000"/>
              <a:gd name="connsiteX706" fmla="*/ 0 w 7467600"/>
              <a:gd name="connsiteY706" fmla="*/ 3058059 h 6858000"/>
              <a:gd name="connsiteX707" fmla="*/ 7610 w 7467600"/>
              <a:gd name="connsiteY707" fmla="*/ 3047889 h 6858000"/>
              <a:gd name="connsiteX708" fmla="*/ 52419 w 7467600"/>
              <a:gd name="connsiteY708" fmla="*/ 2987479 h 6858000"/>
              <a:gd name="connsiteX709" fmla="*/ 59142 w 7467600"/>
              <a:gd name="connsiteY709" fmla="*/ 2978488 h 6858000"/>
              <a:gd name="connsiteX710" fmla="*/ 0 w 7467600"/>
              <a:gd name="connsiteY710" fmla="*/ 3015334 h 6858000"/>
              <a:gd name="connsiteX711" fmla="*/ 0 w 7467600"/>
              <a:gd name="connsiteY711" fmla="*/ 2914286 h 6858000"/>
              <a:gd name="connsiteX712" fmla="*/ 36383 w 7467600"/>
              <a:gd name="connsiteY712" fmla="*/ 2901128 h 6858000"/>
              <a:gd name="connsiteX713" fmla="*/ 156329 w 7467600"/>
              <a:gd name="connsiteY713" fmla="*/ 2840533 h 6858000"/>
              <a:gd name="connsiteX714" fmla="*/ 358355 w 7467600"/>
              <a:gd name="connsiteY714" fmla="*/ 2620471 h 6858000"/>
              <a:gd name="connsiteX715" fmla="*/ 510577 w 7467600"/>
              <a:gd name="connsiteY715" fmla="*/ 2501244 h 6858000"/>
              <a:gd name="connsiteX716" fmla="*/ 211967 w 7467600"/>
              <a:gd name="connsiteY716" fmla="*/ 2479171 h 6858000"/>
              <a:gd name="connsiteX717" fmla="*/ 0 w 7467600"/>
              <a:gd name="connsiteY717" fmla="*/ 2476398 h 6858000"/>
              <a:gd name="connsiteX718" fmla="*/ 0 w 7467600"/>
              <a:gd name="connsiteY718" fmla="*/ 2389189 h 6858000"/>
              <a:gd name="connsiteX719" fmla="*/ 103062 w 7467600"/>
              <a:gd name="connsiteY719" fmla="*/ 2389518 h 6858000"/>
              <a:gd name="connsiteX720" fmla="*/ 510734 w 7467600"/>
              <a:gd name="connsiteY720" fmla="*/ 2416201 h 6858000"/>
              <a:gd name="connsiteX721" fmla="*/ 279257 w 7467600"/>
              <a:gd name="connsiteY721" fmla="*/ 2092102 h 6858000"/>
              <a:gd name="connsiteX722" fmla="*/ 65265 w 7467600"/>
              <a:gd name="connsiteY722" fmla="*/ 2006049 h 6858000"/>
              <a:gd name="connsiteX723" fmla="*/ 0 w 7467600"/>
              <a:gd name="connsiteY723" fmla="*/ 1982532 h 6858000"/>
              <a:gd name="connsiteX724" fmla="*/ 0 w 7467600"/>
              <a:gd name="connsiteY724" fmla="*/ 1912789 h 6858000"/>
              <a:gd name="connsiteX725" fmla="*/ 97460 w 7467600"/>
              <a:gd name="connsiteY725" fmla="*/ 1953725 h 6858000"/>
              <a:gd name="connsiteX726" fmla="*/ 221272 w 7467600"/>
              <a:gd name="connsiteY726" fmla="*/ 1980766 h 6858000"/>
              <a:gd name="connsiteX727" fmla="*/ 116765 w 7467600"/>
              <a:gd name="connsiteY727" fmla="*/ 1911033 h 6858000"/>
              <a:gd name="connsiteX728" fmla="*/ 16405 w 7467600"/>
              <a:gd name="connsiteY728" fmla="*/ 1803412 h 6858000"/>
              <a:gd name="connsiteX729" fmla="*/ 0 w 7467600"/>
              <a:gd name="connsiteY729" fmla="*/ 1784777 h 6858000"/>
              <a:gd name="connsiteX730" fmla="*/ 0 w 7467600"/>
              <a:gd name="connsiteY730" fmla="*/ 1740082 h 6858000"/>
              <a:gd name="connsiteX731" fmla="*/ 39394 w 7467600"/>
              <a:gd name="connsiteY731" fmla="*/ 1784856 h 6858000"/>
              <a:gd name="connsiteX732" fmla="*/ 135813 w 7467600"/>
              <a:gd name="connsiteY732" fmla="*/ 1888838 h 6858000"/>
              <a:gd name="connsiteX733" fmla="*/ 242575 w 7467600"/>
              <a:gd name="connsiteY733" fmla="*/ 1958841 h 6858000"/>
              <a:gd name="connsiteX734" fmla="*/ 82197 w 7467600"/>
              <a:gd name="connsiteY734" fmla="*/ 1754826 h 6858000"/>
              <a:gd name="connsiteX735" fmla="*/ 0 w 7467600"/>
              <a:gd name="connsiteY735" fmla="*/ 1679650 h 6858000"/>
              <a:gd name="connsiteX736" fmla="*/ 0 w 7467600"/>
              <a:gd name="connsiteY736" fmla="*/ 1602463 h 6858000"/>
              <a:gd name="connsiteX737" fmla="*/ 84689 w 7467600"/>
              <a:gd name="connsiteY737" fmla="*/ 1677442 h 6858000"/>
              <a:gd name="connsiteX738" fmla="*/ 298437 w 7467600"/>
              <a:gd name="connsiteY738" fmla="*/ 1968019 h 6858000"/>
              <a:gd name="connsiteX739" fmla="*/ 227269 w 7467600"/>
              <a:gd name="connsiteY739" fmla="*/ 1114064 h 6858000"/>
              <a:gd name="connsiteX740" fmla="*/ 248003 w 7467600"/>
              <a:gd name="connsiteY740" fmla="*/ 1089613 h 6858000"/>
              <a:gd name="connsiteX741" fmla="*/ 427020 w 7467600"/>
              <a:gd name="connsiteY741" fmla="*/ 1619803 h 6858000"/>
              <a:gd name="connsiteX742" fmla="*/ 340345 w 7467600"/>
              <a:gd name="connsiteY742" fmla="*/ 2027739 h 6858000"/>
              <a:gd name="connsiteX743" fmla="*/ 360865 w 7467600"/>
              <a:gd name="connsiteY743" fmla="*/ 2044827 h 6858000"/>
              <a:gd name="connsiteX744" fmla="*/ 560414 w 7467600"/>
              <a:gd name="connsiteY744" fmla="*/ 2421457 h 6858000"/>
              <a:gd name="connsiteX745" fmla="*/ 1359703 w 7467600"/>
              <a:gd name="connsiteY745" fmla="*/ 2578554 h 6858000"/>
              <a:gd name="connsiteX746" fmla="*/ 1359422 w 7467600"/>
              <a:gd name="connsiteY746" fmla="*/ 2577994 h 6858000"/>
              <a:gd name="connsiteX747" fmla="*/ 828701 w 7467600"/>
              <a:gd name="connsiteY747" fmla="*/ 1839520 h 6858000"/>
              <a:gd name="connsiteX748" fmla="*/ 494427 w 7467600"/>
              <a:gd name="connsiteY748" fmla="*/ 1092333 h 6858000"/>
              <a:gd name="connsiteX749" fmla="*/ 506322 w 7467600"/>
              <a:gd name="connsiteY749" fmla="*/ 1020997 h 6858000"/>
              <a:gd name="connsiteX750" fmla="*/ 4570198 w 7467600"/>
              <a:gd name="connsiteY750" fmla="*/ 978081 h 6858000"/>
              <a:gd name="connsiteX751" fmla="*/ 4523691 w 7467600"/>
              <a:gd name="connsiteY751" fmla="*/ 1127776 h 6858000"/>
              <a:gd name="connsiteX752" fmla="*/ 4509875 w 7467600"/>
              <a:gd name="connsiteY752" fmla="*/ 1167552 h 6858000"/>
              <a:gd name="connsiteX753" fmla="*/ 4478168 w 7467600"/>
              <a:gd name="connsiteY753" fmla="*/ 1260735 h 6858000"/>
              <a:gd name="connsiteX754" fmla="*/ 4409309 w 7467600"/>
              <a:gd name="connsiteY754" fmla="*/ 1666996 h 6858000"/>
              <a:gd name="connsiteX755" fmla="*/ 4370031 w 7467600"/>
              <a:gd name="connsiteY755" fmla="*/ 1955666 h 6858000"/>
              <a:gd name="connsiteX756" fmla="*/ 4570198 w 7467600"/>
              <a:gd name="connsiteY756" fmla="*/ 978081 h 6858000"/>
              <a:gd name="connsiteX757" fmla="*/ 4557898 w 7467600"/>
              <a:gd name="connsiteY757" fmla="*/ 900011 h 6858000"/>
              <a:gd name="connsiteX758" fmla="*/ 4344840 w 7467600"/>
              <a:gd name="connsiteY758" fmla="*/ 1922038 h 6858000"/>
              <a:gd name="connsiteX759" fmla="*/ 4378710 w 7467600"/>
              <a:gd name="connsiteY759" fmla="*/ 1665516 h 6858000"/>
              <a:gd name="connsiteX760" fmla="*/ 4448798 w 7467600"/>
              <a:gd name="connsiteY760" fmla="*/ 1253024 h 6858000"/>
              <a:gd name="connsiteX761" fmla="*/ 4480315 w 7467600"/>
              <a:gd name="connsiteY761" fmla="*/ 1158454 h 6858000"/>
              <a:gd name="connsiteX762" fmla="*/ 4494133 w 7467600"/>
              <a:gd name="connsiteY762" fmla="*/ 1118676 h 6858000"/>
              <a:gd name="connsiteX763" fmla="*/ 4557898 w 7467600"/>
              <a:gd name="connsiteY763" fmla="*/ 900011 h 6858000"/>
              <a:gd name="connsiteX764" fmla="*/ 5870151 w 7467600"/>
              <a:gd name="connsiteY764" fmla="*/ 898890 h 6858000"/>
              <a:gd name="connsiteX765" fmla="*/ 5861335 w 7467600"/>
              <a:gd name="connsiteY765" fmla="*/ 899177 h 6858000"/>
              <a:gd name="connsiteX766" fmla="*/ 5843702 w 7467600"/>
              <a:gd name="connsiteY766" fmla="*/ 899748 h 6858000"/>
              <a:gd name="connsiteX767" fmla="*/ 5651107 w 7467600"/>
              <a:gd name="connsiteY767" fmla="*/ 920306 h 6858000"/>
              <a:gd name="connsiteX768" fmla="*/ 5459407 w 7467600"/>
              <a:gd name="connsiteY768" fmla="*/ 940975 h 6858000"/>
              <a:gd name="connsiteX769" fmla="*/ 5374846 w 7467600"/>
              <a:gd name="connsiteY769" fmla="*/ 941988 h 6858000"/>
              <a:gd name="connsiteX770" fmla="*/ 5256105 w 7467600"/>
              <a:gd name="connsiteY770" fmla="*/ 945632 h 6858000"/>
              <a:gd name="connsiteX771" fmla="*/ 5107071 w 7467600"/>
              <a:gd name="connsiteY771" fmla="*/ 969720 h 6858000"/>
              <a:gd name="connsiteX772" fmla="*/ 4998681 w 7467600"/>
              <a:gd name="connsiteY772" fmla="*/ 988771 h 6858000"/>
              <a:gd name="connsiteX773" fmla="*/ 5870151 w 7467600"/>
              <a:gd name="connsiteY773" fmla="*/ 898890 h 6858000"/>
              <a:gd name="connsiteX774" fmla="*/ 5504425 w 7467600"/>
              <a:gd name="connsiteY774" fmla="*/ 848067 h 6858000"/>
              <a:gd name="connsiteX775" fmla="*/ 4968849 w 7467600"/>
              <a:gd name="connsiteY775" fmla="*/ 962318 h 6858000"/>
              <a:gd name="connsiteX776" fmla="*/ 5104039 w 7467600"/>
              <a:gd name="connsiteY776" fmla="*/ 940634 h 6858000"/>
              <a:gd name="connsiteX777" fmla="*/ 5256311 w 7467600"/>
              <a:gd name="connsiteY777" fmla="*/ 916490 h 6858000"/>
              <a:gd name="connsiteX778" fmla="*/ 5377381 w 7467600"/>
              <a:gd name="connsiteY778" fmla="*/ 912671 h 6858000"/>
              <a:gd name="connsiteX779" fmla="*/ 5460148 w 7467600"/>
              <a:gd name="connsiteY779" fmla="*/ 911442 h 6858000"/>
              <a:gd name="connsiteX780" fmla="*/ 5648971 w 7467600"/>
              <a:gd name="connsiteY780" fmla="*/ 891331 h 6858000"/>
              <a:gd name="connsiteX781" fmla="*/ 5844807 w 7467600"/>
              <a:gd name="connsiteY781" fmla="*/ 870718 h 6858000"/>
              <a:gd name="connsiteX782" fmla="*/ 5862975 w 7467600"/>
              <a:gd name="connsiteY782" fmla="*/ 869756 h 6858000"/>
              <a:gd name="connsiteX783" fmla="*/ 5920887 w 7467600"/>
              <a:gd name="connsiteY783" fmla="*/ 865929 h 6858000"/>
              <a:gd name="connsiteX784" fmla="*/ 5504425 w 7467600"/>
              <a:gd name="connsiteY784" fmla="*/ 848067 h 6858000"/>
              <a:gd name="connsiteX785" fmla="*/ 3607114 w 7467600"/>
              <a:gd name="connsiteY785" fmla="*/ 467441 h 6858000"/>
              <a:gd name="connsiteX786" fmla="*/ 3296242 w 7467600"/>
              <a:gd name="connsiteY786" fmla="*/ 807991 h 6858000"/>
              <a:gd name="connsiteX787" fmla="*/ 3174674 w 7467600"/>
              <a:gd name="connsiteY787" fmla="*/ 919759 h 6858000"/>
              <a:gd name="connsiteX788" fmla="*/ 3042978 w 7467600"/>
              <a:gd name="connsiteY788" fmla="*/ 1054894 h 6858000"/>
              <a:gd name="connsiteX789" fmla="*/ 2968914 w 7467600"/>
              <a:gd name="connsiteY789" fmla="*/ 1133756 h 6858000"/>
              <a:gd name="connsiteX790" fmla="*/ 3103823 w 7467600"/>
              <a:gd name="connsiteY790" fmla="*/ 1026814 h 6858000"/>
              <a:gd name="connsiteX791" fmla="*/ 3607114 w 7467600"/>
              <a:gd name="connsiteY791" fmla="*/ 467441 h 6858000"/>
              <a:gd name="connsiteX792" fmla="*/ 3744487 w 7467600"/>
              <a:gd name="connsiteY792" fmla="*/ 383136 h 6858000"/>
              <a:gd name="connsiteX793" fmla="*/ 3970213 w 7467600"/>
              <a:gd name="connsiteY793" fmla="*/ 995559 h 6858000"/>
              <a:gd name="connsiteX794" fmla="*/ 3744487 w 7467600"/>
              <a:gd name="connsiteY794" fmla="*/ 383136 h 6858000"/>
              <a:gd name="connsiteX795" fmla="*/ 3624562 w 7467600"/>
              <a:gd name="connsiteY795" fmla="*/ 367041 h 6858000"/>
              <a:gd name="connsiteX796" fmla="*/ 3489712 w 7467600"/>
              <a:gd name="connsiteY796" fmla="*/ 485386 h 6858000"/>
              <a:gd name="connsiteX797" fmla="*/ 3182994 w 7467600"/>
              <a:gd name="connsiteY797" fmla="*/ 828265 h 6858000"/>
              <a:gd name="connsiteX798" fmla="*/ 2892114 w 7467600"/>
              <a:gd name="connsiteY798" fmla="*/ 1172635 h 6858000"/>
              <a:gd name="connsiteX799" fmla="*/ 3021459 w 7467600"/>
              <a:gd name="connsiteY799" fmla="*/ 1035385 h 6858000"/>
              <a:gd name="connsiteX800" fmla="*/ 3153873 w 7467600"/>
              <a:gd name="connsiteY800" fmla="*/ 898971 h 6858000"/>
              <a:gd name="connsiteX801" fmla="*/ 3276511 w 7467600"/>
              <a:gd name="connsiteY801" fmla="*/ 786423 h 6858000"/>
              <a:gd name="connsiteX802" fmla="*/ 3584154 w 7467600"/>
              <a:gd name="connsiteY802" fmla="*/ 448218 h 6858000"/>
              <a:gd name="connsiteX803" fmla="*/ 3624562 w 7467600"/>
              <a:gd name="connsiteY803" fmla="*/ 367041 h 6858000"/>
              <a:gd name="connsiteX804" fmla="*/ 3766672 w 7467600"/>
              <a:gd name="connsiteY804" fmla="*/ 359429 h 6858000"/>
              <a:gd name="connsiteX805" fmla="*/ 3996338 w 7467600"/>
              <a:gd name="connsiteY805" fmla="*/ 968237 h 6858000"/>
              <a:gd name="connsiteX806" fmla="*/ 3766672 w 7467600"/>
              <a:gd name="connsiteY806" fmla="*/ 359429 h 6858000"/>
              <a:gd name="connsiteX807" fmla="*/ 5805386 w 7467600"/>
              <a:gd name="connsiteY807" fmla="*/ 239240 h 6858000"/>
              <a:gd name="connsiteX808" fmla="*/ 5736947 w 7467600"/>
              <a:gd name="connsiteY808" fmla="*/ 261367 h 6858000"/>
              <a:gd name="connsiteX809" fmla="*/ 5427012 w 7467600"/>
              <a:gd name="connsiteY809" fmla="*/ 311272 h 6858000"/>
              <a:gd name="connsiteX810" fmla="*/ 5147818 w 7467600"/>
              <a:gd name="connsiteY810" fmla="*/ 322112 h 6858000"/>
              <a:gd name="connsiteX811" fmla="*/ 5060854 w 7467600"/>
              <a:gd name="connsiteY811" fmla="*/ 311882 h 6858000"/>
              <a:gd name="connsiteX812" fmla="*/ 4945989 w 7467600"/>
              <a:gd name="connsiteY812" fmla="*/ 300516 h 6858000"/>
              <a:gd name="connsiteX813" fmla="*/ 5410479 w 7467600"/>
              <a:gd name="connsiteY813" fmla="*/ 348434 h 6858000"/>
              <a:gd name="connsiteX814" fmla="*/ 5805386 w 7467600"/>
              <a:gd name="connsiteY814" fmla="*/ 239240 h 6858000"/>
              <a:gd name="connsiteX815" fmla="*/ 5905192 w 7467600"/>
              <a:gd name="connsiteY815" fmla="*/ 163079 h 6858000"/>
              <a:gd name="connsiteX816" fmla="*/ 5865655 w 7467600"/>
              <a:gd name="connsiteY816" fmla="*/ 171901 h 6858000"/>
              <a:gd name="connsiteX817" fmla="*/ 5259740 w 7467600"/>
              <a:gd name="connsiteY817" fmla="*/ 257013 h 6858000"/>
              <a:gd name="connsiteX818" fmla="*/ 5208466 w 7467600"/>
              <a:gd name="connsiteY818" fmla="*/ 257550 h 6858000"/>
              <a:gd name="connsiteX819" fmla="*/ 4980204 w 7467600"/>
              <a:gd name="connsiteY819" fmla="*/ 271903 h 6858000"/>
              <a:gd name="connsiteX820" fmla="*/ 5068068 w 7467600"/>
              <a:gd name="connsiteY820" fmla="*/ 282244 h 6858000"/>
              <a:gd name="connsiteX821" fmla="*/ 5153231 w 7467600"/>
              <a:gd name="connsiteY821" fmla="*/ 292240 h 6858000"/>
              <a:gd name="connsiteX822" fmla="*/ 5426491 w 7467600"/>
              <a:gd name="connsiteY822" fmla="*/ 281128 h 6858000"/>
              <a:gd name="connsiteX823" fmla="*/ 5731212 w 7467600"/>
              <a:gd name="connsiteY823" fmla="*/ 231951 h 6858000"/>
              <a:gd name="connsiteX824" fmla="*/ 5905192 w 7467600"/>
              <a:gd name="connsiteY824" fmla="*/ 163079 h 6858000"/>
              <a:gd name="connsiteX825" fmla="*/ 5944437 w 7467600"/>
              <a:gd name="connsiteY825" fmla="*/ 113829 h 6858000"/>
              <a:gd name="connsiteX826" fmla="*/ 5825032 w 7467600"/>
              <a:gd name="connsiteY826" fmla="*/ 146405 h 6858000"/>
              <a:gd name="connsiteX827" fmla="*/ 4955599 w 7467600"/>
              <a:gd name="connsiteY827" fmla="*/ 247008 h 6858000"/>
              <a:gd name="connsiteX828" fmla="*/ 5210104 w 7467600"/>
              <a:gd name="connsiteY828" fmla="*/ 228123 h 6858000"/>
              <a:gd name="connsiteX829" fmla="*/ 5261015 w 7467600"/>
              <a:gd name="connsiteY829" fmla="*/ 227087 h 6858000"/>
              <a:gd name="connsiteX830" fmla="*/ 5861181 w 7467600"/>
              <a:gd name="connsiteY830" fmla="*/ 143093 h 6858000"/>
              <a:gd name="connsiteX831" fmla="*/ 5961252 w 7467600"/>
              <a:gd name="connsiteY831" fmla="*/ 114820 h 6858000"/>
              <a:gd name="connsiteX832" fmla="*/ 5944437 w 7467600"/>
              <a:gd name="connsiteY832" fmla="*/ 113829 h 6858000"/>
              <a:gd name="connsiteX833" fmla="*/ 3882765 w 7467600"/>
              <a:gd name="connsiteY833" fmla="*/ 0 h 6858000"/>
              <a:gd name="connsiteX834" fmla="*/ 3995099 w 7467600"/>
              <a:gd name="connsiteY834" fmla="*/ 0 h 6858000"/>
              <a:gd name="connsiteX835" fmla="*/ 4163818 w 7467600"/>
              <a:gd name="connsiteY835" fmla="*/ 234104 h 6858000"/>
              <a:gd name="connsiteX836" fmla="*/ 4172099 w 7467600"/>
              <a:gd name="connsiteY836" fmla="*/ 234207 h 6858000"/>
              <a:gd name="connsiteX837" fmla="*/ 4784282 w 7467600"/>
              <a:gd name="connsiteY837" fmla="*/ 276561 h 6858000"/>
              <a:gd name="connsiteX838" fmla="*/ 4801687 w 7467600"/>
              <a:gd name="connsiteY838" fmla="*/ 267764 h 6858000"/>
              <a:gd name="connsiteX839" fmla="*/ 6082788 w 7467600"/>
              <a:gd name="connsiteY839" fmla="*/ 64119 h 6858000"/>
              <a:gd name="connsiteX840" fmla="*/ 6099442 w 7467600"/>
              <a:gd name="connsiteY840" fmla="*/ 82568 h 6858000"/>
              <a:gd name="connsiteX841" fmla="*/ 4804137 w 7467600"/>
              <a:gd name="connsiteY841" fmla="*/ 320931 h 6858000"/>
              <a:gd name="connsiteX842" fmla="*/ 4227047 w 7467600"/>
              <a:gd name="connsiteY842" fmla="*/ 313415 h 6858000"/>
              <a:gd name="connsiteX843" fmla="*/ 4346041 w 7467600"/>
              <a:gd name="connsiteY843" fmla="*/ 456086 h 6858000"/>
              <a:gd name="connsiteX844" fmla="*/ 4870967 w 7467600"/>
              <a:gd name="connsiteY844" fmla="*/ 963061 h 6858000"/>
              <a:gd name="connsiteX845" fmla="*/ 4889647 w 7467600"/>
              <a:gd name="connsiteY845" fmla="*/ 957147 h 6858000"/>
              <a:gd name="connsiteX846" fmla="*/ 5422504 w 7467600"/>
              <a:gd name="connsiteY846" fmla="*/ 805191 h 6858000"/>
              <a:gd name="connsiteX847" fmla="*/ 6087656 w 7467600"/>
              <a:gd name="connsiteY847" fmla="*/ 826703 h 6858000"/>
              <a:gd name="connsiteX848" fmla="*/ 6058717 w 7467600"/>
              <a:gd name="connsiteY848" fmla="*/ 865992 h 6858000"/>
              <a:gd name="connsiteX849" fmla="*/ 4974153 w 7467600"/>
              <a:gd name="connsiteY849" fmla="*/ 1045456 h 6858000"/>
              <a:gd name="connsiteX850" fmla="*/ 5627835 w 7467600"/>
              <a:gd name="connsiteY850" fmla="*/ 1472077 h 6858000"/>
              <a:gd name="connsiteX851" fmla="*/ 5629817 w 7467600"/>
              <a:gd name="connsiteY851" fmla="*/ 1471412 h 6858000"/>
              <a:gd name="connsiteX852" fmla="*/ 5634124 w 7467600"/>
              <a:gd name="connsiteY852" fmla="*/ 1470572 h 6858000"/>
              <a:gd name="connsiteX853" fmla="*/ 5755832 w 7467600"/>
              <a:gd name="connsiteY853" fmla="*/ 1383886 h 6858000"/>
              <a:gd name="connsiteX854" fmla="*/ 6014186 w 7467600"/>
              <a:gd name="connsiteY854" fmla="*/ 1279799 h 6858000"/>
              <a:gd name="connsiteX855" fmla="*/ 6901619 w 7467600"/>
              <a:gd name="connsiteY855" fmla="*/ 1047874 h 6858000"/>
              <a:gd name="connsiteX856" fmla="*/ 6931566 w 7467600"/>
              <a:gd name="connsiteY856" fmla="*/ 1062034 h 6858000"/>
              <a:gd name="connsiteX857" fmla="*/ 5790982 w 7467600"/>
              <a:gd name="connsiteY857" fmla="*/ 1561380 h 6858000"/>
              <a:gd name="connsiteX858" fmla="*/ 6188971 w 7467600"/>
              <a:gd name="connsiteY858" fmla="*/ 1755168 h 6858000"/>
              <a:gd name="connsiteX859" fmla="*/ 6202446 w 7467600"/>
              <a:gd name="connsiteY859" fmla="*/ 1752268 h 6858000"/>
              <a:gd name="connsiteX860" fmla="*/ 7179560 w 7467600"/>
              <a:gd name="connsiteY860" fmla="*/ 1467551 h 6858000"/>
              <a:gd name="connsiteX861" fmla="*/ 7158730 w 7467600"/>
              <a:gd name="connsiteY861" fmla="*/ 1507835 h 6858000"/>
              <a:gd name="connsiteX862" fmla="*/ 6326959 w 7467600"/>
              <a:gd name="connsiteY862" fmla="*/ 1817686 h 6858000"/>
              <a:gd name="connsiteX863" fmla="*/ 6537433 w 7467600"/>
              <a:gd name="connsiteY863" fmla="*/ 1907790 h 6858000"/>
              <a:gd name="connsiteX864" fmla="*/ 6550221 w 7467600"/>
              <a:gd name="connsiteY864" fmla="*/ 1910729 h 6858000"/>
              <a:gd name="connsiteX865" fmla="*/ 6964438 w 7467600"/>
              <a:gd name="connsiteY865" fmla="*/ 2209505 h 6858000"/>
              <a:gd name="connsiteX866" fmla="*/ 7367862 w 7467600"/>
              <a:gd name="connsiteY866" fmla="*/ 2806833 h 6858000"/>
              <a:gd name="connsiteX867" fmla="*/ 7364329 w 7467600"/>
              <a:gd name="connsiteY867" fmla="*/ 2826907 h 6858000"/>
              <a:gd name="connsiteX868" fmla="*/ 7290545 w 7467600"/>
              <a:gd name="connsiteY868" fmla="*/ 2850663 h 6858000"/>
              <a:gd name="connsiteX869" fmla="*/ 6472036 w 7467600"/>
              <a:gd name="connsiteY869" fmla="*/ 1959003 h 6858000"/>
              <a:gd name="connsiteX870" fmla="*/ 5792897 w 7467600"/>
              <a:gd name="connsiteY870" fmla="*/ 1647747 h 6858000"/>
              <a:gd name="connsiteX871" fmla="*/ 5842751 w 7467600"/>
              <a:gd name="connsiteY871" fmla="*/ 1816112 h 6858000"/>
              <a:gd name="connsiteX872" fmla="*/ 5847424 w 7467600"/>
              <a:gd name="connsiteY872" fmla="*/ 1815776 h 6858000"/>
              <a:gd name="connsiteX873" fmla="*/ 6399821 w 7467600"/>
              <a:gd name="connsiteY873" fmla="*/ 2344799 h 6858000"/>
              <a:gd name="connsiteX874" fmla="*/ 6323232 w 7467600"/>
              <a:gd name="connsiteY874" fmla="*/ 2389634 h 6858000"/>
              <a:gd name="connsiteX875" fmla="*/ 5942958 w 7467600"/>
              <a:gd name="connsiteY875" fmla="*/ 2077708 h 6858000"/>
              <a:gd name="connsiteX876" fmla="*/ 5921559 w 7467600"/>
              <a:gd name="connsiteY876" fmla="*/ 2378596 h 6858000"/>
              <a:gd name="connsiteX877" fmla="*/ 5817651 w 7467600"/>
              <a:gd name="connsiteY877" fmla="*/ 3023919 h 6858000"/>
              <a:gd name="connsiteX878" fmla="*/ 5729634 w 7467600"/>
              <a:gd name="connsiteY878" fmla="*/ 3051849 h 6858000"/>
              <a:gd name="connsiteX879" fmla="*/ 5611018 w 7467600"/>
              <a:gd name="connsiteY879" fmla="*/ 2316769 h 6858000"/>
              <a:gd name="connsiteX880" fmla="*/ 5687608 w 7467600"/>
              <a:gd name="connsiteY880" fmla="*/ 2039972 h 6858000"/>
              <a:gd name="connsiteX881" fmla="*/ 5657554 w 7467600"/>
              <a:gd name="connsiteY881" fmla="*/ 1576445 h 6858000"/>
              <a:gd name="connsiteX882" fmla="*/ 5150475 w 7467600"/>
              <a:gd name="connsiteY882" fmla="*/ 1274012 h 6858000"/>
              <a:gd name="connsiteX883" fmla="*/ 5349142 w 7467600"/>
              <a:gd name="connsiteY883" fmla="*/ 2204405 h 6858000"/>
              <a:gd name="connsiteX884" fmla="*/ 5262214 w 7467600"/>
              <a:gd name="connsiteY884" fmla="*/ 2233836 h 6858000"/>
              <a:gd name="connsiteX885" fmla="*/ 4981539 w 7467600"/>
              <a:gd name="connsiteY885" fmla="*/ 1542201 h 6858000"/>
              <a:gd name="connsiteX886" fmla="*/ 4958461 w 7467600"/>
              <a:gd name="connsiteY886" fmla="*/ 1136957 h 6858000"/>
              <a:gd name="connsiteX887" fmla="*/ 4655015 w 7467600"/>
              <a:gd name="connsiteY887" fmla="*/ 891426 h 6858000"/>
              <a:gd name="connsiteX888" fmla="*/ 4348002 w 7467600"/>
              <a:gd name="connsiteY888" fmla="*/ 2205895 h 6858000"/>
              <a:gd name="connsiteX889" fmla="*/ 4262250 w 7467600"/>
              <a:gd name="connsiteY889" fmla="*/ 2219972 h 6858000"/>
              <a:gd name="connsiteX890" fmla="*/ 4550611 w 7467600"/>
              <a:gd name="connsiteY890" fmla="*/ 817540 h 6858000"/>
              <a:gd name="connsiteX891" fmla="*/ 4564418 w 7467600"/>
              <a:gd name="connsiteY891" fmla="*/ 808293 h 6858000"/>
              <a:gd name="connsiteX892" fmla="*/ 4266388 w 7467600"/>
              <a:gd name="connsiteY892" fmla="*/ 500083 h 6858000"/>
              <a:gd name="connsiteX893" fmla="*/ 4032842 w 7467600"/>
              <a:gd name="connsiteY893" fmla="*/ 211809 h 6858000"/>
              <a:gd name="connsiteX894" fmla="*/ 3882765 w 7467600"/>
              <a:gd name="connsiteY894" fmla="*/ 0 h 6858000"/>
              <a:gd name="connsiteX895" fmla="*/ 3721337 w 7467600"/>
              <a:gd name="connsiteY895" fmla="*/ 0 h 6858000"/>
              <a:gd name="connsiteX896" fmla="*/ 3797544 w 7467600"/>
              <a:gd name="connsiteY896" fmla="*/ 0 h 6858000"/>
              <a:gd name="connsiteX897" fmla="*/ 3775734 w 7467600"/>
              <a:gd name="connsiteY897" fmla="*/ 95131 h 6858000"/>
              <a:gd name="connsiteX898" fmla="*/ 3724807 w 7467600"/>
              <a:gd name="connsiteY898" fmla="*/ 272257 h 6858000"/>
              <a:gd name="connsiteX899" fmla="*/ 3726844 w 7467600"/>
              <a:gd name="connsiteY899" fmla="*/ 282988 h 6858000"/>
              <a:gd name="connsiteX900" fmla="*/ 3742664 w 7467600"/>
              <a:gd name="connsiteY900" fmla="*/ 279918 h 6858000"/>
              <a:gd name="connsiteX901" fmla="*/ 4103910 w 7467600"/>
              <a:gd name="connsiteY901" fmla="*/ 1161917 h 6858000"/>
              <a:gd name="connsiteX902" fmla="*/ 4020269 w 7467600"/>
              <a:gd name="connsiteY902" fmla="*/ 1200406 h 6858000"/>
              <a:gd name="connsiteX903" fmla="*/ 3674882 w 7467600"/>
              <a:gd name="connsiteY903" fmla="*/ 488524 h 6858000"/>
              <a:gd name="connsiteX904" fmla="*/ 3132682 w 7467600"/>
              <a:gd name="connsiteY904" fmla="*/ 1072284 h 6858000"/>
              <a:gd name="connsiteX905" fmla="*/ 2716346 w 7467600"/>
              <a:gd name="connsiteY905" fmla="*/ 1276376 h 6858000"/>
              <a:gd name="connsiteX906" fmla="*/ 2716772 w 7467600"/>
              <a:gd name="connsiteY906" fmla="*/ 1255462 h 6858000"/>
              <a:gd name="connsiteX907" fmla="*/ 3471096 w 7467600"/>
              <a:gd name="connsiteY907" fmla="*/ 437072 h 6858000"/>
              <a:gd name="connsiteX908" fmla="*/ 3639057 w 7467600"/>
              <a:gd name="connsiteY908" fmla="*/ 286334 h 6858000"/>
              <a:gd name="connsiteX909" fmla="*/ 3640309 w 7467600"/>
              <a:gd name="connsiteY909" fmla="*/ 284664 h 6858000"/>
              <a:gd name="connsiteX910" fmla="*/ 3646022 w 7467600"/>
              <a:gd name="connsiteY910" fmla="*/ 276711 h 6858000"/>
              <a:gd name="connsiteX911" fmla="*/ 3707943 w 7467600"/>
              <a:gd name="connsiteY911" fmla="*/ 65958 h 6858000"/>
              <a:gd name="connsiteX912" fmla="*/ 3721337 w 7467600"/>
              <a:gd name="connsiteY912" fmla="*/ 0 h 6858000"/>
              <a:gd name="connsiteX913" fmla="*/ 2867960 w 7467600"/>
              <a:gd name="connsiteY913" fmla="*/ 0 h 6858000"/>
              <a:gd name="connsiteX914" fmla="*/ 2926351 w 7467600"/>
              <a:gd name="connsiteY914" fmla="*/ 0 h 6858000"/>
              <a:gd name="connsiteX915" fmla="*/ 2902823 w 7467600"/>
              <a:gd name="connsiteY915" fmla="*/ 262929 h 6858000"/>
              <a:gd name="connsiteX916" fmla="*/ 2940663 w 7467600"/>
              <a:gd name="connsiteY916" fmla="*/ 140884 h 6858000"/>
              <a:gd name="connsiteX917" fmla="*/ 2947039 w 7467600"/>
              <a:gd name="connsiteY917" fmla="*/ 122524 h 6858000"/>
              <a:gd name="connsiteX918" fmla="*/ 2984316 w 7467600"/>
              <a:gd name="connsiteY918" fmla="*/ 0 h 6858000"/>
              <a:gd name="connsiteX919" fmla="*/ 3016114 w 7467600"/>
              <a:gd name="connsiteY919" fmla="*/ 0 h 6858000"/>
              <a:gd name="connsiteX920" fmla="*/ 2979949 w 7467600"/>
              <a:gd name="connsiteY920" fmla="*/ 119274 h 6858000"/>
              <a:gd name="connsiteX921" fmla="*/ 3023879 w 7467600"/>
              <a:gd name="connsiteY921" fmla="*/ 0 h 6858000"/>
              <a:gd name="connsiteX922" fmla="*/ 3105400 w 7467600"/>
              <a:gd name="connsiteY922" fmla="*/ 0 h 6858000"/>
              <a:gd name="connsiteX923" fmla="*/ 3094669 w 7467600"/>
              <a:gd name="connsiteY923" fmla="*/ 30308 h 6858000"/>
              <a:gd name="connsiteX924" fmla="*/ 2901945 w 7467600"/>
              <a:gd name="connsiteY924" fmla="*/ 466538 h 6858000"/>
              <a:gd name="connsiteX925" fmla="*/ 2815209 w 7467600"/>
              <a:gd name="connsiteY925" fmla="*/ 497361 h 6858000"/>
              <a:gd name="connsiteX926" fmla="*/ 2844845 w 7467600"/>
              <a:gd name="connsiteY926" fmla="*/ 127638 h 6858000"/>
              <a:gd name="connsiteX927" fmla="*/ 2867960 w 7467600"/>
              <a:gd name="connsiteY927" fmla="*/ 0 h 6858000"/>
              <a:gd name="connsiteX928" fmla="*/ 1057230 w 7467600"/>
              <a:gd name="connsiteY928" fmla="*/ 0 h 6858000"/>
              <a:gd name="connsiteX929" fmla="*/ 1111003 w 7467600"/>
              <a:gd name="connsiteY929" fmla="*/ 0 h 6858000"/>
              <a:gd name="connsiteX930" fmla="*/ 1125553 w 7467600"/>
              <a:gd name="connsiteY930" fmla="*/ 52588 h 6858000"/>
              <a:gd name="connsiteX931" fmla="*/ 1304276 w 7467600"/>
              <a:gd name="connsiteY931" fmla="*/ 476275 h 6858000"/>
              <a:gd name="connsiteX932" fmla="*/ 1492066 w 7467600"/>
              <a:gd name="connsiteY932" fmla="*/ 886333 h 6858000"/>
              <a:gd name="connsiteX933" fmla="*/ 1423698 w 7467600"/>
              <a:gd name="connsiteY933" fmla="*/ 710817 h 6858000"/>
              <a:gd name="connsiteX934" fmla="*/ 1357609 w 7467600"/>
              <a:gd name="connsiteY934" fmla="*/ 532892 h 6858000"/>
              <a:gd name="connsiteX935" fmla="*/ 1309550 w 7467600"/>
              <a:gd name="connsiteY935" fmla="*/ 374031 h 6858000"/>
              <a:gd name="connsiteX936" fmla="*/ 1193673 w 7467600"/>
              <a:gd name="connsiteY936" fmla="*/ 49533 h 6858000"/>
              <a:gd name="connsiteX937" fmla="*/ 1164391 w 7467600"/>
              <a:gd name="connsiteY937" fmla="*/ 0 h 6858000"/>
              <a:gd name="connsiteX938" fmla="*/ 1200666 w 7467600"/>
              <a:gd name="connsiteY938" fmla="*/ 0 h 6858000"/>
              <a:gd name="connsiteX939" fmla="*/ 1223408 w 7467600"/>
              <a:gd name="connsiteY939" fmla="*/ 38996 h 6858000"/>
              <a:gd name="connsiteX940" fmla="*/ 1339635 w 7467600"/>
              <a:gd name="connsiteY940" fmla="*/ 365517 h 6858000"/>
              <a:gd name="connsiteX941" fmla="*/ 1387469 w 7467600"/>
              <a:gd name="connsiteY941" fmla="*/ 523079 h 6858000"/>
              <a:gd name="connsiteX942" fmla="*/ 1452685 w 7467600"/>
              <a:gd name="connsiteY942" fmla="*/ 699806 h 6858000"/>
              <a:gd name="connsiteX943" fmla="*/ 1492092 w 7467600"/>
              <a:gd name="connsiteY943" fmla="*/ 800424 h 6858000"/>
              <a:gd name="connsiteX944" fmla="*/ 1455302 w 7467600"/>
              <a:gd name="connsiteY944" fmla="*/ 632913 h 6858000"/>
              <a:gd name="connsiteX945" fmla="*/ 1222336 w 7467600"/>
              <a:gd name="connsiteY945" fmla="*/ 9480 h 6858000"/>
              <a:gd name="connsiteX946" fmla="*/ 1214634 w 7467600"/>
              <a:gd name="connsiteY946" fmla="*/ 0 h 6858000"/>
              <a:gd name="connsiteX947" fmla="*/ 1289827 w 7467600"/>
              <a:gd name="connsiteY947" fmla="*/ 0 h 6858000"/>
              <a:gd name="connsiteX948" fmla="*/ 1321076 w 7467600"/>
              <a:gd name="connsiteY948" fmla="*/ 59722 h 6858000"/>
              <a:gd name="connsiteX949" fmla="*/ 1512579 w 7467600"/>
              <a:gd name="connsiteY949" fmla="*/ 626441 h 6858000"/>
              <a:gd name="connsiteX950" fmla="*/ 1506076 w 7467600"/>
              <a:gd name="connsiteY950" fmla="*/ 1089289 h 6858000"/>
              <a:gd name="connsiteX951" fmla="*/ 1486346 w 7467600"/>
              <a:gd name="connsiteY951" fmla="*/ 1079919 h 6858000"/>
              <a:gd name="connsiteX952" fmla="*/ 1070511 w 7467600"/>
              <a:gd name="connsiteY952" fmla="*/ 48609 h 6858000"/>
              <a:gd name="connsiteX953" fmla="*/ 1057230 w 7467600"/>
              <a:gd name="connsiteY953" fmla="*/ 0 h 6858000"/>
              <a:gd name="connsiteX954" fmla="*/ 43151 w 7467600"/>
              <a:gd name="connsiteY954" fmla="*/ 0 h 6858000"/>
              <a:gd name="connsiteX955" fmla="*/ 95283 w 7467600"/>
              <a:gd name="connsiteY955" fmla="*/ 0 h 6858000"/>
              <a:gd name="connsiteX956" fmla="*/ 300708 w 7467600"/>
              <a:gd name="connsiteY956" fmla="*/ 154571 h 6858000"/>
              <a:gd name="connsiteX957" fmla="*/ 530414 w 7467600"/>
              <a:gd name="connsiteY957" fmla="*/ 354673 h 6858000"/>
              <a:gd name="connsiteX958" fmla="*/ 333785 w 7467600"/>
              <a:gd name="connsiteY958" fmla="*/ 161564 h 6858000"/>
              <a:gd name="connsiteX959" fmla="*/ 147005 w 7467600"/>
              <a:gd name="connsiteY959" fmla="*/ 0 h 6858000"/>
              <a:gd name="connsiteX960" fmla="*/ 272509 w 7467600"/>
              <a:gd name="connsiteY960" fmla="*/ 0 h 6858000"/>
              <a:gd name="connsiteX961" fmla="*/ 326276 w 7467600"/>
              <a:gd name="connsiteY961" fmla="*/ 45847 h 6858000"/>
              <a:gd name="connsiteX962" fmla="*/ 823759 w 7467600"/>
              <a:gd name="connsiteY962" fmla="*/ 574145 h 6858000"/>
              <a:gd name="connsiteX963" fmla="*/ 811254 w 7467600"/>
              <a:gd name="connsiteY963" fmla="*/ 665546 h 6858000"/>
              <a:gd name="connsiteX964" fmla="*/ 154042 w 7467600"/>
              <a:gd name="connsiteY964" fmla="*/ 261522 h 6858000"/>
              <a:gd name="connsiteX965" fmla="*/ 13550 w 7467600"/>
              <a:gd name="connsiteY965" fmla="*/ 158423 h 6858000"/>
              <a:gd name="connsiteX966" fmla="*/ 0 w 7467600"/>
              <a:gd name="connsiteY966" fmla="*/ 146618 h 6858000"/>
              <a:gd name="connsiteX967" fmla="*/ 0 w 7467600"/>
              <a:gd name="connsiteY967" fmla="*/ 59161 h 6858000"/>
              <a:gd name="connsiteX968" fmla="*/ 45427 w 7467600"/>
              <a:gd name="connsiteY968" fmla="*/ 101078 h 6858000"/>
              <a:gd name="connsiteX969" fmla="*/ 630103 w 7467600"/>
              <a:gd name="connsiteY969" fmla="*/ 485885 h 6858000"/>
              <a:gd name="connsiteX970" fmla="*/ 532040 w 7467600"/>
              <a:gd name="connsiteY970" fmla="*/ 399359 h 6858000"/>
              <a:gd name="connsiteX971" fmla="*/ 517618 w 7467600"/>
              <a:gd name="connsiteY971" fmla="*/ 385726 h 6858000"/>
              <a:gd name="connsiteX972" fmla="*/ 285074 w 7467600"/>
              <a:gd name="connsiteY972" fmla="*/ 182755 h 6858000"/>
              <a:gd name="connsiteX973" fmla="*/ 43151 w 7467600"/>
              <a:gd name="connsiteY97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6946849 w 7467600"/>
              <a:gd name="connsiteY81" fmla="*/ 5523271 h 6858000"/>
              <a:gd name="connsiteX82" fmla="*/ 7105827 w 7467600"/>
              <a:gd name="connsiteY82" fmla="*/ 5718700 h 6858000"/>
              <a:gd name="connsiteX83" fmla="*/ 7356878 w 7467600"/>
              <a:gd name="connsiteY83" fmla="*/ 5981332 h 6858000"/>
              <a:gd name="connsiteX84" fmla="*/ 7467600 w 7467600"/>
              <a:gd name="connsiteY84" fmla="*/ 6117703 h 6858000"/>
              <a:gd name="connsiteX85" fmla="*/ 7467600 w 7467600"/>
              <a:gd name="connsiteY85" fmla="*/ 6163634 h 6858000"/>
              <a:gd name="connsiteX86" fmla="*/ 7403637 w 7467600"/>
              <a:gd name="connsiteY86" fmla="*/ 6083957 h 6858000"/>
              <a:gd name="connsiteX87" fmla="*/ 7254615 w 7467600"/>
              <a:gd name="connsiteY87" fmla="*/ 5911918 h 6858000"/>
              <a:gd name="connsiteX88" fmla="*/ 7312589 w 7467600"/>
              <a:gd name="connsiteY88" fmla="*/ 5982309 h 6858000"/>
              <a:gd name="connsiteX89" fmla="*/ 7448321 w 7467600"/>
              <a:gd name="connsiteY89" fmla="*/ 6190991 h 6858000"/>
              <a:gd name="connsiteX90" fmla="*/ 7467600 w 7467600"/>
              <a:gd name="connsiteY90" fmla="*/ 6221686 h 6858000"/>
              <a:gd name="connsiteX91" fmla="*/ 7467600 w 7467600"/>
              <a:gd name="connsiteY91" fmla="*/ 6334256 h 6858000"/>
              <a:gd name="connsiteX92" fmla="*/ 7454976 w 7467600"/>
              <a:gd name="connsiteY92" fmla="*/ 6318297 h 6858000"/>
              <a:gd name="connsiteX93" fmla="*/ 7042773 w 7467600"/>
              <a:gd name="connsiteY93" fmla="*/ 5734011 h 6858000"/>
              <a:gd name="connsiteX94" fmla="*/ 1456157 w 7467600"/>
              <a:gd name="connsiteY94" fmla="*/ 5371404 h 6858000"/>
              <a:gd name="connsiteX95" fmla="*/ 1244432 w 7467600"/>
              <a:gd name="connsiteY95" fmla="*/ 5385601 h 6858000"/>
              <a:gd name="connsiteX96" fmla="*/ 973990 w 7467600"/>
              <a:gd name="connsiteY96" fmla="*/ 5424940 h 6858000"/>
              <a:gd name="connsiteX97" fmla="*/ 1103809 w 7467600"/>
              <a:gd name="connsiteY97" fmla="*/ 5433720 h 6858000"/>
              <a:gd name="connsiteX98" fmla="*/ 1123454 w 7467600"/>
              <a:gd name="connsiteY98" fmla="*/ 5435727 h 6858000"/>
              <a:gd name="connsiteX99" fmla="*/ 1737017 w 7467600"/>
              <a:gd name="connsiteY99" fmla="*/ 5452183 h 6858000"/>
              <a:gd name="connsiteX100" fmla="*/ 1824397 w 7467600"/>
              <a:gd name="connsiteY100" fmla="*/ 5447757 h 6858000"/>
              <a:gd name="connsiteX101" fmla="*/ 2070059 w 7467600"/>
              <a:gd name="connsiteY101" fmla="*/ 5441660 h 6858000"/>
              <a:gd name="connsiteX102" fmla="*/ 1456157 w 7467600"/>
              <a:gd name="connsiteY102" fmla="*/ 5371404 h 6858000"/>
              <a:gd name="connsiteX103" fmla="*/ 4988186 w 7467600"/>
              <a:gd name="connsiteY103" fmla="*/ 5216467 h 6858000"/>
              <a:gd name="connsiteX104" fmla="*/ 4777334 w 7467600"/>
              <a:gd name="connsiteY104" fmla="*/ 5406072 h 6858000"/>
              <a:gd name="connsiteX105" fmla="*/ 4718341 w 7467600"/>
              <a:gd name="connsiteY105" fmla="*/ 5468043 h 6858000"/>
              <a:gd name="connsiteX106" fmla="*/ 4604655 w 7467600"/>
              <a:gd name="connsiteY106" fmla="*/ 5583434 h 6858000"/>
              <a:gd name="connsiteX107" fmla="*/ 4565074 w 7467600"/>
              <a:gd name="connsiteY107" fmla="*/ 5618550 h 6858000"/>
              <a:gd name="connsiteX108" fmla="*/ 4988186 w 7467600"/>
              <a:gd name="connsiteY108" fmla="*/ 5216467 h 6858000"/>
              <a:gd name="connsiteX109" fmla="*/ 4978032 w 7467600"/>
              <a:gd name="connsiteY109" fmla="*/ 5183809 h 6858000"/>
              <a:gd name="connsiteX110" fmla="*/ 4463413 w 7467600"/>
              <a:gd name="connsiteY110" fmla="*/ 5615162 h 6858000"/>
              <a:gd name="connsiteX111" fmla="*/ 4358134 w 7467600"/>
              <a:gd name="connsiteY111" fmla="*/ 5742791 h 6858000"/>
              <a:gd name="connsiteX112" fmla="*/ 4376219 w 7467600"/>
              <a:gd name="connsiteY112" fmla="*/ 5729027 h 6858000"/>
              <a:gd name="connsiteX113" fmla="*/ 4582340 w 7467600"/>
              <a:gd name="connsiteY113" fmla="*/ 5561037 h 6858000"/>
              <a:gd name="connsiteX114" fmla="*/ 4694684 w 7467600"/>
              <a:gd name="connsiteY114" fmla="*/ 5447098 h 6858000"/>
              <a:gd name="connsiteX115" fmla="*/ 4754123 w 7467600"/>
              <a:gd name="connsiteY115" fmla="*/ 5384643 h 6858000"/>
              <a:gd name="connsiteX116" fmla="*/ 4978032 w 7467600"/>
              <a:gd name="connsiteY116" fmla="*/ 5183809 h 6858000"/>
              <a:gd name="connsiteX117" fmla="*/ 1903353 w 7467600"/>
              <a:gd name="connsiteY117" fmla="*/ 5044827 h 6858000"/>
              <a:gd name="connsiteX118" fmla="*/ 1936931 w 7467600"/>
              <a:gd name="connsiteY118" fmla="*/ 5093954 h 6858000"/>
              <a:gd name="connsiteX119" fmla="*/ 2195868 w 7467600"/>
              <a:gd name="connsiteY119" fmla="*/ 5396574 h 6858000"/>
              <a:gd name="connsiteX120" fmla="*/ 2088852 w 7467600"/>
              <a:gd name="connsiteY120" fmla="*/ 5166123 h 6858000"/>
              <a:gd name="connsiteX121" fmla="*/ 1958241 w 7467600"/>
              <a:gd name="connsiteY121" fmla="*/ 5067955 h 6858000"/>
              <a:gd name="connsiteX122" fmla="*/ 1903353 w 7467600"/>
              <a:gd name="connsiteY122" fmla="*/ 5044827 h 6858000"/>
              <a:gd name="connsiteX123" fmla="*/ 1979378 w 7467600"/>
              <a:gd name="connsiteY123" fmla="*/ 4769504 h 6858000"/>
              <a:gd name="connsiteX124" fmla="*/ 2882120 w 7467600"/>
              <a:gd name="connsiteY124" fmla="*/ 5064547 h 6858000"/>
              <a:gd name="connsiteX125" fmla="*/ 2793103 w 7467600"/>
              <a:gd name="connsiteY125" fmla="*/ 5039699 h 6858000"/>
              <a:gd name="connsiteX126" fmla="*/ 2770041 w 7467600"/>
              <a:gd name="connsiteY126" fmla="*/ 5033634 h 6858000"/>
              <a:gd name="connsiteX127" fmla="*/ 1979378 w 7467600"/>
              <a:gd name="connsiteY127" fmla="*/ 4769504 h 6858000"/>
              <a:gd name="connsiteX128" fmla="*/ 1927410 w 7467600"/>
              <a:gd name="connsiteY128" fmla="*/ 4716164 h 6858000"/>
              <a:gd name="connsiteX129" fmla="*/ 1959587 w 7467600"/>
              <a:gd name="connsiteY129" fmla="*/ 4728849 h 6858000"/>
              <a:gd name="connsiteX130" fmla="*/ 2777707 w 7467600"/>
              <a:gd name="connsiteY130" fmla="*/ 5003991 h 6858000"/>
              <a:gd name="connsiteX131" fmla="*/ 2800768 w 7467600"/>
              <a:gd name="connsiteY131" fmla="*/ 5010056 h 6858000"/>
              <a:gd name="connsiteX132" fmla="*/ 2879408 w 7467600"/>
              <a:gd name="connsiteY132" fmla="*/ 5031590 h 6858000"/>
              <a:gd name="connsiteX133" fmla="*/ 2862295 w 7467600"/>
              <a:gd name="connsiteY133" fmla="*/ 5022958 h 6858000"/>
              <a:gd name="connsiteX134" fmla="*/ 2813343 w 7467600"/>
              <a:gd name="connsiteY134" fmla="*/ 4998369 h 6858000"/>
              <a:gd name="connsiteX135" fmla="*/ 2646245 w 7467600"/>
              <a:gd name="connsiteY135" fmla="*/ 4930999 h 6858000"/>
              <a:gd name="connsiteX136" fmla="*/ 1999243 w 7467600"/>
              <a:gd name="connsiteY136" fmla="*/ 4730524 h 6858000"/>
              <a:gd name="connsiteX137" fmla="*/ 1979527 w 7467600"/>
              <a:gd name="connsiteY137" fmla="*/ 4726651 h 6858000"/>
              <a:gd name="connsiteX138" fmla="*/ 1927410 w 7467600"/>
              <a:gd name="connsiteY138" fmla="*/ 4716164 h 6858000"/>
              <a:gd name="connsiteX139" fmla="*/ 1997014 w 7467600"/>
              <a:gd name="connsiteY139" fmla="*/ 4698007 h 6858000"/>
              <a:gd name="connsiteX140" fmla="*/ 2005458 w 7467600"/>
              <a:gd name="connsiteY140" fmla="*/ 4699540 h 6858000"/>
              <a:gd name="connsiteX141" fmla="*/ 2657186 w 7467600"/>
              <a:gd name="connsiteY141" fmla="*/ 4901687 h 6858000"/>
              <a:gd name="connsiteX142" fmla="*/ 2826662 w 7467600"/>
              <a:gd name="connsiteY142" fmla="*/ 4970362 h 6858000"/>
              <a:gd name="connsiteX143" fmla="*/ 2876100 w 7467600"/>
              <a:gd name="connsiteY143" fmla="*/ 4995397 h 6858000"/>
              <a:gd name="connsiteX144" fmla="*/ 3042600 w 7467600"/>
              <a:gd name="connsiteY144" fmla="*/ 5059532 h 6858000"/>
              <a:gd name="connsiteX145" fmla="*/ 1997014 w 7467600"/>
              <a:gd name="connsiteY145" fmla="*/ 4698007 h 6858000"/>
              <a:gd name="connsiteX146" fmla="*/ 2305292 w 7467600"/>
              <a:gd name="connsiteY146" fmla="*/ 4219492 h 6858000"/>
              <a:gd name="connsiteX147" fmla="*/ 3360922 w 7467600"/>
              <a:gd name="connsiteY147" fmla="*/ 4529373 h 6858000"/>
              <a:gd name="connsiteX148" fmla="*/ 3492420 w 7467600"/>
              <a:gd name="connsiteY148" fmla="*/ 4510145 h 6858000"/>
              <a:gd name="connsiteX149" fmla="*/ 3364086 w 7467600"/>
              <a:gd name="connsiteY149" fmla="*/ 4480340 h 6858000"/>
              <a:gd name="connsiteX150" fmla="*/ 3225818 w 7467600"/>
              <a:gd name="connsiteY150" fmla="*/ 4411822 h 6858000"/>
              <a:gd name="connsiteX151" fmla="*/ 3129696 w 7467600"/>
              <a:gd name="connsiteY151" fmla="*/ 4360704 h 6858000"/>
              <a:gd name="connsiteX152" fmla="*/ 2814545 w 7467600"/>
              <a:gd name="connsiteY152" fmla="*/ 4282955 h 6858000"/>
              <a:gd name="connsiteX153" fmla="*/ 2305292 w 7467600"/>
              <a:gd name="connsiteY153" fmla="*/ 4219492 h 6858000"/>
              <a:gd name="connsiteX154" fmla="*/ 2626982 w 7467600"/>
              <a:gd name="connsiteY154" fmla="*/ 4206450 h 6858000"/>
              <a:gd name="connsiteX155" fmla="*/ 2490617 w 7467600"/>
              <a:gd name="connsiteY155" fmla="*/ 4206951 h 6858000"/>
              <a:gd name="connsiteX156" fmla="*/ 2819869 w 7467600"/>
              <a:gd name="connsiteY156" fmla="*/ 4252936 h 6858000"/>
              <a:gd name="connsiteX157" fmla="*/ 3143018 w 7467600"/>
              <a:gd name="connsiteY157" fmla="*/ 4332698 h 6858000"/>
              <a:gd name="connsiteX158" fmla="*/ 3241520 w 7467600"/>
              <a:gd name="connsiteY158" fmla="*/ 4385112 h 6858000"/>
              <a:gd name="connsiteX159" fmla="*/ 3374575 w 7467600"/>
              <a:gd name="connsiteY159" fmla="*/ 4451517 h 6858000"/>
              <a:gd name="connsiteX160" fmla="*/ 3505221 w 7467600"/>
              <a:gd name="connsiteY160" fmla="*/ 4480757 h 6858000"/>
              <a:gd name="connsiteX161" fmla="*/ 2626982 w 7467600"/>
              <a:gd name="connsiteY161" fmla="*/ 4206450 h 6858000"/>
              <a:gd name="connsiteX162" fmla="*/ 1310106 w 7467600"/>
              <a:gd name="connsiteY162" fmla="*/ 3943217 h 6858000"/>
              <a:gd name="connsiteX163" fmla="*/ 854994 w 7467600"/>
              <a:gd name="connsiteY163" fmla="*/ 4399136 h 6858000"/>
              <a:gd name="connsiteX164" fmla="*/ 742462 w 7467600"/>
              <a:gd name="connsiteY164" fmla="*/ 4594648 h 6858000"/>
              <a:gd name="connsiteX165" fmla="*/ 820602 w 7467600"/>
              <a:gd name="connsiteY165" fmla="*/ 4485915 h 6858000"/>
              <a:gd name="connsiteX166" fmla="*/ 878295 w 7467600"/>
              <a:gd name="connsiteY166" fmla="*/ 4403594 h 6858000"/>
              <a:gd name="connsiteX167" fmla="*/ 1240607 w 7467600"/>
              <a:gd name="connsiteY167" fmla="*/ 4010401 h 6858000"/>
              <a:gd name="connsiteX168" fmla="*/ 1310106 w 7467600"/>
              <a:gd name="connsiteY168" fmla="*/ 3943217 h 6858000"/>
              <a:gd name="connsiteX169" fmla="*/ 1423113 w 7467600"/>
              <a:gd name="connsiteY169" fmla="*/ 3874565 h 6858000"/>
              <a:gd name="connsiteX170" fmla="*/ 1260565 w 7467600"/>
              <a:gd name="connsiteY170" fmla="*/ 4031982 h 6858000"/>
              <a:gd name="connsiteX171" fmla="*/ 901900 w 7467600"/>
              <a:gd name="connsiteY171" fmla="*/ 4421236 h 6858000"/>
              <a:gd name="connsiteX172" fmla="*/ 845044 w 7467600"/>
              <a:gd name="connsiteY172" fmla="*/ 4502436 h 6858000"/>
              <a:gd name="connsiteX173" fmla="*/ 685926 w 7467600"/>
              <a:gd name="connsiteY173" fmla="*/ 4703069 h 6858000"/>
              <a:gd name="connsiteX174" fmla="*/ 684248 w 7467600"/>
              <a:gd name="connsiteY174" fmla="*/ 4706721 h 6858000"/>
              <a:gd name="connsiteX175" fmla="*/ 1423113 w 7467600"/>
              <a:gd name="connsiteY175" fmla="*/ 3874565 h 6858000"/>
              <a:gd name="connsiteX176" fmla="*/ 3316479 w 7467600"/>
              <a:gd name="connsiteY176" fmla="*/ 3872136 h 6858000"/>
              <a:gd name="connsiteX177" fmla="*/ 3546806 w 7467600"/>
              <a:gd name="connsiteY177" fmla="*/ 4356139 h 6858000"/>
              <a:gd name="connsiteX178" fmla="*/ 3364433 w 7467600"/>
              <a:gd name="connsiteY178" fmla="*/ 3953121 h 6858000"/>
              <a:gd name="connsiteX179" fmla="*/ 3316479 w 7467600"/>
              <a:gd name="connsiteY179" fmla="*/ 3872136 h 6858000"/>
              <a:gd name="connsiteX180" fmla="*/ 3291335 w 7467600"/>
              <a:gd name="connsiteY180" fmla="*/ 3767420 h 6858000"/>
              <a:gd name="connsiteX181" fmla="*/ 3390805 w 7467600"/>
              <a:gd name="connsiteY181" fmla="*/ 3937163 h 6858000"/>
              <a:gd name="connsiteX182" fmla="*/ 3579062 w 7467600"/>
              <a:gd name="connsiteY182" fmla="*/ 4359040 h 6858000"/>
              <a:gd name="connsiteX183" fmla="*/ 3467355 w 7467600"/>
              <a:gd name="connsiteY183" fmla="*/ 3988130 h 6858000"/>
              <a:gd name="connsiteX184" fmla="*/ 3310753 w 7467600"/>
              <a:gd name="connsiteY184" fmla="*/ 3787140 h 6858000"/>
              <a:gd name="connsiteX185" fmla="*/ 3291335 w 7467600"/>
              <a:gd name="connsiteY185" fmla="*/ 3767420 h 6858000"/>
              <a:gd name="connsiteX186" fmla="*/ 1635889 w 7467600"/>
              <a:gd name="connsiteY186" fmla="*/ 3709494 h 6858000"/>
              <a:gd name="connsiteX187" fmla="*/ 1634800 w 7467600"/>
              <a:gd name="connsiteY187" fmla="*/ 3731111 h 6858000"/>
              <a:gd name="connsiteX188" fmla="*/ 1635889 w 7467600"/>
              <a:gd name="connsiteY188" fmla="*/ 3709494 h 6858000"/>
              <a:gd name="connsiteX189" fmla="*/ 1510397 w 7467600"/>
              <a:gd name="connsiteY189" fmla="*/ 3684705 h 6858000"/>
              <a:gd name="connsiteX190" fmla="*/ 1146550 w 7467600"/>
              <a:gd name="connsiteY190" fmla="*/ 3802012 h 6858000"/>
              <a:gd name="connsiteX191" fmla="*/ 698834 w 7467600"/>
              <a:gd name="connsiteY191" fmla="*/ 3952272 h 6858000"/>
              <a:gd name="connsiteX192" fmla="*/ 34256 w 7467600"/>
              <a:gd name="connsiteY192" fmla="*/ 4347603 h 6858000"/>
              <a:gd name="connsiteX193" fmla="*/ 527241 w 7467600"/>
              <a:gd name="connsiteY193" fmla="*/ 4065078 h 6858000"/>
              <a:gd name="connsiteX194" fmla="*/ 1510397 w 7467600"/>
              <a:gd name="connsiteY194" fmla="*/ 3684705 h 6858000"/>
              <a:gd name="connsiteX195" fmla="*/ 1313114 w 7467600"/>
              <a:gd name="connsiteY195" fmla="*/ 3655216 h 6858000"/>
              <a:gd name="connsiteX196" fmla="*/ 1109304 w 7467600"/>
              <a:gd name="connsiteY196" fmla="*/ 3669030 h 6858000"/>
              <a:gd name="connsiteX197" fmla="*/ 8129 w 7467600"/>
              <a:gd name="connsiteY197" fmla="*/ 4330519 h 6858000"/>
              <a:gd name="connsiteX198" fmla="*/ 687572 w 7467600"/>
              <a:gd name="connsiteY198" fmla="*/ 3925629 h 6858000"/>
              <a:gd name="connsiteX199" fmla="*/ 1138365 w 7467600"/>
              <a:gd name="connsiteY199" fmla="*/ 3774515 h 6858000"/>
              <a:gd name="connsiteX200" fmla="*/ 1505579 w 7467600"/>
              <a:gd name="connsiteY200" fmla="*/ 3655526 h 6858000"/>
              <a:gd name="connsiteX201" fmla="*/ 1313114 w 7467600"/>
              <a:gd name="connsiteY201" fmla="*/ 3655216 h 6858000"/>
              <a:gd name="connsiteX202" fmla="*/ 3655073 w 7467600"/>
              <a:gd name="connsiteY202" fmla="*/ 3650884 h 6858000"/>
              <a:gd name="connsiteX203" fmla="*/ 3989938 w 7467600"/>
              <a:gd name="connsiteY203" fmla="*/ 3991685 h 6858000"/>
              <a:gd name="connsiteX204" fmla="*/ 4393907 w 7467600"/>
              <a:gd name="connsiteY204" fmla="*/ 4261258 h 6858000"/>
              <a:gd name="connsiteX205" fmla="*/ 4648051 w 7467600"/>
              <a:gd name="connsiteY205" fmla="*/ 4374051 h 6858000"/>
              <a:gd name="connsiteX206" fmla="*/ 4383389 w 7467600"/>
              <a:gd name="connsiteY206" fmla="*/ 4184369 h 6858000"/>
              <a:gd name="connsiteX207" fmla="*/ 4165508 w 7467600"/>
              <a:gd name="connsiteY207" fmla="*/ 4035196 h 6858000"/>
              <a:gd name="connsiteX208" fmla="*/ 4068162 w 7467600"/>
              <a:gd name="connsiteY208" fmla="*/ 3953394 h 6858000"/>
              <a:gd name="connsiteX209" fmla="*/ 3981416 w 7467600"/>
              <a:gd name="connsiteY209" fmla="*/ 3880482 h 6858000"/>
              <a:gd name="connsiteX210" fmla="*/ 3800147 w 7467600"/>
              <a:gd name="connsiteY210" fmla="*/ 3749872 h 6858000"/>
              <a:gd name="connsiteX211" fmla="*/ 3655073 w 7467600"/>
              <a:gd name="connsiteY211" fmla="*/ 3650884 h 6858000"/>
              <a:gd name="connsiteX212" fmla="*/ 3670252 w 7467600"/>
              <a:gd name="connsiteY212" fmla="*/ 3622798 h 6858000"/>
              <a:gd name="connsiteX213" fmla="*/ 3817258 w 7467600"/>
              <a:gd name="connsiteY213" fmla="*/ 3723577 h 6858000"/>
              <a:gd name="connsiteX214" fmla="*/ 4000461 w 7467600"/>
              <a:gd name="connsiteY214" fmla="*/ 3855966 h 6858000"/>
              <a:gd name="connsiteX215" fmla="*/ 4088180 w 7467600"/>
              <a:gd name="connsiteY215" fmla="*/ 3929774 h 6858000"/>
              <a:gd name="connsiteX216" fmla="*/ 4184555 w 7467600"/>
              <a:gd name="connsiteY216" fmla="*/ 4010683 h 6858000"/>
              <a:gd name="connsiteX217" fmla="*/ 4399563 w 7467600"/>
              <a:gd name="connsiteY217" fmla="*/ 4158106 h 6858000"/>
              <a:gd name="connsiteX218" fmla="*/ 4684469 w 7467600"/>
              <a:gd name="connsiteY218" fmla="*/ 4364680 h 6858000"/>
              <a:gd name="connsiteX219" fmla="*/ 4690271 w 7467600"/>
              <a:gd name="connsiteY219" fmla="*/ 4370034 h 6858000"/>
              <a:gd name="connsiteX220" fmla="*/ 4136093 w 7467600"/>
              <a:gd name="connsiteY220" fmla="*/ 3858466 h 6858000"/>
              <a:gd name="connsiteX221" fmla="*/ 3670252 w 7467600"/>
              <a:gd name="connsiteY221" fmla="*/ 3622798 h 6858000"/>
              <a:gd name="connsiteX222" fmla="*/ 4440129 w 7467600"/>
              <a:gd name="connsiteY222" fmla="*/ 3448571 h 6858000"/>
              <a:gd name="connsiteX223" fmla="*/ 4856525 w 7467600"/>
              <a:gd name="connsiteY223" fmla="*/ 3915351 h 6858000"/>
              <a:gd name="connsiteX224" fmla="*/ 5059055 w 7467600"/>
              <a:gd name="connsiteY224" fmla="*/ 4108918 h 6858000"/>
              <a:gd name="connsiteX225" fmla="*/ 5290070 w 7467600"/>
              <a:gd name="connsiteY225" fmla="*/ 4263619 h 6858000"/>
              <a:gd name="connsiteX226" fmla="*/ 4834991 w 7467600"/>
              <a:gd name="connsiteY226" fmla="*/ 3830985 h 6858000"/>
              <a:gd name="connsiteX227" fmla="*/ 4440129 w 7467600"/>
              <a:gd name="connsiteY227" fmla="*/ 3448571 h 6858000"/>
              <a:gd name="connsiteX228" fmla="*/ 4441737 w 7467600"/>
              <a:gd name="connsiteY228" fmla="*/ 3399734 h 6858000"/>
              <a:gd name="connsiteX229" fmla="*/ 4431236 w 7467600"/>
              <a:gd name="connsiteY229" fmla="*/ 3400954 h 6858000"/>
              <a:gd name="connsiteX230" fmla="*/ 4557150 w 7467600"/>
              <a:gd name="connsiteY230" fmla="*/ 3510023 h 6858000"/>
              <a:gd name="connsiteX231" fmla="*/ 4856936 w 7467600"/>
              <a:gd name="connsiteY231" fmla="*/ 3809146 h 6858000"/>
              <a:gd name="connsiteX232" fmla="*/ 5111996 w 7467600"/>
              <a:gd name="connsiteY232" fmla="*/ 4065759 h 6858000"/>
              <a:gd name="connsiteX233" fmla="*/ 5388878 w 7467600"/>
              <a:gd name="connsiteY233" fmla="*/ 4300185 h 6858000"/>
              <a:gd name="connsiteX234" fmla="*/ 5425556 w 7467600"/>
              <a:gd name="connsiteY234" fmla="*/ 4308967 h 6858000"/>
              <a:gd name="connsiteX235" fmla="*/ 4943646 w 7467600"/>
              <a:gd name="connsiteY235" fmla="*/ 3822916 h 6858000"/>
              <a:gd name="connsiteX236" fmla="*/ 4594837 w 7467600"/>
              <a:gd name="connsiteY236" fmla="*/ 3532274 h 6858000"/>
              <a:gd name="connsiteX237" fmla="*/ 4441737 w 7467600"/>
              <a:gd name="connsiteY237" fmla="*/ 3399734 h 6858000"/>
              <a:gd name="connsiteX238" fmla="*/ 5425834 w 7467600"/>
              <a:gd name="connsiteY238" fmla="*/ 3162785 h 6858000"/>
              <a:gd name="connsiteX239" fmla="*/ 5401644 w 7467600"/>
              <a:gd name="connsiteY239" fmla="*/ 3617847 h 6858000"/>
              <a:gd name="connsiteX240" fmla="*/ 5467256 w 7467600"/>
              <a:gd name="connsiteY240" fmla="*/ 4175494 h 6858000"/>
              <a:gd name="connsiteX241" fmla="*/ 5448069 w 7467600"/>
              <a:gd name="connsiteY241" fmla="*/ 3567554 h 6858000"/>
              <a:gd name="connsiteX242" fmla="*/ 5425834 w 7467600"/>
              <a:gd name="connsiteY242" fmla="*/ 3162785 h 6858000"/>
              <a:gd name="connsiteX243" fmla="*/ 1318687 w 7467600"/>
              <a:gd name="connsiteY243" fmla="*/ 3113840 h 6858000"/>
              <a:gd name="connsiteX244" fmla="*/ 1066793 w 7467600"/>
              <a:gd name="connsiteY244" fmla="*/ 3212171 h 6858000"/>
              <a:gd name="connsiteX245" fmla="*/ 993319 w 7467600"/>
              <a:gd name="connsiteY245" fmla="*/ 3247648 h 6858000"/>
              <a:gd name="connsiteX246" fmla="*/ 853081 w 7467600"/>
              <a:gd name="connsiteY246" fmla="*/ 3312410 h 6858000"/>
              <a:gd name="connsiteX247" fmla="*/ 805957 w 7467600"/>
              <a:gd name="connsiteY247" fmla="*/ 3330443 h 6858000"/>
              <a:gd name="connsiteX248" fmla="*/ 1318687 w 7467600"/>
              <a:gd name="connsiteY248" fmla="*/ 3113840 h 6858000"/>
              <a:gd name="connsiteX249" fmla="*/ 5453702 w 7467600"/>
              <a:gd name="connsiteY249" fmla="*/ 3090882 h 6858000"/>
              <a:gd name="connsiteX250" fmla="*/ 5480135 w 7467600"/>
              <a:gd name="connsiteY250" fmla="*/ 3565802 h 6858000"/>
              <a:gd name="connsiteX251" fmla="*/ 5499023 w 7467600"/>
              <a:gd name="connsiteY251" fmla="*/ 4166310 h 6858000"/>
              <a:gd name="connsiteX252" fmla="*/ 5547022 w 7467600"/>
              <a:gd name="connsiteY252" fmla="*/ 3607838 h 6858000"/>
              <a:gd name="connsiteX253" fmla="*/ 5515964 w 7467600"/>
              <a:gd name="connsiteY253" fmla="*/ 3378541 h 6858000"/>
              <a:gd name="connsiteX254" fmla="*/ 5453702 w 7467600"/>
              <a:gd name="connsiteY254" fmla="*/ 3090882 h 6858000"/>
              <a:gd name="connsiteX255" fmla="*/ 1238695 w 7467600"/>
              <a:gd name="connsiteY255" fmla="*/ 3076820 h 6858000"/>
              <a:gd name="connsiteX256" fmla="*/ 716371 w 7467600"/>
              <a:gd name="connsiteY256" fmla="*/ 3293249 h 6858000"/>
              <a:gd name="connsiteX257" fmla="*/ 579522 w 7467600"/>
              <a:gd name="connsiteY257" fmla="*/ 3371759 h 6858000"/>
              <a:gd name="connsiteX258" fmla="*/ 600288 w 7467600"/>
              <a:gd name="connsiteY258" fmla="*/ 3365555 h 6858000"/>
              <a:gd name="connsiteX259" fmla="*/ 840692 w 7467600"/>
              <a:gd name="connsiteY259" fmla="*/ 3284921 h 6858000"/>
              <a:gd name="connsiteX260" fmla="*/ 979248 w 7467600"/>
              <a:gd name="connsiteY260" fmla="*/ 3221003 h 6858000"/>
              <a:gd name="connsiteX261" fmla="*/ 1053282 w 7467600"/>
              <a:gd name="connsiteY261" fmla="*/ 3185247 h 6858000"/>
              <a:gd name="connsiteX262" fmla="*/ 1320603 w 7467600"/>
              <a:gd name="connsiteY262" fmla="*/ 3081281 h 6858000"/>
              <a:gd name="connsiteX263" fmla="*/ 1238695 w 7467600"/>
              <a:gd name="connsiteY263" fmla="*/ 3076820 h 6858000"/>
              <a:gd name="connsiteX264" fmla="*/ 5425627 w 7467600"/>
              <a:gd name="connsiteY264" fmla="*/ 2954192 h 6858000"/>
              <a:gd name="connsiteX265" fmla="*/ 5470770 w 7467600"/>
              <a:gd name="connsiteY265" fmla="*/ 3005435 h 6858000"/>
              <a:gd name="connsiteX266" fmla="*/ 5519779 w 7467600"/>
              <a:gd name="connsiteY266" fmla="*/ 4359223 h 6858000"/>
              <a:gd name="connsiteX267" fmla="*/ 5520293 w 7467600"/>
              <a:gd name="connsiteY267" fmla="*/ 4360602 h 6858000"/>
              <a:gd name="connsiteX268" fmla="*/ 5767221 w 7467600"/>
              <a:gd name="connsiteY268" fmla="*/ 4665564 h 6858000"/>
              <a:gd name="connsiteX269" fmla="*/ 6937169 w 7467600"/>
              <a:gd name="connsiteY269" fmla="*/ 4815941 h 6858000"/>
              <a:gd name="connsiteX270" fmla="*/ 6953922 w 7467600"/>
              <a:gd name="connsiteY270" fmla="*/ 4890068 h 6858000"/>
              <a:gd name="connsiteX271" fmla="*/ 6071359 w 7467600"/>
              <a:gd name="connsiteY271" fmla="*/ 4770770 h 6858000"/>
              <a:gd name="connsiteX272" fmla="*/ 6038839 w 7467600"/>
              <a:gd name="connsiteY272" fmla="*/ 4764474 h 6858000"/>
              <a:gd name="connsiteX273" fmla="*/ 6038706 w 7467600"/>
              <a:gd name="connsiteY273" fmla="*/ 4763847 h 6858000"/>
              <a:gd name="connsiteX274" fmla="*/ 6037784 w 7467600"/>
              <a:gd name="connsiteY274" fmla="*/ 4764270 h 6858000"/>
              <a:gd name="connsiteX275" fmla="*/ 6038839 w 7467600"/>
              <a:gd name="connsiteY275" fmla="*/ 4764474 h 6858000"/>
              <a:gd name="connsiteX276" fmla="*/ 6040338 w 7467600"/>
              <a:gd name="connsiteY276" fmla="*/ 4771418 h 6858000"/>
              <a:gd name="connsiteX277" fmla="*/ 6024488 w 7467600"/>
              <a:gd name="connsiteY277" fmla="*/ 4809903 h 6858000"/>
              <a:gd name="connsiteX278" fmla="*/ 5599771 w 7467600"/>
              <a:gd name="connsiteY278" fmla="*/ 5509652 h 6858000"/>
              <a:gd name="connsiteX279" fmla="*/ 5548843 w 7467600"/>
              <a:gd name="connsiteY279" fmla="*/ 5563845 h 6858000"/>
              <a:gd name="connsiteX280" fmla="*/ 5940952 w 7467600"/>
              <a:gd name="connsiteY280" fmla="*/ 6250028 h 6858000"/>
              <a:gd name="connsiteX281" fmla="*/ 6043441 w 7467600"/>
              <a:gd name="connsiteY281" fmla="*/ 6665847 h 6858000"/>
              <a:gd name="connsiteX282" fmla="*/ 6093432 w 7467600"/>
              <a:gd name="connsiteY282" fmla="*/ 6858000 h 6858000"/>
              <a:gd name="connsiteX283" fmla="*/ 6034344 w 7467600"/>
              <a:gd name="connsiteY283" fmla="*/ 6858000 h 6858000"/>
              <a:gd name="connsiteX284" fmla="*/ 6026679 w 7467600"/>
              <a:gd name="connsiteY284" fmla="*/ 6836959 h 6858000"/>
              <a:gd name="connsiteX285" fmla="*/ 5800441 w 7467600"/>
              <a:gd name="connsiteY285" fmla="*/ 6335286 h 6858000"/>
              <a:gd name="connsiteX286" fmla="*/ 5526562 w 7467600"/>
              <a:gd name="connsiteY286" fmla="*/ 5705388 h 6858000"/>
              <a:gd name="connsiteX287" fmla="*/ 5519640 w 7467600"/>
              <a:gd name="connsiteY287" fmla="*/ 5683774 h 6858000"/>
              <a:gd name="connsiteX288" fmla="*/ 5844559 w 7467600"/>
              <a:gd name="connsiteY288" fmla="*/ 6553349 h 6858000"/>
              <a:gd name="connsiteX289" fmla="*/ 5975994 w 7467600"/>
              <a:gd name="connsiteY289" fmla="*/ 6858000 h 6858000"/>
              <a:gd name="connsiteX290" fmla="*/ 5898547 w 7467600"/>
              <a:gd name="connsiteY290" fmla="*/ 6858000 h 6858000"/>
              <a:gd name="connsiteX291" fmla="*/ 5682041 w 7467600"/>
              <a:gd name="connsiteY291" fmla="*/ 6355860 h 6858000"/>
              <a:gd name="connsiteX292" fmla="*/ 5461758 w 7467600"/>
              <a:gd name="connsiteY292" fmla="*/ 5820220 h 6858000"/>
              <a:gd name="connsiteX293" fmla="*/ 5237282 w 7467600"/>
              <a:gd name="connsiteY293" fmla="*/ 6579086 h 6858000"/>
              <a:gd name="connsiteX294" fmla="*/ 5115009 w 7467600"/>
              <a:gd name="connsiteY294" fmla="*/ 6858000 h 6858000"/>
              <a:gd name="connsiteX295" fmla="*/ 5028074 w 7467600"/>
              <a:gd name="connsiteY295" fmla="*/ 6858000 h 6858000"/>
              <a:gd name="connsiteX296" fmla="*/ 5079508 w 7467600"/>
              <a:gd name="connsiteY296" fmla="*/ 6749074 h 6858000"/>
              <a:gd name="connsiteX297" fmla="*/ 5371846 w 7467600"/>
              <a:gd name="connsiteY297" fmla="*/ 5924413 h 6858000"/>
              <a:gd name="connsiteX298" fmla="*/ 5270512 w 7467600"/>
              <a:gd name="connsiteY298" fmla="*/ 6138975 h 6858000"/>
              <a:gd name="connsiteX299" fmla="*/ 5062409 w 7467600"/>
              <a:gd name="connsiteY299" fmla="*/ 6653544 h 6858000"/>
              <a:gd name="connsiteX300" fmla="*/ 5036628 w 7467600"/>
              <a:gd name="connsiteY300" fmla="*/ 6754247 h 6858000"/>
              <a:gd name="connsiteX301" fmla="*/ 5009112 w 7467600"/>
              <a:gd name="connsiteY301" fmla="*/ 6858000 h 6858000"/>
              <a:gd name="connsiteX302" fmla="*/ 4976679 w 7467600"/>
              <a:gd name="connsiteY302" fmla="*/ 6858000 h 6858000"/>
              <a:gd name="connsiteX303" fmla="*/ 5006537 w 7467600"/>
              <a:gd name="connsiteY303" fmla="*/ 6747068 h 6858000"/>
              <a:gd name="connsiteX304" fmla="*/ 5032723 w 7467600"/>
              <a:gd name="connsiteY304" fmla="*/ 6644957 h 6858000"/>
              <a:gd name="connsiteX305" fmla="*/ 5242949 w 7467600"/>
              <a:gd name="connsiteY305" fmla="*/ 6125175 h 6858000"/>
              <a:gd name="connsiteX306" fmla="*/ 5286321 w 7467600"/>
              <a:gd name="connsiteY306" fmla="*/ 6033555 h 6858000"/>
              <a:gd name="connsiteX307" fmla="*/ 5008210 w 7467600"/>
              <a:gd name="connsiteY307" fmla="*/ 6649194 h 6858000"/>
              <a:gd name="connsiteX308" fmla="*/ 4986321 w 7467600"/>
              <a:gd name="connsiteY308" fmla="*/ 6765687 h 6858000"/>
              <a:gd name="connsiteX309" fmla="*/ 4973474 w 7467600"/>
              <a:gd name="connsiteY309" fmla="*/ 6858000 h 6858000"/>
              <a:gd name="connsiteX310" fmla="*/ 4907178 w 7467600"/>
              <a:gd name="connsiteY310" fmla="*/ 6858000 h 6858000"/>
              <a:gd name="connsiteX311" fmla="*/ 4910810 w 7467600"/>
              <a:gd name="connsiteY311" fmla="*/ 6829660 h 6858000"/>
              <a:gd name="connsiteX312" fmla="*/ 4987461 w 7467600"/>
              <a:gd name="connsiteY312" fmla="*/ 6432994 h 6858000"/>
              <a:gd name="connsiteX313" fmla="*/ 5179262 w 7467600"/>
              <a:gd name="connsiteY313" fmla="*/ 6035044 h 6858000"/>
              <a:gd name="connsiteX314" fmla="*/ 4689678 w 7467600"/>
              <a:gd name="connsiteY314" fmla="*/ 6440241 h 6858000"/>
              <a:gd name="connsiteX315" fmla="*/ 4477543 w 7467600"/>
              <a:gd name="connsiteY315" fmla="*/ 6674836 h 6858000"/>
              <a:gd name="connsiteX316" fmla="*/ 4329957 w 7467600"/>
              <a:gd name="connsiteY316" fmla="*/ 6858000 h 6858000"/>
              <a:gd name="connsiteX317" fmla="*/ 4218595 w 7467600"/>
              <a:gd name="connsiteY317" fmla="*/ 6858000 h 6858000"/>
              <a:gd name="connsiteX318" fmla="*/ 4368888 w 7467600"/>
              <a:gd name="connsiteY318" fmla="*/ 6668412 h 6858000"/>
              <a:gd name="connsiteX319" fmla="*/ 4563091 w 7467600"/>
              <a:gd name="connsiteY319" fmla="*/ 6442508 h 6858000"/>
              <a:gd name="connsiteX320" fmla="*/ 5387324 w 7467600"/>
              <a:gd name="connsiteY320" fmla="*/ 5705830 h 6858000"/>
              <a:gd name="connsiteX321" fmla="*/ 5073620 w 7467600"/>
              <a:gd name="connsiteY321" fmla="*/ 5955437 h 6858000"/>
              <a:gd name="connsiteX322" fmla="*/ 4689789 w 7467600"/>
              <a:gd name="connsiteY322" fmla="*/ 6268382 h 6858000"/>
              <a:gd name="connsiteX323" fmla="*/ 4418722 w 7467600"/>
              <a:gd name="connsiteY323" fmla="*/ 6570886 h 6858000"/>
              <a:gd name="connsiteX324" fmla="*/ 4214944 w 7467600"/>
              <a:gd name="connsiteY324" fmla="*/ 6858000 h 6858000"/>
              <a:gd name="connsiteX325" fmla="*/ 4177898 w 7467600"/>
              <a:gd name="connsiteY325" fmla="*/ 6858000 h 6858000"/>
              <a:gd name="connsiteX326" fmla="*/ 4391597 w 7467600"/>
              <a:gd name="connsiteY326" fmla="*/ 6556370 h 6858000"/>
              <a:gd name="connsiteX327" fmla="*/ 4668889 w 7467600"/>
              <a:gd name="connsiteY327" fmla="*/ 6246399 h 6858000"/>
              <a:gd name="connsiteX328" fmla="*/ 5055427 w 7467600"/>
              <a:gd name="connsiteY328" fmla="*/ 5931476 h 6858000"/>
              <a:gd name="connsiteX329" fmla="*/ 5371814 w 7467600"/>
              <a:gd name="connsiteY329" fmla="*/ 5678975 h 6858000"/>
              <a:gd name="connsiteX330" fmla="*/ 4987918 w 7467600"/>
              <a:gd name="connsiteY330" fmla="*/ 5838701 h 6858000"/>
              <a:gd name="connsiteX331" fmla="*/ 4317146 w 7467600"/>
              <a:gd name="connsiteY331" fmla="*/ 6587716 h 6858000"/>
              <a:gd name="connsiteX332" fmla="*/ 4171627 w 7467600"/>
              <a:gd name="connsiteY332" fmla="*/ 6858000 h 6858000"/>
              <a:gd name="connsiteX333" fmla="*/ 4081585 w 7467600"/>
              <a:gd name="connsiteY333" fmla="*/ 6858000 h 6858000"/>
              <a:gd name="connsiteX334" fmla="*/ 4238603 w 7467600"/>
              <a:gd name="connsiteY334" fmla="*/ 6559341 h 6858000"/>
              <a:gd name="connsiteX335" fmla="*/ 4778333 w 7467600"/>
              <a:gd name="connsiteY335" fmla="*/ 5873626 h 6858000"/>
              <a:gd name="connsiteX336" fmla="*/ 5414185 w 7467600"/>
              <a:gd name="connsiteY336" fmla="*/ 5573882 h 6858000"/>
              <a:gd name="connsiteX337" fmla="*/ 5959648 w 7467600"/>
              <a:gd name="connsiteY337" fmla="*/ 4760797 h 6858000"/>
              <a:gd name="connsiteX338" fmla="*/ 5355019 w 7467600"/>
              <a:gd name="connsiteY338" fmla="*/ 4734672 h 6858000"/>
              <a:gd name="connsiteX339" fmla="*/ 5083565 w 7467600"/>
              <a:gd name="connsiteY339" fmla="*/ 5179121 h 6858000"/>
              <a:gd name="connsiteX340" fmla="*/ 4713577 w 7467600"/>
              <a:gd name="connsiteY340" fmla="*/ 5616803 h 6858000"/>
              <a:gd name="connsiteX341" fmla="*/ 3989559 w 7467600"/>
              <a:gd name="connsiteY341" fmla="*/ 6145945 h 6858000"/>
              <a:gd name="connsiteX342" fmla="*/ 3939824 w 7467600"/>
              <a:gd name="connsiteY342" fmla="*/ 6066900 h 6858000"/>
              <a:gd name="connsiteX343" fmla="*/ 4584537 w 7467600"/>
              <a:gd name="connsiteY343" fmla="*/ 5324826 h 6858000"/>
              <a:gd name="connsiteX344" fmla="*/ 5037105 w 7467600"/>
              <a:gd name="connsiteY344" fmla="*/ 5088765 h 6858000"/>
              <a:gd name="connsiteX345" fmla="*/ 5039930 w 7467600"/>
              <a:gd name="connsiteY345" fmla="*/ 5089585 h 6858000"/>
              <a:gd name="connsiteX346" fmla="*/ 5263764 w 7467600"/>
              <a:gd name="connsiteY346" fmla="*/ 4735525 h 6858000"/>
              <a:gd name="connsiteX347" fmla="*/ 4086300 w 7467600"/>
              <a:gd name="connsiteY347" fmla="*/ 4884599 h 6858000"/>
              <a:gd name="connsiteX348" fmla="*/ 4085485 w 7467600"/>
              <a:gd name="connsiteY348" fmla="*/ 4899070 h 6858000"/>
              <a:gd name="connsiteX349" fmla="*/ 3871915 w 7467600"/>
              <a:gd name="connsiteY349" fmla="*/ 5253645 h 6858000"/>
              <a:gd name="connsiteX350" fmla="*/ 3799374 w 7467600"/>
              <a:gd name="connsiteY350" fmla="*/ 5466127 h 6858000"/>
              <a:gd name="connsiteX351" fmla="*/ 3498850 w 7467600"/>
              <a:gd name="connsiteY351" fmla="*/ 6661888 h 6858000"/>
              <a:gd name="connsiteX352" fmla="*/ 3399216 w 7467600"/>
              <a:gd name="connsiteY352" fmla="*/ 6858000 h 6858000"/>
              <a:gd name="connsiteX353" fmla="*/ 3303688 w 7467600"/>
              <a:gd name="connsiteY353" fmla="*/ 6858000 h 6858000"/>
              <a:gd name="connsiteX354" fmla="*/ 3391774 w 7467600"/>
              <a:gd name="connsiteY354" fmla="*/ 6697181 h 6858000"/>
              <a:gd name="connsiteX355" fmla="*/ 3735540 w 7467600"/>
              <a:gd name="connsiteY355" fmla="*/ 5546923 h 6858000"/>
              <a:gd name="connsiteX356" fmla="*/ 3729438 w 7467600"/>
              <a:gd name="connsiteY356" fmla="*/ 5569058 h 6858000"/>
              <a:gd name="connsiteX357" fmla="*/ 3707782 w 7467600"/>
              <a:gd name="connsiteY357" fmla="*/ 5644908 h 6858000"/>
              <a:gd name="connsiteX358" fmla="*/ 3583827 w 7467600"/>
              <a:gd name="connsiteY358" fmla="*/ 6039215 h 6858000"/>
              <a:gd name="connsiteX359" fmla="*/ 3547861 w 7467600"/>
              <a:gd name="connsiteY359" fmla="*/ 6129609 h 6858000"/>
              <a:gd name="connsiteX360" fmla="*/ 3490905 w 7467600"/>
              <a:gd name="connsiteY360" fmla="*/ 6277660 h 6858000"/>
              <a:gd name="connsiteX361" fmla="*/ 3455859 w 7467600"/>
              <a:gd name="connsiteY361" fmla="*/ 6391301 h 6858000"/>
              <a:gd name="connsiteX362" fmla="*/ 3429112 w 7467600"/>
              <a:gd name="connsiteY362" fmla="*/ 6479469 h 6858000"/>
              <a:gd name="connsiteX363" fmla="*/ 3304862 w 7467600"/>
              <a:gd name="connsiteY363" fmla="*/ 6796476 h 6858000"/>
              <a:gd name="connsiteX364" fmla="*/ 3276071 w 7467600"/>
              <a:gd name="connsiteY364" fmla="*/ 6858000 h 6858000"/>
              <a:gd name="connsiteX365" fmla="*/ 3240805 w 7467600"/>
              <a:gd name="connsiteY365" fmla="*/ 6858000 h 6858000"/>
              <a:gd name="connsiteX366" fmla="*/ 3275917 w 7467600"/>
              <a:gd name="connsiteY366" fmla="*/ 6783192 h 6858000"/>
              <a:gd name="connsiteX367" fmla="*/ 3399358 w 7467600"/>
              <a:gd name="connsiteY367" fmla="*/ 6469011 h 6858000"/>
              <a:gd name="connsiteX368" fmla="*/ 3425650 w 7467600"/>
              <a:gd name="connsiteY368" fmla="*/ 6381333 h 6858000"/>
              <a:gd name="connsiteX369" fmla="*/ 3460661 w 7467600"/>
              <a:gd name="connsiteY369" fmla="*/ 6266763 h 6858000"/>
              <a:gd name="connsiteX370" fmla="*/ 3518021 w 7467600"/>
              <a:gd name="connsiteY370" fmla="*/ 6117298 h 6858000"/>
              <a:gd name="connsiteX371" fmla="*/ 3554035 w 7467600"/>
              <a:gd name="connsiteY371" fmla="*/ 6027832 h 6858000"/>
              <a:gd name="connsiteX372" fmla="*/ 3677174 w 7467600"/>
              <a:gd name="connsiteY372" fmla="*/ 5636351 h 6858000"/>
              <a:gd name="connsiteX373" fmla="*/ 3698819 w 7467600"/>
              <a:gd name="connsiteY373" fmla="*/ 5560503 h 6858000"/>
              <a:gd name="connsiteX374" fmla="*/ 3702094 w 7467600"/>
              <a:gd name="connsiteY374" fmla="*/ 5549194 h 6858000"/>
              <a:gd name="connsiteX375" fmla="*/ 3398355 w 7467600"/>
              <a:gd name="connsiteY375" fmla="*/ 6094603 h 6858000"/>
              <a:gd name="connsiteX376" fmla="*/ 3193941 w 7467600"/>
              <a:gd name="connsiteY376" fmla="*/ 6798775 h 6858000"/>
              <a:gd name="connsiteX377" fmla="*/ 3184140 w 7467600"/>
              <a:gd name="connsiteY377" fmla="*/ 6858000 h 6858000"/>
              <a:gd name="connsiteX378" fmla="*/ 3099978 w 7467600"/>
              <a:gd name="connsiteY378" fmla="*/ 6858000 h 6858000"/>
              <a:gd name="connsiteX379" fmla="*/ 3101556 w 7467600"/>
              <a:gd name="connsiteY379" fmla="*/ 6843337 h 6858000"/>
              <a:gd name="connsiteX380" fmla="*/ 3370162 w 7467600"/>
              <a:gd name="connsiteY380" fmla="*/ 5785550 h 6858000"/>
              <a:gd name="connsiteX381" fmla="*/ 3746477 w 7467600"/>
              <a:gd name="connsiteY381" fmla="*/ 5377889 h 6858000"/>
              <a:gd name="connsiteX382" fmla="*/ 3863399 w 7467600"/>
              <a:gd name="connsiteY382" fmla="*/ 5087257 h 6858000"/>
              <a:gd name="connsiteX383" fmla="*/ 3968712 w 7467600"/>
              <a:gd name="connsiteY383" fmla="*/ 4913989 h 6858000"/>
              <a:gd name="connsiteX384" fmla="*/ 2792390 w 7467600"/>
              <a:gd name="connsiteY384" fmla="*/ 5382974 h 6858000"/>
              <a:gd name="connsiteX385" fmla="*/ 2714982 w 7467600"/>
              <a:gd name="connsiteY385" fmla="*/ 5427051 h 6858000"/>
              <a:gd name="connsiteX386" fmla="*/ 2813361 w 7467600"/>
              <a:gd name="connsiteY386" fmla="*/ 6023912 h 6858000"/>
              <a:gd name="connsiteX387" fmla="*/ 2688430 w 7467600"/>
              <a:gd name="connsiteY387" fmla="*/ 6801564 h 6858000"/>
              <a:gd name="connsiteX388" fmla="*/ 2629626 w 7467600"/>
              <a:gd name="connsiteY388" fmla="*/ 6763394 h 6858000"/>
              <a:gd name="connsiteX389" fmla="*/ 2565328 w 7467600"/>
              <a:gd name="connsiteY389" fmla="*/ 5516399 h 6858000"/>
              <a:gd name="connsiteX390" fmla="*/ 1922999 w 7467600"/>
              <a:gd name="connsiteY390" fmla="*/ 5980343 h 6858000"/>
              <a:gd name="connsiteX391" fmla="*/ 1950261 w 7467600"/>
              <a:gd name="connsiteY391" fmla="*/ 6405858 h 6858000"/>
              <a:gd name="connsiteX392" fmla="*/ 2365554 w 7467600"/>
              <a:gd name="connsiteY392" fmla="*/ 6759107 h 6858000"/>
              <a:gd name="connsiteX393" fmla="*/ 2424142 w 7467600"/>
              <a:gd name="connsiteY393" fmla="*/ 6858000 h 6858000"/>
              <a:gd name="connsiteX394" fmla="*/ 2395994 w 7467600"/>
              <a:gd name="connsiteY394" fmla="*/ 6858000 h 6858000"/>
              <a:gd name="connsiteX395" fmla="*/ 2392863 w 7467600"/>
              <a:gd name="connsiteY395" fmla="*/ 6852964 h 6858000"/>
              <a:gd name="connsiteX396" fmla="*/ 2017589 w 7467600"/>
              <a:gd name="connsiteY396" fmla="*/ 6493982 h 6858000"/>
              <a:gd name="connsiteX397" fmla="*/ 2147336 w 7467600"/>
              <a:gd name="connsiteY397" fmla="*/ 6594052 h 6858000"/>
              <a:gd name="connsiteX398" fmla="*/ 2207047 w 7467600"/>
              <a:gd name="connsiteY398" fmla="*/ 6654540 h 6858000"/>
              <a:gd name="connsiteX399" fmla="*/ 2299106 w 7467600"/>
              <a:gd name="connsiteY399" fmla="*/ 6778931 h 6858000"/>
              <a:gd name="connsiteX400" fmla="*/ 2314430 w 7467600"/>
              <a:gd name="connsiteY400" fmla="*/ 6801144 h 6858000"/>
              <a:gd name="connsiteX401" fmla="*/ 2352406 w 7467600"/>
              <a:gd name="connsiteY401" fmla="*/ 6858000 h 6858000"/>
              <a:gd name="connsiteX402" fmla="*/ 2314492 w 7467600"/>
              <a:gd name="connsiteY402" fmla="*/ 6858000 h 6858000"/>
              <a:gd name="connsiteX403" fmla="*/ 2288095 w 7467600"/>
              <a:gd name="connsiteY403" fmla="*/ 6818030 h 6858000"/>
              <a:gd name="connsiteX404" fmla="*/ 2272768 w 7467600"/>
              <a:gd name="connsiteY404" fmla="*/ 6795822 h 6858000"/>
              <a:gd name="connsiteX405" fmla="*/ 2182715 w 7467600"/>
              <a:gd name="connsiteY405" fmla="*/ 6675071 h 6858000"/>
              <a:gd name="connsiteX406" fmla="*/ 2032061 w 7467600"/>
              <a:gd name="connsiteY406" fmla="*/ 6541380 h 6858000"/>
              <a:gd name="connsiteX407" fmla="*/ 2257220 w 7467600"/>
              <a:gd name="connsiteY407" fmla="*/ 6826257 h 6858000"/>
              <a:gd name="connsiteX408" fmla="*/ 2281324 w 7467600"/>
              <a:gd name="connsiteY408" fmla="*/ 6858000 h 6858000"/>
              <a:gd name="connsiteX409" fmla="*/ 2242860 w 7467600"/>
              <a:gd name="connsiteY409" fmla="*/ 6858000 h 6858000"/>
              <a:gd name="connsiteX410" fmla="*/ 2232818 w 7467600"/>
              <a:gd name="connsiteY410" fmla="*/ 6844926 h 6858000"/>
              <a:gd name="connsiteX411" fmla="*/ 1990172 w 7467600"/>
              <a:gd name="connsiteY411" fmla="*/ 6542121 h 6858000"/>
              <a:gd name="connsiteX412" fmla="*/ 2124090 w 7467600"/>
              <a:gd name="connsiteY412" fmla="*/ 6761017 h 6858000"/>
              <a:gd name="connsiteX413" fmla="*/ 2200380 w 7467600"/>
              <a:gd name="connsiteY413" fmla="*/ 6858000 h 6858000"/>
              <a:gd name="connsiteX414" fmla="*/ 2147507 w 7467600"/>
              <a:gd name="connsiteY414" fmla="*/ 6858000 h 6858000"/>
              <a:gd name="connsiteX415" fmla="*/ 2070668 w 7467600"/>
              <a:gd name="connsiteY415" fmla="*/ 6761520 h 6858000"/>
              <a:gd name="connsiteX416" fmla="*/ 1975142 w 7467600"/>
              <a:gd name="connsiteY416" fmla="*/ 6585570 h 6858000"/>
              <a:gd name="connsiteX417" fmla="*/ 2050035 w 7467600"/>
              <a:gd name="connsiteY417" fmla="*/ 6813345 h 6858000"/>
              <a:gd name="connsiteX418" fmla="*/ 2063025 w 7467600"/>
              <a:gd name="connsiteY418" fmla="*/ 6858000 h 6858000"/>
              <a:gd name="connsiteX419" fmla="*/ 2021675 w 7467600"/>
              <a:gd name="connsiteY419" fmla="*/ 6858000 h 6858000"/>
              <a:gd name="connsiteX420" fmla="*/ 2019308 w 7467600"/>
              <a:gd name="connsiteY420" fmla="*/ 6847118 h 6858000"/>
              <a:gd name="connsiteX421" fmla="*/ 1938835 w 7467600"/>
              <a:gd name="connsiteY421" fmla="*/ 6551160 h 6858000"/>
              <a:gd name="connsiteX422" fmla="*/ 1953230 w 7467600"/>
              <a:gd name="connsiteY422" fmla="*/ 6759699 h 6858000"/>
              <a:gd name="connsiteX423" fmla="*/ 1956763 w 7467600"/>
              <a:gd name="connsiteY423" fmla="*/ 6778191 h 6858000"/>
              <a:gd name="connsiteX424" fmla="*/ 1967925 w 7467600"/>
              <a:gd name="connsiteY424" fmla="*/ 6858000 h 6858000"/>
              <a:gd name="connsiteX425" fmla="*/ 1936622 w 7467600"/>
              <a:gd name="connsiteY425" fmla="*/ 6858000 h 6858000"/>
              <a:gd name="connsiteX426" fmla="*/ 1926261 w 7467600"/>
              <a:gd name="connsiteY426" fmla="*/ 6784064 h 6858000"/>
              <a:gd name="connsiteX427" fmla="*/ 1922724 w 7467600"/>
              <a:gd name="connsiteY427" fmla="*/ 6765577 h 6858000"/>
              <a:gd name="connsiteX428" fmla="*/ 1904650 w 7467600"/>
              <a:gd name="connsiteY428" fmla="*/ 6639616 h 6858000"/>
              <a:gd name="connsiteX429" fmla="*/ 1885273 w 7467600"/>
              <a:gd name="connsiteY429" fmla="*/ 6858000 h 6858000"/>
              <a:gd name="connsiteX430" fmla="*/ 1854363 w 7467600"/>
              <a:gd name="connsiteY430" fmla="*/ 6858000 h 6858000"/>
              <a:gd name="connsiteX431" fmla="*/ 1880391 w 7467600"/>
              <a:gd name="connsiteY431" fmla="*/ 6603796 h 6858000"/>
              <a:gd name="connsiteX432" fmla="*/ 1818273 w 7467600"/>
              <a:gd name="connsiteY432" fmla="*/ 6715729 h 6858000"/>
              <a:gd name="connsiteX433" fmla="*/ 1794691 w 7467600"/>
              <a:gd name="connsiteY433" fmla="*/ 6843239 h 6858000"/>
              <a:gd name="connsiteX434" fmla="*/ 1794914 w 7467600"/>
              <a:gd name="connsiteY434" fmla="*/ 6858000 h 6858000"/>
              <a:gd name="connsiteX435" fmla="*/ 1746128 w 7467600"/>
              <a:gd name="connsiteY435" fmla="*/ 6858000 h 6858000"/>
              <a:gd name="connsiteX436" fmla="*/ 1753934 w 7467600"/>
              <a:gd name="connsiteY436" fmla="*/ 6724796 h 6858000"/>
              <a:gd name="connsiteX437" fmla="*/ 1792053 w 7467600"/>
              <a:gd name="connsiteY437" fmla="*/ 6572396 h 6858000"/>
              <a:gd name="connsiteX438" fmla="*/ 1862248 w 7467600"/>
              <a:gd name="connsiteY438" fmla="*/ 6266397 h 6858000"/>
              <a:gd name="connsiteX439" fmla="*/ 1862250 w 7467600"/>
              <a:gd name="connsiteY439" fmla="*/ 6033531 h 6858000"/>
              <a:gd name="connsiteX440" fmla="*/ 1211999 w 7467600"/>
              <a:gd name="connsiteY440" fmla="*/ 6683610 h 6858000"/>
              <a:gd name="connsiteX441" fmla="*/ 1213266 w 7467600"/>
              <a:gd name="connsiteY441" fmla="*/ 6691947 h 6858000"/>
              <a:gd name="connsiteX442" fmla="*/ 1203370 w 7467600"/>
              <a:gd name="connsiteY442" fmla="*/ 6850676 h 6858000"/>
              <a:gd name="connsiteX443" fmla="*/ 1203671 w 7467600"/>
              <a:gd name="connsiteY443" fmla="*/ 6858000 h 6858000"/>
              <a:gd name="connsiteX444" fmla="*/ 1143180 w 7467600"/>
              <a:gd name="connsiteY444" fmla="*/ 6858000 h 6858000"/>
              <a:gd name="connsiteX445" fmla="*/ 1142176 w 7467600"/>
              <a:gd name="connsiteY445" fmla="*/ 6766045 h 6858000"/>
              <a:gd name="connsiteX446" fmla="*/ 1067484 w 7467600"/>
              <a:gd name="connsiteY446" fmla="*/ 6858000 h 6858000"/>
              <a:gd name="connsiteX447" fmla="*/ 953928 w 7467600"/>
              <a:gd name="connsiteY447" fmla="*/ 6858000 h 6858000"/>
              <a:gd name="connsiteX448" fmla="*/ 959715 w 7467600"/>
              <a:gd name="connsiteY448" fmla="*/ 6850185 h 6858000"/>
              <a:gd name="connsiteX449" fmla="*/ 1483788 w 7467600"/>
              <a:gd name="connsiteY449" fmla="*/ 6259174 h 6858000"/>
              <a:gd name="connsiteX450" fmla="*/ 1100671 w 7467600"/>
              <a:gd name="connsiteY450" fmla="*/ 6252137 h 6858000"/>
              <a:gd name="connsiteX451" fmla="*/ 1090144 w 7467600"/>
              <a:gd name="connsiteY451" fmla="*/ 6256748 h 6858000"/>
              <a:gd name="connsiteX452" fmla="*/ 1095872 w 7467600"/>
              <a:gd name="connsiteY452" fmla="*/ 6271892 h 6858000"/>
              <a:gd name="connsiteX453" fmla="*/ 262785 w 7467600"/>
              <a:gd name="connsiteY453" fmla="*/ 6845450 h 6858000"/>
              <a:gd name="connsiteX454" fmla="*/ 209968 w 7467600"/>
              <a:gd name="connsiteY454" fmla="*/ 6770713 h 6858000"/>
              <a:gd name="connsiteX455" fmla="*/ 873460 w 7467600"/>
              <a:gd name="connsiteY455" fmla="*/ 6253768 h 6858000"/>
              <a:gd name="connsiteX456" fmla="*/ 192686 w 7467600"/>
              <a:gd name="connsiteY456" fmla="*/ 5849257 h 6858000"/>
              <a:gd name="connsiteX457" fmla="*/ 4696 w 7467600"/>
              <a:gd name="connsiteY457" fmla="*/ 5697668 h 6858000"/>
              <a:gd name="connsiteX458" fmla="*/ 0 w 7467600"/>
              <a:gd name="connsiteY458" fmla="*/ 5689984 h 6858000"/>
              <a:gd name="connsiteX459" fmla="*/ 0 w 7467600"/>
              <a:gd name="connsiteY459" fmla="*/ 5513472 h 6858000"/>
              <a:gd name="connsiteX460" fmla="*/ 174101 w 7467600"/>
              <a:gd name="connsiteY460" fmla="*/ 5620277 h 6858000"/>
              <a:gd name="connsiteX461" fmla="*/ 891800 w 7467600"/>
              <a:gd name="connsiteY461" fmla="*/ 6036935 h 6858000"/>
              <a:gd name="connsiteX462" fmla="*/ 1072219 w 7467600"/>
              <a:gd name="connsiteY462" fmla="*/ 6169443 h 6858000"/>
              <a:gd name="connsiteX463" fmla="*/ 1074117 w 7467600"/>
              <a:gd name="connsiteY463" fmla="*/ 6170301 h 6858000"/>
              <a:gd name="connsiteX464" fmla="*/ 1083114 w 7467600"/>
              <a:gd name="connsiteY464" fmla="*/ 6174131 h 6858000"/>
              <a:gd name="connsiteX465" fmla="*/ 1543010 w 7467600"/>
              <a:gd name="connsiteY465" fmla="*/ 6191140 h 6858000"/>
              <a:gd name="connsiteX466" fmla="*/ 1551080 w 7467600"/>
              <a:gd name="connsiteY466" fmla="*/ 6195006 h 6858000"/>
              <a:gd name="connsiteX467" fmla="*/ 2345443 w 7467600"/>
              <a:gd name="connsiteY467" fmla="*/ 5549882 h 6858000"/>
              <a:gd name="connsiteX468" fmla="*/ 1721499 w 7467600"/>
              <a:gd name="connsiteY468" fmla="*/ 5599969 h 6858000"/>
              <a:gd name="connsiteX469" fmla="*/ 767716 w 7467600"/>
              <a:gd name="connsiteY469" fmla="*/ 5472768 h 6858000"/>
              <a:gd name="connsiteX470" fmla="*/ 722147 w 7467600"/>
              <a:gd name="connsiteY470" fmla="*/ 5393091 h 6858000"/>
              <a:gd name="connsiteX471" fmla="*/ 1485552 w 7467600"/>
              <a:gd name="connsiteY471" fmla="*/ 5313202 h 6858000"/>
              <a:gd name="connsiteX472" fmla="*/ 2143004 w 7467600"/>
              <a:gd name="connsiteY472" fmla="*/ 5402420 h 6858000"/>
              <a:gd name="connsiteX473" fmla="*/ 1933391 w 7467600"/>
              <a:gd name="connsiteY473" fmla="*/ 5156971 h 6858000"/>
              <a:gd name="connsiteX474" fmla="*/ 1827118 w 7467600"/>
              <a:gd name="connsiteY474" fmla="*/ 4968410 h 6858000"/>
              <a:gd name="connsiteX475" fmla="*/ 1837349 w 7467600"/>
              <a:gd name="connsiteY475" fmla="*/ 4956357 h 6858000"/>
              <a:gd name="connsiteX476" fmla="*/ 2162835 w 7467600"/>
              <a:gd name="connsiteY476" fmla="*/ 5187853 h 6858000"/>
              <a:gd name="connsiteX477" fmla="*/ 2257167 w 7467600"/>
              <a:gd name="connsiteY477" fmla="*/ 5462123 h 6858000"/>
              <a:gd name="connsiteX478" fmla="*/ 2261598 w 7467600"/>
              <a:gd name="connsiteY478" fmla="*/ 5467998 h 6858000"/>
              <a:gd name="connsiteX479" fmla="*/ 2437177 w 7467600"/>
              <a:gd name="connsiteY479" fmla="*/ 5479608 h 6858000"/>
              <a:gd name="connsiteX480" fmla="*/ 2445247 w 7467600"/>
              <a:gd name="connsiteY480" fmla="*/ 5483476 h 6858000"/>
              <a:gd name="connsiteX481" fmla="*/ 2743626 w 7467600"/>
              <a:gd name="connsiteY481" fmla="*/ 5304819 h 6858000"/>
              <a:gd name="connsiteX482" fmla="*/ 3048102 w 7467600"/>
              <a:gd name="connsiteY482" fmla="*/ 5150595 h 6858000"/>
              <a:gd name="connsiteX483" fmla="*/ 1799414 w 7467600"/>
              <a:gd name="connsiteY483" fmla="*/ 4694732 h 6858000"/>
              <a:gd name="connsiteX484" fmla="*/ 1771735 w 7467600"/>
              <a:gd name="connsiteY484" fmla="*/ 4619929 h 6858000"/>
              <a:gd name="connsiteX485" fmla="*/ 3104273 w 7467600"/>
              <a:gd name="connsiteY485" fmla="*/ 5076159 h 6858000"/>
              <a:gd name="connsiteX486" fmla="*/ 3113245 w 7467600"/>
              <a:gd name="connsiteY486" fmla="*/ 5090705 h 6858000"/>
              <a:gd name="connsiteX487" fmla="*/ 3126294 w 7467600"/>
              <a:gd name="connsiteY487" fmla="*/ 5114400 h 6858000"/>
              <a:gd name="connsiteX488" fmla="*/ 3937433 w 7467600"/>
              <a:gd name="connsiteY488" fmla="*/ 4830473 h 6858000"/>
              <a:gd name="connsiteX489" fmla="*/ 3590475 w 7467600"/>
              <a:gd name="connsiteY489" fmla="*/ 4597974 h 6858000"/>
              <a:gd name="connsiteX490" fmla="*/ 3100264 w 7467600"/>
              <a:gd name="connsiteY490" fmla="*/ 4579845 h 6858000"/>
              <a:gd name="connsiteX491" fmla="*/ 2183576 w 7467600"/>
              <a:gd name="connsiteY491" fmla="*/ 4227150 h 6858000"/>
              <a:gd name="connsiteX492" fmla="*/ 2151029 w 7467600"/>
              <a:gd name="connsiteY492" fmla="*/ 4146947 h 6858000"/>
              <a:gd name="connsiteX493" fmla="*/ 3563434 w 7467600"/>
              <a:gd name="connsiteY493" fmla="*/ 4469115 h 6858000"/>
              <a:gd name="connsiteX494" fmla="*/ 3177952 w 7467600"/>
              <a:gd name="connsiteY494" fmla="*/ 3657386 h 6858000"/>
              <a:gd name="connsiteX495" fmla="*/ 3189263 w 7467600"/>
              <a:gd name="connsiteY495" fmla="*/ 3625726 h 6858000"/>
              <a:gd name="connsiteX496" fmla="*/ 3560912 w 7467600"/>
              <a:gd name="connsiteY496" fmla="*/ 4079863 h 6858000"/>
              <a:gd name="connsiteX497" fmla="*/ 3626636 w 7467600"/>
              <a:gd name="connsiteY497" fmla="*/ 4512230 h 6858000"/>
              <a:gd name="connsiteX498" fmla="*/ 3653088 w 7467600"/>
              <a:gd name="connsiteY498" fmla="*/ 4521417 h 6858000"/>
              <a:gd name="connsiteX499" fmla="*/ 3988128 w 7467600"/>
              <a:gd name="connsiteY499" fmla="*/ 4817267 h 6858000"/>
              <a:gd name="connsiteX500" fmla="*/ 4830582 w 7467600"/>
              <a:gd name="connsiteY500" fmla="*/ 4676000 h 6858000"/>
              <a:gd name="connsiteX501" fmla="*/ 4830100 w 7467600"/>
              <a:gd name="connsiteY501" fmla="*/ 4675554 h 6858000"/>
              <a:gd name="connsiteX502" fmla="*/ 4036318 w 7467600"/>
              <a:gd name="connsiteY502" fmla="*/ 4147013 h 6858000"/>
              <a:gd name="connsiteX503" fmla="*/ 3432098 w 7467600"/>
              <a:gd name="connsiteY503" fmla="*/ 3537312 h 6858000"/>
              <a:gd name="connsiteX504" fmla="*/ 3446761 w 7467600"/>
              <a:gd name="connsiteY504" fmla="*/ 3461278 h 6858000"/>
              <a:gd name="connsiteX505" fmla="*/ 4419733 w 7467600"/>
              <a:gd name="connsiteY505" fmla="*/ 3963555 h 6858000"/>
              <a:gd name="connsiteX506" fmla="*/ 4781371 w 7467600"/>
              <a:gd name="connsiteY506" fmla="*/ 4458604 h 6858000"/>
              <a:gd name="connsiteX507" fmla="*/ 4780440 w 7467600"/>
              <a:gd name="connsiteY507" fmla="*/ 4470290 h 6858000"/>
              <a:gd name="connsiteX508" fmla="*/ 4898954 w 7467600"/>
              <a:gd name="connsiteY508" fmla="*/ 4662092 h 6858000"/>
              <a:gd name="connsiteX509" fmla="*/ 4900699 w 7467600"/>
              <a:gd name="connsiteY509" fmla="*/ 4670867 h 6858000"/>
              <a:gd name="connsiteX510" fmla="*/ 5714511 w 7467600"/>
              <a:gd name="connsiteY510" fmla="*/ 4663483 h 6858000"/>
              <a:gd name="connsiteX511" fmla="*/ 5464793 w 7467600"/>
              <a:gd name="connsiteY511" fmla="*/ 4393556 h 6858000"/>
              <a:gd name="connsiteX512" fmla="*/ 5461897 w 7467600"/>
              <a:gd name="connsiteY512" fmla="*/ 4390879 h 6858000"/>
              <a:gd name="connsiteX513" fmla="*/ 4294126 w 7467600"/>
              <a:gd name="connsiteY513" fmla="*/ 3303048 h 6858000"/>
              <a:gd name="connsiteX514" fmla="*/ 4305321 w 7467600"/>
              <a:gd name="connsiteY514" fmla="*/ 3256953 h 6858000"/>
              <a:gd name="connsiteX515" fmla="*/ 4949299 w 7467600"/>
              <a:gd name="connsiteY515" fmla="*/ 3766336 h 6858000"/>
              <a:gd name="connsiteX516" fmla="*/ 5291452 w 7467600"/>
              <a:gd name="connsiteY516" fmla="*/ 4076801 h 6858000"/>
              <a:gd name="connsiteX517" fmla="*/ 5434998 w 7467600"/>
              <a:gd name="connsiteY517" fmla="*/ 4254100 h 6858000"/>
              <a:gd name="connsiteX518" fmla="*/ 5351015 w 7467600"/>
              <a:gd name="connsiteY518" fmla="*/ 3760989 h 6858000"/>
              <a:gd name="connsiteX519" fmla="*/ 5413780 w 7467600"/>
              <a:gd name="connsiteY519" fmla="*/ 2966265 h 6858000"/>
              <a:gd name="connsiteX520" fmla="*/ 5425627 w 7467600"/>
              <a:gd name="connsiteY520" fmla="*/ 2954192 h 6858000"/>
              <a:gd name="connsiteX521" fmla="*/ 6604735 w 7467600"/>
              <a:gd name="connsiteY521" fmla="*/ 2041381 h 6858000"/>
              <a:gd name="connsiteX522" fmla="*/ 7204487 w 7467600"/>
              <a:gd name="connsiteY522" fmla="*/ 2742112 h 6858000"/>
              <a:gd name="connsiteX523" fmla="*/ 7131592 w 7467600"/>
              <a:gd name="connsiteY523" fmla="*/ 2672096 h 6858000"/>
              <a:gd name="connsiteX524" fmla="*/ 6996344 w 7467600"/>
              <a:gd name="connsiteY524" fmla="*/ 2518310 h 6858000"/>
              <a:gd name="connsiteX525" fmla="*/ 6735495 w 7467600"/>
              <a:gd name="connsiteY525" fmla="*/ 2196890 h 6858000"/>
              <a:gd name="connsiteX526" fmla="*/ 6721901 w 7467600"/>
              <a:gd name="connsiteY526" fmla="*/ 2179274 h 6858000"/>
              <a:gd name="connsiteX527" fmla="*/ 6604735 w 7467600"/>
              <a:gd name="connsiteY527" fmla="*/ 2041381 h 6858000"/>
              <a:gd name="connsiteX528" fmla="*/ 6591670 w 7467600"/>
              <a:gd name="connsiteY528" fmla="*/ 1988277 h 6858000"/>
              <a:gd name="connsiteX529" fmla="*/ 6747349 w 7467600"/>
              <a:gd name="connsiteY529" fmla="*/ 2160069 h 6858000"/>
              <a:gd name="connsiteX530" fmla="*/ 6760943 w 7467600"/>
              <a:gd name="connsiteY530" fmla="*/ 2177686 h 6858000"/>
              <a:gd name="connsiteX531" fmla="*/ 7021065 w 7467600"/>
              <a:gd name="connsiteY531" fmla="*/ 2498102 h 6858000"/>
              <a:gd name="connsiteX532" fmla="*/ 7155223 w 7467600"/>
              <a:gd name="connsiteY532" fmla="*/ 2650386 h 6858000"/>
              <a:gd name="connsiteX533" fmla="*/ 7203167 w 7467600"/>
              <a:gd name="connsiteY533" fmla="*/ 2697288 h 6858000"/>
              <a:gd name="connsiteX534" fmla="*/ 6937703 w 7467600"/>
              <a:gd name="connsiteY534" fmla="*/ 2321981 h 6858000"/>
              <a:gd name="connsiteX535" fmla="*/ 6591670 w 7467600"/>
              <a:gd name="connsiteY535" fmla="*/ 1988277 h 6858000"/>
              <a:gd name="connsiteX536" fmla="*/ 5798671 w 7467600"/>
              <a:gd name="connsiteY536" fmla="*/ 1981601 h 6858000"/>
              <a:gd name="connsiteX537" fmla="*/ 5754709 w 7467600"/>
              <a:gd name="connsiteY537" fmla="*/ 2071454 h 6858000"/>
              <a:gd name="connsiteX538" fmla="*/ 5763044 w 7467600"/>
              <a:gd name="connsiteY538" fmla="*/ 2842206 h 6858000"/>
              <a:gd name="connsiteX539" fmla="*/ 5764974 w 7467600"/>
              <a:gd name="connsiteY539" fmla="*/ 2799609 h 6858000"/>
              <a:gd name="connsiteX540" fmla="*/ 5767665 w 7467600"/>
              <a:gd name="connsiteY540" fmla="*/ 2666409 h 6858000"/>
              <a:gd name="connsiteX541" fmla="*/ 5763055 w 7467600"/>
              <a:gd name="connsiteY541" fmla="*/ 2579705 h 6858000"/>
              <a:gd name="connsiteX542" fmla="*/ 5758079 w 7467600"/>
              <a:gd name="connsiteY542" fmla="*/ 2492508 h 6858000"/>
              <a:gd name="connsiteX543" fmla="*/ 5779325 w 7467600"/>
              <a:gd name="connsiteY543" fmla="*/ 2197069 h 6858000"/>
              <a:gd name="connsiteX544" fmla="*/ 5798671 w 7467600"/>
              <a:gd name="connsiteY544" fmla="*/ 1981601 h 6858000"/>
              <a:gd name="connsiteX545" fmla="*/ 5829202 w 7467600"/>
              <a:gd name="connsiteY545" fmla="*/ 1971679 h 6858000"/>
              <a:gd name="connsiteX546" fmla="*/ 5809558 w 7467600"/>
              <a:gd name="connsiteY546" fmla="*/ 2198043 h 6858000"/>
              <a:gd name="connsiteX547" fmla="*/ 5788653 w 7467600"/>
              <a:gd name="connsiteY547" fmla="*/ 2489430 h 6858000"/>
              <a:gd name="connsiteX548" fmla="*/ 5793439 w 7467600"/>
              <a:gd name="connsiteY548" fmla="*/ 2575235 h 6858000"/>
              <a:gd name="connsiteX549" fmla="*/ 5796837 w 7467600"/>
              <a:gd name="connsiteY549" fmla="*/ 2637633 h 6858000"/>
              <a:gd name="connsiteX550" fmla="*/ 5818614 w 7467600"/>
              <a:gd name="connsiteY550" fmla="*/ 2473055 h 6858000"/>
              <a:gd name="connsiteX551" fmla="*/ 5829202 w 7467600"/>
              <a:gd name="connsiteY551" fmla="*/ 1971679 h 6858000"/>
              <a:gd name="connsiteX552" fmla="*/ 5911389 w 7467600"/>
              <a:gd name="connsiteY552" fmla="*/ 1898371 h 6858000"/>
              <a:gd name="connsiteX553" fmla="*/ 6237627 w 7467600"/>
              <a:gd name="connsiteY553" fmla="*/ 2231921 h 6858000"/>
              <a:gd name="connsiteX554" fmla="*/ 5911389 w 7467600"/>
              <a:gd name="connsiteY554" fmla="*/ 1898371 h 6858000"/>
              <a:gd name="connsiteX555" fmla="*/ 6944437 w 7467600"/>
              <a:gd name="connsiteY555" fmla="*/ 1575402 h 6858000"/>
              <a:gd name="connsiteX556" fmla="*/ 6304730 w 7467600"/>
              <a:gd name="connsiteY556" fmla="*/ 1766654 h 6858000"/>
              <a:gd name="connsiteX557" fmla="*/ 6944437 w 7467600"/>
              <a:gd name="connsiteY557" fmla="*/ 1575402 h 6858000"/>
              <a:gd name="connsiteX558" fmla="*/ 7019523 w 7467600"/>
              <a:gd name="connsiteY558" fmla="*/ 1519450 h 6858000"/>
              <a:gd name="connsiteX559" fmla="*/ 6298091 w 7467600"/>
              <a:gd name="connsiteY559" fmla="*/ 1737122 h 6858000"/>
              <a:gd name="connsiteX560" fmla="*/ 7019523 w 7467600"/>
              <a:gd name="connsiteY560" fmla="*/ 1519450 h 6858000"/>
              <a:gd name="connsiteX561" fmla="*/ 2399523 w 7467600"/>
              <a:gd name="connsiteY561" fmla="*/ 1428234 h 6858000"/>
              <a:gd name="connsiteX562" fmla="*/ 2224982 w 7467600"/>
              <a:gd name="connsiteY562" fmla="*/ 1826201 h 6858000"/>
              <a:gd name="connsiteX563" fmla="*/ 2096099 w 7467600"/>
              <a:gd name="connsiteY563" fmla="*/ 2345900 h 6858000"/>
              <a:gd name="connsiteX564" fmla="*/ 2283317 w 7467600"/>
              <a:gd name="connsiteY564" fmla="*/ 1796925 h 6858000"/>
              <a:gd name="connsiteX565" fmla="*/ 2399523 w 7467600"/>
              <a:gd name="connsiteY565" fmla="*/ 1428234 h 6858000"/>
              <a:gd name="connsiteX566" fmla="*/ 2448558 w 7467600"/>
              <a:gd name="connsiteY566" fmla="*/ 1373435 h 6858000"/>
              <a:gd name="connsiteX567" fmla="*/ 2312521 w 7467600"/>
              <a:gd name="connsiteY567" fmla="*/ 1806140 h 6858000"/>
              <a:gd name="connsiteX568" fmla="*/ 2127533 w 7467600"/>
              <a:gd name="connsiteY568" fmla="*/ 2348380 h 6858000"/>
              <a:gd name="connsiteX569" fmla="*/ 2358080 w 7467600"/>
              <a:gd name="connsiteY569" fmla="*/ 1866134 h 6858000"/>
              <a:gd name="connsiteX570" fmla="*/ 2407436 w 7467600"/>
              <a:gd name="connsiteY570" fmla="*/ 1651070 h 6858000"/>
              <a:gd name="connsiteX571" fmla="*/ 2448558 w 7467600"/>
              <a:gd name="connsiteY571" fmla="*/ 1373435 h 6858000"/>
              <a:gd name="connsiteX572" fmla="*/ 278707 w 7467600"/>
              <a:gd name="connsiteY572" fmla="*/ 1352270 h 6858000"/>
              <a:gd name="connsiteX573" fmla="*/ 321570 w 7467600"/>
              <a:gd name="connsiteY573" fmla="*/ 1861610 h 6858000"/>
              <a:gd name="connsiteX574" fmla="*/ 294281 w 7467600"/>
              <a:gd name="connsiteY574" fmla="*/ 1440658 h 6858000"/>
              <a:gd name="connsiteX575" fmla="*/ 278707 w 7467600"/>
              <a:gd name="connsiteY575" fmla="*/ 1352270 h 6858000"/>
              <a:gd name="connsiteX576" fmla="*/ 1423821 w 7467600"/>
              <a:gd name="connsiteY576" fmla="*/ 1351958 h 6858000"/>
              <a:gd name="connsiteX577" fmla="*/ 1638521 w 7467600"/>
              <a:gd name="connsiteY577" fmla="*/ 1908470 h 6858000"/>
              <a:gd name="connsiteX578" fmla="*/ 1754199 w 7467600"/>
              <a:gd name="connsiteY578" fmla="*/ 2149284 h 6858000"/>
              <a:gd name="connsiteX579" fmla="*/ 1908359 w 7467600"/>
              <a:gd name="connsiteY579" fmla="*/ 2364988 h 6858000"/>
              <a:gd name="connsiteX580" fmla="*/ 1647661 w 7467600"/>
              <a:gd name="connsiteY580" fmla="*/ 1825945 h 6858000"/>
              <a:gd name="connsiteX581" fmla="*/ 1423821 w 7467600"/>
              <a:gd name="connsiteY581" fmla="*/ 1351958 h 6858000"/>
              <a:gd name="connsiteX582" fmla="*/ 1431890 w 7467600"/>
              <a:gd name="connsiteY582" fmla="*/ 1306475 h 6858000"/>
              <a:gd name="connsiteX583" fmla="*/ 1507597 w 7467600"/>
              <a:gd name="connsiteY583" fmla="*/ 1446132 h 6858000"/>
              <a:gd name="connsiteX584" fmla="*/ 1674586 w 7467600"/>
              <a:gd name="connsiteY584" fmla="*/ 1813832 h 6858000"/>
              <a:gd name="connsiteX585" fmla="*/ 1815950 w 7467600"/>
              <a:gd name="connsiteY585" fmla="*/ 2128564 h 6858000"/>
              <a:gd name="connsiteX586" fmla="*/ 1984242 w 7467600"/>
              <a:gd name="connsiteY586" fmla="*/ 2430829 h 6858000"/>
              <a:gd name="connsiteX587" fmla="*/ 2014023 w 7467600"/>
              <a:gd name="connsiteY587" fmla="*/ 2450995 h 6858000"/>
              <a:gd name="connsiteX588" fmla="*/ 1747337 w 7467600"/>
              <a:gd name="connsiteY588" fmla="*/ 1855264 h 6858000"/>
              <a:gd name="connsiteX589" fmla="*/ 1533749 w 7467600"/>
              <a:gd name="connsiteY589" fmla="*/ 1478656 h 6858000"/>
              <a:gd name="connsiteX590" fmla="*/ 1431890 w 7467600"/>
              <a:gd name="connsiteY590" fmla="*/ 1306475 h 6858000"/>
              <a:gd name="connsiteX591" fmla="*/ 5052692 w 7467600"/>
              <a:gd name="connsiteY591" fmla="*/ 1292994 h 6858000"/>
              <a:gd name="connsiteX592" fmla="*/ 5200661 w 7467600"/>
              <a:gd name="connsiteY592" fmla="*/ 1635186 h 6858000"/>
              <a:gd name="connsiteX593" fmla="*/ 5297138 w 7467600"/>
              <a:gd name="connsiteY593" fmla="*/ 1906351 h 6858000"/>
              <a:gd name="connsiteX594" fmla="*/ 5052692 w 7467600"/>
              <a:gd name="connsiteY594" fmla="*/ 1292994 h 6858000"/>
              <a:gd name="connsiteX595" fmla="*/ 5009948 w 7467600"/>
              <a:gd name="connsiteY595" fmla="*/ 1273619 h 6858000"/>
              <a:gd name="connsiteX596" fmla="*/ 5121777 w 7467600"/>
              <a:gd name="connsiteY596" fmla="*/ 1654213 h 6858000"/>
              <a:gd name="connsiteX597" fmla="*/ 5293545 w 7467600"/>
              <a:gd name="connsiteY597" fmla="*/ 2072247 h 6858000"/>
              <a:gd name="connsiteX598" fmla="*/ 5294042 w 7467600"/>
              <a:gd name="connsiteY598" fmla="*/ 2065019 h 6858000"/>
              <a:gd name="connsiteX599" fmla="*/ 5171936 w 7467600"/>
              <a:gd name="connsiteY599" fmla="*/ 1647613 h 6858000"/>
              <a:gd name="connsiteX600" fmla="*/ 5009948 w 7467600"/>
              <a:gd name="connsiteY600" fmla="*/ 1273619 h 6858000"/>
              <a:gd name="connsiteX601" fmla="*/ 655236 w 7467600"/>
              <a:gd name="connsiteY601" fmla="*/ 1268632 h 6858000"/>
              <a:gd name="connsiteX602" fmla="*/ 839521 w 7467600"/>
              <a:gd name="connsiteY602" fmla="*/ 1685315 h 6858000"/>
              <a:gd name="connsiteX603" fmla="*/ 1109416 w 7467600"/>
              <a:gd name="connsiteY603" fmla="*/ 2061663 h 6858000"/>
              <a:gd name="connsiteX604" fmla="*/ 1298300 w 7467600"/>
              <a:gd name="connsiteY604" fmla="*/ 2247742 h 6858000"/>
              <a:gd name="connsiteX605" fmla="*/ 1125871 w 7467600"/>
              <a:gd name="connsiteY605" fmla="*/ 1989513 h 6858000"/>
              <a:gd name="connsiteX606" fmla="*/ 981574 w 7467600"/>
              <a:gd name="connsiteY606" fmla="*/ 1783157 h 6858000"/>
              <a:gd name="connsiteX607" fmla="*/ 922198 w 7467600"/>
              <a:gd name="connsiteY607" fmla="*/ 1677437 h 6858000"/>
              <a:gd name="connsiteX608" fmla="*/ 869293 w 7467600"/>
              <a:gd name="connsiteY608" fmla="*/ 1583214 h 6858000"/>
              <a:gd name="connsiteX609" fmla="*/ 751431 w 7467600"/>
              <a:gd name="connsiteY609" fmla="*/ 1405731 h 6858000"/>
              <a:gd name="connsiteX610" fmla="*/ 655236 w 7467600"/>
              <a:gd name="connsiteY610" fmla="*/ 1268632 h 6858000"/>
              <a:gd name="connsiteX611" fmla="*/ 6516292 w 7467600"/>
              <a:gd name="connsiteY611" fmla="*/ 1263064 h 6858000"/>
              <a:gd name="connsiteX612" fmla="*/ 5736320 w 7467600"/>
              <a:gd name="connsiteY612" fmla="*/ 1501803 h 6858000"/>
              <a:gd name="connsiteX613" fmla="*/ 6516292 w 7467600"/>
              <a:gd name="connsiteY613" fmla="*/ 1263064 h 6858000"/>
              <a:gd name="connsiteX614" fmla="*/ 291466 w 7467600"/>
              <a:gd name="connsiteY614" fmla="*/ 1250369 h 6858000"/>
              <a:gd name="connsiteX615" fmla="*/ 323180 w 7467600"/>
              <a:gd name="connsiteY615" fmla="*/ 1435283 h 6858000"/>
              <a:gd name="connsiteX616" fmla="*/ 349381 w 7467600"/>
              <a:gd name="connsiteY616" fmla="*/ 1875041 h 6858000"/>
              <a:gd name="connsiteX617" fmla="*/ 374363 w 7467600"/>
              <a:gd name="connsiteY617" fmla="*/ 1506494 h 6858000"/>
              <a:gd name="connsiteX618" fmla="*/ 302168 w 7467600"/>
              <a:gd name="connsiteY618" fmla="*/ 1274495 h 6858000"/>
              <a:gd name="connsiteX619" fmla="*/ 291466 w 7467600"/>
              <a:gd name="connsiteY619" fmla="*/ 1250369 h 6858000"/>
              <a:gd name="connsiteX620" fmla="*/ 678222 w 7467600"/>
              <a:gd name="connsiteY620" fmla="*/ 1248670 h 6858000"/>
              <a:gd name="connsiteX621" fmla="*/ 775536 w 7467600"/>
              <a:gd name="connsiteY621" fmla="*/ 1388015 h 6858000"/>
              <a:gd name="connsiteX622" fmla="*/ 894529 w 7467600"/>
              <a:gd name="connsiteY622" fmla="*/ 1567739 h 6858000"/>
              <a:gd name="connsiteX623" fmla="*/ 948000 w 7467600"/>
              <a:gd name="connsiteY623" fmla="*/ 1663088 h 6858000"/>
              <a:gd name="connsiteX624" fmla="*/ 1006812 w 7467600"/>
              <a:gd name="connsiteY624" fmla="*/ 1767683 h 6858000"/>
              <a:gd name="connsiteX625" fmla="*/ 1149133 w 7467600"/>
              <a:gd name="connsiteY625" fmla="*/ 1971513 h 6858000"/>
              <a:gd name="connsiteX626" fmla="*/ 1333952 w 7467600"/>
              <a:gd name="connsiteY626" fmla="*/ 2251620 h 6858000"/>
              <a:gd name="connsiteX627" fmla="*/ 1337329 w 7467600"/>
              <a:gd name="connsiteY627" fmla="*/ 2258350 h 6858000"/>
              <a:gd name="connsiteX628" fmla="*/ 1014726 w 7467600"/>
              <a:gd name="connsiteY628" fmla="*/ 1615556 h 6858000"/>
              <a:gd name="connsiteX629" fmla="*/ 678222 w 7467600"/>
              <a:gd name="connsiteY629" fmla="*/ 1248670 h 6858000"/>
              <a:gd name="connsiteX630" fmla="*/ 6691602 w 7467600"/>
              <a:gd name="connsiteY630" fmla="*/ 1140573 h 6858000"/>
              <a:gd name="connsiteX631" fmla="*/ 6571100 w 7467600"/>
              <a:gd name="connsiteY631" fmla="*/ 1183662 h 6858000"/>
              <a:gd name="connsiteX632" fmla="*/ 6241687 w 7467600"/>
              <a:gd name="connsiteY632" fmla="*/ 1257600 h 6858000"/>
              <a:gd name="connsiteX633" fmla="*/ 5693009 w 7467600"/>
              <a:gd name="connsiteY633" fmla="*/ 1478256 h 6858000"/>
              <a:gd name="connsiteX634" fmla="*/ 6548420 w 7467600"/>
              <a:gd name="connsiteY634" fmla="*/ 1214599 h 6858000"/>
              <a:gd name="connsiteX635" fmla="*/ 6605473 w 7467600"/>
              <a:gd name="connsiteY635" fmla="*/ 1184686 h 6858000"/>
              <a:gd name="connsiteX636" fmla="*/ 6691602 w 7467600"/>
              <a:gd name="connsiteY636" fmla="*/ 1140573 h 6858000"/>
              <a:gd name="connsiteX637" fmla="*/ 4002475 w 7467600"/>
              <a:gd name="connsiteY637" fmla="*/ 1037802 h 6858000"/>
              <a:gd name="connsiteX638" fmla="*/ 4000324 w 7467600"/>
              <a:gd name="connsiteY638" fmla="*/ 1039362 h 6858000"/>
              <a:gd name="connsiteX639" fmla="*/ 4002862 w 7467600"/>
              <a:gd name="connsiteY639" fmla="*/ 1042866 h 6858000"/>
              <a:gd name="connsiteX640" fmla="*/ 4002475 w 7467600"/>
              <a:gd name="connsiteY640" fmla="*/ 1037802 h 6858000"/>
              <a:gd name="connsiteX641" fmla="*/ 506322 w 7467600"/>
              <a:gd name="connsiteY641" fmla="*/ 1020997 h 6858000"/>
              <a:gd name="connsiteX642" fmla="*/ 533068 w 7467600"/>
              <a:gd name="connsiteY642" fmla="*/ 1029409 h 6858000"/>
              <a:gd name="connsiteX643" fmla="*/ 1232525 w 7467600"/>
              <a:gd name="connsiteY643" fmla="*/ 1804675 h 6858000"/>
              <a:gd name="connsiteX644" fmla="*/ 1388858 w 7467600"/>
              <a:gd name="connsiteY644" fmla="*/ 2368011 h 6858000"/>
              <a:gd name="connsiteX645" fmla="*/ 1384098 w 7467600"/>
              <a:gd name="connsiteY645" fmla="*/ 2378125 h 6858000"/>
              <a:gd name="connsiteX646" fmla="*/ 1425393 w 7467600"/>
              <a:gd name="connsiteY646" fmla="*/ 2589124 h 6858000"/>
              <a:gd name="connsiteX647" fmla="*/ 1424001 w 7467600"/>
              <a:gd name="connsiteY647" fmla="*/ 2597541 h 6858000"/>
              <a:gd name="connsiteX648" fmla="*/ 2152729 w 7467600"/>
              <a:gd name="connsiteY648" fmla="*/ 2864487 h 6858000"/>
              <a:gd name="connsiteX649" fmla="*/ 2020609 w 7467600"/>
              <a:gd name="connsiteY649" fmla="*/ 2539671 h 6858000"/>
              <a:gd name="connsiteX650" fmla="*/ 2018920 w 7467600"/>
              <a:gd name="connsiteY650" fmla="*/ 2536309 h 6858000"/>
              <a:gd name="connsiteX651" fmla="*/ 1342441 w 7467600"/>
              <a:gd name="connsiteY651" fmla="*/ 1173017 h 6858000"/>
              <a:gd name="connsiteX652" fmla="*/ 1367925 w 7467600"/>
              <a:gd name="connsiteY652" fmla="*/ 1135648 h 6858000"/>
              <a:gd name="connsiteX653" fmla="*/ 1771401 w 7467600"/>
              <a:gd name="connsiteY653" fmla="*/ 1806673 h 6858000"/>
              <a:gd name="connsiteX654" fmla="*/ 1972385 w 7467600"/>
              <a:gd name="connsiteY654" fmla="*/ 2198735 h 6858000"/>
              <a:gd name="connsiteX655" fmla="*/ 2040892 w 7467600"/>
              <a:gd name="connsiteY655" fmla="*/ 2405205 h 6858000"/>
              <a:gd name="connsiteX656" fmla="*/ 2131689 w 7467600"/>
              <a:gd name="connsiteY656" fmla="*/ 1936926 h 6858000"/>
              <a:gd name="connsiteX657" fmla="*/ 2454820 w 7467600"/>
              <a:gd name="connsiteY657" fmla="*/ 1248808 h 6858000"/>
              <a:gd name="connsiteX658" fmla="*/ 2492512 w 7467600"/>
              <a:gd name="connsiteY658" fmla="*/ 1302920 h 6858000"/>
              <a:gd name="connsiteX659" fmla="*/ 2081216 w 7467600"/>
              <a:gd name="connsiteY659" fmla="*/ 2527513 h 6858000"/>
              <a:gd name="connsiteX660" fmla="*/ 2081211 w 7467600"/>
              <a:gd name="connsiteY660" fmla="*/ 2528916 h 6858000"/>
              <a:gd name="connsiteX661" fmla="*/ 2199067 w 7467600"/>
              <a:gd name="connsiteY661" fmla="*/ 2884061 h 6858000"/>
              <a:gd name="connsiteX662" fmla="*/ 3192586 w 7467600"/>
              <a:gd name="connsiteY662" fmla="*/ 3411496 h 6858000"/>
              <a:gd name="connsiteX663" fmla="*/ 3182620 w 7467600"/>
              <a:gd name="connsiteY663" fmla="*/ 3483279 h 6858000"/>
              <a:gd name="connsiteX664" fmla="*/ 2435119 w 7467600"/>
              <a:gd name="connsiteY664" fmla="*/ 3080173 h 6858000"/>
              <a:gd name="connsiteX665" fmla="*/ 2410152 w 7467600"/>
              <a:gd name="connsiteY665" fmla="*/ 3063751 h 6858000"/>
              <a:gd name="connsiteX666" fmla="*/ 2408099 w 7467600"/>
              <a:gd name="connsiteY666" fmla="*/ 3064403 h 6858000"/>
              <a:gd name="connsiteX667" fmla="*/ 2407218 w 7467600"/>
              <a:gd name="connsiteY667" fmla="*/ 3070324 h 6858000"/>
              <a:gd name="connsiteX668" fmla="*/ 2380138 w 7467600"/>
              <a:gd name="connsiteY668" fmla="*/ 3099341 h 6858000"/>
              <a:gd name="connsiteX669" fmla="*/ 1765923 w 7467600"/>
              <a:gd name="connsiteY669" fmla="*/ 3581043 h 6858000"/>
              <a:gd name="connsiteX670" fmla="*/ 1702258 w 7467600"/>
              <a:gd name="connsiteY670" fmla="*/ 3612286 h 6858000"/>
              <a:gd name="connsiteX671" fmla="*/ 1538370 w 7467600"/>
              <a:gd name="connsiteY671" fmla="*/ 3811804 h 6858000"/>
              <a:gd name="connsiteX672" fmla="*/ 542867 w 7467600"/>
              <a:gd name="connsiteY672" fmla="*/ 4944092 h 6858000"/>
              <a:gd name="connsiteX673" fmla="*/ 515800 w 7467600"/>
              <a:gd name="connsiteY673" fmla="*/ 4862180 h 6858000"/>
              <a:gd name="connsiteX674" fmla="*/ 909145 w 7467600"/>
              <a:gd name="connsiteY674" fmla="*/ 4199225 h 6858000"/>
              <a:gd name="connsiteX675" fmla="*/ 1214067 w 7467600"/>
              <a:gd name="connsiteY675" fmla="*/ 3908561 h 6858000"/>
              <a:gd name="connsiteX676" fmla="*/ 640967 w 7467600"/>
              <a:gd name="connsiteY676" fmla="*/ 4105601 h 6858000"/>
              <a:gd name="connsiteX677" fmla="*/ 112563 w 7467600"/>
              <a:gd name="connsiteY677" fmla="*/ 4396952 h 6858000"/>
              <a:gd name="connsiteX678" fmla="*/ 0 w 7467600"/>
              <a:gd name="connsiteY678" fmla="*/ 4466006 h 6858000"/>
              <a:gd name="connsiteX679" fmla="*/ 0 w 7467600"/>
              <a:gd name="connsiteY679" fmla="*/ 4233763 h 6858000"/>
              <a:gd name="connsiteX680" fmla="*/ 36881 w 7467600"/>
              <a:gd name="connsiteY680" fmla="*/ 4200118 h 6858000"/>
              <a:gd name="connsiteX681" fmla="*/ 910534 w 7467600"/>
              <a:gd name="connsiteY681" fmla="*/ 3629753 h 6858000"/>
              <a:gd name="connsiteX682" fmla="*/ 1578717 w 7467600"/>
              <a:gd name="connsiteY682" fmla="*/ 3575982 h 6858000"/>
              <a:gd name="connsiteX683" fmla="*/ 2338780 w 7467600"/>
              <a:gd name="connsiteY683" fmla="*/ 3033725 h 6858000"/>
              <a:gd name="connsiteX684" fmla="*/ 1807991 w 7467600"/>
              <a:gd name="connsiteY684" fmla="*/ 2807184 h 6858000"/>
              <a:gd name="connsiteX685" fmla="*/ 1416358 w 7467600"/>
              <a:gd name="connsiteY685" fmla="*/ 3112571 h 6858000"/>
              <a:gd name="connsiteX686" fmla="*/ 939066 w 7467600"/>
              <a:gd name="connsiteY686" fmla="*/ 3378798 h 6858000"/>
              <a:gd name="connsiteX687" fmla="*/ 115099 w 7467600"/>
              <a:gd name="connsiteY687" fmla="*/ 3607650 h 6858000"/>
              <a:gd name="connsiteX688" fmla="*/ 97284 w 7467600"/>
              <a:gd name="connsiteY688" fmla="*/ 3520393 h 6858000"/>
              <a:gd name="connsiteX689" fmla="*/ 922050 w 7467600"/>
              <a:gd name="connsiteY689" fmla="*/ 3074867 h 6858000"/>
              <a:gd name="connsiteX690" fmla="*/ 1405265 w 7467600"/>
              <a:gd name="connsiteY690" fmla="*/ 3016319 h 6858000"/>
              <a:gd name="connsiteX691" fmla="*/ 1407512 w 7467600"/>
              <a:gd name="connsiteY691" fmla="*/ 3018001 h 6858000"/>
              <a:gd name="connsiteX692" fmla="*/ 1726266 w 7467600"/>
              <a:gd name="connsiteY692" fmla="*/ 2777274 h 6858000"/>
              <a:gd name="connsiteX693" fmla="*/ 625390 w 7467600"/>
              <a:gd name="connsiteY693" fmla="*/ 2514541 h 6858000"/>
              <a:gd name="connsiteX694" fmla="*/ 619799 w 7467600"/>
              <a:gd name="connsiteY694" fmla="*/ 2527180 h 6858000"/>
              <a:gd name="connsiteX695" fmla="*/ 310030 w 7467600"/>
              <a:gd name="connsiteY695" fmla="*/ 2771818 h 6858000"/>
              <a:gd name="connsiteX696" fmla="*/ 173877 w 7467600"/>
              <a:gd name="connsiteY696" fmla="*/ 2937056 h 6858000"/>
              <a:gd name="connsiteX697" fmla="*/ 77889 w 7467600"/>
              <a:gd name="connsiteY697" fmla="*/ 3138440 h 6858000"/>
              <a:gd name="connsiteX698" fmla="*/ 0 w 7467600"/>
              <a:gd name="connsiteY698" fmla="*/ 3271395 h 6858000"/>
              <a:gd name="connsiteX699" fmla="*/ 0 w 7467600"/>
              <a:gd name="connsiteY699" fmla="*/ 3153002 h 6858000"/>
              <a:gd name="connsiteX700" fmla="*/ 2386 w 7467600"/>
              <a:gd name="connsiteY700" fmla="*/ 3149203 h 6858000"/>
              <a:gd name="connsiteX701" fmla="*/ 89753 w 7467600"/>
              <a:gd name="connsiteY701" fmla="*/ 2987702 h 6858000"/>
              <a:gd name="connsiteX702" fmla="*/ 76869 w 7467600"/>
              <a:gd name="connsiteY702" fmla="*/ 3005404 h 6858000"/>
              <a:gd name="connsiteX703" fmla="*/ 32049 w 7467600"/>
              <a:gd name="connsiteY703" fmla="*/ 3065814 h 6858000"/>
              <a:gd name="connsiteX704" fmla="*/ 0 w 7467600"/>
              <a:gd name="connsiteY704" fmla="*/ 3108744 h 6858000"/>
              <a:gd name="connsiteX705" fmla="*/ 0 w 7467600"/>
              <a:gd name="connsiteY705" fmla="*/ 3058059 h 6858000"/>
              <a:gd name="connsiteX706" fmla="*/ 7610 w 7467600"/>
              <a:gd name="connsiteY706" fmla="*/ 3047889 h 6858000"/>
              <a:gd name="connsiteX707" fmla="*/ 52419 w 7467600"/>
              <a:gd name="connsiteY707" fmla="*/ 2987479 h 6858000"/>
              <a:gd name="connsiteX708" fmla="*/ 59142 w 7467600"/>
              <a:gd name="connsiteY708" fmla="*/ 2978488 h 6858000"/>
              <a:gd name="connsiteX709" fmla="*/ 0 w 7467600"/>
              <a:gd name="connsiteY709" fmla="*/ 3015334 h 6858000"/>
              <a:gd name="connsiteX710" fmla="*/ 0 w 7467600"/>
              <a:gd name="connsiteY710" fmla="*/ 2914286 h 6858000"/>
              <a:gd name="connsiteX711" fmla="*/ 36383 w 7467600"/>
              <a:gd name="connsiteY711" fmla="*/ 2901128 h 6858000"/>
              <a:gd name="connsiteX712" fmla="*/ 156329 w 7467600"/>
              <a:gd name="connsiteY712" fmla="*/ 2840533 h 6858000"/>
              <a:gd name="connsiteX713" fmla="*/ 358355 w 7467600"/>
              <a:gd name="connsiteY713" fmla="*/ 2620471 h 6858000"/>
              <a:gd name="connsiteX714" fmla="*/ 510577 w 7467600"/>
              <a:gd name="connsiteY714" fmla="*/ 2501244 h 6858000"/>
              <a:gd name="connsiteX715" fmla="*/ 211967 w 7467600"/>
              <a:gd name="connsiteY715" fmla="*/ 2479171 h 6858000"/>
              <a:gd name="connsiteX716" fmla="*/ 0 w 7467600"/>
              <a:gd name="connsiteY716" fmla="*/ 2476398 h 6858000"/>
              <a:gd name="connsiteX717" fmla="*/ 0 w 7467600"/>
              <a:gd name="connsiteY717" fmla="*/ 2389189 h 6858000"/>
              <a:gd name="connsiteX718" fmla="*/ 103062 w 7467600"/>
              <a:gd name="connsiteY718" fmla="*/ 2389518 h 6858000"/>
              <a:gd name="connsiteX719" fmla="*/ 510734 w 7467600"/>
              <a:gd name="connsiteY719" fmla="*/ 2416201 h 6858000"/>
              <a:gd name="connsiteX720" fmla="*/ 279257 w 7467600"/>
              <a:gd name="connsiteY720" fmla="*/ 2092102 h 6858000"/>
              <a:gd name="connsiteX721" fmla="*/ 65265 w 7467600"/>
              <a:gd name="connsiteY721" fmla="*/ 2006049 h 6858000"/>
              <a:gd name="connsiteX722" fmla="*/ 0 w 7467600"/>
              <a:gd name="connsiteY722" fmla="*/ 1982532 h 6858000"/>
              <a:gd name="connsiteX723" fmla="*/ 0 w 7467600"/>
              <a:gd name="connsiteY723" fmla="*/ 1912789 h 6858000"/>
              <a:gd name="connsiteX724" fmla="*/ 97460 w 7467600"/>
              <a:gd name="connsiteY724" fmla="*/ 1953725 h 6858000"/>
              <a:gd name="connsiteX725" fmla="*/ 221272 w 7467600"/>
              <a:gd name="connsiteY725" fmla="*/ 1980766 h 6858000"/>
              <a:gd name="connsiteX726" fmla="*/ 116765 w 7467600"/>
              <a:gd name="connsiteY726" fmla="*/ 1911033 h 6858000"/>
              <a:gd name="connsiteX727" fmla="*/ 16405 w 7467600"/>
              <a:gd name="connsiteY727" fmla="*/ 1803412 h 6858000"/>
              <a:gd name="connsiteX728" fmla="*/ 0 w 7467600"/>
              <a:gd name="connsiteY728" fmla="*/ 1784777 h 6858000"/>
              <a:gd name="connsiteX729" fmla="*/ 0 w 7467600"/>
              <a:gd name="connsiteY729" fmla="*/ 1740082 h 6858000"/>
              <a:gd name="connsiteX730" fmla="*/ 39394 w 7467600"/>
              <a:gd name="connsiteY730" fmla="*/ 1784856 h 6858000"/>
              <a:gd name="connsiteX731" fmla="*/ 135813 w 7467600"/>
              <a:gd name="connsiteY731" fmla="*/ 1888838 h 6858000"/>
              <a:gd name="connsiteX732" fmla="*/ 242575 w 7467600"/>
              <a:gd name="connsiteY732" fmla="*/ 1958841 h 6858000"/>
              <a:gd name="connsiteX733" fmla="*/ 82197 w 7467600"/>
              <a:gd name="connsiteY733" fmla="*/ 1754826 h 6858000"/>
              <a:gd name="connsiteX734" fmla="*/ 0 w 7467600"/>
              <a:gd name="connsiteY734" fmla="*/ 1679650 h 6858000"/>
              <a:gd name="connsiteX735" fmla="*/ 0 w 7467600"/>
              <a:gd name="connsiteY735" fmla="*/ 1602463 h 6858000"/>
              <a:gd name="connsiteX736" fmla="*/ 84689 w 7467600"/>
              <a:gd name="connsiteY736" fmla="*/ 1677442 h 6858000"/>
              <a:gd name="connsiteX737" fmla="*/ 298437 w 7467600"/>
              <a:gd name="connsiteY737" fmla="*/ 1968019 h 6858000"/>
              <a:gd name="connsiteX738" fmla="*/ 227269 w 7467600"/>
              <a:gd name="connsiteY738" fmla="*/ 1114064 h 6858000"/>
              <a:gd name="connsiteX739" fmla="*/ 248003 w 7467600"/>
              <a:gd name="connsiteY739" fmla="*/ 1089613 h 6858000"/>
              <a:gd name="connsiteX740" fmla="*/ 427020 w 7467600"/>
              <a:gd name="connsiteY740" fmla="*/ 1619803 h 6858000"/>
              <a:gd name="connsiteX741" fmla="*/ 340345 w 7467600"/>
              <a:gd name="connsiteY741" fmla="*/ 2027739 h 6858000"/>
              <a:gd name="connsiteX742" fmla="*/ 360865 w 7467600"/>
              <a:gd name="connsiteY742" fmla="*/ 2044827 h 6858000"/>
              <a:gd name="connsiteX743" fmla="*/ 560414 w 7467600"/>
              <a:gd name="connsiteY743" fmla="*/ 2421457 h 6858000"/>
              <a:gd name="connsiteX744" fmla="*/ 1359703 w 7467600"/>
              <a:gd name="connsiteY744" fmla="*/ 2578554 h 6858000"/>
              <a:gd name="connsiteX745" fmla="*/ 1359422 w 7467600"/>
              <a:gd name="connsiteY745" fmla="*/ 2577994 h 6858000"/>
              <a:gd name="connsiteX746" fmla="*/ 828701 w 7467600"/>
              <a:gd name="connsiteY746" fmla="*/ 1839520 h 6858000"/>
              <a:gd name="connsiteX747" fmla="*/ 494427 w 7467600"/>
              <a:gd name="connsiteY747" fmla="*/ 1092333 h 6858000"/>
              <a:gd name="connsiteX748" fmla="*/ 506322 w 7467600"/>
              <a:gd name="connsiteY748" fmla="*/ 1020997 h 6858000"/>
              <a:gd name="connsiteX749" fmla="*/ 4570198 w 7467600"/>
              <a:gd name="connsiteY749" fmla="*/ 978081 h 6858000"/>
              <a:gd name="connsiteX750" fmla="*/ 4523691 w 7467600"/>
              <a:gd name="connsiteY750" fmla="*/ 1127776 h 6858000"/>
              <a:gd name="connsiteX751" fmla="*/ 4509875 w 7467600"/>
              <a:gd name="connsiteY751" fmla="*/ 1167552 h 6858000"/>
              <a:gd name="connsiteX752" fmla="*/ 4478168 w 7467600"/>
              <a:gd name="connsiteY752" fmla="*/ 1260735 h 6858000"/>
              <a:gd name="connsiteX753" fmla="*/ 4409309 w 7467600"/>
              <a:gd name="connsiteY753" fmla="*/ 1666996 h 6858000"/>
              <a:gd name="connsiteX754" fmla="*/ 4370031 w 7467600"/>
              <a:gd name="connsiteY754" fmla="*/ 1955666 h 6858000"/>
              <a:gd name="connsiteX755" fmla="*/ 4570198 w 7467600"/>
              <a:gd name="connsiteY755" fmla="*/ 978081 h 6858000"/>
              <a:gd name="connsiteX756" fmla="*/ 4557898 w 7467600"/>
              <a:gd name="connsiteY756" fmla="*/ 900011 h 6858000"/>
              <a:gd name="connsiteX757" fmla="*/ 4344840 w 7467600"/>
              <a:gd name="connsiteY757" fmla="*/ 1922038 h 6858000"/>
              <a:gd name="connsiteX758" fmla="*/ 4378710 w 7467600"/>
              <a:gd name="connsiteY758" fmla="*/ 1665516 h 6858000"/>
              <a:gd name="connsiteX759" fmla="*/ 4448798 w 7467600"/>
              <a:gd name="connsiteY759" fmla="*/ 1253024 h 6858000"/>
              <a:gd name="connsiteX760" fmla="*/ 4480315 w 7467600"/>
              <a:gd name="connsiteY760" fmla="*/ 1158454 h 6858000"/>
              <a:gd name="connsiteX761" fmla="*/ 4494133 w 7467600"/>
              <a:gd name="connsiteY761" fmla="*/ 1118676 h 6858000"/>
              <a:gd name="connsiteX762" fmla="*/ 4557898 w 7467600"/>
              <a:gd name="connsiteY762" fmla="*/ 900011 h 6858000"/>
              <a:gd name="connsiteX763" fmla="*/ 5870151 w 7467600"/>
              <a:gd name="connsiteY763" fmla="*/ 898890 h 6858000"/>
              <a:gd name="connsiteX764" fmla="*/ 5861335 w 7467600"/>
              <a:gd name="connsiteY764" fmla="*/ 899177 h 6858000"/>
              <a:gd name="connsiteX765" fmla="*/ 5843702 w 7467600"/>
              <a:gd name="connsiteY765" fmla="*/ 899748 h 6858000"/>
              <a:gd name="connsiteX766" fmla="*/ 5651107 w 7467600"/>
              <a:gd name="connsiteY766" fmla="*/ 920306 h 6858000"/>
              <a:gd name="connsiteX767" fmla="*/ 5459407 w 7467600"/>
              <a:gd name="connsiteY767" fmla="*/ 940975 h 6858000"/>
              <a:gd name="connsiteX768" fmla="*/ 5374846 w 7467600"/>
              <a:gd name="connsiteY768" fmla="*/ 941988 h 6858000"/>
              <a:gd name="connsiteX769" fmla="*/ 5256105 w 7467600"/>
              <a:gd name="connsiteY769" fmla="*/ 945632 h 6858000"/>
              <a:gd name="connsiteX770" fmla="*/ 5107071 w 7467600"/>
              <a:gd name="connsiteY770" fmla="*/ 969720 h 6858000"/>
              <a:gd name="connsiteX771" fmla="*/ 4998681 w 7467600"/>
              <a:gd name="connsiteY771" fmla="*/ 988771 h 6858000"/>
              <a:gd name="connsiteX772" fmla="*/ 5870151 w 7467600"/>
              <a:gd name="connsiteY772" fmla="*/ 898890 h 6858000"/>
              <a:gd name="connsiteX773" fmla="*/ 5504425 w 7467600"/>
              <a:gd name="connsiteY773" fmla="*/ 848067 h 6858000"/>
              <a:gd name="connsiteX774" fmla="*/ 4968849 w 7467600"/>
              <a:gd name="connsiteY774" fmla="*/ 962318 h 6858000"/>
              <a:gd name="connsiteX775" fmla="*/ 5104039 w 7467600"/>
              <a:gd name="connsiteY775" fmla="*/ 940634 h 6858000"/>
              <a:gd name="connsiteX776" fmla="*/ 5256311 w 7467600"/>
              <a:gd name="connsiteY776" fmla="*/ 916490 h 6858000"/>
              <a:gd name="connsiteX777" fmla="*/ 5377381 w 7467600"/>
              <a:gd name="connsiteY777" fmla="*/ 912671 h 6858000"/>
              <a:gd name="connsiteX778" fmla="*/ 5460148 w 7467600"/>
              <a:gd name="connsiteY778" fmla="*/ 911442 h 6858000"/>
              <a:gd name="connsiteX779" fmla="*/ 5648971 w 7467600"/>
              <a:gd name="connsiteY779" fmla="*/ 891331 h 6858000"/>
              <a:gd name="connsiteX780" fmla="*/ 5844807 w 7467600"/>
              <a:gd name="connsiteY780" fmla="*/ 870718 h 6858000"/>
              <a:gd name="connsiteX781" fmla="*/ 5862975 w 7467600"/>
              <a:gd name="connsiteY781" fmla="*/ 869756 h 6858000"/>
              <a:gd name="connsiteX782" fmla="*/ 5920887 w 7467600"/>
              <a:gd name="connsiteY782" fmla="*/ 865929 h 6858000"/>
              <a:gd name="connsiteX783" fmla="*/ 5504425 w 7467600"/>
              <a:gd name="connsiteY783" fmla="*/ 848067 h 6858000"/>
              <a:gd name="connsiteX784" fmla="*/ 3607114 w 7467600"/>
              <a:gd name="connsiteY784" fmla="*/ 467441 h 6858000"/>
              <a:gd name="connsiteX785" fmla="*/ 3296242 w 7467600"/>
              <a:gd name="connsiteY785" fmla="*/ 807991 h 6858000"/>
              <a:gd name="connsiteX786" fmla="*/ 3174674 w 7467600"/>
              <a:gd name="connsiteY786" fmla="*/ 919759 h 6858000"/>
              <a:gd name="connsiteX787" fmla="*/ 3042978 w 7467600"/>
              <a:gd name="connsiteY787" fmla="*/ 1054894 h 6858000"/>
              <a:gd name="connsiteX788" fmla="*/ 2968914 w 7467600"/>
              <a:gd name="connsiteY788" fmla="*/ 1133756 h 6858000"/>
              <a:gd name="connsiteX789" fmla="*/ 3103823 w 7467600"/>
              <a:gd name="connsiteY789" fmla="*/ 1026814 h 6858000"/>
              <a:gd name="connsiteX790" fmla="*/ 3607114 w 7467600"/>
              <a:gd name="connsiteY790" fmla="*/ 467441 h 6858000"/>
              <a:gd name="connsiteX791" fmla="*/ 3744487 w 7467600"/>
              <a:gd name="connsiteY791" fmla="*/ 383136 h 6858000"/>
              <a:gd name="connsiteX792" fmla="*/ 3970213 w 7467600"/>
              <a:gd name="connsiteY792" fmla="*/ 995559 h 6858000"/>
              <a:gd name="connsiteX793" fmla="*/ 3744487 w 7467600"/>
              <a:gd name="connsiteY793" fmla="*/ 383136 h 6858000"/>
              <a:gd name="connsiteX794" fmla="*/ 3624562 w 7467600"/>
              <a:gd name="connsiteY794" fmla="*/ 367041 h 6858000"/>
              <a:gd name="connsiteX795" fmla="*/ 3489712 w 7467600"/>
              <a:gd name="connsiteY795" fmla="*/ 485386 h 6858000"/>
              <a:gd name="connsiteX796" fmla="*/ 3182994 w 7467600"/>
              <a:gd name="connsiteY796" fmla="*/ 828265 h 6858000"/>
              <a:gd name="connsiteX797" fmla="*/ 2892114 w 7467600"/>
              <a:gd name="connsiteY797" fmla="*/ 1172635 h 6858000"/>
              <a:gd name="connsiteX798" fmla="*/ 3021459 w 7467600"/>
              <a:gd name="connsiteY798" fmla="*/ 1035385 h 6858000"/>
              <a:gd name="connsiteX799" fmla="*/ 3153873 w 7467600"/>
              <a:gd name="connsiteY799" fmla="*/ 898971 h 6858000"/>
              <a:gd name="connsiteX800" fmla="*/ 3276511 w 7467600"/>
              <a:gd name="connsiteY800" fmla="*/ 786423 h 6858000"/>
              <a:gd name="connsiteX801" fmla="*/ 3584154 w 7467600"/>
              <a:gd name="connsiteY801" fmla="*/ 448218 h 6858000"/>
              <a:gd name="connsiteX802" fmla="*/ 3624562 w 7467600"/>
              <a:gd name="connsiteY802" fmla="*/ 367041 h 6858000"/>
              <a:gd name="connsiteX803" fmla="*/ 3766672 w 7467600"/>
              <a:gd name="connsiteY803" fmla="*/ 359429 h 6858000"/>
              <a:gd name="connsiteX804" fmla="*/ 3996338 w 7467600"/>
              <a:gd name="connsiteY804" fmla="*/ 968237 h 6858000"/>
              <a:gd name="connsiteX805" fmla="*/ 3766672 w 7467600"/>
              <a:gd name="connsiteY805" fmla="*/ 359429 h 6858000"/>
              <a:gd name="connsiteX806" fmla="*/ 5805386 w 7467600"/>
              <a:gd name="connsiteY806" fmla="*/ 239240 h 6858000"/>
              <a:gd name="connsiteX807" fmla="*/ 5736947 w 7467600"/>
              <a:gd name="connsiteY807" fmla="*/ 261367 h 6858000"/>
              <a:gd name="connsiteX808" fmla="*/ 5427012 w 7467600"/>
              <a:gd name="connsiteY808" fmla="*/ 311272 h 6858000"/>
              <a:gd name="connsiteX809" fmla="*/ 5147818 w 7467600"/>
              <a:gd name="connsiteY809" fmla="*/ 322112 h 6858000"/>
              <a:gd name="connsiteX810" fmla="*/ 5060854 w 7467600"/>
              <a:gd name="connsiteY810" fmla="*/ 311882 h 6858000"/>
              <a:gd name="connsiteX811" fmla="*/ 4945989 w 7467600"/>
              <a:gd name="connsiteY811" fmla="*/ 300516 h 6858000"/>
              <a:gd name="connsiteX812" fmla="*/ 5410479 w 7467600"/>
              <a:gd name="connsiteY812" fmla="*/ 348434 h 6858000"/>
              <a:gd name="connsiteX813" fmla="*/ 5805386 w 7467600"/>
              <a:gd name="connsiteY813" fmla="*/ 239240 h 6858000"/>
              <a:gd name="connsiteX814" fmla="*/ 5905192 w 7467600"/>
              <a:gd name="connsiteY814" fmla="*/ 163079 h 6858000"/>
              <a:gd name="connsiteX815" fmla="*/ 5865655 w 7467600"/>
              <a:gd name="connsiteY815" fmla="*/ 171901 h 6858000"/>
              <a:gd name="connsiteX816" fmla="*/ 5259740 w 7467600"/>
              <a:gd name="connsiteY816" fmla="*/ 257013 h 6858000"/>
              <a:gd name="connsiteX817" fmla="*/ 5208466 w 7467600"/>
              <a:gd name="connsiteY817" fmla="*/ 257550 h 6858000"/>
              <a:gd name="connsiteX818" fmla="*/ 4980204 w 7467600"/>
              <a:gd name="connsiteY818" fmla="*/ 271903 h 6858000"/>
              <a:gd name="connsiteX819" fmla="*/ 5068068 w 7467600"/>
              <a:gd name="connsiteY819" fmla="*/ 282244 h 6858000"/>
              <a:gd name="connsiteX820" fmla="*/ 5153231 w 7467600"/>
              <a:gd name="connsiteY820" fmla="*/ 292240 h 6858000"/>
              <a:gd name="connsiteX821" fmla="*/ 5426491 w 7467600"/>
              <a:gd name="connsiteY821" fmla="*/ 281128 h 6858000"/>
              <a:gd name="connsiteX822" fmla="*/ 5731212 w 7467600"/>
              <a:gd name="connsiteY822" fmla="*/ 231951 h 6858000"/>
              <a:gd name="connsiteX823" fmla="*/ 5905192 w 7467600"/>
              <a:gd name="connsiteY823" fmla="*/ 163079 h 6858000"/>
              <a:gd name="connsiteX824" fmla="*/ 5944437 w 7467600"/>
              <a:gd name="connsiteY824" fmla="*/ 113829 h 6858000"/>
              <a:gd name="connsiteX825" fmla="*/ 5825032 w 7467600"/>
              <a:gd name="connsiteY825" fmla="*/ 146405 h 6858000"/>
              <a:gd name="connsiteX826" fmla="*/ 4955599 w 7467600"/>
              <a:gd name="connsiteY826" fmla="*/ 247008 h 6858000"/>
              <a:gd name="connsiteX827" fmla="*/ 5210104 w 7467600"/>
              <a:gd name="connsiteY827" fmla="*/ 228123 h 6858000"/>
              <a:gd name="connsiteX828" fmla="*/ 5261015 w 7467600"/>
              <a:gd name="connsiteY828" fmla="*/ 227087 h 6858000"/>
              <a:gd name="connsiteX829" fmla="*/ 5861181 w 7467600"/>
              <a:gd name="connsiteY829" fmla="*/ 143093 h 6858000"/>
              <a:gd name="connsiteX830" fmla="*/ 5961252 w 7467600"/>
              <a:gd name="connsiteY830" fmla="*/ 114820 h 6858000"/>
              <a:gd name="connsiteX831" fmla="*/ 5944437 w 7467600"/>
              <a:gd name="connsiteY831" fmla="*/ 113829 h 6858000"/>
              <a:gd name="connsiteX832" fmla="*/ 3882765 w 7467600"/>
              <a:gd name="connsiteY832" fmla="*/ 0 h 6858000"/>
              <a:gd name="connsiteX833" fmla="*/ 3995099 w 7467600"/>
              <a:gd name="connsiteY833" fmla="*/ 0 h 6858000"/>
              <a:gd name="connsiteX834" fmla="*/ 4163818 w 7467600"/>
              <a:gd name="connsiteY834" fmla="*/ 234104 h 6858000"/>
              <a:gd name="connsiteX835" fmla="*/ 4172099 w 7467600"/>
              <a:gd name="connsiteY835" fmla="*/ 234207 h 6858000"/>
              <a:gd name="connsiteX836" fmla="*/ 4784282 w 7467600"/>
              <a:gd name="connsiteY836" fmla="*/ 276561 h 6858000"/>
              <a:gd name="connsiteX837" fmla="*/ 4801687 w 7467600"/>
              <a:gd name="connsiteY837" fmla="*/ 267764 h 6858000"/>
              <a:gd name="connsiteX838" fmla="*/ 6082788 w 7467600"/>
              <a:gd name="connsiteY838" fmla="*/ 64119 h 6858000"/>
              <a:gd name="connsiteX839" fmla="*/ 6099442 w 7467600"/>
              <a:gd name="connsiteY839" fmla="*/ 82568 h 6858000"/>
              <a:gd name="connsiteX840" fmla="*/ 4804137 w 7467600"/>
              <a:gd name="connsiteY840" fmla="*/ 320931 h 6858000"/>
              <a:gd name="connsiteX841" fmla="*/ 4227047 w 7467600"/>
              <a:gd name="connsiteY841" fmla="*/ 313415 h 6858000"/>
              <a:gd name="connsiteX842" fmla="*/ 4346041 w 7467600"/>
              <a:gd name="connsiteY842" fmla="*/ 456086 h 6858000"/>
              <a:gd name="connsiteX843" fmla="*/ 4870967 w 7467600"/>
              <a:gd name="connsiteY843" fmla="*/ 963061 h 6858000"/>
              <a:gd name="connsiteX844" fmla="*/ 4889647 w 7467600"/>
              <a:gd name="connsiteY844" fmla="*/ 957147 h 6858000"/>
              <a:gd name="connsiteX845" fmla="*/ 5422504 w 7467600"/>
              <a:gd name="connsiteY845" fmla="*/ 805191 h 6858000"/>
              <a:gd name="connsiteX846" fmla="*/ 6087656 w 7467600"/>
              <a:gd name="connsiteY846" fmla="*/ 826703 h 6858000"/>
              <a:gd name="connsiteX847" fmla="*/ 6058717 w 7467600"/>
              <a:gd name="connsiteY847" fmla="*/ 865992 h 6858000"/>
              <a:gd name="connsiteX848" fmla="*/ 4974153 w 7467600"/>
              <a:gd name="connsiteY848" fmla="*/ 1045456 h 6858000"/>
              <a:gd name="connsiteX849" fmla="*/ 5627835 w 7467600"/>
              <a:gd name="connsiteY849" fmla="*/ 1472077 h 6858000"/>
              <a:gd name="connsiteX850" fmla="*/ 5629817 w 7467600"/>
              <a:gd name="connsiteY850" fmla="*/ 1471412 h 6858000"/>
              <a:gd name="connsiteX851" fmla="*/ 5634124 w 7467600"/>
              <a:gd name="connsiteY851" fmla="*/ 1470572 h 6858000"/>
              <a:gd name="connsiteX852" fmla="*/ 5755832 w 7467600"/>
              <a:gd name="connsiteY852" fmla="*/ 1383886 h 6858000"/>
              <a:gd name="connsiteX853" fmla="*/ 6014186 w 7467600"/>
              <a:gd name="connsiteY853" fmla="*/ 1279799 h 6858000"/>
              <a:gd name="connsiteX854" fmla="*/ 6901619 w 7467600"/>
              <a:gd name="connsiteY854" fmla="*/ 1047874 h 6858000"/>
              <a:gd name="connsiteX855" fmla="*/ 6931566 w 7467600"/>
              <a:gd name="connsiteY855" fmla="*/ 1062034 h 6858000"/>
              <a:gd name="connsiteX856" fmla="*/ 5790982 w 7467600"/>
              <a:gd name="connsiteY856" fmla="*/ 1561380 h 6858000"/>
              <a:gd name="connsiteX857" fmla="*/ 6188971 w 7467600"/>
              <a:gd name="connsiteY857" fmla="*/ 1755168 h 6858000"/>
              <a:gd name="connsiteX858" fmla="*/ 6202446 w 7467600"/>
              <a:gd name="connsiteY858" fmla="*/ 1752268 h 6858000"/>
              <a:gd name="connsiteX859" fmla="*/ 7179560 w 7467600"/>
              <a:gd name="connsiteY859" fmla="*/ 1467551 h 6858000"/>
              <a:gd name="connsiteX860" fmla="*/ 7158730 w 7467600"/>
              <a:gd name="connsiteY860" fmla="*/ 1507835 h 6858000"/>
              <a:gd name="connsiteX861" fmla="*/ 6326959 w 7467600"/>
              <a:gd name="connsiteY861" fmla="*/ 1817686 h 6858000"/>
              <a:gd name="connsiteX862" fmla="*/ 6537433 w 7467600"/>
              <a:gd name="connsiteY862" fmla="*/ 1907790 h 6858000"/>
              <a:gd name="connsiteX863" fmla="*/ 6550221 w 7467600"/>
              <a:gd name="connsiteY863" fmla="*/ 1910729 h 6858000"/>
              <a:gd name="connsiteX864" fmla="*/ 6964438 w 7467600"/>
              <a:gd name="connsiteY864" fmla="*/ 2209505 h 6858000"/>
              <a:gd name="connsiteX865" fmla="*/ 7367862 w 7467600"/>
              <a:gd name="connsiteY865" fmla="*/ 2806833 h 6858000"/>
              <a:gd name="connsiteX866" fmla="*/ 7364329 w 7467600"/>
              <a:gd name="connsiteY866" fmla="*/ 2826907 h 6858000"/>
              <a:gd name="connsiteX867" fmla="*/ 7290545 w 7467600"/>
              <a:gd name="connsiteY867" fmla="*/ 2850663 h 6858000"/>
              <a:gd name="connsiteX868" fmla="*/ 6472036 w 7467600"/>
              <a:gd name="connsiteY868" fmla="*/ 1959003 h 6858000"/>
              <a:gd name="connsiteX869" fmla="*/ 5792897 w 7467600"/>
              <a:gd name="connsiteY869" fmla="*/ 1647747 h 6858000"/>
              <a:gd name="connsiteX870" fmla="*/ 5842751 w 7467600"/>
              <a:gd name="connsiteY870" fmla="*/ 1816112 h 6858000"/>
              <a:gd name="connsiteX871" fmla="*/ 5847424 w 7467600"/>
              <a:gd name="connsiteY871" fmla="*/ 1815776 h 6858000"/>
              <a:gd name="connsiteX872" fmla="*/ 6399821 w 7467600"/>
              <a:gd name="connsiteY872" fmla="*/ 2344799 h 6858000"/>
              <a:gd name="connsiteX873" fmla="*/ 6323232 w 7467600"/>
              <a:gd name="connsiteY873" fmla="*/ 2389634 h 6858000"/>
              <a:gd name="connsiteX874" fmla="*/ 5942958 w 7467600"/>
              <a:gd name="connsiteY874" fmla="*/ 2077708 h 6858000"/>
              <a:gd name="connsiteX875" fmla="*/ 5921559 w 7467600"/>
              <a:gd name="connsiteY875" fmla="*/ 2378596 h 6858000"/>
              <a:gd name="connsiteX876" fmla="*/ 5817651 w 7467600"/>
              <a:gd name="connsiteY876" fmla="*/ 3023919 h 6858000"/>
              <a:gd name="connsiteX877" fmla="*/ 5729634 w 7467600"/>
              <a:gd name="connsiteY877" fmla="*/ 3051849 h 6858000"/>
              <a:gd name="connsiteX878" fmla="*/ 5611018 w 7467600"/>
              <a:gd name="connsiteY878" fmla="*/ 2316769 h 6858000"/>
              <a:gd name="connsiteX879" fmla="*/ 5687608 w 7467600"/>
              <a:gd name="connsiteY879" fmla="*/ 2039972 h 6858000"/>
              <a:gd name="connsiteX880" fmla="*/ 5657554 w 7467600"/>
              <a:gd name="connsiteY880" fmla="*/ 1576445 h 6858000"/>
              <a:gd name="connsiteX881" fmla="*/ 5150475 w 7467600"/>
              <a:gd name="connsiteY881" fmla="*/ 1274012 h 6858000"/>
              <a:gd name="connsiteX882" fmla="*/ 5349142 w 7467600"/>
              <a:gd name="connsiteY882" fmla="*/ 2204405 h 6858000"/>
              <a:gd name="connsiteX883" fmla="*/ 5262214 w 7467600"/>
              <a:gd name="connsiteY883" fmla="*/ 2233836 h 6858000"/>
              <a:gd name="connsiteX884" fmla="*/ 4981539 w 7467600"/>
              <a:gd name="connsiteY884" fmla="*/ 1542201 h 6858000"/>
              <a:gd name="connsiteX885" fmla="*/ 4958461 w 7467600"/>
              <a:gd name="connsiteY885" fmla="*/ 1136957 h 6858000"/>
              <a:gd name="connsiteX886" fmla="*/ 4655015 w 7467600"/>
              <a:gd name="connsiteY886" fmla="*/ 891426 h 6858000"/>
              <a:gd name="connsiteX887" fmla="*/ 4348002 w 7467600"/>
              <a:gd name="connsiteY887" fmla="*/ 2205895 h 6858000"/>
              <a:gd name="connsiteX888" fmla="*/ 4262250 w 7467600"/>
              <a:gd name="connsiteY888" fmla="*/ 2219972 h 6858000"/>
              <a:gd name="connsiteX889" fmla="*/ 4550611 w 7467600"/>
              <a:gd name="connsiteY889" fmla="*/ 817540 h 6858000"/>
              <a:gd name="connsiteX890" fmla="*/ 4564418 w 7467600"/>
              <a:gd name="connsiteY890" fmla="*/ 808293 h 6858000"/>
              <a:gd name="connsiteX891" fmla="*/ 4266388 w 7467600"/>
              <a:gd name="connsiteY891" fmla="*/ 500083 h 6858000"/>
              <a:gd name="connsiteX892" fmla="*/ 4032842 w 7467600"/>
              <a:gd name="connsiteY892" fmla="*/ 211809 h 6858000"/>
              <a:gd name="connsiteX893" fmla="*/ 3882765 w 7467600"/>
              <a:gd name="connsiteY893" fmla="*/ 0 h 6858000"/>
              <a:gd name="connsiteX894" fmla="*/ 3721337 w 7467600"/>
              <a:gd name="connsiteY894" fmla="*/ 0 h 6858000"/>
              <a:gd name="connsiteX895" fmla="*/ 3797544 w 7467600"/>
              <a:gd name="connsiteY895" fmla="*/ 0 h 6858000"/>
              <a:gd name="connsiteX896" fmla="*/ 3775734 w 7467600"/>
              <a:gd name="connsiteY896" fmla="*/ 95131 h 6858000"/>
              <a:gd name="connsiteX897" fmla="*/ 3724807 w 7467600"/>
              <a:gd name="connsiteY897" fmla="*/ 272257 h 6858000"/>
              <a:gd name="connsiteX898" fmla="*/ 3726844 w 7467600"/>
              <a:gd name="connsiteY898" fmla="*/ 282988 h 6858000"/>
              <a:gd name="connsiteX899" fmla="*/ 3742664 w 7467600"/>
              <a:gd name="connsiteY899" fmla="*/ 279918 h 6858000"/>
              <a:gd name="connsiteX900" fmla="*/ 4103910 w 7467600"/>
              <a:gd name="connsiteY900" fmla="*/ 1161917 h 6858000"/>
              <a:gd name="connsiteX901" fmla="*/ 4020269 w 7467600"/>
              <a:gd name="connsiteY901" fmla="*/ 1200406 h 6858000"/>
              <a:gd name="connsiteX902" fmla="*/ 3674882 w 7467600"/>
              <a:gd name="connsiteY902" fmla="*/ 488524 h 6858000"/>
              <a:gd name="connsiteX903" fmla="*/ 3132682 w 7467600"/>
              <a:gd name="connsiteY903" fmla="*/ 1072284 h 6858000"/>
              <a:gd name="connsiteX904" fmla="*/ 2716346 w 7467600"/>
              <a:gd name="connsiteY904" fmla="*/ 1276376 h 6858000"/>
              <a:gd name="connsiteX905" fmla="*/ 2716772 w 7467600"/>
              <a:gd name="connsiteY905" fmla="*/ 1255462 h 6858000"/>
              <a:gd name="connsiteX906" fmla="*/ 3471096 w 7467600"/>
              <a:gd name="connsiteY906" fmla="*/ 437072 h 6858000"/>
              <a:gd name="connsiteX907" fmla="*/ 3639057 w 7467600"/>
              <a:gd name="connsiteY907" fmla="*/ 286334 h 6858000"/>
              <a:gd name="connsiteX908" fmla="*/ 3640309 w 7467600"/>
              <a:gd name="connsiteY908" fmla="*/ 284664 h 6858000"/>
              <a:gd name="connsiteX909" fmla="*/ 3646022 w 7467600"/>
              <a:gd name="connsiteY909" fmla="*/ 276711 h 6858000"/>
              <a:gd name="connsiteX910" fmla="*/ 3707943 w 7467600"/>
              <a:gd name="connsiteY910" fmla="*/ 65958 h 6858000"/>
              <a:gd name="connsiteX911" fmla="*/ 3721337 w 7467600"/>
              <a:gd name="connsiteY911" fmla="*/ 0 h 6858000"/>
              <a:gd name="connsiteX912" fmla="*/ 2867960 w 7467600"/>
              <a:gd name="connsiteY912" fmla="*/ 0 h 6858000"/>
              <a:gd name="connsiteX913" fmla="*/ 2926351 w 7467600"/>
              <a:gd name="connsiteY913" fmla="*/ 0 h 6858000"/>
              <a:gd name="connsiteX914" fmla="*/ 2902823 w 7467600"/>
              <a:gd name="connsiteY914" fmla="*/ 262929 h 6858000"/>
              <a:gd name="connsiteX915" fmla="*/ 2940663 w 7467600"/>
              <a:gd name="connsiteY915" fmla="*/ 140884 h 6858000"/>
              <a:gd name="connsiteX916" fmla="*/ 2947039 w 7467600"/>
              <a:gd name="connsiteY916" fmla="*/ 122524 h 6858000"/>
              <a:gd name="connsiteX917" fmla="*/ 2984316 w 7467600"/>
              <a:gd name="connsiteY917" fmla="*/ 0 h 6858000"/>
              <a:gd name="connsiteX918" fmla="*/ 3016114 w 7467600"/>
              <a:gd name="connsiteY918" fmla="*/ 0 h 6858000"/>
              <a:gd name="connsiteX919" fmla="*/ 2979949 w 7467600"/>
              <a:gd name="connsiteY919" fmla="*/ 119274 h 6858000"/>
              <a:gd name="connsiteX920" fmla="*/ 3023879 w 7467600"/>
              <a:gd name="connsiteY920" fmla="*/ 0 h 6858000"/>
              <a:gd name="connsiteX921" fmla="*/ 3105400 w 7467600"/>
              <a:gd name="connsiteY921" fmla="*/ 0 h 6858000"/>
              <a:gd name="connsiteX922" fmla="*/ 3094669 w 7467600"/>
              <a:gd name="connsiteY922" fmla="*/ 30308 h 6858000"/>
              <a:gd name="connsiteX923" fmla="*/ 2901945 w 7467600"/>
              <a:gd name="connsiteY923" fmla="*/ 466538 h 6858000"/>
              <a:gd name="connsiteX924" fmla="*/ 2815209 w 7467600"/>
              <a:gd name="connsiteY924" fmla="*/ 497361 h 6858000"/>
              <a:gd name="connsiteX925" fmla="*/ 2844845 w 7467600"/>
              <a:gd name="connsiteY925" fmla="*/ 127638 h 6858000"/>
              <a:gd name="connsiteX926" fmla="*/ 2867960 w 7467600"/>
              <a:gd name="connsiteY926" fmla="*/ 0 h 6858000"/>
              <a:gd name="connsiteX927" fmla="*/ 1057230 w 7467600"/>
              <a:gd name="connsiteY927" fmla="*/ 0 h 6858000"/>
              <a:gd name="connsiteX928" fmla="*/ 1111003 w 7467600"/>
              <a:gd name="connsiteY928" fmla="*/ 0 h 6858000"/>
              <a:gd name="connsiteX929" fmla="*/ 1125553 w 7467600"/>
              <a:gd name="connsiteY929" fmla="*/ 52588 h 6858000"/>
              <a:gd name="connsiteX930" fmla="*/ 1304276 w 7467600"/>
              <a:gd name="connsiteY930" fmla="*/ 476275 h 6858000"/>
              <a:gd name="connsiteX931" fmla="*/ 1492066 w 7467600"/>
              <a:gd name="connsiteY931" fmla="*/ 886333 h 6858000"/>
              <a:gd name="connsiteX932" fmla="*/ 1423698 w 7467600"/>
              <a:gd name="connsiteY932" fmla="*/ 710817 h 6858000"/>
              <a:gd name="connsiteX933" fmla="*/ 1357609 w 7467600"/>
              <a:gd name="connsiteY933" fmla="*/ 532892 h 6858000"/>
              <a:gd name="connsiteX934" fmla="*/ 1309550 w 7467600"/>
              <a:gd name="connsiteY934" fmla="*/ 374031 h 6858000"/>
              <a:gd name="connsiteX935" fmla="*/ 1193673 w 7467600"/>
              <a:gd name="connsiteY935" fmla="*/ 49533 h 6858000"/>
              <a:gd name="connsiteX936" fmla="*/ 1164391 w 7467600"/>
              <a:gd name="connsiteY936" fmla="*/ 0 h 6858000"/>
              <a:gd name="connsiteX937" fmla="*/ 1200666 w 7467600"/>
              <a:gd name="connsiteY937" fmla="*/ 0 h 6858000"/>
              <a:gd name="connsiteX938" fmla="*/ 1223408 w 7467600"/>
              <a:gd name="connsiteY938" fmla="*/ 38996 h 6858000"/>
              <a:gd name="connsiteX939" fmla="*/ 1339635 w 7467600"/>
              <a:gd name="connsiteY939" fmla="*/ 365517 h 6858000"/>
              <a:gd name="connsiteX940" fmla="*/ 1387469 w 7467600"/>
              <a:gd name="connsiteY940" fmla="*/ 523079 h 6858000"/>
              <a:gd name="connsiteX941" fmla="*/ 1452685 w 7467600"/>
              <a:gd name="connsiteY941" fmla="*/ 699806 h 6858000"/>
              <a:gd name="connsiteX942" fmla="*/ 1492092 w 7467600"/>
              <a:gd name="connsiteY942" fmla="*/ 800424 h 6858000"/>
              <a:gd name="connsiteX943" fmla="*/ 1455302 w 7467600"/>
              <a:gd name="connsiteY943" fmla="*/ 632913 h 6858000"/>
              <a:gd name="connsiteX944" fmla="*/ 1222336 w 7467600"/>
              <a:gd name="connsiteY944" fmla="*/ 9480 h 6858000"/>
              <a:gd name="connsiteX945" fmla="*/ 1214634 w 7467600"/>
              <a:gd name="connsiteY945" fmla="*/ 0 h 6858000"/>
              <a:gd name="connsiteX946" fmla="*/ 1289827 w 7467600"/>
              <a:gd name="connsiteY946" fmla="*/ 0 h 6858000"/>
              <a:gd name="connsiteX947" fmla="*/ 1321076 w 7467600"/>
              <a:gd name="connsiteY947" fmla="*/ 59722 h 6858000"/>
              <a:gd name="connsiteX948" fmla="*/ 1512579 w 7467600"/>
              <a:gd name="connsiteY948" fmla="*/ 626441 h 6858000"/>
              <a:gd name="connsiteX949" fmla="*/ 1506076 w 7467600"/>
              <a:gd name="connsiteY949" fmla="*/ 1089289 h 6858000"/>
              <a:gd name="connsiteX950" fmla="*/ 1486346 w 7467600"/>
              <a:gd name="connsiteY950" fmla="*/ 1079919 h 6858000"/>
              <a:gd name="connsiteX951" fmla="*/ 1070511 w 7467600"/>
              <a:gd name="connsiteY951" fmla="*/ 48609 h 6858000"/>
              <a:gd name="connsiteX952" fmla="*/ 1057230 w 7467600"/>
              <a:gd name="connsiteY952" fmla="*/ 0 h 6858000"/>
              <a:gd name="connsiteX953" fmla="*/ 43151 w 7467600"/>
              <a:gd name="connsiteY953" fmla="*/ 0 h 6858000"/>
              <a:gd name="connsiteX954" fmla="*/ 95283 w 7467600"/>
              <a:gd name="connsiteY954" fmla="*/ 0 h 6858000"/>
              <a:gd name="connsiteX955" fmla="*/ 300708 w 7467600"/>
              <a:gd name="connsiteY955" fmla="*/ 154571 h 6858000"/>
              <a:gd name="connsiteX956" fmla="*/ 530414 w 7467600"/>
              <a:gd name="connsiteY956" fmla="*/ 354673 h 6858000"/>
              <a:gd name="connsiteX957" fmla="*/ 333785 w 7467600"/>
              <a:gd name="connsiteY957" fmla="*/ 161564 h 6858000"/>
              <a:gd name="connsiteX958" fmla="*/ 147005 w 7467600"/>
              <a:gd name="connsiteY958" fmla="*/ 0 h 6858000"/>
              <a:gd name="connsiteX959" fmla="*/ 272509 w 7467600"/>
              <a:gd name="connsiteY959" fmla="*/ 0 h 6858000"/>
              <a:gd name="connsiteX960" fmla="*/ 326276 w 7467600"/>
              <a:gd name="connsiteY960" fmla="*/ 45847 h 6858000"/>
              <a:gd name="connsiteX961" fmla="*/ 823759 w 7467600"/>
              <a:gd name="connsiteY961" fmla="*/ 574145 h 6858000"/>
              <a:gd name="connsiteX962" fmla="*/ 811254 w 7467600"/>
              <a:gd name="connsiteY962" fmla="*/ 665546 h 6858000"/>
              <a:gd name="connsiteX963" fmla="*/ 154042 w 7467600"/>
              <a:gd name="connsiteY963" fmla="*/ 261522 h 6858000"/>
              <a:gd name="connsiteX964" fmla="*/ 13550 w 7467600"/>
              <a:gd name="connsiteY964" fmla="*/ 158423 h 6858000"/>
              <a:gd name="connsiteX965" fmla="*/ 0 w 7467600"/>
              <a:gd name="connsiteY965" fmla="*/ 146618 h 6858000"/>
              <a:gd name="connsiteX966" fmla="*/ 0 w 7467600"/>
              <a:gd name="connsiteY966" fmla="*/ 59161 h 6858000"/>
              <a:gd name="connsiteX967" fmla="*/ 45427 w 7467600"/>
              <a:gd name="connsiteY967" fmla="*/ 101078 h 6858000"/>
              <a:gd name="connsiteX968" fmla="*/ 630103 w 7467600"/>
              <a:gd name="connsiteY968" fmla="*/ 485885 h 6858000"/>
              <a:gd name="connsiteX969" fmla="*/ 532040 w 7467600"/>
              <a:gd name="connsiteY969" fmla="*/ 399359 h 6858000"/>
              <a:gd name="connsiteX970" fmla="*/ 517618 w 7467600"/>
              <a:gd name="connsiteY970" fmla="*/ 385726 h 6858000"/>
              <a:gd name="connsiteX971" fmla="*/ 285074 w 7467600"/>
              <a:gd name="connsiteY971" fmla="*/ 182755 h 6858000"/>
              <a:gd name="connsiteX972" fmla="*/ 43151 w 7467600"/>
              <a:gd name="connsiteY97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7105827 w 7467600"/>
              <a:gd name="connsiteY81" fmla="*/ 5718700 h 6858000"/>
              <a:gd name="connsiteX82" fmla="*/ 7356878 w 7467600"/>
              <a:gd name="connsiteY82" fmla="*/ 5981332 h 6858000"/>
              <a:gd name="connsiteX83" fmla="*/ 7467600 w 7467600"/>
              <a:gd name="connsiteY83" fmla="*/ 6117703 h 6858000"/>
              <a:gd name="connsiteX84" fmla="*/ 7467600 w 7467600"/>
              <a:gd name="connsiteY84" fmla="*/ 6163634 h 6858000"/>
              <a:gd name="connsiteX85" fmla="*/ 7403637 w 7467600"/>
              <a:gd name="connsiteY85" fmla="*/ 6083957 h 6858000"/>
              <a:gd name="connsiteX86" fmla="*/ 7254615 w 7467600"/>
              <a:gd name="connsiteY86" fmla="*/ 5911918 h 6858000"/>
              <a:gd name="connsiteX87" fmla="*/ 7312589 w 7467600"/>
              <a:gd name="connsiteY87" fmla="*/ 5982309 h 6858000"/>
              <a:gd name="connsiteX88" fmla="*/ 7448321 w 7467600"/>
              <a:gd name="connsiteY88" fmla="*/ 6190991 h 6858000"/>
              <a:gd name="connsiteX89" fmla="*/ 7467600 w 7467600"/>
              <a:gd name="connsiteY89" fmla="*/ 6221686 h 6858000"/>
              <a:gd name="connsiteX90" fmla="*/ 7467600 w 7467600"/>
              <a:gd name="connsiteY90" fmla="*/ 6334256 h 6858000"/>
              <a:gd name="connsiteX91" fmla="*/ 7454976 w 7467600"/>
              <a:gd name="connsiteY91" fmla="*/ 6318297 h 6858000"/>
              <a:gd name="connsiteX92" fmla="*/ 7042773 w 7467600"/>
              <a:gd name="connsiteY92" fmla="*/ 5734011 h 6858000"/>
              <a:gd name="connsiteX93" fmla="*/ 1456157 w 7467600"/>
              <a:gd name="connsiteY93" fmla="*/ 5371404 h 6858000"/>
              <a:gd name="connsiteX94" fmla="*/ 1244432 w 7467600"/>
              <a:gd name="connsiteY94" fmla="*/ 5385601 h 6858000"/>
              <a:gd name="connsiteX95" fmla="*/ 973990 w 7467600"/>
              <a:gd name="connsiteY95" fmla="*/ 5424940 h 6858000"/>
              <a:gd name="connsiteX96" fmla="*/ 1103809 w 7467600"/>
              <a:gd name="connsiteY96" fmla="*/ 5433720 h 6858000"/>
              <a:gd name="connsiteX97" fmla="*/ 1123454 w 7467600"/>
              <a:gd name="connsiteY97" fmla="*/ 5435727 h 6858000"/>
              <a:gd name="connsiteX98" fmla="*/ 1737017 w 7467600"/>
              <a:gd name="connsiteY98" fmla="*/ 5452183 h 6858000"/>
              <a:gd name="connsiteX99" fmla="*/ 1824397 w 7467600"/>
              <a:gd name="connsiteY99" fmla="*/ 5447757 h 6858000"/>
              <a:gd name="connsiteX100" fmla="*/ 2070059 w 7467600"/>
              <a:gd name="connsiteY100" fmla="*/ 5441660 h 6858000"/>
              <a:gd name="connsiteX101" fmla="*/ 1456157 w 7467600"/>
              <a:gd name="connsiteY101" fmla="*/ 5371404 h 6858000"/>
              <a:gd name="connsiteX102" fmla="*/ 4988186 w 7467600"/>
              <a:gd name="connsiteY102" fmla="*/ 5216467 h 6858000"/>
              <a:gd name="connsiteX103" fmla="*/ 4777334 w 7467600"/>
              <a:gd name="connsiteY103" fmla="*/ 5406072 h 6858000"/>
              <a:gd name="connsiteX104" fmla="*/ 4718341 w 7467600"/>
              <a:gd name="connsiteY104" fmla="*/ 5468043 h 6858000"/>
              <a:gd name="connsiteX105" fmla="*/ 4604655 w 7467600"/>
              <a:gd name="connsiteY105" fmla="*/ 5583434 h 6858000"/>
              <a:gd name="connsiteX106" fmla="*/ 4565074 w 7467600"/>
              <a:gd name="connsiteY106" fmla="*/ 5618550 h 6858000"/>
              <a:gd name="connsiteX107" fmla="*/ 4988186 w 7467600"/>
              <a:gd name="connsiteY107" fmla="*/ 5216467 h 6858000"/>
              <a:gd name="connsiteX108" fmla="*/ 4978032 w 7467600"/>
              <a:gd name="connsiteY108" fmla="*/ 5183809 h 6858000"/>
              <a:gd name="connsiteX109" fmla="*/ 4463413 w 7467600"/>
              <a:gd name="connsiteY109" fmla="*/ 5615162 h 6858000"/>
              <a:gd name="connsiteX110" fmla="*/ 4358134 w 7467600"/>
              <a:gd name="connsiteY110" fmla="*/ 5742791 h 6858000"/>
              <a:gd name="connsiteX111" fmla="*/ 4376219 w 7467600"/>
              <a:gd name="connsiteY111" fmla="*/ 5729027 h 6858000"/>
              <a:gd name="connsiteX112" fmla="*/ 4582340 w 7467600"/>
              <a:gd name="connsiteY112" fmla="*/ 5561037 h 6858000"/>
              <a:gd name="connsiteX113" fmla="*/ 4694684 w 7467600"/>
              <a:gd name="connsiteY113" fmla="*/ 5447098 h 6858000"/>
              <a:gd name="connsiteX114" fmla="*/ 4754123 w 7467600"/>
              <a:gd name="connsiteY114" fmla="*/ 5384643 h 6858000"/>
              <a:gd name="connsiteX115" fmla="*/ 4978032 w 7467600"/>
              <a:gd name="connsiteY115" fmla="*/ 5183809 h 6858000"/>
              <a:gd name="connsiteX116" fmla="*/ 1903353 w 7467600"/>
              <a:gd name="connsiteY116" fmla="*/ 5044827 h 6858000"/>
              <a:gd name="connsiteX117" fmla="*/ 1936931 w 7467600"/>
              <a:gd name="connsiteY117" fmla="*/ 5093954 h 6858000"/>
              <a:gd name="connsiteX118" fmla="*/ 2195868 w 7467600"/>
              <a:gd name="connsiteY118" fmla="*/ 5396574 h 6858000"/>
              <a:gd name="connsiteX119" fmla="*/ 2088852 w 7467600"/>
              <a:gd name="connsiteY119" fmla="*/ 5166123 h 6858000"/>
              <a:gd name="connsiteX120" fmla="*/ 1958241 w 7467600"/>
              <a:gd name="connsiteY120" fmla="*/ 5067955 h 6858000"/>
              <a:gd name="connsiteX121" fmla="*/ 1903353 w 7467600"/>
              <a:gd name="connsiteY121" fmla="*/ 5044827 h 6858000"/>
              <a:gd name="connsiteX122" fmla="*/ 1979378 w 7467600"/>
              <a:gd name="connsiteY122" fmla="*/ 4769504 h 6858000"/>
              <a:gd name="connsiteX123" fmla="*/ 2882120 w 7467600"/>
              <a:gd name="connsiteY123" fmla="*/ 5064547 h 6858000"/>
              <a:gd name="connsiteX124" fmla="*/ 2793103 w 7467600"/>
              <a:gd name="connsiteY124" fmla="*/ 5039699 h 6858000"/>
              <a:gd name="connsiteX125" fmla="*/ 2770041 w 7467600"/>
              <a:gd name="connsiteY125" fmla="*/ 5033634 h 6858000"/>
              <a:gd name="connsiteX126" fmla="*/ 1979378 w 7467600"/>
              <a:gd name="connsiteY126" fmla="*/ 4769504 h 6858000"/>
              <a:gd name="connsiteX127" fmla="*/ 1927410 w 7467600"/>
              <a:gd name="connsiteY127" fmla="*/ 4716164 h 6858000"/>
              <a:gd name="connsiteX128" fmla="*/ 1959587 w 7467600"/>
              <a:gd name="connsiteY128" fmla="*/ 4728849 h 6858000"/>
              <a:gd name="connsiteX129" fmla="*/ 2777707 w 7467600"/>
              <a:gd name="connsiteY129" fmla="*/ 5003991 h 6858000"/>
              <a:gd name="connsiteX130" fmla="*/ 2800768 w 7467600"/>
              <a:gd name="connsiteY130" fmla="*/ 5010056 h 6858000"/>
              <a:gd name="connsiteX131" fmla="*/ 2879408 w 7467600"/>
              <a:gd name="connsiteY131" fmla="*/ 5031590 h 6858000"/>
              <a:gd name="connsiteX132" fmla="*/ 2862295 w 7467600"/>
              <a:gd name="connsiteY132" fmla="*/ 5022958 h 6858000"/>
              <a:gd name="connsiteX133" fmla="*/ 2813343 w 7467600"/>
              <a:gd name="connsiteY133" fmla="*/ 4998369 h 6858000"/>
              <a:gd name="connsiteX134" fmla="*/ 2646245 w 7467600"/>
              <a:gd name="connsiteY134" fmla="*/ 4930999 h 6858000"/>
              <a:gd name="connsiteX135" fmla="*/ 1999243 w 7467600"/>
              <a:gd name="connsiteY135" fmla="*/ 4730524 h 6858000"/>
              <a:gd name="connsiteX136" fmla="*/ 1979527 w 7467600"/>
              <a:gd name="connsiteY136" fmla="*/ 4726651 h 6858000"/>
              <a:gd name="connsiteX137" fmla="*/ 1927410 w 7467600"/>
              <a:gd name="connsiteY137" fmla="*/ 4716164 h 6858000"/>
              <a:gd name="connsiteX138" fmla="*/ 1997014 w 7467600"/>
              <a:gd name="connsiteY138" fmla="*/ 4698007 h 6858000"/>
              <a:gd name="connsiteX139" fmla="*/ 2005458 w 7467600"/>
              <a:gd name="connsiteY139" fmla="*/ 4699540 h 6858000"/>
              <a:gd name="connsiteX140" fmla="*/ 2657186 w 7467600"/>
              <a:gd name="connsiteY140" fmla="*/ 4901687 h 6858000"/>
              <a:gd name="connsiteX141" fmla="*/ 2826662 w 7467600"/>
              <a:gd name="connsiteY141" fmla="*/ 4970362 h 6858000"/>
              <a:gd name="connsiteX142" fmla="*/ 2876100 w 7467600"/>
              <a:gd name="connsiteY142" fmla="*/ 4995397 h 6858000"/>
              <a:gd name="connsiteX143" fmla="*/ 3042600 w 7467600"/>
              <a:gd name="connsiteY143" fmla="*/ 5059532 h 6858000"/>
              <a:gd name="connsiteX144" fmla="*/ 1997014 w 7467600"/>
              <a:gd name="connsiteY144" fmla="*/ 4698007 h 6858000"/>
              <a:gd name="connsiteX145" fmla="*/ 2305292 w 7467600"/>
              <a:gd name="connsiteY145" fmla="*/ 4219492 h 6858000"/>
              <a:gd name="connsiteX146" fmla="*/ 3360922 w 7467600"/>
              <a:gd name="connsiteY146" fmla="*/ 4529373 h 6858000"/>
              <a:gd name="connsiteX147" fmla="*/ 3492420 w 7467600"/>
              <a:gd name="connsiteY147" fmla="*/ 4510145 h 6858000"/>
              <a:gd name="connsiteX148" fmla="*/ 3364086 w 7467600"/>
              <a:gd name="connsiteY148" fmla="*/ 4480340 h 6858000"/>
              <a:gd name="connsiteX149" fmla="*/ 3225818 w 7467600"/>
              <a:gd name="connsiteY149" fmla="*/ 4411822 h 6858000"/>
              <a:gd name="connsiteX150" fmla="*/ 3129696 w 7467600"/>
              <a:gd name="connsiteY150" fmla="*/ 4360704 h 6858000"/>
              <a:gd name="connsiteX151" fmla="*/ 2814545 w 7467600"/>
              <a:gd name="connsiteY151" fmla="*/ 4282955 h 6858000"/>
              <a:gd name="connsiteX152" fmla="*/ 2305292 w 7467600"/>
              <a:gd name="connsiteY152" fmla="*/ 4219492 h 6858000"/>
              <a:gd name="connsiteX153" fmla="*/ 2626982 w 7467600"/>
              <a:gd name="connsiteY153" fmla="*/ 4206450 h 6858000"/>
              <a:gd name="connsiteX154" fmla="*/ 2490617 w 7467600"/>
              <a:gd name="connsiteY154" fmla="*/ 4206951 h 6858000"/>
              <a:gd name="connsiteX155" fmla="*/ 2819869 w 7467600"/>
              <a:gd name="connsiteY155" fmla="*/ 4252936 h 6858000"/>
              <a:gd name="connsiteX156" fmla="*/ 3143018 w 7467600"/>
              <a:gd name="connsiteY156" fmla="*/ 4332698 h 6858000"/>
              <a:gd name="connsiteX157" fmla="*/ 3241520 w 7467600"/>
              <a:gd name="connsiteY157" fmla="*/ 4385112 h 6858000"/>
              <a:gd name="connsiteX158" fmla="*/ 3374575 w 7467600"/>
              <a:gd name="connsiteY158" fmla="*/ 4451517 h 6858000"/>
              <a:gd name="connsiteX159" fmla="*/ 3505221 w 7467600"/>
              <a:gd name="connsiteY159" fmla="*/ 4480757 h 6858000"/>
              <a:gd name="connsiteX160" fmla="*/ 2626982 w 7467600"/>
              <a:gd name="connsiteY160" fmla="*/ 4206450 h 6858000"/>
              <a:gd name="connsiteX161" fmla="*/ 1310106 w 7467600"/>
              <a:gd name="connsiteY161" fmla="*/ 3943217 h 6858000"/>
              <a:gd name="connsiteX162" fmla="*/ 854994 w 7467600"/>
              <a:gd name="connsiteY162" fmla="*/ 4399136 h 6858000"/>
              <a:gd name="connsiteX163" fmla="*/ 742462 w 7467600"/>
              <a:gd name="connsiteY163" fmla="*/ 4594648 h 6858000"/>
              <a:gd name="connsiteX164" fmla="*/ 820602 w 7467600"/>
              <a:gd name="connsiteY164" fmla="*/ 4485915 h 6858000"/>
              <a:gd name="connsiteX165" fmla="*/ 878295 w 7467600"/>
              <a:gd name="connsiteY165" fmla="*/ 4403594 h 6858000"/>
              <a:gd name="connsiteX166" fmla="*/ 1240607 w 7467600"/>
              <a:gd name="connsiteY166" fmla="*/ 4010401 h 6858000"/>
              <a:gd name="connsiteX167" fmla="*/ 1310106 w 7467600"/>
              <a:gd name="connsiteY167" fmla="*/ 3943217 h 6858000"/>
              <a:gd name="connsiteX168" fmla="*/ 1423113 w 7467600"/>
              <a:gd name="connsiteY168" fmla="*/ 3874565 h 6858000"/>
              <a:gd name="connsiteX169" fmla="*/ 1260565 w 7467600"/>
              <a:gd name="connsiteY169" fmla="*/ 4031982 h 6858000"/>
              <a:gd name="connsiteX170" fmla="*/ 901900 w 7467600"/>
              <a:gd name="connsiteY170" fmla="*/ 4421236 h 6858000"/>
              <a:gd name="connsiteX171" fmla="*/ 845044 w 7467600"/>
              <a:gd name="connsiteY171" fmla="*/ 4502436 h 6858000"/>
              <a:gd name="connsiteX172" fmla="*/ 685926 w 7467600"/>
              <a:gd name="connsiteY172" fmla="*/ 4703069 h 6858000"/>
              <a:gd name="connsiteX173" fmla="*/ 684248 w 7467600"/>
              <a:gd name="connsiteY173" fmla="*/ 4706721 h 6858000"/>
              <a:gd name="connsiteX174" fmla="*/ 1423113 w 7467600"/>
              <a:gd name="connsiteY174" fmla="*/ 3874565 h 6858000"/>
              <a:gd name="connsiteX175" fmla="*/ 3316479 w 7467600"/>
              <a:gd name="connsiteY175" fmla="*/ 3872136 h 6858000"/>
              <a:gd name="connsiteX176" fmla="*/ 3546806 w 7467600"/>
              <a:gd name="connsiteY176" fmla="*/ 4356139 h 6858000"/>
              <a:gd name="connsiteX177" fmla="*/ 3364433 w 7467600"/>
              <a:gd name="connsiteY177" fmla="*/ 3953121 h 6858000"/>
              <a:gd name="connsiteX178" fmla="*/ 3316479 w 7467600"/>
              <a:gd name="connsiteY178" fmla="*/ 3872136 h 6858000"/>
              <a:gd name="connsiteX179" fmla="*/ 3291335 w 7467600"/>
              <a:gd name="connsiteY179" fmla="*/ 3767420 h 6858000"/>
              <a:gd name="connsiteX180" fmla="*/ 3390805 w 7467600"/>
              <a:gd name="connsiteY180" fmla="*/ 3937163 h 6858000"/>
              <a:gd name="connsiteX181" fmla="*/ 3579062 w 7467600"/>
              <a:gd name="connsiteY181" fmla="*/ 4359040 h 6858000"/>
              <a:gd name="connsiteX182" fmla="*/ 3467355 w 7467600"/>
              <a:gd name="connsiteY182" fmla="*/ 3988130 h 6858000"/>
              <a:gd name="connsiteX183" fmla="*/ 3310753 w 7467600"/>
              <a:gd name="connsiteY183" fmla="*/ 3787140 h 6858000"/>
              <a:gd name="connsiteX184" fmla="*/ 3291335 w 7467600"/>
              <a:gd name="connsiteY184" fmla="*/ 3767420 h 6858000"/>
              <a:gd name="connsiteX185" fmla="*/ 1635889 w 7467600"/>
              <a:gd name="connsiteY185" fmla="*/ 3709494 h 6858000"/>
              <a:gd name="connsiteX186" fmla="*/ 1634800 w 7467600"/>
              <a:gd name="connsiteY186" fmla="*/ 3731111 h 6858000"/>
              <a:gd name="connsiteX187" fmla="*/ 1635889 w 7467600"/>
              <a:gd name="connsiteY187" fmla="*/ 3709494 h 6858000"/>
              <a:gd name="connsiteX188" fmla="*/ 1510397 w 7467600"/>
              <a:gd name="connsiteY188" fmla="*/ 3684705 h 6858000"/>
              <a:gd name="connsiteX189" fmla="*/ 1146550 w 7467600"/>
              <a:gd name="connsiteY189" fmla="*/ 3802012 h 6858000"/>
              <a:gd name="connsiteX190" fmla="*/ 698834 w 7467600"/>
              <a:gd name="connsiteY190" fmla="*/ 3952272 h 6858000"/>
              <a:gd name="connsiteX191" fmla="*/ 34256 w 7467600"/>
              <a:gd name="connsiteY191" fmla="*/ 4347603 h 6858000"/>
              <a:gd name="connsiteX192" fmla="*/ 527241 w 7467600"/>
              <a:gd name="connsiteY192" fmla="*/ 4065078 h 6858000"/>
              <a:gd name="connsiteX193" fmla="*/ 1510397 w 7467600"/>
              <a:gd name="connsiteY193" fmla="*/ 3684705 h 6858000"/>
              <a:gd name="connsiteX194" fmla="*/ 1313114 w 7467600"/>
              <a:gd name="connsiteY194" fmla="*/ 3655216 h 6858000"/>
              <a:gd name="connsiteX195" fmla="*/ 1109304 w 7467600"/>
              <a:gd name="connsiteY195" fmla="*/ 3669030 h 6858000"/>
              <a:gd name="connsiteX196" fmla="*/ 8129 w 7467600"/>
              <a:gd name="connsiteY196" fmla="*/ 4330519 h 6858000"/>
              <a:gd name="connsiteX197" fmla="*/ 687572 w 7467600"/>
              <a:gd name="connsiteY197" fmla="*/ 3925629 h 6858000"/>
              <a:gd name="connsiteX198" fmla="*/ 1138365 w 7467600"/>
              <a:gd name="connsiteY198" fmla="*/ 3774515 h 6858000"/>
              <a:gd name="connsiteX199" fmla="*/ 1505579 w 7467600"/>
              <a:gd name="connsiteY199" fmla="*/ 3655526 h 6858000"/>
              <a:gd name="connsiteX200" fmla="*/ 1313114 w 7467600"/>
              <a:gd name="connsiteY200" fmla="*/ 3655216 h 6858000"/>
              <a:gd name="connsiteX201" fmla="*/ 3655073 w 7467600"/>
              <a:gd name="connsiteY201" fmla="*/ 3650884 h 6858000"/>
              <a:gd name="connsiteX202" fmla="*/ 3989938 w 7467600"/>
              <a:gd name="connsiteY202" fmla="*/ 3991685 h 6858000"/>
              <a:gd name="connsiteX203" fmla="*/ 4393907 w 7467600"/>
              <a:gd name="connsiteY203" fmla="*/ 4261258 h 6858000"/>
              <a:gd name="connsiteX204" fmla="*/ 4648051 w 7467600"/>
              <a:gd name="connsiteY204" fmla="*/ 4374051 h 6858000"/>
              <a:gd name="connsiteX205" fmla="*/ 4383389 w 7467600"/>
              <a:gd name="connsiteY205" fmla="*/ 4184369 h 6858000"/>
              <a:gd name="connsiteX206" fmla="*/ 4165508 w 7467600"/>
              <a:gd name="connsiteY206" fmla="*/ 4035196 h 6858000"/>
              <a:gd name="connsiteX207" fmla="*/ 4068162 w 7467600"/>
              <a:gd name="connsiteY207" fmla="*/ 3953394 h 6858000"/>
              <a:gd name="connsiteX208" fmla="*/ 3981416 w 7467600"/>
              <a:gd name="connsiteY208" fmla="*/ 3880482 h 6858000"/>
              <a:gd name="connsiteX209" fmla="*/ 3800147 w 7467600"/>
              <a:gd name="connsiteY209" fmla="*/ 3749872 h 6858000"/>
              <a:gd name="connsiteX210" fmla="*/ 3655073 w 7467600"/>
              <a:gd name="connsiteY210" fmla="*/ 3650884 h 6858000"/>
              <a:gd name="connsiteX211" fmla="*/ 3670252 w 7467600"/>
              <a:gd name="connsiteY211" fmla="*/ 3622798 h 6858000"/>
              <a:gd name="connsiteX212" fmla="*/ 3817258 w 7467600"/>
              <a:gd name="connsiteY212" fmla="*/ 3723577 h 6858000"/>
              <a:gd name="connsiteX213" fmla="*/ 4000461 w 7467600"/>
              <a:gd name="connsiteY213" fmla="*/ 3855966 h 6858000"/>
              <a:gd name="connsiteX214" fmla="*/ 4088180 w 7467600"/>
              <a:gd name="connsiteY214" fmla="*/ 3929774 h 6858000"/>
              <a:gd name="connsiteX215" fmla="*/ 4184555 w 7467600"/>
              <a:gd name="connsiteY215" fmla="*/ 4010683 h 6858000"/>
              <a:gd name="connsiteX216" fmla="*/ 4399563 w 7467600"/>
              <a:gd name="connsiteY216" fmla="*/ 4158106 h 6858000"/>
              <a:gd name="connsiteX217" fmla="*/ 4684469 w 7467600"/>
              <a:gd name="connsiteY217" fmla="*/ 4364680 h 6858000"/>
              <a:gd name="connsiteX218" fmla="*/ 4690271 w 7467600"/>
              <a:gd name="connsiteY218" fmla="*/ 4370034 h 6858000"/>
              <a:gd name="connsiteX219" fmla="*/ 4136093 w 7467600"/>
              <a:gd name="connsiteY219" fmla="*/ 3858466 h 6858000"/>
              <a:gd name="connsiteX220" fmla="*/ 3670252 w 7467600"/>
              <a:gd name="connsiteY220" fmla="*/ 3622798 h 6858000"/>
              <a:gd name="connsiteX221" fmla="*/ 4440129 w 7467600"/>
              <a:gd name="connsiteY221" fmla="*/ 3448571 h 6858000"/>
              <a:gd name="connsiteX222" fmla="*/ 4856525 w 7467600"/>
              <a:gd name="connsiteY222" fmla="*/ 3915351 h 6858000"/>
              <a:gd name="connsiteX223" fmla="*/ 5059055 w 7467600"/>
              <a:gd name="connsiteY223" fmla="*/ 4108918 h 6858000"/>
              <a:gd name="connsiteX224" fmla="*/ 5290070 w 7467600"/>
              <a:gd name="connsiteY224" fmla="*/ 4263619 h 6858000"/>
              <a:gd name="connsiteX225" fmla="*/ 4834991 w 7467600"/>
              <a:gd name="connsiteY225" fmla="*/ 3830985 h 6858000"/>
              <a:gd name="connsiteX226" fmla="*/ 4440129 w 7467600"/>
              <a:gd name="connsiteY226" fmla="*/ 3448571 h 6858000"/>
              <a:gd name="connsiteX227" fmla="*/ 4441737 w 7467600"/>
              <a:gd name="connsiteY227" fmla="*/ 3399734 h 6858000"/>
              <a:gd name="connsiteX228" fmla="*/ 4431236 w 7467600"/>
              <a:gd name="connsiteY228" fmla="*/ 3400954 h 6858000"/>
              <a:gd name="connsiteX229" fmla="*/ 4557150 w 7467600"/>
              <a:gd name="connsiteY229" fmla="*/ 3510023 h 6858000"/>
              <a:gd name="connsiteX230" fmla="*/ 4856936 w 7467600"/>
              <a:gd name="connsiteY230" fmla="*/ 3809146 h 6858000"/>
              <a:gd name="connsiteX231" fmla="*/ 5111996 w 7467600"/>
              <a:gd name="connsiteY231" fmla="*/ 4065759 h 6858000"/>
              <a:gd name="connsiteX232" fmla="*/ 5388878 w 7467600"/>
              <a:gd name="connsiteY232" fmla="*/ 4300185 h 6858000"/>
              <a:gd name="connsiteX233" fmla="*/ 5425556 w 7467600"/>
              <a:gd name="connsiteY233" fmla="*/ 4308967 h 6858000"/>
              <a:gd name="connsiteX234" fmla="*/ 4943646 w 7467600"/>
              <a:gd name="connsiteY234" fmla="*/ 3822916 h 6858000"/>
              <a:gd name="connsiteX235" fmla="*/ 4594837 w 7467600"/>
              <a:gd name="connsiteY235" fmla="*/ 3532274 h 6858000"/>
              <a:gd name="connsiteX236" fmla="*/ 4441737 w 7467600"/>
              <a:gd name="connsiteY236" fmla="*/ 3399734 h 6858000"/>
              <a:gd name="connsiteX237" fmla="*/ 5425834 w 7467600"/>
              <a:gd name="connsiteY237" fmla="*/ 3162785 h 6858000"/>
              <a:gd name="connsiteX238" fmla="*/ 5401644 w 7467600"/>
              <a:gd name="connsiteY238" fmla="*/ 3617847 h 6858000"/>
              <a:gd name="connsiteX239" fmla="*/ 5467256 w 7467600"/>
              <a:gd name="connsiteY239" fmla="*/ 4175494 h 6858000"/>
              <a:gd name="connsiteX240" fmla="*/ 5448069 w 7467600"/>
              <a:gd name="connsiteY240" fmla="*/ 3567554 h 6858000"/>
              <a:gd name="connsiteX241" fmla="*/ 5425834 w 7467600"/>
              <a:gd name="connsiteY241" fmla="*/ 3162785 h 6858000"/>
              <a:gd name="connsiteX242" fmla="*/ 1318687 w 7467600"/>
              <a:gd name="connsiteY242" fmla="*/ 3113840 h 6858000"/>
              <a:gd name="connsiteX243" fmla="*/ 1066793 w 7467600"/>
              <a:gd name="connsiteY243" fmla="*/ 3212171 h 6858000"/>
              <a:gd name="connsiteX244" fmla="*/ 993319 w 7467600"/>
              <a:gd name="connsiteY244" fmla="*/ 3247648 h 6858000"/>
              <a:gd name="connsiteX245" fmla="*/ 853081 w 7467600"/>
              <a:gd name="connsiteY245" fmla="*/ 3312410 h 6858000"/>
              <a:gd name="connsiteX246" fmla="*/ 805957 w 7467600"/>
              <a:gd name="connsiteY246" fmla="*/ 3330443 h 6858000"/>
              <a:gd name="connsiteX247" fmla="*/ 1318687 w 7467600"/>
              <a:gd name="connsiteY247" fmla="*/ 3113840 h 6858000"/>
              <a:gd name="connsiteX248" fmla="*/ 5453702 w 7467600"/>
              <a:gd name="connsiteY248" fmla="*/ 3090882 h 6858000"/>
              <a:gd name="connsiteX249" fmla="*/ 5480135 w 7467600"/>
              <a:gd name="connsiteY249" fmla="*/ 3565802 h 6858000"/>
              <a:gd name="connsiteX250" fmla="*/ 5499023 w 7467600"/>
              <a:gd name="connsiteY250" fmla="*/ 4166310 h 6858000"/>
              <a:gd name="connsiteX251" fmla="*/ 5547022 w 7467600"/>
              <a:gd name="connsiteY251" fmla="*/ 3607838 h 6858000"/>
              <a:gd name="connsiteX252" fmla="*/ 5515964 w 7467600"/>
              <a:gd name="connsiteY252" fmla="*/ 3378541 h 6858000"/>
              <a:gd name="connsiteX253" fmla="*/ 5453702 w 7467600"/>
              <a:gd name="connsiteY253" fmla="*/ 3090882 h 6858000"/>
              <a:gd name="connsiteX254" fmla="*/ 1238695 w 7467600"/>
              <a:gd name="connsiteY254" fmla="*/ 3076820 h 6858000"/>
              <a:gd name="connsiteX255" fmla="*/ 716371 w 7467600"/>
              <a:gd name="connsiteY255" fmla="*/ 3293249 h 6858000"/>
              <a:gd name="connsiteX256" fmla="*/ 579522 w 7467600"/>
              <a:gd name="connsiteY256" fmla="*/ 3371759 h 6858000"/>
              <a:gd name="connsiteX257" fmla="*/ 600288 w 7467600"/>
              <a:gd name="connsiteY257" fmla="*/ 3365555 h 6858000"/>
              <a:gd name="connsiteX258" fmla="*/ 840692 w 7467600"/>
              <a:gd name="connsiteY258" fmla="*/ 3284921 h 6858000"/>
              <a:gd name="connsiteX259" fmla="*/ 979248 w 7467600"/>
              <a:gd name="connsiteY259" fmla="*/ 3221003 h 6858000"/>
              <a:gd name="connsiteX260" fmla="*/ 1053282 w 7467600"/>
              <a:gd name="connsiteY260" fmla="*/ 3185247 h 6858000"/>
              <a:gd name="connsiteX261" fmla="*/ 1320603 w 7467600"/>
              <a:gd name="connsiteY261" fmla="*/ 3081281 h 6858000"/>
              <a:gd name="connsiteX262" fmla="*/ 1238695 w 7467600"/>
              <a:gd name="connsiteY262" fmla="*/ 3076820 h 6858000"/>
              <a:gd name="connsiteX263" fmla="*/ 5425627 w 7467600"/>
              <a:gd name="connsiteY263" fmla="*/ 2954192 h 6858000"/>
              <a:gd name="connsiteX264" fmla="*/ 5470770 w 7467600"/>
              <a:gd name="connsiteY264" fmla="*/ 3005435 h 6858000"/>
              <a:gd name="connsiteX265" fmla="*/ 5519779 w 7467600"/>
              <a:gd name="connsiteY265" fmla="*/ 4359223 h 6858000"/>
              <a:gd name="connsiteX266" fmla="*/ 5520293 w 7467600"/>
              <a:gd name="connsiteY266" fmla="*/ 4360602 h 6858000"/>
              <a:gd name="connsiteX267" fmla="*/ 5767221 w 7467600"/>
              <a:gd name="connsiteY267" fmla="*/ 4665564 h 6858000"/>
              <a:gd name="connsiteX268" fmla="*/ 6937169 w 7467600"/>
              <a:gd name="connsiteY268" fmla="*/ 4815941 h 6858000"/>
              <a:gd name="connsiteX269" fmla="*/ 6953922 w 7467600"/>
              <a:gd name="connsiteY269" fmla="*/ 4890068 h 6858000"/>
              <a:gd name="connsiteX270" fmla="*/ 6071359 w 7467600"/>
              <a:gd name="connsiteY270" fmla="*/ 4770770 h 6858000"/>
              <a:gd name="connsiteX271" fmla="*/ 6038839 w 7467600"/>
              <a:gd name="connsiteY271" fmla="*/ 4764474 h 6858000"/>
              <a:gd name="connsiteX272" fmla="*/ 6038706 w 7467600"/>
              <a:gd name="connsiteY272" fmla="*/ 4763847 h 6858000"/>
              <a:gd name="connsiteX273" fmla="*/ 6037784 w 7467600"/>
              <a:gd name="connsiteY273" fmla="*/ 4764270 h 6858000"/>
              <a:gd name="connsiteX274" fmla="*/ 6038839 w 7467600"/>
              <a:gd name="connsiteY274" fmla="*/ 4764474 h 6858000"/>
              <a:gd name="connsiteX275" fmla="*/ 6040338 w 7467600"/>
              <a:gd name="connsiteY275" fmla="*/ 4771418 h 6858000"/>
              <a:gd name="connsiteX276" fmla="*/ 6024488 w 7467600"/>
              <a:gd name="connsiteY276" fmla="*/ 4809903 h 6858000"/>
              <a:gd name="connsiteX277" fmla="*/ 5599771 w 7467600"/>
              <a:gd name="connsiteY277" fmla="*/ 5509652 h 6858000"/>
              <a:gd name="connsiteX278" fmla="*/ 5548843 w 7467600"/>
              <a:gd name="connsiteY278" fmla="*/ 5563845 h 6858000"/>
              <a:gd name="connsiteX279" fmla="*/ 5940952 w 7467600"/>
              <a:gd name="connsiteY279" fmla="*/ 6250028 h 6858000"/>
              <a:gd name="connsiteX280" fmla="*/ 6043441 w 7467600"/>
              <a:gd name="connsiteY280" fmla="*/ 6665847 h 6858000"/>
              <a:gd name="connsiteX281" fmla="*/ 6093432 w 7467600"/>
              <a:gd name="connsiteY281" fmla="*/ 6858000 h 6858000"/>
              <a:gd name="connsiteX282" fmla="*/ 6034344 w 7467600"/>
              <a:gd name="connsiteY282" fmla="*/ 6858000 h 6858000"/>
              <a:gd name="connsiteX283" fmla="*/ 6026679 w 7467600"/>
              <a:gd name="connsiteY283" fmla="*/ 6836959 h 6858000"/>
              <a:gd name="connsiteX284" fmla="*/ 5800441 w 7467600"/>
              <a:gd name="connsiteY284" fmla="*/ 6335286 h 6858000"/>
              <a:gd name="connsiteX285" fmla="*/ 5526562 w 7467600"/>
              <a:gd name="connsiteY285" fmla="*/ 5705388 h 6858000"/>
              <a:gd name="connsiteX286" fmla="*/ 5519640 w 7467600"/>
              <a:gd name="connsiteY286" fmla="*/ 5683774 h 6858000"/>
              <a:gd name="connsiteX287" fmla="*/ 5844559 w 7467600"/>
              <a:gd name="connsiteY287" fmla="*/ 6553349 h 6858000"/>
              <a:gd name="connsiteX288" fmla="*/ 5975994 w 7467600"/>
              <a:gd name="connsiteY288" fmla="*/ 6858000 h 6858000"/>
              <a:gd name="connsiteX289" fmla="*/ 5898547 w 7467600"/>
              <a:gd name="connsiteY289" fmla="*/ 6858000 h 6858000"/>
              <a:gd name="connsiteX290" fmla="*/ 5682041 w 7467600"/>
              <a:gd name="connsiteY290" fmla="*/ 6355860 h 6858000"/>
              <a:gd name="connsiteX291" fmla="*/ 5461758 w 7467600"/>
              <a:gd name="connsiteY291" fmla="*/ 5820220 h 6858000"/>
              <a:gd name="connsiteX292" fmla="*/ 5237282 w 7467600"/>
              <a:gd name="connsiteY292" fmla="*/ 6579086 h 6858000"/>
              <a:gd name="connsiteX293" fmla="*/ 5115009 w 7467600"/>
              <a:gd name="connsiteY293" fmla="*/ 6858000 h 6858000"/>
              <a:gd name="connsiteX294" fmla="*/ 5028074 w 7467600"/>
              <a:gd name="connsiteY294" fmla="*/ 6858000 h 6858000"/>
              <a:gd name="connsiteX295" fmla="*/ 5079508 w 7467600"/>
              <a:gd name="connsiteY295" fmla="*/ 6749074 h 6858000"/>
              <a:gd name="connsiteX296" fmla="*/ 5371846 w 7467600"/>
              <a:gd name="connsiteY296" fmla="*/ 5924413 h 6858000"/>
              <a:gd name="connsiteX297" fmla="*/ 5270512 w 7467600"/>
              <a:gd name="connsiteY297" fmla="*/ 6138975 h 6858000"/>
              <a:gd name="connsiteX298" fmla="*/ 5062409 w 7467600"/>
              <a:gd name="connsiteY298" fmla="*/ 6653544 h 6858000"/>
              <a:gd name="connsiteX299" fmla="*/ 5036628 w 7467600"/>
              <a:gd name="connsiteY299" fmla="*/ 6754247 h 6858000"/>
              <a:gd name="connsiteX300" fmla="*/ 5009112 w 7467600"/>
              <a:gd name="connsiteY300" fmla="*/ 6858000 h 6858000"/>
              <a:gd name="connsiteX301" fmla="*/ 4976679 w 7467600"/>
              <a:gd name="connsiteY301" fmla="*/ 6858000 h 6858000"/>
              <a:gd name="connsiteX302" fmla="*/ 5006537 w 7467600"/>
              <a:gd name="connsiteY302" fmla="*/ 6747068 h 6858000"/>
              <a:gd name="connsiteX303" fmla="*/ 5032723 w 7467600"/>
              <a:gd name="connsiteY303" fmla="*/ 6644957 h 6858000"/>
              <a:gd name="connsiteX304" fmla="*/ 5242949 w 7467600"/>
              <a:gd name="connsiteY304" fmla="*/ 6125175 h 6858000"/>
              <a:gd name="connsiteX305" fmla="*/ 5286321 w 7467600"/>
              <a:gd name="connsiteY305" fmla="*/ 6033555 h 6858000"/>
              <a:gd name="connsiteX306" fmla="*/ 5008210 w 7467600"/>
              <a:gd name="connsiteY306" fmla="*/ 6649194 h 6858000"/>
              <a:gd name="connsiteX307" fmla="*/ 4986321 w 7467600"/>
              <a:gd name="connsiteY307" fmla="*/ 6765687 h 6858000"/>
              <a:gd name="connsiteX308" fmla="*/ 4973474 w 7467600"/>
              <a:gd name="connsiteY308" fmla="*/ 6858000 h 6858000"/>
              <a:gd name="connsiteX309" fmla="*/ 4907178 w 7467600"/>
              <a:gd name="connsiteY309" fmla="*/ 6858000 h 6858000"/>
              <a:gd name="connsiteX310" fmla="*/ 4910810 w 7467600"/>
              <a:gd name="connsiteY310" fmla="*/ 6829660 h 6858000"/>
              <a:gd name="connsiteX311" fmla="*/ 4987461 w 7467600"/>
              <a:gd name="connsiteY311" fmla="*/ 6432994 h 6858000"/>
              <a:gd name="connsiteX312" fmla="*/ 5179262 w 7467600"/>
              <a:gd name="connsiteY312" fmla="*/ 6035044 h 6858000"/>
              <a:gd name="connsiteX313" fmla="*/ 4689678 w 7467600"/>
              <a:gd name="connsiteY313" fmla="*/ 6440241 h 6858000"/>
              <a:gd name="connsiteX314" fmla="*/ 4477543 w 7467600"/>
              <a:gd name="connsiteY314" fmla="*/ 6674836 h 6858000"/>
              <a:gd name="connsiteX315" fmla="*/ 4329957 w 7467600"/>
              <a:gd name="connsiteY315" fmla="*/ 6858000 h 6858000"/>
              <a:gd name="connsiteX316" fmla="*/ 4218595 w 7467600"/>
              <a:gd name="connsiteY316" fmla="*/ 6858000 h 6858000"/>
              <a:gd name="connsiteX317" fmla="*/ 4368888 w 7467600"/>
              <a:gd name="connsiteY317" fmla="*/ 6668412 h 6858000"/>
              <a:gd name="connsiteX318" fmla="*/ 4563091 w 7467600"/>
              <a:gd name="connsiteY318" fmla="*/ 6442508 h 6858000"/>
              <a:gd name="connsiteX319" fmla="*/ 5387324 w 7467600"/>
              <a:gd name="connsiteY319" fmla="*/ 5705830 h 6858000"/>
              <a:gd name="connsiteX320" fmla="*/ 5073620 w 7467600"/>
              <a:gd name="connsiteY320" fmla="*/ 5955437 h 6858000"/>
              <a:gd name="connsiteX321" fmla="*/ 4689789 w 7467600"/>
              <a:gd name="connsiteY321" fmla="*/ 6268382 h 6858000"/>
              <a:gd name="connsiteX322" fmla="*/ 4418722 w 7467600"/>
              <a:gd name="connsiteY322" fmla="*/ 6570886 h 6858000"/>
              <a:gd name="connsiteX323" fmla="*/ 4214944 w 7467600"/>
              <a:gd name="connsiteY323" fmla="*/ 6858000 h 6858000"/>
              <a:gd name="connsiteX324" fmla="*/ 4177898 w 7467600"/>
              <a:gd name="connsiteY324" fmla="*/ 6858000 h 6858000"/>
              <a:gd name="connsiteX325" fmla="*/ 4391597 w 7467600"/>
              <a:gd name="connsiteY325" fmla="*/ 6556370 h 6858000"/>
              <a:gd name="connsiteX326" fmla="*/ 4668889 w 7467600"/>
              <a:gd name="connsiteY326" fmla="*/ 6246399 h 6858000"/>
              <a:gd name="connsiteX327" fmla="*/ 5055427 w 7467600"/>
              <a:gd name="connsiteY327" fmla="*/ 5931476 h 6858000"/>
              <a:gd name="connsiteX328" fmla="*/ 5371814 w 7467600"/>
              <a:gd name="connsiteY328" fmla="*/ 5678975 h 6858000"/>
              <a:gd name="connsiteX329" fmla="*/ 4987918 w 7467600"/>
              <a:gd name="connsiteY329" fmla="*/ 5838701 h 6858000"/>
              <a:gd name="connsiteX330" fmla="*/ 4317146 w 7467600"/>
              <a:gd name="connsiteY330" fmla="*/ 6587716 h 6858000"/>
              <a:gd name="connsiteX331" fmla="*/ 4171627 w 7467600"/>
              <a:gd name="connsiteY331" fmla="*/ 6858000 h 6858000"/>
              <a:gd name="connsiteX332" fmla="*/ 4081585 w 7467600"/>
              <a:gd name="connsiteY332" fmla="*/ 6858000 h 6858000"/>
              <a:gd name="connsiteX333" fmla="*/ 4238603 w 7467600"/>
              <a:gd name="connsiteY333" fmla="*/ 6559341 h 6858000"/>
              <a:gd name="connsiteX334" fmla="*/ 4778333 w 7467600"/>
              <a:gd name="connsiteY334" fmla="*/ 5873626 h 6858000"/>
              <a:gd name="connsiteX335" fmla="*/ 5414185 w 7467600"/>
              <a:gd name="connsiteY335" fmla="*/ 5573882 h 6858000"/>
              <a:gd name="connsiteX336" fmla="*/ 5959648 w 7467600"/>
              <a:gd name="connsiteY336" fmla="*/ 4760797 h 6858000"/>
              <a:gd name="connsiteX337" fmla="*/ 5355019 w 7467600"/>
              <a:gd name="connsiteY337" fmla="*/ 4734672 h 6858000"/>
              <a:gd name="connsiteX338" fmla="*/ 5083565 w 7467600"/>
              <a:gd name="connsiteY338" fmla="*/ 5179121 h 6858000"/>
              <a:gd name="connsiteX339" fmla="*/ 4713577 w 7467600"/>
              <a:gd name="connsiteY339" fmla="*/ 5616803 h 6858000"/>
              <a:gd name="connsiteX340" fmla="*/ 3989559 w 7467600"/>
              <a:gd name="connsiteY340" fmla="*/ 6145945 h 6858000"/>
              <a:gd name="connsiteX341" fmla="*/ 3939824 w 7467600"/>
              <a:gd name="connsiteY341" fmla="*/ 6066900 h 6858000"/>
              <a:gd name="connsiteX342" fmla="*/ 4584537 w 7467600"/>
              <a:gd name="connsiteY342" fmla="*/ 5324826 h 6858000"/>
              <a:gd name="connsiteX343" fmla="*/ 5037105 w 7467600"/>
              <a:gd name="connsiteY343" fmla="*/ 5088765 h 6858000"/>
              <a:gd name="connsiteX344" fmla="*/ 5039930 w 7467600"/>
              <a:gd name="connsiteY344" fmla="*/ 5089585 h 6858000"/>
              <a:gd name="connsiteX345" fmla="*/ 5263764 w 7467600"/>
              <a:gd name="connsiteY345" fmla="*/ 4735525 h 6858000"/>
              <a:gd name="connsiteX346" fmla="*/ 4086300 w 7467600"/>
              <a:gd name="connsiteY346" fmla="*/ 4884599 h 6858000"/>
              <a:gd name="connsiteX347" fmla="*/ 4085485 w 7467600"/>
              <a:gd name="connsiteY347" fmla="*/ 4899070 h 6858000"/>
              <a:gd name="connsiteX348" fmla="*/ 3871915 w 7467600"/>
              <a:gd name="connsiteY348" fmla="*/ 5253645 h 6858000"/>
              <a:gd name="connsiteX349" fmla="*/ 3799374 w 7467600"/>
              <a:gd name="connsiteY349" fmla="*/ 5466127 h 6858000"/>
              <a:gd name="connsiteX350" fmla="*/ 3498850 w 7467600"/>
              <a:gd name="connsiteY350" fmla="*/ 6661888 h 6858000"/>
              <a:gd name="connsiteX351" fmla="*/ 3399216 w 7467600"/>
              <a:gd name="connsiteY351" fmla="*/ 6858000 h 6858000"/>
              <a:gd name="connsiteX352" fmla="*/ 3303688 w 7467600"/>
              <a:gd name="connsiteY352" fmla="*/ 6858000 h 6858000"/>
              <a:gd name="connsiteX353" fmla="*/ 3391774 w 7467600"/>
              <a:gd name="connsiteY353" fmla="*/ 6697181 h 6858000"/>
              <a:gd name="connsiteX354" fmla="*/ 3735540 w 7467600"/>
              <a:gd name="connsiteY354" fmla="*/ 5546923 h 6858000"/>
              <a:gd name="connsiteX355" fmla="*/ 3729438 w 7467600"/>
              <a:gd name="connsiteY355" fmla="*/ 5569058 h 6858000"/>
              <a:gd name="connsiteX356" fmla="*/ 3707782 w 7467600"/>
              <a:gd name="connsiteY356" fmla="*/ 5644908 h 6858000"/>
              <a:gd name="connsiteX357" fmla="*/ 3583827 w 7467600"/>
              <a:gd name="connsiteY357" fmla="*/ 6039215 h 6858000"/>
              <a:gd name="connsiteX358" fmla="*/ 3547861 w 7467600"/>
              <a:gd name="connsiteY358" fmla="*/ 6129609 h 6858000"/>
              <a:gd name="connsiteX359" fmla="*/ 3490905 w 7467600"/>
              <a:gd name="connsiteY359" fmla="*/ 6277660 h 6858000"/>
              <a:gd name="connsiteX360" fmla="*/ 3455859 w 7467600"/>
              <a:gd name="connsiteY360" fmla="*/ 6391301 h 6858000"/>
              <a:gd name="connsiteX361" fmla="*/ 3429112 w 7467600"/>
              <a:gd name="connsiteY361" fmla="*/ 6479469 h 6858000"/>
              <a:gd name="connsiteX362" fmla="*/ 3304862 w 7467600"/>
              <a:gd name="connsiteY362" fmla="*/ 6796476 h 6858000"/>
              <a:gd name="connsiteX363" fmla="*/ 3276071 w 7467600"/>
              <a:gd name="connsiteY363" fmla="*/ 6858000 h 6858000"/>
              <a:gd name="connsiteX364" fmla="*/ 3240805 w 7467600"/>
              <a:gd name="connsiteY364" fmla="*/ 6858000 h 6858000"/>
              <a:gd name="connsiteX365" fmla="*/ 3275917 w 7467600"/>
              <a:gd name="connsiteY365" fmla="*/ 6783192 h 6858000"/>
              <a:gd name="connsiteX366" fmla="*/ 3399358 w 7467600"/>
              <a:gd name="connsiteY366" fmla="*/ 6469011 h 6858000"/>
              <a:gd name="connsiteX367" fmla="*/ 3425650 w 7467600"/>
              <a:gd name="connsiteY367" fmla="*/ 6381333 h 6858000"/>
              <a:gd name="connsiteX368" fmla="*/ 3460661 w 7467600"/>
              <a:gd name="connsiteY368" fmla="*/ 6266763 h 6858000"/>
              <a:gd name="connsiteX369" fmla="*/ 3518021 w 7467600"/>
              <a:gd name="connsiteY369" fmla="*/ 6117298 h 6858000"/>
              <a:gd name="connsiteX370" fmla="*/ 3554035 w 7467600"/>
              <a:gd name="connsiteY370" fmla="*/ 6027832 h 6858000"/>
              <a:gd name="connsiteX371" fmla="*/ 3677174 w 7467600"/>
              <a:gd name="connsiteY371" fmla="*/ 5636351 h 6858000"/>
              <a:gd name="connsiteX372" fmla="*/ 3698819 w 7467600"/>
              <a:gd name="connsiteY372" fmla="*/ 5560503 h 6858000"/>
              <a:gd name="connsiteX373" fmla="*/ 3702094 w 7467600"/>
              <a:gd name="connsiteY373" fmla="*/ 5549194 h 6858000"/>
              <a:gd name="connsiteX374" fmla="*/ 3398355 w 7467600"/>
              <a:gd name="connsiteY374" fmla="*/ 6094603 h 6858000"/>
              <a:gd name="connsiteX375" fmla="*/ 3193941 w 7467600"/>
              <a:gd name="connsiteY375" fmla="*/ 6798775 h 6858000"/>
              <a:gd name="connsiteX376" fmla="*/ 3184140 w 7467600"/>
              <a:gd name="connsiteY376" fmla="*/ 6858000 h 6858000"/>
              <a:gd name="connsiteX377" fmla="*/ 3099978 w 7467600"/>
              <a:gd name="connsiteY377" fmla="*/ 6858000 h 6858000"/>
              <a:gd name="connsiteX378" fmla="*/ 3101556 w 7467600"/>
              <a:gd name="connsiteY378" fmla="*/ 6843337 h 6858000"/>
              <a:gd name="connsiteX379" fmla="*/ 3370162 w 7467600"/>
              <a:gd name="connsiteY379" fmla="*/ 5785550 h 6858000"/>
              <a:gd name="connsiteX380" fmla="*/ 3746477 w 7467600"/>
              <a:gd name="connsiteY380" fmla="*/ 5377889 h 6858000"/>
              <a:gd name="connsiteX381" fmla="*/ 3863399 w 7467600"/>
              <a:gd name="connsiteY381" fmla="*/ 5087257 h 6858000"/>
              <a:gd name="connsiteX382" fmla="*/ 3968712 w 7467600"/>
              <a:gd name="connsiteY382" fmla="*/ 4913989 h 6858000"/>
              <a:gd name="connsiteX383" fmla="*/ 2792390 w 7467600"/>
              <a:gd name="connsiteY383" fmla="*/ 5382974 h 6858000"/>
              <a:gd name="connsiteX384" fmla="*/ 2714982 w 7467600"/>
              <a:gd name="connsiteY384" fmla="*/ 5427051 h 6858000"/>
              <a:gd name="connsiteX385" fmla="*/ 2813361 w 7467600"/>
              <a:gd name="connsiteY385" fmla="*/ 6023912 h 6858000"/>
              <a:gd name="connsiteX386" fmla="*/ 2688430 w 7467600"/>
              <a:gd name="connsiteY386" fmla="*/ 6801564 h 6858000"/>
              <a:gd name="connsiteX387" fmla="*/ 2629626 w 7467600"/>
              <a:gd name="connsiteY387" fmla="*/ 6763394 h 6858000"/>
              <a:gd name="connsiteX388" fmla="*/ 2565328 w 7467600"/>
              <a:gd name="connsiteY388" fmla="*/ 5516399 h 6858000"/>
              <a:gd name="connsiteX389" fmla="*/ 1922999 w 7467600"/>
              <a:gd name="connsiteY389" fmla="*/ 5980343 h 6858000"/>
              <a:gd name="connsiteX390" fmla="*/ 1950261 w 7467600"/>
              <a:gd name="connsiteY390" fmla="*/ 6405858 h 6858000"/>
              <a:gd name="connsiteX391" fmla="*/ 2365554 w 7467600"/>
              <a:gd name="connsiteY391" fmla="*/ 6759107 h 6858000"/>
              <a:gd name="connsiteX392" fmla="*/ 2424142 w 7467600"/>
              <a:gd name="connsiteY392" fmla="*/ 6858000 h 6858000"/>
              <a:gd name="connsiteX393" fmla="*/ 2395994 w 7467600"/>
              <a:gd name="connsiteY393" fmla="*/ 6858000 h 6858000"/>
              <a:gd name="connsiteX394" fmla="*/ 2392863 w 7467600"/>
              <a:gd name="connsiteY394" fmla="*/ 6852964 h 6858000"/>
              <a:gd name="connsiteX395" fmla="*/ 2017589 w 7467600"/>
              <a:gd name="connsiteY395" fmla="*/ 6493982 h 6858000"/>
              <a:gd name="connsiteX396" fmla="*/ 2147336 w 7467600"/>
              <a:gd name="connsiteY396" fmla="*/ 6594052 h 6858000"/>
              <a:gd name="connsiteX397" fmla="*/ 2207047 w 7467600"/>
              <a:gd name="connsiteY397" fmla="*/ 6654540 h 6858000"/>
              <a:gd name="connsiteX398" fmla="*/ 2299106 w 7467600"/>
              <a:gd name="connsiteY398" fmla="*/ 6778931 h 6858000"/>
              <a:gd name="connsiteX399" fmla="*/ 2314430 w 7467600"/>
              <a:gd name="connsiteY399" fmla="*/ 6801144 h 6858000"/>
              <a:gd name="connsiteX400" fmla="*/ 2352406 w 7467600"/>
              <a:gd name="connsiteY400" fmla="*/ 6858000 h 6858000"/>
              <a:gd name="connsiteX401" fmla="*/ 2314492 w 7467600"/>
              <a:gd name="connsiteY401" fmla="*/ 6858000 h 6858000"/>
              <a:gd name="connsiteX402" fmla="*/ 2288095 w 7467600"/>
              <a:gd name="connsiteY402" fmla="*/ 6818030 h 6858000"/>
              <a:gd name="connsiteX403" fmla="*/ 2272768 w 7467600"/>
              <a:gd name="connsiteY403" fmla="*/ 6795822 h 6858000"/>
              <a:gd name="connsiteX404" fmla="*/ 2182715 w 7467600"/>
              <a:gd name="connsiteY404" fmla="*/ 6675071 h 6858000"/>
              <a:gd name="connsiteX405" fmla="*/ 2032061 w 7467600"/>
              <a:gd name="connsiteY405" fmla="*/ 6541380 h 6858000"/>
              <a:gd name="connsiteX406" fmla="*/ 2257220 w 7467600"/>
              <a:gd name="connsiteY406" fmla="*/ 6826257 h 6858000"/>
              <a:gd name="connsiteX407" fmla="*/ 2281324 w 7467600"/>
              <a:gd name="connsiteY407" fmla="*/ 6858000 h 6858000"/>
              <a:gd name="connsiteX408" fmla="*/ 2242860 w 7467600"/>
              <a:gd name="connsiteY408" fmla="*/ 6858000 h 6858000"/>
              <a:gd name="connsiteX409" fmla="*/ 2232818 w 7467600"/>
              <a:gd name="connsiteY409" fmla="*/ 6844926 h 6858000"/>
              <a:gd name="connsiteX410" fmla="*/ 1990172 w 7467600"/>
              <a:gd name="connsiteY410" fmla="*/ 6542121 h 6858000"/>
              <a:gd name="connsiteX411" fmla="*/ 2124090 w 7467600"/>
              <a:gd name="connsiteY411" fmla="*/ 6761017 h 6858000"/>
              <a:gd name="connsiteX412" fmla="*/ 2200380 w 7467600"/>
              <a:gd name="connsiteY412" fmla="*/ 6858000 h 6858000"/>
              <a:gd name="connsiteX413" fmla="*/ 2147507 w 7467600"/>
              <a:gd name="connsiteY413" fmla="*/ 6858000 h 6858000"/>
              <a:gd name="connsiteX414" fmla="*/ 2070668 w 7467600"/>
              <a:gd name="connsiteY414" fmla="*/ 6761520 h 6858000"/>
              <a:gd name="connsiteX415" fmla="*/ 1975142 w 7467600"/>
              <a:gd name="connsiteY415" fmla="*/ 6585570 h 6858000"/>
              <a:gd name="connsiteX416" fmla="*/ 2050035 w 7467600"/>
              <a:gd name="connsiteY416" fmla="*/ 6813345 h 6858000"/>
              <a:gd name="connsiteX417" fmla="*/ 2063025 w 7467600"/>
              <a:gd name="connsiteY417" fmla="*/ 6858000 h 6858000"/>
              <a:gd name="connsiteX418" fmla="*/ 2021675 w 7467600"/>
              <a:gd name="connsiteY418" fmla="*/ 6858000 h 6858000"/>
              <a:gd name="connsiteX419" fmla="*/ 2019308 w 7467600"/>
              <a:gd name="connsiteY419" fmla="*/ 6847118 h 6858000"/>
              <a:gd name="connsiteX420" fmla="*/ 1938835 w 7467600"/>
              <a:gd name="connsiteY420" fmla="*/ 6551160 h 6858000"/>
              <a:gd name="connsiteX421" fmla="*/ 1953230 w 7467600"/>
              <a:gd name="connsiteY421" fmla="*/ 6759699 h 6858000"/>
              <a:gd name="connsiteX422" fmla="*/ 1956763 w 7467600"/>
              <a:gd name="connsiteY422" fmla="*/ 6778191 h 6858000"/>
              <a:gd name="connsiteX423" fmla="*/ 1967925 w 7467600"/>
              <a:gd name="connsiteY423" fmla="*/ 6858000 h 6858000"/>
              <a:gd name="connsiteX424" fmla="*/ 1936622 w 7467600"/>
              <a:gd name="connsiteY424" fmla="*/ 6858000 h 6858000"/>
              <a:gd name="connsiteX425" fmla="*/ 1926261 w 7467600"/>
              <a:gd name="connsiteY425" fmla="*/ 6784064 h 6858000"/>
              <a:gd name="connsiteX426" fmla="*/ 1922724 w 7467600"/>
              <a:gd name="connsiteY426" fmla="*/ 6765577 h 6858000"/>
              <a:gd name="connsiteX427" fmla="*/ 1904650 w 7467600"/>
              <a:gd name="connsiteY427" fmla="*/ 6639616 h 6858000"/>
              <a:gd name="connsiteX428" fmla="*/ 1885273 w 7467600"/>
              <a:gd name="connsiteY428" fmla="*/ 6858000 h 6858000"/>
              <a:gd name="connsiteX429" fmla="*/ 1854363 w 7467600"/>
              <a:gd name="connsiteY429" fmla="*/ 6858000 h 6858000"/>
              <a:gd name="connsiteX430" fmla="*/ 1880391 w 7467600"/>
              <a:gd name="connsiteY430" fmla="*/ 6603796 h 6858000"/>
              <a:gd name="connsiteX431" fmla="*/ 1818273 w 7467600"/>
              <a:gd name="connsiteY431" fmla="*/ 6715729 h 6858000"/>
              <a:gd name="connsiteX432" fmla="*/ 1794691 w 7467600"/>
              <a:gd name="connsiteY432" fmla="*/ 6843239 h 6858000"/>
              <a:gd name="connsiteX433" fmla="*/ 1794914 w 7467600"/>
              <a:gd name="connsiteY433" fmla="*/ 6858000 h 6858000"/>
              <a:gd name="connsiteX434" fmla="*/ 1746128 w 7467600"/>
              <a:gd name="connsiteY434" fmla="*/ 6858000 h 6858000"/>
              <a:gd name="connsiteX435" fmla="*/ 1753934 w 7467600"/>
              <a:gd name="connsiteY435" fmla="*/ 6724796 h 6858000"/>
              <a:gd name="connsiteX436" fmla="*/ 1792053 w 7467600"/>
              <a:gd name="connsiteY436" fmla="*/ 6572396 h 6858000"/>
              <a:gd name="connsiteX437" fmla="*/ 1862248 w 7467600"/>
              <a:gd name="connsiteY437" fmla="*/ 6266397 h 6858000"/>
              <a:gd name="connsiteX438" fmla="*/ 1862250 w 7467600"/>
              <a:gd name="connsiteY438" fmla="*/ 6033531 h 6858000"/>
              <a:gd name="connsiteX439" fmla="*/ 1211999 w 7467600"/>
              <a:gd name="connsiteY439" fmla="*/ 6683610 h 6858000"/>
              <a:gd name="connsiteX440" fmla="*/ 1213266 w 7467600"/>
              <a:gd name="connsiteY440" fmla="*/ 6691947 h 6858000"/>
              <a:gd name="connsiteX441" fmla="*/ 1203370 w 7467600"/>
              <a:gd name="connsiteY441" fmla="*/ 6850676 h 6858000"/>
              <a:gd name="connsiteX442" fmla="*/ 1203671 w 7467600"/>
              <a:gd name="connsiteY442" fmla="*/ 6858000 h 6858000"/>
              <a:gd name="connsiteX443" fmla="*/ 1143180 w 7467600"/>
              <a:gd name="connsiteY443" fmla="*/ 6858000 h 6858000"/>
              <a:gd name="connsiteX444" fmla="*/ 1142176 w 7467600"/>
              <a:gd name="connsiteY444" fmla="*/ 6766045 h 6858000"/>
              <a:gd name="connsiteX445" fmla="*/ 1067484 w 7467600"/>
              <a:gd name="connsiteY445" fmla="*/ 6858000 h 6858000"/>
              <a:gd name="connsiteX446" fmla="*/ 953928 w 7467600"/>
              <a:gd name="connsiteY446" fmla="*/ 6858000 h 6858000"/>
              <a:gd name="connsiteX447" fmla="*/ 959715 w 7467600"/>
              <a:gd name="connsiteY447" fmla="*/ 6850185 h 6858000"/>
              <a:gd name="connsiteX448" fmla="*/ 1483788 w 7467600"/>
              <a:gd name="connsiteY448" fmla="*/ 6259174 h 6858000"/>
              <a:gd name="connsiteX449" fmla="*/ 1100671 w 7467600"/>
              <a:gd name="connsiteY449" fmla="*/ 6252137 h 6858000"/>
              <a:gd name="connsiteX450" fmla="*/ 1090144 w 7467600"/>
              <a:gd name="connsiteY450" fmla="*/ 6256748 h 6858000"/>
              <a:gd name="connsiteX451" fmla="*/ 1095872 w 7467600"/>
              <a:gd name="connsiteY451" fmla="*/ 6271892 h 6858000"/>
              <a:gd name="connsiteX452" fmla="*/ 262785 w 7467600"/>
              <a:gd name="connsiteY452" fmla="*/ 6845450 h 6858000"/>
              <a:gd name="connsiteX453" fmla="*/ 209968 w 7467600"/>
              <a:gd name="connsiteY453" fmla="*/ 6770713 h 6858000"/>
              <a:gd name="connsiteX454" fmla="*/ 873460 w 7467600"/>
              <a:gd name="connsiteY454" fmla="*/ 6253768 h 6858000"/>
              <a:gd name="connsiteX455" fmla="*/ 192686 w 7467600"/>
              <a:gd name="connsiteY455" fmla="*/ 5849257 h 6858000"/>
              <a:gd name="connsiteX456" fmla="*/ 4696 w 7467600"/>
              <a:gd name="connsiteY456" fmla="*/ 5697668 h 6858000"/>
              <a:gd name="connsiteX457" fmla="*/ 0 w 7467600"/>
              <a:gd name="connsiteY457" fmla="*/ 5689984 h 6858000"/>
              <a:gd name="connsiteX458" fmla="*/ 0 w 7467600"/>
              <a:gd name="connsiteY458" fmla="*/ 5513472 h 6858000"/>
              <a:gd name="connsiteX459" fmla="*/ 174101 w 7467600"/>
              <a:gd name="connsiteY459" fmla="*/ 5620277 h 6858000"/>
              <a:gd name="connsiteX460" fmla="*/ 891800 w 7467600"/>
              <a:gd name="connsiteY460" fmla="*/ 6036935 h 6858000"/>
              <a:gd name="connsiteX461" fmla="*/ 1072219 w 7467600"/>
              <a:gd name="connsiteY461" fmla="*/ 6169443 h 6858000"/>
              <a:gd name="connsiteX462" fmla="*/ 1074117 w 7467600"/>
              <a:gd name="connsiteY462" fmla="*/ 6170301 h 6858000"/>
              <a:gd name="connsiteX463" fmla="*/ 1083114 w 7467600"/>
              <a:gd name="connsiteY463" fmla="*/ 6174131 h 6858000"/>
              <a:gd name="connsiteX464" fmla="*/ 1543010 w 7467600"/>
              <a:gd name="connsiteY464" fmla="*/ 6191140 h 6858000"/>
              <a:gd name="connsiteX465" fmla="*/ 1551080 w 7467600"/>
              <a:gd name="connsiteY465" fmla="*/ 6195006 h 6858000"/>
              <a:gd name="connsiteX466" fmla="*/ 2345443 w 7467600"/>
              <a:gd name="connsiteY466" fmla="*/ 5549882 h 6858000"/>
              <a:gd name="connsiteX467" fmla="*/ 1721499 w 7467600"/>
              <a:gd name="connsiteY467" fmla="*/ 5599969 h 6858000"/>
              <a:gd name="connsiteX468" fmla="*/ 767716 w 7467600"/>
              <a:gd name="connsiteY468" fmla="*/ 5472768 h 6858000"/>
              <a:gd name="connsiteX469" fmla="*/ 722147 w 7467600"/>
              <a:gd name="connsiteY469" fmla="*/ 5393091 h 6858000"/>
              <a:gd name="connsiteX470" fmla="*/ 1485552 w 7467600"/>
              <a:gd name="connsiteY470" fmla="*/ 5313202 h 6858000"/>
              <a:gd name="connsiteX471" fmla="*/ 2143004 w 7467600"/>
              <a:gd name="connsiteY471" fmla="*/ 5402420 h 6858000"/>
              <a:gd name="connsiteX472" fmla="*/ 1933391 w 7467600"/>
              <a:gd name="connsiteY472" fmla="*/ 5156971 h 6858000"/>
              <a:gd name="connsiteX473" fmla="*/ 1827118 w 7467600"/>
              <a:gd name="connsiteY473" fmla="*/ 4968410 h 6858000"/>
              <a:gd name="connsiteX474" fmla="*/ 1837349 w 7467600"/>
              <a:gd name="connsiteY474" fmla="*/ 4956357 h 6858000"/>
              <a:gd name="connsiteX475" fmla="*/ 2162835 w 7467600"/>
              <a:gd name="connsiteY475" fmla="*/ 5187853 h 6858000"/>
              <a:gd name="connsiteX476" fmla="*/ 2257167 w 7467600"/>
              <a:gd name="connsiteY476" fmla="*/ 5462123 h 6858000"/>
              <a:gd name="connsiteX477" fmla="*/ 2261598 w 7467600"/>
              <a:gd name="connsiteY477" fmla="*/ 5467998 h 6858000"/>
              <a:gd name="connsiteX478" fmla="*/ 2437177 w 7467600"/>
              <a:gd name="connsiteY478" fmla="*/ 5479608 h 6858000"/>
              <a:gd name="connsiteX479" fmla="*/ 2445247 w 7467600"/>
              <a:gd name="connsiteY479" fmla="*/ 5483476 h 6858000"/>
              <a:gd name="connsiteX480" fmla="*/ 2743626 w 7467600"/>
              <a:gd name="connsiteY480" fmla="*/ 5304819 h 6858000"/>
              <a:gd name="connsiteX481" fmla="*/ 3048102 w 7467600"/>
              <a:gd name="connsiteY481" fmla="*/ 5150595 h 6858000"/>
              <a:gd name="connsiteX482" fmla="*/ 1799414 w 7467600"/>
              <a:gd name="connsiteY482" fmla="*/ 4694732 h 6858000"/>
              <a:gd name="connsiteX483" fmla="*/ 1771735 w 7467600"/>
              <a:gd name="connsiteY483" fmla="*/ 4619929 h 6858000"/>
              <a:gd name="connsiteX484" fmla="*/ 3104273 w 7467600"/>
              <a:gd name="connsiteY484" fmla="*/ 5076159 h 6858000"/>
              <a:gd name="connsiteX485" fmla="*/ 3113245 w 7467600"/>
              <a:gd name="connsiteY485" fmla="*/ 5090705 h 6858000"/>
              <a:gd name="connsiteX486" fmla="*/ 3126294 w 7467600"/>
              <a:gd name="connsiteY486" fmla="*/ 5114400 h 6858000"/>
              <a:gd name="connsiteX487" fmla="*/ 3937433 w 7467600"/>
              <a:gd name="connsiteY487" fmla="*/ 4830473 h 6858000"/>
              <a:gd name="connsiteX488" fmla="*/ 3590475 w 7467600"/>
              <a:gd name="connsiteY488" fmla="*/ 4597974 h 6858000"/>
              <a:gd name="connsiteX489" fmla="*/ 3100264 w 7467600"/>
              <a:gd name="connsiteY489" fmla="*/ 4579845 h 6858000"/>
              <a:gd name="connsiteX490" fmla="*/ 2183576 w 7467600"/>
              <a:gd name="connsiteY490" fmla="*/ 4227150 h 6858000"/>
              <a:gd name="connsiteX491" fmla="*/ 2151029 w 7467600"/>
              <a:gd name="connsiteY491" fmla="*/ 4146947 h 6858000"/>
              <a:gd name="connsiteX492" fmla="*/ 3563434 w 7467600"/>
              <a:gd name="connsiteY492" fmla="*/ 4469115 h 6858000"/>
              <a:gd name="connsiteX493" fmla="*/ 3177952 w 7467600"/>
              <a:gd name="connsiteY493" fmla="*/ 3657386 h 6858000"/>
              <a:gd name="connsiteX494" fmla="*/ 3189263 w 7467600"/>
              <a:gd name="connsiteY494" fmla="*/ 3625726 h 6858000"/>
              <a:gd name="connsiteX495" fmla="*/ 3560912 w 7467600"/>
              <a:gd name="connsiteY495" fmla="*/ 4079863 h 6858000"/>
              <a:gd name="connsiteX496" fmla="*/ 3626636 w 7467600"/>
              <a:gd name="connsiteY496" fmla="*/ 4512230 h 6858000"/>
              <a:gd name="connsiteX497" fmla="*/ 3653088 w 7467600"/>
              <a:gd name="connsiteY497" fmla="*/ 4521417 h 6858000"/>
              <a:gd name="connsiteX498" fmla="*/ 3988128 w 7467600"/>
              <a:gd name="connsiteY498" fmla="*/ 4817267 h 6858000"/>
              <a:gd name="connsiteX499" fmla="*/ 4830582 w 7467600"/>
              <a:gd name="connsiteY499" fmla="*/ 4676000 h 6858000"/>
              <a:gd name="connsiteX500" fmla="*/ 4830100 w 7467600"/>
              <a:gd name="connsiteY500" fmla="*/ 4675554 h 6858000"/>
              <a:gd name="connsiteX501" fmla="*/ 4036318 w 7467600"/>
              <a:gd name="connsiteY501" fmla="*/ 4147013 h 6858000"/>
              <a:gd name="connsiteX502" fmla="*/ 3432098 w 7467600"/>
              <a:gd name="connsiteY502" fmla="*/ 3537312 h 6858000"/>
              <a:gd name="connsiteX503" fmla="*/ 3446761 w 7467600"/>
              <a:gd name="connsiteY503" fmla="*/ 3461278 h 6858000"/>
              <a:gd name="connsiteX504" fmla="*/ 4419733 w 7467600"/>
              <a:gd name="connsiteY504" fmla="*/ 3963555 h 6858000"/>
              <a:gd name="connsiteX505" fmla="*/ 4781371 w 7467600"/>
              <a:gd name="connsiteY505" fmla="*/ 4458604 h 6858000"/>
              <a:gd name="connsiteX506" fmla="*/ 4780440 w 7467600"/>
              <a:gd name="connsiteY506" fmla="*/ 4470290 h 6858000"/>
              <a:gd name="connsiteX507" fmla="*/ 4898954 w 7467600"/>
              <a:gd name="connsiteY507" fmla="*/ 4662092 h 6858000"/>
              <a:gd name="connsiteX508" fmla="*/ 4900699 w 7467600"/>
              <a:gd name="connsiteY508" fmla="*/ 4670867 h 6858000"/>
              <a:gd name="connsiteX509" fmla="*/ 5714511 w 7467600"/>
              <a:gd name="connsiteY509" fmla="*/ 4663483 h 6858000"/>
              <a:gd name="connsiteX510" fmla="*/ 5464793 w 7467600"/>
              <a:gd name="connsiteY510" fmla="*/ 4393556 h 6858000"/>
              <a:gd name="connsiteX511" fmla="*/ 5461897 w 7467600"/>
              <a:gd name="connsiteY511" fmla="*/ 4390879 h 6858000"/>
              <a:gd name="connsiteX512" fmla="*/ 4294126 w 7467600"/>
              <a:gd name="connsiteY512" fmla="*/ 3303048 h 6858000"/>
              <a:gd name="connsiteX513" fmla="*/ 4305321 w 7467600"/>
              <a:gd name="connsiteY513" fmla="*/ 3256953 h 6858000"/>
              <a:gd name="connsiteX514" fmla="*/ 4949299 w 7467600"/>
              <a:gd name="connsiteY514" fmla="*/ 3766336 h 6858000"/>
              <a:gd name="connsiteX515" fmla="*/ 5291452 w 7467600"/>
              <a:gd name="connsiteY515" fmla="*/ 4076801 h 6858000"/>
              <a:gd name="connsiteX516" fmla="*/ 5434998 w 7467600"/>
              <a:gd name="connsiteY516" fmla="*/ 4254100 h 6858000"/>
              <a:gd name="connsiteX517" fmla="*/ 5351015 w 7467600"/>
              <a:gd name="connsiteY517" fmla="*/ 3760989 h 6858000"/>
              <a:gd name="connsiteX518" fmla="*/ 5413780 w 7467600"/>
              <a:gd name="connsiteY518" fmla="*/ 2966265 h 6858000"/>
              <a:gd name="connsiteX519" fmla="*/ 5425627 w 7467600"/>
              <a:gd name="connsiteY519" fmla="*/ 2954192 h 6858000"/>
              <a:gd name="connsiteX520" fmla="*/ 6604735 w 7467600"/>
              <a:gd name="connsiteY520" fmla="*/ 2041381 h 6858000"/>
              <a:gd name="connsiteX521" fmla="*/ 7204487 w 7467600"/>
              <a:gd name="connsiteY521" fmla="*/ 2742112 h 6858000"/>
              <a:gd name="connsiteX522" fmla="*/ 7131592 w 7467600"/>
              <a:gd name="connsiteY522" fmla="*/ 2672096 h 6858000"/>
              <a:gd name="connsiteX523" fmla="*/ 6996344 w 7467600"/>
              <a:gd name="connsiteY523" fmla="*/ 2518310 h 6858000"/>
              <a:gd name="connsiteX524" fmla="*/ 6735495 w 7467600"/>
              <a:gd name="connsiteY524" fmla="*/ 2196890 h 6858000"/>
              <a:gd name="connsiteX525" fmla="*/ 6721901 w 7467600"/>
              <a:gd name="connsiteY525" fmla="*/ 2179274 h 6858000"/>
              <a:gd name="connsiteX526" fmla="*/ 6604735 w 7467600"/>
              <a:gd name="connsiteY526" fmla="*/ 2041381 h 6858000"/>
              <a:gd name="connsiteX527" fmla="*/ 6591670 w 7467600"/>
              <a:gd name="connsiteY527" fmla="*/ 1988277 h 6858000"/>
              <a:gd name="connsiteX528" fmla="*/ 6747349 w 7467600"/>
              <a:gd name="connsiteY528" fmla="*/ 2160069 h 6858000"/>
              <a:gd name="connsiteX529" fmla="*/ 6760943 w 7467600"/>
              <a:gd name="connsiteY529" fmla="*/ 2177686 h 6858000"/>
              <a:gd name="connsiteX530" fmla="*/ 7021065 w 7467600"/>
              <a:gd name="connsiteY530" fmla="*/ 2498102 h 6858000"/>
              <a:gd name="connsiteX531" fmla="*/ 7155223 w 7467600"/>
              <a:gd name="connsiteY531" fmla="*/ 2650386 h 6858000"/>
              <a:gd name="connsiteX532" fmla="*/ 7203167 w 7467600"/>
              <a:gd name="connsiteY532" fmla="*/ 2697288 h 6858000"/>
              <a:gd name="connsiteX533" fmla="*/ 6937703 w 7467600"/>
              <a:gd name="connsiteY533" fmla="*/ 2321981 h 6858000"/>
              <a:gd name="connsiteX534" fmla="*/ 6591670 w 7467600"/>
              <a:gd name="connsiteY534" fmla="*/ 1988277 h 6858000"/>
              <a:gd name="connsiteX535" fmla="*/ 5798671 w 7467600"/>
              <a:gd name="connsiteY535" fmla="*/ 1981601 h 6858000"/>
              <a:gd name="connsiteX536" fmla="*/ 5754709 w 7467600"/>
              <a:gd name="connsiteY536" fmla="*/ 2071454 h 6858000"/>
              <a:gd name="connsiteX537" fmla="*/ 5763044 w 7467600"/>
              <a:gd name="connsiteY537" fmla="*/ 2842206 h 6858000"/>
              <a:gd name="connsiteX538" fmla="*/ 5764974 w 7467600"/>
              <a:gd name="connsiteY538" fmla="*/ 2799609 h 6858000"/>
              <a:gd name="connsiteX539" fmla="*/ 5767665 w 7467600"/>
              <a:gd name="connsiteY539" fmla="*/ 2666409 h 6858000"/>
              <a:gd name="connsiteX540" fmla="*/ 5763055 w 7467600"/>
              <a:gd name="connsiteY540" fmla="*/ 2579705 h 6858000"/>
              <a:gd name="connsiteX541" fmla="*/ 5758079 w 7467600"/>
              <a:gd name="connsiteY541" fmla="*/ 2492508 h 6858000"/>
              <a:gd name="connsiteX542" fmla="*/ 5779325 w 7467600"/>
              <a:gd name="connsiteY542" fmla="*/ 2197069 h 6858000"/>
              <a:gd name="connsiteX543" fmla="*/ 5798671 w 7467600"/>
              <a:gd name="connsiteY543" fmla="*/ 1981601 h 6858000"/>
              <a:gd name="connsiteX544" fmla="*/ 5829202 w 7467600"/>
              <a:gd name="connsiteY544" fmla="*/ 1971679 h 6858000"/>
              <a:gd name="connsiteX545" fmla="*/ 5809558 w 7467600"/>
              <a:gd name="connsiteY545" fmla="*/ 2198043 h 6858000"/>
              <a:gd name="connsiteX546" fmla="*/ 5788653 w 7467600"/>
              <a:gd name="connsiteY546" fmla="*/ 2489430 h 6858000"/>
              <a:gd name="connsiteX547" fmla="*/ 5793439 w 7467600"/>
              <a:gd name="connsiteY547" fmla="*/ 2575235 h 6858000"/>
              <a:gd name="connsiteX548" fmla="*/ 5796837 w 7467600"/>
              <a:gd name="connsiteY548" fmla="*/ 2637633 h 6858000"/>
              <a:gd name="connsiteX549" fmla="*/ 5818614 w 7467600"/>
              <a:gd name="connsiteY549" fmla="*/ 2473055 h 6858000"/>
              <a:gd name="connsiteX550" fmla="*/ 5829202 w 7467600"/>
              <a:gd name="connsiteY550" fmla="*/ 1971679 h 6858000"/>
              <a:gd name="connsiteX551" fmla="*/ 5911389 w 7467600"/>
              <a:gd name="connsiteY551" fmla="*/ 1898371 h 6858000"/>
              <a:gd name="connsiteX552" fmla="*/ 6237627 w 7467600"/>
              <a:gd name="connsiteY552" fmla="*/ 2231921 h 6858000"/>
              <a:gd name="connsiteX553" fmla="*/ 5911389 w 7467600"/>
              <a:gd name="connsiteY553" fmla="*/ 1898371 h 6858000"/>
              <a:gd name="connsiteX554" fmla="*/ 6944437 w 7467600"/>
              <a:gd name="connsiteY554" fmla="*/ 1575402 h 6858000"/>
              <a:gd name="connsiteX555" fmla="*/ 6304730 w 7467600"/>
              <a:gd name="connsiteY555" fmla="*/ 1766654 h 6858000"/>
              <a:gd name="connsiteX556" fmla="*/ 6944437 w 7467600"/>
              <a:gd name="connsiteY556" fmla="*/ 1575402 h 6858000"/>
              <a:gd name="connsiteX557" fmla="*/ 7019523 w 7467600"/>
              <a:gd name="connsiteY557" fmla="*/ 1519450 h 6858000"/>
              <a:gd name="connsiteX558" fmla="*/ 6298091 w 7467600"/>
              <a:gd name="connsiteY558" fmla="*/ 1737122 h 6858000"/>
              <a:gd name="connsiteX559" fmla="*/ 7019523 w 7467600"/>
              <a:gd name="connsiteY559" fmla="*/ 1519450 h 6858000"/>
              <a:gd name="connsiteX560" fmla="*/ 2399523 w 7467600"/>
              <a:gd name="connsiteY560" fmla="*/ 1428234 h 6858000"/>
              <a:gd name="connsiteX561" fmla="*/ 2224982 w 7467600"/>
              <a:gd name="connsiteY561" fmla="*/ 1826201 h 6858000"/>
              <a:gd name="connsiteX562" fmla="*/ 2096099 w 7467600"/>
              <a:gd name="connsiteY562" fmla="*/ 2345900 h 6858000"/>
              <a:gd name="connsiteX563" fmla="*/ 2283317 w 7467600"/>
              <a:gd name="connsiteY563" fmla="*/ 1796925 h 6858000"/>
              <a:gd name="connsiteX564" fmla="*/ 2399523 w 7467600"/>
              <a:gd name="connsiteY564" fmla="*/ 1428234 h 6858000"/>
              <a:gd name="connsiteX565" fmla="*/ 2448558 w 7467600"/>
              <a:gd name="connsiteY565" fmla="*/ 1373435 h 6858000"/>
              <a:gd name="connsiteX566" fmla="*/ 2312521 w 7467600"/>
              <a:gd name="connsiteY566" fmla="*/ 1806140 h 6858000"/>
              <a:gd name="connsiteX567" fmla="*/ 2127533 w 7467600"/>
              <a:gd name="connsiteY567" fmla="*/ 2348380 h 6858000"/>
              <a:gd name="connsiteX568" fmla="*/ 2358080 w 7467600"/>
              <a:gd name="connsiteY568" fmla="*/ 1866134 h 6858000"/>
              <a:gd name="connsiteX569" fmla="*/ 2407436 w 7467600"/>
              <a:gd name="connsiteY569" fmla="*/ 1651070 h 6858000"/>
              <a:gd name="connsiteX570" fmla="*/ 2448558 w 7467600"/>
              <a:gd name="connsiteY570" fmla="*/ 1373435 h 6858000"/>
              <a:gd name="connsiteX571" fmla="*/ 278707 w 7467600"/>
              <a:gd name="connsiteY571" fmla="*/ 1352270 h 6858000"/>
              <a:gd name="connsiteX572" fmla="*/ 321570 w 7467600"/>
              <a:gd name="connsiteY572" fmla="*/ 1861610 h 6858000"/>
              <a:gd name="connsiteX573" fmla="*/ 294281 w 7467600"/>
              <a:gd name="connsiteY573" fmla="*/ 1440658 h 6858000"/>
              <a:gd name="connsiteX574" fmla="*/ 278707 w 7467600"/>
              <a:gd name="connsiteY574" fmla="*/ 1352270 h 6858000"/>
              <a:gd name="connsiteX575" fmla="*/ 1423821 w 7467600"/>
              <a:gd name="connsiteY575" fmla="*/ 1351958 h 6858000"/>
              <a:gd name="connsiteX576" fmla="*/ 1638521 w 7467600"/>
              <a:gd name="connsiteY576" fmla="*/ 1908470 h 6858000"/>
              <a:gd name="connsiteX577" fmla="*/ 1754199 w 7467600"/>
              <a:gd name="connsiteY577" fmla="*/ 2149284 h 6858000"/>
              <a:gd name="connsiteX578" fmla="*/ 1908359 w 7467600"/>
              <a:gd name="connsiteY578" fmla="*/ 2364988 h 6858000"/>
              <a:gd name="connsiteX579" fmla="*/ 1647661 w 7467600"/>
              <a:gd name="connsiteY579" fmla="*/ 1825945 h 6858000"/>
              <a:gd name="connsiteX580" fmla="*/ 1423821 w 7467600"/>
              <a:gd name="connsiteY580" fmla="*/ 1351958 h 6858000"/>
              <a:gd name="connsiteX581" fmla="*/ 1431890 w 7467600"/>
              <a:gd name="connsiteY581" fmla="*/ 1306475 h 6858000"/>
              <a:gd name="connsiteX582" fmla="*/ 1507597 w 7467600"/>
              <a:gd name="connsiteY582" fmla="*/ 1446132 h 6858000"/>
              <a:gd name="connsiteX583" fmla="*/ 1674586 w 7467600"/>
              <a:gd name="connsiteY583" fmla="*/ 1813832 h 6858000"/>
              <a:gd name="connsiteX584" fmla="*/ 1815950 w 7467600"/>
              <a:gd name="connsiteY584" fmla="*/ 2128564 h 6858000"/>
              <a:gd name="connsiteX585" fmla="*/ 1984242 w 7467600"/>
              <a:gd name="connsiteY585" fmla="*/ 2430829 h 6858000"/>
              <a:gd name="connsiteX586" fmla="*/ 2014023 w 7467600"/>
              <a:gd name="connsiteY586" fmla="*/ 2450995 h 6858000"/>
              <a:gd name="connsiteX587" fmla="*/ 1747337 w 7467600"/>
              <a:gd name="connsiteY587" fmla="*/ 1855264 h 6858000"/>
              <a:gd name="connsiteX588" fmla="*/ 1533749 w 7467600"/>
              <a:gd name="connsiteY588" fmla="*/ 1478656 h 6858000"/>
              <a:gd name="connsiteX589" fmla="*/ 1431890 w 7467600"/>
              <a:gd name="connsiteY589" fmla="*/ 1306475 h 6858000"/>
              <a:gd name="connsiteX590" fmla="*/ 5052692 w 7467600"/>
              <a:gd name="connsiteY590" fmla="*/ 1292994 h 6858000"/>
              <a:gd name="connsiteX591" fmla="*/ 5200661 w 7467600"/>
              <a:gd name="connsiteY591" fmla="*/ 1635186 h 6858000"/>
              <a:gd name="connsiteX592" fmla="*/ 5297138 w 7467600"/>
              <a:gd name="connsiteY592" fmla="*/ 1906351 h 6858000"/>
              <a:gd name="connsiteX593" fmla="*/ 5052692 w 7467600"/>
              <a:gd name="connsiteY593" fmla="*/ 1292994 h 6858000"/>
              <a:gd name="connsiteX594" fmla="*/ 5009948 w 7467600"/>
              <a:gd name="connsiteY594" fmla="*/ 1273619 h 6858000"/>
              <a:gd name="connsiteX595" fmla="*/ 5121777 w 7467600"/>
              <a:gd name="connsiteY595" fmla="*/ 1654213 h 6858000"/>
              <a:gd name="connsiteX596" fmla="*/ 5293545 w 7467600"/>
              <a:gd name="connsiteY596" fmla="*/ 2072247 h 6858000"/>
              <a:gd name="connsiteX597" fmla="*/ 5294042 w 7467600"/>
              <a:gd name="connsiteY597" fmla="*/ 2065019 h 6858000"/>
              <a:gd name="connsiteX598" fmla="*/ 5171936 w 7467600"/>
              <a:gd name="connsiteY598" fmla="*/ 1647613 h 6858000"/>
              <a:gd name="connsiteX599" fmla="*/ 5009948 w 7467600"/>
              <a:gd name="connsiteY599" fmla="*/ 1273619 h 6858000"/>
              <a:gd name="connsiteX600" fmla="*/ 655236 w 7467600"/>
              <a:gd name="connsiteY600" fmla="*/ 1268632 h 6858000"/>
              <a:gd name="connsiteX601" fmla="*/ 839521 w 7467600"/>
              <a:gd name="connsiteY601" fmla="*/ 1685315 h 6858000"/>
              <a:gd name="connsiteX602" fmla="*/ 1109416 w 7467600"/>
              <a:gd name="connsiteY602" fmla="*/ 2061663 h 6858000"/>
              <a:gd name="connsiteX603" fmla="*/ 1298300 w 7467600"/>
              <a:gd name="connsiteY603" fmla="*/ 2247742 h 6858000"/>
              <a:gd name="connsiteX604" fmla="*/ 1125871 w 7467600"/>
              <a:gd name="connsiteY604" fmla="*/ 1989513 h 6858000"/>
              <a:gd name="connsiteX605" fmla="*/ 981574 w 7467600"/>
              <a:gd name="connsiteY605" fmla="*/ 1783157 h 6858000"/>
              <a:gd name="connsiteX606" fmla="*/ 922198 w 7467600"/>
              <a:gd name="connsiteY606" fmla="*/ 1677437 h 6858000"/>
              <a:gd name="connsiteX607" fmla="*/ 869293 w 7467600"/>
              <a:gd name="connsiteY607" fmla="*/ 1583214 h 6858000"/>
              <a:gd name="connsiteX608" fmla="*/ 751431 w 7467600"/>
              <a:gd name="connsiteY608" fmla="*/ 1405731 h 6858000"/>
              <a:gd name="connsiteX609" fmla="*/ 655236 w 7467600"/>
              <a:gd name="connsiteY609" fmla="*/ 1268632 h 6858000"/>
              <a:gd name="connsiteX610" fmla="*/ 6516292 w 7467600"/>
              <a:gd name="connsiteY610" fmla="*/ 1263064 h 6858000"/>
              <a:gd name="connsiteX611" fmla="*/ 5736320 w 7467600"/>
              <a:gd name="connsiteY611" fmla="*/ 1501803 h 6858000"/>
              <a:gd name="connsiteX612" fmla="*/ 6516292 w 7467600"/>
              <a:gd name="connsiteY612" fmla="*/ 1263064 h 6858000"/>
              <a:gd name="connsiteX613" fmla="*/ 291466 w 7467600"/>
              <a:gd name="connsiteY613" fmla="*/ 1250369 h 6858000"/>
              <a:gd name="connsiteX614" fmla="*/ 323180 w 7467600"/>
              <a:gd name="connsiteY614" fmla="*/ 1435283 h 6858000"/>
              <a:gd name="connsiteX615" fmla="*/ 349381 w 7467600"/>
              <a:gd name="connsiteY615" fmla="*/ 1875041 h 6858000"/>
              <a:gd name="connsiteX616" fmla="*/ 374363 w 7467600"/>
              <a:gd name="connsiteY616" fmla="*/ 1506494 h 6858000"/>
              <a:gd name="connsiteX617" fmla="*/ 302168 w 7467600"/>
              <a:gd name="connsiteY617" fmla="*/ 1274495 h 6858000"/>
              <a:gd name="connsiteX618" fmla="*/ 291466 w 7467600"/>
              <a:gd name="connsiteY618" fmla="*/ 1250369 h 6858000"/>
              <a:gd name="connsiteX619" fmla="*/ 678222 w 7467600"/>
              <a:gd name="connsiteY619" fmla="*/ 1248670 h 6858000"/>
              <a:gd name="connsiteX620" fmla="*/ 775536 w 7467600"/>
              <a:gd name="connsiteY620" fmla="*/ 1388015 h 6858000"/>
              <a:gd name="connsiteX621" fmla="*/ 894529 w 7467600"/>
              <a:gd name="connsiteY621" fmla="*/ 1567739 h 6858000"/>
              <a:gd name="connsiteX622" fmla="*/ 948000 w 7467600"/>
              <a:gd name="connsiteY622" fmla="*/ 1663088 h 6858000"/>
              <a:gd name="connsiteX623" fmla="*/ 1006812 w 7467600"/>
              <a:gd name="connsiteY623" fmla="*/ 1767683 h 6858000"/>
              <a:gd name="connsiteX624" fmla="*/ 1149133 w 7467600"/>
              <a:gd name="connsiteY624" fmla="*/ 1971513 h 6858000"/>
              <a:gd name="connsiteX625" fmla="*/ 1333952 w 7467600"/>
              <a:gd name="connsiteY625" fmla="*/ 2251620 h 6858000"/>
              <a:gd name="connsiteX626" fmla="*/ 1337329 w 7467600"/>
              <a:gd name="connsiteY626" fmla="*/ 2258350 h 6858000"/>
              <a:gd name="connsiteX627" fmla="*/ 1014726 w 7467600"/>
              <a:gd name="connsiteY627" fmla="*/ 1615556 h 6858000"/>
              <a:gd name="connsiteX628" fmla="*/ 678222 w 7467600"/>
              <a:gd name="connsiteY628" fmla="*/ 1248670 h 6858000"/>
              <a:gd name="connsiteX629" fmla="*/ 6691602 w 7467600"/>
              <a:gd name="connsiteY629" fmla="*/ 1140573 h 6858000"/>
              <a:gd name="connsiteX630" fmla="*/ 6571100 w 7467600"/>
              <a:gd name="connsiteY630" fmla="*/ 1183662 h 6858000"/>
              <a:gd name="connsiteX631" fmla="*/ 6241687 w 7467600"/>
              <a:gd name="connsiteY631" fmla="*/ 1257600 h 6858000"/>
              <a:gd name="connsiteX632" fmla="*/ 5693009 w 7467600"/>
              <a:gd name="connsiteY632" fmla="*/ 1478256 h 6858000"/>
              <a:gd name="connsiteX633" fmla="*/ 6548420 w 7467600"/>
              <a:gd name="connsiteY633" fmla="*/ 1214599 h 6858000"/>
              <a:gd name="connsiteX634" fmla="*/ 6605473 w 7467600"/>
              <a:gd name="connsiteY634" fmla="*/ 1184686 h 6858000"/>
              <a:gd name="connsiteX635" fmla="*/ 6691602 w 7467600"/>
              <a:gd name="connsiteY635" fmla="*/ 1140573 h 6858000"/>
              <a:gd name="connsiteX636" fmla="*/ 4002475 w 7467600"/>
              <a:gd name="connsiteY636" fmla="*/ 1037802 h 6858000"/>
              <a:gd name="connsiteX637" fmla="*/ 4000324 w 7467600"/>
              <a:gd name="connsiteY637" fmla="*/ 1039362 h 6858000"/>
              <a:gd name="connsiteX638" fmla="*/ 4002862 w 7467600"/>
              <a:gd name="connsiteY638" fmla="*/ 1042866 h 6858000"/>
              <a:gd name="connsiteX639" fmla="*/ 4002475 w 7467600"/>
              <a:gd name="connsiteY639" fmla="*/ 1037802 h 6858000"/>
              <a:gd name="connsiteX640" fmla="*/ 506322 w 7467600"/>
              <a:gd name="connsiteY640" fmla="*/ 1020997 h 6858000"/>
              <a:gd name="connsiteX641" fmla="*/ 533068 w 7467600"/>
              <a:gd name="connsiteY641" fmla="*/ 1029409 h 6858000"/>
              <a:gd name="connsiteX642" fmla="*/ 1232525 w 7467600"/>
              <a:gd name="connsiteY642" fmla="*/ 1804675 h 6858000"/>
              <a:gd name="connsiteX643" fmla="*/ 1388858 w 7467600"/>
              <a:gd name="connsiteY643" fmla="*/ 2368011 h 6858000"/>
              <a:gd name="connsiteX644" fmla="*/ 1384098 w 7467600"/>
              <a:gd name="connsiteY644" fmla="*/ 2378125 h 6858000"/>
              <a:gd name="connsiteX645" fmla="*/ 1425393 w 7467600"/>
              <a:gd name="connsiteY645" fmla="*/ 2589124 h 6858000"/>
              <a:gd name="connsiteX646" fmla="*/ 1424001 w 7467600"/>
              <a:gd name="connsiteY646" fmla="*/ 2597541 h 6858000"/>
              <a:gd name="connsiteX647" fmla="*/ 2152729 w 7467600"/>
              <a:gd name="connsiteY647" fmla="*/ 2864487 h 6858000"/>
              <a:gd name="connsiteX648" fmla="*/ 2020609 w 7467600"/>
              <a:gd name="connsiteY648" fmla="*/ 2539671 h 6858000"/>
              <a:gd name="connsiteX649" fmla="*/ 2018920 w 7467600"/>
              <a:gd name="connsiteY649" fmla="*/ 2536309 h 6858000"/>
              <a:gd name="connsiteX650" fmla="*/ 1342441 w 7467600"/>
              <a:gd name="connsiteY650" fmla="*/ 1173017 h 6858000"/>
              <a:gd name="connsiteX651" fmla="*/ 1367925 w 7467600"/>
              <a:gd name="connsiteY651" fmla="*/ 1135648 h 6858000"/>
              <a:gd name="connsiteX652" fmla="*/ 1771401 w 7467600"/>
              <a:gd name="connsiteY652" fmla="*/ 1806673 h 6858000"/>
              <a:gd name="connsiteX653" fmla="*/ 1972385 w 7467600"/>
              <a:gd name="connsiteY653" fmla="*/ 2198735 h 6858000"/>
              <a:gd name="connsiteX654" fmla="*/ 2040892 w 7467600"/>
              <a:gd name="connsiteY654" fmla="*/ 2405205 h 6858000"/>
              <a:gd name="connsiteX655" fmla="*/ 2131689 w 7467600"/>
              <a:gd name="connsiteY655" fmla="*/ 1936926 h 6858000"/>
              <a:gd name="connsiteX656" fmla="*/ 2454820 w 7467600"/>
              <a:gd name="connsiteY656" fmla="*/ 1248808 h 6858000"/>
              <a:gd name="connsiteX657" fmla="*/ 2492512 w 7467600"/>
              <a:gd name="connsiteY657" fmla="*/ 1302920 h 6858000"/>
              <a:gd name="connsiteX658" fmla="*/ 2081216 w 7467600"/>
              <a:gd name="connsiteY658" fmla="*/ 2527513 h 6858000"/>
              <a:gd name="connsiteX659" fmla="*/ 2081211 w 7467600"/>
              <a:gd name="connsiteY659" fmla="*/ 2528916 h 6858000"/>
              <a:gd name="connsiteX660" fmla="*/ 2199067 w 7467600"/>
              <a:gd name="connsiteY660" fmla="*/ 2884061 h 6858000"/>
              <a:gd name="connsiteX661" fmla="*/ 3192586 w 7467600"/>
              <a:gd name="connsiteY661" fmla="*/ 3411496 h 6858000"/>
              <a:gd name="connsiteX662" fmla="*/ 3182620 w 7467600"/>
              <a:gd name="connsiteY662" fmla="*/ 3483279 h 6858000"/>
              <a:gd name="connsiteX663" fmla="*/ 2435119 w 7467600"/>
              <a:gd name="connsiteY663" fmla="*/ 3080173 h 6858000"/>
              <a:gd name="connsiteX664" fmla="*/ 2410152 w 7467600"/>
              <a:gd name="connsiteY664" fmla="*/ 3063751 h 6858000"/>
              <a:gd name="connsiteX665" fmla="*/ 2408099 w 7467600"/>
              <a:gd name="connsiteY665" fmla="*/ 3064403 h 6858000"/>
              <a:gd name="connsiteX666" fmla="*/ 2407218 w 7467600"/>
              <a:gd name="connsiteY666" fmla="*/ 3070324 h 6858000"/>
              <a:gd name="connsiteX667" fmla="*/ 2380138 w 7467600"/>
              <a:gd name="connsiteY667" fmla="*/ 3099341 h 6858000"/>
              <a:gd name="connsiteX668" fmla="*/ 1765923 w 7467600"/>
              <a:gd name="connsiteY668" fmla="*/ 3581043 h 6858000"/>
              <a:gd name="connsiteX669" fmla="*/ 1702258 w 7467600"/>
              <a:gd name="connsiteY669" fmla="*/ 3612286 h 6858000"/>
              <a:gd name="connsiteX670" fmla="*/ 1538370 w 7467600"/>
              <a:gd name="connsiteY670" fmla="*/ 3811804 h 6858000"/>
              <a:gd name="connsiteX671" fmla="*/ 542867 w 7467600"/>
              <a:gd name="connsiteY671" fmla="*/ 4944092 h 6858000"/>
              <a:gd name="connsiteX672" fmla="*/ 515800 w 7467600"/>
              <a:gd name="connsiteY672" fmla="*/ 4862180 h 6858000"/>
              <a:gd name="connsiteX673" fmla="*/ 909145 w 7467600"/>
              <a:gd name="connsiteY673" fmla="*/ 4199225 h 6858000"/>
              <a:gd name="connsiteX674" fmla="*/ 1214067 w 7467600"/>
              <a:gd name="connsiteY674" fmla="*/ 3908561 h 6858000"/>
              <a:gd name="connsiteX675" fmla="*/ 640967 w 7467600"/>
              <a:gd name="connsiteY675" fmla="*/ 4105601 h 6858000"/>
              <a:gd name="connsiteX676" fmla="*/ 112563 w 7467600"/>
              <a:gd name="connsiteY676" fmla="*/ 4396952 h 6858000"/>
              <a:gd name="connsiteX677" fmla="*/ 0 w 7467600"/>
              <a:gd name="connsiteY677" fmla="*/ 4466006 h 6858000"/>
              <a:gd name="connsiteX678" fmla="*/ 0 w 7467600"/>
              <a:gd name="connsiteY678" fmla="*/ 4233763 h 6858000"/>
              <a:gd name="connsiteX679" fmla="*/ 36881 w 7467600"/>
              <a:gd name="connsiteY679" fmla="*/ 4200118 h 6858000"/>
              <a:gd name="connsiteX680" fmla="*/ 910534 w 7467600"/>
              <a:gd name="connsiteY680" fmla="*/ 3629753 h 6858000"/>
              <a:gd name="connsiteX681" fmla="*/ 1578717 w 7467600"/>
              <a:gd name="connsiteY681" fmla="*/ 3575982 h 6858000"/>
              <a:gd name="connsiteX682" fmla="*/ 2338780 w 7467600"/>
              <a:gd name="connsiteY682" fmla="*/ 3033725 h 6858000"/>
              <a:gd name="connsiteX683" fmla="*/ 1807991 w 7467600"/>
              <a:gd name="connsiteY683" fmla="*/ 2807184 h 6858000"/>
              <a:gd name="connsiteX684" fmla="*/ 1416358 w 7467600"/>
              <a:gd name="connsiteY684" fmla="*/ 3112571 h 6858000"/>
              <a:gd name="connsiteX685" fmla="*/ 939066 w 7467600"/>
              <a:gd name="connsiteY685" fmla="*/ 3378798 h 6858000"/>
              <a:gd name="connsiteX686" fmla="*/ 115099 w 7467600"/>
              <a:gd name="connsiteY686" fmla="*/ 3607650 h 6858000"/>
              <a:gd name="connsiteX687" fmla="*/ 97284 w 7467600"/>
              <a:gd name="connsiteY687" fmla="*/ 3520393 h 6858000"/>
              <a:gd name="connsiteX688" fmla="*/ 922050 w 7467600"/>
              <a:gd name="connsiteY688" fmla="*/ 3074867 h 6858000"/>
              <a:gd name="connsiteX689" fmla="*/ 1405265 w 7467600"/>
              <a:gd name="connsiteY689" fmla="*/ 3016319 h 6858000"/>
              <a:gd name="connsiteX690" fmla="*/ 1407512 w 7467600"/>
              <a:gd name="connsiteY690" fmla="*/ 3018001 h 6858000"/>
              <a:gd name="connsiteX691" fmla="*/ 1726266 w 7467600"/>
              <a:gd name="connsiteY691" fmla="*/ 2777274 h 6858000"/>
              <a:gd name="connsiteX692" fmla="*/ 625390 w 7467600"/>
              <a:gd name="connsiteY692" fmla="*/ 2514541 h 6858000"/>
              <a:gd name="connsiteX693" fmla="*/ 619799 w 7467600"/>
              <a:gd name="connsiteY693" fmla="*/ 2527180 h 6858000"/>
              <a:gd name="connsiteX694" fmla="*/ 310030 w 7467600"/>
              <a:gd name="connsiteY694" fmla="*/ 2771818 h 6858000"/>
              <a:gd name="connsiteX695" fmla="*/ 173877 w 7467600"/>
              <a:gd name="connsiteY695" fmla="*/ 2937056 h 6858000"/>
              <a:gd name="connsiteX696" fmla="*/ 77889 w 7467600"/>
              <a:gd name="connsiteY696" fmla="*/ 3138440 h 6858000"/>
              <a:gd name="connsiteX697" fmla="*/ 0 w 7467600"/>
              <a:gd name="connsiteY697" fmla="*/ 3271395 h 6858000"/>
              <a:gd name="connsiteX698" fmla="*/ 0 w 7467600"/>
              <a:gd name="connsiteY698" fmla="*/ 3153002 h 6858000"/>
              <a:gd name="connsiteX699" fmla="*/ 2386 w 7467600"/>
              <a:gd name="connsiteY699" fmla="*/ 3149203 h 6858000"/>
              <a:gd name="connsiteX700" fmla="*/ 89753 w 7467600"/>
              <a:gd name="connsiteY700" fmla="*/ 2987702 h 6858000"/>
              <a:gd name="connsiteX701" fmla="*/ 76869 w 7467600"/>
              <a:gd name="connsiteY701" fmla="*/ 3005404 h 6858000"/>
              <a:gd name="connsiteX702" fmla="*/ 32049 w 7467600"/>
              <a:gd name="connsiteY702" fmla="*/ 3065814 h 6858000"/>
              <a:gd name="connsiteX703" fmla="*/ 0 w 7467600"/>
              <a:gd name="connsiteY703" fmla="*/ 3108744 h 6858000"/>
              <a:gd name="connsiteX704" fmla="*/ 0 w 7467600"/>
              <a:gd name="connsiteY704" fmla="*/ 3058059 h 6858000"/>
              <a:gd name="connsiteX705" fmla="*/ 7610 w 7467600"/>
              <a:gd name="connsiteY705" fmla="*/ 3047889 h 6858000"/>
              <a:gd name="connsiteX706" fmla="*/ 52419 w 7467600"/>
              <a:gd name="connsiteY706" fmla="*/ 2987479 h 6858000"/>
              <a:gd name="connsiteX707" fmla="*/ 59142 w 7467600"/>
              <a:gd name="connsiteY707" fmla="*/ 2978488 h 6858000"/>
              <a:gd name="connsiteX708" fmla="*/ 0 w 7467600"/>
              <a:gd name="connsiteY708" fmla="*/ 3015334 h 6858000"/>
              <a:gd name="connsiteX709" fmla="*/ 0 w 7467600"/>
              <a:gd name="connsiteY709" fmla="*/ 2914286 h 6858000"/>
              <a:gd name="connsiteX710" fmla="*/ 36383 w 7467600"/>
              <a:gd name="connsiteY710" fmla="*/ 2901128 h 6858000"/>
              <a:gd name="connsiteX711" fmla="*/ 156329 w 7467600"/>
              <a:gd name="connsiteY711" fmla="*/ 2840533 h 6858000"/>
              <a:gd name="connsiteX712" fmla="*/ 358355 w 7467600"/>
              <a:gd name="connsiteY712" fmla="*/ 2620471 h 6858000"/>
              <a:gd name="connsiteX713" fmla="*/ 510577 w 7467600"/>
              <a:gd name="connsiteY713" fmla="*/ 2501244 h 6858000"/>
              <a:gd name="connsiteX714" fmla="*/ 211967 w 7467600"/>
              <a:gd name="connsiteY714" fmla="*/ 2479171 h 6858000"/>
              <a:gd name="connsiteX715" fmla="*/ 0 w 7467600"/>
              <a:gd name="connsiteY715" fmla="*/ 2476398 h 6858000"/>
              <a:gd name="connsiteX716" fmla="*/ 0 w 7467600"/>
              <a:gd name="connsiteY716" fmla="*/ 2389189 h 6858000"/>
              <a:gd name="connsiteX717" fmla="*/ 103062 w 7467600"/>
              <a:gd name="connsiteY717" fmla="*/ 2389518 h 6858000"/>
              <a:gd name="connsiteX718" fmla="*/ 510734 w 7467600"/>
              <a:gd name="connsiteY718" fmla="*/ 2416201 h 6858000"/>
              <a:gd name="connsiteX719" fmla="*/ 279257 w 7467600"/>
              <a:gd name="connsiteY719" fmla="*/ 2092102 h 6858000"/>
              <a:gd name="connsiteX720" fmla="*/ 65265 w 7467600"/>
              <a:gd name="connsiteY720" fmla="*/ 2006049 h 6858000"/>
              <a:gd name="connsiteX721" fmla="*/ 0 w 7467600"/>
              <a:gd name="connsiteY721" fmla="*/ 1982532 h 6858000"/>
              <a:gd name="connsiteX722" fmla="*/ 0 w 7467600"/>
              <a:gd name="connsiteY722" fmla="*/ 1912789 h 6858000"/>
              <a:gd name="connsiteX723" fmla="*/ 97460 w 7467600"/>
              <a:gd name="connsiteY723" fmla="*/ 1953725 h 6858000"/>
              <a:gd name="connsiteX724" fmla="*/ 221272 w 7467600"/>
              <a:gd name="connsiteY724" fmla="*/ 1980766 h 6858000"/>
              <a:gd name="connsiteX725" fmla="*/ 116765 w 7467600"/>
              <a:gd name="connsiteY725" fmla="*/ 1911033 h 6858000"/>
              <a:gd name="connsiteX726" fmla="*/ 16405 w 7467600"/>
              <a:gd name="connsiteY726" fmla="*/ 1803412 h 6858000"/>
              <a:gd name="connsiteX727" fmla="*/ 0 w 7467600"/>
              <a:gd name="connsiteY727" fmla="*/ 1784777 h 6858000"/>
              <a:gd name="connsiteX728" fmla="*/ 0 w 7467600"/>
              <a:gd name="connsiteY728" fmla="*/ 1740082 h 6858000"/>
              <a:gd name="connsiteX729" fmla="*/ 39394 w 7467600"/>
              <a:gd name="connsiteY729" fmla="*/ 1784856 h 6858000"/>
              <a:gd name="connsiteX730" fmla="*/ 135813 w 7467600"/>
              <a:gd name="connsiteY730" fmla="*/ 1888838 h 6858000"/>
              <a:gd name="connsiteX731" fmla="*/ 242575 w 7467600"/>
              <a:gd name="connsiteY731" fmla="*/ 1958841 h 6858000"/>
              <a:gd name="connsiteX732" fmla="*/ 82197 w 7467600"/>
              <a:gd name="connsiteY732" fmla="*/ 1754826 h 6858000"/>
              <a:gd name="connsiteX733" fmla="*/ 0 w 7467600"/>
              <a:gd name="connsiteY733" fmla="*/ 1679650 h 6858000"/>
              <a:gd name="connsiteX734" fmla="*/ 0 w 7467600"/>
              <a:gd name="connsiteY734" fmla="*/ 1602463 h 6858000"/>
              <a:gd name="connsiteX735" fmla="*/ 84689 w 7467600"/>
              <a:gd name="connsiteY735" fmla="*/ 1677442 h 6858000"/>
              <a:gd name="connsiteX736" fmla="*/ 298437 w 7467600"/>
              <a:gd name="connsiteY736" fmla="*/ 1968019 h 6858000"/>
              <a:gd name="connsiteX737" fmla="*/ 227269 w 7467600"/>
              <a:gd name="connsiteY737" fmla="*/ 1114064 h 6858000"/>
              <a:gd name="connsiteX738" fmla="*/ 248003 w 7467600"/>
              <a:gd name="connsiteY738" fmla="*/ 1089613 h 6858000"/>
              <a:gd name="connsiteX739" fmla="*/ 427020 w 7467600"/>
              <a:gd name="connsiteY739" fmla="*/ 1619803 h 6858000"/>
              <a:gd name="connsiteX740" fmla="*/ 340345 w 7467600"/>
              <a:gd name="connsiteY740" fmla="*/ 2027739 h 6858000"/>
              <a:gd name="connsiteX741" fmla="*/ 360865 w 7467600"/>
              <a:gd name="connsiteY741" fmla="*/ 2044827 h 6858000"/>
              <a:gd name="connsiteX742" fmla="*/ 560414 w 7467600"/>
              <a:gd name="connsiteY742" fmla="*/ 2421457 h 6858000"/>
              <a:gd name="connsiteX743" fmla="*/ 1359703 w 7467600"/>
              <a:gd name="connsiteY743" fmla="*/ 2578554 h 6858000"/>
              <a:gd name="connsiteX744" fmla="*/ 1359422 w 7467600"/>
              <a:gd name="connsiteY744" fmla="*/ 2577994 h 6858000"/>
              <a:gd name="connsiteX745" fmla="*/ 828701 w 7467600"/>
              <a:gd name="connsiteY745" fmla="*/ 1839520 h 6858000"/>
              <a:gd name="connsiteX746" fmla="*/ 494427 w 7467600"/>
              <a:gd name="connsiteY746" fmla="*/ 1092333 h 6858000"/>
              <a:gd name="connsiteX747" fmla="*/ 506322 w 7467600"/>
              <a:gd name="connsiteY747" fmla="*/ 1020997 h 6858000"/>
              <a:gd name="connsiteX748" fmla="*/ 4570198 w 7467600"/>
              <a:gd name="connsiteY748" fmla="*/ 978081 h 6858000"/>
              <a:gd name="connsiteX749" fmla="*/ 4523691 w 7467600"/>
              <a:gd name="connsiteY749" fmla="*/ 1127776 h 6858000"/>
              <a:gd name="connsiteX750" fmla="*/ 4509875 w 7467600"/>
              <a:gd name="connsiteY750" fmla="*/ 1167552 h 6858000"/>
              <a:gd name="connsiteX751" fmla="*/ 4478168 w 7467600"/>
              <a:gd name="connsiteY751" fmla="*/ 1260735 h 6858000"/>
              <a:gd name="connsiteX752" fmla="*/ 4409309 w 7467600"/>
              <a:gd name="connsiteY752" fmla="*/ 1666996 h 6858000"/>
              <a:gd name="connsiteX753" fmla="*/ 4370031 w 7467600"/>
              <a:gd name="connsiteY753" fmla="*/ 1955666 h 6858000"/>
              <a:gd name="connsiteX754" fmla="*/ 4570198 w 7467600"/>
              <a:gd name="connsiteY754" fmla="*/ 978081 h 6858000"/>
              <a:gd name="connsiteX755" fmla="*/ 4557898 w 7467600"/>
              <a:gd name="connsiteY755" fmla="*/ 900011 h 6858000"/>
              <a:gd name="connsiteX756" fmla="*/ 4344840 w 7467600"/>
              <a:gd name="connsiteY756" fmla="*/ 1922038 h 6858000"/>
              <a:gd name="connsiteX757" fmla="*/ 4378710 w 7467600"/>
              <a:gd name="connsiteY757" fmla="*/ 1665516 h 6858000"/>
              <a:gd name="connsiteX758" fmla="*/ 4448798 w 7467600"/>
              <a:gd name="connsiteY758" fmla="*/ 1253024 h 6858000"/>
              <a:gd name="connsiteX759" fmla="*/ 4480315 w 7467600"/>
              <a:gd name="connsiteY759" fmla="*/ 1158454 h 6858000"/>
              <a:gd name="connsiteX760" fmla="*/ 4494133 w 7467600"/>
              <a:gd name="connsiteY760" fmla="*/ 1118676 h 6858000"/>
              <a:gd name="connsiteX761" fmla="*/ 4557898 w 7467600"/>
              <a:gd name="connsiteY761" fmla="*/ 900011 h 6858000"/>
              <a:gd name="connsiteX762" fmla="*/ 5870151 w 7467600"/>
              <a:gd name="connsiteY762" fmla="*/ 898890 h 6858000"/>
              <a:gd name="connsiteX763" fmla="*/ 5861335 w 7467600"/>
              <a:gd name="connsiteY763" fmla="*/ 899177 h 6858000"/>
              <a:gd name="connsiteX764" fmla="*/ 5843702 w 7467600"/>
              <a:gd name="connsiteY764" fmla="*/ 899748 h 6858000"/>
              <a:gd name="connsiteX765" fmla="*/ 5651107 w 7467600"/>
              <a:gd name="connsiteY765" fmla="*/ 920306 h 6858000"/>
              <a:gd name="connsiteX766" fmla="*/ 5459407 w 7467600"/>
              <a:gd name="connsiteY766" fmla="*/ 940975 h 6858000"/>
              <a:gd name="connsiteX767" fmla="*/ 5374846 w 7467600"/>
              <a:gd name="connsiteY767" fmla="*/ 941988 h 6858000"/>
              <a:gd name="connsiteX768" fmla="*/ 5256105 w 7467600"/>
              <a:gd name="connsiteY768" fmla="*/ 945632 h 6858000"/>
              <a:gd name="connsiteX769" fmla="*/ 5107071 w 7467600"/>
              <a:gd name="connsiteY769" fmla="*/ 969720 h 6858000"/>
              <a:gd name="connsiteX770" fmla="*/ 4998681 w 7467600"/>
              <a:gd name="connsiteY770" fmla="*/ 988771 h 6858000"/>
              <a:gd name="connsiteX771" fmla="*/ 5870151 w 7467600"/>
              <a:gd name="connsiteY771" fmla="*/ 898890 h 6858000"/>
              <a:gd name="connsiteX772" fmla="*/ 5504425 w 7467600"/>
              <a:gd name="connsiteY772" fmla="*/ 848067 h 6858000"/>
              <a:gd name="connsiteX773" fmla="*/ 4968849 w 7467600"/>
              <a:gd name="connsiteY773" fmla="*/ 962318 h 6858000"/>
              <a:gd name="connsiteX774" fmla="*/ 5104039 w 7467600"/>
              <a:gd name="connsiteY774" fmla="*/ 940634 h 6858000"/>
              <a:gd name="connsiteX775" fmla="*/ 5256311 w 7467600"/>
              <a:gd name="connsiteY775" fmla="*/ 916490 h 6858000"/>
              <a:gd name="connsiteX776" fmla="*/ 5377381 w 7467600"/>
              <a:gd name="connsiteY776" fmla="*/ 912671 h 6858000"/>
              <a:gd name="connsiteX777" fmla="*/ 5460148 w 7467600"/>
              <a:gd name="connsiteY777" fmla="*/ 911442 h 6858000"/>
              <a:gd name="connsiteX778" fmla="*/ 5648971 w 7467600"/>
              <a:gd name="connsiteY778" fmla="*/ 891331 h 6858000"/>
              <a:gd name="connsiteX779" fmla="*/ 5844807 w 7467600"/>
              <a:gd name="connsiteY779" fmla="*/ 870718 h 6858000"/>
              <a:gd name="connsiteX780" fmla="*/ 5862975 w 7467600"/>
              <a:gd name="connsiteY780" fmla="*/ 869756 h 6858000"/>
              <a:gd name="connsiteX781" fmla="*/ 5920887 w 7467600"/>
              <a:gd name="connsiteY781" fmla="*/ 865929 h 6858000"/>
              <a:gd name="connsiteX782" fmla="*/ 5504425 w 7467600"/>
              <a:gd name="connsiteY782" fmla="*/ 848067 h 6858000"/>
              <a:gd name="connsiteX783" fmla="*/ 3607114 w 7467600"/>
              <a:gd name="connsiteY783" fmla="*/ 467441 h 6858000"/>
              <a:gd name="connsiteX784" fmla="*/ 3296242 w 7467600"/>
              <a:gd name="connsiteY784" fmla="*/ 807991 h 6858000"/>
              <a:gd name="connsiteX785" fmla="*/ 3174674 w 7467600"/>
              <a:gd name="connsiteY785" fmla="*/ 919759 h 6858000"/>
              <a:gd name="connsiteX786" fmla="*/ 3042978 w 7467600"/>
              <a:gd name="connsiteY786" fmla="*/ 1054894 h 6858000"/>
              <a:gd name="connsiteX787" fmla="*/ 2968914 w 7467600"/>
              <a:gd name="connsiteY787" fmla="*/ 1133756 h 6858000"/>
              <a:gd name="connsiteX788" fmla="*/ 3103823 w 7467600"/>
              <a:gd name="connsiteY788" fmla="*/ 1026814 h 6858000"/>
              <a:gd name="connsiteX789" fmla="*/ 3607114 w 7467600"/>
              <a:gd name="connsiteY789" fmla="*/ 467441 h 6858000"/>
              <a:gd name="connsiteX790" fmla="*/ 3744487 w 7467600"/>
              <a:gd name="connsiteY790" fmla="*/ 383136 h 6858000"/>
              <a:gd name="connsiteX791" fmla="*/ 3970213 w 7467600"/>
              <a:gd name="connsiteY791" fmla="*/ 995559 h 6858000"/>
              <a:gd name="connsiteX792" fmla="*/ 3744487 w 7467600"/>
              <a:gd name="connsiteY792" fmla="*/ 383136 h 6858000"/>
              <a:gd name="connsiteX793" fmla="*/ 3624562 w 7467600"/>
              <a:gd name="connsiteY793" fmla="*/ 367041 h 6858000"/>
              <a:gd name="connsiteX794" fmla="*/ 3489712 w 7467600"/>
              <a:gd name="connsiteY794" fmla="*/ 485386 h 6858000"/>
              <a:gd name="connsiteX795" fmla="*/ 3182994 w 7467600"/>
              <a:gd name="connsiteY795" fmla="*/ 828265 h 6858000"/>
              <a:gd name="connsiteX796" fmla="*/ 2892114 w 7467600"/>
              <a:gd name="connsiteY796" fmla="*/ 1172635 h 6858000"/>
              <a:gd name="connsiteX797" fmla="*/ 3021459 w 7467600"/>
              <a:gd name="connsiteY797" fmla="*/ 1035385 h 6858000"/>
              <a:gd name="connsiteX798" fmla="*/ 3153873 w 7467600"/>
              <a:gd name="connsiteY798" fmla="*/ 898971 h 6858000"/>
              <a:gd name="connsiteX799" fmla="*/ 3276511 w 7467600"/>
              <a:gd name="connsiteY799" fmla="*/ 786423 h 6858000"/>
              <a:gd name="connsiteX800" fmla="*/ 3584154 w 7467600"/>
              <a:gd name="connsiteY800" fmla="*/ 448218 h 6858000"/>
              <a:gd name="connsiteX801" fmla="*/ 3624562 w 7467600"/>
              <a:gd name="connsiteY801" fmla="*/ 367041 h 6858000"/>
              <a:gd name="connsiteX802" fmla="*/ 3766672 w 7467600"/>
              <a:gd name="connsiteY802" fmla="*/ 359429 h 6858000"/>
              <a:gd name="connsiteX803" fmla="*/ 3996338 w 7467600"/>
              <a:gd name="connsiteY803" fmla="*/ 968237 h 6858000"/>
              <a:gd name="connsiteX804" fmla="*/ 3766672 w 7467600"/>
              <a:gd name="connsiteY804" fmla="*/ 359429 h 6858000"/>
              <a:gd name="connsiteX805" fmla="*/ 5805386 w 7467600"/>
              <a:gd name="connsiteY805" fmla="*/ 239240 h 6858000"/>
              <a:gd name="connsiteX806" fmla="*/ 5736947 w 7467600"/>
              <a:gd name="connsiteY806" fmla="*/ 261367 h 6858000"/>
              <a:gd name="connsiteX807" fmla="*/ 5427012 w 7467600"/>
              <a:gd name="connsiteY807" fmla="*/ 311272 h 6858000"/>
              <a:gd name="connsiteX808" fmla="*/ 5147818 w 7467600"/>
              <a:gd name="connsiteY808" fmla="*/ 322112 h 6858000"/>
              <a:gd name="connsiteX809" fmla="*/ 5060854 w 7467600"/>
              <a:gd name="connsiteY809" fmla="*/ 311882 h 6858000"/>
              <a:gd name="connsiteX810" fmla="*/ 4945989 w 7467600"/>
              <a:gd name="connsiteY810" fmla="*/ 300516 h 6858000"/>
              <a:gd name="connsiteX811" fmla="*/ 5410479 w 7467600"/>
              <a:gd name="connsiteY811" fmla="*/ 348434 h 6858000"/>
              <a:gd name="connsiteX812" fmla="*/ 5805386 w 7467600"/>
              <a:gd name="connsiteY812" fmla="*/ 239240 h 6858000"/>
              <a:gd name="connsiteX813" fmla="*/ 5905192 w 7467600"/>
              <a:gd name="connsiteY813" fmla="*/ 163079 h 6858000"/>
              <a:gd name="connsiteX814" fmla="*/ 5865655 w 7467600"/>
              <a:gd name="connsiteY814" fmla="*/ 171901 h 6858000"/>
              <a:gd name="connsiteX815" fmla="*/ 5259740 w 7467600"/>
              <a:gd name="connsiteY815" fmla="*/ 257013 h 6858000"/>
              <a:gd name="connsiteX816" fmla="*/ 5208466 w 7467600"/>
              <a:gd name="connsiteY816" fmla="*/ 257550 h 6858000"/>
              <a:gd name="connsiteX817" fmla="*/ 4980204 w 7467600"/>
              <a:gd name="connsiteY817" fmla="*/ 271903 h 6858000"/>
              <a:gd name="connsiteX818" fmla="*/ 5068068 w 7467600"/>
              <a:gd name="connsiteY818" fmla="*/ 282244 h 6858000"/>
              <a:gd name="connsiteX819" fmla="*/ 5153231 w 7467600"/>
              <a:gd name="connsiteY819" fmla="*/ 292240 h 6858000"/>
              <a:gd name="connsiteX820" fmla="*/ 5426491 w 7467600"/>
              <a:gd name="connsiteY820" fmla="*/ 281128 h 6858000"/>
              <a:gd name="connsiteX821" fmla="*/ 5731212 w 7467600"/>
              <a:gd name="connsiteY821" fmla="*/ 231951 h 6858000"/>
              <a:gd name="connsiteX822" fmla="*/ 5905192 w 7467600"/>
              <a:gd name="connsiteY822" fmla="*/ 163079 h 6858000"/>
              <a:gd name="connsiteX823" fmla="*/ 5944437 w 7467600"/>
              <a:gd name="connsiteY823" fmla="*/ 113829 h 6858000"/>
              <a:gd name="connsiteX824" fmla="*/ 5825032 w 7467600"/>
              <a:gd name="connsiteY824" fmla="*/ 146405 h 6858000"/>
              <a:gd name="connsiteX825" fmla="*/ 4955599 w 7467600"/>
              <a:gd name="connsiteY825" fmla="*/ 247008 h 6858000"/>
              <a:gd name="connsiteX826" fmla="*/ 5210104 w 7467600"/>
              <a:gd name="connsiteY826" fmla="*/ 228123 h 6858000"/>
              <a:gd name="connsiteX827" fmla="*/ 5261015 w 7467600"/>
              <a:gd name="connsiteY827" fmla="*/ 227087 h 6858000"/>
              <a:gd name="connsiteX828" fmla="*/ 5861181 w 7467600"/>
              <a:gd name="connsiteY828" fmla="*/ 143093 h 6858000"/>
              <a:gd name="connsiteX829" fmla="*/ 5961252 w 7467600"/>
              <a:gd name="connsiteY829" fmla="*/ 114820 h 6858000"/>
              <a:gd name="connsiteX830" fmla="*/ 5944437 w 7467600"/>
              <a:gd name="connsiteY830" fmla="*/ 113829 h 6858000"/>
              <a:gd name="connsiteX831" fmla="*/ 3882765 w 7467600"/>
              <a:gd name="connsiteY831" fmla="*/ 0 h 6858000"/>
              <a:gd name="connsiteX832" fmla="*/ 3995099 w 7467600"/>
              <a:gd name="connsiteY832" fmla="*/ 0 h 6858000"/>
              <a:gd name="connsiteX833" fmla="*/ 4163818 w 7467600"/>
              <a:gd name="connsiteY833" fmla="*/ 234104 h 6858000"/>
              <a:gd name="connsiteX834" fmla="*/ 4172099 w 7467600"/>
              <a:gd name="connsiteY834" fmla="*/ 234207 h 6858000"/>
              <a:gd name="connsiteX835" fmla="*/ 4784282 w 7467600"/>
              <a:gd name="connsiteY835" fmla="*/ 276561 h 6858000"/>
              <a:gd name="connsiteX836" fmla="*/ 4801687 w 7467600"/>
              <a:gd name="connsiteY836" fmla="*/ 267764 h 6858000"/>
              <a:gd name="connsiteX837" fmla="*/ 6082788 w 7467600"/>
              <a:gd name="connsiteY837" fmla="*/ 64119 h 6858000"/>
              <a:gd name="connsiteX838" fmla="*/ 6099442 w 7467600"/>
              <a:gd name="connsiteY838" fmla="*/ 82568 h 6858000"/>
              <a:gd name="connsiteX839" fmla="*/ 4804137 w 7467600"/>
              <a:gd name="connsiteY839" fmla="*/ 320931 h 6858000"/>
              <a:gd name="connsiteX840" fmla="*/ 4227047 w 7467600"/>
              <a:gd name="connsiteY840" fmla="*/ 313415 h 6858000"/>
              <a:gd name="connsiteX841" fmla="*/ 4346041 w 7467600"/>
              <a:gd name="connsiteY841" fmla="*/ 456086 h 6858000"/>
              <a:gd name="connsiteX842" fmla="*/ 4870967 w 7467600"/>
              <a:gd name="connsiteY842" fmla="*/ 963061 h 6858000"/>
              <a:gd name="connsiteX843" fmla="*/ 4889647 w 7467600"/>
              <a:gd name="connsiteY843" fmla="*/ 957147 h 6858000"/>
              <a:gd name="connsiteX844" fmla="*/ 5422504 w 7467600"/>
              <a:gd name="connsiteY844" fmla="*/ 805191 h 6858000"/>
              <a:gd name="connsiteX845" fmla="*/ 6087656 w 7467600"/>
              <a:gd name="connsiteY845" fmla="*/ 826703 h 6858000"/>
              <a:gd name="connsiteX846" fmla="*/ 6058717 w 7467600"/>
              <a:gd name="connsiteY846" fmla="*/ 865992 h 6858000"/>
              <a:gd name="connsiteX847" fmla="*/ 4974153 w 7467600"/>
              <a:gd name="connsiteY847" fmla="*/ 1045456 h 6858000"/>
              <a:gd name="connsiteX848" fmla="*/ 5627835 w 7467600"/>
              <a:gd name="connsiteY848" fmla="*/ 1472077 h 6858000"/>
              <a:gd name="connsiteX849" fmla="*/ 5629817 w 7467600"/>
              <a:gd name="connsiteY849" fmla="*/ 1471412 h 6858000"/>
              <a:gd name="connsiteX850" fmla="*/ 5634124 w 7467600"/>
              <a:gd name="connsiteY850" fmla="*/ 1470572 h 6858000"/>
              <a:gd name="connsiteX851" fmla="*/ 5755832 w 7467600"/>
              <a:gd name="connsiteY851" fmla="*/ 1383886 h 6858000"/>
              <a:gd name="connsiteX852" fmla="*/ 6014186 w 7467600"/>
              <a:gd name="connsiteY852" fmla="*/ 1279799 h 6858000"/>
              <a:gd name="connsiteX853" fmla="*/ 6901619 w 7467600"/>
              <a:gd name="connsiteY853" fmla="*/ 1047874 h 6858000"/>
              <a:gd name="connsiteX854" fmla="*/ 6931566 w 7467600"/>
              <a:gd name="connsiteY854" fmla="*/ 1062034 h 6858000"/>
              <a:gd name="connsiteX855" fmla="*/ 5790982 w 7467600"/>
              <a:gd name="connsiteY855" fmla="*/ 1561380 h 6858000"/>
              <a:gd name="connsiteX856" fmla="*/ 6188971 w 7467600"/>
              <a:gd name="connsiteY856" fmla="*/ 1755168 h 6858000"/>
              <a:gd name="connsiteX857" fmla="*/ 6202446 w 7467600"/>
              <a:gd name="connsiteY857" fmla="*/ 1752268 h 6858000"/>
              <a:gd name="connsiteX858" fmla="*/ 7179560 w 7467600"/>
              <a:gd name="connsiteY858" fmla="*/ 1467551 h 6858000"/>
              <a:gd name="connsiteX859" fmla="*/ 7158730 w 7467600"/>
              <a:gd name="connsiteY859" fmla="*/ 1507835 h 6858000"/>
              <a:gd name="connsiteX860" fmla="*/ 6326959 w 7467600"/>
              <a:gd name="connsiteY860" fmla="*/ 1817686 h 6858000"/>
              <a:gd name="connsiteX861" fmla="*/ 6537433 w 7467600"/>
              <a:gd name="connsiteY861" fmla="*/ 1907790 h 6858000"/>
              <a:gd name="connsiteX862" fmla="*/ 6550221 w 7467600"/>
              <a:gd name="connsiteY862" fmla="*/ 1910729 h 6858000"/>
              <a:gd name="connsiteX863" fmla="*/ 6964438 w 7467600"/>
              <a:gd name="connsiteY863" fmla="*/ 2209505 h 6858000"/>
              <a:gd name="connsiteX864" fmla="*/ 7367862 w 7467600"/>
              <a:gd name="connsiteY864" fmla="*/ 2806833 h 6858000"/>
              <a:gd name="connsiteX865" fmla="*/ 7364329 w 7467600"/>
              <a:gd name="connsiteY865" fmla="*/ 2826907 h 6858000"/>
              <a:gd name="connsiteX866" fmla="*/ 7290545 w 7467600"/>
              <a:gd name="connsiteY866" fmla="*/ 2850663 h 6858000"/>
              <a:gd name="connsiteX867" fmla="*/ 6472036 w 7467600"/>
              <a:gd name="connsiteY867" fmla="*/ 1959003 h 6858000"/>
              <a:gd name="connsiteX868" fmla="*/ 5792897 w 7467600"/>
              <a:gd name="connsiteY868" fmla="*/ 1647747 h 6858000"/>
              <a:gd name="connsiteX869" fmla="*/ 5842751 w 7467600"/>
              <a:gd name="connsiteY869" fmla="*/ 1816112 h 6858000"/>
              <a:gd name="connsiteX870" fmla="*/ 5847424 w 7467600"/>
              <a:gd name="connsiteY870" fmla="*/ 1815776 h 6858000"/>
              <a:gd name="connsiteX871" fmla="*/ 6399821 w 7467600"/>
              <a:gd name="connsiteY871" fmla="*/ 2344799 h 6858000"/>
              <a:gd name="connsiteX872" fmla="*/ 6323232 w 7467600"/>
              <a:gd name="connsiteY872" fmla="*/ 2389634 h 6858000"/>
              <a:gd name="connsiteX873" fmla="*/ 5942958 w 7467600"/>
              <a:gd name="connsiteY873" fmla="*/ 2077708 h 6858000"/>
              <a:gd name="connsiteX874" fmla="*/ 5921559 w 7467600"/>
              <a:gd name="connsiteY874" fmla="*/ 2378596 h 6858000"/>
              <a:gd name="connsiteX875" fmla="*/ 5817651 w 7467600"/>
              <a:gd name="connsiteY875" fmla="*/ 3023919 h 6858000"/>
              <a:gd name="connsiteX876" fmla="*/ 5729634 w 7467600"/>
              <a:gd name="connsiteY876" fmla="*/ 3051849 h 6858000"/>
              <a:gd name="connsiteX877" fmla="*/ 5611018 w 7467600"/>
              <a:gd name="connsiteY877" fmla="*/ 2316769 h 6858000"/>
              <a:gd name="connsiteX878" fmla="*/ 5687608 w 7467600"/>
              <a:gd name="connsiteY878" fmla="*/ 2039972 h 6858000"/>
              <a:gd name="connsiteX879" fmla="*/ 5657554 w 7467600"/>
              <a:gd name="connsiteY879" fmla="*/ 1576445 h 6858000"/>
              <a:gd name="connsiteX880" fmla="*/ 5150475 w 7467600"/>
              <a:gd name="connsiteY880" fmla="*/ 1274012 h 6858000"/>
              <a:gd name="connsiteX881" fmla="*/ 5349142 w 7467600"/>
              <a:gd name="connsiteY881" fmla="*/ 2204405 h 6858000"/>
              <a:gd name="connsiteX882" fmla="*/ 5262214 w 7467600"/>
              <a:gd name="connsiteY882" fmla="*/ 2233836 h 6858000"/>
              <a:gd name="connsiteX883" fmla="*/ 4981539 w 7467600"/>
              <a:gd name="connsiteY883" fmla="*/ 1542201 h 6858000"/>
              <a:gd name="connsiteX884" fmla="*/ 4958461 w 7467600"/>
              <a:gd name="connsiteY884" fmla="*/ 1136957 h 6858000"/>
              <a:gd name="connsiteX885" fmla="*/ 4655015 w 7467600"/>
              <a:gd name="connsiteY885" fmla="*/ 891426 h 6858000"/>
              <a:gd name="connsiteX886" fmla="*/ 4348002 w 7467600"/>
              <a:gd name="connsiteY886" fmla="*/ 2205895 h 6858000"/>
              <a:gd name="connsiteX887" fmla="*/ 4262250 w 7467600"/>
              <a:gd name="connsiteY887" fmla="*/ 2219972 h 6858000"/>
              <a:gd name="connsiteX888" fmla="*/ 4550611 w 7467600"/>
              <a:gd name="connsiteY888" fmla="*/ 817540 h 6858000"/>
              <a:gd name="connsiteX889" fmla="*/ 4564418 w 7467600"/>
              <a:gd name="connsiteY889" fmla="*/ 808293 h 6858000"/>
              <a:gd name="connsiteX890" fmla="*/ 4266388 w 7467600"/>
              <a:gd name="connsiteY890" fmla="*/ 500083 h 6858000"/>
              <a:gd name="connsiteX891" fmla="*/ 4032842 w 7467600"/>
              <a:gd name="connsiteY891" fmla="*/ 211809 h 6858000"/>
              <a:gd name="connsiteX892" fmla="*/ 3882765 w 7467600"/>
              <a:gd name="connsiteY892" fmla="*/ 0 h 6858000"/>
              <a:gd name="connsiteX893" fmla="*/ 3721337 w 7467600"/>
              <a:gd name="connsiteY893" fmla="*/ 0 h 6858000"/>
              <a:gd name="connsiteX894" fmla="*/ 3797544 w 7467600"/>
              <a:gd name="connsiteY894" fmla="*/ 0 h 6858000"/>
              <a:gd name="connsiteX895" fmla="*/ 3775734 w 7467600"/>
              <a:gd name="connsiteY895" fmla="*/ 95131 h 6858000"/>
              <a:gd name="connsiteX896" fmla="*/ 3724807 w 7467600"/>
              <a:gd name="connsiteY896" fmla="*/ 272257 h 6858000"/>
              <a:gd name="connsiteX897" fmla="*/ 3726844 w 7467600"/>
              <a:gd name="connsiteY897" fmla="*/ 282988 h 6858000"/>
              <a:gd name="connsiteX898" fmla="*/ 3742664 w 7467600"/>
              <a:gd name="connsiteY898" fmla="*/ 279918 h 6858000"/>
              <a:gd name="connsiteX899" fmla="*/ 4103910 w 7467600"/>
              <a:gd name="connsiteY899" fmla="*/ 1161917 h 6858000"/>
              <a:gd name="connsiteX900" fmla="*/ 4020269 w 7467600"/>
              <a:gd name="connsiteY900" fmla="*/ 1200406 h 6858000"/>
              <a:gd name="connsiteX901" fmla="*/ 3674882 w 7467600"/>
              <a:gd name="connsiteY901" fmla="*/ 488524 h 6858000"/>
              <a:gd name="connsiteX902" fmla="*/ 3132682 w 7467600"/>
              <a:gd name="connsiteY902" fmla="*/ 1072284 h 6858000"/>
              <a:gd name="connsiteX903" fmla="*/ 2716346 w 7467600"/>
              <a:gd name="connsiteY903" fmla="*/ 1276376 h 6858000"/>
              <a:gd name="connsiteX904" fmla="*/ 2716772 w 7467600"/>
              <a:gd name="connsiteY904" fmla="*/ 1255462 h 6858000"/>
              <a:gd name="connsiteX905" fmla="*/ 3471096 w 7467600"/>
              <a:gd name="connsiteY905" fmla="*/ 437072 h 6858000"/>
              <a:gd name="connsiteX906" fmla="*/ 3639057 w 7467600"/>
              <a:gd name="connsiteY906" fmla="*/ 286334 h 6858000"/>
              <a:gd name="connsiteX907" fmla="*/ 3640309 w 7467600"/>
              <a:gd name="connsiteY907" fmla="*/ 284664 h 6858000"/>
              <a:gd name="connsiteX908" fmla="*/ 3646022 w 7467600"/>
              <a:gd name="connsiteY908" fmla="*/ 276711 h 6858000"/>
              <a:gd name="connsiteX909" fmla="*/ 3707943 w 7467600"/>
              <a:gd name="connsiteY909" fmla="*/ 65958 h 6858000"/>
              <a:gd name="connsiteX910" fmla="*/ 3721337 w 7467600"/>
              <a:gd name="connsiteY910" fmla="*/ 0 h 6858000"/>
              <a:gd name="connsiteX911" fmla="*/ 2867960 w 7467600"/>
              <a:gd name="connsiteY911" fmla="*/ 0 h 6858000"/>
              <a:gd name="connsiteX912" fmla="*/ 2926351 w 7467600"/>
              <a:gd name="connsiteY912" fmla="*/ 0 h 6858000"/>
              <a:gd name="connsiteX913" fmla="*/ 2902823 w 7467600"/>
              <a:gd name="connsiteY913" fmla="*/ 262929 h 6858000"/>
              <a:gd name="connsiteX914" fmla="*/ 2940663 w 7467600"/>
              <a:gd name="connsiteY914" fmla="*/ 140884 h 6858000"/>
              <a:gd name="connsiteX915" fmla="*/ 2947039 w 7467600"/>
              <a:gd name="connsiteY915" fmla="*/ 122524 h 6858000"/>
              <a:gd name="connsiteX916" fmla="*/ 2984316 w 7467600"/>
              <a:gd name="connsiteY916" fmla="*/ 0 h 6858000"/>
              <a:gd name="connsiteX917" fmla="*/ 3016114 w 7467600"/>
              <a:gd name="connsiteY917" fmla="*/ 0 h 6858000"/>
              <a:gd name="connsiteX918" fmla="*/ 2979949 w 7467600"/>
              <a:gd name="connsiteY918" fmla="*/ 119274 h 6858000"/>
              <a:gd name="connsiteX919" fmla="*/ 3023879 w 7467600"/>
              <a:gd name="connsiteY919" fmla="*/ 0 h 6858000"/>
              <a:gd name="connsiteX920" fmla="*/ 3105400 w 7467600"/>
              <a:gd name="connsiteY920" fmla="*/ 0 h 6858000"/>
              <a:gd name="connsiteX921" fmla="*/ 3094669 w 7467600"/>
              <a:gd name="connsiteY921" fmla="*/ 30308 h 6858000"/>
              <a:gd name="connsiteX922" fmla="*/ 2901945 w 7467600"/>
              <a:gd name="connsiteY922" fmla="*/ 466538 h 6858000"/>
              <a:gd name="connsiteX923" fmla="*/ 2815209 w 7467600"/>
              <a:gd name="connsiteY923" fmla="*/ 497361 h 6858000"/>
              <a:gd name="connsiteX924" fmla="*/ 2844845 w 7467600"/>
              <a:gd name="connsiteY924" fmla="*/ 127638 h 6858000"/>
              <a:gd name="connsiteX925" fmla="*/ 2867960 w 7467600"/>
              <a:gd name="connsiteY925" fmla="*/ 0 h 6858000"/>
              <a:gd name="connsiteX926" fmla="*/ 1057230 w 7467600"/>
              <a:gd name="connsiteY926" fmla="*/ 0 h 6858000"/>
              <a:gd name="connsiteX927" fmla="*/ 1111003 w 7467600"/>
              <a:gd name="connsiteY927" fmla="*/ 0 h 6858000"/>
              <a:gd name="connsiteX928" fmla="*/ 1125553 w 7467600"/>
              <a:gd name="connsiteY928" fmla="*/ 52588 h 6858000"/>
              <a:gd name="connsiteX929" fmla="*/ 1304276 w 7467600"/>
              <a:gd name="connsiteY929" fmla="*/ 476275 h 6858000"/>
              <a:gd name="connsiteX930" fmla="*/ 1492066 w 7467600"/>
              <a:gd name="connsiteY930" fmla="*/ 886333 h 6858000"/>
              <a:gd name="connsiteX931" fmla="*/ 1423698 w 7467600"/>
              <a:gd name="connsiteY931" fmla="*/ 710817 h 6858000"/>
              <a:gd name="connsiteX932" fmla="*/ 1357609 w 7467600"/>
              <a:gd name="connsiteY932" fmla="*/ 532892 h 6858000"/>
              <a:gd name="connsiteX933" fmla="*/ 1309550 w 7467600"/>
              <a:gd name="connsiteY933" fmla="*/ 374031 h 6858000"/>
              <a:gd name="connsiteX934" fmla="*/ 1193673 w 7467600"/>
              <a:gd name="connsiteY934" fmla="*/ 49533 h 6858000"/>
              <a:gd name="connsiteX935" fmla="*/ 1164391 w 7467600"/>
              <a:gd name="connsiteY935" fmla="*/ 0 h 6858000"/>
              <a:gd name="connsiteX936" fmla="*/ 1200666 w 7467600"/>
              <a:gd name="connsiteY936" fmla="*/ 0 h 6858000"/>
              <a:gd name="connsiteX937" fmla="*/ 1223408 w 7467600"/>
              <a:gd name="connsiteY937" fmla="*/ 38996 h 6858000"/>
              <a:gd name="connsiteX938" fmla="*/ 1339635 w 7467600"/>
              <a:gd name="connsiteY938" fmla="*/ 365517 h 6858000"/>
              <a:gd name="connsiteX939" fmla="*/ 1387469 w 7467600"/>
              <a:gd name="connsiteY939" fmla="*/ 523079 h 6858000"/>
              <a:gd name="connsiteX940" fmla="*/ 1452685 w 7467600"/>
              <a:gd name="connsiteY940" fmla="*/ 699806 h 6858000"/>
              <a:gd name="connsiteX941" fmla="*/ 1492092 w 7467600"/>
              <a:gd name="connsiteY941" fmla="*/ 800424 h 6858000"/>
              <a:gd name="connsiteX942" fmla="*/ 1455302 w 7467600"/>
              <a:gd name="connsiteY942" fmla="*/ 632913 h 6858000"/>
              <a:gd name="connsiteX943" fmla="*/ 1222336 w 7467600"/>
              <a:gd name="connsiteY943" fmla="*/ 9480 h 6858000"/>
              <a:gd name="connsiteX944" fmla="*/ 1214634 w 7467600"/>
              <a:gd name="connsiteY944" fmla="*/ 0 h 6858000"/>
              <a:gd name="connsiteX945" fmla="*/ 1289827 w 7467600"/>
              <a:gd name="connsiteY945" fmla="*/ 0 h 6858000"/>
              <a:gd name="connsiteX946" fmla="*/ 1321076 w 7467600"/>
              <a:gd name="connsiteY946" fmla="*/ 59722 h 6858000"/>
              <a:gd name="connsiteX947" fmla="*/ 1512579 w 7467600"/>
              <a:gd name="connsiteY947" fmla="*/ 626441 h 6858000"/>
              <a:gd name="connsiteX948" fmla="*/ 1506076 w 7467600"/>
              <a:gd name="connsiteY948" fmla="*/ 1089289 h 6858000"/>
              <a:gd name="connsiteX949" fmla="*/ 1486346 w 7467600"/>
              <a:gd name="connsiteY949" fmla="*/ 1079919 h 6858000"/>
              <a:gd name="connsiteX950" fmla="*/ 1070511 w 7467600"/>
              <a:gd name="connsiteY950" fmla="*/ 48609 h 6858000"/>
              <a:gd name="connsiteX951" fmla="*/ 1057230 w 7467600"/>
              <a:gd name="connsiteY951" fmla="*/ 0 h 6858000"/>
              <a:gd name="connsiteX952" fmla="*/ 43151 w 7467600"/>
              <a:gd name="connsiteY952" fmla="*/ 0 h 6858000"/>
              <a:gd name="connsiteX953" fmla="*/ 95283 w 7467600"/>
              <a:gd name="connsiteY953" fmla="*/ 0 h 6858000"/>
              <a:gd name="connsiteX954" fmla="*/ 300708 w 7467600"/>
              <a:gd name="connsiteY954" fmla="*/ 154571 h 6858000"/>
              <a:gd name="connsiteX955" fmla="*/ 530414 w 7467600"/>
              <a:gd name="connsiteY955" fmla="*/ 354673 h 6858000"/>
              <a:gd name="connsiteX956" fmla="*/ 333785 w 7467600"/>
              <a:gd name="connsiteY956" fmla="*/ 161564 h 6858000"/>
              <a:gd name="connsiteX957" fmla="*/ 147005 w 7467600"/>
              <a:gd name="connsiteY957" fmla="*/ 0 h 6858000"/>
              <a:gd name="connsiteX958" fmla="*/ 272509 w 7467600"/>
              <a:gd name="connsiteY958" fmla="*/ 0 h 6858000"/>
              <a:gd name="connsiteX959" fmla="*/ 326276 w 7467600"/>
              <a:gd name="connsiteY959" fmla="*/ 45847 h 6858000"/>
              <a:gd name="connsiteX960" fmla="*/ 823759 w 7467600"/>
              <a:gd name="connsiteY960" fmla="*/ 574145 h 6858000"/>
              <a:gd name="connsiteX961" fmla="*/ 811254 w 7467600"/>
              <a:gd name="connsiteY961" fmla="*/ 665546 h 6858000"/>
              <a:gd name="connsiteX962" fmla="*/ 154042 w 7467600"/>
              <a:gd name="connsiteY962" fmla="*/ 261522 h 6858000"/>
              <a:gd name="connsiteX963" fmla="*/ 13550 w 7467600"/>
              <a:gd name="connsiteY963" fmla="*/ 158423 h 6858000"/>
              <a:gd name="connsiteX964" fmla="*/ 0 w 7467600"/>
              <a:gd name="connsiteY964" fmla="*/ 146618 h 6858000"/>
              <a:gd name="connsiteX965" fmla="*/ 0 w 7467600"/>
              <a:gd name="connsiteY965" fmla="*/ 59161 h 6858000"/>
              <a:gd name="connsiteX966" fmla="*/ 45427 w 7467600"/>
              <a:gd name="connsiteY966" fmla="*/ 101078 h 6858000"/>
              <a:gd name="connsiteX967" fmla="*/ 630103 w 7467600"/>
              <a:gd name="connsiteY967" fmla="*/ 485885 h 6858000"/>
              <a:gd name="connsiteX968" fmla="*/ 532040 w 7467600"/>
              <a:gd name="connsiteY968" fmla="*/ 399359 h 6858000"/>
              <a:gd name="connsiteX969" fmla="*/ 517618 w 7467600"/>
              <a:gd name="connsiteY969" fmla="*/ 385726 h 6858000"/>
              <a:gd name="connsiteX970" fmla="*/ 285074 w 7467600"/>
              <a:gd name="connsiteY970" fmla="*/ 182755 h 6858000"/>
              <a:gd name="connsiteX971" fmla="*/ 43151 w 7467600"/>
              <a:gd name="connsiteY97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7042773 w 7467600"/>
              <a:gd name="connsiteY91" fmla="*/ 5734011 h 6858000"/>
              <a:gd name="connsiteX92" fmla="*/ 1456157 w 7467600"/>
              <a:gd name="connsiteY92" fmla="*/ 5371404 h 6858000"/>
              <a:gd name="connsiteX93" fmla="*/ 1244432 w 7467600"/>
              <a:gd name="connsiteY93" fmla="*/ 5385601 h 6858000"/>
              <a:gd name="connsiteX94" fmla="*/ 973990 w 7467600"/>
              <a:gd name="connsiteY94" fmla="*/ 5424940 h 6858000"/>
              <a:gd name="connsiteX95" fmla="*/ 1103809 w 7467600"/>
              <a:gd name="connsiteY95" fmla="*/ 5433720 h 6858000"/>
              <a:gd name="connsiteX96" fmla="*/ 1123454 w 7467600"/>
              <a:gd name="connsiteY96" fmla="*/ 5435727 h 6858000"/>
              <a:gd name="connsiteX97" fmla="*/ 1737017 w 7467600"/>
              <a:gd name="connsiteY97" fmla="*/ 5452183 h 6858000"/>
              <a:gd name="connsiteX98" fmla="*/ 1824397 w 7467600"/>
              <a:gd name="connsiteY98" fmla="*/ 5447757 h 6858000"/>
              <a:gd name="connsiteX99" fmla="*/ 2070059 w 7467600"/>
              <a:gd name="connsiteY99" fmla="*/ 5441660 h 6858000"/>
              <a:gd name="connsiteX100" fmla="*/ 1456157 w 7467600"/>
              <a:gd name="connsiteY100" fmla="*/ 5371404 h 6858000"/>
              <a:gd name="connsiteX101" fmla="*/ 4988186 w 7467600"/>
              <a:gd name="connsiteY101" fmla="*/ 5216467 h 6858000"/>
              <a:gd name="connsiteX102" fmla="*/ 4777334 w 7467600"/>
              <a:gd name="connsiteY102" fmla="*/ 5406072 h 6858000"/>
              <a:gd name="connsiteX103" fmla="*/ 4718341 w 7467600"/>
              <a:gd name="connsiteY103" fmla="*/ 5468043 h 6858000"/>
              <a:gd name="connsiteX104" fmla="*/ 4604655 w 7467600"/>
              <a:gd name="connsiteY104" fmla="*/ 5583434 h 6858000"/>
              <a:gd name="connsiteX105" fmla="*/ 4565074 w 7467600"/>
              <a:gd name="connsiteY105" fmla="*/ 5618550 h 6858000"/>
              <a:gd name="connsiteX106" fmla="*/ 4988186 w 7467600"/>
              <a:gd name="connsiteY106" fmla="*/ 5216467 h 6858000"/>
              <a:gd name="connsiteX107" fmla="*/ 4978032 w 7467600"/>
              <a:gd name="connsiteY107" fmla="*/ 5183809 h 6858000"/>
              <a:gd name="connsiteX108" fmla="*/ 4463413 w 7467600"/>
              <a:gd name="connsiteY108" fmla="*/ 5615162 h 6858000"/>
              <a:gd name="connsiteX109" fmla="*/ 4358134 w 7467600"/>
              <a:gd name="connsiteY109" fmla="*/ 5742791 h 6858000"/>
              <a:gd name="connsiteX110" fmla="*/ 4376219 w 7467600"/>
              <a:gd name="connsiteY110" fmla="*/ 5729027 h 6858000"/>
              <a:gd name="connsiteX111" fmla="*/ 4582340 w 7467600"/>
              <a:gd name="connsiteY111" fmla="*/ 5561037 h 6858000"/>
              <a:gd name="connsiteX112" fmla="*/ 4694684 w 7467600"/>
              <a:gd name="connsiteY112" fmla="*/ 5447098 h 6858000"/>
              <a:gd name="connsiteX113" fmla="*/ 4754123 w 7467600"/>
              <a:gd name="connsiteY113" fmla="*/ 5384643 h 6858000"/>
              <a:gd name="connsiteX114" fmla="*/ 4978032 w 7467600"/>
              <a:gd name="connsiteY114" fmla="*/ 5183809 h 6858000"/>
              <a:gd name="connsiteX115" fmla="*/ 1903353 w 7467600"/>
              <a:gd name="connsiteY115" fmla="*/ 5044827 h 6858000"/>
              <a:gd name="connsiteX116" fmla="*/ 1936931 w 7467600"/>
              <a:gd name="connsiteY116" fmla="*/ 5093954 h 6858000"/>
              <a:gd name="connsiteX117" fmla="*/ 2195868 w 7467600"/>
              <a:gd name="connsiteY117" fmla="*/ 5396574 h 6858000"/>
              <a:gd name="connsiteX118" fmla="*/ 2088852 w 7467600"/>
              <a:gd name="connsiteY118" fmla="*/ 5166123 h 6858000"/>
              <a:gd name="connsiteX119" fmla="*/ 1958241 w 7467600"/>
              <a:gd name="connsiteY119" fmla="*/ 5067955 h 6858000"/>
              <a:gd name="connsiteX120" fmla="*/ 1903353 w 7467600"/>
              <a:gd name="connsiteY120" fmla="*/ 5044827 h 6858000"/>
              <a:gd name="connsiteX121" fmla="*/ 1979378 w 7467600"/>
              <a:gd name="connsiteY121" fmla="*/ 4769504 h 6858000"/>
              <a:gd name="connsiteX122" fmla="*/ 2882120 w 7467600"/>
              <a:gd name="connsiteY122" fmla="*/ 5064547 h 6858000"/>
              <a:gd name="connsiteX123" fmla="*/ 2793103 w 7467600"/>
              <a:gd name="connsiteY123" fmla="*/ 5039699 h 6858000"/>
              <a:gd name="connsiteX124" fmla="*/ 2770041 w 7467600"/>
              <a:gd name="connsiteY124" fmla="*/ 5033634 h 6858000"/>
              <a:gd name="connsiteX125" fmla="*/ 1979378 w 7467600"/>
              <a:gd name="connsiteY125" fmla="*/ 4769504 h 6858000"/>
              <a:gd name="connsiteX126" fmla="*/ 1927410 w 7467600"/>
              <a:gd name="connsiteY126" fmla="*/ 4716164 h 6858000"/>
              <a:gd name="connsiteX127" fmla="*/ 1959587 w 7467600"/>
              <a:gd name="connsiteY127" fmla="*/ 4728849 h 6858000"/>
              <a:gd name="connsiteX128" fmla="*/ 2777707 w 7467600"/>
              <a:gd name="connsiteY128" fmla="*/ 5003991 h 6858000"/>
              <a:gd name="connsiteX129" fmla="*/ 2800768 w 7467600"/>
              <a:gd name="connsiteY129" fmla="*/ 5010056 h 6858000"/>
              <a:gd name="connsiteX130" fmla="*/ 2879408 w 7467600"/>
              <a:gd name="connsiteY130" fmla="*/ 5031590 h 6858000"/>
              <a:gd name="connsiteX131" fmla="*/ 2862295 w 7467600"/>
              <a:gd name="connsiteY131" fmla="*/ 5022958 h 6858000"/>
              <a:gd name="connsiteX132" fmla="*/ 2813343 w 7467600"/>
              <a:gd name="connsiteY132" fmla="*/ 4998369 h 6858000"/>
              <a:gd name="connsiteX133" fmla="*/ 2646245 w 7467600"/>
              <a:gd name="connsiteY133" fmla="*/ 4930999 h 6858000"/>
              <a:gd name="connsiteX134" fmla="*/ 1999243 w 7467600"/>
              <a:gd name="connsiteY134" fmla="*/ 4730524 h 6858000"/>
              <a:gd name="connsiteX135" fmla="*/ 1979527 w 7467600"/>
              <a:gd name="connsiteY135" fmla="*/ 4726651 h 6858000"/>
              <a:gd name="connsiteX136" fmla="*/ 1927410 w 7467600"/>
              <a:gd name="connsiteY136" fmla="*/ 4716164 h 6858000"/>
              <a:gd name="connsiteX137" fmla="*/ 1997014 w 7467600"/>
              <a:gd name="connsiteY137" fmla="*/ 4698007 h 6858000"/>
              <a:gd name="connsiteX138" fmla="*/ 2005458 w 7467600"/>
              <a:gd name="connsiteY138" fmla="*/ 4699540 h 6858000"/>
              <a:gd name="connsiteX139" fmla="*/ 2657186 w 7467600"/>
              <a:gd name="connsiteY139" fmla="*/ 4901687 h 6858000"/>
              <a:gd name="connsiteX140" fmla="*/ 2826662 w 7467600"/>
              <a:gd name="connsiteY140" fmla="*/ 4970362 h 6858000"/>
              <a:gd name="connsiteX141" fmla="*/ 2876100 w 7467600"/>
              <a:gd name="connsiteY141" fmla="*/ 4995397 h 6858000"/>
              <a:gd name="connsiteX142" fmla="*/ 3042600 w 7467600"/>
              <a:gd name="connsiteY142" fmla="*/ 5059532 h 6858000"/>
              <a:gd name="connsiteX143" fmla="*/ 1997014 w 7467600"/>
              <a:gd name="connsiteY143" fmla="*/ 4698007 h 6858000"/>
              <a:gd name="connsiteX144" fmla="*/ 2305292 w 7467600"/>
              <a:gd name="connsiteY144" fmla="*/ 4219492 h 6858000"/>
              <a:gd name="connsiteX145" fmla="*/ 3360922 w 7467600"/>
              <a:gd name="connsiteY145" fmla="*/ 4529373 h 6858000"/>
              <a:gd name="connsiteX146" fmla="*/ 3492420 w 7467600"/>
              <a:gd name="connsiteY146" fmla="*/ 4510145 h 6858000"/>
              <a:gd name="connsiteX147" fmla="*/ 3364086 w 7467600"/>
              <a:gd name="connsiteY147" fmla="*/ 4480340 h 6858000"/>
              <a:gd name="connsiteX148" fmla="*/ 3225818 w 7467600"/>
              <a:gd name="connsiteY148" fmla="*/ 4411822 h 6858000"/>
              <a:gd name="connsiteX149" fmla="*/ 3129696 w 7467600"/>
              <a:gd name="connsiteY149" fmla="*/ 4360704 h 6858000"/>
              <a:gd name="connsiteX150" fmla="*/ 2814545 w 7467600"/>
              <a:gd name="connsiteY150" fmla="*/ 4282955 h 6858000"/>
              <a:gd name="connsiteX151" fmla="*/ 2305292 w 7467600"/>
              <a:gd name="connsiteY151" fmla="*/ 4219492 h 6858000"/>
              <a:gd name="connsiteX152" fmla="*/ 2626982 w 7467600"/>
              <a:gd name="connsiteY152" fmla="*/ 4206450 h 6858000"/>
              <a:gd name="connsiteX153" fmla="*/ 2490617 w 7467600"/>
              <a:gd name="connsiteY153" fmla="*/ 4206951 h 6858000"/>
              <a:gd name="connsiteX154" fmla="*/ 2819869 w 7467600"/>
              <a:gd name="connsiteY154" fmla="*/ 4252936 h 6858000"/>
              <a:gd name="connsiteX155" fmla="*/ 3143018 w 7467600"/>
              <a:gd name="connsiteY155" fmla="*/ 4332698 h 6858000"/>
              <a:gd name="connsiteX156" fmla="*/ 3241520 w 7467600"/>
              <a:gd name="connsiteY156" fmla="*/ 4385112 h 6858000"/>
              <a:gd name="connsiteX157" fmla="*/ 3374575 w 7467600"/>
              <a:gd name="connsiteY157" fmla="*/ 4451517 h 6858000"/>
              <a:gd name="connsiteX158" fmla="*/ 3505221 w 7467600"/>
              <a:gd name="connsiteY158" fmla="*/ 4480757 h 6858000"/>
              <a:gd name="connsiteX159" fmla="*/ 2626982 w 7467600"/>
              <a:gd name="connsiteY159" fmla="*/ 4206450 h 6858000"/>
              <a:gd name="connsiteX160" fmla="*/ 1310106 w 7467600"/>
              <a:gd name="connsiteY160" fmla="*/ 3943217 h 6858000"/>
              <a:gd name="connsiteX161" fmla="*/ 854994 w 7467600"/>
              <a:gd name="connsiteY161" fmla="*/ 4399136 h 6858000"/>
              <a:gd name="connsiteX162" fmla="*/ 742462 w 7467600"/>
              <a:gd name="connsiteY162" fmla="*/ 4594648 h 6858000"/>
              <a:gd name="connsiteX163" fmla="*/ 820602 w 7467600"/>
              <a:gd name="connsiteY163" fmla="*/ 4485915 h 6858000"/>
              <a:gd name="connsiteX164" fmla="*/ 878295 w 7467600"/>
              <a:gd name="connsiteY164" fmla="*/ 4403594 h 6858000"/>
              <a:gd name="connsiteX165" fmla="*/ 1240607 w 7467600"/>
              <a:gd name="connsiteY165" fmla="*/ 4010401 h 6858000"/>
              <a:gd name="connsiteX166" fmla="*/ 1310106 w 7467600"/>
              <a:gd name="connsiteY166" fmla="*/ 3943217 h 6858000"/>
              <a:gd name="connsiteX167" fmla="*/ 1423113 w 7467600"/>
              <a:gd name="connsiteY167" fmla="*/ 3874565 h 6858000"/>
              <a:gd name="connsiteX168" fmla="*/ 1260565 w 7467600"/>
              <a:gd name="connsiteY168" fmla="*/ 4031982 h 6858000"/>
              <a:gd name="connsiteX169" fmla="*/ 901900 w 7467600"/>
              <a:gd name="connsiteY169" fmla="*/ 4421236 h 6858000"/>
              <a:gd name="connsiteX170" fmla="*/ 845044 w 7467600"/>
              <a:gd name="connsiteY170" fmla="*/ 4502436 h 6858000"/>
              <a:gd name="connsiteX171" fmla="*/ 685926 w 7467600"/>
              <a:gd name="connsiteY171" fmla="*/ 4703069 h 6858000"/>
              <a:gd name="connsiteX172" fmla="*/ 684248 w 7467600"/>
              <a:gd name="connsiteY172" fmla="*/ 4706721 h 6858000"/>
              <a:gd name="connsiteX173" fmla="*/ 1423113 w 7467600"/>
              <a:gd name="connsiteY173" fmla="*/ 3874565 h 6858000"/>
              <a:gd name="connsiteX174" fmla="*/ 3316479 w 7467600"/>
              <a:gd name="connsiteY174" fmla="*/ 3872136 h 6858000"/>
              <a:gd name="connsiteX175" fmla="*/ 3546806 w 7467600"/>
              <a:gd name="connsiteY175" fmla="*/ 4356139 h 6858000"/>
              <a:gd name="connsiteX176" fmla="*/ 3364433 w 7467600"/>
              <a:gd name="connsiteY176" fmla="*/ 3953121 h 6858000"/>
              <a:gd name="connsiteX177" fmla="*/ 3316479 w 7467600"/>
              <a:gd name="connsiteY177" fmla="*/ 3872136 h 6858000"/>
              <a:gd name="connsiteX178" fmla="*/ 3291335 w 7467600"/>
              <a:gd name="connsiteY178" fmla="*/ 3767420 h 6858000"/>
              <a:gd name="connsiteX179" fmla="*/ 3390805 w 7467600"/>
              <a:gd name="connsiteY179" fmla="*/ 3937163 h 6858000"/>
              <a:gd name="connsiteX180" fmla="*/ 3579062 w 7467600"/>
              <a:gd name="connsiteY180" fmla="*/ 4359040 h 6858000"/>
              <a:gd name="connsiteX181" fmla="*/ 3467355 w 7467600"/>
              <a:gd name="connsiteY181" fmla="*/ 3988130 h 6858000"/>
              <a:gd name="connsiteX182" fmla="*/ 3310753 w 7467600"/>
              <a:gd name="connsiteY182" fmla="*/ 3787140 h 6858000"/>
              <a:gd name="connsiteX183" fmla="*/ 3291335 w 7467600"/>
              <a:gd name="connsiteY183" fmla="*/ 3767420 h 6858000"/>
              <a:gd name="connsiteX184" fmla="*/ 1635889 w 7467600"/>
              <a:gd name="connsiteY184" fmla="*/ 3709494 h 6858000"/>
              <a:gd name="connsiteX185" fmla="*/ 1634800 w 7467600"/>
              <a:gd name="connsiteY185" fmla="*/ 3731111 h 6858000"/>
              <a:gd name="connsiteX186" fmla="*/ 1635889 w 7467600"/>
              <a:gd name="connsiteY186" fmla="*/ 3709494 h 6858000"/>
              <a:gd name="connsiteX187" fmla="*/ 1510397 w 7467600"/>
              <a:gd name="connsiteY187" fmla="*/ 3684705 h 6858000"/>
              <a:gd name="connsiteX188" fmla="*/ 1146550 w 7467600"/>
              <a:gd name="connsiteY188" fmla="*/ 3802012 h 6858000"/>
              <a:gd name="connsiteX189" fmla="*/ 698834 w 7467600"/>
              <a:gd name="connsiteY189" fmla="*/ 3952272 h 6858000"/>
              <a:gd name="connsiteX190" fmla="*/ 34256 w 7467600"/>
              <a:gd name="connsiteY190" fmla="*/ 4347603 h 6858000"/>
              <a:gd name="connsiteX191" fmla="*/ 527241 w 7467600"/>
              <a:gd name="connsiteY191" fmla="*/ 4065078 h 6858000"/>
              <a:gd name="connsiteX192" fmla="*/ 1510397 w 7467600"/>
              <a:gd name="connsiteY192" fmla="*/ 3684705 h 6858000"/>
              <a:gd name="connsiteX193" fmla="*/ 1313114 w 7467600"/>
              <a:gd name="connsiteY193" fmla="*/ 3655216 h 6858000"/>
              <a:gd name="connsiteX194" fmla="*/ 1109304 w 7467600"/>
              <a:gd name="connsiteY194" fmla="*/ 3669030 h 6858000"/>
              <a:gd name="connsiteX195" fmla="*/ 8129 w 7467600"/>
              <a:gd name="connsiteY195" fmla="*/ 4330519 h 6858000"/>
              <a:gd name="connsiteX196" fmla="*/ 687572 w 7467600"/>
              <a:gd name="connsiteY196" fmla="*/ 3925629 h 6858000"/>
              <a:gd name="connsiteX197" fmla="*/ 1138365 w 7467600"/>
              <a:gd name="connsiteY197" fmla="*/ 3774515 h 6858000"/>
              <a:gd name="connsiteX198" fmla="*/ 1505579 w 7467600"/>
              <a:gd name="connsiteY198" fmla="*/ 3655526 h 6858000"/>
              <a:gd name="connsiteX199" fmla="*/ 1313114 w 7467600"/>
              <a:gd name="connsiteY199" fmla="*/ 3655216 h 6858000"/>
              <a:gd name="connsiteX200" fmla="*/ 3655073 w 7467600"/>
              <a:gd name="connsiteY200" fmla="*/ 3650884 h 6858000"/>
              <a:gd name="connsiteX201" fmla="*/ 3989938 w 7467600"/>
              <a:gd name="connsiteY201" fmla="*/ 3991685 h 6858000"/>
              <a:gd name="connsiteX202" fmla="*/ 4393907 w 7467600"/>
              <a:gd name="connsiteY202" fmla="*/ 4261258 h 6858000"/>
              <a:gd name="connsiteX203" fmla="*/ 4648051 w 7467600"/>
              <a:gd name="connsiteY203" fmla="*/ 4374051 h 6858000"/>
              <a:gd name="connsiteX204" fmla="*/ 4383389 w 7467600"/>
              <a:gd name="connsiteY204" fmla="*/ 4184369 h 6858000"/>
              <a:gd name="connsiteX205" fmla="*/ 4165508 w 7467600"/>
              <a:gd name="connsiteY205" fmla="*/ 4035196 h 6858000"/>
              <a:gd name="connsiteX206" fmla="*/ 4068162 w 7467600"/>
              <a:gd name="connsiteY206" fmla="*/ 3953394 h 6858000"/>
              <a:gd name="connsiteX207" fmla="*/ 3981416 w 7467600"/>
              <a:gd name="connsiteY207" fmla="*/ 3880482 h 6858000"/>
              <a:gd name="connsiteX208" fmla="*/ 3800147 w 7467600"/>
              <a:gd name="connsiteY208" fmla="*/ 3749872 h 6858000"/>
              <a:gd name="connsiteX209" fmla="*/ 3655073 w 7467600"/>
              <a:gd name="connsiteY209" fmla="*/ 3650884 h 6858000"/>
              <a:gd name="connsiteX210" fmla="*/ 3670252 w 7467600"/>
              <a:gd name="connsiteY210" fmla="*/ 3622798 h 6858000"/>
              <a:gd name="connsiteX211" fmla="*/ 3817258 w 7467600"/>
              <a:gd name="connsiteY211" fmla="*/ 3723577 h 6858000"/>
              <a:gd name="connsiteX212" fmla="*/ 4000461 w 7467600"/>
              <a:gd name="connsiteY212" fmla="*/ 3855966 h 6858000"/>
              <a:gd name="connsiteX213" fmla="*/ 4088180 w 7467600"/>
              <a:gd name="connsiteY213" fmla="*/ 3929774 h 6858000"/>
              <a:gd name="connsiteX214" fmla="*/ 4184555 w 7467600"/>
              <a:gd name="connsiteY214" fmla="*/ 4010683 h 6858000"/>
              <a:gd name="connsiteX215" fmla="*/ 4399563 w 7467600"/>
              <a:gd name="connsiteY215" fmla="*/ 4158106 h 6858000"/>
              <a:gd name="connsiteX216" fmla="*/ 4684469 w 7467600"/>
              <a:gd name="connsiteY216" fmla="*/ 4364680 h 6858000"/>
              <a:gd name="connsiteX217" fmla="*/ 4690271 w 7467600"/>
              <a:gd name="connsiteY217" fmla="*/ 4370034 h 6858000"/>
              <a:gd name="connsiteX218" fmla="*/ 4136093 w 7467600"/>
              <a:gd name="connsiteY218" fmla="*/ 3858466 h 6858000"/>
              <a:gd name="connsiteX219" fmla="*/ 3670252 w 7467600"/>
              <a:gd name="connsiteY219" fmla="*/ 3622798 h 6858000"/>
              <a:gd name="connsiteX220" fmla="*/ 4440129 w 7467600"/>
              <a:gd name="connsiteY220" fmla="*/ 3448571 h 6858000"/>
              <a:gd name="connsiteX221" fmla="*/ 4856525 w 7467600"/>
              <a:gd name="connsiteY221" fmla="*/ 3915351 h 6858000"/>
              <a:gd name="connsiteX222" fmla="*/ 5059055 w 7467600"/>
              <a:gd name="connsiteY222" fmla="*/ 4108918 h 6858000"/>
              <a:gd name="connsiteX223" fmla="*/ 5290070 w 7467600"/>
              <a:gd name="connsiteY223" fmla="*/ 4263619 h 6858000"/>
              <a:gd name="connsiteX224" fmla="*/ 4834991 w 7467600"/>
              <a:gd name="connsiteY224" fmla="*/ 3830985 h 6858000"/>
              <a:gd name="connsiteX225" fmla="*/ 4440129 w 7467600"/>
              <a:gd name="connsiteY225" fmla="*/ 3448571 h 6858000"/>
              <a:gd name="connsiteX226" fmla="*/ 4441737 w 7467600"/>
              <a:gd name="connsiteY226" fmla="*/ 3399734 h 6858000"/>
              <a:gd name="connsiteX227" fmla="*/ 4431236 w 7467600"/>
              <a:gd name="connsiteY227" fmla="*/ 3400954 h 6858000"/>
              <a:gd name="connsiteX228" fmla="*/ 4557150 w 7467600"/>
              <a:gd name="connsiteY228" fmla="*/ 3510023 h 6858000"/>
              <a:gd name="connsiteX229" fmla="*/ 4856936 w 7467600"/>
              <a:gd name="connsiteY229" fmla="*/ 3809146 h 6858000"/>
              <a:gd name="connsiteX230" fmla="*/ 5111996 w 7467600"/>
              <a:gd name="connsiteY230" fmla="*/ 4065759 h 6858000"/>
              <a:gd name="connsiteX231" fmla="*/ 5388878 w 7467600"/>
              <a:gd name="connsiteY231" fmla="*/ 4300185 h 6858000"/>
              <a:gd name="connsiteX232" fmla="*/ 5425556 w 7467600"/>
              <a:gd name="connsiteY232" fmla="*/ 4308967 h 6858000"/>
              <a:gd name="connsiteX233" fmla="*/ 4943646 w 7467600"/>
              <a:gd name="connsiteY233" fmla="*/ 3822916 h 6858000"/>
              <a:gd name="connsiteX234" fmla="*/ 4594837 w 7467600"/>
              <a:gd name="connsiteY234" fmla="*/ 3532274 h 6858000"/>
              <a:gd name="connsiteX235" fmla="*/ 4441737 w 7467600"/>
              <a:gd name="connsiteY235" fmla="*/ 3399734 h 6858000"/>
              <a:gd name="connsiteX236" fmla="*/ 5425834 w 7467600"/>
              <a:gd name="connsiteY236" fmla="*/ 3162785 h 6858000"/>
              <a:gd name="connsiteX237" fmla="*/ 5401644 w 7467600"/>
              <a:gd name="connsiteY237" fmla="*/ 3617847 h 6858000"/>
              <a:gd name="connsiteX238" fmla="*/ 5467256 w 7467600"/>
              <a:gd name="connsiteY238" fmla="*/ 4175494 h 6858000"/>
              <a:gd name="connsiteX239" fmla="*/ 5448069 w 7467600"/>
              <a:gd name="connsiteY239" fmla="*/ 3567554 h 6858000"/>
              <a:gd name="connsiteX240" fmla="*/ 5425834 w 7467600"/>
              <a:gd name="connsiteY240" fmla="*/ 3162785 h 6858000"/>
              <a:gd name="connsiteX241" fmla="*/ 1318687 w 7467600"/>
              <a:gd name="connsiteY241" fmla="*/ 3113840 h 6858000"/>
              <a:gd name="connsiteX242" fmla="*/ 1066793 w 7467600"/>
              <a:gd name="connsiteY242" fmla="*/ 3212171 h 6858000"/>
              <a:gd name="connsiteX243" fmla="*/ 993319 w 7467600"/>
              <a:gd name="connsiteY243" fmla="*/ 3247648 h 6858000"/>
              <a:gd name="connsiteX244" fmla="*/ 853081 w 7467600"/>
              <a:gd name="connsiteY244" fmla="*/ 3312410 h 6858000"/>
              <a:gd name="connsiteX245" fmla="*/ 805957 w 7467600"/>
              <a:gd name="connsiteY245" fmla="*/ 3330443 h 6858000"/>
              <a:gd name="connsiteX246" fmla="*/ 1318687 w 7467600"/>
              <a:gd name="connsiteY246" fmla="*/ 3113840 h 6858000"/>
              <a:gd name="connsiteX247" fmla="*/ 5453702 w 7467600"/>
              <a:gd name="connsiteY247" fmla="*/ 3090882 h 6858000"/>
              <a:gd name="connsiteX248" fmla="*/ 5480135 w 7467600"/>
              <a:gd name="connsiteY248" fmla="*/ 3565802 h 6858000"/>
              <a:gd name="connsiteX249" fmla="*/ 5499023 w 7467600"/>
              <a:gd name="connsiteY249" fmla="*/ 4166310 h 6858000"/>
              <a:gd name="connsiteX250" fmla="*/ 5547022 w 7467600"/>
              <a:gd name="connsiteY250" fmla="*/ 3607838 h 6858000"/>
              <a:gd name="connsiteX251" fmla="*/ 5515964 w 7467600"/>
              <a:gd name="connsiteY251" fmla="*/ 3378541 h 6858000"/>
              <a:gd name="connsiteX252" fmla="*/ 5453702 w 7467600"/>
              <a:gd name="connsiteY252" fmla="*/ 3090882 h 6858000"/>
              <a:gd name="connsiteX253" fmla="*/ 1238695 w 7467600"/>
              <a:gd name="connsiteY253" fmla="*/ 3076820 h 6858000"/>
              <a:gd name="connsiteX254" fmla="*/ 716371 w 7467600"/>
              <a:gd name="connsiteY254" fmla="*/ 3293249 h 6858000"/>
              <a:gd name="connsiteX255" fmla="*/ 579522 w 7467600"/>
              <a:gd name="connsiteY255" fmla="*/ 3371759 h 6858000"/>
              <a:gd name="connsiteX256" fmla="*/ 600288 w 7467600"/>
              <a:gd name="connsiteY256" fmla="*/ 3365555 h 6858000"/>
              <a:gd name="connsiteX257" fmla="*/ 840692 w 7467600"/>
              <a:gd name="connsiteY257" fmla="*/ 3284921 h 6858000"/>
              <a:gd name="connsiteX258" fmla="*/ 979248 w 7467600"/>
              <a:gd name="connsiteY258" fmla="*/ 3221003 h 6858000"/>
              <a:gd name="connsiteX259" fmla="*/ 1053282 w 7467600"/>
              <a:gd name="connsiteY259" fmla="*/ 3185247 h 6858000"/>
              <a:gd name="connsiteX260" fmla="*/ 1320603 w 7467600"/>
              <a:gd name="connsiteY260" fmla="*/ 3081281 h 6858000"/>
              <a:gd name="connsiteX261" fmla="*/ 1238695 w 7467600"/>
              <a:gd name="connsiteY261" fmla="*/ 3076820 h 6858000"/>
              <a:gd name="connsiteX262" fmla="*/ 5425627 w 7467600"/>
              <a:gd name="connsiteY262" fmla="*/ 2954192 h 6858000"/>
              <a:gd name="connsiteX263" fmla="*/ 5470770 w 7467600"/>
              <a:gd name="connsiteY263" fmla="*/ 3005435 h 6858000"/>
              <a:gd name="connsiteX264" fmla="*/ 5519779 w 7467600"/>
              <a:gd name="connsiteY264" fmla="*/ 4359223 h 6858000"/>
              <a:gd name="connsiteX265" fmla="*/ 5520293 w 7467600"/>
              <a:gd name="connsiteY265" fmla="*/ 4360602 h 6858000"/>
              <a:gd name="connsiteX266" fmla="*/ 5767221 w 7467600"/>
              <a:gd name="connsiteY266" fmla="*/ 4665564 h 6858000"/>
              <a:gd name="connsiteX267" fmla="*/ 6937169 w 7467600"/>
              <a:gd name="connsiteY267" fmla="*/ 4815941 h 6858000"/>
              <a:gd name="connsiteX268" fmla="*/ 6953922 w 7467600"/>
              <a:gd name="connsiteY268" fmla="*/ 4890068 h 6858000"/>
              <a:gd name="connsiteX269" fmla="*/ 6071359 w 7467600"/>
              <a:gd name="connsiteY269" fmla="*/ 4770770 h 6858000"/>
              <a:gd name="connsiteX270" fmla="*/ 6038839 w 7467600"/>
              <a:gd name="connsiteY270" fmla="*/ 4764474 h 6858000"/>
              <a:gd name="connsiteX271" fmla="*/ 6038706 w 7467600"/>
              <a:gd name="connsiteY271" fmla="*/ 4763847 h 6858000"/>
              <a:gd name="connsiteX272" fmla="*/ 6037784 w 7467600"/>
              <a:gd name="connsiteY272" fmla="*/ 4764270 h 6858000"/>
              <a:gd name="connsiteX273" fmla="*/ 6038839 w 7467600"/>
              <a:gd name="connsiteY273" fmla="*/ 4764474 h 6858000"/>
              <a:gd name="connsiteX274" fmla="*/ 6040338 w 7467600"/>
              <a:gd name="connsiteY274" fmla="*/ 4771418 h 6858000"/>
              <a:gd name="connsiteX275" fmla="*/ 6024488 w 7467600"/>
              <a:gd name="connsiteY275" fmla="*/ 4809903 h 6858000"/>
              <a:gd name="connsiteX276" fmla="*/ 5599771 w 7467600"/>
              <a:gd name="connsiteY276" fmla="*/ 5509652 h 6858000"/>
              <a:gd name="connsiteX277" fmla="*/ 5548843 w 7467600"/>
              <a:gd name="connsiteY277" fmla="*/ 5563845 h 6858000"/>
              <a:gd name="connsiteX278" fmla="*/ 5940952 w 7467600"/>
              <a:gd name="connsiteY278" fmla="*/ 6250028 h 6858000"/>
              <a:gd name="connsiteX279" fmla="*/ 6043441 w 7467600"/>
              <a:gd name="connsiteY279" fmla="*/ 6665847 h 6858000"/>
              <a:gd name="connsiteX280" fmla="*/ 6093432 w 7467600"/>
              <a:gd name="connsiteY280" fmla="*/ 6858000 h 6858000"/>
              <a:gd name="connsiteX281" fmla="*/ 6034344 w 7467600"/>
              <a:gd name="connsiteY281" fmla="*/ 6858000 h 6858000"/>
              <a:gd name="connsiteX282" fmla="*/ 6026679 w 7467600"/>
              <a:gd name="connsiteY282" fmla="*/ 6836959 h 6858000"/>
              <a:gd name="connsiteX283" fmla="*/ 5800441 w 7467600"/>
              <a:gd name="connsiteY283" fmla="*/ 6335286 h 6858000"/>
              <a:gd name="connsiteX284" fmla="*/ 5526562 w 7467600"/>
              <a:gd name="connsiteY284" fmla="*/ 5705388 h 6858000"/>
              <a:gd name="connsiteX285" fmla="*/ 5519640 w 7467600"/>
              <a:gd name="connsiteY285" fmla="*/ 5683774 h 6858000"/>
              <a:gd name="connsiteX286" fmla="*/ 5844559 w 7467600"/>
              <a:gd name="connsiteY286" fmla="*/ 6553349 h 6858000"/>
              <a:gd name="connsiteX287" fmla="*/ 5975994 w 7467600"/>
              <a:gd name="connsiteY287" fmla="*/ 6858000 h 6858000"/>
              <a:gd name="connsiteX288" fmla="*/ 5898547 w 7467600"/>
              <a:gd name="connsiteY288" fmla="*/ 6858000 h 6858000"/>
              <a:gd name="connsiteX289" fmla="*/ 5682041 w 7467600"/>
              <a:gd name="connsiteY289" fmla="*/ 6355860 h 6858000"/>
              <a:gd name="connsiteX290" fmla="*/ 5461758 w 7467600"/>
              <a:gd name="connsiteY290" fmla="*/ 5820220 h 6858000"/>
              <a:gd name="connsiteX291" fmla="*/ 5237282 w 7467600"/>
              <a:gd name="connsiteY291" fmla="*/ 6579086 h 6858000"/>
              <a:gd name="connsiteX292" fmla="*/ 5115009 w 7467600"/>
              <a:gd name="connsiteY292" fmla="*/ 6858000 h 6858000"/>
              <a:gd name="connsiteX293" fmla="*/ 5028074 w 7467600"/>
              <a:gd name="connsiteY293" fmla="*/ 6858000 h 6858000"/>
              <a:gd name="connsiteX294" fmla="*/ 5079508 w 7467600"/>
              <a:gd name="connsiteY294" fmla="*/ 6749074 h 6858000"/>
              <a:gd name="connsiteX295" fmla="*/ 5371846 w 7467600"/>
              <a:gd name="connsiteY295" fmla="*/ 5924413 h 6858000"/>
              <a:gd name="connsiteX296" fmla="*/ 5270512 w 7467600"/>
              <a:gd name="connsiteY296" fmla="*/ 6138975 h 6858000"/>
              <a:gd name="connsiteX297" fmla="*/ 5062409 w 7467600"/>
              <a:gd name="connsiteY297" fmla="*/ 6653544 h 6858000"/>
              <a:gd name="connsiteX298" fmla="*/ 5036628 w 7467600"/>
              <a:gd name="connsiteY298" fmla="*/ 6754247 h 6858000"/>
              <a:gd name="connsiteX299" fmla="*/ 5009112 w 7467600"/>
              <a:gd name="connsiteY299" fmla="*/ 6858000 h 6858000"/>
              <a:gd name="connsiteX300" fmla="*/ 4976679 w 7467600"/>
              <a:gd name="connsiteY300" fmla="*/ 6858000 h 6858000"/>
              <a:gd name="connsiteX301" fmla="*/ 5006537 w 7467600"/>
              <a:gd name="connsiteY301" fmla="*/ 6747068 h 6858000"/>
              <a:gd name="connsiteX302" fmla="*/ 5032723 w 7467600"/>
              <a:gd name="connsiteY302" fmla="*/ 6644957 h 6858000"/>
              <a:gd name="connsiteX303" fmla="*/ 5242949 w 7467600"/>
              <a:gd name="connsiteY303" fmla="*/ 6125175 h 6858000"/>
              <a:gd name="connsiteX304" fmla="*/ 5286321 w 7467600"/>
              <a:gd name="connsiteY304" fmla="*/ 6033555 h 6858000"/>
              <a:gd name="connsiteX305" fmla="*/ 5008210 w 7467600"/>
              <a:gd name="connsiteY305" fmla="*/ 6649194 h 6858000"/>
              <a:gd name="connsiteX306" fmla="*/ 4986321 w 7467600"/>
              <a:gd name="connsiteY306" fmla="*/ 6765687 h 6858000"/>
              <a:gd name="connsiteX307" fmla="*/ 4973474 w 7467600"/>
              <a:gd name="connsiteY307" fmla="*/ 6858000 h 6858000"/>
              <a:gd name="connsiteX308" fmla="*/ 4907178 w 7467600"/>
              <a:gd name="connsiteY308" fmla="*/ 6858000 h 6858000"/>
              <a:gd name="connsiteX309" fmla="*/ 4910810 w 7467600"/>
              <a:gd name="connsiteY309" fmla="*/ 6829660 h 6858000"/>
              <a:gd name="connsiteX310" fmla="*/ 4987461 w 7467600"/>
              <a:gd name="connsiteY310" fmla="*/ 6432994 h 6858000"/>
              <a:gd name="connsiteX311" fmla="*/ 5179262 w 7467600"/>
              <a:gd name="connsiteY311" fmla="*/ 6035044 h 6858000"/>
              <a:gd name="connsiteX312" fmla="*/ 4689678 w 7467600"/>
              <a:gd name="connsiteY312" fmla="*/ 6440241 h 6858000"/>
              <a:gd name="connsiteX313" fmla="*/ 4477543 w 7467600"/>
              <a:gd name="connsiteY313" fmla="*/ 6674836 h 6858000"/>
              <a:gd name="connsiteX314" fmla="*/ 4329957 w 7467600"/>
              <a:gd name="connsiteY314" fmla="*/ 6858000 h 6858000"/>
              <a:gd name="connsiteX315" fmla="*/ 4218595 w 7467600"/>
              <a:gd name="connsiteY315" fmla="*/ 6858000 h 6858000"/>
              <a:gd name="connsiteX316" fmla="*/ 4368888 w 7467600"/>
              <a:gd name="connsiteY316" fmla="*/ 6668412 h 6858000"/>
              <a:gd name="connsiteX317" fmla="*/ 4563091 w 7467600"/>
              <a:gd name="connsiteY317" fmla="*/ 6442508 h 6858000"/>
              <a:gd name="connsiteX318" fmla="*/ 5387324 w 7467600"/>
              <a:gd name="connsiteY318" fmla="*/ 5705830 h 6858000"/>
              <a:gd name="connsiteX319" fmla="*/ 5073620 w 7467600"/>
              <a:gd name="connsiteY319" fmla="*/ 5955437 h 6858000"/>
              <a:gd name="connsiteX320" fmla="*/ 4689789 w 7467600"/>
              <a:gd name="connsiteY320" fmla="*/ 6268382 h 6858000"/>
              <a:gd name="connsiteX321" fmla="*/ 4418722 w 7467600"/>
              <a:gd name="connsiteY321" fmla="*/ 6570886 h 6858000"/>
              <a:gd name="connsiteX322" fmla="*/ 4214944 w 7467600"/>
              <a:gd name="connsiteY322" fmla="*/ 6858000 h 6858000"/>
              <a:gd name="connsiteX323" fmla="*/ 4177898 w 7467600"/>
              <a:gd name="connsiteY323" fmla="*/ 6858000 h 6858000"/>
              <a:gd name="connsiteX324" fmla="*/ 4391597 w 7467600"/>
              <a:gd name="connsiteY324" fmla="*/ 6556370 h 6858000"/>
              <a:gd name="connsiteX325" fmla="*/ 4668889 w 7467600"/>
              <a:gd name="connsiteY325" fmla="*/ 6246399 h 6858000"/>
              <a:gd name="connsiteX326" fmla="*/ 5055427 w 7467600"/>
              <a:gd name="connsiteY326" fmla="*/ 5931476 h 6858000"/>
              <a:gd name="connsiteX327" fmla="*/ 5371814 w 7467600"/>
              <a:gd name="connsiteY327" fmla="*/ 5678975 h 6858000"/>
              <a:gd name="connsiteX328" fmla="*/ 4987918 w 7467600"/>
              <a:gd name="connsiteY328" fmla="*/ 5838701 h 6858000"/>
              <a:gd name="connsiteX329" fmla="*/ 4317146 w 7467600"/>
              <a:gd name="connsiteY329" fmla="*/ 6587716 h 6858000"/>
              <a:gd name="connsiteX330" fmla="*/ 4171627 w 7467600"/>
              <a:gd name="connsiteY330" fmla="*/ 6858000 h 6858000"/>
              <a:gd name="connsiteX331" fmla="*/ 4081585 w 7467600"/>
              <a:gd name="connsiteY331" fmla="*/ 6858000 h 6858000"/>
              <a:gd name="connsiteX332" fmla="*/ 4238603 w 7467600"/>
              <a:gd name="connsiteY332" fmla="*/ 6559341 h 6858000"/>
              <a:gd name="connsiteX333" fmla="*/ 4778333 w 7467600"/>
              <a:gd name="connsiteY333" fmla="*/ 5873626 h 6858000"/>
              <a:gd name="connsiteX334" fmla="*/ 5414185 w 7467600"/>
              <a:gd name="connsiteY334" fmla="*/ 5573882 h 6858000"/>
              <a:gd name="connsiteX335" fmla="*/ 5959648 w 7467600"/>
              <a:gd name="connsiteY335" fmla="*/ 4760797 h 6858000"/>
              <a:gd name="connsiteX336" fmla="*/ 5355019 w 7467600"/>
              <a:gd name="connsiteY336" fmla="*/ 4734672 h 6858000"/>
              <a:gd name="connsiteX337" fmla="*/ 5083565 w 7467600"/>
              <a:gd name="connsiteY337" fmla="*/ 5179121 h 6858000"/>
              <a:gd name="connsiteX338" fmla="*/ 4713577 w 7467600"/>
              <a:gd name="connsiteY338" fmla="*/ 5616803 h 6858000"/>
              <a:gd name="connsiteX339" fmla="*/ 3989559 w 7467600"/>
              <a:gd name="connsiteY339" fmla="*/ 6145945 h 6858000"/>
              <a:gd name="connsiteX340" fmla="*/ 3939824 w 7467600"/>
              <a:gd name="connsiteY340" fmla="*/ 6066900 h 6858000"/>
              <a:gd name="connsiteX341" fmla="*/ 4584537 w 7467600"/>
              <a:gd name="connsiteY341" fmla="*/ 5324826 h 6858000"/>
              <a:gd name="connsiteX342" fmla="*/ 5037105 w 7467600"/>
              <a:gd name="connsiteY342" fmla="*/ 5088765 h 6858000"/>
              <a:gd name="connsiteX343" fmla="*/ 5039930 w 7467600"/>
              <a:gd name="connsiteY343" fmla="*/ 5089585 h 6858000"/>
              <a:gd name="connsiteX344" fmla="*/ 5263764 w 7467600"/>
              <a:gd name="connsiteY344" fmla="*/ 4735525 h 6858000"/>
              <a:gd name="connsiteX345" fmla="*/ 4086300 w 7467600"/>
              <a:gd name="connsiteY345" fmla="*/ 4884599 h 6858000"/>
              <a:gd name="connsiteX346" fmla="*/ 4085485 w 7467600"/>
              <a:gd name="connsiteY346" fmla="*/ 4899070 h 6858000"/>
              <a:gd name="connsiteX347" fmla="*/ 3871915 w 7467600"/>
              <a:gd name="connsiteY347" fmla="*/ 5253645 h 6858000"/>
              <a:gd name="connsiteX348" fmla="*/ 3799374 w 7467600"/>
              <a:gd name="connsiteY348" fmla="*/ 5466127 h 6858000"/>
              <a:gd name="connsiteX349" fmla="*/ 3498850 w 7467600"/>
              <a:gd name="connsiteY349" fmla="*/ 6661888 h 6858000"/>
              <a:gd name="connsiteX350" fmla="*/ 3399216 w 7467600"/>
              <a:gd name="connsiteY350" fmla="*/ 6858000 h 6858000"/>
              <a:gd name="connsiteX351" fmla="*/ 3303688 w 7467600"/>
              <a:gd name="connsiteY351" fmla="*/ 6858000 h 6858000"/>
              <a:gd name="connsiteX352" fmla="*/ 3391774 w 7467600"/>
              <a:gd name="connsiteY352" fmla="*/ 6697181 h 6858000"/>
              <a:gd name="connsiteX353" fmla="*/ 3735540 w 7467600"/>
              <a:gd name="connsiteY353" fmla="*/ 5546923 h 6858000"/>
              <a:gd name="connsiteX354" fmla="*/ 3729438 w 7467600"/>
              <a:gd name="connsiteY354" fmla="*/ 5569058 h 6858000"/>
              <a:gd name="connsiteX355" fmla="*/ 3707782 w 7467600"/>
              <a:gd name="connsiteY355" fmla="*/ 5644908 h 6858000"/>
              <a:gd name="connsiteX356" fmla="*/ 3583827 w 7467600"/>
              <a:gd name="connsiteY356" fmla="*/ 6039215 h 6858000"/>
              <a:gd name="connsiteX357" fmla="*/ 3547861 w 7467600"/>
              <a:gd name="connsiteY357" fmla="*/ 6129609 h 6858000"/>
              <a:gd name="connsiteX358" fmla="*/ 3490905 w 7467600"/>
              <a:gd name="connsiteY358" fmla="*/ 6277660 h 6858000"/>
              <a:gd name="connsiteX359" fmla="*/ 3455859 w 7467600"/>
              <a:gd name="connsiteY359" fmla="*/ 6391301 h 6858000"/>
              <a:gd name="connsiteX360" fmla="*/ 3429112 w 7467600"/>
              <a:gd name="connsiteY360" fmla="*/ 6479469 h 6858000"/>
              <a:gd name="connsiteX361" fmla="*/ 3304862 w 7467600"/>
              <a:gd name="connsiteY361" fmla="*/ 6796476 h 6858000"/>
              <a:gd name="connsiteX362" fmla="*/ 3276071 w 7467600"/>
              <a:gd name="connsiteY362" fmla="*/ 6858000 h 6858000"/>
              <a:gd name="connsiteX363" fmla="*/ 3240805 w 7467600"/>
              <a:gd name="connsiteY363" fmla="*/ 6858000 h 6858000"/>
              <a:gd name="connsiteX364" fmla="*/ 3275917 w 7467600"/>
              <a:gd name="connsiteY364" fmla="*/ 6783192 h 6858000"/>
              <a:gd name="connsiteX365" fmla="*/ 3399358 w 7467600"/>
              <a:gd name="connsiteY365" fmla="*/ 6469011 h 6858000"/>
              <a:gd name="connsiteX366" fmla="*/ 3425650 w 7467600"/>
              <a:gd name="connsiteY366" fmla="*/ 6381333 h 6858000"/>
              <a:gd name="connsiteX367" fmla="*/ 3460661 w 7467600"/>
              <a:gd name="connsiteY367" fmla="*/ 6266763 h 6858000"/>
              <a:gd name="connsiteX368" fmla="*/ 3518021 w 7467600"/>
              <a:gd name="connsiteY368" fmla="*/ 6117298 h 6858000"/>
              <a:gd name="connsiteX369" fmla="*/ 3554035 w 7467600"/>
              <a:gd name="connsiteY369" fmla="*/ 6027832 h 6858000"/>
              <a:gd name="connsiteX370" fmla="*/ 3677174 w 7467600"/>
              <a:gd name="connsiteY370" fmla="*/ 5636351 h 6858000"/>
              <a:gd name="connsiteX371" fmla="*/ 3698819 w 7467600"/>
              <a:gd name="connsiteY371" fmla="*/ 5560503 h 6858000"/>
              <a:gd name="connsiteX372" fmla="*/ 3702094 w 7467600"/>
              <a:gd name="connsiteY372" fmla="*/ 5549194 h 6858000"/>
              <a:gd name="connsiteX373" fmla="*/ 3398355 w 7467600"/>
              <a:gd name="connsiteY373" fmla="*/ 6094603 h 6858000"/>
              <a:gd name="connsiteX374" fmla="*/ 3193941 w 7467600"/>
              <a:gd name="connsiteY374" fmla="*/ 6798775 h 6858000"/>
              <a:gd name="connsiteX375" fmla="*/ 3184140 w 7467600"/>
              <a:gd name="connsiteY375" fmla="*/ 6858000 h 6858000"/>
              <a:gd name="connsiteX376" fmla="*/ 3099978 w 7467600"/>
              <a:gd name="connsiteY376" fmla="*/ 6858000 h 6858000"/>
              <a:gd name="connsiteX377" fmla="*/ 3101556 w 7467600"/>
              <a:gd name="connsiteY377" fmla="*/ 6843337 h 6858000"/>
              <a:gd name="connsiteX378" fmla="*/ 3370162 w 7467600"/>
              <a:gd name="connsiteY378" fmla="*/ 5785550 h 6858000"/>
              <a:gd name="connsiteX379" fmla="*/ 3746477 w 7467600"/>
              <a:gd name="connsiteY379" fmla="*/ 5377889 h 6858000"/>
              <a:gd name="connsiteX380" fmla="*/ 3863399 w 7467600"/>
              <a:gd name="connsiteY380" fmla="*/ 5087257 h 6858000"/>
              <a:gd name="connsiteX381" fmla="*/ 3968712 w 7467600"/>
              <a:gd name="connsiteY381" fmla="*/ 4913989 h 6858000"/>
              <a:gd name="connsiteX382" fmla="*/ 2792390 w 7467600"/>
              <a:gd name="connsiteY382" fmla="*/ 5382974 h 6858000"/>
              <a:gd name="connsiteX383" fmla="*/ 2714982 w 7467600"/>
              <a:gd name="connsiteY383" fmla="*/ 5427051 h 6858000"/>
              <a:gd name="connsiteX384" fmla="*/ 2813361 w 7467600"/>
              <a:gd name="connsiteY384" fmla="*/ 6023912 h 6858000"/>
              <a:gd name="connsiteX385" fmla="*/ 2688430 w 7467600"/>
              <a:gd name="connsiteY385" fmla="*/ 6801564 h 6858000"/>
              <a:gd name="connsiteX386" fmla="*/ 2629626 w 7467600"/>
              <a:gd name="connsiteY386" fmla="*/ 6763394 h 6858000"/>
              <a:gd name="connsiteX387" fmla="*/ 2565328 w 7467600"/>
              <a:gd name="connsiteY387" fmla="*/ 5516399 h 6858000"/>
              <a:gd name="connsiteX388" fmla="*/ 1922999 w 7467600"/>
              <a:gd name="connsiteY388" fmla="*/ 5980343 h 6858000"/>
              <a:gd name="connsiteX389" fmla="*/ 1950261 w 7467600"/>
              <a:gd name="connsiteY389" fmla="*/ 6405858 h 6858000"/>
              <a:gd name="connsiteX390" fmla="*/ 2365554 w 7467600"/>
              <a:gd name="connsiteY390" fmla="*/ 6759107 h 6858000"/>
              <a:gd name="connsiteX391" fmla="*/ 2424142 w 7467600"/>
              <a:gd name="connsiteY391" fmla="*/ 6858000 h 6858000"/>
              <a:gd name="connsiteX392" fmla="*/ 2395994 w 7467600"/>
              <a:gd name="connsiteY392" fmla="*/ 6858000 h 6858000"/>
              <a:gd name="connsiteX393" fmla="*/ 2392863 w 7467600"/>
              <a:gd name="connsiteY393" fmla="*/ 6852964 h 6858000"/>
              <a:gd name="connsiteX394" fmla="*/ 2017589 w 7467600"/>
              <a:gd name="connsiteY394" fmla="*/ 6493982 h 6858000"/>
              <a:gd name="connsiteX395" fmla="*/ 2147336 w 7467600"/>
              <a:gd name="connsiteY395" fmla="*/ 6594052 h 6858000"/>
              <a:gd name="connsiteX396" fmla="*/ 2207047 w 7467600"/>
              <a:gd name="connsiteY396" fmla="*/ 6654540 h 6858000"/>
              <a:gd name="connsiteX397" fmla="*/ 2299106 w 7467600"/>
              <a:gd name="connsiteY397" fmla="*/ 6778931 h 6858000"/>
              <a:gd name="connsiteX398" fmla="*/ 2314430 w 7467600"/>
              <a:gd name="connsiteY398" fmla="*/ 6801144 h 6858000"/>
              <a:gd name="connsiteX399" fmla="*/ 2352406 w 7467600"/>
              <a:gd name="connsiteY399" fmla="*/ 6858000 h 6858000"/>
              <a:gd name="connsiteX400" fmla="*/ 2314492 w 7467600"/>
              <a:gd name="connsiteY400" fmla="*/ 6858000 h 6858000"/>
              <a:gd name="connsiteX401" fmla="*/ 2288095 w 7467600"/>
              <a:gd name="connsiteY401" fmla="*/ 6818030 h 6858000"/>
              <a:gd name="connsiteX402" fmla="*/ 2272768 w 7467600"/>
              <a:gd name="connsiteY402" fmla="*/ 6795822 h 6858000"/>
              <a:gd name="connsiteX403" fmla="*/ 2182715 w 7467600"/>
              <a:gd name="connsiteY403" fmla="*/ 6675071 h 6858000"/>
              <a:gd name="connsiteX404" fmla="*/ 2032061 w 7467600"/>
              <a:gd name="connsiteY404" fmla="*/ 6541380 h 6858000"/>
              <a:gd name="connsiteX405" fmla="*/ 2257220 w 7467600"/>
              <a:gd name="connsiteY405" fmla="*/ 6826257 h 6858000"/>
              <a:gd name="connsiteX406" fmla="*/ 2281324 w 7467600"/>
              <a:gd name="connsiteY406" fmla="*/ 6858000 h 6858000"/>
              <a:gd name="connsiteX407" fmla="*/ 2242860 w 7467600"/>
              <a:gd name="connsiteY407" fmla="*/ 6858000 h 6858000"/>
              <a:gd name="connsiteX408" fmla="*/ 2232818 w 7467600"/>
              <a:gd name="connsiteY408" fmla="*/ 6844926 h 6858000"/>
              <a:gd name="connsiteX409" fmla="*/ 1990172 w 7467600"/>
              <a:gd name="connsiteY409" fmla="*/ 6542121 h 6858000"/>
              <a:gd name="connsiteX410" fmla="*/ 2124090 w 7467600"/>
              <a:gd name="connsiteY410" fmla="*/ 6761017 h 6858000"/>
              <a:gd name="connsiteX411" fmla="*/ 2200380 w 7467600"/>
              <a:gd name="connsiteY411" fmla="*/ 6858000 h 6858000"/>
              <a:gd name="connsiteX412" fmla="*/ 2147507 w 7467600"/>
              <a:gd name="connsiteY412" fmla="*/ 6858000 h 6858000"/>
              <a:gd name="connsiteX413" fmla="*/ 2070668 w 7467600"/>
              <a:gd name="connsiteY413" fmla="*/ 6761520 h 6858000"/>
              <a:gd name="connsiteX414" fmla="*/ 1975142 w 7467600"/>
              <a:gd name="connsiteY414" fmla="*/ 6585570 h 6858000"/>
              <a:gd name="connsiteX415" fmla="*/ 2050035 w 7467600"/>
              <a:gd name="connsiteY415" fmla="*/ 6813345 h 6858000"/>
              <a:gd name="connsiteX416" fmla="*/ 2063025 w 7467600"/>
              <a:gd name="connsiteY416" fmla="*/ 6858000 h 6858000"/>
              <a:gd name="connsiteX417" fmla="*/ 2021675 w 7467600"/>
              <a:gd name="connsiteY417" fmla="*/ 6858000 h 6858000"/>
              <a:gd name="connsiteX418" fmla="*/ 2019308 w 7467600"/>
              <a:gd name="connsiteY418" fmla="*/ 6847118 h 6858000"/>
              <a:gd name="connsiteX419" fmla="*/ 1938835 w 7467600"/>
              <a:gd name="connsiteY419" fmla="*/ 6551160 h 6858000"/>
              <a:gd name="connsiteX420" fmla="*/ 1953230 w 7467600"/>
              <a:gd name="connsiteY420" fmla="*/ 6759699 h 6858000"/>
              <a:gd name="connsiteX421" fmla="*/ 1956763 w 7467600"/>
              <a:gd name="connsiteY421" fmla="*/ 6778191 h 6858000"/>
              <a:gd name="connsiteX422" fmla="*/ 1967925 w 7467600"/>
              <a:gd name="connsiteY422" fmla="*/ 6858000 h 6858000"/>
              <a:gd name="connsiteX423" fmla="*/ 1936622 w 7467600"/>
              <a:gd name="connsiteY423" fmla="*/ 6858000 h 6858000"/>
              <a:gd name="connsiteX424" fmla="*/ 1926261 w 7467600"/>
              <a:gd name="connsiteY424" fmla="*/ 6784064 h 6858000"/>
              <a:gd name="connsiteX425" fmla="*/ 1922724 w 7467600"/>
              <a:gd name="connsiteY425" fmla="*/ 6765577 h 6858000"/>
              <a:gd name="connsiteX426" fmla="*/ 1904650 w 7467600"/>
              <a:gd name="connsiteY426" fmla="*/ 6639616 h 6858000"/>
              <a:gd name="connsiteX427" fmla="*/ 1885273 w 7467600"/>
              <a:gd name="connsiteY427" fmla="*/ 6858000 h 6858000"/>
              <a:gd name="connsiteX428" fmla="*/ 1854363 w 7467600"/>
              <a:gd name="connsiteY428" fmla="*/ 6858000 h 6858000"/>
              <a:gd name="connsiteX429" fmla="*/ 1880391 w 7467600"/>
              <a:gd name="connsiteY429" fmla="*/ 6603796 h 6858000"/>
              <a:gd name="connsiteX430" fmla="*/ 1818273 w 7467600"/>
              <a:gd name="connsiteY430" fmla="*/ 6715729 h 6858000"/>
              <a:gd name="connsiteX431" fmla="*/ 1794691 w 7467600"/>
              <a:gd name="connsiteY431" fmla="*/ 6843239 h 6858000"/>
              <a:gd name="connsiteX432" fmla="*/ 1794914 w 7467600"/>
              <a:gd name="connsiteY432" fmla="*/ 6858000 h 6858000"/>
              <a:gd name="connsiteX433" fmla="*/ 1746128 w 7467600"/>
              <a:gd name="connsiteY433" fmla="*/ 6858000 h 6858000"/>
              <a:gd name="connsiteX434" fmla="*/ 1753934 w 7467600"/>
              <a:gd name="connsiteY434" fmla="*/ 6724796 h 6858000"/>
              <a:gd name="connsiteX435" fmla="*/ 1792053 w 7467600"/>
              <a:gd name="connsiteY435" fmla="*/ 6572396 h 6858000"/>
              <a:gd name="connsiteX436" fmla="*/ 1862248 w 7467600"/>
              <a:gd name="connsiteY436" fmla="*/ 6266397 h 6858000"/>
              <a:gd name="connsiteX437" fmla="*/ 1862250 w 7467600"/>
              <a:gd name="connsiteY437" fmla="*/ 6033531 h 6858000"/>
              <a:gd name="connsiteX438" fmla="*/ 1211999 w 7467600"/>
              <a:gd name="connsiteY438" fmla="*/ 6683610 h 6858000"/>
              <a:gd name="connsiteX439" fmla="*/ 1213266 w 7467600"/>
              <a:gd name="connsiteY439" fmla="*/ 6691947 h 6858000"/>
              <a:gd name="connsiteX440" fmla="*/ 1203370 w 7467600"/>
              <a:gd name="connsiteY440" fmla="*/ 6850676 h 6858000"/>
              <a:gd name="connsiteX441" fmla="*/ 1203671 w 7467600"/>
              <a:gd name="connsiteY441" fmla="*/ 6858000 h 6858000"/>
              <a:gd name="connsiteX442" fmla="*/ 1143180 w 7467600"/>
              <a:gd name="connsiteY442" fmla="*/ 6858000 h 6858000"/>
              <a:gd name="connsiteX443" fmla="*/ 1142176 w 7467600"/>
              <a:gd name="connsiteY443" fmla="*/ 6766045 h 6858000"/>
              <a:gd name="connsiteX444" fmla="*/ 1067484 w 7467600"/>
              <a:gd name="connsiteY444" fmla="*/ 6858000 h 6858000"/>
              <a:gd name="connsiteX445" fmla="*/ 953928 w 7467600"/>
              <a:gd name="connsiteY445" fmla="*/ 6858000 h 6858000"/>
              <a:gd name="connsiteX446" fmla="*/ 959715 w 7467600"/>
              <a:gd name="connsiteY446" fmla="*/ 6850185 h 6858000"/>
              <a:gd name="connsiteX447" fmla="*/ 1483788 w 7467600"/>
              <a:gd name="connsiteY447" fmla="*/ 6259174 h 6858000"/>
              <a:gd name="connsiteX448" fmla="*/ 1100671 w 7467600"/>
              <a:gd name="connsiteY448" fmla="*/ 6252137 h 6858000"/>
              <a:gd name="connsiteX449" fmla="*/ 1090144 w 7467600"/>
              <a:gd name="connsiteY449" fmla="*/ 6256748 h 6858000"/>
              <a:gd name="connsiteX450" fmla="*/ 1095872 w 7467600"/>
              <a:gd name="connsiteY450" fmla="*/ 6271892 h 6858000"/>
              <a:gd name="connsiteX451" fmla="*/ 262785 w 7467600"/>
              <a:gd name="connsiteY451" fmla="*/ 6845450 h 6858000"/>
              <a:gd name="connsiteX452" fmla="*/ 209968 w 7467600"/>
              <a:gd name="connsiteY452" fmla="*/ 6770713 h 6858000"/>
              <a:gd name="connsiteX453" fmla="*/ 873460 w 7467600"/>
              <a:gd name="connsiteY453" fmla="*/ 6253768 h 6858000"/>
              <a:gd name="connsiteX454" fmla="*/ 192686 w 7467600"/>
              <a:gd name="connsiteY454" fmla="*/ 5849257 h 6858000"/>
              <a:gd name="connsiteX455" fmla="*/ 4696 w 7467600"/>
              <a:gd name="connsiteY455" fmla="*/ 5697668 h 6858000"/>
              <a:gd name="connsiteX456" fmla="*/ 0 w 7467600"/>
              <a:gd name="connsiteY456" fmla="*/ 5689984 h 6858000"/>
              <a:gd name="connsiteX457" fmla="*/ 0 w 7467600"/>
              <a:gd name="connsiteY457" fmla="*/ 5513472 h 6858000"/>
              <a:gd name="connsiteX458" fmla="*/ 174101 w 7467600"/>
              <a:gd name="connsiteY458" fmla="*/ 5620277 h 6858000"/>
              <a:gd name="connsiteX459" fmla="*/ 891800 w 7467600"/>
              <a:gd name="connsiteY459" fmla="*/ 6036935 h 6858000"/>
              <a:gd name="connsiteX460" fmla="*/ 1072219 w 7467600"/>
              <a:gd name="connsiteY460" fmla="*/ 6169443 h 6858000"/>
              <a:gd name="connsiteX461" fmla="*/ 1074117 w 7467600"/>
              <a:gd name="connsiteY461" fmla="*/ 6170301 h 6858000"/>
              <a:gd name="connsiteX462" fmla="*/ 1083114 w 7467600"/>
              <a:gd name="connsiteY462" fmla="*/ 6174131 h 6858000"/>
              <a:gd name="connsiteX463" fmla="*/ 1543010 w 7467600"/>
              <a:gd name="connsiteY463" fmla="*/ 6191140 h 6858000"/>
              <a:gd name="connsiteX464" fmla="*/ 1551080 w 7467600"/>
              <a:gd name="connsiteY464" fmla="*/ 6195006 h 6858000"/>
              <a:gd name="connsiteX465" fmla="*/ 2345443 w 7467600"/>
              <a:gd name="connsiteY465" fmla="*/ 5549882 h 6858000"/>
              <a:gd name="connsiteX466" fmla="*/ 1721499 w 7467600"/>
              <a:gd name="connsiteY466" fmla="*/ 5599969 h 6858000"/>
              <a:gd name="connsiteX467" fmla="*/ 767716 w 7467600"/>
              <a:gd name="connsiteY467" fmla="*/ 5472768 h 6858000"/>
              <a:gd name="connsiteX468" fmla="*/ 722147 w 7467600"/>
              <a:gd name="connsiteY468" fmla="*/ 5393091 h 6858000"/>
              <a:gd name="connsiteX469" fmla="*/ 1485552 w 7467600"/>
              <a:gd name="connsiteY469" fmla="*/ 5313202 h 6858000"/>
              <a:gd name="connsiteX470" fmla="*/ 2143004 w 7467600"/>
              <a:gd name="connsiteY470" fmla="*/ 5402420 h 6858000"/>
              <a:gd name="connsiteX471" fmla="*/ 1933391 w 7467600"/>
              <a:gd name="connsiteY471" fmla="*/ 5156971 h 6858000"/>
              <a:gd name="connsiteX472" fmla="*/ 1827118 w 7467600"/>
              <a:gd name="connsiteY472" fmla="*/ 4968410 h 6858000"/>
              <a:gd name="connsiteX473" fmla="*/ 1837349 w 7467600"/>
              <a:gd name="connsiteY473" fmla="*/ 4956357 h 6858000"/>
              <a:gd name="connsiteX474" fmla="*/ 2162835 w 7467600"/>
              <a:gd name="connsiteY474" fmla="*/ 5187853 h 6858000"/>
              <a:gd name="connsiteX475" fmla="*/ 2257167 w 7467600"/>
              <a:gd name="connsiteY475" fmla="*/ 5462123 h 6858000"/>
              <a:gd name="connsiteX476" fmla="*/ 2261598 w 7467600"/>
              <a:gd name="connsiteY476" fmla="*/ 5467998 h 6858000"/>
              <a:gd name="connsiteX477" fmla="*/ 2437177 w 7467600"/>
              <a:gd name="connsiteY477" fmla="*/ 5479608 h 6858000"/>
              <a:gd name="connsiteX478" fmla="*/ 2445247 w 7467600"/>
              <a:gd name="connsiteY478" fmla="*/ 5483476 h 6858000"/>
              <a:gd name="connsiteX479" fmla="*/ 2743626 w 7467600"/>
              <a:gd name="connsiteY479" fmla="*/ 5304819 h 6858000"/>
              <a:gd name="connsiteX480" fmla="*/ 3048102 w 7467600"/>
              <a:gd name="connsiteY480" fmla="*/ 5150595 h 6858000"/>
              <a:gd name="connsiteX481" fmla="*/ 1799414 w 7467600"/>
              <a:gd name="connsiteY481" fmla="*/ 4694732 h 6858000"/>
              <a:gd name="connsiteX482" fmla="*/ 1771735 w 7467600"/>
              <a:gd name="connsiteY482" fmla="*/ 4619929 h 6858000"/>
              <a:gd name="connsiteX483" fmla="*/ 3104273 w 7467600"/>
              <a:gd name="connsiteY483" fmla="*/ 5076159 h 6858000"/>
              <a:gd name="connsiteX484" fmla="*/ 3113245 w 7467600"/>
              <a:gd name="connsiteY484" fmla="*/ 5090705 h 6858000"/>
              <a:gd name="connsiteX485" fmla="*/ 3126294 w 7467600"/>
              <a:gd name="connsiteY485" fmla="*/ 5114400 h 6858000"/>
              <a:gd name="connsiteX486" fmla="*/ 3937433 w 7467600"/>
              <a:gd name="connsiteY486" fmla="*/ 4830473 h 6858000"/>
              <a:gd name="connsiteX487" fmla="*/ 3590475 w 7467600"/>
              <a:gd name="connsiteY487" fmla="*/ 4597974 h 6858000"/>
              <a:gd name="connsiteX488" fmla="*/ 3100264 w 7467600"/>
              <a:gd name="connsiteY488" fmla="*/ 4579845 h 6858000"/>
              <a:gd name="connsiteX489" fmla="*/ 2183576 w 7467600"/>
              <a:gd name="connsiteY489" fmla="*/ 4227150 h 6858000"/>
              <a:gd name="connsiteX490" fmla="*/ 2151029 w 7467600"/>
              <a:gd name="connsiteY490" fmla="*/ 4146947 h 6858000"/>
              <a:gd name="connsiteX491" fmla="*/ 3563434 w 7467600"/>
              <a:gd name="connsiteY491" fmla="*/ 4469115 h 6858000"/>
              <a:gd name="connsiteX492" fmla="*/ 3177952 w 7467600"/>
              <a:gd name="connsiteY492" fmla="*/ 3657386 h 6858000"/>
              <a:gd name="connsiteX493" fmla="*/ 3189263 w 7467600"/>
              <a:gd name="connsiteY493" fmla="*/ 3625726 h 6858000"/>
              <a:gd name="connsiteX494" fmla="*/ 3560912 w 7467600"/>
              <a:gd name="connsiteY494" fmla="*/ 4079863 h 6858000"/>
              <a:gd name="connsiteX495" fmla="*/ 3626636 w 7467600"/>
              <a:gd name="connsiteY495" fmla="*/ 4512230 h 6858000"/>
              <a:gd name="connsiteX496" fmla="*/ 3653088 w 7467600"/>
              <a:gd name="connsiteY496" fmla="*/ 4521417 h 6858000"/>
              <a:gd name="connsiteX497" fmla="*/ 3988128 w 7467600"/>
              <a:gd name="connsiteY497" fmla="*/ 4817267 h 6858000"/>
              <a:gd name="connsiteX498" fmla="*/ 4830582 w 7467600"/>
              <a:gd name="connsiteY498" fmla="*/ 4676000 h 6858000"/>
              <a:gd name="connsiteX499" fmla="*/ 4830100 w 7467600"/>
              <a:gd name="connsiteY499" fmla="*/ 4675554 h 6858000"/>
              <a:gd name="connsiteX500" fmla="*/ 4036318 w 7467600"/>
              <a:gd name="connsiteY500" fmla="*/ 4147013 h 6858000"/>
              <a:gd name="connsiteX501" fmla="*/ 3432098 w 7467600"/>
              <a:gd name="connsiteY501" fmla="*/ 3537312 h 6858000"/>
              <a:gd name="connsiteX502" fmla="*/ 3446761 w 7467600"/>
              <a:gd name="connsiteY502" fmla="*/ 3461278 h 6858000"/>
              <a:gd name="connsiteX503" fmla="*/ 4419733 w 7467600"/>
              <a:gd name="connsiteY503" fmla="*/ 3963555 h 6858000"/>
              <a:gd name="connsiteX504" fmla="*/ 4781371 w 7467600"/>
              <a:gd name="connsiteY504" fmla="*/ 4458604 h 6858000"/>
              <a:gd name="connsiteX505" fmla="*/ 4780440 w 7467600"/>
              <a:gd name="connsiteY505" fmla="*/ 4470290 h 6858000"/>
              <a:gd name="connsiteX506" fmla="*/ 4898954 w 7467600"/>
              <a:gd name="connsiteY506" fmla="*/ 4662092 h 6858000"/>
              <a:gd name="connsiteX507" fmla="*/ 4900699 w 7467600"/>
              <a:gd name="connsiteY507" fmla="*/ 4670867 h 6858000"/>
              <a:gd name="connsiteX508" fmla="*/ 5714511 w 7467600"/>
              <a:gd name="connsiteY508" fmla="*/ 4663483 h 6858000"/>
              <a:gd name="connsiteX509" fmla="*/ 5464793 w 7467600"/>
              <a:gd name="connsiteY509" fmla="*/ 4393556 h 6858000"/>
              <a:gd name="connsiteX510" fmla="*/ 5461897 w 7467600"/>
              <a:gd name="connsiteY510" fmla="*/ 4390879 h 6858000"/>
              <a:gd name="connsiteX511" fmla="*/ 4294126 w 7467600"/>
              <a:gd name="connsiteY511" fmla="*/ 3303048 h 6858000"/>
              <a:gd name="connsiteX512" fmla="*/ 4305321 w 7467600"/>
              <a:gd name="connsiteY512" fmla="*/ 3256953 h 6858000"/>
              <a:gd name="connsiteX513" fmla="*/ 4949299 w 7467600"/>
              <a:gd name="connsiteY513" fmla="*/ 3766336 h 6858000"/>
              <a:gd name="connsiteX514" fmla="*/ 5291452 w 7467600"/>
              <a:gd name="connsiteY514" fmla="*/ 4076801 h 6858000"/>
              <a:gd name="connsiteX515" fmla="*/ 5434998 w 7467600"/>
              <a:gd name="connsiteY515" fmla="*/ 4254100 h 6858000"/>
              <a:gd name="connsiteX516" fmla="*/ 5351015 w 7467600"/>
              <a:gd name="connsiteY516" fmla="*/ 3760989 h 6858000"/>
              <a:gd name="connsiteX517" fmla="*/ 5413780 w 7467600"/>
              <a:gd name="connsiteY517" fmla="*/ 2966265 h 6858000"/>
              <a:gd name="connsiteX518" fmla="*/ 5425627 w 7467600"/>
              <a:gd name="connsiteY518" fmla="*/ 2954192 h 6858000"/>
              <a:gd name="connsiteX519" fmla="*/ 6604735 w 7467600"/>
              <a:gd name="connsiteY519" fmla="*/ 2041381 h 6858000"/>
              <a:gd name="connsiteX520" fmla="*/ 7204487 w 7467600"/>
              <a:gd name="connsiteY520" fmla="*/ 2742112 h 6858000"/>
              <a:gd name="connsiteX521" fmla="*/ 7131592 w 7467600"/>
              <a:gd name="connsiteY521" fmla="*/ 2672096 h 6858000"/>
              <a:gd name="connsiteX522" fmla="*/ 6996344 w 7467600"/>
              <a:gd name="connsiteY522" fmla="*/ 2518310 h 6858000"/>
              <a:gd name="connsiteX523" fmla="*/ 6735495 w 7467600"/>
              <a:gd name="connsiteY523" fmla="*/ 2196890 h 6858000"/>
              <a:gd name="connsiteX524" fmla="*/ 6721901 w 7467600"/>
              <a:gd name="connsiteY524" fmla="*/ 2179274 h 6858000"/>
              <a:gd name="connsiteX525" fmla="*/ 6604735 w 7467600"/>
              <a:gd name="connsiteY525" fmla="*/ 2041381 h 6858000"/>
              <a:gd name="connsiteX526" fmla="*/ 6591670 w 7467600"/>
              <a:gd name="connsiteY526" fmla="*/ 1988277 h 6858000"/>
              <a:gd name="connsiteX527" fmla="*/ 6747349 w 7467600"/>
              <a:gd name="connsiteY527" fmla="*/ 2160069 h 6858000"/>
              <a:gd name="connsiteX528" fmla="*/ 6760943 w 7467600"/>
              <a:gd name="connsiteY528" fmla="*/ 2177686 h 6858000"/>
              <a:gd name="connsiteX529" fmla="*/ 7021065 w 7467600"/>
              <a:gd name="connsiteY529" fmla="*/ 2498102 h 6858000"/>
              <a:gd name="connsiteX530" fmla="*/ 7155223 w 7467600"/>
              <a:gd name="connsiteY530" fmla="*/ 2650386 h 6858000"/>
              <a:gd name="connsiteX531" fmla="*/ 7203167 w 7467600"/>
              <a:gd name="connsiteY531" fmla="*/ 2697288 h 6858000"/>
              <a:gd name="connsiteX532" fmla="*/ 6937703 w 7467600"/>
              <a:gd name="connsiteY532" fmla="*/ 2321981 h 6858000"/>
              <a:gd name="connsiteX533" fmla="*/ 6591670 w 7467600"/>
              <a:gd name="connsiteY533" fmla="*/ 1988277 h 6858000"/>
              <a:gd name="connsiteX534" fmla="*/ 5798671 w 7467600"/>
              <a:gd name="connsiteY534" fmla="*/ 1981601 h 6858000"/>
              <a:gd name="connsiteX535" fmla="*/ 5754709 w 7467600"/>
              <a:gd name="connsiteY535" fmla="*/ 2071454 h 6858000"/>
              <a:gd name="connsiteX536" fmla="*/ 5763044 w 7467600"/>
              <a:gd name="connsiteY536" fmla="*/ 2842206 h 6858000"/>
              <a:gd name="connsiteX537" fmla="*/ 5764974 w 7467600"/>
              <a:gd name="connsiteY537" fmla="*/ 2799609 h 6858000"/>
              <a:gd name="connsiteX538" fmla="*/ 5767665 w 7467600"/>
              <a:gd name="connsiteY538" fmla="*/ 2666409 h 6858000"/>
              <a:gd name="connsiteX539" fmla="*/ 5763055 w 7467600"/>
              <a:gd name="connsiteY539" fmla="*/ 2579705 h 6858000"/>
              <a:gd name="connsiteX540" fmla="*/ 5758079 w 7467600"/>
              <a:gd name="connsiteY540" fmla="*/ 2492508 h 6858000"/>
              <a:gd name="connsiteX541" fmla="*/ 5779325 w 7467600"/>
              <a:gd name="connsiteY541" fmla="*/ 2197069 h 6858000"/>
              <a:gd name="connsiteX542" fmla="*/ 5798671 w 7467600"/>
              <a:gd name="connsiteY542" fmla="*/ 1981601 h 6858000"/>
              <a:gd name="connsiteX543" fmla="*/ 5829202 w 7467600"/>
              <a:gd name="connsiteY543" fmla="*/ 1971679 h 6858000"/>
              <a:gd name="connsiteX544" fmla="*/ 5809558 w 7467600"/>
              <a:gd name="connsiteY544" fmla="*/ 2198043 h 6858000"/>
              <a:gd name="connsiteX545" fmla="*/ 5788653 w 7467600"/>
              <a:gd name="connsiteY545" fmla="*/ 2489430 h 6858000"/>
              <a:gd name="connsiteX546" fmla="*/ 5793439 w 7467600"/>
              <a:gd name="connsiteY546" fmla="*/ 2575235 h 6858000"/>
              <a:gd name="connsiteX547" fmla="*/ 5796837 w 7467600"/>
              <a:gd name="connsiteY547" fmla="*/ 2637633 h 6858000"/>
              <a:gd name="connsiteX548" fmla="*/ 5818614 w 7467600"/>
              <a:gd name="connsiteY548" fmla="*/ 2473055 h 6858000"/>
              <a:gd name="connsiteX549" fmla="*/ 5829202 w 7467600"/>
              <a:gd name="connsiteY549" fmla="*/ 1971679 h 6858000"/>
              <a:gd name="connsiteX550" fmla="*/ 5911389 w 7467600"/>
              <a:gd name="connsiteY550" fmla="*/ 1898371 h 6858000"/>
              <a:gd name="connsiteX551" fmla="*/ 6237627 w 7467600"/>
              <a:gd name="connsiteY551" fmla="*/ 2231921 h 6858000"/>
              <a:gd name="connsiteX552" fmla="*/ 5911389 w 7467600"/>
              <a:gd name="connsiteY552" fmla="*/ 1898371 h 6858000"/>
              <a:gd name="connsiteX553" fmla="*/ 6944437 w 7467600"/>
              <a:gd name="connsiteY553" fmla="*/ 1575402 h 6858000"/>
              <a:gd name="connsiteX554" fmla="*/ 6304730 w 7467600"/>
              <a:gd name="connsiteY554" fmla="*/ 1766654 h 6858000"/>
              <a:gd name="connsiteX555" fmla="*/ 6944437 w 7467600"/>
              <a:gd name="connsiteY555" fmla="*/ 1575402 h 6858000"/>
              <a:gd name="connsiteX556" fmla="*/ 7019523 w 7467600"/>
              <a:gd name="connsiteY556" fmla="*/ 1519450 h 6858000"/>
              <a:gd name="connsiteX557" fmla="*/ 6298091 w 7467600"/>
              <a:gd name="connsiteY557" fmla="*/ 1737122 h 6858000"/>
              <a:gd name="connsiteX558" fmla="*/ 7019523 w 7467600"/>
              <a:gd name="connsiteY558" fmla="*/ 1519450 h 6858000"/>
              <a:gd name="connsiteX559" fmla="*/ 2399523 w 7467600"/>
              <a:gd name="connsiteY559" fmla="*/ 1428234 h 6858000"/>
              <a:gd name="connsiteX560" fmla="*/ 2224982 w 7467600"/>
              <a:gd name="connsiteY560" fmla="*/ 1826201 h 6858000"/>
              <a:gd name="connsiteX561" fmla="*/ 2096099 w 7467600"/>
              <a:gd name="connsiteY561" fmla="*/ 2345900 h 6858000"/>
              <a:gd name="connsiteX562" fmla="*/ 2283317 w 7467600"/>
              <a:gd name="connsiteY562" fmla="*/ 1796925 h 6858000"/>
              <a:gd name="connsiteX563" fmla="*/ 2399523 w 7467600"/>
              <a:gd name="connsiteY563" fmla="*/ 1428234 h 6858000"/>
              <a:gd name="connsiteX564" fmla="*/ 2448558 w 7467600"/>
              <a:gd name="connsiteY564" fmla="*/ 1373435 h 6858000"/>
              <a:gd name="connsiteX565" fmla="*/ 2312521 w 7467600"/>
              <a:gd name="connsiteY565" fmla="*/ 1806140 h 6858000"/>
              <a:gd name="connsiteX566" fmla="*/ 2127533 w 7467600"/>
              <a:gd name="connsiteY566" fmla="*/ 2348380 h 6858000"/>
              <a:gd name="connsiteX567" fmla="*/ 2358080 w 7467600"/>
              <a:gd name="connsiteY567" fmla="*/ 1866134 h 6858000"/>
              <a:gd name="connsiteX568" fmla="*/ 2407436 w 7467600"/>
              <a:gd name="connsiteY568" fmla="*/ 1651070 h 6858000"/>
              <a:gd name="connsiteX569" fmla="*/ 2448558 w 7467600"/>
              <a:gd name="connsiteY569" fmla="*/ 1373435 h 6858000"/>
              <a:gd name="connsiteX570" fmla="*/ 278707 w 7467600"/>
              <a:gd name="connsiteY570" fmla="*/ 1352270 h 6858000"/>
              <a:gd name="connsiteX571" fmla="*/ 321570 w 7467600"/>
              <a:gd name="connsiteY571" fmla="*/ 1861610 h 6858000"/>
              <a:gd name="connsiteX572" fmla="*/ 294281 w 7467600"/>
              <a:gd name="connsiteY572" fmla="*/ 1440658 h 6858000"/>
              <a:gd name="connsiteX573" fmla="*/ 278707 w 7467600"/>
              <a:gd name="connsiteY573" fmla="*/ 1352270 h 6858000"/>
              <a:gd name="connsiteX574" fmla="*/ 1423821 w 7467600"/>
              <a:gd name="connsiteY574" fmla="*/ 1351958 h 6858000"/>
              <a:gd name="connsiteX575" fmla="*/ 1638521 w 7467600"/>
              <a:gd name="connsiteY575" fmla="*/ 1908470 h 6858000"/>
              <a:gd name="connsiteX576" fmla="*/ 1754199 w 7467600"/>
              <a:gd name="connsiteY576" fmla="*/ 2149284 h 6858000"/>
              <a:gd name="connsiteX577" fmla="*/ 1908359 w 7467600"/>
              <a:gd name="connsiteY577" fmla="*/ 2364988 h 6858000"/>
              <a:gd name="connsiteX578" fmla="*/ 1647661 w 7467600"/>
              <a:gd name="connsiteY578" fmla="*/ 1825945 h 6858000"/>
              <a:gd name="connsiteX579" fmla="*/ 1423821 w 7467600"/>
              <a:gd name="connsiteY579" fmla="*/ 1351958 h 6858000"/>
              <a:gd name="connsiteX580" fmla="*/ 1431890 w 7467600"/>
              <a:gd name="connsiteY580" fmla="*/ 1306475 h 6858000"/>
              <a:gd name="connsiteX581" fmla="*/ 1507597 w 7467600"/>
              <a:gd name="connsiteY581" fmla="*/ 1446132 h 6858000"/>
              <a:gd name="connsiteX582" fmla="*/ 1674586 w 7467600"/>
              <a:gd name="connsiteY582" fmla="*/ 1813832 h 6858000"/>
              <a:gd name="connsiteX583" fmla="*/ 1815950 w 7467600"/>
              <a:gd name="connsiteY583" fmla="*/ 2128564 h 6858000"/>
              <a:gd name="connsiteX584" fmla="*/ 1984242 w 7467600"/>
              <a:gd name="connsiteY584" fmla="*/ 2430829 h 6858000"/>
              <a:gd name="connsiteX585" fmla="*/ 2014023 w 7467600"/>
              <a:gd name="connsiteY585" fmla="*/ 2450995 h 6858000"/>
              <a:gd name="connsiteX586" fmla="*/ 1747337 w 7467600"/>
              <a:gd name="connsiteY586" fmla="*/ 1855264 h 6858000"/>
              <a:gd name="connsiteX587" fmla="*/ 1533749 w 7467600"/>
              <a:gd name="connsiteY587" fmla="*/ 1478656 h 6858000"/>
              <a:gd name="connsiteX588" fmla="*/ 1431890 w 7467600"/>
              <a:gd name="connsiteY588" fmla="*/ 1306475 h 6858000"/>
              <a:gd name="connsiteX589" fmla="*/ 5052692 w 7467600"/>
              <a:gd name="connsiteY589" fmla="*/ 1292994 h 6858000"/>
              <a:gd name="connsiteX590" fmla="*/ 5200661 w 7467600"/>
              <a:gd name="connsiteY590" fmla="*/ 1635186 h 6858000"/>
              <a:gd name="connsiteX591" fmla="*/ 5297138 w 7467600"/>
              <a:gd name="connsiteY591" fmla="*/ 1906351 h 6858000"/>
              <a:gd name="connsiteX592" fmla="*/ 5052692 w 7467600"/>
              <a:gd name="connsiteY592" fmla="*/ 1292994 h 6858000"/>
              <a:gd name="connsiteX593" fmla="*/ 5009948 w 7467600"/>
              <a:gd name="connsiteY593" fmla="*/ 1273619 h 6858000"/>
              <a:gd name="connsiteX594" fmla="*/ 5121777 w 7467600"/>
              <a:gd name="connsiteY594" fmla="*/ 1654213 h 6858000"/>
              <a:gd name="connsiteX595" fmla="*/ 5293545 w 7467600"/>
              <a:gd name="connsiteY595" fmla="*/ 2072247 h 6858000"/>
              <a:gd name="connsiteX596" fmla="*/ 5294042 w 7467600"/>
              <a:gd name="connsiteY596" fmla="*/ 2065019 h 6858000"/>
              <a:gd name="connsiteX597" fmla="*/ 5171936 w 7467600"/>
              <a:gd name="connsiteY597" fmla="*/ 1647613 h 6858000"/>
              <a:gd name="connsiteX598" fmla="*/ 5009948 w 7467600"/>
              <a:gd name="connsiteY598" fmla="*/ 1273619 h 6858000"/>
              <a:gd name="connsiteX599" fmla="*/ 655236 w 7467600"/>
              <a:gd name="connsiteY599" fmla="*/ 1268632 h 6858000"/>
              <a:gd name="connsiteX600" fmla="*/ 839521 w 7467600"/>
              <a:gd name="connsiteY600" fmla="*/ 1685315 h 6858000"/>
              <a:gd name="connsiteX601" fmla="*/ 1109416 w 7467600"/>
              <a:gd name="connsiteY601" fmla="*/ 2061663 h 6858000"/>
              <a:gd name="connsiteX602" fmla="*/ 1298300 w 7467600"/>
              <a:gd name="connsiteY602" fmla="*/ 2247742 h 6858000"/>
              <a:gd name="connsiteX603" fmla="*/ 1125871 w 7467600"/>
              <a:gd name="connsiteY603" fmla="*/ 1989513 h 6858000"/>
              <a:gd name="connsiteX604" fmla="*/ 981574 w 7467600"/>
              <a:gd name="connsiteY604" fmla="*/ 1783157 h 6858000"/>
              <a:gd name="connsiteX605" fmla="*/ 922198 w 7467600"/>
              <a:gd name="connsiteY605" fmla="*/ 1677437 h 6858000"/>
              <a:gd name="connsiteX606" fmla="*/ 869293 w 7467600"/>
              <a:gd name="connsiteY606" fmla="*/ 1583214 h 6858000"/>
              <a:gd name="connsiteX607" fmla="*/ 751431 w 7467600"/>
              <a:gd name="connsiteY607" fmla="*/ 1405731 h 6858000"/>
              <a:gd name="connsiteX608" fmla="*/ 655236 w 7467600"/>
              <a:gd name="connsiteY608" fmla="*/ 1268632 h 6858000"/>
              <a:gd name="connsiteX609" fmla="*/ 6516292 w 7467600"/>
              <a:gd name="connsiteY609" fmla="*/ 1263064 h 6858000"/>
              <a:gd name="connsiteX610" fmla="*/ 5736320 w 7467600"/>
              <a:gd name="connsiteY610" fmla="*/ 1501803 h 6858000"/>
              <a:gd name="connsiteX611" fmla="*/ 6516292 w 7467600"/>
              <a:gd name="connsiteY611" fmla="*/ 1263064 h 6858000"/>
              <a:gd name="connsiteX612" fmla="*/ 291466 w 7467600"/>
              <a:gd name="connsiteY612" fmla="*/ 1250369 h 6858000"/>
              <a:gd name="connsiteX613" fmla="*/ 323180 w 7467600"/>
              <a:gd name="connsiteY613" fmla="*/ 1435283 h 6858000"/>
              <a:gd name="connsiteX614" fmla="*/ 349381 w 7467600"/>
              <a:gd name="connsiteY614" fmla="*/ 1875041 h 6858000"/>
              <a:gd name="connsiteX615" fmla="*/ 374363 w 7467600"/>
              <a:gd name="connsiteY615" fmla="*/ 1506494 h 6858000"/>
              <a:gd name="connsiteX616" fmla="*/ 302168 w 7467600"/>
              <a:gd name="connsiteY616" fmla="*/ 1274495 h 6858000"/>
              <a:gd name="connsiteX617" fmla="*/ 291466 w 7467600"/>
              <a:gd name="connsiteY617" fmla="*/ 1250369 h 6858000"/>
              <a:gd name="connsiteX618" fmla="*/ 678222 w 7467600"/>
              <a:gd name="connsiteY618" fmla="*/ 1248670 h 6858000"/>
              <a:gd name="connsiteX619" fmla="*/ 775536 w 7467600"/>
              <a:gd name="connsiteY619" fmla="*/ 1388015 h 6858000"/>
              <a:gd name="connsiteX620" fmla="*/ 894529 w 7467600"/>
              <a:gd name="connsiteY620" fmla="*/ 1567739 h 6858000"/>
              <a:gd name="connsiteX621" fmla="*/ 948000 w 7467600"/>
              <a:gd name="connsiteY621" fmla="*/ 1663088 h 6858000"/>
              <a:gd name="connsiteX622" fmla="*/ 1006812 w 7467600"/>
              <a:gd name="connsiteY622" fmla="*/ 1767683 h 6858000"/>
              <a:gd name="connsiteX623" fmla="*/ 1149133 w 7467600"/>
              <a:gd name="connsiteY623" fmla="*/ 1971513 h 6858000"/>
              <a:gd name="connsiteX624" fmla="*/ 1333952 w 7467600"/>
              <a:gd name="connsiteY624" fmla="*/ 2251620 h 6858000"/>
              <a:gd name="connsiteX625" fmla="*/ 1337329 w 7467600"/>
              <a:gd name="connsiteY625" fmla="*/ 2258350 h 6858000"/>
              <a:gd name="connsiteX626" fmla="*/ 1014726 w 7467600"/>
              <a:gd name="connsiteY626" fmla="*/ 1615556 h 6858000"/>
              <a:gd name="connsiteX627" fmla="*/ 678222 w 7467600"/>
              <a:gd name="connsiteY627" fmla="*/ 1248670 h 6858000"/>
              <a:gd name="connsiteX628" fmla="*/ 6691602 w 7467600"/>
              <a:gd name="connsiteY628" fmla="*/ 1140573 h 6858000"/>
              <a:gd name="connsiteX629" fmla="*/ 6571100 w 7467600"/>
              <a:gd name="connsiteY629" fmla="*/ 1183662 h 6858000"/>
              <a:gd name="connsiteX630" fmla="*/ 6241687 w 7467600"/>
              <a:gd name="connsiteY630" fmla="*/ 1257600 h 6858000"/>
              <a:gd name="connsiteX631" fmla="*/ 5693009 w 7467600"/>
              <a:gd name="connsiteY631" fmla="*/ 1478256 h 6858000"/>
              <a:gd name="connsiteX632" fmla="*/ 6548420 w 7467600"/>
              <a:gd name="connsiteY632" fmla="*/ 1214599 h 6858000"/>
              <a:gd name="connsiteX633" fmla="*/ 6605473 w 7467600"/>
              <a:gd name="connsiteY633" fmla="*/ 1184686 h 6858000"/>
              <a:gd name="connsiteX634" fmla="*/ 6691602 w 7467600"/>
              <a:gd name="connsiteY634" fmla="*/ 1140573 h 6858000"/>
              <a:gd name="connsiteX635" fmla="*/ 4002475 w 7467600"/>
              <a:gd name="connsiteY635" fmla="*/ 1037802 h 6858000"/>
              <a:gd name="connsiteX636" fmla="*/ 4000324 w 7467600"/>
              <a:gd name="connsiteY636" fmla="*/ 1039362 h 6858000"/>
              <a:gd name="connsiteX637" fmla="*/ 4002862 w 7467600"/>
              <a:gd name="connsiteY637" fmla="*/ 1042866 h 6858000"/>
              <a:gd name="connsiteX638" fmla="*/ 4002475 w 7467600"/>
              <a:gd name="connsiteY638" fmla="*/ 1037802 h 6858000"/>
              <a:gd name="connsiteX639" fmla="*/ 506322 w 7467600"/>
              <a:gd name="connsiteY639" fmla="*/ 1020997 h 6858000"/>
              <a:gd name="connsiteX640" fmla="*/ 533068 w 7467600"/>
              <a:gd name="connsiteY640" fmla="*/ 1029409 h 6858000"/>
              <a:gd name="connsiteX641" fmla="*/ 1232525 w 7467600"/>
              <a:gd name="connsiteY641" fmla="*/ 1804675 h 6858000"/>
              <a:gd name="connsiteX642" fmla="*/ 1388858 w 7467600"/>
              <a:gd name="connsiteY642" fmla="*/ 2368011 h 6858000"/>
              <a:gd name="connsiteX643" fmla="*/ 1384098 w 7467600"/>
              <a:gd name="connsiteY643" fmla="*/ 2378125 h 6858000"/>
              <a:gd name="connsiteX644" fmla="*/ 1425393 w 7467600"/>
              <a:gd name="connsiteY644" fmla="*/ 2589124 h 6858000"/>
              <a:gd name="connsiteX645" fmla="*/ 1424001 w 7467600"/>
              <a:gd name="connsiteY645" fmla="*/ 2597541 h 6858000"/>
              <a:gd name="connsiteX646" fmla="*/ 2152729 w 7467600"/>
              <a:gd name="connsiteY646" fmla="*/ 2864487 h 6858000"/>
              <a:gd name="connsiteX647" fmla="*/ 2020609 w 7467600"/>
              <a:gd name="connsiteY647" fmla="*/ 2539671 h 6858000"/>
              <a:gd name="connsiteX648" fmla="*/ 2018920 w 7467600"/>
              <a:gd name="connsiteY648" fmla="*/ 2536309 h 6858000"/>
              <a:gd name="connsiteX649" fmla="*/ 1342441 w 7467600"/>
              <a:gd name="connsiteY649" fmla="*/ 1173017 h 6858000"/>
              <a:gd name="connsiteX650" fmla="*/ 1367925 w 7467600"/>
              <a:gd name="connsiteY650" fmla="*/ 1135648 h 6858000"/>
              <a:gd name="connsiteX651" fmla="*/ 1771401 w 7467600"/>
              <a:gd name="connsiteY651" fmla="*/ 1806673 h 6858000"/>
              <a:gd name="connsiteX652" fmla="*/ 1972385 w 7467600"/>
              <a:gd name="connsiteY652" fmla="*/ 2198735 h 6858000"/>
              <a:gd name="connsiteX653" fmla="*/ 2040892 w 7467600"/>
              <a:gd name="connsiteY653" fmla="*/ 2405205 h 6858000"/>
              <a:gd name="connsiteX654" fmla="*/ 2131689 w 7467600"/>
              <a:gd name="connsiteY654" fmla="*/ 1936926 h 6858000"/>
              <a:gd name="connsiteX655" fmla="*/ 2454820 w 7467600"/>
              <a:gd name="connsiteY655" fmla="*/ 1248808 h 6858000"/>
              <a:gd name="connsiteX656" fmla="*/ 2492512 w 7467600"/>
              <a:gd name="connsiteY656" fmla="*/ 1302920 h 6858000"/>
              <a:gd name="connsiteX657" fmla="*/ 2081216 w 7467600"/>
              <a:gd name="connsiteY657" fmla="*/ 2527513 h 6858000"/>
              <a:gd name="connsiteX658" fmla="*/ 2081211 w 7467600"/>
              <a:gd name="connsiteY658" fmla="*/ 2528916 h 6858000"/>
              <a:gd name="connsiteX659" fmla="*/ 2199067 w 7467600"/>
              <a:gd name="connsiteY659" fmla="*/ 2884061 h 6858000"/>
              <a:gd name="connsiteX660" fmla="*/ 3192586 w 7467600"/>
              <a:gd name="connsiteY660" fmla="*/ 3411496 h 6858000"/>
              <a:gd name="connsiteX661" fmla="*/ 3182620 w 7467600"/>
              <a:gd name="connsiteY661" fmla="*/ 3483279 h 6858000"/>
              <a:gd name="connsiteX662" fmla="*/ 2435119 w 7467600"/>
              <a:gd name="connsiteY662" fmla="*/ 3080173 h 6858000"/>
              <a:gd name="connsiteX663" fmla="*/ 2410152 w 7467600"/>
              <a:gd name="connsiteY663" fmla="*/ 3063751 h 6858000"/>
              <a:gd name="connsiteX664" fmla="*/ 2408099 w 7467600"/>
              <a:gd name="connsiteY664" fmla="*/ 3064403 h 6858000"/>
              <a:gd name="connsiteX665" fmla="*/ 2407218 w 7467600"/>
              <a:gd name="connsiteY665" fmla="*/ 3070324 h 6858000"/>
              <a:gd name="connsiteX666" fmla="*/ 2380138 w 7467600"/>
              <a:gd name="connsiteY666" fmla="*/ 3099341 h 6858000"/>
              <a:gd name="connsiteX667" fmla="*/ 1765923 w 7467600"/>
              <a:gd name="connsiteY667" fmla="*/ 3581043 h 6858000"/>
              <a:gd name="connsiteX668" fmla="*/ 1702258 w 7467600"/>
              <a:gd name="connsiteY668" fmla="*/ 3612286 h 6858000"/>
              <a:gd name="connsiteX669" fmla="*/ 1538370 w 7467600"/>
              <a:gd name="connsiteY669" fmla="*/ 3811804 h 6858000"/>
              <a:gd name="connsiteX670" fmla="*/ 542867 w 7467600"/>
              <a:gd name="connsiteY670" fmla="*/ 4944092 h 6858000"/>
              <a:gd name="connsiteX671" fmla="*/ 515800 w 7467600"/>
              <a:gd name="connsiteY671" fmla="*/ 4862180 h 6858000"/>
              <a:gd name="connsiteX672" fmla="*/ 909145 w 7467600"/>
              <a:gd name="connsiteY672" fmla="*/ 4199225 h 6858000"/>
              <a:gd name="connsiteX673" fmla="*/ 1214067 w 7467600"/>
              <a:gd name="connsiteY673" fmla="*/ 3908561 h 6858000"/>
              <a:gd name="connsiteX674" fmla="*/ 640967 w 7467600"/>
              <a:gd name="connsiteY674" fmla="*/ 4105601 h 6858000"/>
              <a:gd name="connsiteX675" fmla="*/ 112563 w 7467600"/>
              <a:gd name="connsiteY675" fmla="*/ 4396952 h 6858000"/>
              <a:gd name="connsiteX676" fmla="*/ 0 w 7467600"/>
              <a:gd name="connsiteY676" fmla="*/ 4466006 h 6858000"/>
              <a:gd name="connsiteX677" fmla="*/ 0 w 7467600"/>
              <a:gd name="connsiteY677" fmla="*/ 4233763 h 6858000"/>
              <a:gd name="connsiteX678" fmla="*/ 36881 w 7467600"/>
              <a:gd name="connsiteY678" fmla="*/ 4200118 h 6858000"/>
              <a:gd name="connsiteX679" fmla="*/ 910534 w 7467600"/>
              <a:gd name="connsiteY679" fmla="*/ 3629753 h 6858000"/>
              <a:gd name="connsiteX680" fmla="*/ 1578717 w 7467600"/>
              <a:gd name="connsiteY680" fmla="*/ 3575982 h 6858000"/>
              <a:gd name="connsiteX681" fmla="*/ 2338780 w 7467600"/>
              <a:gd name="connsiteY681" fmla="*/ 3033725 h 6858000"/>
              <a:gd name="connsiteX682" fmla="*/ 1807991 w 7467600"/>
              <a:gd name="connsiteY682" fmla="*/ 2807184 h 6858000"/>
              <a:gd name="connsiteX683" fmla="*/ 1416358 w 7467600"/>
              <a:gd name="connsiteY683" fmla="*/ 3112571 h 6858000"/>
              <a:gd name="connsiteX684" fmla="*/ 939066 w 7467600"/>
              <a:gd name="connsiteY684" fmla="*/ 3378798 h 6858000"/>
              <a:gd name="connsiteX685" fmla="*/ 115099 w 7467600"/>
              <a:gd name="connsiteY685" fmla="*/ 3607650 h 6858000"/>
              <a:gd name="connsiteX686" fmla="*/ 97284 w 7467600"/>
              <a:gd name="connsiteY686" fmla="*/ 3520393 h 6858000"/>
              <a:gd name="connsiteX687" fmla="*/ 922050 w 7467600"/>
              <a:gd name="connsiteY687" fmla="*/ 3074867 h 6858000"/>
              <a:gd name="connsiteX688" fmla="*/ 1405265 w 7467600"/>
              <a:gd name="connsiteY688" fmla="*/ 3016319 h 6858000"/>
              <a:gd name="connsiteX689" fmla="*/ 1407512 w 7467600"/>
              <a:gd name="connsiteY689" fmla="*/ 3018001 h 6858000"/>
              <a:gd name="connsiteX690" fmla="*/ 1726266 w 7467600"/>
              <a:gd name="connsiteY690" fmla="*/ 2777274 h 6858000"/>
              <a:gd name="connsiteX691" fmla="*/ 625390 w 7467600"/>
              <a:gd name="connsiteY691" fmla="*/ 2514541 h 6858000"/>
              <a:gd name="connsiteX692" fmla="*/ 619799 w 7467600"/>
              <a:gd name="connsiteY692" fmla="*/ 2527180 h 6858000"/>
              <a:gd name="connsiteX693" fmla="*/ 310030 w 7467600"/>
              <a:gd name="connsiteY693" fmla="*/ 2771818 h 6858000"/>
              <a:gd name="connsiteX694" fmla="*/ 173877 w 7467600"/>
              <a:gd name="connsiteY694" fmla="*/ 2937056 h 6858000"/>
              <a:gd name="connsiteX695" fmla="*/ 77889 w 7467600"/>
              <a:gd name="connsiteY695" fmla="*/ 3138440 h 6858000"/>
              <a:gd name="connsiteX696" fmla="*/ 0 w 7467600"/>
              <a:gd name="connsiteY696" fmla="*/ 3271395 h 6858000"/>
              <a:gd name="connsiteX697" fmla="*/ 0 w 7467600"/>
              <a:gd name="connsiteY697" fmla="*/ 3153002 h 6858000"/>
              <a:gd name="connsiteX698" fmla="*/ 2386 w 7467600"/>
              <a:gd name="connsiteY698" fmla="*/ 3149203 h 6858000"/>
              <a:gd name="connsiteX699" fmla="*/ 89753 w 7467600"/>
              <a:gd name="connsiteY699" fmla="*/ 2987702 h 6858000"/>
              <a:gd name="connsiteX700" fmla="*/ 76869 w 7467600"/>
              <a:gd name="connsiteY700" fmla="*/ 3005404 h 6858000"/>
              <a:gd name="connsiteX701" fmla="*/ 32049 w 7467600"/>
              <a:gd name="connsiteY701" fmla="*/ 3065814 h 6858000"/>
              <a:gd name="connsiteX702" fmla="*/ 0 w 7467600"/>
              <a:gd name="connsiteY702" fmla="*/ 3108744 h 6858000"/>
              <a:gd name="connsiteX703" fmla="*/ 0 w 7467600"/>
              <a:gd name="connsiteY703" fmla="*/ 3058059 h 6858000"/>
              <a:gd name="connsiteX704" fmla="*/ 7610 w 7467600"/>
              <a:gd name="connsiteY704" fmla="*/ 3047889 h 6858000"/>
              <a:gd name="connsiteX705" fmla="*/ 52419 w 7467600"/>
              <a:gd name="connsiteY705" fmla="*/ 2987479 h 6858000"/>
              <a:gd name="connsiteX706" fmla="*/ 59142 w 7467600"/>
              <a:gd name="connsiteY706" fmla="*/ 2978488 h 6858000"/>
              <a:gd name="connsiteX707" fmla="*/ 0 w 7467600"/>
              <a:gd name="connsiteY707" fmla="*/ 3015334 h 6858000"/>
              <a:gd name="connsiteX708" fmla="*/ 0 w 7467600"/>
              <a:gd name="connsiteY708" fmla="*/ 2914286 h 6858000"/>
              <a:gd name="connsiteX709" fmla="*/ 36383 w 7467600"/>
              <a:gd name="connsiteY709" fmla="*/ 2901128 h 6858000"/>
              <a:gd name="connsiteX710" fmla="*/ 156329 w 7467600"/>
              <a:gd name="connsiteY710" fmla="*/ 2840533 h 6858000"/>
              <a:gd name="connsiteX711" fmla="*/ 358355 w 7467600"/>
              <a:gd name="connsiteY711" fmla="*/ 2620471 h 6858000"/>
              <a:gd name="connsiteX712" fmla="*/ 510577 w 7467600"/>
              <a:gd name="connsiteY712" fmla="*/ 2501244 h 6858000"/>
              <a:gd name="connsiteX713" fmla="*/ 211967 w 7467600"/>
              <a:gd name="connsiteY713" fmla="*/ 2479171 h 6858000"/>
              <a:gd name="connsiteX714" fmla="*/ 0 w 7467600"/>
              <a:gd name="connsiteY714" fmla="*/ 2476398 h 6858000"/>
              <a:gd name="connsiteX715" fmla="*/ 0 w 7467600"/>
              <a:gd name="connsiteY715" fmla="*/ 2389189 h 6858000"/>
              <a:gd name="connsiteX716" fmla="*/ 103062 w 7467600"/>
              <a:gd name="connsiteY716" fmla="*/ 2389518 h 6858000"/>
              <a:gd name="connsiteX717" fmla="*/ 510734 w 7467600"/>
              <a:gd name="connsiteY717" fmla="*/ 2416201 h 6858000"/>
              <a:gd name="connsiteX718" fmla="*/ 279257 w 7467600"/>
              <a:gd name="connsiteY718" fmla="*/ 2092102 h 6858000"/>
              <a:gd name="connsiteX719" fmla="*/ 65265 w 7467600"/>
              <a:gd name="connsiteY719" fmla="*/ 2006049 h 6858000"/>
              <a:gd name="connsiteX720" fmla="*/ 0 w 7467600"/>
              <a:gd name="connsiteY720" fmla="*/ 1982532 h 6858000"/>
              <a:gd name="connsiteX721" fmla="*/ 0 w 7467600"/>
              <a:gd name="connsiteY721" fmla="*/ 1912789 h 6858000"/>
              <a:gd name="connsiteX722" fmla="*/ 97460 w 7467600"/>
              <a:gd name="connsiteY722" fmla="*/ 1953725 h 6858000"/>
              <a:gd name="connsiteX723" fmla="*/ 221272 w 7467600"/>
              <a:gd name="connsiteY723" fmla="*/ 1980766 h 6858000"/>
              <a:gd name="connsiteX724" fmla="*/ 116765 w 7467600"/>
              <a:gd name="connsiteY724" fmla="*/ 1911033 h 6858000"/>
              <a:gd name="connsiteX725" fmla="*/ 16405 w 7467600"/>
              <a:gd name="connsiteY725" fmla="*/ 1803412 h 6858000"/>
              <a:gd name="connsiteX726" fmla="*/ 0 w 7467600"/>
              <a:gd name="connsiteY726" fmla="*/ 1784777 h 6858000"/>
              <a:gd name="connsiteX727" fmla="*/ 0 w 7467600"/>
              <a:gd name="connsiteY727" fmla="*/ 1740082 h 6858000"/>
              <a:gd name="connsiteX728" fmla="*/ 39394 w 7467600"/>
              <a:gd name="connsiteY728" fmla="*/ 1784856 h 6858000"/>
              <a:gd name="connsiteX729" fmla="*/ 135813 w 7467600"/>
              <a:gd name="connsiteY729" fmla="*/ 1888838 h 6858000"/>
              <a:gd name="connsiteX730" fmla="*/ 242575 w 7467600"/>
              <a:gd name="connsiteY730" fmla="*/ 1958841 h 6858000"/>
              <a:gd name="connsiteX731" fmla="*/ 82197 w 7467600"/>
              <a:gd name="connsiteY731" fmla="*/ 1754826 h 6858000"/>
              <a:gd name="connsiteX732" fmla="*/ 0 w 7467600"/>
              <a:gd name="connsiteY732" fmla="*/ 1679650 h 6858000"/>
              <a:gd name="connsiteX733" fmla="*/ 0 w 7467600"/>
              <a:gd name="connsiteY733" fmla="*/ 1602463 h 6858000"/>
              <a:gd name="connsiteX734" fmla="*/ 84689 w 7467600"/>
              <a:gd name="connsiteY734" fmla="*/ 1677442 h 6858000"/>
              <a:gd name="connsiteX735" fmla="*/ 298437 w 7467600"/>
              <a:gd name="connsiteY735" fmla="*/ 1968019 h 6858000"/>
              <a:gd name="connsiteX736" fmla="*/ 227269 w 7467600"/>
              <a:gd name="connsiteY736" fmla="*/ 1114064 h 6858000"/>
              <a:gd name="connsiteX737" fmla="*/ 248003 w 7467600"/>
              <a:gd name="connsiteY737" fmla="*/ 1089613 h 6858000"/>
              <a:gd name="connsiteX738" fmla="*/ 427020 w 7467600"/>
              <a:gd name="connsiteY738" fmla="*/ 1619803 h 6858000"/>
              <a:gd name="connsiteX739" fmla="*/ 340345 w 7467600"/>
              <a:gd name="connsiteY739" fmla="*/ 2027739 h 6858000"/>
              <a:gd name="connsiteX740" fmla="*/ 360865 w 7467600"/>
              <a:gd name="connsiteY740" fmla="*/ 2044827 h 6858000"/>
              <a:gd name="connsiteX741" fmla="*/ 560414 w 7467600"/>
              <a:gd name="connsiteY741" fmla="*/ 2421457 h 6858000"/>
              <a:gd name="connsiteX742" fmla="*/ 1359703 w 7467600"/>
              <a:gd name="connsiteY742" fmla="*/ 2578554 h 6858000"/>
              <a:gd name="connsiteX743" fmla="*/ 1359422 w 7467600"/>
              <a:gd name="connsiteY743" fmla="*/ 2577994 h 6858000"/>
              <a:gd name="connsiteX744" fmla="*/ 828701 w 7467600"/>
              <a:gd name="connsiteY744" fmla="*/ 1839520 h 6858000"/>
              <a:gd name="connsiteX745" fmla="*/ 494427 w 7467600"/>
              <a:gd name="connsiteY745" fmla="*/ 1092333 h 6858000"/>
              <a:gd name="connsiteX746" fmla="*/ 506322 w 7467600"/>
              <a:gd name="connsiteY746" fmla="*/ 1020997 h 6858000"/>
              <a:gd name="connsiteX747" fmla="*/ 4570198 w 7467600"/>
              <a:gd name="connsiteY747" fmla="*/ 978081 h 6858000"/>
              <a:gd name="connsiteX748" fmla="*/ 4523691 w 7467600"/>
              <a:gd name="connsiteY748" fmla="*/ 1127776 h 6858000"/>
              <a:gd name="connsiteX749" fmla="*/ 4509875 w 7467600"/>
              <a:gd name="connsiteY749" fmla="*/ 1167552 h 6858000"/>
              <a:gd name="connsiteX750" fmla="*/ 4478168 w 7467600"/>
              <a:gd name="connsiteY750" fmla="*/ 1260735 h 6858000"/>
              <a:gd name="connsiteX751" fmla="*/ 4409309 w 7467600"/>
              <a:gd name="connsiteY751" fmla="*/ 1666996 h 6858000"/>
              <a:gd name="connsiteX752" fmla="*/ 4370031 w 7467600"/>
              <a:gd name="connsiteY752" fmla="*/ 1955666 h 6858000"/>
              <a:gd name="connsiteX753" fmla="*/ 4570198 w 7467600"/>
              <a:gd name="connsiteY753" fmla="*/ 978081 h 6858000"/>
              <a:gd name="connsiteX754" fmla="*/ 4557898 w 7467600"/>
              <a:gd name="connsiteY754" fmla="*/ 900011 h 6858000"/>
              <a:gd name="connsiteX755" fmla="*/ 4344840 w 7467600"/>
              <a:gd name="connsiteY755" fmla="*/ 1922038 h 6858000"/>
              <a:gd name="connsiteX756" fmla="*/ 4378710 w 7467600"/>
              <a:gd name="connsiteY756" fmla="*/ 1665516 h 6858000"/>
              <a:gd name="connsiteX757" fmla="*/ 4448798 w 7467600"/>
              <a:gd name="connsiteY757" fmla="*/ 1253024 h 6858000"/>
              <a:gd name="connsiteX758" fmla="*/ 4480315 w 7467600"/>
              <a:gd name="connsiteY758" fmla="*/ 1158454 h 6858000"/>
              <a:gd name="connsiteX759" fmla="*/ 4494133 w 7467600"/>
              <a:gd name="connsiteY759" fmla="*/ 1118676 h 6858000"/>
              <a:gd name="connsiteX760" fmla="*/ 4557898 w 7467600"/>
              <a:gd name="connsiteY760" fmla="*/ 900011 h 6858000"/>
              <a:gd name="connsiteX761" fmla="*/ 5870151 w 7467600"/>
              <a:gd name="connsiteY761" fmla="*/ 898890 h 6858000"/>
              <a:gd name="connsiteX762" fmla="*/ 5861335 w 7467600"/>
              <a:gd name="connsiteY762" fmla="*/ 899177 h 6858000"/>
              <a:gd name="connsiteX763" fmla="*/ 5843702 w 7467600"/>
              <a:gd name="connsiteY763" fmla="*/ 899748 h 6858000"/>
              <a:gd name="connsiteX764" fmla="*/ 5651107 w 7467600"/>
              <a:gd name="connsiteY764" fmla="*/ 920306 h 6858000"/>
              <a:gd name="connsiteX765" fmla="*/ 5459407 w 7467600"/>
              <a:gd name="connsiteY765" fmla="*/ 940975 h 6858000"/>
              <a:gd name="connsiteX766" fmla="*/ 5374846 w 7467600"/>
              <a:gd name="connsiteY766" fmla="*/ 941988 h 6858000"/>
              <a:gd name="connsiteX767" fmla="*/ 5256105 w 7467600"/>
              <a:gd name="connsiteY767" fmla="*/ 945632 h 6858000"/>
              <a:gd name="connsiteX768" fmla="*/ 5107071 w 7467600"/>
              <a:gd name="connsiteY768" fmla="*/ 969720 h 6858000"/>
              <a:gd name="connsiteX769" fmla="*/ 4998681 w 7467600"/>
              <a:gd name="connsiteY769" fmla="*/ 988771 h 6858000"/>
              <a:gd name="connsiteX770" fmla="*/ 5870151 w 7467600"/>
              <a:gd name="connsiteY770" fmla="*/ 898890 h 6858000"/>
              <a:gd name="connsiteX771" fmla="*/ 5504425 w 7467600"/>
              <a:gd name="connsiteY771" fmla="*/ 848067 h 6858000"/>
              <a:gd name="connsiteX772" fmla="*/ 4968849 w 7467600"/>
              <a:gd name="connsiteY772" fmla="*/ 962318 h 6858000"/>
              <a:gd name="connsiteX773" fmla="*/ 5104039 w 7467600"/>
              <a:gd name="connsiteY773" fmla="*/ 940634 h 6858000"/>
              <a:gd name="connsiteX774" fmla="*/ 5256311 w 7467600"/>
              <a:gd name="connsiteY774" fmla="*/ 916490 h 6858000"/>
              <a:gd name="connsiteX775" fmla="*/ 5377381 w 7467600"/>
              <a:gd name="connsiteY775" fmla="*/ 912671 h 6858000"/>
              <a:gd name="connsiteX776" fmla="*/ 5460148 w 7467600"/>
              <a:gd name="connsiteY776" fmla="*/ 911442 h 6858000"/>
              <a:gd name="connsiteX777" fmla="*/ 5648971 w 7467600"/>
              <a:gd name="connsiteY777" fmla="*/ 891331 h 6858000"/>
              <a:gd name="connsiteX778" fmla="*/ 5844807 w 7467600"/>
              <a:gd name="connsiteY778" fmla="*/ 870718 h 6858000"/>
              <a:gd name="connsiteX779" fmla="*/ 5862975 w 7467600"/>
              <a:gd name="connsiteY779" fmla="*/ 869756 h 6858000"/>
              <a:gd name="connsiteX780" fmla="*/ 5920887 w 7467600"/>
              <a:gd name="connsiteY780" fmla="*/ 865929 h 6858000"/>
              <a:gd name="connsiteX781" fmla="*/ 5504425 w 7467600"/>
              <a:gd name="connsiteY781" fmla="*/ 848067 h 6858000"/>
              <a:gd name="connsiteX782" fmla="*/ 3607114 w 7467600"/>
              <a:gd name="connsiteY782" fmla="*/ 467441 h 6858000"/>
              <a:gd name="connsiteX783" fmla="*/ 3296242 w 7467600"/>
              <a:gd name="connsiteY783" fmla="*/ 807991 h 6858000"/>
              <a:gd name="connsiteX784" fmla="*/ 3174674 w 7467600"/>
              <a:gd name="connsiteY784" fmla="*/ 919759 h 6858000"/>
              <a:gd name="connsiteX785" fmla="*/ 3042978 w 7467600"/>
              <a:gd name="connsiteY785" fmla="*/ 1054894 h 6858000"/>
              <a:gd name="connsiteX786" fmla="*/ 2968914 w 7467600"/>
              <a:gd name="connsiteY786" fmla="*/ 1133756 h 6858000"/>
              <a:gd name="connsiteX787" fmla="*/ 3103823 w 7467600"/>
              <a:gd name="connsiteY787" fmla="*/ 1026814 h 6858000"/>
              <a:gd name="connsiteX788" fmla="*/ 3607114 w 7467600"/>
              <a:gd name="connsiteY788" fmla="*/ 467441 h 6858000"/>
              <a:gd name="connsiteX789" fmla="*/ 3744487 w 7467600"/>
              <a:gd name="connsiteY789" fmla="*/ 383136 h 6858000"/>
              <a:gd name="connsiteX790" fmla="*/ 3970213 w 7467600"/>
              <a:gd name="connsiteY790" fmla="*/ 995559 h 6858000"/>
              <a:gd name="connsiteX791" fmla="*/ 3744487 w 7467600"/>
              <a:gd name="connsiteY791" fmla="*/ 383136 h 6858000"/>
              <a:gd name="connsiteX792" fmla="*/ 3624562 w 7467600"/>
              <a:gd name="connsiteY792" fmla="*/ 367041 h 6858000"/>
              <a:gd name="connsiteX793" fmla="*/ 3489712 w 7467600"/>
              <a:gd name="connsiteY793" fmla="*/ 485386 h 6858000"/>
              <a:gd name="connsiteX794" fmla="*/ 3182994 w 7467600"/>
              <a:gd name="connsiteY794" fmla="*/ 828265 h 6858000"/>
              <a:gd name="connsiteX795" fmla="*/ 2892114 w 7467600"/>
              <a:gd name="connsiteY795" fmla="*/ 1172635 h 6858000"/>
              <a:gd name="connsiteX796" fmla="*/ 3021459 w 7467600"/>
              <a:gd name="connsiteY796" fmla="*/ 1035385 h 6858000"/>
              <a:gd name="connsiteX797" fmla="*/ 3153873 w 7467600"/>
              <a:gd name="connsiteY797" fmla="*/ 898971 h 6858000"/>
              <a:gd name="connsiteX798" fmla="*/ 3276511 w 7467600"/>
              <a:gd name="connsiteY798" fmla="*/ 786423 h 6858000"/>
              <a:gd name="connsiteX799" fmla="*/ 3584154 w 7467600"/>
              <a:gd name="connsiteY799" fmla="*/ 448218 h 6858000"/>
              <a:gd name="connsiteX800" fmla="*/ 3624562 w 7467600"/>
              <a:gd name="connsiteY800" fmla="*/ 367041 h 6858000"/>
              <a:gd name="connsiteX801" fmla="*/ 3766672 w 7467600"/>
              <a:gd name="connsiteY801" fmla="*/ 359429 h 6858000"/>
              <a:gd name="connsiteX802" fmla="*/ 3996338 w 7467600"/>
              <a:gd name="connsiteY802" fmla="*/ 968237 h 6858000"/>
              <a:gd name="connsiteX803" fmla="*/ 3766672 w 7467600"/>
              <a:gd name="connsiteY803" fmla="*/ 359429 h 6858000"/>
              <a:gd name="connsiteX804" fmla="*/ 5805386 w 7467600"/>
              <a:gd name="connsiteY804" fmla="*/ 239240 h 6858000"/>
              <a:gd name="connsiteX805" fmla="*/ 5736947 w 7467600"/>
              <a:gd name="connsiteY805" fmla="*/ 261367 h 6858000"/>
              <a:gd name="connsiteX806" fmla="*/ 5427012 w 7467600"/>
              <a:gd name="connsiteY806" fmla="*/ 311272 h 6858000"/>
              <a:gd name="connsiteX807" fmla="*/ 5147818 w 7467600"/>
              <a:gd name="connsiteY807" fmla="*/ 322112 h 6858000"/>
              <a:gd name="connsiteX808" fmla="*/ 5060854 w 7467600"/>
              <a:gd name="connsiteY808" fmla="*/ 311882 h 6858000"/>
              <a:gd name="connsiteX809" fmla="*/ 4945989 w 7467600"/>
              <a:gd name="connsiteY809" fmla="*/ 300516 h 6858000"/>
              <a:gd name="connsiteX810" fmla="*/ 5410479 w 7467600"/>
              <a:gd name="connsiteY810" fmla="*/ 348434 h 6858000"/>
              <a:gd name="connsiteX811" fmla="*/ 5805386 w 7467600"/>
              <a:gd name="connsiteY811" fmla="*/ 239240 h 6858000"/>
              <a:gd name="connsiteX812" fmla="*/ 5905192 w 7467600"/>
              <a:gd name="connsiteY812" fmla="*/ 163079 h 6858000"/>
              <a:gd name="connsiteX813" fmla="*/ 5865655 w 7467600"/>
              <a:gd name="connsiteY813" fmla="*/ 171901 h 6858000"/>
              <a:gd name="connsiteX814" fmla="*/ 5259740 w 7467600"/>
              <a:gd name="connsiteY814" fmla="*/ 257013 h 6858000"/>
              <a:gd name="connsiteX815" fmla="*/ 5208466 w 7467600"/>
              <a:gd name="connsiteY815" fmla="*/ 257550 h 6858000"/>
              <a:gd name="connsiteX816" fmla="*/ 4980204 w 7467600"/>
              <a:gd name="connsiteY816" fmla="*/ 271903 h 6858000"/>
              <a:gd name="connsiteX817" fmla="*/ 5068068 w 7467600"/>
              <a:gd name="connsiteY817" fmla="*/ 282244 h 6858000"/>
              <a:gd name="connsiteX818" fmla="*/ 5153231 w 7467600"/>
              <a:gd name="connsiteY818" fmla="*/ 292240 h 6858000"/>
              <a:gd name="connsiteX819" fmla="*/ 5426491 w 7467600"/>
              <a:gd name="connsiteY819" fmla="*/ 281128 h 6858000"/>
              <a:gd name="connsiteX820" fmla="*/ 5731212 w 7467600"/>
              <a:gd name="connsiteY820" fmla="*/ 231951 h 6858000"/>
              <a:gd name="connsiteX821" fmla="*/ 5905192 w 7467600"/>
              <a:gd name="connsiteY821" fmla="*/ 163079 h 6858000"/>
              <a:gd name="connsiteX822" fmla="*/ 5944437 w 7467600"/>
              <a:gd name="connsiteY822" fmla="*/ 113829 h 6858000"/>
              <a:gd name="connsiteX823" fmla="*/ 5825032 w 7467600"/>
              <a:gd name="connsiteY823" fmla="*/ 146405 h 6858000"/>
              <a:gd name="connsiteX824" fmla="*/ 4955599 w 7467600"/>
              <a:gd name="connsiteY824" fmla="*/ 247008 h 6858000"/>
              <a:gd name="connsiteX825" fmla="*/ 5210104 w 7467600"/>
              <a:gd name="connsiteY825" fmla="*/ 228123 h 6858000"/>
              <a:gd name="connsiteX826" fmla="*/ 5261015 w 7467600"/>
              <a:gd name="connsiteY826" fmla="*/ 227087 h 6858000"/>
              <a:gd name="connsiteX827" fmla="*/ 5861181 w 7467600"/>
              <a:gd name="connsiteY827" fmla="*/ 143093 h 6858000"/>
              <a:gd name="connsiteX828" fmla="*/ 5961252 w 7467600"/>
              <a:gd name="connsiteY828" fmla="*/ 114820 h 6858000"/>
              <a:gd name="connsiteX829" fmla="*/ 5944437 w 7467600"/>
              <a:gd name="connsiteY829" fmla="*/ 113829 h 6858000"/>
              <a:gd name="connsiteX830" fmla="*/ 3882765 w 7467600"/>
              <a:gd name="connsiteY830" fmla="*/ 0 h 6858000"/>
              <a:gd name="connsiteX831" fmla="*/ 3995099 w 7467600"/>
              <a:gd name="connsiteY831" fmla="*/ 0 h 6858000"/>
              <a:gd name="connsiteX832" fmla="*/ 4163818 w 7467600"/>
              <a:gd name="connsiteY832" fmla="*/ 234104 h 6858000"/>
              <a:gd name="connsiteX833" fmla="*/ 4172099 w 7467600"/>
              <a:gd name="connsiteY833" fmla="*/ 234207 h 6858000"/>
              <a:gd name="connsiteX834" fmla="*/ 4784282 w 7467600"/>
              <a:gd name="connsiteY834" fmla="*/ 276561 h 6858000"/>
              <a:gd name="connsiteX835" fmla="*/ 4801687 w 7467600"/>
              <a:gd name="connsiteY835" fmla="*/ 267764 h 6858000"/>
              <a:gd name="connsiteX836" fmla="*/ 6082788 w 7467600"/>
              <a:gd name="connsiteY836" fmla="*/ 64119 h 6858000"/>
              <a:gd name="connsiteX837" fmla="*/ 6099442 w 7467600"/>
              <a:gd name="connsiteY837" fmla="*/ 82568 h 6858000"/>
              <a:gd name="connsiteX838" fmla="*/ 4804137 w 7467600"/>
              <a:gd name="connsiteY838" fmla="*/ 320931 h 6858000"/>
              <a:gd name="connsiteX839" fmla="*/ 4227047 w 7467600"/>
              <a:gd name="connsiteY839" fmla="*/ 313415 h 6858000"/>
              <a:gd name="connsiteX840" fmla="*/ 4346041 w 7467600"/>
              <a:gd name="connsiteY840" fmla="*/ 456086 h 6858000"/>
              <a:gd name="connsiteX841" fmla="*/ 4870967 w 7467600"/>
              <a:gd name="connsiteY841" fmla="*/ 963061 h 6858000"/>
              <a:gd name="connsiteX842" fmla="*/ 4889647 w 7467600"/>
              <a:gd name="connsiteY842" fmla="*/ 957147 h 6858000"/>
              <a:gd name="connsiteX843" fmla="*/ 5422504 w 7467600"/>
              <a:gd name="connsiteY843" fmla="*/ 805191 h 6858000"/>
              <a:gd name="connsiteX844" fmla="*/ 6087656 w 7467600"/>
              <a:gd name="connsiteY844" fmla="*/ 826703 h 6858000"/>
              <a:gd name="connsiteX845" fmla="*/ 6058717 w 7467600"/>
              <a:gd name="connsiteY845" fmla="*/ 865992 h 6858000"/>
              <a:gd name="connsiteX846" fmla="*/ 4974153 w 7467600"/>
              <a:gd name="connsiteY846" fmla="*/ 1045456 h 6858000"/>
              <a:gd name="connsiteX847" fmla="*/ 5627835 w 7467600"/>
              <a:gd name="connsiteY847" fmla="*/ 1472077 h 6858000"/>
              <a:gd name="connsiteX848" fmla="*/ 5629817 w 7467600"/>
              <a:gd name="connsiteY848" fmla="*/ 1471412 h 6858000"/>
              <a:gd name="connsiteX849" fmla="*/ 5634124 w 7467600"/>
              <a:gd name="connsiteY849" fmla="*/ 1470572 h 6858000"/>
              <a:gd name="connsiteX850" fmla="*/ 5755832 w 7467600"/>
              <a:gd name="connsiteY850" fmla="*/ 1383886 h 6858000"/>
              <a:gd name="connsiteX851" fmla="*/ 6014186 w 7467600"/>
              <a:gd name="connsiteY851" fmla="*/ 1279799 h 6858000"/>
              <a:gd name="connsiteX852" fmla="*/ 6901619 w 7467600"/>
              <a:gd name="connsiteY852" fmla="*/ 1047874 h 6858000"/>
              <a:gd name="connsiteX853" fmla="*/ 6931566 w 7467600"/>
              <a:gd name="connsiteY853" fmla="*/ 1062034 h 6858000"/>
              <a:gd name="connsiteX854" fmla="*/ 5790982 w 7467600"/>
              <a:gd name="connsiteY854" fmla="*/ 1561380 h 6858000"/>
              <a:gd name="connsiteX855" fmla="*/ 6188971 w 7467600"/>
              <a:gd name="connsiteY855" fmla="*/ 1755168 h 6858000"/>
              <a:gd name="connsiteX856" fmla="*/ 6202446 w 7467600"/>
              <a:gd name="connsiteY856" fmla="*/ 1752268 h 6858000"/>
              <a:gd name="connsiteX857" fmla="*/ 7179560 w 7467600"/>
              <a:gd name="connsiteY857" fmla="*/ 1467551 h 6858000"/>
              <a:gd name="connsiteX858" fmla="*/ 7158730 w 7467600"/>
              <a:gd name="connsiteY858" fmla="*/ 1507835 h 6858000"/>
              <a:gd name="connsiteX859" fmla="*/ 6326959 w 7467600"/>
              <a:gd name="connsiteY859" fmla="*/ 1817686 h 6858000"/>
              <a:gd name="connsiteX860" fmla="*/ 6537433 w 7467600"/>
              <a:gd name="connsiteY860" fmla="*/ 1907790 h 6858000"/>
              <a:gd name="connsiteX861" fmla="*/ 6550221 w 7467600"/>
              <a:gd name="connsiteY861" fmla="*/ 1910729 h 6858000"/>
              <a:gd name="connsiteX862" fmla="*/ 6964438 w 7467600"/>
              <a:gd name="connsiteY862" fmla="*/ 2209505 h 6858000"/>
              <a:gd name="connsiteX863" fmla="*/ 7367862 w 7467600"/>
              <a:gd name="connsiteY863" fmla="*/ 2806833 h 6858000"/>
              <a:gd name="connsiteX864" fmla="*/ 7364329 w 7467600"/>
              <a:gd name="connsiteY864" fmla="*/ 2826907 h 6858000"/>
              <a:gd name="connsiteX865" fmla="*/ 7290545 w 7467600"/>
              <a:gd name="connsiteY865" fmla="*/ 2850663 h 6858000"/>
              <a:gd name="connsiteX866" fmla="*/ 6472036 w 7467600"/>
              <a:gd name="connsiteY866" fmla="*/ 1959003 h 6858000"/>
              <a:gd name="connsiteX867" fmla="*/ 5792897 w 7467600"/>
              <a:gd name="connsiteY867" fmla="*/ 1647747 h 6858000"/>
              <a:gd name="connsiteX868" fmla="*/ 5842751 w 7467600"/>
              <a:gd name="connsiteY868" fmla="*/ 1816112 h 6858000"/>
              <a:gd name="connsiteX869" fmla="*/ 5847424 w 7467600"/>
              <a:gd name="connsiteY869" fmla="*/ 1815776 h 6858000"/>
              <a:gd name="connsiteX870" fmla="*/ 6399821 w 7467600"/>
              <a:gd name="connsiteY870" fmla="*/ 2344799 h 6858000"/>
              <a:gd name="connsiteX871" fmla="*/ 6323232 w 7467600"/>
              <a:gd name="connsiteY871" fmla="*/ 2389634 h 6858000"/>
              <a:gd name="connsiteX872" fmla="*/ 5942958 w 7467600"/>
              <a:gd name="connsiteY872" fmla="*/ 2077708 h 6858000"/>
              <a:gd name="connsiteX873" fmla="*/ 5921559 w 7467600"/>
              <a:gd name="connsiteY873" fmla="*/ 2378596 h 6858000"/>
              <a:gd name="connsiteX874" fmla="*/ 5817651 w 7467600"/>
              <a:gd name="connsiteY874" fmla="*/ 3023919 h 6858000"/>
              <a:gd name="connsiteX875" fmla="*/ 5729634 w 7467600"/>
              <a:gd name="connsiteY875" fmla="*/ 3051849 h 6858000"/>
              <a:gd name="connsiteX876" fmla="*/ 5611018 w 7467600"/>
              <a:gd name="connsiteY876" fmla="*/ 2316769 h 6858000"/>
              <a:gd name="connsiteX877" fmla="*/ 5687608 w 7467600"/>
              <a:gd name="connsiteY877" fmla="*/ 2039972 h 6858000"/>
              <a:gd name="connsiteX878" fmla="*/ 5657554 w 7467600"/>
              <a:gd name="connsiteY878" fmla="*/ 1576445 h 6858000"/>
              <a:gd name="connsiteX879" fmla="*/ 5150475 w 7467600"/>
              <a:gd name="connsiteY879" fmla="*/ 1274012 h 6858000"/>
              <a:gd name="connsiteX880" fmla="*/ 5349142 w 7467600"/>
              <a:gd name="connsiteY880" fmla="*/ 2204405 h 6858000"/>
              <a:gd name="connsiteX881" fmla="*/ 5262214 w 7467600"/>
              <a:gd name="connsiteY881" fmla="*/ 2233836 h 6858000"/>
              <a:gd name="connsiteX882" fmla="*/ 4981539 w 7467600"/>
              <a:gd name="connsiteY882" fmla="*/ 1542201 h 6858000"/>
              <a:gd name="connsiteX883" fmla="*/ 4958461 w 7467600"/>
              <a:gd name="connsiteY883" fmla="*/ 1136957 h 6858000"/>
              <a:gd name="connsiteX884" fmla="*/ 4655015 w 7467600"/>
              <a:gd name="connsiteY884" fmla="*/ 891426 h 6858000"/>
              <a:gd name="connsiteX885" fmla="*/ 4348002 w 7467600"/>
              <a:gd name="connsiteY885" fmla="*/ 2205895 h 6858000"/>
              <a:gd name="connsiteX886" fmla="*/ 4262250 w 7467600"/>
              <a:gd name="connsiteY886" fmla="*/ 2219972 h 6858000"/>
              <a:gd name="connsiteX887" fmla="*/ 4550611 w 7467600"/>
              <a:gd name="connsiteY887" fmla="*/ 817540 h 6858000"/>
              <a:gd name="connsiteX888" fmla="*/ 4564418 w 7467600"/>
              <a:gd name="connsiteY888" fmla="*/ 808293 h 6858000"/>
              <a:gd name="connsiteX889" fmla="*/ 4266388 w 7467600"/>
              <a:gd name="connsiteY889" fmla="*/ 500083 h 6858000"/>
              <a:gd name="connsiteX890" fmla="*/ 4032842 w 7467600"/>
              <a:gd name="connsiteY890" fmla="*/ 211809 h 6858000"/>
              <a:gd name="connsiteX891" fmla="*/ 3882765 w 7467600"/>
              <a:gd name="connsiteY891" fmla="*/ 0 h 6858000"/>
              <a:gd name="connsiteX892" fmla="*/ 3721337 w 7467600"/>
              <a:gd name="connsiteY892" fmla="*/ 0 h 6858000"/>
              <a:gd name="connsiteX893" fmla="*/ 3797544 w 7467600"/>
              <a:gd name="connsiteY893" fmla="*/ 0 h 6858000"/>
              <a:gd name="connsiteX894" fmla="*/ 3775734 w 7467600"/>
              <a:gd name="connsiteY894" fmla="*/ 95131 h 6858000"/>
              <a:gd name="connsiteX895" fmla="*/ 3724807 w 7467600"/>
              <a:gd name="connsiteY895" fmla="*/ 272257 h 6858000"/>
              <a:gd name="connsiteX896" fmla="*/ 3726844 w 7467600"/>
              <a:gd name="connsiteY896" fmla="*/ 282988 h 6858000"/>
              <a:gd name="connsiteX897" fmla="*/ 3742664 w 7467600"/>
              <a:gd name="connsiteY897" fmla="*/ 279918 h 6858000"/>
              <a:gd name="connsiteX898" fmla="*/ 4103910 w 7467600"/>
              <a:gd name="connsiteY898" fmla="*/ 1161917 h 6858000"/>
              <a:gd name="connsiteX899" fmla="*/ 4020269 w 7467600"/>
              <a:gd name="connsiteY899" fmla="*/ 1200406 h 6858000"/>
              <a:gd name="connsiteX900" fmla="*/ 3674882 w 7467600"/>
              <a:gd name="connsiteY900" fmla="*/ 488524 h 6858000"/>
              <a:gd name="connsiteX901" fmla="*/ 3132682 w 7467600"/>
              <a:gd name="connsiteY901" fmla="*/ 1072284 h 6858000"/>
              <a:gd name="connsiteX902" fmla="*/ 2716346 w 7467600"/>
              <a:gd name="connsiteY902" fmla="*/ 1276376 h 6858000"/>
              <a:gd name="connsiteX903" fmla="*/ 2716772 w 7467600"/>
              <a:gd name="connsiteY903" fmla="*/ 1255462 h 6858000"/>
              <a:gd name="connsiteX904" fmla="*/ 3471096 w 7467600"/>
              <a:gd name="connsiteY904" fmla="*/ 437072 h 6858000"/>
              <a:gd name="connsiteX905" fmla="*/ 3639057 w 7467600"/>
              <a:gd name="connsiteY905" fmla="*/ 286334 h 6858000"/>
              <a:gd name="connsiteX906" fmla="*/ 3640309 w 7467600"/>
              <a:gd name="connsiteY906" fmla="*/ 284664 h 6858000"/>
              <a:gd name="connsiteX907" fmla="*/ 3646022 w 7467600"/>
              <a:gd name="connsiteY907" fmla="*/ 276711 h 6858000"/>
              <a:gd name="connsiteX908" fmla="*/ 3707943 w 7467600"/>
              <a:gd name="connsiteY908" fmla="*/ 65958 h 6858000"/>
              <a:gd name="connsiteX909" fmla="*/ 3721337 w 7467600"/>
              <a:gd name="connsiteY909" fmla="*/ 0 h 6858000"/>
              <a:gd name="connsiteX910" fmla="*/ 2867960 w 7467600"/>
              <a:gd name="connsiteY910" fmla="*/ 0 h 6858000"/>
              <a:gd name="connsiteX911" fmla="*/ 2926351 w 7467600"/>
              <a:gd name="connsiteY911" fmla="*/ 0 h 6858000"/>
              <a:gd name="connsiteX912" fmla="*/ 2902823 w 7467600"/>
              <a:gd name="connsiteY912" fmla="*/ 262929 h 6858000"/>
              <a:gd name="connsiteX913" fmla="*/ 2940663 w 7467600"/>
              <a:gd name="connsiteY913" fmla="*/ 140884 h 6858000"/>
              <a:gd name="connsiteX914" fmla="*/ 2947039 w 7467600"/>
              <a:gd name="connsiteY914" fmla="*/ 122524 h 6858000"/>
              <a:gd name="connsiteX915" fmla="*/ 2984316 w 7467600"/>
              <a:gd name="connsiteY915" fmla="*/ 0 h 6858000"/>
              <a:gd name="connsiteX916" fmla="*/ 3016114 w 7467600"/>
              <a:gd name="connsiteY916" fmla="*/ 0 h 6858000"/>
              <a:gd name="connsiteX917" fmla="*/ 2979949 w 7467600"/>
              <a:gd name="connsiteY917" fmla="*/ 119274 h 6858000"/>
              <a:gd name="connsiteX918" fmla="*/ 3023879 w 7467600"/>
              <a:gd name="connsiteY918" fmla="*/ 0 h 6858000"/>
              <a:gd name="connsiteX919" fmla="*/ 3105400 w 7467600"/>
              <a:gd name="connsiteY919" fmla="*/ 0 h 6858000"/>
              <a:gd name="connsiteX920" fmla="*/ 3094669 w 7467600"/>
              <a:gd name="connsiteY920" fmla="*/ 30308 h 6858000"/>
              <a:gd name="connsiteX921" fmla="*/ 2901945 w 7467600"/>
              <a:gd name="connsiteY921" fmla="*/ 466538 h 6858000"/>
              <a:gd name="connsiteX922" fmla="*/ 2815209 w 7467600"/>
              <a:gd name="connsiteY922" fmla="*/ 497361 h 6858000"/>
              <a:gd name="connsiteX923" fmla="*/ 2844845 w 7467600"/>
              <a:gd name="connsiteY923" fmla="*/ 127638 h 6858000"/>
              <a:gd name="connsiteX924" fmla="*/ 2867960 w 7467600"/>
              <a:gd name="connsiteY924" fmla="*/ 0 h 6858000"/>
              <a:gd name="connsiteX925" fmla="*/ 1057230 w 7467600"/>
              <a:gd name="connsiteY925" fmla="*/ 0 h 6858000"/>
              <a:gd name="connsiteX926" fmla="*/ 1111003 w 7467600"/>
              <a:gd name="connsiteY926" fmla="*/ 0 h 6858000"/>
              <a:gd name="connsiteX927" fmla="*/ 1125553 w 7467600"/>
              <a:gd name="connsiteY927" fmla="*/ 52588 h 6858000"/>
              <a:gd name="connsiteX928" fmla="*/ 1304276 w 7467600"/>
              <a:gd name="connsiteY928" fmla="*/ 476275 h 6858000"/>
              <a:gd name="connsiteX929" fmla="*/ 1492066 w 7467600"/>
              <a:gd name="connsiteY929" fmla="*/ 886333 h 6858000"/>
              <a:gd name="connsiteX930" fmla="*/ 1423698 w 7467600"/>
              <a:gd name="connsiteY930" fmla="*/ 710817 h 6858000"/>
              <a:gd name="connsiteX931" fmla="*/ 1357609 w 7467600"/>
              <a:gd name="connsiteY931" fmla="*/ 532892 h 6858000"/>
              <a:gd name="connsiteX932" fmla="*/ 1309550 w 7467600"/>
              <a:gd name="connsiteY932" fmla="*/ 374031 h 6858000"/>
              <a:gd name="connsiteX933" fmla="*/ 1193673 w 7467600"/>
              <a:gd name="connsiteY933" fmla="*/ 49533 h 6858000"/>
              <a:gd name="connsiteX934" fmla="*/ 1164391 w 7467600"/>
              <a:gd name="connsiteY934" fmla="*/ 0 h 6858000"/>
              <a:gd name="connsiteX935" fmla="*/ 1200666 w 7467600"/>
              <a:gd name="connsiteY935" fmla="*/ 0 h 6858000"/>
              <a:gd name="connsiteX936" fmla="*/ 1223408 w 7467600"/>
              <a:gd name="connsiteY936" fmla="*/ 38996 h 6858000"/>
              <a:gd name="connsiteX937" fmla="*/ 1339635 w 7467600"/>
              <a:gd name="connsiteY937" fmla="*/ 365517 h 6858000"/>
              <a:gd name="connsiteX938" fmla="*/ 1387469 w 7467600"/>
              <a:gd name="connsiteY938" fmla="*/ 523079 h 6858000"/>
              <a:gd name="connsiteX939" fmla="*/ 1452685 w 7467600"/>
              <a:gd name="connsiteY939" fmla="*/ 699806 h 6858000"/>
              <a:gd name="connsiteX940" fmla="*/ 1492092 w 7467600"/>
              <a:gd name="connsiteY940" fmla="*/ 800424 h 6858000"/>
              <a:gd name="connsiteX941" fmla="*/ 1455302 w 7467600"/>
              <a:gd name="connsiteY941" fmla="*/ 632913 h 6858000"/>
              <a:gd name="connsiteX942" fmla="*/ 1222336 w 7467600"/>
              <a:gd name="connsiteY942" fmla="*/ 9480 h 6858000"/>
              <a:gd name="connsiteX943" fmla="*/ 1214634 w 7467600"/>
              <a:gd name="connsiteY943" fmla="*/ 0 h 6858000"/>
              <a:gd name="connsiteX944" fmla="*/ 1289827 w 7467600"/>
              <a:gd name="connsiteY944" fmla="*/ 0 h 6858000"/>
              <a:gd name="connsiteX945" fmla="*/ 1321076 w 7467600"/>
              <a:gd name="connsiteY945" fmla="*/ 59722 h 6858000"/>
              <a:gd name="connsiteX946" fmla="*/ 1512579 w 7467600"/>
              <a:gd name="connsiteY946" fmla="*/ 626441 h 6858000"/>
              <a:gd name="connsiteX947" fmla="*/ 1506076 w 7467600"/>
              <a:gd name="connsiteY947" fmla="*/ 1089289 h 6858000"/>
              <a:gd name="connsiteX948" fmla="*/ 1486346 w 7467600"/>
              <a:gd name="connsiteY948" fmla="*/ 1079919 h 6858000"/>
              <a:gd name="connsiteX949" fmla="*/ 1070511 w 7467600"/>
              <a:gd name="connsiteY949" fmla="*/ 48609 h 6858000"/>
              <a:gd name="connsiteX950" fmla="*/ 1057230 w 7467600"/>
              <a:gd name="connsiteY950" fmla="*/ 0 h 6858000"/>
              <a:gd name="connsiteX951" fmla="*/ 43151 w 7467600"/>
              <a:gd name="connsiteY951" fmla="*/ 0 h 6858000"/>
              <a:gd name="connsiteX952" fmla="*/ 95283 w 7467600"/>
              <a:gd name="connsiteY952" fmla="*/ 0 h 6858000"/>
              <a:gd name="connsiteX953" fmla="*/ 300708 w 7467600"/>
              <a:gd name="connsiteY953" fmla="*/ 154571 h 6858000"/>
              <a:gd name="connsiteX954" fmla="*/ 530414 w 7467600"/>
              <a:gd name="connsiteY954" fmla="*/ 354673 h 6858000"/>
              <a:gd name="connsiteX955" fmla="*/ 333785 w 7467600"/>
              <a:gd name="connsiteY955" fmla="*/ 161564 h 6858000"/>
              <a:gd name="connsiteX956" fmla="*/ 147005 w 7467600"/>
              <a:gd name="connsiteY956" fmla="*/ 0 h 6858000"/>
              <a:gd name="connsiteX957" fmla="*/ 272509 w 7467600"/>
              <a:gd name="connsiteY957" fmla="*/ 0 h 6858000"/>
              <a:gd name="connsiteX958" fmla="*/ 326276 w 7467600"/>
              <a:gd name="connsiteY958" fmla="*/ 45847 h 6858000"/>
              <a:gd name="connsiteX959" fmla="*/ 823759 w 7467600"/>
              <a:gd name="connsiteY959" fmla="*/ 574145 h 6858000"/>
              <a:gd name="connsiteX960" fmla="*/ 811254 w 7467600"/>
              <a:gd name="connsiteY960" fmla="*/ 665546 h 6858000"/>
              <a:gd name="connsiteX961" fmla="*/ 154042 w 7467600"/>
              <a:gd name="connsiteY961" fmla="*/ 261522 h 6858000"/>
              <a:gd name="connsiteX962" fmla="*/ 13550 w 7467600"/>
              <a:gd name="connsiteY962" fmla="*/ 158423 h 6858000"/>
              <a:gd name="connsiteX963" fmla="*/ 0 w 7467600"/>
              <a:gd name="connsiteY963" fmla="*/ 146618 h 6858000"/>
              <a:gd name="connsiteX964" fmla="*/ 0 w 7467600"/>
              <a:gd name="connsiteY964" fmla="*/ 59161 h 6858000"/>
              <a:gd name="connsiteX965" fmla="*/ 45427 w 7467600"/>
              <a:gd name="connsiteY965" fmla="*/ 101078 h 6858000"/>
              <a:gd name="connsiteX966" fmla="*/ 630103 w 7467600"/>
              <a:gd name="connsiteY966" fmla="*/ 485885 h 6858000"/>
              <a:gd name="connsiteX967" fmla="*/ 532040 w 7467600"/>
              <a:gd name="connsiteY967" fmla="*/ 399359 h 6858000"/>
              <a:gd name="connsiteX968" fmla="*/ 517618 w 7467600"/>
              <a:gd name="connsiteY968" fmla="*/ 385726 h 6858000"/>
              <a:gd name="connsiteX969" fmla="*/ 285074 w 7467600"/>
              <a:gd name="connsiteY969" fmla="*/ 182755 h 6858000"/>
              <a:gd name="connsiteX970" fmla="*/ 43151 w 7467600"/>
              <a:gd name="connsiteY97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1456157 w 7467600"/>
              <a:gd name="connsiteY91" fmla="*/ 5371404 h 6858000"/>
              <a:gd name="connsiteX92" fmla="*/ 1244432 w 7467600"/>
              <a:gd name="connsiteY92" fmla="*/ 5385601 h 6858000"/>
              <a:gd name="connsiteX93" fmla="*/ 973990 w 7467600"/>
              <a:gd name="connsiteY93" fmla="*/ 5424940 h 6858000"/>
              <a:gd name="connsiteX94" fmla="*/ 1103809 w 7467600"/>
              <a:gd name="connsiteY94" fmla="*/ 5433720 h 6858000"/>
              <a:gd name="connsiteX95" fmla="*/ 1123454 w 7467600"/>
              <a:gd name="connsiteY95" fmla="*/ 5435727 h 6858000"/>
              <a:gd name="connsiteX96" fmla="*/ 1737017 w 7467600"/>
              <a:gd name="connsiteY96" fmla="*/ 5452183 h 6858000"/>
              <a:gd name="connsiteX97" fmla="*/ 1824397 w 7467600"/>
              <a:gd name="connsiteY97" fmla="*/ 5447757 h 6858000"/>
              <a:gd name="connsiteX98" fmla="*/ 2070059 w 7467600"/>
              <a:gd name="connsiteY98" fmla="*/ 5441660 h 6858000"/>
              <a:gd name="connsiteX99" fmla="*/ 1456157 w 7467600"/>
              <a:gd name="connsiteY99" fmla="*/ 5371404 h 6858000"/>
              <a:gd name="connsiteX100" fmla="*/ 4988186 w 7467600"/>
              <a:gd name="connsiteY100" fmla="*/ 5216467 h 6858000"/>
              <a:gd name="connsiteX101" fmla="*/ 4777334 w 7467600"/>
              <a:gd name="connsiteY101" fmla="*/ 5406072 h 6858000"/>
              <a:gd name="connsiteX102" fmla="*/ 4718341 w 7467600"/>
              <a:gd name="connsiteY102" fmla="*/ 5468043 h 6858000"/>
              <a:gd name="connsiteX103" fmla="*/ 4604655 w 7467600"/>
              <a:gd name="connsiteY103" fmla="*/ 5583434 h 6858000"/>
              <a:gd name="connsiteX104" fmla="*/ 4565074 w 7467600"/>
              <a:gd name="connsiteY104" fmla="*/ 5618550 h 6858000"/>
              <a:gd name="connsiteX105" fmla="*/ 4988186 w 7467600"/>
              <a:gd name="connsiteY105" fmla="*/ 5216467 h 6858000"/>
              <a:gd name="connsiteX106" fmla="*/ 4978032 w 7467600"/>
              <a:gd name="connsiteY106" fmla="*/ 5183809 h 6858000"/>
              <a:gd name="connsiteX107" fmla="*/ 4463413 w 7467600"/>
              <a:gd name="connsiteY107" fmla="*/ 5615162 h 6858000"/>
              <a:gd name="connsiteX108" fmla="*/ 4358134 w 7467600"/>
              <a:gd name="connsiteY108" fmla="*/ 5742791 h 6858000"/>
              <a:gd name="connsiteX109" fmla="*/ 4376219 w 7467600"/>
              <a:gd name="connsiteY109" fmla="*/ 5729027 h 6858000"/>
              <a:gd name="connsiteX110" fmla="*/ 4582340 w 7467600"/>
              <a:gd name="connsiteY110" fmla="*/ 5561037 h 6858000"/>
              <a:gd name="connsiteX111" fmla="*/ 4694684 w 7467600"/>
              <a:gd name="connsiteY111" fmla="*/ 5447098 h 6858000"/>
              <a:gd name="connsiteX112" fmla="*/ 4754123 w 7467600"/>
              <a:gd name="connsiteY112" fmla="*/ 5384643 h 6858000"/>
              <a:gd name="connsiteX113" fmla="*/ 4978032 w 7467600"/>
              <a:gd name="connsiteY113" fmla="*/ 5183809 h 6858000"/>
              <a:gd name="connsiteX114" fmla="*/ 1903353 w 7467600"/>
              <a:gd name="connsiteY114" fmla="*/ 5044827 h 6858000"/>
              <a:gd name="connsiteX115" fmla="*/ 1936931 w 7467600"/>
              <a:gd name="connsiteY115" fmla="*/ 5093954 h 6858000"/>
              <a:gd name="connsiteX116" fmla="*/ 2195868 w 7467600"/>
              <a:gd name="connsiteY116" fmla="*/ 5396574 h 6858000"/>
              <a:gd name="connsiteX117" fmla="*/ 2088852 w 7467600"/>
              <a:gd name="connsiteY117" fmla="*/ 5166123 h 6858000"/>
              <a:gd name="connsiteX118" fmla="*/ 1958241 w 7467600"/>
              <a:gd name="connsiteY118" fmla="*/ 5067955 h 6858000"/>
              <a:gd name="connsiteX119" fmla="*/ 1903353 w 7467600"/>
              <a:gd name="connsiteY119" fmla="*/ 5044827 h 6858000"/>
              <a:gd name="connsiteX120" fmla="*/ 1979378 w 7467600"/>
              <a:gd name="connsiteY120" fmla="*/ 4769504 h 6858000"/>
              <a:gd name="connsiteX121" fmla="*/ 2882120 w 7467600"/>
              <a:gd name="connsiteY121" fmla="*/ 5064547 h 6858000"/>
              <a:gd name="connsiteX122" fmla="*/ 2793103 w 7467600"/>
              <a:gd name="connsiteY122" fmla="*/ 5039699 h 6858000"/>
              <a:gd name="connsiteX123" fmla="*/ 2770041 w 7467600"/>
              <a:gd name="connsiteY123" fmla="*/ 5033634 h 6858000"/>
              <a:gd name="connsiteX124" fmla="*/ 1979378 w 7467600"/>
              <a:gd name="connsiteY124" fmla="*/ 4769504 h 6858000"/>
              <a:gd name="connsiteX125" fmla="*/ 1927410 w 7467600"/>
              <a:gd name="connsiteY125" fmla="*/ 4716164 h 6858000"/>
              <a:gd name="connsiteX126" fmla="*/ 1959587 w 7467600"/>
              <a:gd name="connsiteY126" fmla="*/ 4728849 h 6858000"/>
              <a:gd name="connsiteX127" fmla="*/ 2777707 w 7467600"/>
              <a:gd name="connsiteY127" fmla="*/ 5003991 h 6858000"/>
              <a:gd name="connsiteX128" fmla="*/ 2800768 w 7467600"/>
              <a:gd name="connsiteY128" fmla="*/ 5010056 h 6858000"/>
              <a:gd name="connsiteX129" fmla="*/ 2879408 w 7467600"/>
              <a:gd name="connsiteY129" fmla="*/ 5031590 h 6858000"/>
              <a:gd name="connsiteX130" fmla="*/ 2862295 w 7467600"/>
              <a:gd name="connsiteY130" fmla="*/ 5022958 h 6858000"/>
              <a:gd name="connsiteX131" fmla="*/ 2813343 w 7467600"/>
              <a:gd name="connsiteY131" fmla="*/ 4998369 h 6858000"/>
              <a:gd name="connsiteX132" fmla="*/ 2646245 w 7467600"/>
              <a:gd name="connsiteY132" fmla="*/ 4930999 h 6858000"/>
              <a:gd name="connsiteX133" fmla="*/ 1999243 w 7467600"/>
              <a:gd name="connsiteY133" fmla="*/ 4730524 h 6858000"/>
              <a:gd name="connsiteX134" fmla="*/ 1979527 w 7467600"/>
              <a:gd name="connsiteY134" fmla="*/ 4726651 h 6858000"/>
              <a:gd name="connsiteX135" fmla="*/ 1927410 w 7467600"/>
              <a:gd name="connsiteY135" fmla="*/ 4716164 h 6858000"/>
              <a:gd name="connsiteX136" fmla="*/ 1997014 w 7467600"/>
              <a:gd name="connsiteY136" fmla="*/ 4698007 h 6858000"/>
              <a:gd name="connsiteX137" fmla="*/ 2005458 w 7467600"/>
              <a:gd name="connsiteY137" fmla="*/ 4699540 h 6858000"/>
              <a:gd name="connsiteX138" fmla="*/ 2657186 w 7467600"/>
              <a:gd name="connsiteY138" fmla="*/ 4901687 h 6858000"/>
              <a:gd name="connsiteX139" fmla="*/ 2826662 w 7467600"/>
              <a:gd name="connsiteY139" fmla="*/ 4970362 h 6858000"/>
              <a:gd name="connsiteX140" fmla="*/ 2876100 w 7467600"/>
              <a:gd name="connsiteY140" fmla="*/ 4995397 h 6858000"/>
              <a:gd name="connsiteX141" fmla="*/ 3042600 w 7467600"/>
              <a:gd name="connsiteY141" fmla="*/ 5059532 h 6858000"/>
              <a:gd name="connsiteX142" fmla="*/ 1997014 w 7467600"/>
              <a:gd name="connsiteY142" fmla="*/ 4698007 h 6858000"/>
              <a:gd name="connsiteX143" fmla="*/ 2305292 w 7467600"/>
              <a:gd name="connsiteY143" fmla="*/ 4219492 h 6858000"/>
              <a:gd name="connsiteX144" fmla="*/ 3360922 w 7467600"/>
              <a:gd name="connsiteY144" fmla="*/ 4529373 h 6858000"/>
              <a:gd name="connsiteX145" fmla="*/ 3492420 w 7467600"/>
              <a:gd name="connsiteY145" fmla="*/ 4510145 h 6858000"/>
              <a:gd name="connsiteX146" fmla="*/ 3364086 w 7467600"/>
              <a:gd name="connsiteY146" fmla="*/ 4480340 h 6858000"/>
              <a:gd name="connsiteX147" fmla="*/ 3225818 w 7467600"/>
              <a:gd name="connsiteY147" fmla="*/ 4411822 h 6858000"/>
              <a:gd name="connsiteX148" fmla="*/ 3129696 w 7467600"/>
              <a:gd name="connsiteY148" fmla="*/ 4360704 h 6858000"/>
              <a:gd name="connsiteX149" fmla="*/ 2814545 w 7467600"/>
              <a:gd name="connsiteY149" fmla="*/ 4282955 h 6858000"/>
              <a:gd name="connsiteX150" fmla="*/ 2305292 w 7467600"/>
              <a:gd name="connsiteY150" fmla="*/ 4219492 h 6858000"/>
              <a:gd name="connsiteX151" fmla="*/ 2626982 w 7467600"/>
              <a:gd name="connsiteY151" fmla="*/ 4206450 h 6858000"/>
              <a:gd name="connsiteX152" fmla="*/ 2490617 w 7467600"/>
              <a:gd name="connsiteY152" fmla="*/ 4206951 h 6858000"/>
              <a:gd name="connsiteX153" fmla="*/ 2819869 w 7467600"/>
              <a:gd name="connsiteY153" fmla="*/ 4252936 h 6858000"/>
              <a:gd name="connsiteX154" fmla="*/ 3143018 w 7467600"/>
              <a:gd name="connsiteY154" fmla="*/ 4332698 h 6858000"/>
              <a:gd name="connsiteX155" fmla="*/ 3241520 w 7467600"/>
              <a:gd name="connsiteY155" fmla="*/ 4385112 h 6858000"/>
              <a:gd name="connsiteX156" fmla="*/ 3374575 w 7467600"/>
              <a:gd name="connsiteY156" fmla="*/ 4451517 h 6858000"/>
              <a:gd name="connsiteX157" fmla="*/ 3505221 w 7467600"/>
              <a:gd name="connsiteY157" fmla="*/ 4480757 h 6858000"/>
              <a:gd name="connsiteX158" fmla="*/ 2626982 w 7467600"/>
              <a:gd name="connsiteY158" fmla="*/ 4206450 h 6858000"/>
              <a:gd name="connsiteX159" fmla="*/ 1310106 w 7467600"/>
              <a:gd name="connsiteY159" fmla="*/ 3943217 h 6858000"/>
              <a:gd name="connsiteX160" fmla="*/ 854994 w 7467600"/>
              <a:gd name="connsiteY160" fmla="*/ 4399136 h 6858000"/>
              <a:gd name="connsiteX161" fmla="*/ 742462 w 7467600"/>
              <a:gd name="connsiteY161" fmla="*/ 4594648 h 6858000"/>
              <a:gd name="connsiteX162" fmla="*/ 820602 w 7467600"/>
              <a:gd name="connsiteY162" fmla="*/ 4485915 h 6858000"/>
              <a:gd name="connsiteX163" fmla="*/ 878295 w 7467600"/>
              <a:gd name="connsiteY163" fmla="*/ 4403594 h 6858000"/>
              <a:gd name="connsiteX164" fmla="*/ 1240607 w 7467600"/>
              <a:gd name="connsiteY164" fmla="*/ 4010401 h 6858000"/>
              <a:gd name="connsiteX165" fmla="*/ 1310106 w 7467600"/>
              <a:gd name="connsiteY165" fmla="*/ 3943217 h 6858000"/>
              <a:gd name="connsiteX166" fmla="*/ 1423113 w 7467600"/>
              <a:gd name="connsiteY166" fmla="*/ 3874565 h 6858000"/>
              <a:gd name="connsiteX167" fmla="*/ 1260565 w 7467600"/>
              <a:gd name="connsiteY167" fmla="*/ 4031982 h 6858000"/>
              <a:gd name="connsiteX168" fmla="*/ 901900 w 7467600"/>
              <a:gd name="connsiteY168" fmla="*/ 4421236 h 6858000"/>
              <a:gd name="connsiteX169" fmla="*/ 845044 w 7467600"/>
              <a:gd name="connsiteY169" fmla="*/ 4502436 h 6858000"/>
              <a:gd name="connsiteX170" fmla="*/ 685926 w 7467600"/>
              <a:gd name="connsiteY170" fmla="*/ 4703069 h 6858000"/>
              <a:gd name="connsiteX171" fmla="*/ 684248 w 7467600"/>
              <a:gd name="connsiteY171" fmla="*/ 4706721 h 6858000"/>
              <a:gd name="connsiteX172" fmla="*/ 1423113 w 7467600"/>
              <a:gd name="connsiteY172" fmla="*/ 3874565 h 6858000"/>
              <a:gd name="connsiteX173" fmla="*/ 3316479 w 7467600"/>
              <a:gd name="connsiteY173" fmla="*/ 3872136 h 6858000"/>
              <a:gd name="connsiteX174" fmla="*/ 3546806 w 7467600"/>
              <a:gd name="connsiteY174" fmla="*/ 4356139 h 6858000"/>
              <a:gd name="connsiteX175" fmla="*/ 3364433 w 7467600"/>
              <a:gd name="connsiteY175" fmla="*/ 3953121 h 6858000"/>
              <a:gd name="connsiteX176" fmla="*/ 3316479 w 7467600"/>
              <a:gd name="connsiteY176" fmla="*/ 3872136 h 6858000"/>
              <a:gd name="connsiteX177" fmla="*/ 3291335 w 7467600"/>
              <a:gd name="connsiteY177" fmla="*/ 3767420 h 6858000"/>
              <a:gd name="connsiteX178" fmla="*/ 3390805 w 7467600"/>
              <a:gd name="connsiteY178" fmla="*/ 3937163 h 6858000"/>
              <a:gd name="connsiteX179" fmla="*/ 3579062 w 7467600"/>
              <a:gd name="connsiteY179" fmla="*/ 4359040 h 6858000"/>
              <a:gd name="connsiteX180" fmla="*/ 3467355 w 7467600"/>
              <a:gd name="connsiteY180" fmla="*/ 3988130 h 6858000"/>
              <a:gd name="connsiteX181" fmla="*/ 3310753 w 7467600"/>
              <a:gd name="connsiteY181" fmla="*/ 3787140 h 6858000"/>
              <a:gd name="connsiteX182" fmla="*/ 3291335 w 7467600"/>
              <a:gd name="connsiteY182" fmla="*/ 3767420 h 6858000"/>
              <a:gd name="connsiteX183" fmla="*/ 1635889 w 7467600"/>
              <a:gd name="connsiteY183" fmla="*/ 3709494 h 6858000"/>
              <a:gd name="connsiteX184" fmla="*/ 1634800 w 7467600"/>
              <a:gd name="connsiteY184" fmla="*/ 3731111 h 6858000"/>
              <a:gd name="connsiteX185" fmla="*/ 1635889 w 7467600"/>
              <a:gd name="connsiteY185" fmla="*/ 3709494 h 6858000"/>
              <a:gd name="connsiteX186" fmla="*/ 1510397 w 7467600"/>
              <a:gd name="connsiteY186" fmla="*/ 3684705 h 6858000"/>
              <a:gd name="connsiteX187" fmla="*/ 1146550 w 7467600"/>
              <a:gd name="connsiteY187" fmla="*/ 3802012 h 6858000"/>
              <a:gd name="connsiteX188" fmla="*/ 698834 w 7467600"/>
              <a:gd name="connsiteY188" fmla="*/ 3952272 h 6858000"/>
              <a:gd name="connsiteX189" fmla="*/ 34256 w 7467600"/>
              <a:gd name="connsiteY189" fmla="*/ 4347603 h 6858000"/>
              <a:gd name="connsiteX190" fmla="*/ 527241 w 7467600"/>
              <a:gd name="connsiteY190" fmla="*/ 4065078 h 6858000"/>
              <a:gd name="connsiteX191" fmla="*/ 1510397 w 7467600"/>
              <a:gd name="connsiteY191" fmla="*/ 3684705 h 6858000"/>
              <a:gd name="connsiteX192" fmla="*/ 1313114 w 7467600"/>
              <a:gd name="connsiteY192" fmla="*/ 3655216 h 6858000"/>
              <a:gd name="connsiteX193" fmla="*/ 1109304 w 7467600"/>
              <a:gd name="connsiteY193" fmla="*/ 3669030 h 6858000"/>
              <a:gd name="connsiteX194" fmla="*/ 8129 w 7467600"/>
              <a:gd name="connsiteY194" fmla="*/ 4330519 h 6858000"/>
              <a:gd name="connsiteX195" fmla="*/ 687572 w 7467600"/>
              <a:gd name="connsiteY195" fmla="*/ 3925629 h 6858000"/>
              <a:gd name="connsiteX196" fmla="*/ 1138365 w 7467600"/>
              <a:gd name="connsiteY196" fmla="*/ 3774515 h 6858000"/>
              <a:gd name="connsiteX197" fmla="*/ 1505579 w 7467600"/>
              <a:gd name="connsiteY197" fmla="*/ 3655526 h 6858000"/>
              <a:gd name="connsiteX198" fmla="*/ 1313114 w 7467600"/>
              <a:gd name="connsiteY198" fmla="*/ 3655216 h 6858000"/>
              <a:gd name="connsiteX199" fmla="*/ 3655073 w 7467600"/>
              <a:gd name="connsiteY199" fmla="*/ 3650884 h 6858000"/>
              <a:gd name="connsiteX200" fmla="*/ 3989938 w 7467600"/>
              <a:gd name="connsiteY200" fmla="*/ 3991685 h 6858000"/>
              <a:gd name="connsiteX201" fmla="*/ 4393907 w 7467600"/>
              <a:gd name="connsiteY201" fmla="*/ 4261258 h 6858000"/>
              <a:gd name="connsiteX202" fmla="*/ 4648051 w 7467600"/>
              <a:gd name="connsiteY202" fmla="*/ 4374051 h 6858000"/>
              <a:gd name="connsiteX203" fmla="*/ 4383389 w 7467600"/>
              <a:gd name="connsiteY203" fmla="*/ 4184369 h 6858000"/>
              <a:gd name="connsiteX204" fmla="*/ 4165508 w 7467600"/>
              <a:gd name="connsiteY204" fmla="*/ 4035196 h 6858000"/>
              <a:gd name="connsiteX205" fmla="*/ 4068162 w 7467600"/>
              <a:gd name="connsiteY205" fmla="*/ 3953394 h 6858000"/>
              <a:gd name="connsiteX206" fmla="*/ 3981416 w 7467600"/>
              <a:gd name="connsiteY206" fmla="*/ 3880482 h 6858000"/>
              <a:gd name="connsiteX207" fmla="*/ 3800147 w 7467600"/>
              <a:gd name="connsiteY207" fmla="*/ 3749872 h 6858000"/>
              <a:gd name="connsiteX208" fmla="*/ 3655073 w 7467600"/>
              <a:gd name="connsiteY208" fmla="*/ 3650884 h 6858000"/>
              <a:gd name="connsiteX209" fmla="*/ 3670252 w 7467600"/>
              <a:gd name="connsiteY209" fmla="*/ 3622798 h 6858000"/>
              <a:gd name="connsiteX210" fmla="*/ 3817258 w 7467600"/>
              <a:gd name="connsiteY210" fmla="*/ 3723577 h 6858000"/>
              <a:gd name="connsiteX211" fmla="*/ 4000461 w 7467600"/>
              <a:gd name="connsiteY211" fmla="*/ 3855966 h 6858000"/>
              <a:gd name="connsiteX212" fmla="*/ 4088180 w 7467600"/>
              <a:gd name="connsiteY212" fmla="*/ 3929774 h 6858000"/>
              <a:gd name="connsiteX213" fmla="*/ 4184555 w 7467600"/>
              <a:gd name="connsiteY213" fmla="*/ 4010683 h 6858000"/>
              <a:gd name="connsiteX214" fmla="*/ 4399563 w 7467600"/>
              <a:gd name="connsiteY214" fmla="*/ 4158106 h 6858000"/>
              <a:gd name="connsiteX215" fmla="*/ 4684469 w 7467600"/>
              <a:gd name="connsiteY215" fmla="*/ 4364680 h 6858000"/>
              <a:gd name="connsiteX216" fmla="*/ 4690271 w 7467600"/>
              <a:gd name="connsiteY216" fmla="*/ 4370034 h 6858000"/>
              <a:gd name="connsiteX217" fmla="*/ 4136093 w 7467600"/>
              <a:gd name="connsiteY217" fmla="*/ 3858466 h 6858000"/>
              <a:gd name="connsiteX218" fmla="*/ 3670252 w 7467600"/>
              <a:gd name="connsiteY218" fmla="*/ 3622798 h 6858000"/>
              <a:gd name="connsiteX219" fmla="*/ 4440129 w 7467600"/>
              <a:gd name="connsiteY219" fmla="*/ 3448571 h 6858000"/>
              <a:gd name="connsiteX220" fmla="*/ 4856525 w 7467600"/>
              <a:gd name="connsiteY220" fmla="*/ 3915351 h 6858000"/>
              <a:gd name="connsiteX221" fmla="*/ 5059055 w 7467600"/>
              <a:gd name="connsiteY221" fmla="*/ 4108918 h 6858000"/>
              <a:gd name="connsiteX222" fmla="*/ 5290070 w 7467600"/>
              <a:gd name="connsiteY222" fmla="*/ 4263619 h 6858000"/>
              <a:gd name="connsiteX223" fmla="*/ 4834991 w 7467600"/>
              <a:gd name="connsiteY223" fmla="*/ 3830985 h 6858000"/>
              <a:gd name="connsiteX224" fmla="*/ 4440129 w 7467600"/>
              <a:gd name="connsiteY224" fmla="*/ 3448571 h 6858000"/>
              <a:gd name="connsiteX225" fmla="*/ 4441737 w 7467600"/>
              <a:gd name="connsiteY225" fmla="*/ 3399734 h 6858000"/>
              <a:gd name="connsiteX226" fmla="*/ 4431236 w 7467600"/>
              <a:gd name="connsiteY226" fmla="*/ 3400954 h 6858000"/>
              <a:gd name="connsiteX227" fmla="*/ 4557150 w 7467600"/>
              <a:gd name="connsiteY227" fmla="*/ 3510023 h 6858000"/>
              <a:gd name="connsiteX228" fmla="*/ 4856936 w 7467600"/>
              <a:gd name="connsiteY228" fmla="*/ 3809146 h 6858000"/>
              <a:gd name="connsiteX229" fmla="*/ 5111996 w 7467600"/>
              <a:gd name="connsiteY229" fmla="*/ 4065759 h 6858000"/>
              <a:gd name="connsiteX230" fmla="*/ 5388878 w 7467600"/>
              <a:gd name="connsiteY230" fmla="*/ 4300185 h 6858000"/>
              <a:gd name="connsiteX231" fmla="*/ 5425556 w 7467600"/>
              <a:gd name="connsiteY231" fmla="*/ 4308967 h 6858000"/>
              <a:gd name="connsiteX232" fmla="*/ 4943646 w 7467600"/>
              <a:gd name="connsiteY232" fmla="*/ 3822916 h 6858000"/>
              <a:gd name="connsiteX233" fmla="*/ 4594837 w 7467600"/>
              <a:gd name="connsiteY233" fmla="*/ 3532274 h 6858000"/>
              <a:gd name="connsiteX234" fmla="*/ 4441737 w 7467600"/>
              <a:gd name="connsiteY234" fmla="*/ 3399734 h 6858000"/>
              <a:gd name="connsiteX235" fmla="*/ 5425834 w 7467600"/>
              <a:gd name="connsiteY235" fmla="*/ 3162785 h 6858000"/>
              <a:gd name="connsiteX236" fmla="*/ 5401644 w 7467600"/>
              <a:gd name="connsiteY236" fmla="*/ 3617847 h 6858000"/>
              <a:gd name="connsiteX237" fmla="*/ 5467256 w 7467600"/>
              <a:gd name="connsiteY237" fmla="*/ 4175494 h 6858000"/>
              <a:gd name="connsiteX238" fmla="*/ 5448069 w 7467600"/>
              <a:gd name="connsiteY238" fmla="*/ 3567554 h 6858000"/>
              <a:gd name="connsiteX239" fmla="*/ 5425834 w 7467600"/>
              <a:gd name="connsiteY239" fmla="*/ 3162785 h 6858000"/>
              <a:gd name="connsiteX240" fmla="*/ 1318687 w 7467600"/>
              <a:gd name="connsiteY240" fmla="*/ 3113840 h 6858000"/>
              <a:gd name="connsiteX241" fmla="*/ 1066793 w 7467600"/>
              <a:gd name="connsiteY241" fmla="*/ 3212171 h 6858000"/>
              <a:gd name="connsiteX242" fmla="*/ 993319 w 7467600"/>
              <a:gd name="connsiteY242" fmla="*/ 3247648 h 6858000"/>
              <a:gd name="connsiteX243" fmla="*/ 853081 w 7467600"/>
              <a:gd name="connsiteY243" fmla="*/ 3312410 h 6858000"/>
              <a:gd name="connsiteX244" fmla="*/ 805957 w 7467600"/>
              <a:gd name="connsiteY244" fmla="*/ 3330443 h 6858000"/>
              <a:gd name="connsiteX245" fmla="*/ 1318687 w 7467600"/>
              <a:gd name="connsiteY245" fmla="*/ 3113840 h 6858000"/>
              <a:gd name="connsiteX246" fmla="*/ 5453702 w 7467600"/>
              <a:gd name="connsiteY246" fmla="*/ 3090882 h 6858000"/>
              <a:gd name="connsiteX247" fmla="*/ 5480135 w 7467600"/>
              <a:gd name="connsiteY247" fmla="*/ 3565802 h 6858000"/>
              <a:gd name="connsiteX248" fmla="*/ 5499023 w 7467600"/>
              <a:gd name="connsiteY248" fmla="*/ 4166310 h 6858000"/>
              <a:gd name="connsiteX249" fmla="*/ 5547022 w 7467600"/>
              <a:gd name="connsiteY249" fmla="*/ 3607838 h 6858000"/>
              <a:gd name="connsiteX250" fmla="*/ 5515964 w 7467600"/>
              <a:gd name="connsiteY250" fmla="*/ 3378541 h 6858000"/>
              <a:gd name="connsiteX251" fmla="*/ 5453702 w 7467600"/>
              <a:gd name="connsiteY251" fmla="*/ 3090882 h 6858000"/>
              <a:gd name="connsiteX252" fmla="*/ 1238695 w 7467600"/>
              <a:gd name="connsiteY252" fmla="*/ 3076820 h 6858000"/>
              <a:gd name="connsiteX253" fmla="*/ 716371 w 7467600"/>
              <a:gd name="connsiteY253" fmla="*/ 3293249 h 6858000"/>
              <a:gd name="connsiteX254" fmla="*/ 579522 w 7467600"/>
              <a:gd name="connsiteY254" fmla="*/ 3371759 h 6858000"/>
              <a:gd name="connsiteX255" fmla="*/ 600288 w 7467600"/>
              <a:gd name="connsiteY255" fmla="*/ 3365555 h 6858000"/>
              <a:gd name="connsiteX256" fmla="*/ 840692 w 7467600"/>
              <a:gd name="connsiteY256" fmla="*/ 3284921 h 6858000"/>
              <a:gd name="connsiteX257" fmla="*/ 979248 w 7467600"/>
              <a:gd name="connsiteY257" fmla="*/ 3221003 h 6858000"/>
              <a:gd name="connsiteX258" fmla="*/ 1053282 w 7467600"/>
              <a:gd name="connsiteY258" fmla="*/ 3185247 h 6858000"/>
              <a:gd name="connsiteX259" fmla="*/ 1320603 w 7467600"/>
              <a:gd name="connsiteY259" fmla="*/ 3081281 h 6858000"/>
              <a:gd name="connsiteX260" fmla="*/ 1238695 w 7467600"/>
              <a:gd name="connsiteY260" fmla="*/ 3076820 h 6858000"/>
              <a:gd name="connsiteX261" fmla="*/ 5425627 w 7467600"/>
              <a:gd name="connsiteY261" fmla="*/ 2954192 h 6858000"/>
              <a:gd name="connsiteX262" fmla="*/ 5470770 w 7467600"/>
              <a:gd name="connsiteY262" fmla="*/ 3005435 h 6858000"/>
              <a:gd name="connsiteX263" fmla="*/ 5519779 w 7467600"/>
              <a:gd name="connsiteY263" fmla="*/ 4359223 h 6858000"/>
              <a:gd name="connsiteX264" fmla="*/ 5520293 w 7467600"/>
              <a:gd name="connsiteY264" fmla="*/ 4360602 h 6858000"/>
              <a:gd name="connsiteX265" fmla="*/ 5767221 w 7467600"/>
              <a:gd name="connsiteY265" fmla="*/ 4665564 h 6858000"/>
              <a:gd name="connsiteX266" fmla="*/ 6937169 w 7467600"/>
              <a:gd name="connsiteY266" fmla="*/ 4815941 h 6858000"/>
              <a:gd name="connsiteX267" fmla="*/ 6953922 w 7467600"/>
              <a:gd name="connsiteY267" fmla="*/ 4890068 h 6858000"/>
              <a:gd name="connsiteX268" fmla="*/ 6071359 w 7467600"/>
              <a:gd name="connsiteY268" fmla="*/ 4770770 h 6858000"/>
              <a:gd name="connsiteX269" fmla="*/ 6038839 w 7467600"/>
              <a:gd name="connsiteY269" fmla="*/ 4764474 h 6858000"/>
              <a:gd name="connsiteX270" fmla="*/ 6038706 w 7467600"/>
              <a:gd name="connsiteY270" fmla="*/ 4763847 h 6858000"/>
              <a:gd name="connsiteX271" fmla="*/ 6037784 w 7467600"/>
              <a:gd name="connsiteY271" fmla="*/ 4764270 h 6858000"/>
              <a:gd name="connsiteX272" fmla="*/ 6038839 w 7467600"/>
              <a:gd name="connsiteY272" fmla="*/ 4764474 h 6858000"/>
              <a:gd name="connsiteX273" fmla="*/ 6040338 w 7467600"/>
              <a:gd name="connsiteY273" fmla="*/ 4771418 h 6858000"/>
              <a:gd name="connsiteX274" fmla="*/ 6024488 w 7467600"/>
              <a:gd name="connsiteY274" fmla="*/ 4809903 h 6858000"/>
              <a:gd name="connsiteX275" fmla="*/ 5599771 w 7467600"/>
              <a:gd name="connsiteY275" fmla="*/ 5509652 h 6858000"/>
              <a:gd name="connsiteX276" fmla="*/ 5548843 w 7467600"/>
              <a:gd name="connsiteY276" fmla="*/ 5563845 h 6858000"/>
              <a:gd name="connsiteX277" fmla="*/ 5940952 w 7467600"/>
              <a:gd name="connsiteY277" fmla="*/ 6250028 h 6858000"/>
              <a:gd name="connsiteX278" fmla="*/ 6043441 w 7467600"/>
              <a:gd name="connsiteY278" fmla="*/ 6665847 h 6858000"/>
              <a:gd name="connsiteX279" fmla="*/ 6093432 w 7467600"/>
              <a:gd name="connsiteY279" fmla="*/ 6858000 h 6858000"/>
              <a:gd name="connsiteX280" fmla="*/ 6034344 w 7467600"/>
              <a:gd name="connsiteY280" fmla="*/ 6858000 h 6858000"/>
              <a:gd name="connsiteX281" fmla="*/ 6026679 w 7467600"/>
              <a:gd name="connsiteY281" fmla="*/ 6836959 h 6858000"/>
              <a:gd name="connsiteX282" fmla="*/ 5800441 w 7467600"/>
              <a:gd name="connsiteY282" fmla="*/ 6335286 h 6858000"/>
              <a:gd name="connsiteX283" fmla="*/ 5526562 w 7467600"/>
              <a:gd name="connsiteY283" fmla="*/ 5705388 h 6858000"/>
              <a:gd name="connsiteX284" fmla="*/ 5519640 w 7467600"/>
              <a:gd name="connsiteY284" fmla="*/ 5683774 h 6858000"/>
              <a:gd name="connsiteX285" fmla="*/ 5844559 w 7467600"/>
              <a:gd name="connsiteY285" fmla="*/ 6553349 h 6858000"/>
              <a:gd name="connsiteX286" fmla="*/ 5975994 w 7467600"/>
              <a:gd name="connsiteY286" fmla="*/ 6858000 h 6858000"/>
              <a:gd name="connsiteX287" fmla="*/ 5898547 w 7467600"/>
              <a:gd name="connsiteY287" fmla="*/ 6858000 h 6858000"/>
              <a:gd name="connsiteX288" fmla="*/ 5682041 w 7467600"/>
              <a:gd name="connsiteY288" fmla="*/ 6355860 h 6858000"/>
              <a:gd name="connsiteX289" fmla="*/ 5461758 w 7467600"/>
              <a:gd name="connsiteY289" fmla="*/ 5820220 h 6858000"/>
              <a:gd name="connsiteX290" fmla="*/ 5237282 w 7467600"/>
              <a:gd name="connsiteY290" fmla="*/ 6579086 h 6858000"/>
              <a:gd name="connsiteX291" fmla="*/ 5115009 w 7467600"/>
              <a:gd name="connsiteY291" fmla="*/ 6858000 h 6858000"/>
              <a:gd name="connsiteX292" fmla="*/ 5028074 w 7467600"/>
              <a:gd name="connsiteY292" fmla="*/ 6858000 h 6858000"/>
              <a:gd name="connsiteX293" fmla="*/ 5079508 w 7467600"/>
              <a:gd name="connsiteY293" fmla="*/ 6749074 h 6858000"/>
              <a:gd name="connsiteX294" fmla="*/ 5371846 w 7467600"/>
              <a:gd name="connsiteY294" fmla="*/ 5924413 h 6858000"/>
              <a:gd name="connsiteX295" fmla="*/ 5270512 w 7467600"/>
              <a:gd name="connsiteY295" fmla="*/ 6138975 h 6858000"/>
              <a:gd name="connsiteX296" fmla="*/ 5062409 w 7467600"/>
              <a:gd name="connsiteY296" fmla="*/ 6653544 h 6858000"/>
              <a:gd name="connsiteX297" fmla="*/ 5036628 w 7467600"/>
              <a:gd name="connsiteY297" fmla="*/ 6754247 h 6858000"/>
              <a:gd name="connsiteX298" fmla="*/ 5009112 w 7467600"/>
              <a:gd name="connsiteY298" fmla="*/ 6858000 h 6858000"/>
              <a:gd name="connsiteX299" fmla="*/ 4976679 w 7467600"/>
              <a:gd name="connsiteY299" fmla="*/ 6858000 h 6858000"/>
              <a:gd name="connsiteX300" fmla="*/ 5006537 w 7467600"/>
              <a:gd name="connsiteY300" fmla="*/ 6747068 h 6858000"/>
              <a:gd name="connsiteX301" fmla="*/ 5032723 w 7467600"/>
              <a:gd name="connsiteY301" fmla="*/ 6644957 h 6858000"/>
              <a:gd name="connsiteX302" fmla="*/ 5242949 w 7467600"/>
              <a:gd name="connsiteY302" fmla="*/ 6125175 h 6858000"/>
              <a:gd name="connsiteX303" fmla="*/ 5286321 w 7467600"/>
              <a:gd name="connsiteY303" fmla="*/ 6033555 h 6858000"/>
              <a:gd name="connsiteX304" fmla="*/ 5008210 w 7467600"/>
              <a:gd name="connsiteY304" fmla="*/ 6649194 h 6858000"/>
              <a:gd name="connsiteX305" fmla="*/ 4986321 w 7467600"/>
              <a:gd name="connsiteY305" fmla="*/ 6765687 h 6858000"/>
              <a:gd name="connsiteX306" fmla="*/ 4973474 w 7467600"/>
              <a:gd name="connsiteY306" fmla="*/ 6858000 h 6858000"/>
              <a:gd name="connsiteX307" fmla="*/ 4907178 w 7467600"/>
              <a:gd name="connsiteY307" fmla="*/ 6858000 h 6858000"/>
              <a:gd name="connsiteX308" fmla="*/ 4910810 w 7467600"/>
              <a:gd name="connsiteY308" fmla="*/ 6829660 h 6858000"/>
              <a:gd name="connsiteX309" fmla="*/ 4987461 w 7467600"/>
              <a:gd name="connsiteY309" fmla="*/ 6432994 h 6858000"/>
              <a:gd name="connsiteX310" fmla="*/ 5179262 w 7467600"/>
              <a:gd name="connsiteY310" fmla="*/ 6035044 h 6858000"/>
              <a:gd name="connsiteX311" fmla="*/ 4689678 w 7467600"/>
              <a:gd name="connsiteY311" fmla="*/ 6440241 h 6858000"/>
              <a:gd name="connsiteX312" fmla="*/ 4477543 w 7467600"/>
              <a:gd name="connsiteY312" fmla="*/ 6674836 h 6858000"/>
              <a:gd name="connsiteX313" fmla="*/ 4329957 w 7467600"/>
              <a:gd name="connsiteY313" fmla="*/ 6858000 h 6858000"/>
              <a:gd name="connsiteX314" fmla="*/ 4218595 w 7467600"/>
              <a:gd name="connsiteY314" fmla="*/ 6858000 h 6858000"/>
              <a:gd name="connsiteX315" fmla="*/ 4368888 w 7467600"/>
              <a:gd name="connsiteY315" fmla="*/ 6668412 h 6858000"/>
              <a:gd name="connsiteX316" fmla="*/ 4563091 w 7467600"/>
              <a:gd name="connsiteY316" fmla="*/ 6442508 h 6858000"/>
              <a:gd name="connsiteX317" fmla="*/ 5387324 w 7467600"/>
              <a:gd name="connsiteY317" fmla="*/ 5705830 h 6858000"/>
              <a:gd name="connsiteX318" fmla="*/ 5073620 w 7467600"/>
              <a:gd name="connsiteY318" fmla="*/ 5955437 h 6858000"/>
              <a:gd name="connsiteX319" fmla="*/ 4689789 w 7467600"/>
              <a:gd name="connsiteY319" fmla="*/ 6268382 h 6858000"/>
              <a:gd name="connsiteX320" fmla="*/ 4418722 w 7467600"/>
              <a:gd name="connsiteY320" fmla="*/ 6570886 h 6858000"/>
              <a:gd name="connsiteX321" fmla="*/ 4214944 w 7467600"/>
              <a:gd name="connsiteY321" fmla="*/ 6858000 h 6858000"/>
              <a:gd name="connsiteX322" fmla="*/ 4177898 w 7467600"/>
              <a:gd name="connsiteY322" fmla="*/ 6858000 h 6858000"/>
              <a:gd name="connsiteX323" fmla="*/ 4391597 w 7467600"/>
              <a:gd name="connsiteY323" fmla="*/ 6556370 h 6858000"/>
              <a:gd name="connsiteX324" fmla="*/ 4668889 w 7467600"/>
              <a:gd name="connsiteY324" fmla="*/ 6246399 h 6858000"/>
              <a:gd name="connsiteX325" fmla="*/ 5055427 w 7467600"/>
              <a:gd name="connsiteY325" fmla="*/ 5931476 h 6858000"/>
              <a:gd name="connsiteX326" fmla="*/ 5371814 w 7467600"/>
              <a:gd name="connsiteY326" fmla="*/ 5678975 h 6858000"/>
              <a:gd name="connsiteX327" fmla="*/ 4987918 w 7467600"/>
              <a:gd name="connsiteY327" fmla="*/ 5838701 h 6858000"/>
              <a:gd name="connsiteX328" fmla="*/ 4317146 w 7467600"/>
              <a:gd name="connsiteY328" fmla="*/ 6587716 h 6858000"/>
              <a:gd name="connsiteX329" fmla="*/ 4171627 w 7467600"/>
              <a:gd name="connsiteY329" fmla="*/ 6858000 h 6858000"/>
              <a:gd name="connsiteX330" fmla="*/ 4081585 w 7467600"/>
              <a:gd name="connsiteY330" fmla="*/ 6858000 h 6858000"/>
              <a:gd name="connsiteX331" fmla="*/ 4238603 w 7467600"/>
              <a:gd name="connsiteY331" fmla="*/ 6559341 h 6858000"/>
              <a:gd name="connsiteX332" fmla="*/ 4778333 w 7467600"/>
              <a:gd name="connsiteY332" fmla="*/ 5873626 h 6858000"/>
              <a:gd name="connsiteX333" fmla="*/ 5414185 w 7467600"/>
              <a:gd name="connsiteY333" fmla="*/ 5573882 h 6858000"/>
              <a:gd name="connsiteX334" fmla="*/ 5959648 w 7467600"/>
              <a:gd name="connsiteY334" fmla="*/ 4760797 h 6858000"/>
              <a:gd name="connsiteX335" fmla="*/ 5355019 w 7467600"/>
              <a:gd name="connsiteY335" fmla="*/ 4734672 h 6858000"/>
              <a:gd name="connsiteX336" fmla="*/ 5083565 w 7467600"/>
              <a:gd name="connsiteY336" fmla="*/ 5179121 h 6858000"/>
              <a:gd name="connsiteX337" fmla="*/ 4713577 w 7467600"/>
              <a:gd name="connsiteY337" fmla="*/ 5616803 h 6858000"/>
              <a:gd name="connsiteX338" fmla="*/ 3989559 w 7467600"/>
              <a:gd name="connsiteY338" fmla="*/ 6145945 h 6858000"/>
              <a:gd name="connsiteX339" fmla="*/ 3939824 w 7467600"/>
              <a:gd name="connsiteY339" fmla="*/ 6066900 h 6858000"/>
              <a:gd name="connsiteX340" fmla="*/ 4584537 w 7467600"/>
              <a:gd name="connsiteY340" fmla="*/ 5324826 h 6858000"/>
              <a:gd name="connsiteX341" fmla="*/ 5037105 w 7467600"/>
              <a:gd name="connsiteY341" fmla="*/ 5088765 h 6858000"/>
              <a:gd name="connsiteX342" fmla="*/ 5039930 w 7467600"/>
              <a:gd name="connsiteY342" fmla="*/ 5089585 h 6858000"/>
              <a:gd name="connsiteX343" fmla="*/ 5263764 w 7467600"/>
              <a:gd name="connsiteY343" fmla="*/ 4735525 h 6858000"/>
              <a:gd name="connsiteX344" fmla="*/ 4086300 w 7467600"/>
              <a:gd name="connsiteY344" fmla="*/ 4884599 h 6858000"/>
              <a:gd name="connsiteX345" fmla="*/ 4085485 w 7467600"/>
              <a:gd name="connsiteY345" fmla="*/ 4899070 h 6858000"/>
              <a:gd name="connsiteX346" fmla="*/ 3871915 w 7467600"/>
              <a:gd name="connsiteY346" fmla="*/ 5253645 h 6858000"/>
              <a:gd name="connsiteX347" fmla="*/ 3799374 w 7467600"/>
              <a:gd name="connsiteY347" fmla="*/ 5466127 h 6858000"/>
              <a:gd name="connsiteX348" fmla="*/ 3498850 w 7467600"/>
              <a:gd name="connsiteY348" fmla="*/ 6661888 h 6858000"/>
              <a:gd name="connsiteX349" fmla="*/ 3399216 w 7467600"/>
              <a:gd name="connsiteY349" fmla="*/ 6858000 h 6858000"/>
              <a:gd name="connsiteX350" fmla="*/ 3303688 w 7467600"/>
              <a:gd name="connsiteY350" fmla="*/ 6858000 h 6858000"/>
              <a:gd name="connsiteX351" fmla="*/ 3391774 w 7467600"/>
              <a:gd name="connsiteY351" fmla="*/ 6697181 h 6858000"/>
              <a:gd name="connsiteX352" fmla="*/ 3735540 w 7467600"/>
              <a:gd name="connsiteY352" fmla="*/ 5546923 h 6858000"/>
              <a:gd name="connsiteX353" fmla="*/ 3729438 w 7467600"/>
              <a:gd name="connsiteY353" fmla="*/ 5569058 h 6858000"/>
              <a:gd name="connsiteX354" fmla="*/ 3707782 w 7467600"/>
              <a:gd name="connsiteY354" fmla="*/ 5644908 h 6858000"/>
              <a:gd name="connsiteX355" fmla="*/ 3583827 w 7467600"/>
              <a:gd name="connsiteY355" fmla="*/ 6039215 h 6858000"/>
              <a:gd name="connsiteX356" fmla="*/ 3547861 w 7467600"/>
              <a:gd name="connsiteY356" fmla="*/ 6129609 h 6858000"/>
              <a:gd name="connsiteX357" fmla="*/ 3490905 w 7467600"/>
              <a:gd name="connsiteY357" fmla="*/ 6277660 h 6858000"/>
              <a:gd name="connsiteX358" fmla="*/ 3455859 w 7467600"/>
              <a:gd name="connsiteY358" fmla="*/ 6391301 h 6858000"/>
              <a:gd name="connsiteX359" fmla="*/ 3429112 w 7467600"/>
              <a:gd name="connsiteY359" fmla="*/ 6479469 h 6858000"/>
              <a:gd name="connsiteX360" fmla="*/ 3304862 w 7467600"/>
              <a:gd name="connsiteY360" fmla="*/ 6796476 h 6858000"/>
              <a:gd name="connsiteX361" fmla="*/ 3276071 w 7467600"/>
              <a:gd name="connsiteY361" fmla="*/ 6858000 h 6858000"/>
              <a:gd name="connsiteX362" fmla="*/ 3240805 w 7467600"/>
              <a:gd name="connsiteY362" fmla="*/ 6858000 h 6858000"/>
              <a:gd name="connsiteX363" fmla="*/ 3275917 w 7467600"/>
              <a:gd name="connsiteY363" fmla="*/ 6783192 h 6858000"/>
              <a:gd name="connsiteX364" fmla="*/ 3399358 w 7467600"/>
              <a:gd name="connsiteY364" fmla="*/ 6469011 h 6858000"/>
              <a:gd name="connsiteX365" fmla="*/ 3425650 w 7467600"/>
              <a:gd name="connsiteY365" fmla="*/ 6381333 h 6858000"/>
              <a:gd name="connsiteX366" fmla="*/ 3460661 w 7467600"/>
              <a:gd name="connsiteY366" fmla="*/ 6266763 h 6858000"/>
              <a:gd name="connsiteX367" fmla="*/ 3518021 w 7467600"/>
              <a:gd name="connsiteY367" fmla="*/ 6117298 h 6858000"/>
              <a:gd name="connsiteX368" fmla="*/ 3554035 w 7467600"/>
              <a:gd name="connsiteY368" fmla="*/ 6027832 h 6858000"/>
              <a:gd name="connsiteX369" fmla="*/ 3677174 w 7467600"/>
              <a:gd name="connsiteY369" fmla="*/ 5636351 h 6858000"/>
              <a:gd name="connsiteX370" fmla="*/ 3698819 w 7467600"/>
              <a:gd name="connsiteY370" fmla="*/ 5560503 h 6858000"/>
              <a:gd name="connsiteX371" fmla="*/ 3702094 w 7467600"/>
              <a:gd name="connsiteY371" fmla="*/ 5549194 h 6858000"/>
              <a:gd name="connsiteX372" fmla="*/ 3398355 w 7467600"/>
              <a:gd name="connsiteY372" fmla="*/ 6094603 h 6858000"/>
              <a:gd name="connsiteX373" fmla="*/ 3193941 w 7467600"/>
              <a:gd name="connsiteY373" fmla="*/ 6798775 h 6858000"/>
              <a:gd name="connsiteX374" fmla="*/ 3184140 w 7467600"/>
              <a:gd name="connsiteY374" fmla="*/ 6858000 h 6858000"/>
              <a:gd name="connsiteX375" fmla="*/ 3099978 w 7467600"/>
              <a:gd name="connsiteY375" fmla="*/ 6858000 h 6858000"/>
              <a:gd name="connsiteX376" fmla="*/ 3101556 w 7467600"/>
              <a:gd name="connsiteY376" fmla="*/ 6843337 h 6858000"/>
              <a:gd name="connsiteX377" fmla="*/ 3370162 w 7467600"/>
              <a:gd name="connsiteY377" fmla="*/ 5785550 h 6858000"/>
              <a:gd name="connsiteX378" fmla="*/ 3746477 w 7467600"/>
              <a:gd name="connsiteY378" fmla="*/ 5377889 h 6858000"/>
              <a:gd name="connsiteX379" fmla="*/ 3863399 w 7467600"/>
              <a:gd name="connsiteY379" fmla="*/ 5087257 h 6858000"/>
              <a:gd name="connsiteX380" fmla="*/ 3968712 w 7467600"/>
              <a:gd name="connsiteY380" fmla="*/ 4913989 h 6858000"/>
              <a:gd name="connsiteX381" fmla="*/ 2792390 w 7467600"/>
              <a:gd name="connsiteY381" fmla="*/ 5382974 h 6858000"/>
              <a:gd name="connsiteX382" fmla="*/ 2714982 w 7467600"/>
              <a:gd name="connsiteY382" fmla="*/ 5427051 h 6858000"/>
              <a:gd name="connsiteX383" fmla="*/ 2813361 w 7467600"/>
              <a:gd name="connsiteY383" fmla="*/ 6023912 h 6858000"/>
              <a:gd name="connsiteX384" fmla="*/ 2688430 w 7467600"/>
              <a:gd name="connsiteY384" fmla="*/ 6801564 h 6858000"/>
              <a:gd name="connsiteX385" fmla="*/ 2629626 w 7467600"/>
              <a:gd name="connsiteY385" fmla="*/ 6763394 h 6858000"/>
              <a:gd name="connsiteX386" fmla="*/ 2565328 w 7467600"/>
              <a:gd name="connsiteY386" fmla="*/ 5516399 h 6858000"/>
              <a:gd name="connsiteX387" fmla="*/ 1922999 w 7467600"/>
              <a:gd name="connsiteY387" fmla="*/ 5980343 h 6858000"/>
              <a:gd name="connsiteX388" fmla="*/ 1950261 w 7467600"/>
              <a:gd name="connsiteY388" fmla="*/ 6405858 h 6858000"/>
              <a:gd name="connsiteX389" fmla="*/ 2365554 w 7467600"/>
              <a:gd name="connsiteY389" fmla="*/ 6759107 h 6858000"/>
              <a:gd name="connsiteX390" fmla="*/ 2424142 w 7467600"/>
              <a:gd name="connsiteY390" fmla="*/ 6858000 h 6858000"/>
              <a:gd name="connsiteX391" fmla="*/ 2395994 w 7467600"/>
              <a:gd name="connsiteY391" fmla="*/ 6858000 h 6858000"/>
              <a:gd name="connsiteX392" fmla="*/ 2392863 w 7467600"/>
              <a:gd name="connsiteY392" fmla="*/ 6852964 h 6858000"/>
              <a:gd name="connsiteX393" fmla="*/ 2017589 w 7467600"/>
              <a:gd name="connsiteY393" fmla="*/ 6493982 h 6858000"/>
              <a:gd name="connsiteX394" fmla="*/ 2147336 w 7467600"/>
              <a:gd name="connsiteY394" fmla="*/ 6594052 h 6858000"/>
              <a:gd name="connsiteX395" fmla="*/ 2207047 w 7467600"/>
              <a:gd name="connsiteY395" fmla="*/ 6654540 h 6858000"/>
              <a:gd name="connsiteX396" fmla="*/ 2299106 w 7467600"/>
              <a:gd name="connsiteY396" fmla="*/ 6778931 h 6858000"/>
              <a:gd name="connsiteX397" fmla="*/ 2314430 w 7467600"/>
              <a:gd name="connsiteY397" fmla="*/ 6801144 h 6858000"/>
              <a:gd name="connsiteX398" fmla="*/ 2352406 w 7467600"/>
              <a:gd name="connsiteY398" fmla="*/ 6858000 h 6858000"/>
              <a:gd name="connsiteX399" fmla="*/ 2314492 w 7467600"/>
              <a:gd name="connsiteY399" fmla="*/ 6858000 h 6858000"/>
              <a:gd name="connsiteX400" fmla="*/ 2288095 w 7467600"/>
              <a:gd name="connsiteY400" fmla="*/ 6818030 h 6858000"/>
              <a:gd name="connsiteX401" fmla="*/ 2272768 w 7467600"/>
              <a:gd name="connsiteY401" fmla="*/ 6795822 h 6858000"/>
              <a:gd name="connsiteX402" fmla="*/ 2182715 w 7467600"/>
              <a:gd name="connsiteY402" fmla="*/ 6675071 h 6858000"/>
              <a:gd name="connsiteX403" fmla="*/ 2032061 w 7467600"/>
              <a:gd name="connsiteY403" fmla="*/ 6541380 h 6858000"/>
              <a:gd name="connsiteX404" fmla="*/ 2257220 w 7467600"/>
              <a:gd name="connsiteY404" fmla="*/ 6826257 h 6858000"/>
              <a:gd name="connsiteX405" fmla="*/ 2281324 w 7467600"/>
              <a:gd name="connsiteY405" fmla="*/ 6858000 h 6858000"/>
              <a:gd name="connsiteX406" fmla="*/ 2242860 w 7467600"/>
              <a:gd name="connsiteY406" fmla="*/ 6858000 h 6858000"/>
              <a:gd name="connsiteX407" fmla="*/ 2232818 w 7467600"/>
              <a:gd name="connsiteY407" fmla="*/ 6844926 h 6858000"/>
              <a:gd name="connsiteX408" fmla="*/ 1990172 w 7467600"/>
              <a:gd name="connsiteY408" fmla="*/ 6542121 h 6858000"/>
              <a:gd name="connsiteX409" fmla="*/ 2124090 w 7467600"/>
              <a:gd name="connsiteY409" fmla="*/ 6761017 h 6858000"/>
              <a:gd name="connsiteX410" fmla="*/ 2200380 w 7467600"/>
              <a:gd name="connsiteY410" fmla="*/ 6858000 h 6858000"/>
              <a:gd name="connsiteX411" fmla="*/ 2147507 w 7467600"/>
              <a:gd name="connsiteY411" fmla="*/ 6858000 h 6858000"/>
              <a:gd name="connsiteX412" fmla="*/ 2070668 w 7467600"/>
              <a:gd name="connsiteY412" fmla="*/ 6761520 h 6858000"/>
              <a:gd name="connsiteX413" fmla="*/ 1975142 w 7467600"/>
              <a:gd name="connsiteY413" fmla="*/ 6585570 h 6858000"/>
              <a:gd name="connsiteX414" fmla="*/ 2050035 w 7467600"/>
              <a:gd name="connsiteY414" fmla="*/ 6813345 h 6858000"/>
              <a:gd name="connsiteX415" fmla="*/ 2063025 w 7467600"/>
              <a:gd name="connsiteY415" fmla="*/ 6858000 h 6858000"/>
              <a:gd name="connsiteX416" fmla="*/ 2021675 w 7467600"/>
              <a:gd name="connsiteY416" fmla="*/ 6858000 h 6858000"/>
              <a:gd name="connsiteX417" fmla="*/ 2019308 w 7467600"/>
              <a:gd name="connsiteY417" fmla="*/ 6847118 h 6858000"/>
              <a:gd name="connsiteX418" fmla="*/ 1938835 w 7467600"/>
              <a:gd name="connsiteY418" fmla="*/ 6551160 h 6858000"/>
              <a:gd name="connsiteX419" fmla="*/ 1953230 w 7467600"/>
              <a:gd name="connsiteY419" fmla="*/ 6759699 h 6858000"/>
              <a:gd name="connsiteX420" fmla="*/ 1956763 w 7467600"/>
              <a:gd name="connsiteY420" fmla="*/ 6778191 h 6858000"/>
              <a:gd name="connsiteX421" fmla="*/ 1967925 w 7467600"/>
              <a:gd name="connsiteY421" fmla="*/ 6858000 h 6858000"/>
              <a:gd name="connsiteX422" fmla="*/ 1936622 w 7467600"/>
              <a:gd name="connsiteY422" fmla="*/ 6858000 h 6858000"/>
              <a:gd name="connsiteX423" fmla="*/ 1926261 w 7467600"/>
              <a:gd name="connsiteY423" fmla="*/ 6784064 h 6858000"/>
              <a:gd name="connsiteX424" fmla="*/ 1922724 w 7467600"/>
              <a:gd name="connsiteY424" fmla="*/ 6765577 h 6858000"/>
              <a:gd name="connsiteX425" fmla="*/ 1904650 w 7467600"/>
              <a:gd name="connsiteY425" fmla="*/ 6639616 h 6858000"/>
              <a:gd name="connsiteX426" fmla="*/ 1885273 w 7467600"/>
              <a:gd name="connsiteY426" fmla="*/ 6858000 h 6858000"/>
              <a:gd name="connsiteX427" fmla="*/ 1854363 w 7467600"/>
              <a:gd name="connsiteY427" fmla="*/ 6858000 h 6858000"/>
              <a:gd name="connsiteX428" fmla="*/ 1880391 w 7467600"/>
              <a:gd name="connsiteY428" fmla="*/ 6603796 h 6858000"/>
              <a:gd name="connsiteX429" fmla="*/ 1818273 w 7467600"/>
              <a:gd name="connsiteY429" fmla="*/ 6715729 h 6858000"/>
              <a:gd name="connsiteX430" fmla="*/ 1794691 w 7467600"/>
              <a:gd name="connsiteY430" fmla="*/ 6843239 h 6858000"/>
              <a:gd name="connsiteX431" fmla="*/ 1794914 w 7467600"/>
              <a:gd name="connsiteY431" fmla="*/ 6858000 h 6858000"/>
              <a:gd name="connsiteX432" fmla="*/ 1746128 w 7467600"/>
              <a:gd name="connsiteY432" fmla="*/ 6858000 h 6858000"/>
              <a:gd name="connsiteX433" fmla="*/ 1753934 w 7467600"/>
              <a:gd name="connsiteY433" fmla="*/ 6724796 h 6858000"/>
              <a:gd name="connsiteX434" fmla="*/ 1792053 w 7467600"/>
              <a:gd name="connsiteY434" fmla="*/ 6572396 h 6858000"/>
              <a:gd name="connsiteX435" fmla="*/ 1862248 w 7467600"/>
              <a:gd name="connsiteY435" fmla="*/ 6266397 h 6858000"/>
              <a:gd name="connsiteX436" fmla="*/ 1862250 w 7467600"/>
              <a:gd name="connsiteY436" fmla="*/ 6033531 h 6858000"/>
              <a:gd name="connsiteX437" fmla="*/ 1211999 w 7467600"/>
              <a:gd name="connsiteY437" fmla="*/ 6683610 h 6858000"/>
              <a:gd name="connsiteX438" fmla="*/ 1213266 w 7467600"/>
              <a:gd name="connsiteY438" fmla="*/ 6691947 h 6858000"/>
              <a:gd name="connsiteX439" fmla="*/ 1203370 w 7467600"/>
              <a:gd name="connsiteY439" fmla="*/ 6850676 h 6858000"/>
              <a:gd name="connsiteX440" fmla="*/ 1203671 w 7467600"/>
              <a:gd name="connsiteY440" fmla="*/ 6858000 h 6858000"/>
              <a:gd name="connsiteX441" fmla="*/ 1143180 w 7467600"/>
              <a:gd name="connsiteY441" fmla="*/ 6858000 h 6858000"/>
              <a:gd name="connsiteX442" fmla="*/ 1142176 w 7467600"/>
              <a:gd name="connsiteY442" fmla="*/ 6766045 h 6858000"/>
              <a:gd name="connsiteX443" fmla="*/ 1067484 w 7467600"/>
              <a:gd name="connsiteY443" fmla="*/ 6858000 h 6858000"/>
              <a:gd name="connsiteX444" fmla="*/ 953928 w 7467600"/>
              <a:gd name="connsiteY444" fmla="*/ 6858000 h 6858000"/>
              <a:gd name="connsiteX445" fmla="*/ 959715 w 7467600"/>
              <a:gd name="connsiteY445" fmla="*/ 6850185 h 6858000"/>
              <a:gd name="connsiteX446" fmla="*/ 1483788 w 7467600"/>
              <a:gd name="connsiteY446" fmla="*/ 6259174 h 6858000"/>
              <a:gd name="connsiteX447" fmla="*/ 1100671 w 7467600"/>
              <a:gd name="connsiteY447" fmla="*/ 6252137 h 6858000"/>
              <a:gd name="connsiteX448" fmla="*/ 1090144 w 7467600"/>
              <a:gd name="connsiteY448" fmla="*/ 6256748 h 6858000"/>
              <a:gd name="connsiteX449" fmla="*/ 1095872 w 7467600"/>
              <a:gd name="connsiteY449" fmla="*/ 6271892 h 6858000"/>
              <a:gd name="connsiteX450" fmla="*/ 262785 w 7467600"/>
              <a:gd name="connsiteY450" fmla="*/ 6845450 h 6858000"/>
              <a:gd name="connsiteX451" fmla="*/ 209968 w 7467600"/>
              <a:gd name="connsiteY451" fmla="*/ 6770713 h 6858000"/>
              <a:gd name="connsiteX452" fmla="*/ 873460 w 7467600"/>
              <a:gd name="connsiteY452" fmla="*/ 6253768 h 6858000"/>
              <a:gd name="connsiteX453" fmla="*/ 192686 w 7467600"/>
              <a:gd name="connsiteY453" fmla="*/ 5849257 h 6858000"/>
              <a:gd name="connsiteX454" fmla="*/ 4696 w 7467600"/>
              <a:gd name="connsiteY454" fmla="*/ 5697668 h 6858000"/>
              <a:gd name="connsiteX455" fmla="*/ 0 w 7467600"/>
              <a:gd name="connsiteY455" fmla="*/ 5689984 h 6858000"/>
              <a:gd name="connsiteX456" fmla="*/ 0 w 7467600"/>
              <a:gd name="connsiteY456" fmla="*/ 5513472 h 6858000"/>
              <a:gd name="connsiteX457" fmla="*/ 174101 w 7467600"/>
              <a:gd name="connsiteY457" fmla="*/ 5620277 h 6858000"/>
              <a:gd name="connsiteX458" fmla="*/ 891800 w 7467600"/>
              <a:gd name="connsiteY458" fmla="*/ 6036935 h 6858000"/>
              <a:gd name="connsiteX459" fmla="*/ 1072219 w 7467600"/>
              <a:gd name="connsiteY459" fmla="*/ 6169443 h 6858000"/>
              <a:gd name="connsiteX460" fmla="*/ 1074117 w 7467600"/>
              <a:gd name="connsiteY460" fmla="*/ 6170301 h 6858000"/>
              <a:gd name="connsiteX461" fmla="*/ 1083114 w 7467600"/>
              <a:gd name="connsiteY461" fmla="*/ 6174131 h 6858000"/>
              <a:gd name="connsiteX462" fmla="*/ 1543010 w 7467600"/>
              <a:gd name="connsiteY462" fmla="*/ 6191140 h 6858000"/>
              <a:gd name="connsiteX463" fmla="*/ 1551080 w 7467600"/>
              <a:gd name="connsiteY463" fmla="*/ 6195006 h 6858000"/>
              <a:gd name="connsiteX464" fmla="*/ 2345443 w 7467600"/>
              <a:gd name="connsiteY464" fmla="*/ 5549882 h 6858000"/>
              <a:gd name="connsiteX465" fmla="*/ 1721499 w 7467600"/>
              <a:gd name="connsiteY465" fmla="*/ 5599969 h 6858000"/>
              <a:gd name="connsiteX466" fmla="*/ 767716 w 7467600"/>
              <a:gd name="connsiteY466" fmla="*/ 5472768 h 6858000"/>
              <a:gd name="connsiteX467" fmla="*/ 722147 w 7467600"/>
              <a:gd name="connsiteY467" fmla="*/ 5393091 h 6858000"/>
              <a:gd name="connsiteX468" fmla="*/ 1485552 w 7467600"/>
              <a:gd name="connsiteY468" fmla="*/ 5313202 h 6858000"/>
              <a:gd name="connsiteX469" fmla="*/ 2143004 w 7467600"/>
              <a:gd name="connsiteY469" fmla="*/ 5402420 h 6858000"/>
              <a:gd name="connsiteX470" fmla="*/ 1933391 w 7467600"/>
              <a:gd name="connsiteY470" fmla="*/ 5156971 h 6858000"/>
              <a:gd name="connsiteX471" fmla="*/ 1827118 w 7467600"/>
              <a:gd name="connsiteY471" fmla="*/ 4968410 h 6858000"/>
              <a:gd name="connsiteX472" fmla="*/ 1837349 w 7467600"/>
              <a:gd name="connsiteY472" fmla="*/ 4956357 h 6858000"/>
              <a:gd name="connsiteX473" fmla="*/ 2162835 w 7467600"/>
              <a:gd name="connsiteY473" fmla="*/ 5187853 h 6858000"/>
              <a:gd name="connsiteX474" fmla="*/ 2257167 w 7467600"/>
              <a:gd name="connsiteY474" fmla="*/ 5462123 h 6858000"/>
              <a:gd name="connsiteX475" fmla="*/ 2261598 w 7467600"/>
              <a:gd name="connsiteY475" fmla="*/ 5467998 h 6858000"/>
              <a:gd name="connsiteX476" fmla="*/ 2437177 w 7467600"/>
              <a:gd name="connsiteY476" fmla="*/ 5479608 h 6858000"/>
              <a:gd name="connsiteX477" fmla="*/ 2445247 w 7467600"/>
              <a:gd name="connsiteY477" fmla="*/ 5483476 h 6858000"/>
              <a:gd name="connsiteX478" fmla="*/ 2743626 w 7467600"/>
              <a:gd name="connsiteY478" fmla="*/ 5304819 h 6858000"/>
              <a:gd name="connsiteX479" fmla="*/ 3048102 w 7467600"/>
              <a:gd name="connsiteY479" fmla="*/ 5150595 h 6858000"/>
              <a:gd name="connsiteX480" fmla="*/ 1799414 w 7467600"/>
              <a:gd name="connsiteY480" fmla="*/ 4694732 h 6858000"/>
              <a:gd name="connsiteX481" fmla="*/ 1771735 w 7467600"/>
              <a:gd name="connsiteY481" fmla="*/ 4619929 h 6858000"/>
              <a:gd name="connsiteX482" fmla="*/ 3104273 w 7467600"/>
              <a:gd name="connsiteY482" fmla="*/ 5076159 h 6858000"/>
              <a:gd name="connsiteX483" fmla="*/ 3113245 w 7467600"/>
              <a:gd name="connsiteY483" fmla="*/ 5090705 h 6858000"/>
              <a:gd name="connsiteX484" fmla="*/ 3126294 w 7467600"/>
              <a:gd name="connsiteY484" fmla="*/ 5114400 h 6858000"/>
              <a:gd name="connsiteX485" fmla="*/ 3937433 w 7467600"/>
              <a:gd name="connsiteY485" fmla="*/ 4830473 h 6858000"/>
              <a:gd name="connsiteX486" fmla="*/ 3590475 w 7467600"/>
              <a:gd name="connsiteY486" fmla="*/ 4597974 h 6858000"/>
              <a:gd name="connsiteX487" fmla="*/ 3100264 w 7467600"/>
              <a:gd name="connsiteY487" fmla="*/ 4579845 h 6858000"/>
              <a:gd name="connsiteX488" fmla="*/ 2183576 w 7467600"/>
              <a:gd name="connsiteY488" fmla="*/ 4227150 h 6858000"/>
              <a:gd name="connsiteX489" fmla="*/ 2151029 w 7467600"/>
              <a:gd name="connsiteY489" fmla="*/ 4146947 h 6858000"/>
              <a:gd name="connsiteX490" fmla="*/ 3563434 w 7467600"/>
              <a:gd name="connsiteY490" fmla="*/ 4469115 h 6858000"/>
              <a:gd name="connsiteX491" fmla="*/ 3177952 w 7467600"/>
              <a:gd name="connsiteY491" fmla="*/ 3657386 h 6858000"/>
              <a:gd name="connsiteX492" fmla="*/ 3189263 w 7467600"/>
              <a:gd name="connsiteY492" fmla="*/ 3625726 h 6858000"/>
              <a:gd name="connsiteX493" fmla="*/ 3560912 w 7467600"/>
              <a:gd name="connsiteY493" fmla="*/ 4079863 h 6858000"/>
              <a:gd name="connsiteX494" fmla="*/ 3626636 w 7467600"/>
              <a:gd name="connsiteY494" fmla="*/ 4512230 h 6858000"/>
              <a:gd name="connsiteX495" fmla="*/ 3653088 w 7467600"/>
              <a:gd name="connsiteY495" fmla="*/ 4521417 h 6858000"/>
              <a:gd name="connsiteX496" fmla="*/ 3988128 w 7467600"/>
              <a:gd name="connsiteY496" fmla="*/ 4817267 h 6858000"/>
              <a:gd name="connsiteX497" fmla="*/ 4830582 w 7467600"/>
              <a:gd name="connsiteY497" fmla="*/ 4676000 h 6858000"/>
              <a:gd name="connsiteX498" fmla="*/ 4830100 w 7467600"/>
              <a:gd name="connsiteY498" fmla="*/ 4675554 h 6858000"/>
              <a:gd name="connsiteX499" fmla="*/ 4036318 w 7467600"/>
              <a:gd name="connsiteY499" fmla="*/ 4147013 h 6858000"/>
              <a:gd name="connsiteX500" fmla="*/ 3432098 w 7467600"/>
              <a:gd name="connsiteY500" fmla="*/ 3537312 h 6858000"/>
              <a:gd name="connsiteX501" fmla="*/ 3446761 w 7467600"/>
              <a:gd name="connsiteY501" fmla="*/ 3461278 h 6858000"/>
              <a:gd name="connsiteX502" fmla="*/ 4419733 w 7467600"/>
              <a:gd name="connsiteY502" fmla="*/ 3963555 h 6858000"/>
              <a:gd name="connsiteX503" fmla="*/ 4781371 w 7467600"/>
              <a:gd name="connsiteY503" fmla="*/ 4458604 h 6858000"/>
              <a:gd name="connsiteX504" fmla="*/ 4780440 w 7467600"/>
              <a:gd name="connsiteY504" fmla="*/ 4470290 h 6858000"/>
              <a:gd name="connsiteX505" fmla="*/ 4898954 w 7467600"/>
              <a:gd name="connsiteY505" fmla="*/ 4662092 h 6858000"/>
              <a:gd name="connsiteX506" fmla="*/ 4900699 w 7467600"/>
              <a:gd name="connsiteY506" fmla="*/ 4670867 h 6858000"/>
              <a:gd name="connsiteX507" fmla="*/ 5714511 w 7467600"/>
              <a:gd name="connsiteY507" fmla="*/ 4663483 h 6858000"/>
              <a:gd name="connsiteX508" fmla="*/ 5464793 w 7467600"/>
              <a:gd name="connsiteY508" fmla="*/ 4393556 h 6858000"/>
              <a:gd name="connsiteX509" fmla="*/ 5461897 w 7467600"/>
              <a:gd name="connsiteY509" fmla="*/ 4390879 h 6858000"/>
              <a:gd name="connsiteX510" fmla="*/ 4294126 w 7467600"/>
              <a:gd name="connsiteY510" fmla="*/ 3303048 h 6858000"/>
              <a:gd name="connsiteX511" fmla="*/ 4305321 w 7467600"/>
              <a:gd name="connsiteY511" fmla="*/ 3256953 h 6858000"/>
              <a:gd name="connsiteX512" fmla="*/ 4949299 w 7467600"/>
              <a:gd name="connsiteY512" fmla="*/ 3766336 h 6858000"/>
              <a:gd name="connsiteX513" fmla="*/ 5291452 w 7467600"/>
              <a:gd name="connsiteY513" fmla="*/ 4076801 h 6858000"/>
              <a:gd name="connsiteX514" fmla="*/ 5434998 w 7467600"/>
              <a:gd name="connsiteY514" fmla="*/ 4254100 h 6858000"/>
              <a:gd name="connsiteX515" fmla="*/ 5351015 w 7467600"/>
              <a:gd name="connsiteY515" fmla="*/ 3760989 h 6858000"/>
              <a:gd name="connsiteX516" fmla="*/ 5413780 w 7467600"/>
              <a:gd name="connsiteY516" fmla="*/ 2966265 h 6858000"/>
              <a:gd name="connsiteX517" fmla="*/ 5425627 w 7467600"/>
              <a:gd name="connsiteY517" fmla="*/ 2954192 h 6858000"/>
              <a:gd name="connsiteX518" fmla="*/ 6604735 w 7467600"/>
              <a:gd name="connsiteY518" fmla="*/ 2041381 h 6858000"/>
              <a:gd name="connsiteX519" fmla="*/ 7204487 w 7467600"/>
              <a:gd name="connsiteY519" fmla="*/ 2742112 h 6858000"/>
              <a:gd name="connsiteX520" fmla="*/ 7131592 w 7467600"/>
              <a:gd name="connsiteY520" fmla="*/ 2672096 h 6858000"/>
              <a:gd name="connsiteX521" fmla="*/ 6996344 w 7467600"/>
              <a:gd name="connsiteY521" fmla="*/ 2518310 h 6858000"/>
              <a:gd name="connsiteX522" fmla="*/ 6735495 w 7467600"/>
              <a:gd name="connsiteY522" fmla="*/ 2196890 h 6858000"/>
              <a:gd name="connsiteX523" fmla="*/ 6721901 w 7467600"/>
              <a:gd name="connsiteY523" fmla="*/ 2179274 h 6858000"/>
              <a:gd name="connsiteX524" fmla="*/ 6604735 w 7467600"/>
              <a:gd name="connsiteY524" fmla="*/ 2041381 h 6858000"/>
              <a:gd name="connsiteX525" fmla="*/ 6591670 w 7467600"/>
              <a:gd name="connsiteY525" fmla="*/ 1988277 h 6858000"/>
              <a:gd name="connsiteX526" fmla="*/ 6747349 w 7467600"/>
              <a:gd name="connsiteY526" fmla="*/ 2160069 h 6858000"/>
              <a:gd name="connsiteX527" fmla="*/ 6760943 w 7467600"/>
              <a:gd name="connsiteY527" fmla="*/ 2177686 h 6858000"/>
              <a:gd name="connsiteX528" fmla="*/ 7021065 w 7467600"/>
              <a:gd name="connsiteY528" fmla="*/ 2498102 h 6858000"/>
              <a:gd name="connsiteX529" fmla="*/ 7155223 w 7467600"/>
              <a:gd name="connsiteY529" fmla="*/ 2650386 h 6858000"/>
              <a:gd name="connsiteX530" fmla="*/ 7203167 w 7467600"/>
              <a:gd name="connsiteY530" fmla="*/ 2697288 h 6858000"/>
              <a:gd name="connsiteX531" fmla="*/ 6937703 w 7467600"/>
              <a:gd name="connsiteY531" fmla="*/ 2321981 h 6858000"/>
              <a:gd name="connsiteX532" fmla="*/ 6591670 w 7467600"/>
              <a:gd name="connsiteY532" fmla="*/ 1988277 h 6858000"/>
              <a:gd name="connsiteX533" fmla="*/ 5798671 w 7467600"/>
              <a:gd name="connsiteY533" fmla="*/ 1981601 h 6858000"/>
              <a:gd name="connsiteX534" fmla="*/ 5754709 w 7467600"/>
              <a:gd name="connsiteY534" fmla="*/ 2071454 h 6858000"/>
              <a:gd name="connsiteX535" fmla="*/ 5763044 w 7467600"/>
              <a:gd name="connsiteY535" fmla="*/ 2842206 h 6858000"/>
              <a:gd name="connsiteX536" fmla="*/ 5764974 w 7467600"/>
              <a:gd name="connsiteY536" fmla="*/ 2799609 h 6858000"/>
              <a:gd name="connsiteX537" fmla="*/ 5767665 w 7467600"/>
              <a:gd name="connsiteY537" fmla="*/ 2666409 h 6858000"/>
              <a:gd name="connsiteX538" fmla="*/ 5763055 w 7467600"/>
              <a:gd name="connsiteY538" fmla="*/ 2579705 h 6858000"/>
              <a:gd name="connsiteX539" fmla="*/ 5758079 w 7467600"/>
              <a:gd name="connsiteY539" fmla="*/ 2492508 h 6858000"/>
              <a:gd name="connsiteX540" fmla="*/ 5779325 w 7467600"/>
              <a:gd name="connsiteY540" fmla="*/ 2197069 h 6858000"/>
              <a:gd name="connsiteX541" fmla="*/ 5798671 w 7467600"/>
              <a:gd name="connsiteY541" fmla="*/ 1981601 h 6858000"/>
              <a:gd name="connsiteX542" fmla="*/ 5829202 w 7467600"/>
              <a:gd name="connsiteY542" fmla="*/ 1971679 h 6858000"/>
              <a:gd name="connsiteX543" fmla="*/ 5809558 w 7467600"/>
              <a:gd name="connsiteY543" fmla="*/ 2198043 h 6858000"/>
              <a:gd name="connsiteX544" fmla="*/ 5788653 w 7467600"/>
              <a:gd name="connsiteY544" fmla="*/ 2489430 h 6858000"/>
              <a:gd name="connsiteX545" fmla="*/ 5793439 w 7467600"/>
              <a:gd name="connsiteY545" fmla="*/ 2575235 h 6858000"/>
              <a:gd name="connsiteX546" fmla="*/ 5796837 w 7467600"/>
              <a:gd name="connsiteY546" fmla="*/ 2637633 h 6858000"/>
              <a:gd name="connsiteX547" fmla="*/ 5818614 w 7467600"/>
              <a:gd name="connsiteY547" fmla="*/ 2473055 h 6858000"/>
              <a:gd name="connsiteX548" fmla="*/ 5829202 w 7467600"/>
              <a:gd name="connsiteY548" fmla="*/ 1971679 h 6858000"/>
              <a:gd name="connsiteX549" fmla="*/ 5911389 w 7467600"/>
              <a:gd name="connsiteY549" fmla="*/ 1898371 h 6858000"/>
              <a:gd name="connsiteX550" fmla="*/ 6237627 w 7467600"/>
              <a:gd name="connsiteY550" fmla="*/ 2231921 h 6858000"/>
              <a:gd name="connsiteX551" fmla="*/ 5911389 w 7467600"/>
              <a:gd name="connsiteY551" fmla="*/ 1898371 h 6858000"/>
              <a:gd name="connsiteX552" fmla="*/ 6944437 w 7467600"/>
              <a:gd name="connsiteY552" fmla="*/ 1575402 h 6858000"/>
              <a:gd name="connsiteX553" fmla="*/ 6304730 w 7467600"/>
              <a:gd name="connsiteY553" fmla="*/ 1766654 h 6858000"/>
              <a:gd name="connsiteX554" fmla="*/ 6944437 w 7467600"/>
              <a:gd name="connsiteY554" fmla="*/ 1575402 h 6858000"/>
              <a:gd name="connsiteX555" fmla="*/ 7019523 w 7467600"/>
              <a:gd name="connsiteY555" fmla="*/ 1519450 h 6858000"/>
              <a:gd name="connsiteX556" fmla="*/ 6298091 w 7467600"/>
              <a:gd name="connsiteY556" fmla="*/ 1737122 h 6858000"/>
              <a:gd name="connsiteX557" fmla="*/ 7019523 w 7467600"/>
              <a:gd name="connsiteY557" fmla="*/ 1519450 h 6858000"/>
              <a:gd name="connsiteX558" fmla="*/ 2399523 w 7467600"/>
              <a:gd name="connsiteY558" fmla="*/ 1428234 h 6858000"/>
              <a:gd name="connsiteX559" fmla="*/ 2224982 w 7467600"/>
              <a:gd name="connsiteY559" fmla="*/ 1826201 h 6858000"/>
              <a:gd name="connsiteX560" fmla="*/ 2096099 w 7467600"/>
              <a:gd name="connsiteY560" fmla="*/ 2345900 h 6858000"/>
              <a:gd name="connsiteX561" fmla="*/ 2283317 w 7467600"/>
              <a:gd name="connsiteY561" fmla="*/ 1796925 h 6858000"/>
              <a:gd name="connsiteX562" fmla="*/ 2399523 w 7467600"/>
              <a:gd name="connsiteY562" fmla="*/ 1428234 h 6858000"/>
              <a:gd name="connsiteX563" fmla="*/ 2448558 w 7467600"/>
              <a:gd name="connsiteY563" fmla="*/ 1373435 h 6858000"/>
              <a:gd name="connsiteX564" fmla="*/ 2312521 w 7467600"/>
              <a:gd name="connsiteY564" fmla="*/ 1806140 h 6858000"/>
              <a:gd name="connsiteX565" fmla="*/ 2127533 w 7467600"/>
              <a:gd name="connsiteY565" fmla="*/ 2348380 h 6858000"/>
              <a:gd name="connsiteX566" fmla="*/ 2358080 w 7467600"/>
              <a:gd name="connsiteY566" fmla="*/ 1866134 h 6858000"/>
              <a:gd name="connsiteX567" fmla="*/ 2407436 w 7467600"/>
              <a:gd name="connsiteY567" fmla="*/ 1651070 h 6858000"/>
              <a:gd name="connsiteX568" fmla="*/ 2448558 w 7467600"/>
              <a:gd name="connsiteY568" fmla="*/ 1373435 h 6858000"/>
              <a:gd name="connsiteX569" fmla="*/ 278707 w 7467600"/>
              <a:gd name="connsiteY569" fmla="*/ 1352270 h 6858000"/>
              <a:gd name="connsiteX570" fmla="*/ 321570 w 7467600"/>
              <a:gd name="connsiteY570" fmla="*/ 1861610 h 6858000"/>
              <a:gd name="connsiteX571" fmla="*/ 294281 w 7467600"/>
              <a:gd name="connsiteY571" fmla="*/ 1440658 h 6858000"/>
              <a:gd name="connsiteX572" fmla="*/ 278707 w 7467600"/>
              <a:gd name="connsiteY572" fmla="*/ 1352270 h 6858000"/>
              <a:gd name="connsiteX573" fmla="*/ 1423821 w 7467600"/>
              <a:gd name="connsiteY573" fmla="*/ 1351958 h 6858000"/>
              <a:gd name="connsiteX574" fmla="*/ 1638521 w 7467600"/>
              <a:gd name="connsiteY574" fmla="*/ 1908470 h 6858000"/>
              <a:gd name="connsiteX575" fmla="*/ 1754199 w 7467600"/>
              <a:gd name="connsiteY575" fmla="*/ 2149284 h 6858000"/>
              <a:gd name="connsiteX576" fmla="*/ 1908359 w 7467600"/>
              <a:gd name="connsiteY576" fmla="*/ 2364988 h 6858000"/>
              <a:gd name="connsiteX577" fmla="*/ 1647661 w 7467600"/>
              <a:gd name="connsiteY577" fmla="*/ 1825945 h 6858000"/>
              <a:gd name="connsiteX578" fmla="*/ 1423821 w 7467600"/>
              <a:gd name="connsiteY578" fmla="*/ 1351958 h 6858000"/>
              <a:gd name="connsiteX579" fmla="*/ 1431890 w 7467600"/>
              <a:gd name="connsiteY579" fmla="*/ 1306475 h 6858000"/>
              <a:gd name="connsiteX580" fmla="*/ 1507597 w 7467600"/>
              <a:gd name="connsiteY580" fmla="*/ 1446132 h 6858000"/>
              <a:gd name="connsiteX581" fmla="*/ 1674586 w 7467600"/>
              <a:gd name="connsiteY581" fmla="*/ 1813832 h 6858000"/>
              <a:gd name="connsiteX582" fmla="*/ 1815950 w 7467600"/>
              <a:gd name="connsiteY582" fmla="*/ 2128564 h 6858000"/>
              <a:gd name="connsiteX583" fmla="*/ 1984242 w 7467600"/>
              <a:gd name="connsiteY583" fmla="*/ 2430829 h 6858000"/>
              <a:gd name="connsiteX584" fmla="*/ 2014023 w 7467600"/>
              <a:gd name="connsiteY584" fmla="*/ 2450995 h 6858000"/>
              <a:gd name="connsiteX585" fmla="*/ 1747337 w 7467600"/>
              <a:gd name="connsiteY585" fmla="*/ 1855264 h 6858000"/>
              <a:gd name="connsiteX586" fmla="*/ 1533749 w 7467600"/>
              <a:gd name="connsiteY586" fmla="*/ 1478656 h 6858000"/>
              <a:gd name="connsiteX587" fmla="*/ 1431890 w 7467600"/>
              <a:gd name="connsiteY587" fmla="*/ 1306475 h 6858000"/>
              <a:gd name="connsiteX588" fmla="*/ 5052692 w 7467600"/>
              <a:gd name="connsiteY588" fmla="*/ 1292994 h 6858000"/>
              <a:gd name="connsiteX589" fmla="*/ 5200661 w 7467600"/>
              <a:gd name="connsiteY589" fmla="*/ 1635186 h 6858000"/>
              <a:gd name="connsiteX590" fmla="*/ 5297138 w 7467600"/>
              <a:gd name="connsiteY590" fmla="*/ 1906351 h 6858000"/>
              <a:gd name="connsiteX591" fmla="*/ 5052692 w 7467600"/>
              <a:gd name="connsiteY591" fmla="*/ 1292994 h 6858000"/>
              <a:gd name="connsiteX592" fmla="*/ 5009948 w 7467600"/>
              <a:gd name="connsiteY592" fmla="*/ 1273619 h 6858000"/>
              <a:gd name="connsiteX593" fmla="*/ 5121777 w 7467600"/>
              <a:gd name="connsiteY593" fmla="*/ 1654213 h 6858000"/>
              <a:gd name="connsiteX594" fmla="*/ 5293545 w 7467600"/>
              <a:gd name="connsiteY594" fmla="*/ 2072247 h 6858000"/>
              <a:gd name="connsiteX595" fmla="*/ 5294042 w 7467600"/>
              <a:gd name="connsiteY595" fmla="*/ 2065019 h 6858000"/>
              <a:gd name="connsiteX596" fmla="*/ 5171936 w 7467600"/>
              <a:gd name="connsiteY596" fmla="*/ 1647613 h 6858000"/>
              <a:gd name="connsiteX597" fmla="*/ 5009948 w 7467600"/>
              <a:gd name="connsiteY597" fmla="*/ 1273619 h 6858000"/>
              <a:gd name="connsiteX598" fmla="*/ 655236 w 7467600"/>
              <a:gd name="connsiteY598" fmla="*/ 1268632 h 6858000"/>
              <a:gd name="connsiteX599" fmla="*/ 839521 w 7467600"/>
              <a:gd name="connsiteY599" fmla="*/ 1685315 h 6858000"/>
              <a:gd name="connsiteX600" fmla="*/ 1109416 w 7467600"/>
              <a:gd name="connsiteY600" fmla="*/ 2061663 h 6858000"/>
              <a:gd name="connsiteX601" fmla="*/ 1298300 w 7467600"/>
              <a:gd name="connsiteY601" fmla="*/ 2247742 h 6858000"/>
              <a:gd name="connsiteX602" fmla="*/ 1125871 w 7467600"/>
              <a:gd name="connsiteY602" fmla="*/ 1989513 h 6858000"/>
              <a:gd name="connsiteX603" fmla="*/ 981574 w 7467600"/>
              <a:gd name="connsiteY603" fmla="*/ 1783157 h 6858000"/>
              <a:gd name="connsiteX604" fmla="*/ 922198 w 7467600"/>
              <a:gd name="connsiteY604" fmla="*/ 1677437 h 6858000"/>
              <a:gd name="connsiteX605" fmla="*/ 869293 w 7467600"/>
              <a:gd name="connsiteY605" fmla="*/ 1583214 h 6858000"/>
              <a:gd name="connsiteX606" fmla="*/ 751431 w 7467600"/>
              <a:gd name="connsiteY606" fmla="*/ 1405731 h 6858000"/>
              <a:gd name="connsiteX607" fmla="*/ 655236 w 7467600"/>
              <a:gd name="connsiteY607" fmla="*/ 1268632 h 6858000"/>
              <a:gd name="connsiteX608" fmla="*/ 6516292 w 7467600"/>
              <a:gd name="connsiteY608" fmla="*/ 1263064 h 6858000"/>
              <a:gd name="connsiteX609" fmla="*/ 5736320 w 7467600"/>
              <a:gd name="connsiteY609" fmla="*/ 1501803 h 6858000"/>
              <a:gd name="connsiteX610" fmla="*/ 6516292 w 7467600"/>
              <a:gd name="connsiteY610" fmla="*/ 1263064 h 6858000"/>
              <a:gd name="connsiteX611" fmla="*/ 291466 w 7467600"/>
              <a:gd name="connsiteY611" fmla="*/ 1250369 h 6858000"/>
              <a:gd name="connsiteX612" fmla="*/ 323180 w 7467600"/>
              <a:gd name="connsiteY612" fmla="*/ 1435283 h 6858000"/>
              <a:gd name="connsiteX613" fmla="*/ 349381 w 7467600"/>
              <a:gd name="connsiteY613" fmla="*/ 1875041 h 6858000"/>
              <a:gd name="connsiteX614" fmla="*/ 374363 w 7467600"/>
              <a:gd name="connsiteY614" fmla="*/ 1506494 h 6858000"/>
              <a:gd name="connsiteX615" fmla="*/ 302168 w 7467600"/>
              <a:gd name="connsiteY615" fmla="*/ 1274495 h 6858000"/>
              <a:gd name="connsiteX616" fmla="*/ 291466 w 7467600"/>
              <a:gd name="connsiteY616" fmla="*/ 1250369 h 6858000"/>
              <a:gd name="connsiteX617" fmla="*/ 678222 w 7467600"/>
              <a:gd name="connsiteY617" fmla="*/ 1248670 h 6858000"/>
              <a:gd name="connsiteX618" fmla="*/ 775536 w 7467600"/>
              <a:gd name="connsiteY618" fmla="*/ 1388015 h 6858000"/>
              <a:gd name="connsiteX619" fmla="*/ 894529 w 7467600"/>
              <a:gd name="connsiteY619" fmla="*/ 1567739 h 6858000"/>
              <a:gd name="connsiteX620" fmla="*/ 948000 w 7467600"/>
              <a:gd name="connsiteY620" fmla="*/ 1663088 h 6858000"/>
              <a:gd name="connsiteX621" fmla="*/ 1006812 w 7467600"/>
              <a:gd name="connsiteY621" fmla="*/ 1767683 h 6858000"/>
              <a:gd name="connsiteX622" fmla="*/ 1149133 w 7467600"/>
              <a:gd name="connsiteY622" fmla="*/ 1971513 h 6858000"/>
              <a:gd name="connsiteX623" fmla="*/ 1333952 w 7467600"/>
              <a:gd name="connsiteY623" fmla="*/ 2251620 h 6858000"/>
              <a:gd name="connsiteX624" fmla="*/ 1337329 w 7467600"/>
              <a:gd name="connsiteY624" fmla="*/ 2258350 h 6858000"/>
              <a:gd name="connsiteX625" fmla="*/ 1014726 w 7467600"/>
              <a:gd name="connsiteY625" fmla="*/ 1615556 h 6858000"/>
              <a:gd name="connsiteX626" fmla="*/ 678222 w 7467600"/>
              <a:gd name="connsiteY626" fmla="*/ 1248670 h 6858000"/>
              <a:gd name="connsiteX627" fmla="*/ 6691602 w 7467600"/>
              <a:gd name="connsiteY627" fmla="*/ 1140573 h 6858000"/>
              <a:gd name="connsiteX628" fmla="*/ 6571100 w 7467600"/>
              <a:gd name="connsiteY628" fmla="*/ 1183662 h 6858000"/>
              <a:gd name="connsiteX629" fmla="*/ 6241687 w 7467600"/>
              <a:gd name="connsiteY629" fmla="*/ 1257600 h 6858000"/>
              <a:gd name="connsiteX630" fmla="*/ 5693009 w 7467600"/>
              <a:gd name="connsiteY630" fmla="*/ 1478256 h 6858000"/>
              <a:gd name="connsiteX631" fmla="*/ 6548420 w 7467600"/>
              <a:gd name="connsiteY631" fmla="*/ 1214599 h 6858000"/>
              <a:gd name="connsiteX632" fmla="*/ 6605473 w 7467600"/>
              <a:gd name="connsiteY632" fmla="*/ 1184686 h 6858000"/>
              <a:gd name="connsiteX633" fmla="*/ 6691602 w 7467600"/>
              <a:gd name="connsiteY633" fmla="*/ 1140573 h 6858000"/>
              <a:gd name="connsiteX634" fmla="*/ 4002475 w 7467600"/>
              <a:gd name="connsiteY634" fmla="*/ 1037802 h 6858000"/>
              <a:gd name="connsiteX635" fmla="*/ 4000324 w 7467600"/>
              <a:gd name="connsiteY635" fmla="*/ 1039362 h 6858000"/>
              <a:gd name="connsiteX636" fmla="*/ 4002862 w 7467600"/>
              <a:gd name="connsiteY636" fmla="*/ 1042866 h 6858000"/>
              <a:gd name="connsiteX637" fmla="*/ 4002475 w 7467600"/>
              <a:gd name="connsiteY637" fmla="*/ 1037802 h 6858000"/>
              <a:gd name="connsiteX638" fmla="*/ 506322 w 7467600"/>
              <a:gd name="connsiteY638" fmla="*/ 1020997 h 6858000"/>
              <a:gd name="connsiteX639" fmla="*/ 533068 w 7467600"/>
              <a:gd name="connsiteY639" fmla="*/ 1029409 h 6858000"/>
              <a:gd name="connsiteX640" fmla="*/ 1232525 w 7467600"/>
              <a:gd name="connsiteY640" fmla="*/ 1804675 h 6858000"/>
              <a:gd name="connsiteX641" fmla="*/ 1388858 w 7467600"/>
              <a:gd name="connsiteY641" fmla="*/ 2368011 h 6858000"/>
              <a:gd name="connsiteX642" fmla="*/ 1384098 w 7467600"/>
              <a:gd name="connsiteY642" fmla="*/ 2378125 h 6858000"/>
              <a:gd name="connsiteX643" fmla="*/ 1425393 w 7467600"/>
              <a:gd name="connsiteY643" fmla="*/ 2589124 h 6858000"/>
              <a:gd name="connsiteX644" fmla="*/ 1424001 w 7467600"/>
              <a:gd name="connsiteY644" fmla="*/ 2597541 h 6858000"/>
              <a:gd name="connsiteX645" fmla="*/ 2152729 w 7467600"/>
              <a:gd name="connsiteY645" fmla="*/ 2864487 h 6858000"/>
              <a:gd name="connsiteX646" fmla="*/ 2020609 w 7467600"/>
              <a:gd name="connsiteY646" fmla="*/ 2539671 h 6858000"/>
              <a:gd name="connsiteX647" fmla="*/ 2018920 w 7467600"/>
              <a:gd name="connsiteY647" fmla="*/ 2536309 h 6858000"/>
              <a:gd name="connsiteX648" fmla="*/ 1342441 w 7467600"/>
              <a:gd name="connsiteY648" fmla="*/ 1173017 h 6858000"/>
              <a:gd name="connsiteX649" fmla="*/ 1367925 w 7467600"/>
              <a:gd name="connsiteY649" fmla="*/ 1135648 h 6858000"/>
              <a:gd name="connsiteX650" fmla="*/ 1771401 w 7467600"/>
              <a:gd name="connsiteY650" fmla="*/ 1806673 h 6858000"/>
              <a:gd name="connsiteX651" fmla="*/ 1972385 w 7467600"/>
              <a:gd name="connsiteY651" fmla="*/ 2198735 h 6858000"/>
              <a:gd name="connsiteX652" fmla="*/ 2040892 w 7467600"/>
              <a:gd name="connsiteY652" fmla="*/ 2405205 h 6858000"/>
              <a:gd name="connsiteX653" fmla="*/ 2131689 w 7467600"/>
              <a:gd name="connsiteY653" fmla="*/ 1936926 h 6858000"/>
              <a:gd name="connsiteX654" fmla="*/ 2454820 w 7467600"/>
              <a:gd name="connsiteY654" fmla="*/ 1248808 h 6858000"/>
              <a:gd name="connsiteX655" fmla="*/ 2492512 w 7467600"/>
              <a:gd name="connsiteY655" fmla="*/ 1302920 h 6858000"/>
              <a:gd name="connsiteX656" fmla="*/ 2081216 w 7467600"/>
              <a:gd name="connsiteY656" fmla="*/ 2527513 h 6858000"/>
              <a:gd name="connsiteX657" fmla="*/ 2081211 w 7467600"/>
              <a:gd name="connsiteY657" fmla="*/ 2528916 h 6858000"/>
              <a:gd name="connsiteX658" fmla="*/ 2199067 w 7467600"/>
              <a:gd name="connsiteY658" fmla="*/ 2884061 h 6858000"/>
              <a:gd name="connsiteX659" fmla="*/ 3192586 w 7467600"/>
              <a:gd name="connsiteY659" fmla="*/ 3411496 h 6858000"/>
              <a:gd name="connsiteX660" fmla="*/ 3182620 w 7467600"/>
              <a:gd name="connsiteY660" fmla="*/ 3483279 h 6858000"/>
              <a:gd name="connsiteX661" fmla="*/ 2435119 w 7467600"/>
              <a:gd name="connsiteY661" fmla="*/ 3080173 h 6858000"/>
              <a:gd name="connsiteX662" fmla="*/ 2410152 w 7467600"/>
              <a:gd name="connsiteY662" fmla="*/ 3063751 h 6858000"/>
              <a:gd name="connsiteX663" fmla="*/ 2408099 w 7467600"/>
              <a:gd name="connsiteY663" fmla="*/ 3064403 h 6858000"/>
              <a:gd name="connsiteX664" fmla="*/ 2407218 w 7467600"/>
              <a:gd name="connsiteY664" fmla="*/ 3070324 h 6858000"/>
              <a:gd name="connsiteX665" fmla="*/ 2380138 w 7467600"/>
              <a:gd name="connsiteY665" fmla="*/ 3099341 h 6858000"/>
              <a:gd name="connsiteX666" fmla="*/ 1765923 w 7467600"/>
              <a:gd name="connsiteY666" fmla="*/ 3581043 h 6858000"/>
              <a:gd name="connsiteX667" fmla="*/ 1702258 w 7467600"/>
              <a:gd name="connsiteY667" fmla="*/ 3612286 h 6858000"/>
              <a:gd name="connsiteX668" fmla="*/ 1538370 w 7467600"/>
              <a:gd name="connsiteY668" fmla="*/ 3811804 h 6858000"/>
              <a:gd name="connsiteX669" fmla="*/ 542867 w 7467600"/>
              <a:gd name="connsiteY669" fmla="*/ 4944092 h 6858000"/>
              <a:gd name="connsiteX670" fmla="*/ 515800 w 7467600"/>
              <a:gd name="connsiteY670" fmla="*/ 4862180 h 6858000"/>
              <a:gd name="connsiteX671" fmla="*/ 909145 w 7467600"/>
              <a:gd name="connsiteY671" fmla="*/ 4199225 h 6858000"/>
              <a:gd name="connsiteX672" fmla="*/ 1214067 w 7467600"/>
              <a:gd name="connsiteY672" fmla="*/ 3908561 h 6858000"/>
              <a:gd name="connsiteX673" fmla="*/ 640967 w 7467600"/>
              <a:gd name="connsiteY673" fmla="*/ 4105601 h 6858000"/>
              <a:gd name="connsiteX674" fmla="*/ 112563 w 7467600"/>
              <a:gd name="connsiteY674" fmla="*/ 4396952 h 6858000"/>
              <a:gd name="connsiteX675" fmla="*/ 0 w 7467600"/>
              <a:gd name="connsiteY675" fmla="*/ 4466006 h 6858000"/>
              <a:gd name="connsiteX676" fmla="*/ 0 w 7467600"/>
              <a:gd name="connsiteY676" fmla="*/ 4233763 h 6858000"/>
              <a:gd name="connsiteX677" fmla="*/ 36881 w 7467600"/>
              <a:gd name="connsiteY677" fmla="*/ 4200118 h 6858000"/>
              <a:gd name="connsiteX678" fmla="*/ 910534 w 7467600"/>
              <a:gd name="connsiteY678" fmla="*/ 3629753 h 6858000"/>
              <a:gd name="connsiteX679" fmla="*/ 1578717 w 7467600"/>
              <a:gd name="connsiteY679" fmla="*/ 3575982 h 6858000"/>
              <a:gd name="connsiteX680" fmla="*/ 2338780 w 7467600"/>
              <a:gd name="connsiteY680" fmla="*/ 3033725 h 6858000"/>
              <a:gd name="connsiteX681" fmla="*/ 1807991 w 7467600"/>
              <a:gd name="connsiteY681" fmla="*/ 2807184 h 6858000"/>
              <a:gd name="connsiteX682" fmla="*/ 1416358 w 7467600"/>
              <a:gd name="connsiteY682" fmla="*/ 3112571 h 6858000"/>
              <a:gd name="connsiteX683" fmla="*/ 939066 w 7467600"/>
              <a:gd name="connsiteY683" fmla="*/ 3378798 h 6858000"/>
              <a:gd name="connsiteX684" fmla="*/ 115099 w 7467600"/>
              <a:gd name="connsiteY684" fmla="*/ 3607650 h 6858000"/>
              <a:gd name="connsiteX685" fmla="*/ 97284 w 7467600"/>
              <a:gd name="connsiteY685" fmla="*/ 3520393 h 6858000"/>
              <a:gd name="connsiteX686" fmla="*/ 922050 w 7467600"/>
              <a:gd name="connsiteY686" fmla="*/ 3074867 h 6858000"/>
              <a:gd name="connsiteX687" fmla="*/ 1405265 w 7467600"/>
              <a:gd name="connsiteY687" fmla="*/ 3016319 h 6858000"/>
              <a:gd name="connsiteX688" fmla="*/ 1407512 w 7467600"/>
              <a:gd name="connsiteY688" fmla="*/ 3018001 h 6858000"/>
              <a:gd name="connsiteX689" fmla="*/ 1726266 w 7467600"/>
              <a:gd name="connsiteY689" fmla="*/ 2777274 h 6858000"/>
              <a:gd name="connsiteX690" fmla="*/ 625390 w 7467600"/>
              <a:gd name="connsiteY690" fmla="*/ 2514541 h 6858000"/>
              <a:gd name="connsiteX691" fmla="*/ 619799 w 7467600"/>
              <a:gd name="connsiteY691" fmla="*/ 2527180 h 6858000"/>
              <a:gd name="connsiteX692" fmla="*/ 310030 w 7467600"/>
              <a:gd name="connsiteY692" fmla="*/ 2771818 h 6858000"/>
              <a:gd name="connsiteX693" fmla="*/ 173877 w 7467600"/>
              <a:gd name="connsiteY693" fmla="*/ 2937056 h 6858000"/>
              <a:gd name="connsiteX694" fmla="*/ 77889 w 7467600"/>
              <a:gd name="connsiteY694" fmla="*/ 3138440 h 6858000"/>
              <a:gd name="connsiteX695" fmla="*/ 0 w 7467600"/>
              <a:gd name="connsiteY695" fmla="*/ 3271395 h 6858000"/>
              <a:gd name="connsiteX696" fmla="*/ 0 w 7467600"/>
              <a:gd name="connsiteY696" fmla="*/ 3153002 h 6858000"/>
              <a:gd name="connsiteX697" fmla="*/ 2386 w 7467600"/>
              <a:gd name="connsiteY697" fmla="*/ 3149203 h 6858000"/>
              <a:gd name="connsiteX698" fmla="*/ 89753 w 7467600"/>
              <a:gd name="connsiteY698" fmla="*/ 2987702 h 6858000"/>
              <a:gd name="connsiteX699" fmla="*/ 76869 w 7467600"/>
              <a:gd name="connsiteY699" fmla="*/ 3005404 h 6858000"/>
              <a:gd name="connsiteX700" fmla="*/ 32049 w 7467600"/>
              <a:gd name="connsiteY700" fmla="*/ 3065814 h 6858000"/>
              <a:gd name="connsiteX701" fmla="*/ 0 w 7467600"/>
              <a:gd name="connsiteY701" fmla="*/ 3108744 h 6858000"/>
              <a:gd name="connsiteX702" fmla="*/ 0 w 7467600"/>
              <a:gd name="connsiteY702" fmla="*/ 3058059 h 6858000"/>
              <a:gd name="connsiteX703" fmla="*/ 7610 w 7467600"/>
              <a:gd name="connsiteY703" fmla="*/ 3047889 h 6858000"/>
              <a:gd name="connsiteX704" fmla="*/ 52419 w 7467600"/>
              <a:gd name="connsiteY704" fmla="*/ 2987479 h 6858000"/>
              <a:gd name="connsiteX705" fmla="*/ 59142 w 7467600"/>
              <a:gd name="connsiteY705" fmla="*/ 2978488 h 6858000"/>
              <a:gd name="connsiteX706" fmla="*/ 0 w 7467600"/>
              <a:gd name="connsiteY706" fmla="*/ 3015334 h 6858000"/>
              <a:gd name="connsiteX707" fmla="*/ 0 w 7467600"/>
              <a:gd name="connsiteY707" fmla="*/ 2914286 h 6858000"/>
              <a:gd name="connsiteX708" fmla="*/ 36383 w 7467600"/>
              <a:gd name="connsiteY708" fmla="*/ 2901128 h 6858000"/>
              <a:gd name="connsiteX709" fmla="*/ 156329 w 7467600"/>
              <a:gd name="connsiteY709" fmla="*/ 2840533 h 6858000"/>
              <a:gd name="connsiteX710" fmla="*/ 358355 w 7467600"/>
              <a:gd name="connsiteY710" fmla="*/ 2620471 h 6858000"/>
              <a:gd name="connsiteX711" fmla="*/ 510577 w 7467600"/>
              <a:gd name="connsiteY711" fmla="*/ 2501244 h 6858000"/>
              <a:gd name="connsiteX712" fmla="*/ 211967 w 7467600"/>
              <a:gd name="connsiteY712" fmla="*/ 2479171 h 6858000"/>
              <a:gd name="connsiteX713" fmla="*/ 0 w 7467600"/>
              <a:gd name="connsiteY713" fmla="*/ 2476398 h 6858000"/>
              <a:gd name="connsiteX714" fmla="*/ 0 w 7467600"/>
              <a:gd name="connsiteY714" fmla="*/ 2389189 h 6858000"/>
              <a:gd name="connsiteX715" fmla="*/ 103062 w 7467600"/>
              <a:gd name="connsiteY715" fmla="*/ 2389518 h 6858000"/>
              <a:gd name="connsiteX716" fmla="*/ 510734 w 7467600"/>
              <a:gd name="connsiteY716" fmla="*/ 2416201 h 6858000"/>
              <a:gd name="connsiteX717" fmla="*/ 279257 w 7467600"/>
              <a:gd name="connsiteY717" fmla="*/ 2092102 h 6858000"/>
              <a:gd name="connsiteX718" fmla="*/ 65265 w 7467600"/>
              <a:gd name="connsiteY718" fmla="*/ 2006049 h 6858000"/>
              <a:gd name="connsiteX719" fmla="*/ 0 w 7467600"/>
              <a:gd name="connsiteY719" fmla="*/ 1982532 h 6858000"/>
              <a:gd name="connsiteX720" fmla="*/ 0 w 7467600"/>
              <a:gd name="connsiteY720" fmla="*/ 1912789 h 6858000"/>
              <a:gd name="connsiteX721" fmla="*/ 97460 w 7467600"/>
              <a:gd name="connsiteY721" fmla="*/ 1953725 h 6858000"/>
              <a:gd name="connsiteX722" fmla="*/ 221272 w 7467600"/>
              <a:gd name="connsiteY722" fmla="*/ 1980766 h 6858000"/>
              <a:gd name="connsiteX723" fmla="*/ 116765 w 7467600"/>
              <a:gd name="connsiteY723" fmla="*/ 1911033 h 6858000"/>
              <a:gd name="connsiteX724" fmla="*/ 16405 w 7467600"/>
              <a:gd name="connsiteY724" fmla="*/ 1803412 h 6858000"/>
              <a:gd name="connsiteX725" fmla="*/ 0 w 7467600"/>
              <a:gd name="connsiteY725" fmla="*/ 1784777 h 6858000"/>
              <a:gd name="connsiteX726" fmla="*/ 0 w 7467600"/>
              <a:gd name="connsiteY726" fmla="*/ 1740082 h 6858000"/>
              <a:gd name="connsiteX727" fmla="*/ 39394 w 7467600"/>
              <a:gd name="connsiteY727" fmla="*/ 1784856 h 6858000"/>
              <a:gd name="connsiteX728" fmla="*/ 135813 w 7467600"/>
              <a:gd name="connsiteY728" fmla="*/ 1888838 h 6858000"/>
              <a:gd name="connsiteX729" fmla="*/ 242575 w 7467600"/>
              <a:gd name="connsiteY729" fmla="*/ 1958841 h 6858000"/>
              <a:gd name="connsiteX730" fmla="*/ 82197 w 7467600"/>
              <a:gd name="connsiteY730" fmla="*/ 1754826 h 6858000"/>
              <a:gd name="connsiteX731" fmla="*/ 0 w 7467600"/>
              <a:gd name="connsiteY731" fmla="*/ 1679650 h 6858000"/>
              <a:gd name="connsiteX732" fmla="*/ 0 w 7467600"/>
              <a:gd name="connsiteY732" fmla="*/ 1602463 h 6858000"/>
              <a:gd name="connsiteX733" fmla="*/ 84689 w 7467600"/>
              <a:gd name="connsiteY733" fmla="*/ 1677442 h 6858000"/>
              <a:gd name="connsiteX734" fmla="*/ 298437 w 7467600"/>
              <a:gd name="connsiteY734" fmla="*/ 1968019 h 6858000"/>
              <a:gd name="connsiteX735" fmla="*/ 227269 w 7467600"/>
              <a:gd name="connsiteY735" fmla="*/ 1114064 h 6858000"/>
              <a:gd name="connsiteX736" fmla="*/ 248003 w 7467600"/>
              <a:gd name="connsiteY736" fmla="*/ 1089613 h 6858000"/>
              <a:gd name="connsiteX737" fmla="*/ 427020 w 7467600"/>
              <a:gd name="connsiteY737" fmla="*/ 1619803 h 6858000"/>
              <a:gd name="connsiteX738" fmla="*/ 340345 w 7467600"/>
              <a:gd name="connsiteY738" fmla="*/ 2027739 h 6858000"/>
              <a:gd name="connsiteX739" fmla="*/ 360865 w 7467600"/>
              <a:gd name="connsiteY739" fmla="*/ 2044827 h 6858000"/>
              <a:gd name="connsiteX740" fmla="*/ 560414 w 7467600"/>
              <a:gd name="connsiteY740" fmla="*/ 2421457 h 6858000"/>
              <a:gd name="connsiteX741" fmla="*/ 1359703 w 7467600"/>
              <a:gd name="connsiteY741" fmla="*/ 2578554 h 6858000"/>
              <a:gd name="connsiteX742" fmla="*/ 1359422 w 7467600"/>
              <a:gd name="connsiteY742" fmla="*/ 2577994 h 6858000"/>
              <a:gd name="connsiteX743" fmla="*/ 828701 w 7467600"/>
              <a:gd name="connsiteY743" fmla="*/ 1839520 h 6858000"/>
              <a:gd name="connsiteX744" fmla="*/ 494427 w 7467600"/>
              <a:gd name="connsiteY744" fmla="*/ 1092333 h 6858000"/>
              <a:gd name="connsiteX745" fmla="*/ 506322 w 7467600"/>
              <a:gd name="connsiteY745" fmla="*/ 1020997 h 6858000"/>
              <a:gd name="connsiteX746" fmla="*/ 4570198 w 7467600"/>
              <a:gd name="connsiteY746" fmla="*/ 978081 h 6858000"/>
              <a:gd name="connsiteX747" fmla="*/ 4523691 w 7467600"/>
              <a:gd name="connsiteY747" fmla="*/ 1127776 h 6858000"/>
              <a:gd name="connsiteX748" fmla="*/ 4509875 w 7467600"/>
              <a:gd name="connsiteY748" fmla="*/ 1167552 h 6858000"/>
              <a:gd name="connsiteX749" fmla="*/ 4478168 w 7467600"/>
              <a:gd name="connsiteY749" fmla="*/ 1260735 h 6858000"/>
              <a:gd name="connsiteX750" fmla="*/ 4409309 w 7467600"/>
              <a:gd name="connsiteY750" fmla="*/ 1666996 h 6858000"/>
              <a:gd name="connsiteX751" fmla="*/ 4370031 w 7467600"/>
              <a:gd name="connsiteY751" fmla="*/ 1955666 h 6858000"/>
              <a:gd name="connsiteX752" fmla="*/ 4570198 w 7467600"/>
              <a:gd name="connsiteY752" fmla="*/ 978081 h 6858000"/>
              <a:gd name="connsiteX753" fmla="*/ 4557898 w 7467600"/>
              <a:gd name="connsiteY753" fmla="*/ 900011 h 6858000"/>
              <a:gd name="connsiteX754" fmla="*/ 4344840 w 7467600"/>
              <a:gd name="connsiteY754" fmla="*/ 1922038 h 6858000"/>
              <a:gd name="connsiteX755" fmla="*/ 4378710 w 7467600"/>
              <a:gd name="connsiteY755" fmla="*/ 1665516 h 6858000"/>
              <a:gd name="connsiteX756" fmla="*/ 4448798 w 7467600"/>
              <a:gd name="connsiteY756" fmla="*/ 1253024 h 6858000"/>
              <a:gd name="connsiteX757" fmla="*/ 4480315 w 7467600"/>
              <a:gd name="connsiteY757" fmla="*/ 1158454 h 6858000"/>
              <a:gd name="connsiteX758" fmla="*/ 4494133 w 7467600"/>
              <a:gd name="connsiteY758" fmla="*/ 1118676 h 6858000"/>
              <a:gd name="connsiteX759" fmla="*/ 4557898 w 7467600"/>
              <a:gd name="connsiteY759" fmla="*/ 900011 h 6858000"/>
              <a:gd name="connsiteX760" fmla="*/ 5870151 w 7467600"/>
              <a:gd name="connsiteY760" fmla="*/ 898890 h 6858000"/>
              <a:gd name="connsiteX761" fmla="*/ 5861335 w 7467600"/>
              <a:gd name="connsiteY761" fmla="*/ 899177 h 6858000"/>
              <a:gd name="connsiteX762" fmla="*/ 5843702 w 7467600"/>
              <a:gd name="connsiteY762" fmla="*/ 899748 h 6858000"/>
              <a:gd name="connsiteX763" fmla="*/ 5651107 w 7467600"/>
              <a:gd name="connsiteY763" fmla="*/ 920306 h 6858000"/>
              <a:gd name="connsiteX764" fmla="*/ 5459407 w 7467600"/>
              <a:gd name="connsiteY764" fmla="*/ 940975 h 6858000"/>
              <a:gd name="connsiteX765" fmla="*/ 5374846 w 7467600"/>
              <a:gd name="connsiteY765" fmla="*/ 941988 h 6858000"/>
              <a:gd name="connsiteX766" fmla="*/ 5256105 w 7467600"/>
              <a:gd name="connsiteY766" fmla="*/ 945632 h 6858000"/>
              <a:gd name="connsiteX767" fmla="*/ 5107071 w 7467600"/>
              <a:gd name="connsiteY767" fmla="*/ 969720 h 6858000"/>
              <a:gd name="connsiteX768" fmla="*/ 4998681 w 7467600"/>
              <a:gd name="connsiteY768" fmla="*/ 988771 h 6858000"/>
              <a:gd name="connsiteX769" fmla="*/ 5870151 w 7467600"/>
              <a:gd name="connsiteY769" fmla="*/ 898890 h 6858000"/>
              <a:gd name="connsiteX770" fmla="*/ 5504425 w 7467600"/>
              <a:gd name="connsiteY770" fmla="*/ 848067 h 6858000"/>
              <a:gd name="connsiteX771" fmla="*/ 4968849 w 7467600"/>
              <a:gd name="connsiteY771" fmla="*/ 962318 h 6858000"/>
              <a:gd name="connsiteX772" fmla="*/ 5104039 w 7467600"/>
              <a:gd name="connsiteY772" fmla="*/ 940634 h 6858000"/>
              <a:gd name="connsiteX773" fmla="*/ 5256311 w 7467600"/>
              <a:gd name="connsiteY773" fmla="*/ 916490 h 6858000"/>
              <a:gd name="connsiteX774" fmla="*/ 5377381 w 7467600"/>
              <a:gd name="connsiteY774" fmla="*/ 912671 h 6858000"/>
              <a:gd name="connsiteX775" fmla="*/ 5460148 w 7467600"/>
              <a:gd name="connsiteY775" fmla="*/ 911442 h 6858000"/>
              <a:gd name="connsiteX776" fmla="*/ 5648971 w 7467600"/>
              <a:gd name="connsiteY776" fmla="*/ 891331 h 6858000"/>
              <a:gd name="connsiteX777" fmla="*/ 5844807 w 7467600"/>
              <a:gd name="connsiteY777" fmla="*/ 870718 h 6858000"/>
              <a:gd name="connsiteX778" fmla="*/ 5862975 w 7467600"/>
              <a:gd name="connsiteY778" fmla="*/ 869756 h 6858000"/>
              <a:gd name="connsiteX779" fmla="*/ 5920887 w 7467600"/>
              <a:gd name="connsiteY779" fmla="*/ 865929 h 6858000"/>
              <a:gd name="connsiteX780" fmla="*/ 5504425 w 7467600"/>
              <a:gd name="connsiteY780" fmla="*/ 848067 h 6858000"/>
              <a:gd name="connsiteX781" fmla="*/ 3607114 w 7467600"/>
              <a:gd name="connsiteY781" fmla="*/ 467441 h 6858000"/>
              <a:gd name="connsiteX782" fmla="*/ 3296242 w 7467600"/>
              <a:gd name="connsiteY782" fmla="*/ 807991 h 6858000"/>
              <a:gd name="connsiteX783" fmla="*/ 3174674 w 7467600"/>
              <a:gd name="connsiteY783" fmla="*/ 919759 h 6858000"/>
              <a:gd name="connsiteX784" fmla="*/ 3042978 w 7467600"/>
              <a:gd name="connsiteY784" fmla="*/ 1054894 h 6858000"/>
              <a:gd name="connsiteX785" fmla="*/ 2968914 w 7467600"/>
              <a:gd name="connsiteY785" fmla="*/ 1133756 h 6858000"/>
              <a:gd name="connsiteX786" fmla="*/ 3103823 w 7467600"/>
              <a:gd name="connsiteY786" fmla="*/ 1026814 h 6858000"/>
              <a:gd name="connsiteX787" fmla="*/ 3607114 w 7467600"/>
              <a:gd name="connsiteY787" fmla="*/ 467441 h 6858000"/>
              <a:gd name="connsiteX788" fmla="*/ 3744487 w 7467600"/>
              <a:gd name="connsiteY788" fmla="*/ 383136 h 6858000"/>
              <a:gd name="connsiteX789" fmla="*/ 3970213 w 7467600"/>
              <a:gd name="connsiteY789" fmla="*/ 995559 h 6858000"/>
              <a:gd name="connsiteX790" fmla="*/ 3744487 w 7467600"/>
              <a:gd name="connsiteY790" fmla="*/ 383136 h 6858000"/>
              <a:gd name="connsiteX791" fmla="*/ 3624562 w 7467600"/>
              <a:gd name="connsiteY791" fmla="*/ 367041 h 6858000"/>
              <a:gd name="connsiteX792" fmla="*/ 3489712 w 7467600"/>
              <a:gd name="connsiteY792" fmla="*/ 485386 h 6858000"/>
              <a:gd name="connsiteX793" fmla="*/ 3182994 w 7467600"/>
              <a:gd name="connsiteY793" fmla="*/ 828265 h 6858000"/>
              <a:gd name="connsiteX794" fmla="*/ 2892114 w 7467600"/>
              <a:gd name="connsiteY794" fmla="*/ 1172635 h 6858000"/>
              <a:gd name="connsiteX795" fmla="*/ 3021459 w 7467600"/>
              <a:gd name="connsiteY795" fmla="*/ 1035385 h 6858000"/>
              <a:gd name="connsiteX796" fmla="*/ 3153873 w 7467600"/>
              <a:gd name="connsiteY796" fmla="*/ 898971 h 6858000"/>
              <a:gd name="connsiteX797" fmla="*/ 3276511 w 7467600"/>
              <a:gd name="connsiteY797" fmla="*/ 786423 h 6858000"/>
              <a:gd name="connsiteX798" fmla="*/ 3584154 w 7467600"/>
              <a:gd name="connsiteY798" fmla="*/ 448218 h 6858000"/>
              <a:gd name="connsiteX799" fmla="*/ 3624562 w 7467600"/>
              <a:gd name="connsiteY799" fmla="*/ 367041 h 6858000"/>
              <a:gd name="connsiteX800" fmla="*/ 3766672 w 7467600"/>
              <a:gd name="connsiteY800" fmla="*/ 359429 h 6858000"/>
              <a:gd name="connsiteX801" fmla="*/ 3996338 w 7467600"/>
              <a:gd name="connsiteY801" fmla="*/ 968237 h 6858000"/>
              <a:gd name="connsiteX802" fmla="*/ 3766672 w 7467600"/>
              <a:gd name="connsiteY802" fmla="*/ 359429 h 6858000"/>
              <a:gd name="connsiteX803" fmla="*/ 5805386 w 7467600"/>
              <a:gd name="connsiteY803" fmla="*/ 239240 h 6858000"/>
              <a:gd name="connsiteX804" fmla="*/ 5736947 w 7467600"/>
              <a:gd name="connsiteY804" fmla="*/ 261367 h 6858000"/>
              <a:gd name="connsiteX805" fmla="*/ 5427012 w 7467600"/>
              <a:gd name="connsiteY805" fmla="*/ 311272 h 6858000"/>
              <a:gd name="connsiteX806" fmla="*/ 5147818 w 7467600"/>
              <a:gd name="connsiteY806" fmla="*/ 322112 h 6858000"/>
              <a:gd name="connsiteX807" fmla="*/ 5060854 w 7467600"/>
              <a:gd name="connsiteY807" fmla="*/ 311882 h 6858000"/>
              <a:gd name="connsiteX808" fmla="*/ 4945989 w 7467600"/>
              <a:gd name="connsiteY808" fmla="*/ 300516 h 6858000"/>
              <a:gd name="connsiteX809" fmla="*/ 5410479 w 7467600"/>
              <a:gd name="connsiteY809" fmla="*/ 348434 h 6858000"/>
              <a:gd name="connsiteX810" fmla="*/ 5805386 w 7467600"/>
              <a:gd name="connsiteY810" fmla="*/ 239240 h 6858000"/>
              <a:gd name="connsiteX811" fmla="*/ 5905192 w 7467600"/>
              <a:gd name="connsiteY811" fmla="*/ 163079 h 6858000"/>
              <a:gd name="connsiteX812" fmla="*/ 5865655 w 7467600"/>
              <a:gd name="connsiteY812" fmla="*/ 171901 h 6858000"/>
              <a:gd name="connsiteX813" fmla="*/ 5259740 w 7467600"/>
              <a:gd name="connsiteY813" fmla="*/ 257013 h 6858000"/>
              <a:gd name="connsiteX814" fmla="*/ 5208466 w 7467600"/>
              <a:gd name="connsiteY814" fmla="*/ 257550 h 6858000"/>
              <a:gd name="connsiteX815" fmla="*/ 4980204 w 7467600"/>
              <a:gd name="connsiteY815" fmla="*/ 271903 h 6858000"/>
              <a:gd name="connsiteX816" fmla="*/ 5068068 w 7467600"/>
              <a:gd name="connsiteY816" fmla="*/ 282244 h 6858000"/>
              <a:gd name="connsiteX817" fmla="*/ 5153231 w 7467600"/>
              <a:gd name="connsiteY817" fmla="*/ 292240 h 6858000"/>
              <a:gd name="connsiteX818" fmla="*/ 5426491 w 7467600"/>
              <a:gd name="connsiteY818" fmla="*/ 281128 h 6858000"/>
              <a:gd name="connsiteX819" fmla="*/ 5731212 w 7467600"/>
              <a:gd name="connsiteY819" fmla="*/ 231951 h 6858000"/>
              <a:gd name="connsiteX820" fmla="*/ 5905192 w 7467600"/>
              <a:gd name="connsiteY820" fmla="*/ 163079 h 6858000"/>
              <a:gd name="connsiteX821" fmla="*/ 5944437 w 7467600"/>
              <a:gd name="connsiteY821" fmla="*/ 113829 h 6858000"/>
              <a:gd name="connsiteX822" fmla="*/ 5825032 w 7467600"/>
              <a:gd name="connsiteY822" fmla="*/ 146405 h 6858000"/>
              <a:gd name="connsiteX823" fmla="*/ 4955599 w 7467600"/>
              <a:gd name="connsiteY823" fmla="*/ 247008 h 6858000"/>
              <a:gd name="connsiteX824" fmla="*/ 5210104 w 7467600"/>
              <a:gd name="connsiteY824" fmla="*/ 228123 h 6858000"/>
              <a:gd name="connsiteX825" fmla="*/ 5261015 w 7467600"/>
              <a:gd name="connsiteY825" fmla="*/ 227087 h 6858000"/>
              <a:gd name="connsiteX826" fmla="*/ 5861181 w 7467600"/>
              <a:gd name="connsiteY826" fmla="*/ 143093 h 6858000"/>
              <a:gd name="connsiteX827" fmla="*/ 5961252 w 7467600"/>
              <a:gd name="connsiteY827" fmla="*/ 114820 h 6858000"/>
              <a:gd name="connsiteX828" fmla="*/ 5944437 w 7467600"/>
              <a:gd name="connsiteY828" fmla="*/ 113829 h 6858000"/>
              <a:gd name="connsiteX829" fmla="*/ 3882765 w 7467600"/>
              <a:gd name="connsiteY829" fmla="*/ 0 h 6858000"/>
              <a:gd name="connsiteX830" fmla="*/ 3995099 w 7467600"/>
              <a:gd name="connsiteY830" fmla="*/ 0 h 6858000"/>
              <a:gd name="connsiteX831" fmla="*/ 4163818 w 7467600"/>
              <a:gd name="connsiteY831" fmla="*/ 234104 h 6858000"/>
              <a:gd name="connsiteX832" fmla="*/ 4172099 w 7467600"/>
              <a:gd name="connsiteY832" fmla="*/ 234207 h 6858000"/>
              <a:gd name="connsiteX833" fmla="*/ 4784282 w 7467600"/>
              <a:gd name="connsiteY833" fmla="*/ 276561 h 6858000"/>
              <a:gd name="connsiteX834" fmla="*/ 4801687 w 7467600"/>
              <a:gd name="connsiteY834" fmla="*/ 267764 h 6858000"/>
              <a:gd name="connsiteX835" fmla="*/ 6082788 w 7467600"/>
              <a:gd name="connsiteY835" fmla="*/ 64119 h 6858000"/>
              <a:gd name="connsiteX836" fmla="*/ 6099442 w 7467600"/>
              <a:gd name="connsiteY836" fmla="*/ 82568 h 6858000"/>
              <a:gd name="connsiteX837" fmla="*/ 4804137 w 7467600"/>
              <a:gd name="connsiteY837" fmla="*/ 320931 h 6858000"/>
              <a:gd name="connsiteX838" fmla="*/ 4227047 w 7467600"/>
              <a:gd name="connsiteY838" fmla="*/ 313415 h 6858000"/>
              <a:gd name="connsiteX839" fmla="*/ 4346041 w 7467600"/>
              <a:gd name="connsiteY839" fmla="*/ 456086 h 6858000"/>
              <a:gd name="connsiteX840" fmla="*/ 4870967 w 7467600"/>
              <a:gd name="connsiteY840" fmla="*/ 963061 h 6858000"/>
              <a:gd name="connsiteX841" fmla="*/ 4889647 w 7467600"/>
              <a:gd name="connsiteY841" fmla="*/ 957147 h 6858000"/>
              <a:gd name="connsiteX842" fmla="*/ 5422504 w 7467600"/>
              <a:gd name="connsiteY842" fmla="*/ 805191 h 6858000"/>
              <a:gd name="connsiteX843" fmla="*/ 6087656 w 7467600"/>
              <a:gd name="connsiteY843" fmla="*/ 826703 h 6858000"/>
              <a:gd name="connsiteX844" fmla="*/ 6058717 w 7467600"/>
              <a:gd name="connsiteY844" fmla="*/ 865992 h 6858000"/>
              <a:gd name="connsiteX845" fmla="*/ 4974153 w 7467600"/>
              <a:gd name="connsiteY845" fmla="*/ 1045456 h 6858000"/>
              <a:gd name="connsiteX846" fmla="*/ 5627835 w 7467600"/>
              <a:gd name="connsiteY846" fmla="*/ 1472077 h 6858000"/>
              <a:gd name="connsiteX847" fmla="*/ 5629817 w 7467600"/>
              <a:gd name="connsiteY847" fmla="*/ 1471412 h 6858000"/>
              <a:gd name="connsiteX848" fmla="*/ 5634124 w 7467600"/>
              <a:gd name="connsiteY848" fmla="*/ 1470572 h 6858000"/>
              <a:gd name="connsiteX849" fmla="*/ 5755832 w 7467600"/>
              <a:gd name="connsiteY849" fmla="*/ 1383886 h 6858000"/>
              <a:gd name="connsiteX850" fmla="*/ 6014186 w 7467600"/>
              <a:gd name="connsiteY850" fmla="*/ 1279799 h 6858000"/>
              <a:gd name="connsiteX851" fmla="*/ 6901619 w 7467600"/>
              <a:gd name="connsiteY851" fmla="*/ 1047874 h 6858000"/>
              <a:gd name="connsiteX852" fmla="*/ 6931566 w 7467600"/>
              <a:gd name="connsiteY852" fmla="*/ 1062034 h 6858000"/>
              <a:gd name="connsiteX853" fmla="*/ 5790982 w 7467600"/>
              <a:gd name="connsiteY853" fmla="*/ 1561380 h 6858000"/>
              <a:gd name="connsiteX854" fmla="*/ 6188971 w 7467600"/>
              <a:gd name="connsiteY854" fmla="*/ 1755168 h 6858000"/>
              <a:gd name="connsiteX855" fmla="*/ 6202446 w 7467600"/>
              <a:gd name="connsiteY855" fmla="*/ 1752268 h 6858000"/>
              <a:gd name="connsiteX856" fmla="*/ 7179560 w 7467600"/>
              <a:gd name="connsiteY856" fmla="*/ 1467551 h 6858000"/>
              <a:gd name="connsiteX857" fmla="*/ 7158730 w 7467600"/>
              <a:gd name="connsiteY857" fmla="*/ 1507835 h 6858000"/>
              <a:gd name="connsiteX858" fmla="*/ 6326959 w 7467600"/>
              <a:gd name="connsiteY858" fmla="*/ 1817686 h 6858000"/>
              <a:gd name="connsiteX859" fmla="*/ 6537433 w 7467600"/>
              <a:gd name="connsiteY859" fmla="*/ 1907790 h 6858000"/>
              <a:gd name="connsiteX860" fmla="*/ 6550221 w 7467600"/>
              <a:gd name="connsiteY860" fmla="*/ 1910729 h 6858000"/>
              <a:gd name="connsiteX861" fmla="*/ 6964438 w 7467600"/>
              <a:gd name="connsiteY861" fmla="*/ 2209505 h 6858000"/>
              <a:gd name="connsiteX862" fmla="*/ 7367862 w 7467600"/>
              <a:gd name="connsiteY862" fmla="*/ 2806833 h 6858000"/>
              <a:gd name="connsiteX863" fmla="*/ 7364329 w 7467600"/>
              <a:gd name="connsiteY863" fmla="*/ 2826907 h 6858000"/>
              <a:gd name="connsiteX864" fmla="*/ 7290545 w 7467600"/>
              <a:gd name="connsiteY864" fmla="*/ 2850663 h 6858000"/>
              <a:gd name="connsiteX865" fmla="*/ 6472036 w 7467600"/>
              <a:gd name="connsiteY865" fmla="*/ 1959003 h 6858000"/>
              <a:gd name="connsiteX866" fmla="*/ 5792897 w 7467600"/>
              <a:gd name="connsiteY866" fmla="*/ 1647747 h 6858000"/>
              <a:gd name="connsiteX867" fmla="*/ 5842751 w 7467600"/>
              <a:gd name="connsiteY867" fmla="*/ 1816112 h 6858000"/>
              <a:gd name="connsiteX868" fmla="*/ 5847424 w 7467600"/>
              <a:gd name="connsiteY868" fmla="*/ 1815776 h 6858000"/>
              <a:gd name="connsiteX869" fmla="*/ 6399821 w 7467600"/>
              <a:gd name="connsiteY869" fmla="*/ 2344799 h 6858000"/>
              <a:gd name="connsiteX870" fmla="*/ 6323232 w 7467600"/>
              <a:gd name="connsiteY870" fmla="*/ 2389634 h 6858000"/>
              <a:gd name="connsiteX871" fmla="*/ 5942958 w 7467600"/>
              <a:gd name="connsiteY871" fmla="*/ 2077708 h 6858000"/>
              <a:gd name="connsiteX872" fmla="*/ 5921559 w 7467600"/>
              <a:gd name="connsiteY872" fmla="*/ 2378596 h 6858000"/>
              <a:gd name="connsiteX873" fmla="*/ 5817651 w 7467600"/>
              <a:gd name="connsiteY873" fmla="*/ 3023919 h 6858000"/>
              <a:gd name="connsiteX874" fmla="*/ 5729634 w 7467600"/>
              <a:gd name="connsiteY874" fmla="*/ 3051849 h 6858000"/>
              <a:gd name="connsiteX875" fmla="*/ 5611018 w 7467600"/>
              <a:gd name="connsiteY875" fmla="*/ 2316769 h 6858000"/>
              <a:gd name="connsiteX876" fmla="*/ 5687608 w 7467600"/>
              <a:gd name="connsiteY876" fmla="*/ 2039972 h 6858000"/>
              <a:gd name="connsiteX877" fmla="*/ 5657554 w 7467600"/>
              <a:gd name="connsiteY877" fmla="*/ 1576445 h 6858000"/>
              <a:gd name="connsiteX878" fmla="*/ 5150475 w 7467600"/>
              <a:gd name="connsiteY878" fmla="*/ 1274012 h 6858000"/>
              <a:gd name="connsiteX879" fmla="*/ 5349142 w 7467600"/>
              <a:gd name="connsiteY879" fmla="*/ 2204405 h 6858000"/>
              <a:gd name="connsiteX880" fmla="*/ 5262214 w 7467600"/>
              <a:gd name="connsiteY880" fmla="*/ 2233836 h 6858000"/>
              <a:gd name="connsiteX881" fmla="*/ 4981539 w 7467600"/>
              <a:gd name="connsiteY881" fmla="*/ 1542201 h 6858000"/>
              <a:gd name="connsiteX882" fmla="*/ 4958461 w 7467600"/>
              <a:gd name="connsiteY882" fmla="*/ 1136957 h 6858000"/>
              <a:gd name="connsiteX883" fmla="*/ 4655015 w 7467600"/>
              <a:gd name="connsiteY883" fmla="*/ 891426 h 6858000"/>
              <a:gd name="connsiteX884" fmla="*/ 4348002 w 7467600"/>
              <a:gd name="connsiteY884" fmla="*/ 2205895 h 6858000"/>
              <a:gd name="connsiteX885" fmla="*/ 4262250 w 7467600"/>
              <a:gd name="connsiteY885" fmla="*/ 2219972 h 6858000"/>
              <a:gd name="connsiteX886" fmla="*/ 4550611 w 7467600"/>
              <a:gd name="connsiteY886" fmla="*/ 817540 h 6858000"/>
              <a:gd name="connsiteX887" fmla="*/ 4564418 w 7467600"/>
              <a:gd name="connsiteY887" fmla="*/ 808293 h 6858000"/>
              <a:gd name="connsiteX888" fmla="*/ 4266388 w 7467600"/>
              <a:gd name="connsiteY888" fmla="*/ 500083 h 6858000"/>
              <a:gd name="connsiteX889" fmla="*/ 4032842 w 7467600"/>
              <a:gd name="connsiteY889" fmla="*/ 211809 h 6858000"/>
              <a:gd name="connsiteX890" fmla="*/ 3882765 w 7467600"/>
              <a:gd name="connsiteY890" fmla="*/ 0 h 6858000"/>
              <a:gd name="connsiteX891" fmla="*/ 3721337 w 7467600"/>
              <a:gd name="connsiteY891" fmla="*/ 0 h 6858000"/>
              <a:gd name="connsiteX892" fmla="*/ 3797544 w 7467600"/>
              <a:gd name="connsiteY892" fmla="*/ 0 h 6858000"/>
              <a:gd name="connsiteX893" fmla="*/ 3775734 w 7467600"/>
              <a:gd name="connsiteY893" fmla="*/ 95131 h 6858000"/>
              <a:gd name="connsiteX894" fmla="*/ 3724807 w 7467600"/>
              <a:gd name="connsiteY894" fmla="*/ 272257 h 6858000"/>
              <a:gd name="connsiteX895" fmla="*/ 3726844 w 7467600"/>
              <a:gd name="connsiteY895" fmla="*/ 282988 h 6858000"/>
              <a:gd name="connsiteX896" fmla="*/ 3742664 w 7467600"/>
              <a:gd name="connsiteY896" fmla="*/ 279918 h 6858000"/>
              <a:gd name="connsiteX897" fmla="*/ 4103910 w 7467600"/>
              <a:gd name="connsiteY897" fmla="*/ 1161917 h 6858000"/>
              <a:gd name="connsiteX898" fmla="*/ 4020269 w 7467600"/>
              <a:gd name="connsiteY898" fmla="*/ 1200406 h 6858000"/>
              <a:gd name="connsiteX899" fmla="*/ 3674882 w 7467600"/>
              <a:gd name="connsiteY899" fmla="*/ 488524 h 6858000"/>
              <a:gd name="connsiteX900" fmla="*/ 3132682 w 7467600"/>
              <a:gd name="connsiteY900" fmla="*/ 1072284 h 6858000"/>
              <a:gd name="connsiteX901" fmla="*/ 2716346 w 7467600"/>
              <a:gd name="connsiteY901" fmla="*/ 1276376 h 6858000"/>
              <a:gd name="connsiteX902" fmla="*/ 2716772 w 7467600"/>
              <a:gd name="connsiteY902" fmla="*/ 1255462 h 6858000"/>
              <a:gd name="connsiteX903" fmla="*/ 3471096 w 7467600"/>
              <a:gd name="connsiteY903" fmla="*/ 437072 h 6858000"/>
              <a:gd name="connsiteX904" fmla="*/ 3639057 w 7467600"/>
              <a:gd name="connsiteY904" fmla="*/ 286334 h 6858000"/>
              <a:gd name="connsiteX905" fmla="*/ 3640309 w 7467600"/>
              <a:gd name="connsiteY905" fmla="*/ 284664 h 6858000"/>
              <a:gd name="connsiteX906" fmla="*/ 3646022 w 7467600"/>
              <a:gd name="connsiteY906" fmla="*/ 276711 h 6858000"/>
              <a:gd name="connsiteX907" fmla="*/ 3707943 w 7467600"/>
              <a:gd name="connsiteY907" fmla="*/ 65958 h 6858000"/>
              <a:gd name="connsiteX908" fmla="*/ 3721337 w 7467600"/>
              <a:gd name="connsiteY908" fmla="*/ 0 h 6858000"/>
              <a:gd name="connsiteX909" fmla="*/ 2867960 w 7467600"/>
              <a:gd name="connsiteY909" fmla="*/ 0 h 6858000"/>
              <a:gd name="connsiteX910" fmla="*/ 2926351 w 7467600"/>
              <a:gd name="connsiteY910" fmla="*/ 0 h 6858000"/>
              <a:gd name="connsiteX911" fmla="*/ 2902823 w 7467600"/>
              <a:gd name="connsiteY911" fmla="*/ 262929 h 6858000"/>
              <a:gd name="connsiteX912" fmla="*/ 2940663 w 7467600"/>
              <a:gd name="connsiteY912" fmla="*/ 140884 h 6858000"/>
              <a:gd name="connsiteX913" fmla="*/ 2947039 w 7467600"/>
              <a:gd name="connsiteY913" fmla="*/ 122524 h 6858000"/>
              <a:gd name="connsiteX914" fmla="*/ 2984316 w 7467600"/>
              <a:gd name="connsiteY914" fmla="*/ 0 h 6858000"/>
              <a:gd name="connsiteX915" fmla="*/ 3016114 w 7467600"/>
              <a:gd name="connsiteY915" fmla="*/ 0 h 6858000"/>
              <a:gd name="connsiteX916" fmla="*/ 2979949 w 7467600"/>
              <a:gd name="connsiteY916" fmla="*/ 119274 h 6858000"/>
              <a:gd name="connsiteX917" fmla="*/ 3023879 w 7467600"/>
              <a:gd name="connsiteY917" fmla="*/ 0 h 6858000"/>
              <a:gd name="connsiteX918" fmla="*/ 3105400 w 7467600"/>
              <a:gd name="connsiteY918" fmla="*/ 0 h 6858000"/>
              <a:gd name="connsiteX919" fmla="*/ 3094669 w 7467600"/>
              <a:gd name="connsiteY919" fmla="*/ 30308 h 6858000"/>
              <a:gd name="connsiteX920" fmla="*/ 2901945 w 7467600"/>
              <a:gd name="connsiteY920" fmla="*/ 466538 h 6858000"/>
              <a:gd name="connsiteX921" fmla="*/ 2815209 w 7467600"/>
              <a:gd name="connsiteY921" fmla="*/ 497361 h 6858000"/>
              <a:gd name="connsiteX922" fmla="*/ 2844845 w 7467600"/>
              <a:gd name="connsiteY922" fmla="*/ 127638 h 6858000"/>
              <a:gd name="connsiteX923" fmla="*/ 2867960 w 7467600"/>
              <a:gd name="connsiteY923" fmla="*/ 0 h 6858000"/>
              <a:gd name="connsiteX924" fmla="*/ 1057230 w 7467600"/>
              <a:gd name="connsiteY924" fmla="*/ 0 h 6858000"/>
              <a:gd name="connsiteX925" fmla="*/ 1111003 w 7467600"/>
              <a:gd name="connsiteY925" fmla="*/ 0 h 6858000"/>
              <a:gd name="connsiteX926" fmla="*/ 1125553 w 7467600"/>
              <a:gd name="connsiteY926" fmla="*/ 52588 h 6858000"/>
              <a:gd name="connsiteX927" fmla="*/ 1304276 w 7467600"/>
              <a:gd name="connsiteY927" fmla="*/ 476275 h 6858000"/>
              <a:gd name="connsiteX928" fmla="*/ 1492066 w 7467600"/>
              <a:gd name="connsiteY928" fmla="*/ 886333 h 6858000"/>
              <a:gd name="connsiteX929" fmla="*/ 1423698 w 7467600"/>
              <a:gd name="connsiteY929" fmla="*/ 710817 h 6858000"/>
              <a:gd name="connsiteX930" fmla="*/ 1357609 w 7467600"/>
              <a:gd name="connsiteY930" fmla="*/ 532892 h 6858000"/>
              <a:gd name="connsiteX931" fmla="*/ 1309550 w 7467600"/>
              <a:gd name="connsiteY931" fmla="*/ 374031 h 6858000"/>
              <a:gd name="connsiteX932" fmla="*/ 1193673 w 7467600"/>
              <a:gd name="connsiteY932" fmla="*/ 49533 h 6858000"/>
              <a:gd name="connsiteX933" fmla="*/ 1164391 w 7467600"/>
              <a:gd name="connsiteY933" fmla="*/ 0 h 6858000"/>
              <a:gd name="connsiteX934" fmla="*/ 1200666 w 7467600"/>
              <a:gd name="connsiteY934" fmla="*/ 0 h 6858000"/>
              <a:gd name="connsiteX935" fmla="*/ 1223408 w 7467600"/>
              <a:gd name="connsiteY935" fmla="*/ 38996 h 6858000"/>
              <a:gd name="connsiteX936" fmla="*/ 1339635 w 7467600"/>
              <a:gd name="connsiteY936" fmla="*/ 365517 h 6858000"/>
              <a:gd name="connsiteX937" fmla="*/ 1387469 w 7467600"/>
              <a:gd name="connsiteY937" fmla="*/ 523079 h 6858000"/>
              <a:gd name="connsiteX938" fmla="*/ 1452685 w 7467600"/>
              <a:gd name="connsiteY938" fmla="*/ 699806 h 6858000"/>
              <a:gd name="connsiteX939" fmla="*/ 1492092 w 7467600"/>
              <a:gd name="connsiteY939" fmla="*/ 800424 h 6858000"/>
              <a:gd name="connsiteX940" fmla="*/ 1455302 w 7467600"/>
              <a:gd name="connsiteY940" fmla="*/ 632913 h 6858000"/>
              <a:gd name="connsiteX941" fmla="*/ 1222336 w 7467600"/>
              <a:gd name="connsiteY941" fmla="*/ 9480 h 6858000"/>
              <a:gd name="connsiteX942" fmla="*/ 1214634 w 7467600"/>
              <a:gd name="connsiteY942" fmla="*/ 0 h 6858000"/>
              <a:gd name="connsiteX943" fmla="*/ 1289827 w 7467600"/>
              <a:gd name="connsiteY943" fmla="*/ 0 h 6858000"/>
              <a:gd name="connsiteX944" fmla="*/ 1321076 w 7467600"/>
              <a:gd name="connsiteY944" fmla="*/ 59722 h 6858000"/>
              <a:gd name="connsiteX945" fmla="*/ 1512579 w 7467600"/>
              <a:gd name="connsiteY945" fmla="*/ 626441 h 6858000"/>
              <a:gd name="connsiteX946" fmla="*/ 1506076 w 7467600"/>
              <a:gd name="connsiteY946" fmla="*/ 1089289 h 6858000"/>
              <a:gd name="connsiteX947" fmla="*/ 1486346 w 7467600"/>
              <a:gd name="connsiteY947" fmla="*/ 1079919 h 6858000"/>
              <a:gd name="connsiteX948" fmla="*/ 1070511 w 7467600"/>
              <a:gd name="connsiteY948" fmla="*/ 48609 h 6858000"/>
              <a:gd name="connsiteX949" fmla="*/ 1057230 w 7467600"/>
              <a:gd name="connsiteY949" fmla="*/ 0 h 6858000"/>
              <a:gd name="connsiteX950" fmla="*/ 43151 w 7467600"/>
              <a:gd name="connsiteY950" fmla="*/ 0 h 6858000"/>
              <a:gd name="connsiteX951" fmla="*/ 95283 w 7467600"/>
              <a:gd name="connsiteY951" fmla="*/ 0 h 6858000"/>
              <a:gd name="connsiteX952" fmla="*/ 300708 w 7467600"/>
              <a:gd name="connsiteY952" fmla="*/ 154571 h 6858000"/>
              <a:gd name="connsiteX953" fmla="*/ 530414 w 7467600"/>
              <a:gd name="connsiteY953" fmla="*/ 354673 h 6858000"/>
              <a:gd name="connsiteX954" fmla="*/ 333785 w 7467600"/>
              <a:gd name="connsiteY954" fmla="*/ 161564 h 6858000"/>
              <a:gd name="connsiteX955" fmla="*/ 147005 w 7467600"/>
              <a:gd name="connsiteY955" fmla="*/ 0 h 6858000"/>
              <a:gd name="connsiteX956" fmla="*/ 272509 w 7467600"/>
              <a:gd name="connsiteY956" fmla="*/ 0 h 6858000"/>
              <a:gd name="connsiteX957" fmla="*/ 326276 w 7467600"/>
              <a:gd name="connsiteY957" fmla="*/ 45847 h 6858000"/>
              <a:gd name="connsiteX958" fmla="*/ 823759 w 7467600"/>
              <a:gd name="connsiteY958" fmla="*/ 574145 h 6858000"/>
              <a:gd name="connsiteX959" fmla="*/ 811254 w 7467600"/>
              <a:gd name="connsiteY959" fmla="*/ 665546 h 6858000"/>
              <a:gd name="connsiteX960" fmla="*/ 154042 w 7467600"/>
              <a:gd name="connsiteY960" fmla="*/ 261522 h 6858000"/>
              <a:gd name="connsiteX961" fmla="*/ 13550 w 7467600"/>
              <a:gd name="connsiteY961" fmla="*/ 158423 h 6858000"/>
              <a:gd name="connsiteX962" fmla="*/ 0 w 7467600"/>
              <a:gd name="connsiteY962" fmla="*/ 146618 h 6858000"/>
              <a:gd name="connsiteX963" fmla="*/ 0 w 7467600"/>
              <a:gd name="connsiteY963" fmla="*/ 59161 h 6858000"/>
              <a:gd name="connsiteX964" fmla="*/ 45427 w 7467600"/>
              <a:gd name="connsiteY964" fmla="*/ 101078 h 6858000"/>
              <a:gd name="connsiteX965" fmla="*/ 630103 w 7467600"/>
              <a:gd name="connsiteY965" fmla="*/ 485885 h 6858000"/>
              <a:gd name="connsiteX966" fmla="*/ 532040 w 7467600"/>
              <a:gd name="connsiteY966" fmla="*/ 399359 h 6858000"/>
              <a:gd name="connsiteX967" fmla="*/ 517618 w 7467600"/>
              <a:gd name="connsiteY967" fmla="*/ 385726 h 6858000"/>
              <a:gd name="connsiteX968" fmla="*/ 285074 w 7467600"/>
              <a:gd name="connsiteY968" fmla="*/ 182755 h 6858000"/>
              <a:gd name="connsiteX969" fmla="*/ 43151 w 7467600"/>
              <a:gd name="connsiteY96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356878 w 7467600"/>
              <a:gd name="connsiteY80" fmla="*/ 5981332 h 6858000"/>
              <a:gd name="connsiteX81" fmla="*/ 7467600 w 7467600"/>
              <a:gd name="connsiteY81" fmla="*/ 6117703 h 6858000"/>
              <a:gd name="connsiteX82" fmla="*/ 7467600 w 7467600"/>
              <a:gd name="connsiteY82" fmla="*/ 6163634 h 6858000"/>
              <a:gd name="connsiteX83" fmla="*/ 7403637 w 7467600"/>
              <a:gd name="connsiteY83" fmla="*/ 6083957 h 6858000"/>
              <a:gd name="connsiteX84" fmla="*/ 7254615 w 7467600"/>
              <a:gd name="connsiteY84" fmla="*/ 5911918 h 6858000"/>
              <a:gd name="connsiteX85" fmla="*/ 7312589 w 7467600"/>
              <a:gd name="connsiteY85" fmla="*/ 5982309 h 6858000"/>
              <a:gd name="connsiteX86" fmla="*/ 7448321 w 7467600"/>
              <a:gd name="connsiteY86" fmla="*/ 6190991 h 6858000"/>
              <a:gd name="connsiteX87" fmla="*/ 7467600 w 7467600"/>
              <a:gd name="connsiteY87" fmla="*/ 6221686 h 6858000"/>
              <a:gd name="connsiteX88" fmla="*/ 7467600 w 7467600"/>
              <a:gd name="connsiteY88" fmla="*/ 6334256 h 6858000"/>
              <a:gd name="connsiteX89" fmla="*/ 7454976 w 7467600"/>
              <a:gd name="connsiteY89" fmla="*/ 6318297 h 6858000"/>
              <a:gd name="connsiteX90" fmla="*/ 1456157 w 7467600"/>
              <a:gd name="connsiteY90" fmla="*/ 5371404 h 6858000"/>
              <a:gd name="connsiteX91" fmla="*/ 1244432 w 7467600"/>
              <a:gd name="connsiteY91" fmla="*/ 5385601 h 6858000"/>
              <a:gd name="connsiteX92" fmla="*/ 973990 w 7467600"/>
              <a:gd name="connsiteY92" fmla="*/ 5424940 h 6858000"/>
              <a:gd name="connsiteX93" fmla="*/ 1103809 w 7467600"/>
              <a:gd name="connsiteY93" fmla="*/ 5433720 h 6858000"/>
              <a:gd name="connsiteX94" fmla="*/ 1123454 w 7467600"/>
              <a:gd name="connsiteY94" fmla="*/ 5435727 h 6858000"/>
              <a:gd name="connsiteX95" fmla="*/ 1737017 w 7467600"/>
              <a:gd name="connsiteY95" fmla="*/ 5452183 h 6858000"/>
              <a:gd name="connsiteX96" fmla="*/ 1824397 w 7467600"/>
              <a:gd name="connsiteY96" fmla="*/ 5447757 h 6858000"/>
              <a:gd name="connsiteX97" fmla="*/ 2070059 w 7467600"/>
              <a:gd name="connsiteY97" fmla="*/ 5441660 h 6858000"/>
              <a:gd name="connsiteX98" fmla="*/ 1456157 w 7467600"/>
              <a:gd name="connsiteY98" fmla="*/ 5371404 h 6858000"/>
              <a:gd name="connsiteX99" fmla="*/ 4988186 w 7467600"/>
              <a:gd name="connsiteY99" fmla="*/ 5216467 h 6858000"/>
              <a:gd name="connsiteX100" fmla="*/ 4777334 w 7467600"/>
              <a:gd name="connsiteY100" fmla="*/ 5406072 h 6858000"/>
              <a:gd name="connsiteX101" fmla="*/ 4718341 w 7467600"/>
              <a:gd name="connsiteY101" fmla="*/ 5468043 h 6858000"/>
              <a:gd name="connsiteX102" fmla="*/ 4604655 w 7467600"/>
              <a:gd name="connsiteY102" fmla="*/ 5583434 h 6858000"/>
              <a:gd name="connsiteX103" fmla="*/ 4565074 w 7467600"/>
              <a:gd name="connsiteY103" fmla="*/ 5618550 h 6858000"/>
              <a:gd name="connsiteX104" fmla="*/ 4988186 w 7467600"/>
              <a:gd name="connsiteY104" fmla="*/ 5216467 h 6858000"/>
              <a:gd name="connsiteX105" fmla="*/ 4978032 w 7467600"/>
              <a:gd name="connsiteY105" fmla="*/ 5183809 h 6858000"/>
              <a:gd name="connsiteX106" fmla="*/ 4463413 w 7467600"/>
              <a:gd name="connsiteY106" fmla="*/ 5615162 h 6858000"/>
              <a:gd name="connsiteX107" fmla="*/ 4358134 w 7467600"/>
              <a:gd name="connsiteY107" fmla="*/ 5742791 h 6858000"/>
              <a:gd name="connsiteX108" fmla="*/ 4376219 w 7467600"/>
              <a:gd name="connsiteY108" fmla="*/ 5729027 h 6858000"/>
              <a:gd name="connsiteX109" fmla="*/ 4582340 w 7467600"/>
              <a:gd name="connsiteY109" fmla="*/ 5561037 h 6858000"/>
              <a:gd name="connsiteX110" fmla="*/ 4694684 w 7467600"/>
              <a:gd name="connsiteY110" fmla="*/ 5447098 h 6858000"/>
              <a:gd name="connsiteX111" fmla="*/ 4754123 w 7467600"/>
              <a:gd name="connsiteY111" fmla="*/ 5384643 h 6858000"/>
              <a:gd name="connsiteX112" fmla="*/ 4978032 w 7467600"/>
              <a:gd name="connsiteY112" fmla="*/ 5183809 h 6858000"/>
              <a:gd name="connsiteX113" fmla="*/ 1903353 w 7467600"/>
              <a:gd name="connsiteY113" fmla="*/ 5044827 h 6858000"/>
              <a:gd name="connsiteX114" fmla="*/ 1936931 w 7467600"/>
              <a:gd name="connsiteY114" fmla="*/ 5093954 h 6858000"/>
              <a:gd name="connsiteX115" fmla="*/ 2195868 w 7467600"/>
              <a:gd name="connsiteY115" fmla="*/ 5396574 h 6858000"/>
              <a:gd name="connsiteX116" fmla="*/ 2088852 w 7467600"/>
              <a:gd name="connsiteY116" fmla="*/ 5166123 h 6858000"/>
              <a:gd name="connsiteX117" fmla="*/ 1958241 w 7467600"/>
              <a:gd name="connsiteY117" fmla="*/ 5067955 h 6858000"/>
              <a:gd name="connsiteX118" fmla="*/ 1903353 w 7467600"/>
              <a:gd name="connsiteY118" fmla="*/ 5044827 h 6858000"/>
              <a:gd name="connsiteX119" fmla="*/ 1979378 w 7467600"/>
              <a:gd name="connsiteY119" fmla="*/ 4769504 h 6858000"/>
              <a:gd name="connsiteX120" fmla="*/ 2882120 w 7467600"/>
              <a:gd name="connsiteY120" fmla="*/ 5064547 h 6858000"/>
              <a:gd name="connsiteX121" fmla="*/ 2793103 w 7467600"/>
              <a:gd name="connsiteY121" fmla="*/ 5039699 h 6858000"/>
              <a:gd name="connsiteX122" fmla="*/ 2770041 w 7467600"/>
              <a:gd name="connsiteY122" fmla="*/ 5033634 h 6858000"/>
              <a:gd name="connsiteX123" fmla="*/ 1979378 w 7467600"/>
              <a:gd name="connsiteY123" fmla="*/ 4769504 h 6858000"/>
              <a:gd name="connsiteX124" fmla="*/ 1927410 w 7467600"/>
              <a:gd name="connsiteY124" fmla="*/ 4716164 h 6858000"/>
              <a:gd name="connsiteX125" fmla="*/ 1959587 w 7467600"/>
              <a:gd name="connsiteY125" fmla="*/ 4728849 h 6858000"/>
              <a:gd name="connsiteX126" fmla="*/ 2777707 w 7467600"/>
              <a:gd name="connsiteY126" fmla="*/ 5003991 h 6858000"/>
              <a:gd name="connsiteX127" fmla="*/ 2800768 w 7467600"/>
              <a:gd name="connsiteY127" fmla="*/ 5010056 h 6858000"/>
              <a:gd name="connsiteX128" fmla="*/ 2879408 w 7467600"/>
              <a:gd name="connsiteY128" fmla="*/ 5031590 h 6858000"/>
              <a:gd name="connsiteX129" fmla="*/ 2862295 w 7467600"/>
              <a:gd name="connsiteY129" fmla="*/ 5022958 h 6858000"/>
              <a:gd name="connsiteX130" fmla="*/ 2813343 w 7467600"/>
              <a:gd name="connsiteY130" fmla="*/ 4998369 h 6858000"/>
              <a:gd name="connsiteX131" fmla="*/ 2646245 w 7467600"/>
              <a:gd name="connsiteY131" fmla="*/ 4930999 h 6858000"/>
              <a:gd name="connsiteX132" fmla="*/ 1999243 w 7467600"/>
              <a:gd name="connsiteY132" fmla="*/ 4730524 h 6858000"/>
              <a:gd name="connsiteX133" fmla="*/ 1979527 w 7467600"/>
              <a:gd name="connsiteY133" fmla="*/ 4726651 h 6858000"/>
              <a:gd name="connsiteX134" fmla="*/ 1927410 w 7467600"/>
              <a:gd name="connsiteY134" fmla="*/ 4716164 h 6858000"/>
              <a:gd name="connsiteX135" fmla="*/ 1997014 w 7467600"/>
              <a:gd name="connsiteY135" fmla="*/ 4698007 h 6858000"/>
              <a:gd name="connsiteX136" fmla="*/ 2005458 w 7467600"/>
              <a:gd name="connsiteY136" fmla="*/ 4699540 h 6858000"/>
              <a:gd name="connsiteX137" fmla="*/ 2657186 w 7467600"/>
              <a:gd name="connsiteY137" fmla="*/ 4901687 h 6858000"/>
              <a:gd name="connsiteX138" fmla="*/ 2826662 w 7467600"/>
              <a:gd name="connsiteY138" fmla="*/ 4970362 h 6858000"/>
              <a:gd name="connsiteX139" fmla="*/ 2876100 w 7467600"/>
              <a:gd name="connsiteY139" fmla="*/ 4995397 h 6858000"/>
              <a:gd name="connsiteX140" fmla="*/ 3042600 w 7467600"/>
              <a:gd name="connsiteY140" fmla="*/ 5059532 h 6858000"/>
              <a:gd name="connsiteX141" fmla="*/ 1997014 w 7467600"/>
              <a:gd name="connsiteY141" fmla="*/ 4698007 h 6858000"/>
              <a:gd name="connsiteX142" fmla="*/ 2305292 w 7467600"/>
              <a:gd name="connsiteY142" fmla="*/ 4219492 h 6858000"/>
              <a:gd name="connsiteX143" fmla="*/ 3360922 w 7467600"/>
              <a:gd name="connsiteY143" fmla="*/ 4529373 h 6858000"/>
              <a:gd name="connsiteX144" fmla="*/ 3492420 w 7467600"/>
              <a:gd name="connsiteY144" fmla="*/ 4510145 h 6858000"/>
              <a:gd name="connsiteX145" fmla="*/ 3364086 w 7467600"/>
              <a:gd name="connsiteY145" fmla="*/ 4480340 h 6858000"/>
              <a:gd name="connsiteX146" fmla="*/ 3225818 w 7467600"/>
              <a:gd name="connsiteY146" fmla="*/ 4411822 h 6858000"/>
              <a:gd name="connsiteX147" fmla="*/ 3129696 w 7467600"/>
              <a:gd name="connsiteY147" fmla="*/ 4360704 h 6858000"/>
              <a:gd name="connsiteX148" fmla="*/ 2814545 w 7467600"/>
              <a:gd name="connsiteY148" fmla="*/ 4282955 h 6858000"/>
              <a:gd name="connsiteX149" fmla="*/ 2305292 w 7467600"/>
              <a:gd name="connsiteY149" fmla="*/ 4219492 h 6858000"/>
              <a:gd name="connsiteX150" fmla="*/ 2626982 w 7467600"/>
              <a:gd name="connsiteY150" fmla="*/ 4206450 h 6858000"/>
              <a:gd name="connsiteX151" fmla="*/ 2490617 w 7467600"/>
              <a:gd name="connsiteY151" fmla="*/ 4206951 h 6858000"/>
              <a:gd name="connsiteX152" fmla="*/ 2819869 w 7467600"/>
              <a:gd name="connsiteY152" fmla="*/ 4252936 h 6858000"/>
              <a:gd name="connsiteX153" fmla="*/ 3143018 w 7467600"/>
              <a:gd name="connsiteY153" fmla="*/ 4332698 h 6858000"/>
              <a:gd name="connsiteX154" fmla="*/ 3241520 w 7467600"/>
              <a:gd name="connsiteY154" fmla="*/ 4385112 h 6858000"/>
              <a:gd name="connsiteX155" fmla="*/ 3374575 w 7467600"/>
              <a:gd name="connsiteY155" fmla="*/ 4451517 h 6858000"/>
              <a:gd name="connsiteX156" fmla="*/ 3505221 w 7467600"/>
              <a:gd name="connsiteY156" fmla="*/ 4480757 h 6858000"/>
              <a:gd name="connsiteX157" fmla="*/ 2626982 w 7467600"/>
              <a:gd name="connsiteY157" fmla="*/ 4206450 h 6858000"/>
              <a:gd name="connsiteX158" fmla="*/ 1310106 w 7467600"/>
              <a:gd name="connsiteY158" fmla="*/ 3943217 h 6858000"/>
              <a:gd name="connsiteX159" fmla="*/ 854994 w 7467600"/>
              <a:gd name="connsiteY159" fmla="*/ 4399136 h 6858000"/>
              <a:gd name="connsiteX160" fmla="*/ 742462 w 7467600"/>
              <a:gd name="connsiteY160" fmla="*/ 4594648 h 6858000"/>
              <a:gd name="connsiteX161" fmla="*/ 820602 w 7467600"/>
              <a:gd name="connsiteY161" fmla="*/ 4485915 h 6858000"/>
              <a:gd name="connsiteX162" fmla="*/ 878295 w 7467600"/>
              <a:gd name="connsiteY162" fmla="*/ 4403594 h 6858000"/>
              <a:gd name="connsiteX163" fmla="*/ 1240607 w 7467600"/>
              <a:gd name="connsiteY163" fmla="*/ 4010401 h 6858000"/>
              <a:gd name="connsiteX164" fmla="*/ 1310106 w 7467600"/>
              <a:gd name="connsiteY164" fmla="*/ 3943217 h 6858000"/>
              <a:gd name="connsiteX165" fmla="*/ 1423113 w 7467600"/>
              <a:gd name="connsiteY165" fmla="*/ 3874565 h 6858000"/>
              <a:gd name="connsiteX166" fmla="*/ 1260565 w 7467600"/>
              <a:gd name="connsiteY166" fmla="*/ 4031982 h 6858000"/>
              <a:gd name="connsiteX167" fmla="*/ 901900 w 7467600"/>
              <a:gd name="connsiteY167" fmla="*/ 4421236 h 6858000"/>
              <a:gd name="connsiteX168" fmla="*/ 845044 w 7467600"/>
              <a:gd name="connsiteY168" fmla="*/ 4502436 h 6858000"/>
              <a:gd name="connsiteX169" fmla="*/ 685926 w 7467600"/>
              <a:gd name="connsiteY169" fmla="*/ 4703069 h 6858000"/>
              <a:gd name="connsiteX170" fmla="*/ 684248 w 7467600"/>
              <a:gd name="connsiteY170" fmla="*/ 4706721 h 6858000"/>
              <a:gd name="connsiteX171" fmla="*/ 1423113 w 7467600"/>
              <a:gd name="connsiteY171" fmla="*/ 3874565 h 6858000"/>
              <a:gd name="connsiteX172" fmla="*/ 3316479 w 7467600"/>
              <a:gd name="connsiteY172" fmla="*/ 3872136 h 6858000"/>
              <a:gd name="connsiteX173" fmla="*/ 3546806 w 7467600"/>
              <a:gd name="connsiteY173" fmla="*/ 4356139 h 6858000"/>
              <a:gd name="connsiteX174" fmla="*/ 3364433 w 7467600"/>
              <a:gd name="connsiteY174" fmla="*/ 3953121 h 6858000"/>
              <a:gd name="connsiteX175" fmla="*/ 3316479 w 7467600"/>
              <a:gd name="connsiteY175" fmla="*/ 3872136 h 6858000"/>
              <a:gd name="connsiteX176" fmla="*/ 3291335 w 7467600"/>
              <a:gd name="connsiteY176" fmla="*/ 3767420 h 6858000"/>
              <a:gd name="connsiteX177" fmla="*/ 3390805 w 7467600"/>
              <a:gd name="connsiteY177" fmla="*/ 3937163 h 6858000"/>
              <a:gd name="connsiteX178" fmla="*/ 3579062 w 7467600"/>
              <a:gd name="connsiteY178" fmla="*/ 4359040 h 6858000"/>
              <a:gd name="connsiteX179" fmla="*/ 3467355 w 7467600"/>
              <a:gd name="connsiteY179" fmla="*/ 3988130 h 6858000"/>
              <a:gd name="connsiteX180" fmla="*/ 3310753 w 7467600"/>
              <a:gd name="connsiteY180" fmla="*/ 3787140 h 6858000"/>
              <a:gd name="connsiteX181" fmla="*/ 3291335 w 7467600"/>
              <a:gd name="connsiteY181" fmla="*/ 3767420 h 6858000"/>
              <a:gd name="connsiteX182" fmla="*/ 1635889 w 7467600"/>
              <a:gd name="connsiteY182" fmla="*/ 3709494 h 6858000"/>
              <a:gd name="connsiteX183" fmla="*/ 1634800 w 7467600"/>
              <a:gd name="connsiteY183" fmla="*/ 3731111 h 6858000"/>
              <a:gd name="connsiteX184" fmla="*/ 1635889 w 7467600"/>
              <a:gd name="connsiteY184" fmla="*/ 3709494 h 6858000"/>
              <a:gd name="connsiteX185" fmla="*/ 1510397 w 7467600"/>
              <a:gd name="connsiteY185" fmla="*/ 3684705 h 6858000"/>
              <a:gd name="connsiteX186" fmla="*/ 1146550 w 7467600"/>
              <a:gd name="connsiteY186" fmla="*/ 3802012 h 6858000"/>
              <a:gd name="connsiteX187" fmla="*/ 698834 w 7467600"/>
              <a:gd name="connsiteY187" fmla="*/ 3952272 h 6858000"/>
              <a:gd name="connsiteX188" fmla="*/ 34256 w 7467600"/>
              <a:gd name="connsiteY188" fmla="*/ 4347603 h 6858000"/>
              <a:gd name="connsiteX189" fmla="*/ 527241 w 7467600"/>
              <a:gd name="connsiteY189" fmla="*/ 4065078 h 6858000"/>
              <a:gd name="connsiteX190" fmla="*/ 1510397 w 7467600"/>
              <a:gd name="connsiteY190" fmla="*/ 3684705 h 6858000"/>
              <a:gd name="connsiteX191" fmla="*/ 1313114 w 7467600"/>
              <a:gd name="connsiteY191" fmla="*/ 3655216 h 6858000"/>
              <a:gd name="connsiteX192" fmla="*/ 1109304 w 7467600"/>
              <a:gd name="connsiteY192" fmla="*/ 3669030 h 6858000"/>
              <a:gd name="connsiteX193" fmla="*/ 8129 w 7467600"/>
              <a:gd name="connsiteY193" fmla="*/ 4330519 h 6858000"/>
              <a:gd name="connsiteX194" fmla="*/ 687572 w 7467600"/>
              <a:gd name="connsiteY194" fmla="*/ 3925629 h 6858000"/>
              <a:gd name="connsiteX195" fmla="*/ 1138365 w 7467600"/>
              <a:gd name="connsiteY195" fmla="*/ 3774515 h 6858000"/>
              <a:gd name="connsiteX196" fmla="*/ 1505579 w 7467600"/>
              <a:gd name="connsiteY196" fmla="*/ 3655526 h 6858000"/>
              <a:gd name="connsiteX197" fmla="*/ 1313114 w 7467600"/>
              <a:gd name="connsiteY197" fmla="*/ 3655216 h 6858000"/>
              <a:gd name="connsiteX198" fmla="*/ 3655073 w 7467600"/>
              <a:gd name="connsiteY198" fmla="*/ 3650884 h 6858000"/>
              <a:gd name="connsiteX199" fmla="*/ 3989938 w 7467600"/>
              <a:gd name="connsiteY199" fmla="*/ 3991685 h 6858000"/>
              <a:gd name="connsiteX200" fmla="*/ 4393907 w 7467600"/>
              <a:gd name="connsiteY200" fmla="*/ 4261258 h 6858000"/>
              <a:gd name="connsiteX201" fmla="*/ 4648051 w 7467600"/>
              <a:gd name="connsiteY201" fmla="*/ 4374051 h 6858000"/>
              <a:gd name="connsiteX202" fmla="*/ 4383389 w 7467600"/>
              <a:gd name="connsiteY202" fmla="*/ 4184369 h 6858000"/>
              <a:gd name="connsiteX203" fmla="*/ 4165508 w 7467600"/>
              <a:gd name="connsiteY203" fmla="*/ 4035196 h 6858000"/>
              <a:gd name="connsiteX204" fmla="*/ 4068162 w 7467600"/>
              <a:gd name="connsiteY204" fmla="*/ 3953394 h 6858000"/>
              <a:gd name="connsiteX205" fmla="*/ 3981416 w 7467600"/>
              <a:gd name="connsiteY205" fmla="*/ 3880482 h 6858000"/>
              <a:gd name="connsiteX206" fmla="*/ 3800147 w 7467600"/>
              <a:gd name="connsiteY206" fmla="*/ 3749872 h 6858000"/>
              <a:gd name="connsiteX207" fmla="*/ 3655073 w 7467600"/>
              <a:gd name="connsiteY207" fmla="*/ 3650884 h 6858000"/>
              <a:gd name="connsiteX208" fmla="*/ 3670252 w 7467600"/>
              <a:gd name="connsiteY208" fmla="*/ 3622798 h 6858000"/>
              <a:gd name="connsiteX209" fmla="*/ 3817258 w 7467600"/>
              <a:gd name="connsiteY209" fmla="*/ 3723577 h 6858000"/>
              <a:gd name="connsiteX210" fmla="*/ 4000461 w 7467600"/>
              <a:gd name="connsiteY210" fmla="*/ 3855966 h 6858000"/>
              <a:gd name="connsiteX211" fmla="*/ 4088180 w 7467600"/>
              <a:gd name="connsiteY211" fmla="*/ 3929774 h 6858000"/>
              <a:gd name="connsiteX212" fmla="*/ 4184555 w 7467600"/>
              <a:gd name="connsiteY212" fmla="*/ 4010683 h 6858000"/>
              <a:gd name="connsiteX213" fmla="*/ 4399563 w 7467600"/>
              <a:gd name="connsiteY213" fmla="*/ 4158106 h 6858000"/>
              <a:gd name="connsiteX214" fmla="*/ 4684469 w 7467600"/>
              <a:gd name="connsiteY214" fmla="*/ 4364680 h 6858000"/>
              <a:gd name="connsiteX215" fmla="*/ 4690271 w 7467600"/>
              <a:gd name="connsiteY215" fmla="*/ 4370034 h 6858000"/>
              <a:gd name="connsiteX216" fmla="*/ 4136093 w 7467600"/>
              <a:gd name="connsiteY216" fmla="*/ 3858466 h 6858000"/>
              <a:gd name="connsiteX217" fmla="*/ 3670252 w 7467600"/>
              <a:gd name="connsiteY217" fmla="*/ 3622798 h 6858000"/>
              <a:gd name="connsiteX218" fmla="*/ 4440129 w 7467600"/>
              <a:gd name="connsiteY218" fmla="*/ 3448571 h 6858000"/>
              <a:gd name="connsiteX219" fmla="*/ 4856525 w 7467600"/>
              <a:gd name="connsiteY219" fmla="*/ 3915351 h 6858000"/>
              <a:gd name="connsiteX220" fmla="*/ 5059055 w 7467600"/>
              <a:gd name="connsiteY220" fmla="*/ 4108918 h 6858000"/>
              <a:gd name="connsiteX221" fmla="*/ 5290070 w 7467600"/>
              <a:gd name="connsiteY221" fmla="*/ 4263619 h 6858000"/>
              <a:gd name="connsiteX222" fmla="*/ 4834991 w 7467600"/>
              <a:gd name="connsiteY222" fmla="*/ 3830985 h 6858000"/>
              <a:gd name="connsiteX223" fmla="*/ 4440129 w 7467600"/>
              <a:gd name="connsiteY223" fmla="*/ 3448571 h 6858000"/>
              <a:gd name="connsiteX224" fmla="*/ 4441737 w 7467600"/>
              <a:gd name="connsiteY224" fmla="*/ 3399734 h 6858000"/>
              <a:gd name="connsiteX225" fmla="*/ 4431236 w 7467600"/>
              <a:gd name="connsiteY225" fmla="*/ 3400954 h 6858000"/>
              <a:gd name="connsiteX226" fmla="*/ 4557150 w 7467600"/>
              <a:gd name="connsiteY226" fmla="*/ 3510023 h 6858000"/>
              <a:gd name="connsiteX227" fmla="*/ 4856936 w 7467600"/>
              <a:gd name="connsiteY227" fmla="*/ 3809146 h 6858000"/>
              <a:gd name="connsiteX228" fmla="*/ 5111996 w 7467600"/>
              <a:gd name="connsiteY228" fmla="*/ 4065759 h 6858000"/>
              <a:gd name="connsiteX229" fmla="*/ 5388878 w 7467600"/>
              <a:gd name="connsiteY229" fmla="*/ 4300185 h 6858000"/>
              <a:gd name="connsiteX230" fmla="*/ 5425556 w 7467600"/>
              <a:gd name="connsiteY230" fmla="*/ 4308967 h 6858000"/>
              <a:gd name="connsiteX231" fmla="*/ 4943646 w 7467600"/>
              <a:gd name="connsiteY231" fmla="*/ 3822916 h 6858000"/>
              <a:gd name="connsiteX232" fmla="*/ 4594837 w 7467600"/>
              <a:gd name="connsiteY232" fmla="*/ 3532274 h 6858000"/>
              <a:gd name="connsiteX233" fmla="*/ 4441737 w 7467600"/>
              <a:gd name="connsiteY233" fmla="*/ 3399734 h 6858000"/>
              <a:gd name="connsiteX234" fmla="*/ 5425834 w 7467600"/>
              <a:gd name="connsiteY234" fmla="*/ 3162785 h 6858000"/>
              <a:gd name="connsiteX235" fmla="*/ 5401644 w 7467600"/>
              <a:gd name="connsiteY235" fmla="*/ 3617847 h 6858000"/>
              <a:gd name="connsiteX236" fmla="*/ 5467256 w 7467600"/>
              <a:gd name="connsiteY236" fmla="*/ 4175494 h 6858000"/>
              <a:gd name="connsiteX237" fmla="*/ 5448069 w 7467600"/>
              <a:gd name="connsiteY237" fmla="*/ 3567554 h 6858000"/>
              <a:gd name="connsiteX238" fmla="*/ 5425834 w 7467600"/>
              <a:gd name="connsiteY238" fmla="*/ 3162785 h 6858000"/>
              <a:gd name="connsiteX239" fmla="*/ 1318687 w 7467600"/>
              <a:gd name="connsiteY239" fmla="*/ 3113840 h 6858000"/>
              <a:gd name="connsiteX240" fmla="*/ 1066793 w 7467600"/>
              <a:gd name="connsiteY240" fmla="*/ 3212171 h 6858000"/>
              <a:gd name="connsiteX241" fmla="*/ 993319 w 7467600"/>
              <a:gd name="connsiteY241" fmla="*/ 3247648 h 6858000"/>
              <a:gd name="connsiteX242" fmla="*/ 853081 w 7467600"/>
              <a:gd name="connsiteY242" fmla="*/ 3312410 h 6858000"/>
              <a:gd name="connsiteX243" fmla="*/ 805957 w 7467600"/>
              <a:gd name="connsiteY243" fmla="*/ 3330443 h 6858000"/>
              <a:gd name="connsiteX244" fmla="*/ 1318687 w 7467600"/>
              <a:gd name="connsiteY244" fmla="*/ 3113840 h 6858000"/>
              <a:gd name="connsiteX245" fmla="*/ 5453702 w 7467600"/>
              <a:gd name="connsiteY245" fmla="*/ 3090882 h 6858000"/>
              <a:gd name="connsiteX246" fmla="*/ 5480135 w 7467600"/>
              <a:gd name="connsiteY246" fmla="*/ 3565802 h 6858000"/>
              <a:gd name="connsiteX247" fmla="*/ 5499023 w 7467600"/>
              <a:gd name="connsiteY247" fmla="*/ 4166310 h 6858000"/>
              <a:gd name="connsiteX248" fmla="*/ 5547022 w 7467600"/>
              <a:gd name="connsiteY248" fmla="*/ 3607838 h 6858000"/>
              <a:gd name="connsiteX249" fmla="*/ 5515964 w 7467600"/>
              <a:gd name="connsiteY249" fmla="*/ 3378541 h 6858000"/>
              <a:gd name="connsiteX250" fmla="*/ 5453702 w 7467600"/>
              <a:gd name="connsiteY250" fmla="*/ 3090882 h 6858000"/>
              <a:gd name="connsiteX251" fmla="*/ 1238695 w 7467600"/>
              <a:gd name="connsiteY251" fmla="*/ 3076820 h 6858000"/>
              <a:gd name="connsiteX252" fmla="*/ 716371 w 7467600"/>
              <a:gd name="connsiteY252" fmla="*/ 3293249 h 6858000"/>
              <a:gd name="connsiteX253" fmla="*/ 579522 w 7467600"/>
              <a:gd name="connsiteY253" fmla="*/ 3371759 h 6858000"/>
              <a:gd name="connsiteX254" fmla="*/ 600288 w 7467600"/>
              <a:gd name="connsiteY254" fmla="*/ 3365555 h 6858000"/>
              <a:gd name="connsiteX255" fmla="*/ 840692 w 7467600"/>
              <a:gd name="connsiteY255" fmla="*/ 3284921 h 6858000"/>
              <a:gd name="connsiteX256" fmla="*/ 979248 w 7467600"/>
              <a:gd name="connsiteY256" fmla="*/ 3221003 h 6858000"/>
              <a:gd name="connsiteX257" fmla="*/ 1053282 w 7467600"/>
              <a:gd name="connsiteY257" fmla="*/ 3185247 h 6858000"/>
              <a:gd name="connsiteX258" fmla="*/ 1320603 w 7467600"/>
              <a:gd name="connsiteY258" fmla="*/ 3081281 h 6858000"/>
              <a:gd name="connsiteX259" fmla="*/ 1238695 w 7467600"/>
              <a:gd name="connsiteY259" fmla="*/ 3076820 h 6858000"/>
              <a:gd name="connsiteX260" fmla="*/ 5425627 w 7467600"/>
              <a:gd name="connsiteY260" fmla="*/ 2954192 h 6858000"/>
              <a:gd name="connsiteX261" fmla="*/ 5470770 w 7467600"/>
              <a:gd name="connsiteY261" fmla="*/ 3005435 h 6858000"/>
              <a:gd name="connsiteX262" fmla="*/ 5519779 w 7467600"/>
              <a:gd name="connsiteY262" fmla="*/ 4359223 h 6858000"/>
              <a:gd name="connsiteX263" fmla="*/ 5520293 w 7467600"/>
              <a:gd name="connsiteY263" fmla="*/ 4360602 h 6858000"/>
              <a:gd name="connsiteX264" fmla="*/ 5767221 w 7467600"/>
              <a:gd name="connsiteY264" fmla="*/ 4665564 h 6858000"/>
              <a:gd name="connsiteX265" fmla="*/ 6937169 w 7467600"/>
              <a:gd name="connsiteY265" fmla="*/ 4815941 h 6858000"/>
              <a:gd name="connsiteX266" fmla="*/ 6953922 w 7467600"/>
              <a:gd name="connsiteY266" fmla="*/ 4890068 h 6858000"/>
              <a:gd name="connsiteX267" fmla="*/ 6071359 w 7467600"/>
              <a:gd name="connsiteY267" fmla="*/ 4770770 h 6858000"/>
              <a:gd name="connsiteX268" fmla="*/ 6038839 w 7467600"/>
              <a:gd name="connsiteY268" fmla="*/ 4764474 h 6858000"/>
              <a:gd name="connsiteX269" fmla="*/ 6038706 w 7467600"/>
              <a:gd name="connsiteY269" fmla="*/ 4763847 h 6858000"/>
              <a:gd name="connsiteX270" fmla="*/ 6037784 w 7467600"/>
              <a:gd name="connsiteY270" fmla="*/ 4764270 h 6858000"/>
              <a:gd name="connsiteX271" fmla="*/ 6038839 w 7467600"/>
              <a:gd name="connsiteY271" fmla="*/ 4764474 h 6858000"/>
              <a:gd name="connsiteX272" fmla="*/ 6040338 w 7467600"/>
              <a:gd name="connsiteY272" fmla="*/ 4771418 h 6858000"/>
              <a:gd name="connsiteX273" fmla="*/ 6024488 w 7467600"/>
              <a:gd name="connsiteY273" fmla="*/ 4809903 h 6858000"/>
              <a:gd name="connsiteX274" fmla="*/ 5599771 w 7467600"/>
              <a:gd name="connsiteY274" fmla="*/ 5509652 h 6858000"/>
              <a:gd name="connsiteX275" fmla="*/ 5548843 w 7467600"/>
              <a:gd name="connsiteY275" fmla="*/ 5563845 h 6858000"/>
              <a:gd name="connsiteX276" fmla="*/ 5940952 w 7467600"/>
              <a:gd name="connsiteY276" fmla="*/ 6250028 h 6858000"/>
              <a:gd name="connsiteX277" fmla="*/ 6043441 w 7467600"/>
              <a:gd name="connsiteY277" fmla="*/ 6665847 h 6858000"/>
              <a:gd name="connsiteX278" fmla="*/ 6093432 w 7467600"/>
              <a:gd name="connsiteY278" fmla="*/ 6858000 h 6858000"/>
              <a:gd name="connsiteX279" fmla="*/ 6034344 w 7467600"/>
              <a:gd name="connsiteY279" fmla="*/ 6858000 h 6858000"/>
              <a:gd name="connsiteX280" fmla="*/ 6026679 w 7467600"/>
              <a:gd name="connsiteY280" fmla="*/ 6836959 h 6858000"/>
              <a:gd name="connsiteX281" fmla="*/ 5800441 w 7467600"/>
              <a:gd name="connsiteY281" fmla="*/ 6335286 h 6858000"/>
              <a:gd name="connsiteX282" fmla="*/ 5526562 w 7467600"/>
              <a:gd name="connsiteY282" fmla="*/ 5705388 h 6858000"/>
              <a:gd name="connsiteX283" fmla="*/ 5519640 w 7467600"/>
              <a:gd name="connsiteY283" fmla="*/ 5683774 h 6858000"/>
              <a:gd name="connsiteX284" fmla="*/ 5844559 w 7467600"/>
              <a:gd name="connsiteY284" fmla="*/ 6553349 h 6858000"/>
              <a:gd name="connsiteX285" fmla="*/ 5975994 w 7467600"/>
              <a:gd name="connsiteY285" fmla="*/ 6858000 h 6858000"/>
              <a:gd name="connsiteX286" fmla="*/ 5898547 w 7467600"/>
              <a:gd name="connsiteY286" fmla="*/ 6858000 h 6858000"/>
              <a:gd name="connsiteX287" fmla="*/ 5682041 w 7467600"/>
              <a:gd name="connsiteY287" fmla="*/ 6355860 h 6858000"/>
              <a:gd name="connsiteX288" fmla="*/ 5461758 w 7467600"/>
              <a:gd name="connsiteY288" fmla="*/ 5820220 h 6858000"/>
              <a:gd name="connsiteX289" fmla="*/ 5237282 w 7467600"/>
              <a:gd name="connsiteY289" fmla="*/ 6579086 h 6858000"/>
              <a:gd name="connsiteX290" fmla="*/ 5115009 w 7467600"/>
              <a:gd name="connsiteY290" fmla="*/ 6858000 h 6858000"/>
              <a:gd name="connsiteX291" fmla="*/ 5028074 w 7467600"/>
              <a:gd name="connsiteY291" fmla="*/ 6858000 h 6858000"/>
              <a:gd name="connsiteX292" fmla="*/ 5079508 w 7467600"/>
              <a:gd name="connsiteY292" fmla="*/ 6749074 h 6858000"/>
              <a:gd name="connsiteX293" fmla="*/ 5371846 w 7467600"/>
              <a:gd name="connsiteY293" fmla="*/ 5924413 h 6858000"/>
              <a:gd name="connsiteX294" fmla="*/ 5270512 w 7467600"/>
              <a:gd name="connsiteY294" fmla="*/ 6138975 h 6858000"/>
              <a:gd name="connsiteX295" fmla="*/ 5062409 w 7467600"/>
              <a:gd name="connsiteY295" fmla="*/ 6653544 h 6858000"/>
              <a:gd name="connsiteX296" fmla="*/ 5036628 w 7467600"/>
              <a:gd name="connsiteY296" fmla="*/ 6754247 h 6858000"/>
              <a:gd name="connsiteX297" fmla="*/ 5009112 w 7467600"/>
              <a:gd name="connsiteY297" fmla="*/ 6858000 h 6858000"/>
              <a:gd name="connsiteX298" fmla="*/ 4976679 w 7467600"/>
              <a:gd name="connsiteY298" fmla="*/ 6858000 h 6858000"/>
              <a:gd name="connsiteX299" fmla="*/ 5006537 w 7467600"/>
              <a:gd name="connsiteY299" fmla="*/ 6747068 h 6858000"/>
              <a:gd name="connsiteX300" fmla="*/ 5032723 w 7467600"/>
              <a:gd name="connsiteY300" fmla="*/ 6644957 h 6858000"/>
              <a:gd name="connsiteX301" fmla="*/ 5242949 w 7467600"/>
              <a:gd name="connsiteY301" fmla="*/ 6125175 h 6858000"/>
              <a:gd name="connsiteX302" fmla="*/ 5286321 w 7467600"/>
              <a:gd name="connsiteY302" fmla="*/ 6033555 h 6858000"/>
              <a:gd name="connsiteX303" fmla="*/ 5008210 w 7467600"/>
              <a:gd name="connsiteY303" fmla="*/ 6649194 h 6858000"/>
              <a:gd name="connsiteX304" fmla="*/ 4986321 w 7467600"/>
              <a:gd name="connsiteY304" fmla="*/ 6765687 h 6858000"/>
              <a:gd name="connsiteX305" fmla="*/ 4973474 w 7467600"/>
              <a:gd name="connsiteY305" fmla="*/ 6858000 h 6858000"/>
              <a:gd name="connsiteX306" fmla="*/ 4907178 w 7467600"/>
              <a:gd name="connsiteY306" fmla="*/ 6858000 h 6858000"/>
              <a:gd name="connsiteX307" fmla="*/ 4910810 w 7467600"/>
              <a:gd name="connsiteY307" fmla="*/ 6829660 h 6858000"/>
              <a:gd name="connsiteX308" fmla="*/ 4987461 w 7467600"/>
              <a:gd name="connsiteY308" fmla="*/ 6432994 h 6858000"/>
              <a:gd name="connsiteX309" fmla="*/ 5179262 w 7467600"/>
              <a:gd name="connsiteY309" fmla="*/ 6035044 h 6858000"/>
              <a:gd name="connsiteX310" fmla="*/ 4689678 w 7467600"/>
              <a:gd name="connsiteY310" fmla="*/ 6440241 h 6858000"/>
              <a:gd name="connsiteX311" fmla="*/ 4477543 w 7467600"/>
              <a:gd name="connsiteY311" fmla="*/ 6674836 h 6858000"/>
              <a:gd name="connsiteX312" fmla="*/ 4329957 w 7467600"/>
              <a:gd name="connsiteY312" fmla="*/ 6858000 h 6858000"/>
              <a:gd name="connsiteX313" fmla="*/ 4218595 w 7467600"/>
              <a:gd name="connsiteY313" fmla="*/ 6858000 h 6858000"/>
              <a:gd name="connsiteX314" fmla="*/ 4368888 w 7467600"/>
              <a:gd name="connsiteY314" fmla="*/ 6668412 h 6858000"/>
              <a:gd name="connsiteX315" fmla="*/ 4563091 w 7467600"/>
              <a:gd name="connsiteY315" fmla="*/ 6442508 h 6858000"/>
              <a:gd name="connsiteX316" fmla="*/ 5387324 w 7467600"/>
              <a:gd name="connsiteY316" fmla="*/ 5705830 h 6858000"/>
              <a:gd name="connsiteX317" fmla="*/ 5073620 w 7467600"/>
              <a:gd name="connsiteY317" fmla="*/ 5955437 h 6858000"/>
              <a:gd name="connsiteX318" fmla="*/ 4689789 w 7467600"/>
              <a:gd name="connsiteY318" fmla="*/ 6268382 h 6858000"/>
              <a:gd name="connsiteX319" fmla="*/ 4418722 w 7467600"/>
              <a:gd name="connsiteY319" fmla="*/ 6570886 h 6858000"/>
              <a:gd name="connsiteX320" fmla="*/ 4214944 w 7467600"/>
              <a:gd name="connsiteY320" fmla="*/ 6858000 h 6858000"/>
              <a:gd name="connsiteX321" fmla="*/ 4177898 w 7467600"/>
              <a:gd name="connsiteY321" fmla="*/ 6858000 h 6858000"/>
              <a:gd name="connsiteX322" fmla="*/ 4391597 w 7467600"/>
              <a:gd name="connsiteY322" fmla="*/ 6556370 h 6858000"/>
              <a:gd name="connsiteX323" fmla="*/ 4668889 w 7467600"/>
              <a:gd name="connsiteY323" fmla="*/ 6246399 h 6858000"/>
              <a:gd name="connsiteX324" fmla="*/ 5055427 w 7467600"/>
              <a:gd name="connsiteY324" fmla="*/ 5931476 h 6858000"/>
              <a:gd name="connsiteX325" fmla="*/ 5371814 w 7467600"/>
              <a:gd name="connsiteY325" fmla="*/ 5678975 h 6858000"/>
              <a:gd name="connsiteX326" fmla="*/ 4987918 w 7467600"/>
              <a:gd name="connsiteY326" fmla="*/ 5838701 h 6858000"/>
              <a:gd name="connsiteX327" fmla="*/ 4317146 w 7467600"/>
              <a:gd name="connsiteY327" fmla="*/ 6587716 h 6858000"/>
              <a:gd name="connsiteX328" fmla="*/ 4171627 w 7467600"/>
              <a:gd name="connsiteY328" fmla="*/ 6858000 h 6858000"/>
              <a:gd name="connsiteX329" fmla="*/ 4081585 w 7467600"/>
              <a:gd name="connsiteY329" fmla="*/ 6858000 h 6858000"/>
              <a:gd name="connsiteX330" fmla="*/ 4238603 w 7467600"/>
              <a:gd name="connsiteY330" fmla="*/ 6559341 h 6858000"/>
              <a:gd name="connsiteX331" fmla="*/ 4778333 w 7467600"/>
              <a:gd name="connsiteY331" fmla="*/ 5873626 h 6858000"/>
              <a:gd name="connsiteX332" fmla="*/ 5414185 w 7467600"/>
              <a:gd name="connsiteY332" fmla="*/ 5573882 h 6858000"/>
              <a:gd name="connsiteX333" fmla="*/ 5959648 w 7467600"/>
              <a:gd name="connsiteY333" fmla="*/ 4760797 h 6858000"/>
              <a:gd name="connsiteX334" fmla="*/ 5355019 w 7467600"/>
              <a:gd name="connsiteY334" fmla="*/ 4734672 h 6858000"/>
              <a:gd name="connsiteX335" fmla="*/ 5083565 w 7467600"/>
              <a:gd name="connsiteY335" fmla="*/ 5179121 h 6858000"/>
              <a:gd name="connsiteX336" fmla="*/ 4713577 w 7467600"/>
              <a:gd name="connsiteY336" fmla="*/ 5616803 h 6858000"/>
              <a:gd name="connsiteX337" fmla="*/ 3989559 w 7467600"/>
              <a:gd name="connsiteY337" fmla="*/ 6145945 h 6858000"/>
              <a:gd name="connsiteX338" fmla="*/ 3939824 w 7467600"/>
              <a:gd name="connsiteY338" fmla="*/ 6066900 h 6858000"/>
              <a:gd name="connsiteX339" fmla="*/ 4584537 w 7467600"/>
              <a:gd name="connsiteY339" fmla="*/ 5324826 h 6858000"/>
              <a:gd name="connsiteX340" fmla="*/ 5037105 w 7467600"/>
              <a:gd name="connsiteY340" fmla="*/ 5088765 h 6858000"/>
              <a:gd name="connsiteX341" fmla="*/ 5039930 w 7467600"/>
              <a:gd name="connsiteY341" fmla="*/ 5089585 h 6858000"/>
              <a:gd name="connsiteX342" fmla="*/ 5263764 w 7467600"/>
              <a:gd name="connsiteY342" fmla="*/ 4735525 h 6858000"/>
              <a:gd name="connsiteX343" fmla="*/ 4086300 w 7467600"/>
              <a:gd name="connsiteY343" fmla="*/ 4884599 h 6858000"/>
              <a:gd name="connsiteX344" fmla="*/ 4085485 w 7467600"/>
              <a:gd name="connsiteY344" fmla="*/ 4899070 h 6858000"/>
              <a:gd name="connsiteX345" fmla="*/ 3871915 w 7467600"/>
              <a:gd name="connsiteY345" fmla="*/ 5253645 h 6858000"/>
              <a:gd name="connsiteX346" fmla="*/ 3799374 w 7467600"/>
              <a:gd name="connsiteY346" fmla="*/ 5466127 h 6858000"/>
              <a:gd name="connsiteX347" fmla="*/ 3498850 w 7467600"/>
              <a:gd name="connsiteY347" fmla="*/ 6661888 h 6858000"/>
              <a:gd name="connsiteX348" fmla="*/ 3399216 w 7467600"/>
              <a:gd name="connsiteY348" fmla="*/ 6858000 h 6858000"/>
              <a:gd name="connsiteX349" fmla="*/ 3303688 w 7467600"/>
              <a:gd name="connsiteY349" fmla="*/ 6858000 h 6858000"/>
              <a:gd name="connsiteX350" fmla="*/ 3391774 w 7467600"/>
              <a:gd name="connsiteY350" fmla="*/ 6697181 h 6858000"/>
              <a:gd name="connsiteX351" fmla="*/ 3735540 w 7467600"/>
              <a:gd name="connsiteY351" fmla="*/ 5546923 h 6858000"/>
              <a:gd name="connsiteX352" fmla="*/ 3729438 w 7467600"/>
              <a:gd name="connsiteY352" fmla="*/ 5569058 h 6858000"/>
              <a:gd name="connsiteX353" fmla="*/ 3707782 w 7467600"/>
              <a:gd name="connsiteY353" fmla="*/ 5644908 h 6858000"/>
              <a:gd name="connsiteX354" fmla="*/ 3583827 w 7467600"/>
              <a:gd name="connsiteY354" fmla="*/ 6039215 h 6858000"/>
              <a:gd name="connsiteX355" fmla="*/ 3547861 w 7467600"/>
              <a:gd name="connsiteY355" fmla="*/ 6129609 h 6858000"/>
              <a:gd name="connsiteX356" fmla="*/ 3490905 w 7467600"/>
              <a:gd name="connsiteY356" fmla="*/ 6277660 h 6858000"/>
              <a:gd name="connsiteX357" fmla="*/ 3455859 w 7467600"/>
              <a:gd name="connsiteY357" fmla="*/ 6391301 h 6858000"/>
              <a:gd name="connsiteX358" fmla="*/ 3429112 w 7467600"/>
              <a:gd name="connsiteY358" fmla="*/ 6479469 h 6858000"/>
              <a:gd name="connsiteX359" fmla="*/ 3304862 w 7467600"/>
              <a:gd name="connsiteY359" fmla="*/ 6796476 h 6858000"/>
              <a:gd name="connsiteX360" fmla="*/ 3276071 w 7467600"/>
              <a:gd name="connsiteY360" fmla="*/ 6858000 h 6858000"/>
              <a:gd name="connsiteX361" fmla="*/ 3240805 w 7467600"/>
              <a:gd name="connsiteY361" fmla="*/ 6858000 h 6858000"/>
              <a:gd name="connsiteX362" fmla="*/ 3275917 w 7467600"/>
              <a:gd name="connsiteY362" fmla="*/ 6783192 h 6858000"/>
              <a:gd name="connsiteX363" fmla="*/ 3399358 w 7467600"/>
              <a:gd name="connsiteY363" fmla="*/ 6469011 h 6858000"/>
              <a:gd name="connsiteX364" fmla="*/ 3425650 w 7467600"/>
              <a:gd name="connsiteY364" fmla="*/ 6381333 h 6858000"/>
              <a:gd name="connsiteX365" fmla="*/ 3460661 w 7467600"/>
              <a:gd name="connsiteY365" fmla="*/ 6266763 h 6858000"/>
              <a:gd name="connsiteX366" fmla="*/ 3518021 w 7467600"/>
              <a:gd name="connsiteY366" fmla="*/ 6117298 h 6858000"/>
              <a:gd name="connsiteX367" fmla="*/ 3554035 w 7467600"/>
              <a:gd name="connsiteY367" fmla="*/ 6027832 h 6858000"/>
              <a:gd name="connsiteX368" fmla="*/ 3677174 w 7467600"/>
              <a:gd name="connsiteY368" fmla="*/ 5636351 h 6858000"/>
              <a:gd name="connsiteX369" fmla="*/ 3698819 w 7467600"/>
              <a:gd name="connsiteY369" fmla="*/ 5560503 h 6858000"/>
              <a:gd name="connsiteX370" fmla="*/ 3702094 w 7467600"/>
              <a:gd name="connsiteY370" fmla="*/ 5549194 h 6858000"/>
              <a:gd name="connsiteX371" fmla="*/ 3398355 w 7467600"/>
              <a:gd name="connsiteY371" fmla="*/ 6094603 h 6858000"/>
              <a:gd name="connsiteX372" fmla="*/ 3193941 w 7467600"/>
              <a:gd name="connsiteY372" fmla="*/ 6798775 h 6858000"/>
              <a:gd name="connsiteX373" fmla="*/ 3184140 w 7467600"/>
              <a:gd name="connsiteY373" fmla="*/ 6858000 h 6858000"/>
              <a:gd name="connsiteX374" fmla="*/ 3099978 w 7467600"/>
              <a:gd name="connsiteY374" fmla="*/ 6858000 h 6858000"/>
              <a:gd name="connsiteX375" fmla="*/ 3101556 w 7467600"/>
              <a:gd name="connsiteY375" fmla="*/ 6843337 h 6858000"/>
              <a:gd name="connsiteX376" fmla="*/ 3370162 w 7467600"/>
              <a:gd name="connsiteY376" fmla="*/ 5785550 h 6858000"/>
              <a:gd name="connsiteX377" fmla="*/ 3746477 w 7467600"/>
              <a:gd name="connsiteY377" fmla="*/ 5377889 h 6858000"/>
              <a:gd name="connsiteX378" fmla="*/ 3863399 w 7467600"/>
              <a:gd name="connsiteY378" fmla="*/ 5087257 h 6858000"/>
              <a:gd name="connsiteX379" fmla="*/ 3968712 w 7467600"/>
              <a:gd name="connsiteY379" fmla="*/ 4913989 h 6858000"/>
              <a:gd name="connsiteX380" fmla="*/ 2792390 w 7467600"/>
              <a:gd name="connsiteY380" fmla="*/ 5382974 h 6858000"/>
              <a:gd name="connsiteX381" fmla="*/ 2714982 w 7467600"/>
              <a:gd name="connsiteY381" fmla="*/ 5427051 h 6858000"/>
              <a:gd name="connsiteX382" fmla="*/ 2813361 w 7467600"/>
              <a:gd name="connsiteY382" fmla="*/ 6023912 h 6858000"/>
              <a:gd name="connsiteX383" fmla="*/ 2688430 w 7467600"/>
              <a:gd name="connsiteY383" fmla="*/ 6801564 h 6858000"/>
              <a:gd name="connsiteX384" fmla="*/ 2629626 w 7467600"/>
              <a:gd name="connsiteY384" fmla="*/ 6763394 h 6858000"/>
              <a:gd name="connsiteX385" fmla="*/ 2565328 w 7467600"/>
              <a:gd name="connsiteY385" fmla="*/ 5516399 h 6858000"/>
              <a:gd name="connsiteX386" fmla="*/ 1922999 w 7467600"/>
              <a:gd name="connsiteY386" fmla="*/ 5980343 h 6858000"/>
              <a:gd name="connsiteX387" fmla="*/ 1950261 w 7467600"/>
              <a:gd name="connsiteY387" fmla="*/ 6405858 h 6858000"/>
              <a:gd name="connsiteX388" fmla="*/ 2365554 w 7467600"/>
              <a:gd name="connsiteY388" fmla="*/ 6759107 h 6858000"/>
              <a:gd name="connsiteX389" fmla="*/ 2424142 w 7467600"/>
              <a:gd name="connsiteY389" fmla="*/ 6858000 h 6858000"/>
              <a:gd name="connsiteX390" fmla="*/ 2395994 w 7467600"/>
              <a:gd name="connsiteY390" fmla="*/ 6858000 h 6858000"/>
              <a:gd name="connsiteX391" fmla="*/ 2392863 w 7467600"/>
              <a:gd name="connsiteY391" fmla="*/ 6852964 h 6858000"/>
              <a:gd name="connsiteX392" fmla="*/ 2017589 w 7467600"/>
              <a:gd name="connsiteY392" fmla="*/ 6493982 h 6858000"/>
              <a:gd name="connsiteX393" fmla="*/ 2147336 w 7467600"/>
              <a:gd name="connsiteY393" fmla="*/ 6594052 h 6858000"/>
              <a:gd name="connsiteX394" fmla="*/ 2207047 w 7467600"/>
              <a:gd name="connsiteY394" fmla="*/ 6654540 h 6858000"/>
              <a:gd name="connsiteX395" fmla="*/ 2299106 w 7467600"/>
              <a:gd name="connsiteY395" fmla="*/ 6778931 h 6858000"/>
              <a:gd name="connsiteX396" fmla="*/ 2314430 w 7467600"/>
              <a:gd name="connsiteY396" fmla="*/ 6801144 h 6858000"/>
              <a:gd name="connsiteX397" fmla="*/ 2352406 w 7467600"/>
              <a:gd name="connsiteY397" fmla="*/ 6858000 h 6858000"/>
              <a:gd name="connsiteX398" fmla="*/ 2314492 w 7467600"/>
              <a:gd name="connsiteY398" fmla="*/ 6858000 h 6858000"/>
              <a:gd name="connsiteX399" fmla="*/ 2288095 w 7467600"/>
              <a:gd name="connsiteY399" fmla="*/ 6818030 h 6858000"/>
              <a:gd name="connsiteX400" fmla="*/ 2272768 w 7467600"/>
              <a:gd name="connsiteY400" fmla="*/ 6795822 h 6858000"/>
              <a:gd name="connsiteX401" fmla="*/ 2182715 w 7467600"/>
              <a:gd name="connsiteY401" fmla="*/ 6675071 h 6858000"/>
              <a:gd name="connsiteX402" fmla="*/ 2032061 w 7467600"/>
              <a:gd name="connsiteY402" fmla="*/ 6541380 h 6858000"/>
              <a:gd name="connsiteX403" fmla="*/ 2257220 w 7467600"/>
              <a:gd name="connsiteY403" fmla="*/ 6826257 h 6858000"/>
              <a:gd name="connsiteX404" fmla="*/ 2281324 w 7467600"/>
              <a:gd name="connsiteY404" fmla="*/ 6858000 h 6858000"/>
              <a:gd name="connsiteX405" fmla="*/ 2242860 w 7467600"/>
              <a:gd name="connsiteY405" fmla="*/ 6858000 h 6858000"/>
              <a:gd name="connsiteX406" fmla="*/ 2232818 w 7467600"/>
              <a:gd name="connsiteY406" fmla="*/ 6844926 h 6858000"/>
              <a:gd name="connsiteX407" fmla="*/ 1990172 w 7467600"/>
              <a:gd name="connsiteY407" fmla="*/ 6542121 h 6858000"/>
              <a:gd name="connsiteX408" fmla="*/ 2124090 w 7467600"/>
              <a:gd name="connsiteY408" fmla="*/ 6761017 h 6858000"/>
              <a:gd name="connsiteX409" fmla="*/ 2200380 w 7467600"/>
              <a:gd name="connsiteY409" fmla="*/ 6858000 h 6858000"/>
              <a:gd name="connsiteX410" fmla="*/ 2147507 w 7467600"/>
              <a:gd name="connsiteY410" fmla="*/ 6858000 h 6858000"/>
              <a:gd name="connsiteX411" fmla="*/ 2070668 w 7467600"/>
              <a:gd name="connsiteY411" fmla="*/ 6761520 h 6858000"/>
              <a:gd name="connsiteX412" fmla="*/ 1975142 w 7467600"/>
              <a:gd name="connsiteY412" fmla="*/ 6585570 h 6858000"/>
              <a:gd name="connsiteX413" fmla="*/ 2050035 w 7467600"/>
              <a:gd name="connsiteY413" fmla="*/ 6813345 h 6858000"/>
              <a:gd name="connsiteX414" fmla="*/ 2063025 w 7467600"/>
              <a:gd name="connsiteY414" fmla="*/ 6858000 h 6858000"/>
              <a:gd name="connsiteX415" fmla="*/ 2021675 w 7467600"/>
              <a:gd name="connsiteY415" fmla="*/ 6858000 h 6858000"/>
              <a:gd name="connsiteX416" fmla="*/ 2019308 w 7467600"/>
              <a:gd name="connsiteY416" fmla="*/ 6847118 h 6858000"/>
              <a:gd name="connsiteX417" fmla="*/ 1938835 w 7467600"/>
              <a:gd name="connsiteY417" fmla="*/ 6551160 h 6858000"/>
              <a:gd name="connsiteX418" fmla="*/ 1953230 w 7467600"/>
              <a:gd name="connsiteY418" fmla="*/ 6759699 h 6858000"/>
              <a:gd name="connsiteX419" fmla="*/ 1956763 w 7467600"/>
              <a:gd name="connsiteY419" fmla="*/ 6778191 h 6858000"/>
              <a:gd name="connsiteX420" fmla="*/ 1967925 w 7467600"/>
              <a:gd name="connsiteY420" fmla="*/ 6858000 h 6858000"/>
              <a:gd name="connsiteX421" fmla="*/ 1936622 w 7467600"/>
              <a:gd name="connsiteY421" fmla="*/ 6858000 h 6858000"/>
              <a:gd name="connsiteX422" fmla="*/ 1926261 w 7467600"/>
              <a:gd name="connsiteY422" fmla="*/ 6784064 h 6858000"/>
              <a:gd name="connsiteX423" fmla="*/ 1922724 w 7467600"/>
              <a:gd name="connsiteY423" fmla="*/ 6765577 h 6858000"/>
              <a:gd name="connsiteX424" fmla="*/ 1904650 w 7467600"/>
              <a:gd name="connsiteY424" fmla="*/ 6639616 h 6858000"/>
              <a:gd name="connsiteX425" fmla="*/ 1885273 w 7467600"/>
              <a:gd name="connsiteY425" fmla="*/ 6858000 h 6858000"/>
              <a:gd name="connsiteX426" fmla="*/ 1854363 w 7467600"/>
              <a:gd name="connsiteY426" fmla="*/ 6858000 h 6858000"/>
              <a:gd name="connsiteX427" fmla="*/ 1880391 w 7467600"/>
              <a:gd name="connsiteY427" fmla="*/ 6603796 h 6858000"/>
              <a:gd name="connsiteX428" fmla="*/ 1818273 w 7467600"/>
              <a:gd name="connsiteY428" fmla="*/ 6715729 h 6858000"/>
              <a:gd name="connsiteX429" fmla="*/ 1794691 w 7467600"/>
              <a:gd name="connsiteY429" fmla="*/ 6843239 h 6858000"/>
              <a:gd name="connsiteX430" fmla="*/ 1794914 w 7467600"/>
              <a:gd name="connsiteY430" fmla="*/ 6858000 h 6858000"/>
              <a:gd name="connsiteX431" fmla="*/ 1746128 w 7467600"/>
              <a:gd name="connsiteY431" fmla="*/ 6858000 h 6858000"/>
              <a:gd name="connsiteX432" fmla="*/ 1753934 w 7467600"/>
              <a:gd name="connsiteY432" fmla="*/ 6724796 h 6858000"/>
              <a:gd name="connsiteX433" fmla="*/ 1792053 w 7467600"/>
              <a:gd name="connsiteY433" fmla="*/ 6572396 h 6858000"/>
              <a:gd name="connsiteX434" fmla="*/ 1862248 w 7467600"/>
              <a:gd name="connsiteY434" fmla="*/ 6266397 h 6858000"/>
              <a:gd name="connsiteX435" fmla="*/ 1862250 w 7467600"/>
              <a:gd name="connsiteY435" fmla="*/ 6033531 h 6858000"/>
              <a:gd name="connsiteX436" fmla="*/ 1211999 w 7467600"/>
              <a:gd name="connsiteY436" fmla="*/ 6683610 h 6858000"/>
              <a:gd name="connsiteX437" fmla="*/ 1213266 w 7467600"/>
              <a:gd name="connsiteY437" fmla="*/ 6691947 h 6858000"/>
              <a:gd name="connsiteX438" fmla="*/ 1203370 w 7467600"/>
              <a:gd name="connsiteY438" fmla="*/ 6850676 h 6858000"/>
              <a:gd name="connsiteX439" fmla="*/ 1203671 w 7467600"/>
              <a:gd name="connsiteY439" fmla="*/ 6858000 h 6858000"/>
              <a:gd name="connsiteX440" fmla="*/ 1143180 w 7467600"/>
              <a:gd name="connsiteY440" fmla="*/ 6858000 h 6858000"/>
              <a:gd name="connsiteX441" fmla="*/ 1142176 w 7467600"/>
              <a:gd name="connsiteY441" fmla="*/ 6766045 h 6858000"/>
              <a:gd name="connsiteX442" fmla="*/ 1067484 w 7467600"/>
              <a:gd name="connsiteY442" fmla="*/ 6858000 h 6858000"/>
              <a:gd name="connsiteX443" fmla="*/ 953928 w 7467600"/>
              <a:gd name="connsiteY443" fmla="*/ 6858000 h 6858000"/>
              <a:gd name="connsiteX444" fmla="*/ 959715 w 7467600"/>
              <a:gd name="connsiteY444" fmla="*/ 6850185 h 6858000"/>
              <a:gd name="connsiteX445" fmla="*/ 1483788 w 7467600"/>
              <a:gd name="connsiteY445" fmla="*/ 6259174 h 6858000"/>
              <a:gd name="connsiteX446" fmla="*/ 1100671 w 7467600"/>
              <a:gd name="connsiteY446" fmla="*/ 6252137 h 6858000"/>
              <a:gd name="connsiteX447" fmla="*/ 1090144 w 7467600"/>
              <a:gd name="connsiteY447" fmla="*/ 6256748 h 6858000"/>
              <a:gd name="connsiteX448" fmla="*/ 1095872 w 7467600"/>
              <a:gd name="connsiteY448" fmla="*/ 6271892 h 6858000"/>
              <a:gd name="connsiteX449" fmla="*/ 262785 w 7467600"/>
              <a:gd name="connsiteY449" fmla="*/ 6845450 h 6858000"/>
              <a:gd name="connsiteX450" fmla="*/ 209968 w 7467600"/>
              <a:gd name="connsiteY450" fmla="*/ 6770713 h 6858000"/>
              <a:gd name="connsiteX451" fmla="*/ 873460 w 7467600"/>
              <a:gd name="connsiteY451" fmla="*/ 6253768 h 6858000"/>
              <a:gd name="connsiteX452" fmla="*/ 192686 w 7467600"/>
              <a:gd name="connsiteY452" fmla="*/ 5849257 h 6858000"/>
              <a:gd name="connsiteX453" fmla="*/ 4696 w 7467600"/>
              <a:gd name="connsiteY453" fmla="*/ 5697668 h 6858000"/>
              <a:gd name="connsiteX454" fmla="*/ 0 w 7467600"/>
              <a:gd name="connsiteY454" fmla="*/ 5689984 h 6858000"/>
              <a:gd name="connsiteX455" fmla="*/ 0 w 7467600"/>
              <a:gd name="connsiteY455" fmla="*/ 5513472 h 6858000"/>
              <a:gd name="connsiteX456" fmla="*/ 174101 w 7467600"/>
              <a:gd name="connsiteY456" fmla="*/ 5620277 h 6858000"/>
              <a:gd name="connsiteX457" fmla="*/ 891800 w 7467600"/>
              <a:gd name="connsiteY457" fmla="*/ 6036935 h 6858000"/>
              <a:gd name="connsiteX458" fmla="*/ 1072219 w 7467600"/>
              <a:gd name="connsiteY458" fmla="*/ 6169443 h 6858000"/>
              <a:gd name="connsiteX459" fmla="*/ 1074117 w 7467600"/>
              <a:gd name="connsiteY459" fmla="*/ 6170301 h 6858000"/>
              <a:gd name="connsiteX460" fmla="*/ 1083114 w 7467600"/>
              <a:gd name="connsiteY460" fmla="*/ 6174131 h 6858000"/>
              <a:gd name="connsiteX461" fmla="*/ 1543010 w 7467600"/>
              <a:gd name="connsiteY461" fmla="*/ 6191140 h 6858000"/>
              <a:gd name="connsiteX462" fmla="*/ 1551080 w 7467600"/>
              <a:gd name="connsiteY462" fmla="*/ 6195006 h 6858000"/>
              <a:gd name="connsiteX463" fmla="*/ 2345443 w 7467600"/>
              <a:gd name="connsiteY463" fmla="*/ 5549882 h 6858000"/>
              <a:gd name="connsiteX464" fmla="*/ 1721499 w 7467600"/>
              <a:gd name="connsiteY464" fmla="*/ 5599969 h 6858000"/>
              <a:gd name="connsiteX465" fmla="*/ 767716 w 7467600"/>
              <a:gd name="connsiteY465" fmla="*/ 5472768 h 6858000"/>
              <a:gd name="connsiteX466" fmla="*/ 722147 w 7467600"/>
              <a:gd name="connsiteY466" fmla="*/ 5393091 h 6858000"/>
              <a:gd name="connsiteX467" fmla="*/ 1485552 w 7467600"/>
              <a:gd name="connsiteY467" fmla="*/ 5313202 h 6858000"/>
              <a:gd name="connsiteX468" fmla="*/ 2143004 w 7467600"/>
              <a:gd name="connsiteY468" fmla="*/ 5402420 h 6858000"/>
              <a:gd name="connsiteX469" fmla="*/ 1933391 w 7467600"/>
              <a:gd name="connsiteY469" fmla="*/ 5156971 h 6858000"/>
              <a:gd name="connsiteX470" fmla="*/ 1827118 w 7467600"/>
              <a:gd name="connsiteY470" fmla="*/ 4968410 h 6858000"/>
              <a:gd name="connsiteX471" fmla="*/ 1837349 w 7467600"/>
              <a:gd name="connsiteY471" fmla="*/ 4956357 h 6858000"/>
              <a:gd name="connsiteX472" fmla="*/ 2162835 w 7467600"/>
              <a:gd name="connsiteY472" fmla="*/ 5187853 h 6858000"/>
              <a:gd name="connsiteX473" fmla="*/ 2257167 w 7467600"/>
              <a:gd name="connsiteY473" fmla="*/ 5462123 h 6858000"/>
              <a:gd name="connsiteX474" fmla="*/ 2261598 w 7467600"/>
              <a:gd name="connsiteY474" fmla="*/ 5467998 h 6858000"/>
              <a:gd name="connsiteX475" fmla="*/ 2437177 w 7467600"/>
              <a:gd name="connsiteY475" fmla="*/ 5479608 h 6858000"/>
              <a:gd name="connsiteX476" fmla="*/ 2445247 w 7467600"/>
              <a:gd name="connsiteY476" fmla="*/ 5483476 h 6858000"/>
              <a:gd name="connsiteX477" fmla="*/ 2743626 w 7467600"/>
              <a:gd name="connsiteY477" fmla="*/ 5304819 h 6858000"/>
              <a:gd name="connsiteX478" fmla="*/ 3048102 w 7467600"/>
              <a:gd name="connsiteY478" fmla="*/ 5150595 h 6858000"/>
              <a:gd name="connsiteX479" fmla="*/ 1799414 w 7467600"/>
              <a:gd name="connsiteY479" fmla="*/ 4694732 h 6858000"/>
              <a:gd name="connsiteX480" fmla="*/ 1771735 w 7467600"/>
              <a:gd name="connsiteY480" fmla="*/ 4619929 h 6858000"/>
              <a:gd name="connsiteX481" fmla="*/ 3104273 w 7467600"/>
              <a:gd name="connsiteY481" fmla="*/ 5076159 h 6858000"/>
              <a:gd name="connsiteX482" fmla="*/ 3113245 w 7467600"/>
              <a:gd name="connsiteY482" fmla="*/ 5090705 h 6858000"/>
              <a:gd name="connsiteX483" fmla="*/ 3126294 w 7467600"/>
              <a:gd name="connsiteY483" fmla="*/ 5114400 h 6858000"/>
              <a:gd name="connsiteX484" fmla="*/ 3937433 w 7467600"/>
              <a:gd name="connsiteY484" fmla="*/ 4830473 h 6858000"/>
              <a:gd name="connsiteX485" fmla="*/ 3590475 w 7467600"/>
              <a:gd name="connsiteY485" fmla="*/ 4597974 h 6858000"/>
              <a:gd name="connsiteX486" fmla="*/ 3100264 w 7467600"/>
              <a:gd name="connsiteY486" fmla="*/ 4579845 h 6858000"/>
              <a:gd name="connsiteX487" fmla="*/ 2183576 w 7467600"/>
              <a:gd name="connsiteY487" fmla="*/ 4227150 h 6858000"/>
              <a:gd name="connsiteX488" fmla="*/ 2151029 w 7467600"/>
              <a:gd name="connsiteY488" fmla="*/ 4146947 h 6858000"/>
              <a:gd name="connsiteX489" fmla="*/ 3563434 w 7467600"/>
              <a:gd name="connsiteY489" fmla="*/ 4469115 h 6858000"/>
              <a:gd name="connsiteX490" fmla="*/ 3177952 w 7467600"/>
              <a:gd name="connsiteY490" fmla="*/ 3657386 h 6858000"/>
              <a:gd name="connsiteX491" fmla="*/ 3189263 w 7467600"/>
              <a:gd name="connsiteY491" fmla="*/ 3625726 h 6858000"/>
              <a:gd name="connsiteX492" fmla="*/ 3560912 w 7467600"/>
              <a:gd name="connsiteY492" fmla="*/ 4079863 h 6858000"/>
              <a:gd name="connsiteX493" fmla="*/ 3626636 w 7467600"/>
              <a:gd name="connsiteY493" fmla="*/ 4512230 h 6858000"/>
              <a:gd name="connsiteX494" fmla="*/ 3653088 w 7467600"/>
              <a:gd name="connsiteY494" fmla="*/ 4521417 h 6858000"/>
              <a:gd name="connsiteX495" fmla="*/ 3988128 w 7467600"/>
              <a:gd name="connsiteY495" fmla="*/ 4817267 h 6858000"/>
              <a:gd name="connsiteX496" fmla="*/ 4830582 w 7467600"/>
              <a:gd name="connsiteY496" fmla="*/ 4676000 h 6858000"/>
              <a:gd name="connsiteX497" fmla="*/ 4830100 w 7467600"/>
              <a:gd name="connsiteY497" fmla="*/ 4675554 h 6858000"/>
              <a:gd name="connsiteX498" fmla="*/ 4036318 w 7467600"/>
              <a:gd name="connsiteY498" fmla="*/ 4147013 h 6858000"/>
              <a:gd name="connsiteX499" fmla="*/ 3432098 w 7467600"/>
              <a:gd name="connsiteY499" fmla="*/ 3537312 h 6858000"/>
              <a:gd name="connsiteX500" fmla="*/ 3446761 w 7467600"/>
              <a:gd name="connsiteY500" fmla="*/ 3461278 h 6858000"/>
              <a:gd name="connsiteX501" fmla="*/ 4419733 w 7467600"/>
              <a:gd name="connsiteY501" fmla="*/ 3963555 h 6858000"/>
              <a:gd name="connsiteX502" fmla="*/ 4781371 w 7467600"/>
              <a:gd name="connsiteY502" fmla="*/ 4458604 h 6858000"/>
              <a:gd name="connsiteX503" fmla="*/ 4780440 w 7467600"/>
              <a:gd name="connsiteY503" fmla="*/ 4470290 h 6858000"/>
              <a:gd name="connsiteX504" fmla="*/ 4898954 w 7467600"/>
              <a:gd name="connsiteY504" fmla="*/ 4662092 h 6858000"/>
              <a:gd name="connsiteX505" fmla="*/ 4900699 w 7467600"/>
              <a:gd name="connsiteY505" fmla="*/ 4670867 h 6858000"/>
              <a:gd name="connsiteX506" fmla="*/ 5714511 w 7467600"/>
              <a:gd name="connsiteY506" fmla="*/ 4663483 h 6858000"/>
              <a:gd name="connsiteX507" fmla="*/ 5464793 w 7467600"/>
              <a:gd name="connsiteY507" fmla="*/ 4393556 h 6858000"/>
              <a:gd name="connsiteX508" fmla="*/ 5461897 w 7467600"/>
              <a:gd name="connsiteY508" fmla="*/ 4390879 h 6858000"/>
              <a:gd name="connsiteX509" fmla="*/ 4294126 w 7467600"/>
              <a:gd name="connsiteY509" fmla="*/ 3303048 h 6858000"/>
              <a:gd name="connsiteX510" fmla="*/ 4305321 w 7467600"/>
              <a:gd name="connsiteY510" fmla="*/ 3256953 h 6858000"/>
              <a:gd name="connsiteX511" fmla="*/ 4949299 w 7467600"/>
              <a:gd name="connsiteY511" fmla="*/ 3766336 h 6858000"/>
              <a:gd name="connsiteX512" fmla="*/ 5291452 w 7467600"/>
              <a:gd name="connsiteY512" fmla="*/ 4076801 h 6858000"/>
              <a:gd name="connsiteX513" fmla="*/ 5434998 w 7467600"/>
              <a:gd name="connsiteY513" fmla="*/ 4254100 h 6858000"/>
              <a:gd name="connsiteX514" fmla="*/ 5351015 w 7467600"/>
              <a:gd name="connsiteY514" fmla="*/ 3760989 h 6858000"/>
              <a:gd name="connsiteX515" fmla="*/ 5413780 w 7467600"/>
              <a:gd name="connsiteY515" fmla="*/ 2966265 h 6858000"/>
              <a:gd name="connsiteX516" fmla="*/ 5425627 w 7467600"/>
              <a:gd name="connsiteY516" fmla="*/ 2954192 h 6858000"/>
              <a:gd name="connsiteX517" fmla="*/ 6604735 w 7467600"/>
              <a:gd name="connsiteY517" fmla="*/ 2041381 h 6858000"/>
              <a:gd name="connsiteX518" fmla="*/ 7204487 w 7467600"/>
              <a:gd name="connsiteY518" fmla="*/ 2742112 h 6858000"/>
              <a:gd name="connsiteX519" fmla="*/ 7131592 w 7467600"/>
              <a:gd name="connsiteY519" fmla="*/ 2672096 h 6858000"/>
              <a:gd name="connsiteX520" fmla="*/ 6996344 w 7467600"/>
              <a:gd name="connsiteY520" fmla="*/ 2518310 h 6858000"/>
              <a:gd name="connsiteX521" fmla="*/ 6735495 w 7467600"/>
              <a:gd name="connsiteY521" fmla="*/ 2196890 h 6858000"/>
              <a:gd name="connsiteX522" fmla="*/ 6721901 w 7467600"/>
              <a:gd name="connsiteY522" fmla="*/ 2179274 h 6858000"/>
              <a:gd name="connsiteX523" fmla="*/ 6604735 w 7467600"/>
              <a:gd name="connsiteY523" fmla="*/ 2041381 h 6858000"/>
              <a:gd name="connsiteX524" fmla="*/ 6591670 w 7467600"/>
              <a:gd name="connsiteY524" fmla="*/ 1988277 h 6858000"/>
              <a:gd name="connsiteX525" fmla="*/ 6747349 w 7467600"/>
              <a:gd name="connsiteY525" fmla="*/ 2160069 h 6858000"/>
              <a:gd name="connsiteX526" fmla="*/ 6760943 w 7467600"/>
              <a:gd name="connsiteY526" fmla="*/ 2177686 h 6858000"/>
              <a:gd name="connsiteX527" fmla="*/ 7021065 w 7467600"/>
              <a:gd name="connsiteY527" fmla="*/ 2498102 h 6858000"/>
              <a:gd name="connsiteX528" fmla="*/ 7155223 w 7467600"/>
              <a:gd name="connsiteY528" fmla="*/ 2650386 h 6858000"/>
              <a:gd name="connsiteX529" fmla="*/ 7203167 w 7467600"/>
              <a:gd name="connsiteY529" fmla="*/ 2697288 h 6858000"/>
              <a:gd name="connsiteX530" fmla="*/ 6937703 w 7467600"/>
              <a:gd name="connsiteY530" fmla="*/ 2321981 h 6858000"/>
              <a:gd name="connsiteX531" fmla="*/ 6591670 w 7467600"/>
              <a:gd name="connsiteY531" fmla="*/ 1988277 h 6858000"/>
              <a:gd name="connsiteX532" fmla="*/ 5798671 w 7467600"/>
              <a:gd name="connsiteY532" fmla="*/ 1981601 h 6858000"/>
              <a:gd name="connsiteX533" fmla="*/ 5754709 w 7467600"/>
              <a:gd name="connsiteY533" fmla="*/ 2071454 h 6858000"/>
              <a:gd name="connsiteX534" fmla="*/ 5763044 w 7467600"/>
              <a:gd name="connsiteY534" fmla="*/ 2842206 h 6858000"/>
              <a:gd name="connsiteX535" fmla="*/ 5764974 w 7467600"/>
              <a:gd name="connsiteY535" fmla="*/ 2799609 h 6858000"/>
              <a:gd name="connsiteX536" fmla="*/ 5767665 w 7467600"/>
              <a:gd name="connsiteY536" fmla="*/ 2666409 h 6858000"/>
              <a:gd name="connsiteX537" fmla="*/ 5763055 w 7467600"/>
              <a:gd name="connsiteY537" fmla="*/ 2579705 h 6858000"/>
              <a:gd name="connsiteX538" fmla="*/ 5758079 w 7467600"/>
              <a:gd name="connsiteY538" fmla="*/ 2492508 h 6858000"/>
              <a:gd name="connsiteX539" fmla="*/ 5779325 w 7467600"/>
              <a:gd name="connsiteY539" fmla="*/ 2197069 h 6858000"/>
              <a:gd name="connsiteX540" fmla="*/ 5798671 w 7467600"/>
              <a:gd name="connsiteY540" fmla="*/ 1981601 h 6858000"/>
              <a:gd name="connsiteX541" fmla="*/ 5829202 w 7467600"/>
              <a:gd name="connsiteY541" fmla="*/ 1971679 h 6858000"/>
              <a:gd name="connsiteX542" fmla="*/ 5809558 w 7467600"/>
              <a:gd name="connsiteY542" fmla="*/ 2198043 h 6858000"/>
              <a:gd name="connsiteX543" fmla="*/ 5788653 w 7467600"/>
              <a:gd name="connsiteY543" fmla="*/ 2489430 h 6858000"/>
              <a:gd name="connsiteX544" fmla="*/ 5793439 w 7467600"/>
              <a:gd name="connsiteY544" fmla="*/ 2575235 h 6858000"/>
              <a:gd name="connsiteX545" fmla="*/ 5796837 w 7467600"/>
              <a:gd name="connsiteY545" fmla="*/ 2637633 h 6858000"/>
              <a:gd name="connsiteX546" fmla="*/ 5818614 w 7467600"/>
              <a:gd name="connsiteY546" fmla="*/ 2473055 h 6858000"/>
              <a:gd name="connsiteX547" fmla="*/ 5829202 w 7467600"/>
              <a:gd name="connsiteY547" fmla="*/ 1971679 h 6858000"/>
              <a:gd name="connsiteX548" fmla="*/ 5911389 w 7467600"/>
              <a:gd name="connsiteY548" fmla="*/ 1898371 h 6858000"/>
              <a:gd name="connsiteX549" fmla="*/ 6237627 w 7467600"/>
              <a:gd name="connsiteY549" fmla="*/ 2231921 h 6858000"/>
              <a:gd name="connsiteX550" fmla="*/ 5911389 w 7467600"/>
              <a:gd name="connsiteY550" fmla="*/ 1898371 h 6858000"/>
              <a:gd name="connsiteX551" fmla="*/ 6944437 w 7467600"/>
              <a:gd name="connsiteY551" fmla="*/ 1575402 h 6858000"/>
              <a:gd name="connsiteX552" fmla="*/ 6304730 w 7467600"/>
              <a:gd name="connsiteY552" fmla="*/ 1766654 h 6858000"/>
              <a:gd name="connsiteX553" fmla="*/ 6944437 w 7467600"/>
              <a:gd name="connsiteY553" fmla="*/ 1575402 h 6858000"/>
              <a:gd name="connsiteX554" fmla="*/ 7019523 w 7467600"/>
              <a:gd name="connsiteY554" fmla="*/ 1519450 h 6858000"/>
              <a:gd name="connsiteX555" fmla="*/ 6298091 w 7467600"/>
              <a:gd name="connsiteY555" fmla="*/ 1737122 h 6858000"/>
              <a:gd name="connsiteX556" fmla="*/ 7019523 w 7467600"/>
              <a:gd name="connsiteY556" fmla="*/ 1519450 h 6858000"/>
              <a:gd name="connsiteX557" fmla="*/ 2399523 w 7467600"/>
              <a:gd name="connsiteY557" fmla="*/ 1428234 h 6858000"/>
              <a:gd name="connsiteX558" fmla="*/ 2224982 w 7467600"/>
              <a:gd name="connsiteY558" fmla="*/ 1826201 h 6858000"/>
              <a:gd name="connsiteX559" fmla="*/ 2096099 w 7467600"/>
              <a:gd name="connsiteY559" fmla="*/ 2345900 h 6858000"/>
              <a:gd name="connsiteX560" fmla="*/ 2283317 w 7467600"/>
              <a:gd name="connsiteY560" fmla="*/ 1796925 h 6858000"/>
              <a:gd name="connsiteX561" fmla="*/ 2399523 w 7467600"/>
              <a:gd name="connsiteY561" fmla="*/ 1428234 h 6858000"/>
              <a:gd name="connsiteX562" fmla="*/ 2448558 w 7467600"/>
              <a:gd name="connsiteY562" fmla="*/ 1373435 h 6858000"/>
              <a:gd name="connsiteX563" fmla="*/ 2312521 w 7467600"/>
              <a:gd name="connsiteY563" fmla="*/ 1806140 h 6858000"/>
              <a:gd name="connsiteX564" fmla="*/ 2127533 w 7467600"/>
              <a:gd name="connsiteY564" fmla="*/ 2348380 h 6858000"/>
              <a:gd name="connsiteX565" fmla="*/ 2358080 w 7467600"/>
              <a:gd name="connsiteY565" fmla="*/ 1866134 h 6858000"/>
              <a:gd name="connsiteX566" fmla="*/ 2407436 w 7467600"/>
              <a:gd name="connsiteY566" fmla="*/ 1651070 h 6858000"/>
              <a:gd name="connsiteX567" fmla="*/ 2448558 w 7467600"/>
              <a:gd name="connsiteY567" fmla="*/ 1373435 h 6858000"/>
              <a:gd name="connsiteX568" fmla="*/ 278707 w 7467600"/>
              <a:gd name="connsiteY568" fmla="*/ 1352270 h 6858000"/>
              <a:gd name="connsiteX569" fmla="*/ 321570 w 7467600"/>
              <a:gd name="connsiteY569" fmla="*/ 1861610 h 6858000"/>
              <a:gd name="connsiteX570" fmla="*/ 294281 w 7467600"/>
              <a:gd name="connsiteY570" fmla="*/ 1440658 h 6858000"/>
              <a:gd name="connsiteX571" fmla="*/ 278707 w 7467600"/>
              <a:gd name="connsiteY571" fmla="*/ 1352270 h 6858000"/>
              <a:gd name="connsiteX572" fmla="*/ 1423821 w 7467600"/>
              <a:gd name="connsiteY572" fmla="*/ 1351958 h 6858000"/>
              <a:gd name="connsiteX573" fmla="*/ 1638521 w 7467600"/>
              <a:gd name="connsiteY573" fmla="*/ 1908470 h 6858000"/>
              <a:gd name="connsiteX574" fmla="*/ 1754199 w 7467600"/>
              <a:gd name="connsiteY574" fmla="*/ 2149284 h 6858000"/>
              <a:gd name="connsiteX575" fmla="*/ 1908359 w 7467600"/>
              <a:gd name="connsiteY575" fmla="*/ 2364988 h 6858000"/>
              <a:gd name="connsiteX576" fmla="*/ 1647661 w 7467600"/>
              <a:gd name="connsiteY576" fmla="*/ 1825945 h 6858000"/>
              <a:gd name="connsiteX577" fmla="*/ 1423821 w 7467600"/>
              <a:gd name="connsiteY577" fmla="*/ 1351958 h 6858000"/>
              <a:gd name="connsiteX578" fmla="*/ 1431890 w 7467600"/>
              <a:gd name="connsiteY578" fmla="*/ 1306475 h 6858000"/>
              <a:gd name="connsiteX579" fmla="*/ 1507597 w 7467600"/>
              <a:gd name="connsiteY579" fmla="*/ 1446132 h 6858000"/>
              <a:gd name="connsiteX580" fmla="*/ 1674586 w 7467600"/>
              <a:gd name="connsiteY580" fmla="*/ 1813832 h 6858000"/>
              <a:gd name="connsiteX581" fmla="*/ 1815950 w 7467600"/>
              <a:gd name="connsiteY581" fmla="*/ 2128564 h 6858000"/>
              <a:gd name="connsiteX582" fmla="*/ 1984242 w 7467600"/>
              <a:gd name="connsiteY582" fmla="*/ 2430829 h 6858000"/>
              <a:gd name="connsiteX583" fmla="*/ 2014023 w 7467600"/>
              <a:gd name="connsiteY583" fmla="*/ 2450995 h 6858000"/>
              <a:gd name="connsiteX584" fmla="*/ 1747337 w 7467600"/>
              <a:gd name="connsiteY584" fmla="*/ 1855264 h 6858000"/>
              <a:gd name="connsiteX585" fmla="*/ 1533749 w 7467600"/>
              <a:gd name="connsiteY585" fmla="*/ 1478656 h 6858000"/>
              <a:gd name="connsiteX586" fmla="*/ 1431890 w 7467600"/>
              <a:gd name="connsiteY586" fmla="*/ 1306475 h 6858000"/>
              <a:gd name="connsiteX587" fmla="*/ 5052692 w 7467600"/>
              <a:gd name="connsiteY587" fmla="*/ 1292994 h 6858000"/>
              <a:gd name="connsiteX588" fmla="*/ 5200661 w 7467600"/>
              <a:gd name="connsiteY588" fmla="*/ 1635186 h 6858000"/>
              <a:gd name="connsiteX589" fmla="*/ 5297138 w 7467600"/>
              <a:gd name="connsiteY589" fmla="*/ 1906351 h 6858000"/>
              <a:gd name="connsiteX590" fmla="*/ 5052692 w 7467600"/>
              <a:gd name="connsiteY590" fmla="*/ 1292994 h 6858000"/>
              <a:gd name="connsiteX591" fmla="*/ 5009948 w 7467600"/>
              <a:gd name="connsiteY591" fmla="*/ 1273619 h 6858000"/>
              <a:gd name="connsiteX592" fmla="*/ 5121777 w 7467600"/>
              <a:gd name="connsiteY592" fmla="*/ 1654213 h 6858000"/>
              <a:gd name="connsiteX593" fmla="*/ 5293545 w 7467600"/>
              <a:gd name="connsiteY593" fmla="*/ 2072247 h 6858000"/>
              <a:gd name="connsiteX594" fmla="*/ 5294042 w 7467600"/>
              <a:gd name="connsiteY594" fmla="*/ 2065019 h 6858000"/>
              <a:gd name="connsiteX595" fmla="*/ 5171936 w 7467600"/>
              <a:gd name="connsiteY595" fmla="*/ 1647613 h 6858000"/>
              <a:gd name="connsiteX596" fmla="*/ 5009948 w 7467600"/>
              <a:gd name="connsiteY596" fmla="*/ 1273619 h 6858000"/>
              <a:gd name="connsiteX597" fmla="*/ 655236 w 7467600"/>
              <a:gd name="connsiteY597" fmla="*/ 1268632 h 6858000"/>
              <a:gd name="connsiteX598" fmla="*/ 839521 w 7467600"/>
              <a:gd name="connsiteY598" fmla="*/ 1685315 h 6858000"/>
              <a:gd name="connsiteX599" fmla="*/ 1109416 w 7467600"/>
              <a:gd name="connsiteY599" fmla="*/ 2061663 h 6858000"/>
              <a:gd name="connsiteX600" fmla="*/ 1298300 w 7467600"/>
              <a:gd name="connsiteY600" fmla="*/ 2247742 h 6858000"/>
              <a:gd name="connsiteX601" fmla="*/ 1125871 w 7467600"/>
              <a:gd name="connsiteY601" fmla="*/ 1989513 h 6858000"/>
              <a:gd name="connsiteX602" fmla="*/ 981574 w 7467600"/>
              <a:gd name="connsiteY602" fmla="*/ 1783157 h 6858000"/>
              <a:gd name="connsiteX603" fmla="*/ 922198 w 7467600"/>
              <a:gd name="connsiteY603" fmla="*/ 1677437 h 6858000"/>
              <a:gd name="connsiteX604" fmla="*/ 869293 w 7467600"/>
              <a:gd name="connsiteY604" fmla="*/ 1583214 h 6858000"/>
              <a:gd name="connsiteX605" fmla="*/ 751431 w 7467600"/>
              <a:gd name="connsiteY605" fmla="*/ 1405731 h 6858000"/>
              <a:gd name="connsiteX606" fmla="*/ 655236 w 7467600"/>
              <a:gd name="connsiteY606" fmla="*/ 1268632 h 6858000"/>
              <a:gd name="connsiteX607" fmla="*/ 6516292 w 7467600"/>
              <a:gd name="connsiteY607" fmla="*/ 1263064 h 6858000"/>
              <a:gd name="connsiteX608" fmla="*/ 5736320 w 7467600"/>
              <a:gd name="connsiteY608" fmla="*/ 1501803 h 6858000"/>
              <a:gd name="connsiteX609" fmla="*/ 6516292 w 7467600"/>
              <a:gd name="connsiteY609" fmla="*/ 1263064 h 6858000"/>
              <a:gd name="connsiteX610" fmla="*/ 291466 w 7467600"/>
              <a:gd name="connsiteY610" fmla="*/ 1250369 h 6858000"/>
              <a:gd name="connsiteX611" fmla="*/ 323180 w 7467600"/>
              <a:gd name="connsiteY611" fmla="*/ 1435283 h 6858000"/>
              <a:gd name="connsiteX612" fmla="*/ 349381 w 7467600"/>
              <a:gd name="connsiteY612" fmla="*/ 1875041 h 6858000"/>
              <a:gd name="connsiteX613" fmla="*/ 374363 w 7467600"/>
              <a:gd name="connsiteY613" fmla="*/ 1506494 h 6858000"/>
              <a:gd name="connsiteX614" fmla="*/ 302168 w 7467600"/>
              <a:gd name="connsiteY614" fmla="*/ 1274495 h 6858000"/>
              <a:gd name="connsiteX615" fmla="*/ 291466 w 7467600"/>
              <a:gd name="connsiteY615" fmla="*/ 1250369 h 6858000"/>
              <a:gd name="connsiteX616" fmla="*/ 678222 w 7467600"/>
              <a:gd name="connsiteY616" fmla="*/ 1248670 h 6858000"/>
              <a:gd name="connsiteX617" fmla="*/ 775536 w 7467600"/>
              <a:gd name="connsiteY617" fmla="*/ 1388015 h 6858000"/>
              <a:gd name="connsiteX618" fmla="*/ 894529 w 7467600"/>
              <a:gd name="connsiteY618" fmla="*/ 1567739 h 6858000"/>
              <a:gd name="connsiteX619" fmla="*/ 948000 w 7467600"/>
              <a:gd name="connsiteY619" fmla="*/ 1663088 h 6858000"/>
              <a:gd name="connsiteX620" fmla="*/ 1006812 w 7467600"/>
              <a:gd name="connsiteY620" fmla="*/ 1767683 h 6858000"/>
              <a:gd name="connsiteX621" fmla="*/ 1149133 w 7467600"/>
              <a:gd name="connsiteY621" fmla="*/ 1971513 h 6858000"/>
              <a:gd name="connsiteX622" fmla="*/ 1333952 w 7467600"/>
              <a:gd name="connsiteY622" fmla="*/ 2251620 h 6858000"/>
              <a:gd name="connsiteX623" fmla="*/ 1337329 w 7467600"/>
              <a:gd name="connsiteY623" fmla="*/ 2258350 h 6858000"/>
              <a:gd name="connsiteX624" fmla="*/ 1014726 w 7467600"/>
              <a:gd name="connsiteY624" fmla="*/ 1615556 h 6858000"/>
              <a:gd name="connsiteX625" fmla="*/ 678222 w 7467600"/>
              <a:gd name="connsiteY625" fmla="*/ 1248670 h 6858000"/>
              <a:gd name="connsiteX626" fmla="*/ 6691602 w 7467600"/>
              <a:gd name="connsiteY626" fmla="*/ 1140573 h 6858000"/>
              <a:gd name="connsiteX627" fmla="*/ 6571100 w 7467600"/>
              <a:gd name="connsiteY627" fmla="*/ 1183662 h 6858000"/>
              <a:gd name="connsiteX628" fmla="*/ 6241687 w 7467600"/>
              <a:gd name="connsiteY628" fmla="*/ 1257600 h 6858000"/>
              <a:gd name="connsiteX629" fmla="*/ 5693009 w 7467600"/>
              <a:gd name="connsiteY629" fmla="*/ 1478256 h 6858000"/>
              <a:gd name="connsiteX630" fmla="*/ 6548420 w 7467600"/>
              <a:gd name="connsiteY630" fmla="*/ 1214599 h 6858000"/>
              <a:gd name="connsiteX631" fmla="*/ 6605473 w 7467600"/>
              <a:gd name="connsiteY631" fmla="*/ 1184686 h 6858000"/>
              <a:gd name="connsiteX632" fmla="*/ 6691602 w 7467600"/>
              <a:gd name="connsiteY632" fmla="*/ 1140573 h 6858000"/>
              <a:gd name="connsiteX633" fmla="*/ 4002475 w 7467600"/>
              <a:gd name="connsiteY633" fmla="*/ 1037802 h 6858000"/>
              <a:gd name="connsiteX634" fmla="*/ 4000324 w 7467600"/>
              <a:gd name="connsiteY634" fmla="*/ 1039362 h 6858000"/>
              <a:gd name="connsiteX635" fmla="*/ 4002862 w 7467600"/>
              <a:gd name="connsiteY635" fmla="*/ 1042866 h 6858000"/>
              <a:gd name="connsiteX636" fmla="*/ 4002475 w 7467600"/>
              <a:gd name="connsiteY636" fmla="*/ 1037802 h 6858000"/>
              <a:gd name="connsiteX637" fmla="*/ 506322 w 7467600"/>
              <a:gd name="connsiteY637" fmla="*/ 1020997 h 6858000"/>
              <a:gd name="connsiteX638" fmla="*/ 533068 w 7467600"/>
              <a:gd name="connsiteY638" fmla="*/ 1029409 h 6858000"/>
              <a:gd name="connsiteX639" fmla="*/ 1232525 w 7467600"/>
              <a:gd name="connsiteY639" fmla="*/ 1804675 h 6858000"/>
              <a:gd name="connsiteX640" fmla="*/ 1388858 w 7467600"/>
              <a:gd name="connsiteY640" fmla="*/ 2368011 h 6858000"/>
              <a:gd name="connsiteX641" fmla="*/ 1384098 w 7467600"/>
              <a:gd name="connsiteY641" fmla="*/ 2378125 h 6858000"/>
              <a:gd name="connsiteX642" fmla="*/ 1425393 w 7467600"/>
              <a:gd name="connsiteY642" fmla="*/ 2589124 h 6858000"/>
              <a:gd name="connsiteX643" fmla="*/ 1424001 w 7467600"/>
              <a:gd name="connsiteY643" fmla="*/ 2597541 h 6858000"/>
              <a:gd name="connsiteX644" fmla="*/ 2152729 w 7467600"/>
              <a:gd name="connsiteY644" fmla="*/ 2864487 h 6858000"/>
              <a:gd name="connsiteX645" fmla="*/ 2020609 w 7467600"/>
              <a:gd name="connsiteY645" fmla="*/ 2539671 h 6858000"/>
              <a:gd name="connsiteX646" fmla="*/ 2018920 w 7467600"/>
              <a:gd name="connsiteY646" fmla="*/ 2536309 h 6858000"/>
              <a:gd name="connsiteX647" fmla="*/ 1342441 w 7467600"/>
              <a:gd name="connsiteY647" fmla="*/ 1173017 h 6858000"/>
              <a:gd name="connsiteX648" fmla="*/ 1367925 w 7467600"/>
              <a:gd name="connsiteY648" fmla="*/ 1135648 h 6858000"/>
              <a:gd name="connsiteX649" fmla="*/ 1771401 w 7467600"/>
              <a:gd name="connsiteY649" fmla="*/ 1806673 h 6858000"/>
              <a:gd name="connsiteX650" fmla="*/ 1972385 w 7467600"/>
              <a:gd name="connsiteY650" fmla="*/ 2198735 h 6858000"/>
              <a:gd name="connsiteX651" fmla="*/ 2040892 w 7467600"/>
              <a:gd name="connsiteY651" fmla="*/ 2405205 h 6858000"/>
              <a:gd name="connsiteX652" fmla="*/ 2131689 w 7467600"/>
              <a:gd name="connsiteY652" fmla="*/ 1936926 h 6858000"/>
              <a:gd name="connsiteX653" fmla="*/ 2454820 w 7467600"/>
              <a:gd name="connsiteY653" fmla="*/ 1248808 h 6858000"/>
              <a:gd name="connsiteX654" fmla="*/ 2492512 w 7467600"/>
              <a:gd name="connsiteY654" fmla="*/ 1302920 h 6858000"/>
              <a:gd name="connsiteX655" fmla="*/ 2081216 w 7467600"/>
              <a:gd name="connsiteY655" fmla="*/ 2527513 h 6858000"/>
              <a:gd name="connsiteX656" fmla="*/ 2081211 w 7467600"/>
              <a:gd name="connsiteY656" fmla="*/ 2528916 h 6858000"/>
              <a:gd name="connsiteX657" fmla="*/ 2199067 w 7467600"/>
              <a:gd name="connsiteY657" fmla="*/ 2884061 h 6858000"/>
              <a:gd name="connsiteX658" fmla="*/ 3192586 w 7467600"/>
              <a:gd name="connsiteY658" fmla="*/ 3411496 h 6858000"/>
              <a:gd name="connsiteX659" fmla="*/ 3182620 w 7467600"/>
              <a:gd name="connsiteY659" fmla="*/ 3483279 h 6858000"/>
              <a:gd name="connsiteX660" fmla="*/ 2435119 w 7467600"/>
              <a:gd name="connsiteY660" fmla="*/ 3080173 h 6858000"/>
              <a:gd name="connsiteX661" fmla="*/ 2410152 w 7467600"/>
              <a:gd name="connsiteY661" fmla="*/ 3063751 h 6858000"/>
              <a:gd name="connsiteX662" fmla="*/ 2408099 w 7467600"/>
              <a:gd name="connsiteY662" fmla="*/ 3064403 h 6858000"/>
              <a:gd name="connsiteX663" fmla="*/ 2407218 w 7467600"/>
              <a:gd name="connsiteY663" fmla="*/ 3070324 h 6858000"/>
              <a:gd name="connsiteX664" fmla="*/ 2380138 w 7467600"/>
              <a:gd name="connsiteY664" fmla="*/ 3099341 h 6858000"/>
              <a:gd name="connsiteX665" fmla="*/ 1765923 w 7467600"/>
              <a:gd name="connsiteY665" fmla="*/ 3581043 h 6858000"/>
              <a:gd name="connsiteX666" fmla="*/ 1702258 w 7467600"/>
              <a:gd name="connsiteY666" fmla="*/ 3612286 h 6858000"/>
              <a:gd name="connsiteX667" fmla="*/ 1538370 w 7467600"/>
              <a:gd name="connsiteY667" fmla="*/ 3811804 h 6858000"/>
              <a:gd name="connsiteX668" fmla="*/ 542867 w 7467600"/>
              <a:gd name="connsiteY668" fmla="*/ 4944092 h 6858000"/>
              <a:gd name="connsiteX669" fmla="*/ 515800 w 7467600"/>
              <a:gd name="connsiteY669" fmla="*/ 4862180 h 6858000"/>
              <a:gd name="connsiteX670" fmla="*/ 909145 w 7467600"/>
              <a:gd name="connsiteY670" fmla="*/ 4199225 h 6858000"/>
              <a:gd name="connsiteX671" fmla="*/ 1214067 w 7467600"/>
              <a:gd name="connsiteY671" fmla="*/ 3908561 h 6858000"/>
              <a:gd name="connsiteX672" fmla="*/ 640967 w 7467600"/>
              <a:gd name="connsiteY672" fmla="*/ 4105601 h 6858000"/>
              <a:gd name="connsiteX673" fmla="*/ 112563 w 7467600"/>
              <a:gd name="connsiteY673" fmla="*/ 4396952 h 6858000"/>
              <a:gd name="connsiteX674" fmla="*/ 0 w 7467600"/>
              <a:gd name="connsiteY674" fmla="*/ 4466006 h 6858000"/>
              <a:gd name="connsiteX675" fmla="*/ 0 w 7467600"/>
              <a:gd name="connsiteY675" fmla="*/ 4233763 h 6858000"/>
              <a:gd name="connsiteX676" fmla="*/ 36881 w 7467600"/>
              <a:gd name="connsiteY676" fmla="*/ 4200118 h 6858000"/>
              <a:gd name="connsiteX677" fmla="*/ 910534 w 7467600"/>
              <a:gd name="connsiteY677" fmla="*/ 3629753 h 6858000"/>
              <a:gd name="connsiteX678" fmla="*/ 1578717 w 7467600"/>
              <a:gd name="connsiteY678" fmla="*/ 3575982 h 6858000"/>
              <a:gd name="connsiteX679" fmla="*/ 2338780 w 7467600"/>
              <a:gd name="connsiteY679" fmla="*/ 3033725 h 6858000"/>
              <a:gd name="connsiteX680" fmla="*/ 1807991 w 7467600"/>
              <a:gd name="connsiteY680" fmla="*/ 2807184 h 6858000"/>
              <a:gd name="connsiteX681" fmla="*/ 1416358 w 7467600"/>
              <a:gd name="connsiteY681" fmla="*/ 3112571 h 6858000"/>
              <a:gd name="connsiteX682" fmla="*/ 939066 w 7467600"/>
              <a:gd name="connsiteY682" fmla="*/ 3378798 h 6858000"/>
              <a:gd name="connsiteX683" fmla="*/ 115099 w 7467600"/>
              <a:gd name="connsiteY683" fmla="*/ 3607650 h 6858000"/>
              <a:gd name="connsiteX684" fmla="*/ 97284 w 7467600"/>
              <a:gd name="connsiteY684" fmla="*/ 3520393 h 6858000"/>
              <a:gd name="connsiteX685" fmla="*/ 922050 w 7467600"/>
              <a:gd name="connsiteY685" fmla="*/ 3074867 h 6858000"/>
              <a:gd name="connsiteX686" fmla="*/ 1405265 w 7467600"/>
              <a:gd name="connsiteY686" fmla="*/ 3016319 h 6858000"/>
              <a:gd name="connsiteX687" fmla="*/ 1407512 w 7467600"/>
              <a:gd name="connsiteY687" fmla="*/ 3018001 h 6858000"/>
              <a:gd name="connsiteX688" fmla="*/ 1726266 w 7467600"/>
              <a:gd name="connsiteY688" fmla="*/ 2777274 h 6858000"/>
              <a:gd name="connsiteX689" fmla="*/ 625390 w 7467600"/>
              <a:gd name="connsiteY689" fmla="*/ 2514541 h 6858000"/>
              <a:gd name="connsiteX690" fmla="*/ 619799 w 7467600"/>
              <a:gd name="connsiteY690" fmla="*/ 2527180 h 6858000"/>
              <a:gd name="connsiteX691" fmla="*/ 310030 w 7467600"/>
              <a:gd name="connsiteY691" fmla="*/ 2771818 h 6858000"/>
              <a:gd name="connsiteX692" fmla="*/ 173877 w 7467600"/>
              <a:gd name="connsiteY692" fmla="*/ 2937056 h 6858000"/>
              <a:gd name="connsiteX693" fmla="*/ 77889 w 7467600"/>
              <a:gd name="connsiteY693" fmla="*/ 3138440 h 6858000"/>
              <a:gd name="connsiteX694" fmla="*/ 0 w 7467600"/>
              <a:gd name="connsiteY694" fmla="*/ 3271395 h 6858000"/>
              <a:gd name="connsiteX695" fmla="*/ 0 w 7467600"/>
              <a:gd name="connsiteY695" fmla="*/ 3153002 h 6858000"/>
              <a:gd name="connsiteX696" fmla="*/ 2386 w 7467600"/>
              <a:gd name="connsiteY696" fmla="*/ 3149203 h 6858000"/>
              <a:gd name="connsiteX697" fmla="*/ 89753 w 7467600"/>
              <a:gd name="connsiteY697" fmla="*/ 2987702 h 6858000"/>
              <a:gd name="connsiteX698" fmla="*/ 76869 w 7467600"/>
              <a:gd name="connsiteY698" fmla="*/ 3005404 h 6858000"/>
              <a:gd name="connsiteX699" fmla="*/ 32049 w 7467600"/>
              <a:gd name="connsiteY699" fmla="*/ 3065814 h 6858000"/>
              <a:gd name="connsiteX700" fmla="*/ 0 w 7467600"/>
              <a:gd name="connsiteY700" fmla="*/ 3108744 h 6858000"/>
              <a:gd name="connsiteX701" fmla="*/ 0 w 7467600"/>
              <a:gd name="connsiteY701" fmla="*/ 3058059 h 6858000"/>
              <a:gd name="connsiteX702" fmla="*/ 7610 w 7467600"/>
              <a:gd name="connsiteY702" fmla="*/ 3047889 h 6858000"/>
              <a:gd name="connsiteX703" fmla="*/ 52419 w 7467600"/>
              <a:gd name="connsiteY703" fmla="*/ 2987479 h 6858000"/>
              <a:gd name="connsiteX704" fmla="*/ 59142 w 7467600"/>
              <a:gd name="connsiteY704" fmla="*/ 2978488 h 6858000"/>
              <a:gd name="connsiteX705" fmla="*/ 0 w 7467600"/>
              <a:gd name="connsiteY705" fmla="*/ 3015334 h 6858000"/>
              <a:gd name="connsiteX706" fmla="*/ 0 w 7467600"/>
              <a:gd name="connsiteY706" fmla="*/ 2914286 h 6858000"/>
              <a:gd name="connsiteX707" fmla="*/ 36383 w 7467600"/>
              <a:gd name="connsiteY707" fmla="*/ 2901128 h 6858000"/>
              <a:gd name="connsiteX708" fmla="*/ 156329 w 7467600"/>
              <a:gd name="connsiteY708" fmla="*/ 2840533 h 6858000"/>
              <a:gd name="connsiteX709" fmla="*/ 358355 w 7467600"/>
              <a:gd name="connsiteY709" fmla="*/ 2620471 h 6858000"/>
              <a:gd name="connsiteX710" fmla="*/ 510577 w 7467600"/>
              <a:gd name="connsiteY710" fmla="*/ 2501244 h 6858000"/>
              <a:gd name="connsiteX711" fmla="*/ 211967 w 7467600"/>
              <a:gd name="connsiteY711" fmla="*/ 2479171 h 6858000"/>
              <a:gd name="connsiteX712" fmla="*/ 0 w 7467600"/>
              <a:gd name="connsiteY712" fmla="*/ 2476398 h 6858000"/>
              <a:gd name="connsiteX713" fmla="*/ 0 w 7467600"/>
              <a:gd name="connsiteY713" fmla="*/ 2389189 h 6858000"/>
              <a:gd name="connsiteX714" fmla="*/ 103062 w 7467600"/>
              <a:gd name="connsiteY714" fmla="*/ 2389518 h 6858000"/>
              <a:gd name="connsiteX715" fmla="*/ 510734 w 7467600"/>
              <a:gd name="connsiteY715" fmla="*/ 2416201 h 6858000"/>
              <a:gd name="connsiteX716" fmla="*/ 279257 w 7467600"/>
              <a:gd name="connsiteY716" fmla="*/ 2092102 h 6858000"/>
              <a:gd name="connsiteX717" fmla="*/ 65265 w 7467600"/>
              <a:gd name="connsiteY717" fmla="*/ 2006049 h 6858000"/>
              <a:gd name="connsiteX718" fmla="*/ 0 w 7467600"/>
              <a:gd name="connsiteY718" fmla="*/ 1982532 h 6858000"/>
              <a:gd name="connsiteX719" fmla="*/ 0 w 7467600"/>
              <a:gd name="connsiteY719" fmla="*/ 1912789 h 6858000"/>
              <a:gd name="connsiteX720" fmla="*/ 97460 w 7467600"/>
              <a:gd name="connsiteY720" fmla="*/ 1953725 h 6858000"/>
              <a:gd name="connsiteX721" fmla="*/ 221272 w 7467600"/>
              <a:gd name="connsiteY721" fmla="*/ 1980766 h 6858000"/>
              <a:gd name="connsiteX722" fmla="*/ 116765 w 7467600"/>
              <a:gd name="connsiteY722" fmla="*/ 1911033 h 6858000"/>
              <a:gd name="connsiteX723" fmla="*/ 16405 w 7467600"/>
              <a:gd name="connsiteY723" fmla="*/ 1803412 h 6858000"/>
              <a:gd name="connsiteX724" fmla="*/ 0 w 7467600"/>
              <a:gd name="connsiteY724" fmla="*/ 1784777 h 6858000"/>
              <a:gd name="connsiteX725" fmla="*/ 0 w 7467600"/>
              <a:gd name="connsiteY725" fmla="*/ 1740082 h 6858000"/>
              <a:gd name="connsiteX726" fmla="*/ 39394 w 7467600"/>
              <a:gd name="connsiteY726" fmla="*/ 1784856 h 6858000"/>
              <a:gd name="connsiteX727" fmla="*/ 135813 w 7467600"/>
              <a:gd name="connsiteY727" fmla="*/ 1888838 h 6858000"/>
              <a:gd name="connsiteX728" fmla="*/ 242575 w 7467600"/>
              <a:gd name="connsiteY728" fmla="*/ 1958841 h 6858000"/>
              <a:gd name="connsiteX729" fmla="*/ 82197 w 7467600"/>
              <a:gd name="connsiteY729" fmla="*/ 1754826 h 6858000"/>
              <a:gd name="connsiteX730" fmla="*/ 0 w 7467600"/>
              <a:gd name="connsiteY730" fmla="*/ 1679650 h 6858000"/>
              <a:gd name="connsiteX731" fmla="*/ 0 w 7467600"/>
              <a:gd name="connsiteY731" fmla="*/ 1602463 h 6858000"/>
              <a:gd name="connsiteX732" fmla="*/ 84689 w 7467600"/>
              <a:gd name="connsiteY732" fmla="*/ 1677442 h 6858000"/>
              <a:gd name="connsiteX733" fmla="*/ 298437 w 7467600"/>
              <a:gd name="connsiteY733" fmla="*/ 1968019 h 6858000"/>
              <a:gd name="connsiteX734" fmla="*/ 227269 w 7467600"/>
              <a:gd name="connsiteY734" fmla="*/ 1114064 h 6858000"/>
              <a:gd name="connsiteX735" fmla="*/ 248003 w 7467600"/>
              <a:gd name="connsiteY735" fmla="*/ 1089613 h 6858000"/>
              <a:gd name="connsiteX736" fmla="*/ 427020 w 7467600"/>
              <a:gd name="connsiteY736" fmla="*/ 1619803 h 6858000"/>
              <a:gd name="connsiteX737" fmla="*/ 340345 w 7467600"/>
              <a:gd name="connsiteY737" fmla="*/ 2027739 h 6858000"/>
              <a:gd name="connsiteX738" fmla="*/ 360865 w 7467600"/>
              <a:gd name="connsiteY738" fmla="*/ 2044827 h 6858000"/>
              <a:gd name="connsiteX739" fmla="*/ 560414 w 7467600"/>
              <a:gd name="connsiteY739" fmla="*/ 2421457 h 6858000"/>
              <a:gd name="connsiteX740" fmla="*/ 1359703 w 7467600"/>
              <a:gd name="connsiteY740" fmla="*/ 2578554 h 6858000"/>
              <a:gd name="connsiteX741" fmla="*/ 1359422 w 7467600"/>
              <a:gd name="connsiteY741" fmla="*/ 2577994 h 6858000"/>
              <a:gd name="connsiteX742" fmla="*/ 828701 w 7467600"/>
              <a:gd name="connsiteY742" fmla="*/ 1839520 h 6858000"/>
              <a:gd name="connsiteX743" fmla="*/ 494427 w 7467600"/>
              <a:gd name="connsiteY743" fmla="*/ 1092333 h 6858000"/>
              <a:gd name="connsiteX744" fmla="*/ 506322 w 7467600"/>
              <a:gd name="connsiteY744" fmla="*/ 1020997 h 6858000"/>
              <a:gd name="connsiteX745" fmla="*/ 4570198 w 7467600"/>
              <a:gd name="connsiteY745" fmla="*/ 978081 h 6858000"/>
              <a:gd name="connsiteX746" fmla="*/ 4523691 w 7467600"/>
              <a:gd name="connsiteY746" fmla="*/ 1127776 h 6858000"/>
              <a:gd name="connsiteX747" fmla="*/ 4509875 w 7467600"/>
              <a:gd name="connsiteY747" fmla="*/ 1167552 h 6858000"/>
              <a:gd name="connsiteX748" fmla="*/ 4478168 w 7467600"/>
              <a:gd name="connsiteY748" fmla="*/ 1260735 h 6858000"/>
              <a:gd name="connsiteX749" fmla="*/ 4409309 w 7467600"/>
              <a:gd name="connsiteY749" fmla="*/ 1666996 h 6858000"/>
              <a:gd name="connsiteX750" fmla="*/ 4370031 w 7467600"/>
              <a:gd name="connsiteY750" fmla="*/ 1955666 h 6858000"/>
              <a:gd name="connsiteX751" fmla="*/ 4570198 w 7467600"/>
              <a:gd name="connsiteY751" fmla="*/ 978081 h 6858000"/>
              <a:gd name="connsiteX752" fmla="*/ 4557898 w 7467600"/>
              <a:gd name="connsiteY752" fmla="*/ 900011 h 6858000"/>
              <a:gd name="connsiteX753" fmla="*/ 4344840 w 7467600"/>
              <a:gd name="connsiteY753" fmla="*/ 1922038 h 6858000"/>
              <a:gd name="connsiteX754" fmla="*/ 4378710 w 7467600"/>
              <a:gd name="connsiteY754" fmla="*/ 1665516 h 6858000"/>
              <a:gd name="connsiteX755" fmla="*/ 4448798 w 7467600"/>
              <a:gd name="connsiteY755" fmla="*/ 1253024 h 6858000"/>
              <a:gd name="connsiteX756" fmla="*/ 4480315 w 7467600"/>
              <a:gd name="connsiteY756" fmla="*/ 1158454 h 6858000"/>
              <a:gd name="connsiteX757" fmla="*/ 4494133 w 7467600"/>
              <a:gd name="connsiteY757" fmla="*/ 1118676 h 6858000"/>
              <a:gd name="connsiteX758" fmla="*/ 4557898 w 7467600"/>
              <a:gd name="connsiteY758" fmla="*/ 900011 h 6858000"/>
              <a:gd name="connsiteX759" fmla="*/ 5870151 w 7467600"/>
              <a:gd name="connsiteY759" fmla="*/ 898890 h 6858000"/>
              <a:gd name="connsiteX760" fmla="*/ 5861335 w 7467600"/>
              <a:gd name="connsiteY760" fmla="*/ 899177 h 6858000"/>
              <a:gd name="connsiteX761" fmla="*/ 5843702 w 7467600"/>
              <a:gd name="connsiteY761" fmla="*/ 899748 h 6858000"/>
              <a:gd name="connsiteX762" fmla="*/ 5651107 w 7467600"/>
              <a:gd name="connsiteY762" fmla="*/ 920306 h 6858000"/>
              <a:gd name="connsiteX763" fmla="*/ 5459407 w 7467600"/>
              <a:gd name="connsiteY763" fmla="*/ 940975 h 6858000"/>
              <a:gd name="connsiteX764" fmla="*/ 5374846 w 7467600"/>
              <a:gd name="connsiteY764" fmla="*/ 941988 h 6858000"/>
              <a:gd name="connsiteX765" fmla="*/ 5256105 w 7467600"/>
              <a:gd name="connsiteY765" fmla="*/ 945632 h 6858000"/>
              <a:gd name="connsiteX766" fmla="*/ 5107071 w 7467600"/>
              <a:gd name="connsiteY766" fmla="*/ 969720 h 6858000"/>
              <a:gd name="connsiteX767" fmla="*/ 4998681 w 7467600"/>
              <a:gd name="connsiteY767" fmla="*/ 988771 h 6858000"/>
              <a:gd name="connsiteX768" fmla="*/ 5870151 w 7467600"/>
              <a:gd name="connsiteY768" fmla="*/ 898890 h 6858000"/>
              <a:gd name="connsiteX769" fmla="*/ 5504425 w 7467600"/>
              <a:gd name="connsiteY769" fmla="*/ 848067 h 6858000"/>
              <a:gd name="connsiteX770" fmla="*/ 4968849 w 7467600"/>
              <a:gd name="connsiteY770" fmla="*/ 962318 h 6858000"/>
              <a:gd name="connsiteX771" fmla="*/ 5104039 w 7467600"/>
              <a:gd name="connsiteY771" fmla="*/ 940634 h 6858000"/>
              <a:gd name="connsiteX772" fmla="*/ 5256311 w 7467600"/>
              <a:gd name="connsiteY772" fmla="*/ 916490 h 6858000"/>
              <a:gd name="connsiteX773" fmla="*/ 5377381 w 7467600"/>
              <a:gd name="connsiteY773" fmla="*/ 912671 h 6858000"/>
              <a:gd name="connsiteX774" fmla="*/ 5460148 w 7467600"/>
              <a:gd name="connsiteY774" fmla="*/ 911442 h 6858000"/>
              <a:gd name="connsiteX775" fmla="*/ 5648971 w 7467600"/>
              <a:gd name="connsiteY775" fmla="*/ 891331 h 6858000"/>
              <a:gd name="connsiteX776" fmla="*/ 5844807 w 7467600"/>
              <a:gd name="connsiteY776" fmla="*/ 870718 h 6858000"/>
              <a:gd name="connsiteX777" fmla="*/ 5862975 w 7467600"/>
              <a:gd name="connsiteY777" fmla="*/ 869756 h 6858000"/>
              <a:gd name="connsiteX778" fmla="*/ 5920887 w 7467600"/>
              <a:gd name="connsiteY778" fmla="*/ 865929 h 6858000"/>
              <a:gd name="connsiteX779" fmla="*/ 5504425 w 7467600"/>
              <a:gd name="connsiteY779" fmla="*/ 848067 h 6858000"/>
              <a:gd name="connsiteX780" fmla="*/ 3607114 w 7467600"/>
              <a:gd name="connsiteY780" fmla="*/ 467441 h 6858000"/>
              <a:gd name="connsiteX781" fmla="*/ 3296242 w 7467600"/>
              <a:gd name="connsiteY781" fmla="*/ 807991 h 6858000"/>
              <a:gd name="connsiteX782" fmla="*/ 3174674 w 7467600"/>
              <a:gd name="connsiteY782" fmla="*/ 919759 h 6858000"/>
              <a:gd name="connsiteX783" fmla="*/ 3042978 w 7467600"/>
              <a:gd name="connsiteY783" fmla="*/ 1054894 h 6858000"/>
              <a:gd name="connsiteX784" fmla="*/ 2968914 w 7467600"/>
              <a:gd name="connsiteY784" fmla="*/ 1133756 h 6858000"/>
              <a:gd name="connsiteX785" fmla="*/ 3103823 w 7467600"/>
              <a:gd name="connsiteY785" fmla="*/ 1026814 h 6858000"/>
              <a:gd name="connsiteX786" fmla="*/ 3607114 w 7467600"/>
              <a:gd name="connsiteY786" fmla="*/ 467441 h 6858000"/>
              <a:gd name="connsiteX787" fmla="*/ 3744487 w 7467600"/>
              <a:gd name="connsiteY787" fmla="*/ 383136 h 6858000"/>
              <a:gd name="connsiteX788" fmla="*/ 3970213 w 7467600"/>
              <a:gd name="connsiteY788" fmla="*/ 995559 h 6858000"/>
              <a:gd name="connsiteX789" fmla="*/ 3744487 w 7467600"/>
              <a:gd name="connsiteY789" fmla="*/ 383136 h 6858000"/>
              <a:gd name="connsiteX790" fmla="*/ 3624562 w 7467600"/>
              <a:gd name="connsiteY790" fmla="*/ 367041 h 6858000"/>
              <a:gd name="connsiteX791" fmla="*/ 3489712 w 7467600"/>
              <a:gd name="connsiteY791" fmla="*/ 485386 h 6858000"/>
              <a:gd name="connsiteX792" fmla="*/ 3182994 w 7467600"/>
              <a:gd name="connsiteY792" fmla="*/ 828265 h 6858000"/>
              <a:gd name="connsiteX793" fmla="*/ 2892114 w 7467600"/>
              <a:gd name="connsiteY793" fmla="*/ 1172635 h 6858000"/>
              <a:gd name="connsiteX794" fmla="*/ 3021459 w 7467600"/>
              <a:gd name="connsiteY794" fmla="*/ 1035385 h 6858000"/>
              <a:gd name="connsiteX795" fmla="*/ 3153873 w 7467600"/>
              <a:gd name="connsiteY795" fmla="*/ 898971 h 6858000"/>
              <a:gd name="connsiteX796" fmla="*/ 3276511 w 7467600"/>
              <a:gd name="connsiteY796" fmla="*/ 786423 h 6858000"/>
              <a:gd name="connsiteX797" fmla="*/ 3584154 w 7467600"/>
              <a:gd name="connsiteY797" fmla="*/ 448218 h 6858000"/>
              <a:gd name="connsiteX798" fmla="*/ 3624562 w 7467600"/>
              <a:gd name="connsiteY798" fmla="*/ 367041 h 6858000"/>
              <a:gd name="connsiteX799" fmla="*/ 3766672 w 7467600"/>
              <a:gd name="connsiteY799" fmla="*/ 359429 h 6858000"/>
              <a:gd name="connsiteX800" fmla="*/ 3996338 w 7467600"/>
              <a:gd name="connsiteY800" fmla="*/ 968237 h 6858000"/>
              <a:gd name="connsiteX801" fmla="*/ 3766672 w 7467600"/>
              <a:gd name="connsiteY801" fmla="*/ 359429 h 6858000"/>
              <a:gd name="connsiteX802" fmla="*/ 5805386 w 7467600"/>
              <a:gd name="connsiteY802" fmla="*/ 239240 h 6858000"/>
              <a:gd name="connsiteX803" fmla="*/ 5736947 w 7467600"/>
              <a:gd name="connsiteY803" fmla="*/ 261367 h 6858000"/>
              <a:gd name="connsiteX804" fmla="*/ 5427012 w 7467600"/>
              <a:gd name="connsiteY804" fmla="*/ 311272 h 6858000"/>
              <a:gd name="connsiteX805" fmla="*/ 5147818 w 7467600"/>
              <a:gd name="connsiteY805" fmla="*/ 322112 h 6858000"/>
              <a:gd name="connsiteX806" fmla="*/ 5060854 w 7467600"/>
              <a:gd name="connsiteY806" fmla="*/ 311882 h 6858000"/>
              <a:gd name="connsiteX807" fmla="*/ 4945989 w 7467600"/>
              <a:gd name="connsiteY807" fmla="*/ 300516 h 6858000"/>
              <a:gd name="connsiteX808" fmla="*/ 5410479 w 7467600"/>
              <a:gd name="connsiteY808" fmla="*/ 348434 h 6858000"/>
              <a:gd name="connsiteX809" fmla="*/ 5805386 w 7467600"/>
              <a:gd name="connsiteY809" fmla="*/ 239240 h 6858000"/>
              <a:gd name="connsiteX810" fmla="*/ 5905192 w 7467600"/>
              <a:gd name="connsiteY810" fmla="*/ 163079 h 6858000"/>
              <a:gd name="connsiteX811" fmla="*/ 5865655 w 7467600"/>
              <a:gd name="connsiteY811" fmla="*/ 171901 h 6858000"/>
              <a:gd name="connsiteX812" fmla="*/ 5259740 w 7467600"/>
              <a:gd name="connsiteY812" fmla="*/ 257013 h 6858000"/>
              <a:gd name="connsiteX813" fmla="*/ 5208466 w 7467600"/>
              <a:gd name="connsiteY813" fmla="*/ 257550 h 6858000"/>
              <a:gd name="connsiteX814" fmla="*/ 4980204 w 7467600"/>
              <a:gd name="connsiteY814" fmla="*/ 271903 h 6858000"/>
              <a:gd name="connsiteX815" fmla="*/ 5068068 w 7467600"/>
              <a:gd name="connsiteY815" fmla="*/ 282244 h 6858000"/>
              <a:gd name="connsiteX816" fmla="*/ 5153231 w 7467600"/>
              <a:gd name="connsiteY816" fmla="*/ 292240 h 6858000"/>
              <a:gd name="connsiteX817" fmla="*/ 5426491 w 7467600"/>
              <a:gd name="connsiteY817" fmla="*/ 281128 h 6858000"/>
              <a:gd name="connsiteX818" fmla="*/ 5731212 w 7467600"/>
              <a:gd name="connsiteY818" fmla="*/ 231951 h 6858000"/>
              <a:gd name="connsiteX819" fmla="*/ 5905192 w 7467600"/>
              <a:gd name="connsiteY819" fmla="*/ 163079 h 6858000"/>
              <a:gd name="connsiteX820" fmla="*/ 5944437 w 7467600"/>
              <a:gd name="connsiteY820" fmla="*/ 113829 h 6858000"/>
              <a:gd name="connsiteX821" fmla="*/ 5825032 w 7467600"/>
              <a:gd name="connsiteY821" fmla="*/ 146405 h 6858000"/>
              <a:gd name="connsiteX822" fmla="*/ 4955599 w 7467600"/>
              <a:gd name="connsiteY822" fmla="*/ 247008 h 6858000"/>
              <a:gd name="connsiteX823" fmla="*/ 5210104 w 7467600"/>
              <a:gd name="connsiteY823" fmla="*/ 228123 h 6858000"/>
              <a:gd name="connsiteX824" fmla="*/ 5261015 w 7467600"/>
              <a:gd name="connsiteY824" fmla="*/ 227087 h 6858000"/>
              <a:gd name="connsiteX825" fmla="*/ 5861181 w 7467600"/>
              <a:gd name="connsiteY825" fmla="*/ 143093 h 6858000"/>
              <a:gd name="connsiteX826" fmla="*/ 5961252 w 7467600"/>
              <a:gd name="connsiteY826" fmla="*/ 114820 h 6858000"/>
              <a:gd name="connsiteX827" fmla="*/ 5944437 w 7467600"/>
              <a:gd name="connsiteY827" fmla="*/ 113829 h 6858000"/>
              <a:gd name="connsiteX828" fmla="*/ 3882765 w 7467600"/>
              <a:gd name="connsiteY828" fmla="*/ 0 h 6858000"/>
              <a:gd name="connsiteX829" fmla="*/ 3995099 w 7467600"/>
              <a:gd name="connsiteY829" fmla="*/ 0 h 6858000"/>
              <a:gd name="connsiteX830" fmla="*/ 4163818 w 7467600"/>
              <a:gd name="connsiteY830" fmla="*/ 234104 h 6858000"/>
              <a:gd name="connsiteX831" fmla="*/ 4172099 w 7467600"/>
              <a:gd name="connsiteY831" fmla="*/ 234207 h 6858000"/>
              <a:gd name="connsiteX832" fmla="*/ 4784282 w 7467600"/>
              <a:gd name="connsiteY832" fmla="*/ 276561 h 6858000"/>
              <a:gd name="connsiteX833" fmla="*/ 4801687 w 7467600"/>
              <a:gd name="connsiteY833" fmla="*/ 267764 h 6858000"/>
              <a:gd name="connsiteX834" fmla="*/ 6082788 w 7467600"/>
              <a:gd name="connsiteY834" fmla="*/ 64119 h 6858000"/>
              <a:gd name="connsiteX835" fmla="*/ 6099442 w 7467600"/>
              <a:gd name="connsiteY835" fmla="*/ 82568 h 6858000"/>
              <a:gd name="connsiteX836" fmla="*/ 4804137 w 7467600"/>
              <a:gd name="connsiteY836" fmla="*/ 320931 h 6858000"/>
              <a:gd name="connsiteX837" fmla="*/ 4227047 w 7467600"/>
              <a:gd name="connsiteY837" fmla="*/ 313415 h 6858000"/>
              <a:gd name="connsiteX838" fmla="*/ 4346041 w 7467600"/>
              <a:gd name="connsiteY838" fmla="*/ 456086 h 6858000"/>
              <a:gd name="connsiteX839" fmla="*/ 4870967 w 7467600"/>
              <a:gd name="connsiteY839" fmla="*/ 963061 h 6858000"/>
              <a:gd name="connsiteX840" fmla="*/ 4889647 w 7467600"/>
              <a:gd name="connsiteY840" fmla="*/ 957147 h 6858000"/>
              <a:gd name="connsiteX841" fmla="*/ 5422504 w 7467600"/>
              <a:gd name="connsiteY841" fmla="*/ 805191 h 6858000"/>
              <a:gd name="connsiteX842" fmla="*/ 6087656 w 7467600"/>
              <a:gd name="connsiteY842" fmla="*/ 826703 h 6858000"/>
              <a:gd name="connsiteX843" fmla="*/ 6058717 w 7467600"/>
              <a:gd name="connsiteY843" fmla="*/ 865992 h 6858000"/>
              <a:gd name="connsiteX844" fmla="*/ 4974153 w 7467600"/>
              <a:gd name="connsiteY844" fmla="*/ 1045456 h 6858000"/>
              <a:gd name="connsiteX845" fmla="*/ 5627835 w 7467600"/>
              <a:gd name="connsiteY845" fmla="*/ 1472077 h 6858000"/>
              <a:gd name="connsiteX846" fmla="*/ 5629817 w 7467600"/>
              <a:gd name="connsiteY846" fmla="*/ 1471412 h 6858000"/>
              <a:gd name="connsiteX847" fmla="*/ 5634124 w 7467600"/>
              <a:gd name="connsiteY847" fmla="*/ 1470572 h 6858000"/>
              <a:gd name="connsiteX848" fmla="*/ 5755832 w 7467600"/>
              <a:gd name="connsiteY848" fmla="*/ 1383886 h 6858000"/>
              <a:gd name="connsiteX849" fmla="*/ 6014186 w 7467600"/>
              <a:gd name="connsiteY849" fmla="*/ 1279799 h 6858000"/>
              <a:gd name="connsiteX850" fmla="*/ 6901619 w 7467600"/>
              <a:gd name="connsiteY850" fmla="*/ 1047874 h 6858000"/>
              <a:gd name="connsiteX851" fmla="*/ 6931566 w 7467600"/>
              <a:gd name="connsiteY851" fmla="*/ 1062034 h 6858000"/>
              <a:gd name="connsiteX852" fmla="*/ 5790982 w 7467600"/>
              <a:gd name="connsiteY852" fmla="*/ 1561380 h 6858000"/>
              <a:gd name="connsiteX853" fmla="*/ 6188971 w 7467600"/>
              <a:gd name="connsiteY853" fmla="*/ 1755168 h 6858000"/>
              <a:gd name="connsiteX854" fmla="*/ 6202446 w 7467600"/>
              <a:gd name="connsiteY854" fmla="*/ 1752268 h 6858000"/>
              <a:gd name="connsiteX855" fmla="*/ 7179560 w 7467600"/>
              <a:gd name="connsiteY855" fmla="*/ 1467551 h 6858000"/>
              <a:gd name="connsiteX856" fmla="*/ 7158730 w 7467600"/>
              <a:gd name="connsiteY856" fmla="*/ 1507835 h 6858000"/>
              <a:gd name="connsiteX857" fmla="*/ 6326959 w 7467600"/>
              <a:gd name="connsiteY857" fmla="*/ 1817686 h 6858000"/>
              <a:gd name="connsiteX858" fmla="*/ 6537433 w 7467600"/>
              <a:gd name="connsiteY858" fmla="*/ 1907790 h 6858000"/>
              <a:gd name="connsiteX859" fmla="*/ 6550221 w 7467600"/>
              <a:gd name="connsiteY859" fmla="*/ 1910729 h 6858000"/>
              <a:gd name="connsiteX860" fmla="*/ 6964438 w 7467600"/>
              <a:gd name="connsiteY860" fmla="*/ 2209505 h 6858000"/>
              <a:gd name="connsiteX861" fmla="*/ 7367862 w 7467600"/>
              <a:gd name="connsiteY861" fmla="*/ 2806833 h 6858000"/>
              <a:gd name="connsiteX862" fmla="*/ 7364329 w 7467600"/>
              <a:gd name="connsiteY862" fmla="*/ 2826907 h 6858000"/>
              <a:gd name="connsiteX863" fmla="*/ 7290545 w 7467600"/>
              <a:gd name="connsiteY863" fmla="*/ 2850663 h 6858000"/>
              <a:gd name="connsiteX864" fmla="*/ 6472036 w 7467600"/>
              <a:gd name="connsiteY864" fmla="*/ 1959003 h 6858000"/>
              <a:gd name="connsiteX865" fmla="*/ 5792897 w 7467600"/>
              <a:gd name="connsiteY865" fmla="*/ 1647747 h 6858000"/>
              <a:gd name="connsiteX866" fmla="*/ 5842751 w 7467600"/>
              <a:gd name="connsiteY866" fmla="*/ 1816112 h 6858000"/>
              <a:gd name="connsiteX867" fmla="*/ 5847424 w 7467600"/>
              <a:gd name="connsiteY867" fmla="*/ 1815776 h 6858000"/>
              <a:gd name="connsiteX868" fmla="*/ 6399821 w 7467600"/>
              <a:gd name="connsiteY868" fmla="*/ 2344799 h 6858000"/>
              <a:gd name="connsiteX869" fmla="*/ 6323232 w 7467600"/>
              <a:gd name="connsiteY869" fmla="*/ 2389634 h 6858000"/>
              <a:gd name="connsiteX870" fmla="*/ 5942958 w 7467600"/>
              <a:gd name="connsiteY870" fmla="*/ 2077708 h 6858000"/>
              <a:gd name="connsiteX871" fmla="*/ 5921559 w 7467600"/>
              <a:gd name="connsiteY871" fmla="*/ 2378596 h 6858000"/>
              <a:gd name="connsiteX872" fmla="*/ 5817651 w 7467600"/>
              <a:gd name="connsiteY872" fmla="*/ 3023919 h 6858000"/>
              <a:gd name="connsiteX873" fmla="*/ 5729634 w 7467600"/>
              <a:gd name="connsiteY873" fmla="*/ 3051849 h 6858000"/>
              <a:gd name="connsiteX874" fmla="*/ 5611018 w 7467600"/>
              <a:gd name="connsiteY874" fmla="*/ 2316769 h 6858000"/>
              <a:gd name="connsiteX875" fmla="*/ 5687608 w 7467600"/>
              <a:gd name="connsiteY875" fmla="*/ 2039972 h 6858000"/>
              <a:gd name="connsiteX876" fmla="*/ 5657554 w 7467600"/>
              <a:gd name="connsiteY876" fmla="*/ 1576445 h 6858000"/>
              <a:gd name="connsiteX877" fmla="*/ 5150475 w 7467600"/>
              <a:gd name="connsiteY877" fmla="*/ 1274012 h 6858000"/>
              <a:gd name="connsiteX878" fmla="*/ 5349142 w 7467600"/>
              <a:gd name="connsiteY878" fmla="*/ 2204405 h 6858000"/>
              <a:gd name="connsiteX879" fmla="*/ 5262214 w 7467600"/>
              <a:gd name="connsiteY879" fmla="*/ 2233836 h 6858000"/>
              <a:gd name="connsiteX880" fmla="*/ 4981539 w 7467600"/>
              <a:gd name="connsiteY880" fmla="*/ 1542201 h 6858000"/>
              <a:gd name="connsiteX881" fmla="*/ 4958461 w 7467600"/>
              <a:gd name="connsiteY881" fmla="*/ 1136957 h 6858000"/>
              <a:gd name="connsiteX882" fmla="*/ 4655015 w 7467600"/>
              <a:gd name="connsiteY882" fmla="*/ 891426 h 6858000"/>
              <a:gd name="connsiteX883" fmla="*/ 4348002 w 7467600"/>
              <a:gd name="connsiteY883" fmla="*/ 2205895 h 6858000"/>
              <a:gd name="connsiteX884" fmla="*/ 4262250 w 7467600"/>
              <a:gd name="connsiteY884" fmla="*/ 2219972 h 6858000"/>
              <a:gd name="connsiteX885" fmla="*/ 4550611 w 7467600"/>
              <a:gd name="connsiteY885" fmla="*/ 817540 h 6858000"/>
              <a:gd name="connsiteX886" fmla="*/ 4564418 w 7467600"/>
              <a:gd name="connsiteY886" fmla="*/ 808293 h 6858000"/>
              <a:gd name="connsiteX887" fmla="*/ 4266388 w 7467600"/>
              <a:gd name="connsiteY887" fmla="*/ 500083 h 6858000"/>
              <a:gd name="connsiteX888" fmla="*/ 4032842 w 7467600"/>
              <a:gd name="connsiteY888" fmla="*/ 211809 h 6858000"/>
              <a:gd name="connsiteX889" fmla="*/ 3882765 w 7467600"/>
              <a:gd name="connsiteY889" fmla="*/ 0 h 6858000"/>
              <a:gd name="connsiteX890" fmla="*/ 3721337 w 7467600"/>
              <a:gd name="connsiteY890" fmla="*/ 0 h 6858000"/>
              <a:gd name="connsiteX891" fmla="*/ 3797544 w 7467600"/>
              <a:gd name="connsiteY891" fmla="*/ 0 h 6858000"/>
              <a:gd name="connsiteX892" fmla="*/ 3775734 w 7467600"/>
              <a:gd name="connsiteY892" fmla="*/ 95131 h 6858000"/>
              <a:gd name="connsiteX893" fmla="*/ 3724807 w 7467600"/>
              <a:gd name="connsiteY893" fmla="*/ 272257 h 6858000"/>
              <a:gd name="connsiteX894" fmla="*/ 3726844 w 7467600"/>
              <a:gd name="connsiteY894" fmla="*/ 282988 h 6858000"/>
              <a:gd name="connsiteX895" fmla="*/ 3742664 w 7467600"/>
              <a:gd name="connsiteY895" fmla="*/ 279918 h 6858000"/>
              <a:gd name="connsiteX896" fmla="*/ 4103910 w 7467600"/>
              <a:gd name="connsiteY896" fmla="*/ 1161917 h 6858000"/>
              <a:gd name="connsiteX897" fmla="*/ 4020269 w 7467600"/>
              <a:gd name="connsiteY897" fmla="*/ 1200406 h 6858000"/>
              <a:gd name="connsiteX898" fmla="*/ 3674882 w 7467600"/>
              <a:gd name="connsiteY898" fmla="*/ 488524 h 6858000"/>
              <a:gd name="connsiteX899" fmla="*/ 3132682 w 7467600"/>
              <a:gd name="connsiteY899" fmla="*/ 1072284 h 6858000"/>
              <a:gd name="connsiteX900" fmla="*/ 2716346 w 7467600"/>
              <a:gd name="connsiteY900" fmla="*/ 1276376 h 6858000"/>
              <a:gd name="connsiteX901" fmla="*/ 2716772 w 7467600"/>
              <a:gd name="connsiteY901" fmla="*/ 1255462 h 6858000"/>
              <a:gd name="connsiteX902" fmla="*/ 3471096 w 7467600"/>
              <a:gd name="connsiteY902" fmla="*/ 437072 h 6858000"/>
              <a:gd name="connsiteX903" fmla="*/ 3639057 w 7467600"/>
              <a:gd name="connsiteY903" fmla="*/ 286334 h 6858000"/>
              <a:gd name="connsiteX904" fmla="*/ 3640309 w 7467600"/>
              <a:gd name="connsiteY904" fmla="*/ 284664 h 6858000"/>
              <a:gd name="connsiteX905" fmla="*/ 3646022 w 7467600"/>
              <a:gd name="connsiteY905" fmla="*/ 276711 h 6858000"/>
              <a:gd name="connsiteX906" fmla="*/ 3707943 w 7467600"/>
              <a:gd name="connsiteY906" fmla="*/ 65958 h 6858000"/>
              <a:gd name="connsiteX907" fmla="*/ 3721337 w 7467600"/>
              <a:gd name="connsiteY907" fmla="*/ 0 h 6858000"/>
              <a:gd name="connsiteX908" fmla="*/ 2867960 w 7467600"/>
              <a:gd name="connsiteY908" fmla="*/ 0 h 6858000"/>
              <a:gd name="connsiteX909" fmla="*/ 2926351 w 7467600"/>
              <a:gd name="connsiteY909" fmla="*/ 0 h 6858000"/>
              <a:gd name="connsiteX910" fmla="*/ 2902823 w 7467600"/>
              <a:gd name="connsiteY910" fmla="*/ 262929 h 6858000"/>
              <a:gd name="connsiteX911" fmla="*/ 2940663 w 7467600"/>
              <a:gd name="connsiteY911" fmla="*/ 140884 h 6858000"/>
              <a:gd name="connsiteX912" fmla="*/ 2947039 w 7467600"/>
              <a:gd name="connsiteY912" fmla="*/ 122524 h 6858000"/>
              <a:gd name="connsiteX913" fmla="*/ 2984316 w 7467600"/>
              <a:gd name="connsiteY913" fmla="*/ 0 h 6858000"/>
              <a:gd name="connsiteX914" fmla="*/ 3016114 w 7467600"/>
              <a:gd name="connsiteY914" fmla="*/ 0 h 6858000"/>
              <a:gd name="connsiteX915" fmla="*/ 2979949 w 7467600"/>
              <a:gd name="connsiteY915" fmla="*/ 119274 h 6858000"/>
              <a:gd name="connsiteX916" fmla="*/ 3023879 w 7467600"/>
              <a:gd name="connsiteY916" fmla="*/ 0 h 6858000"/>
              <a:gd name="connsiteX917" fmla="*/ 3105400 w 7467600"/>
              <a:gd name="connsiteY917" fmla="*/ 0 h 6858000"/>
              <a:gd name="connsiteX918" fmla="*/ 3094669 w 7467600"/>
              <a:gd name="connsiteY918" fmla="*/ 30308 h 6858000"/>
              <a:gd name="connsiteX919" fmla="*/ 2901945 w 7467600"/>
              <a:gd name="connsiteY919" fmla="*/ 466538 h 6858000"/>
              <a:gd name="connsiteX920" fmla="*/ 2815209 w 7467600"/>
              <a:gd name="connsiteY920" fmla="*/ 497361 h 6858000"/>
              <a:gd name="connsiteX921" fmla="*/ 2844845 w 7467600"/>
              <a:gd name="connsiteY921" fmla="*/ 127638 h 6858000"/>
              <a:gd name="connsiteX922" fmla="*/ 2867960 w 7467600"/>
              <a:gd name="connsiteY922" fmla="*/ 0 h 6858000"/>
              <a:gd name="connsiteX923" fmla="*/ 1057230 w 7467600"/>
              <a:gd name="connsiteY923" fmla="*/ 0 h 6858000"/>
              <a:gd name="connsiteX924" fmla="*/ 1111003 w 7467600"/>
              <a:gd name="connsiteY924" fmla="*/ 0 h 6858000"/>
              <a:gd name="connsiteX925" fmla="*/ 1125553 w 7467600"/>
              <a:gd name="connsiteY925" fmla="*/ 52588 h 6858000"/>
              <a:gd name="connsiteX926" fmla="*/ 1304276 w 7467600"/>
              <a:gd name="connsiteY926" fmla="*/ 476275 h 6858000"/>
              <a:gd name="connsiteX927" fmla="*/ 1492066 w 7467600"/>
              <a:gd name="connsiteY927" fmla="*/ 886333 h 6858000"/>
              <a:gd name="connsiteX928" fmla="*/ 1423698 w 7467600"/>
              <a:gd name="connsiteY928" fmla="*/ 710817 h 6858000"/>
              <a:gd name="connsiteX929" fmla="*/ 1357609 w 7467600"/>
              <a:gd name="connsiteY929" fmla="*/ 532892 h 6858000"/>
              <a:gd name="connsiteX930" fmla="*/ 1309550 w 7467600"/>
              <a:gd name="connsiteY930" fmla="*/ 374031 h 6858000"/>
              <a:gd name="connsiteX931" fmla="*/ 1193673 w 7467600"/>
              <a:gd name="connsiteY931" fmla="*/ 49533 h 6858000"/>
              <a:gd name="connsiteX932" fmla="*/ 1164391 w 7467600"/>
              <a:gd name="connsiteY932" fmla="*/ 0 h 6858000"/>
              <a:gd name="connsiteX933" fmla="*/ 1200666 w 7467600"/>
              <a:gd name="connsiteY933" fmla="*/ 0 h 6858000"/>
              <a:gd name="connsiteX934" fmla="*/ 1223408 w 7467600"/>
              <a:gd name="connsiteY934" fmla="*/ 38996 h 6858000"/>
              <a:gd name="connsiteX935" fmla="*/ 1339635 w 7467600"/>
              <a:gd name="connsiteY935" fmla="*/ 365517 h 6858000"/>
              <a:gd name="connsiteX936" fmla="*/ 1387469 w 7467600"/>
              <a:gd name="connsiteY936" fmla="*/ 523079 h 6858000"/>
              <a:gd name="connsiteX937" fmla="*/ 1452685 w 7467600"/>
              <a:gd name="connsiteY937" fmla="*/ 699806 h 6858000"/>
              <a:gd name="connsiteX938" fmla="*/ 1492092 w 7467600"/>
              <a:gd name="connsiteY938" fmla="*/ 800424 h 6858000"/>
              <a:gd name="connsiteX939" fmla="*/ 1455302 w 7467600"/>
              <a:gd name="connsiteY939" fmla="*/ 632913 h 6858000"/>
              <a:gd name="connsiteX940" fmla="*/ 1222336 w 7467600"/>
              <a:gd name="connsiteY940" fmla="*/ 9480 h 6858000"/>
              <a:gd name="connsiteX941" fmla="*/ 1214634 w 7467600"/>
              <a:gd name="connsiteY941" fmla="*/ 0 h 6858000"/>
              <a:gd name="connsiteX942" fmla="*/ 1289827 w 7467600"/>
              <a:gd name="connsiteY942" fmla="*/ 0 h 6858000"/>
              <a:gd name="connsiteX943" fmla="*/ 1321076 w 7467600"/>
              <a:gd name="connsiteY943" fmla="*/ 59722 h 6858000"/>
              <a:gd name="connsiteX944" fmla="*/ 1512579 w 7467600"/>
              <a:gd name="connsiteY944" fmla="*/ 626441 h 6858000"/>
              <a:gd name="connsiteX945" fmla="*/ 1506076 w 7467600"/>
              <a:gd name="connsiteY945" fmla="*/ 1089289 h 6858000"/>
              <a:gd name="connsiteX946" fmla="*/ 1486346 w 7467600"/>
              <a:gd name="connsiteY946" fmla="*/ 1079919 h 6858000"/>
              <a:gd name="connsiteX947" fmla="*/ 1070511 w 7467600"/>
              <a:gd name="connsiteY947" fmla="*/ 48609 h 6858000"/>
              <a:gd name="connsiteX948" fmla="*/ 1057230 w 7467600"/>
              <a:gd name="connsiteY948" fmla="*/ 0 h 6858000"/>
              <a:gd name="connsiteX949" fmla="*/ 43151 w 7467600"/>
              <a:gd name="connsiteY949" fmla="*/ 0 h 6858000"/>
              <a:gd name="connsiteX950" fmla="*/ 95283 w 7467600"/>
              <a:gd name="connsiteY950" fmla="*/ 0 h 6858000"/>
              <a:gd name="connsiteX951" fmla="*/ 300708 w 7467600"/>
              <a:gd name="connsiteY951" fmla="*/ 154571 h 6858000"/>
              <a:gd name="connsiteX952" fmla="*/ 530414 w 7467600"/>
              <a:gd name="connsiteY952" fmla="*/ 354673 h 6858000"/>
              <a:gd name="connsiteX953" fmla="*/ 333785 w 7467600"/>
              <a:gd name="connsiteY953" fmla="*/ 161564 h 6858000"/>
              <a:gd name="connsiteX954" fmla="*/ 147005 w 7467600"/>
              <a:gd name="connsiteY954" fmla="*/ 0 h 6858000"/>
              <a:gd name="connsiteX955" fmla="*/ 272509 w 7467600"/>
              <a:gd name="connsiteY955" fmla="*/ 0 h 6858000"/>
              <a:gd name="connsiteX956" fmla="*/ 326276 w 7467600"/>
              <a:gd name="connsiteY956" fmla="*/ 45847 h 6858000"/>
              <a:gd name="connsiteX957" fmla="*/ 823759 w 7467600"/>
              <a:gd name="connsiteY957" fmla="*/ 574145 h 6858000"/>
              <a:gd name="connsiteX958" fmla="*/ 811254 w 7467600"/>
              <a:gd name="connsiteY958" fmla="*/ 665546 h 6858000"/>
              <a:gd name="connsiteX959" fmla="*/ 154042 w 7467600"/>
              <a:gd name="connsiteY959" fmla="*/ 261522 h 6858000"/>
              <a:gd name="connsiteX960" fmla="*/ 13550 w 7467600"/>
              <a:gd name="connsiteY960" fmla="*/ 158423 h 6858000"/>
              <a:gd name="connsiteX961" fmla="*/ 0 w 7467600"/>
              <a:gd name="connsiteY961" fmla="*/ 146618 h 6858000"/>
              <a:gd name="connsiteX962" fmla="*/ 0 w 7467600"/>
              <a:gd name="connsiteY962" fmla="*/ 59161 h 6858000"/>
              <a:gd name="connsiteX963" fmla="*/ 45427 w 7467600"/>
              <a:gd name="connsiteY963" fmla="*/ 101078 h 6858000"/>
              <a:gd name="connsiteX964" fmla="*/ 630103 w 7467600"/>
              <a:gd name="connsiteY964" fmla="*/ 485885 h 6858000"/>
              <a:gd name="connsiteX965" fmla="*/ 532040 w 7467600"/>
              <a:gd name="connsiteY965" fmla="*/ 399359 h 6858000"/>
              <a:gd name="connsiteX966" fmla="*/ 517618 w 7467600"/>
              <a:gd name="connsiteY966" fmla="*/ 385726 h 6858000"/>
              <a:gd name="connsiteX967" fmla="*/ 285074 w 7467600"/>
              <a:gd name="connsiteY967" fmla="*/ 182755 h 6858000"/>
              <a:gd name="connsiteX968" fmla="*/ 43151 w 7467600"/>
              <a:gd name="connsiteY96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467600 w 7467600"/>
              <a:gd name="connsiteY78" fmla="*/ 6012219 h 6858000"/>
              <a:gd name="connsiteX79" fmla="*/ 7356878 w 7467600"/>
              <a:gd name="connsiteY79" fmla="*/ 5981332 h 6858000"/>
              <a:gd name="connsiteX80" fmla="*/ 7467600 w 7467600"/>
              <a:gd name="connsiteY80" fmla="*/ 6117703 h 6858000"/>
              <a:gd name="connsiteX81" fmla="*/ 7467600 w 7467600"/>
              <a:gd name="connsiteY81" fmla="*/ 6163634 h 6858000"/>
              <a:gd name="connsiteX82" fmla="*/ 7403637 w 7467600"/>
              <a:gd name="connsiteY82" fmla="*/ 6083957 h 6858000"/>
              <a:gd name="connsiteX83" fmla="*/ 7254615 w 7467600"/>
              <a:gd name="connsiteY83" fmla="*/ 5911918 h 6858000"/>
              <a:gd name="connsiteX84" fmla="*/ 7312589 w 7467600"/>
              <a:gd name="connsiteY84" fmla="*/ 5982309 h 6858000"/>
              <a:gd name="connsiteX85" fmla="*/ 7448321 w 7467600"/>
              <a:gd name="connsiteY85" fmla="*/ 6190991 h 6858000"/>
              <a:gd name="connsiteX86" fmla="*/ 7467600 w 7467600"/>
              <a:gd name="connsiteY86" fmla="*/ 6221686 h 6858000"/>
              <a:gd name="connsiteX87" fmla="*/ 7467600 w 7467600"/>
              <a:gd name="connsiteY87" fmla="*/ 6334256 h 6858000"/>
              <a:gd name="connsiteX88" fmla="*/ 7454976 w 7467600"/>
              <a:gd name="connsiteY88" fmla="*/ 6318297 h 6858000"/>
              <a:gd name="connsiteX89" fmla="*/ 1456157 w 7467600"/>
              <a:gd name="connsiteY89" fmla="*/ 5371404 h 6858000"/>
              <a:gd name="connsiteX90" fmla="*/ 1244432 w 7467600"/>
              <a:gd name="connsiteY90" fmla="*/ 5385601 h 6858000"/>
              <a:gd name="connsiteX91" fmla="*/ 973990 w 7467600"/>
              <a:gd name="connsiteY91" fmla="*/ 5424940 h 6858000"/>
              <a:gd name="connsiteX92" fmla="*/ 1103809 w 7467600"/>
              <a:gd name="connsiteY92" fmla="*/ 5433720 h 6858000"/>
              <a:gd name="connsiteX93" fmla="*/ 1123454 w 7467600"/>
              <a:gd name="connsiteY93" fmla="*/ 5435727 h 6858000"/>
              <a:gd name="connsiteX94" fmla="*/ 1737017 w 7467600"/>
              <a:gd name="connsiteY94" fmla="*/ 5452183 h 6858000"/>
              <a:gd name="connsiteX95" fmla="*/ 1824397 w 7467600"/>
              <a:gd name="connsiteY95" fmla="*/ 5447757 h 6858000"/>
              <a:gd name="connsiteX96" fmla="*/ 2070059 w 7467600"/>
              <a:gd name="connsiteY96" fmla="*/ 5441660 h 6858000"/>
              <a:gd name="connsiteX97" fmla="*/ 1456157 w 7467600"/>
              <a:gd name="connsiteY97" fmla="*/ 5371404 h 6858000"/>
              <a:gd name="connsiteX98" fmla="*/ 4988186 w 7467600"/>
              <a:gd name="connsiteY98" fmla="*/ 5216467 h 6858000"/>
              <a:gd name="connsiteX99" fmla="*/ 4777334 w 7467600"/>
              <a:gd name="connsiteY99" fmla="*/ 5406072 h 6858000"/>
              <a:gd name="connsiteX100" fmla="*/ 4718341 w 7467600"/>
              <a:gd name="connsiteY100" fmla="*/ 5468043 h 6858000"/>
              <a:gd name="connsiteX101" fmla="*/ 4604655 w 7467600"/>
              <a:gd name="connsiteY101" fmla="*/ 5583434 h 6858000"/>
              <a:gd name="connsiteX102" fmla="*/ 4565074 w 7467600"/>
              <a:gd name="connsiteY102" fmla="*/ 5618550 h 6858000"/>
              <a:gd name="connsiteX103" fmla="*/ 4988186 w 7467600"/>
              <a:gd name="connsiteY103" fmla="*/ 5216467 h 6858000"/>
              <a:gd name="connsiteX104" fmla="*/ 4978032 w 7467600"/>
              <a:gd name="connsiteY104" fmla="*/ 5183809 h 6858000"/>
              <a:gd name="connsiteX105" fmla="*/ 4463413 w 7467600"/>
              <a:gd name="connsiteY105" fmla="*/ 5615162 h 6858000"/>
              <a:gd name="connsiteX106" fmla="*/ 4358134 w 7467600"/>
              <a:gd name="connsiteY106" fmla="*/ 5742791 h 6858000"/>
              <a:gd name="connsiteX107" fmla="*/ 4376219 w 7467600"/>
              <a:gd name="connsiteY107" fmla="*/ 5729027 h 6858000"/>
              <a:gd name="connsiteX108" fmla="*/ 4582340 w 7467600"/>
              <a:gd name="connsiteY108" fmla="*/ 5561037 h 6858000"/>
              <a:gd name="connsiteX109" fmla="*/ 4694684 w 7467600"/>
              <a:gd name="connsiteY109" fmla="*/ 5447098 h 6858000"/>
              <a:gd name="connsiteX110" fmla="*/ 4754123 w 7467600"/>
              <a:gd name="connsiteY110" fmla="*/ 5384643 h 6858000"/>
              <a:gd name="connsiteX111" fmla="*/ 4978032 w 7467600"/>
              <a:gd name="connsiteY111" fmla="*/ 5183809 h 6858000"/>
              <a:gd name="connsiteX112" fmla="*/ 1903353 w 7467600"/>
              <a:gd name="connsiteY112" fmla="*/ 5044827 h 6858000"/>
              <a:gd name="connsiteX113" fmla="*/ 1936931 w 7467600"/>
              <a:gd name="connsiteY113" fmla="*/ 5093954 h 6858000"/>
              <a:gd name="connsiteX114" fmla="*/ 2195868 w 7467600"/>
              <a:gd name="connsiteY114" fmla="*/ 5396574 h 6858000"/>
              <a:gd name="connsiteX115" fmla="*/ 2088852 w 7467600"/>
              <a:gd name="connsiteY115" fmla="*/ 5166123 h 6858000"/>
              <a:gd name="connsiteX116" fmla="*/ 1958241 w 7467600"/>
              <a:gd name="connsiteY116" fmla="*/ 5067955 h 6858000"/>
              <a:gd name="connsiteX117" fmla="*/ 1903353 w 7467600"/>
              <a:gd name="connsiteY117" fmla="*/ 5044827 h 6858000"/>
              <a:gd name="connsiteX118" fmla="*/ 1979378 w 7467600"/>
              <a:gd name="connsiteY118" fmla="*/ 4769504 h 6858000"/>
              <a:gd name="connsiteX119" fmla="*/ 2882120 w 7467600"/>
              <a:gd name="connsiteY119" fmla="*/ 5064547 h 6858000"/>
              <a:gd name="connsiteX120" fmla="*/ 2793103 w 7467600"/>
              <a:gd name="connsiteY120" fmla="*/ 5039699 h 6858000"/>
              <a:gd name="connsiteX121" fmla="*/ 2770041 w 7467600"/>
              <a:gd name="connsiteY121" fmla="*/ 5033634 h 6858000"/>
              <a:gd name="connsiteX122" fmla="*/ 1979378 w 7467600"/>
              <a:gd name="connsiteY122" fmla="*/ 4769504 h 6858000"/>
              <a:gd name="connsiteX123" fmla="*/ 1927410 w 7467600"/>
              <a:gd name="connsiteY123" fmla="*/ 4716164 h 6858000"/>
              <a:gd name="connsiteX124" fmla="*/ 1959587 w 7467600"/>
              <a:gd name="connsiteY124" fmla="*/ 4728849 h 6858000"/>
              <a:gd name="connsiteX125" fmla="*/ 2777707 w 7467600"/>
              <a:gd name="connsiteY125" fmla="*/ 5003991 h 6858000"/>
              <a:gd name="connsiteX126" fmla="*/ 2800768 w 7467600"/>
              <a:gd name="connsiteY126" fmla="*/ 5010056 h 6858000"/>
              <a:gd name="connsiteX127" fmla="*/ 2879408 w 7467600"/>
              <a:gd name="connsiteY127" fmla="*/ 5031590 h 6858000"/>
              <a:gd name="connsiteX128" fmla="*/ 2862295 w 7467600"/>
              <a:gd name="connsiteY128" fmla="*/ 5022958 h 6858000"/>
              <a:gd name="connsiteX129" fmla="*/ 2813343 w 7467600"/>
              <a:gd name="connsiteY129" fmla="*/ 4998369 h 6858000"/>
              <a:gd name="connsiteX130" fmla="*/ 2646245 w 7467600"/>
              <a:gd name="connsiteY130" fmla="*/ 4930999 h 6858000"/>
              <a:gd name="connsiteX131" fmla="*/ 1999243 w 7467600"/>
              <a:gd name="connsiteY131" fmla="*/ 4730524 h 6858000"/>
              <a:gd name="connsiteX132" fmla="*/ 1979527 w 7467600"/>
              <a:gd name="connsiteY132" fmla="*/ 4726651 h 6858000"/>
              <a:gd name="connsiteX133" fmla="*/ 1927410 w 7467600"/>
              <a:gd name="connsiteY133" fmla="*/ 4716164 h 6858000"/>
              <a:gd name="connsiteX134" fmla="*/ 1997014 w 7467600"/>
              <a:gd name="connsiteY134" fmla="*/ 4698007 h 6858000"/>
              <a:gd name="connsiteX135" fmla="*/ 2005458 w 7467600"/>
              <a:gd name="connsiteY135" fmla="*/ 4699540 h 6858000"/>
              <a:gd name="connsiteX136" fmla="*/ 2657186 w 7467600"/>
              <a:gd name="connsiteY136" fmla="*/ 4901687 h 6858000"/>
              <a:gd name="connsiteX137" fmla="*/ 2826662 w 7467600"/>
              <a:gd name="connsiteY137" fmla="*/ 4970362 h 6858000"/>
              <a:gd name="connsiteX138" fmla="*/ 2876100 w 7467600"/>
              <a:gd name="connsiteY138" fmla="*/ 4995397 h 6858000"/>
              <a:gd name="connsiteX139" fmla="*/ 3042600 w 7467600"/>
              <a:gd name="connsiteY139" fmla="*/ 5059532 h 6858000"/>
              <a:gd name="connsiteX140" fmla="*/ 1997014 w 7467600"/>
              <a:gd name="connsiteY140" fmla="*/ 4698007 h 6858000"/>
              <a:gd name="connsiteX141" fmla="*/ 2305292 w 7467600"/>
              <a:gd name="connsiteY141" fmla="*/ 4219492 h 6858000"/>
              <a:gd name="connsiteX142" fmla="*/ 3360922 w 7467600"/>
              <a:gd name="connsiteY142" fmla="*/ 4529373 h 6858000"/>
              <a:gd name="connsiteX143" fmla="*/ 3492420 w 7467600"/>
              <a:gd name="connsiteY143" fmla="*/ 4510145 h 6858000"/>
              <a:gd name="connsiteX144" fmla="*/ 3364086 w 7467600"/>
              <a:gd name="connsiteY144" fmla="*/ 4480340 h 6858000"/>
              <a:gd name="connsiteX145" fmla="*/ 3225818 w 7467600"/>
              <a:gd name="connsiteY145" fmla="*/ 4411822 h 6858000"/>
              <a:gd name="connsiteX146" fmla="*/ 3129696 w 7467600"/>
              <a:gd name="connsiteY146" fmla="*/ 4360704 h 6858000"/>
              <a:gd name="connsiteX147" fmla="*/ 2814545 w 7467600"/>
              <a:gd name="connsiteY147" fmla="*/ 4282955 h 6858000"/>
              <a:gd name="connsiteX148" fmla="*/ 2305292 w 7467600"/>
              <a:gd name="connsiteY148" fmla="*/ 4219492 h 6858000"/>
              <a:gd name="connsiteX149" fmla="*/ 2626982 w 7467600"/>
              <a:gd name="connsiteY149" fmla="*/ 4206450 h 6858000"/>
              <a:gd name="connsiteX150" fmla="*/ 2490617 w 7467600"/>
              <a:gd name="connsiteY150" fmla="*/ 4206951 h 6858000"/>
              <a:gd name="connsiteX151" fmla="*/ 2819869 w 7467600"/>
              <a:gd name="connsiteY151" fmla="*/ 4252936 h 6858000"/>
              <a:gd name="connsiteX152" fmla="*/ 3143018 w 7467600"/>
              <a:gd name="connsiteY152" fmla="*/ 4332698 h 6858000"/>
              <a:gd name="connsiteX153" fmla="*/ 3241520 w 7467600"/>
              <a:gd name="connsiteY153" fmla="*/ 4385112 h 6858000"/>
              <a:gd name="connsiteX154" fmla="*/ 3374575 w 7467600"/>
              <a:gd name="connsiteY154" fmla="*/ 4451517 h 6858000"/>
              <a:gd name="connsiteX155" fmla="*/ 3505221 w 7467600"/>
              <a:gd name="connsiteY155" fmla="*/ 4480757 h 6858000"/>
              <a:gd name="connsiteX156" fmla="*/ 2626982 w 7467600"/>
              <a:gd name="connsiteY156" fmla="*/ 4206450 h 6858000"/>
              <a:gd name="connsiteX157" fmla="*/ 1310106 w 7467600"/>
              <a:gd name="connsiteY157" fmla="*/ 3943217 h 6858000"/>
              <a:gd name="connsiteX158" fmla="*/ 854994 w 7467600"/>
              <a:gd name="connsiteY158" fmla="*/ 4399136 h 6858000"/>
              <a:gd name="connsiteX159" fmla="*/ 742462 w 7467600"/>
              <a:gd name="connsiteY159" fmla="*/ 4594648 h 6858000"/>
              <a:gd name="connsiteX160" fmla="*/ 820602 w 7467600"/>
              <a:gd name="connsiteY160" fmla="*/ 4485915 h 6858000"/>
              <a:gd name="connsiteX161" fmla="*/ 878295 w 7467600"/>
              <a:gd name="connsiteY161" fmla="*/ 4403594 h 6858000"/>
              <a:gd name="connsiteX162" fmla="*/ 1240607 w 7467600"/>
              <a:gd name="connsiteY162" fmla="*/ 4010401 h 6858000"/>
              <a:gd name="connsiteX163" fmla="*/ 1310106 w 7467600"/>
              <a:gd name="connsiteY163" fmla="*/ 3943217 h 6858000"/>
              <a:gd name="connsiteX164" fmla="*/ 1423113 w 7467600"/>
              <a:gd name="connsiteY164" fmla="*/ 3874565 h 6858000"/>
              <a:gd name="connsiteX165" fmla="*/ 1260565 w 7467600"/>
              <a:gd name="connsiteY165" fmla="*/ 4031982 h 6858000"/>
              <a:gd name="connsiteX166" fmla="*/ 901900 w 7467600"/>
              <a:gd name="connsiteY166" fmla="*/ 4421236 h 6858000"/>
              <a:gd name="connsiteX167" fmla="*/ 845044 w 7467600"/>
              <a:gd name="connsiteY167" fmla="*/ 4502436 h 6858000"/>
              <a:gd name="connsiteX168" fmla="*/ 685926 w 7467600"/>
              <a:gd name="connsiteY168" fmla="*/ 4703069 h 6858000"/>
              <a:gd name="connsiteX169" fmla="*/ 684248 w 7467600"/>
              <a:gd name="connsiteY169" fmla="*/ 4706721 h 6858000"/>
              <a:gd name="connsiteX170" fmla="*/ 1423113 w 7467600"/>
              <a:gd name="connsiteY170" fmla="*/ 3874565 h 6858000"/>
              <a:gd name="connsiteX171" fmla="*/ 3316479 w 7467600"/>
              <a:gd name="connsiteY171" fmla="*/ 3872136 h 6858000"/>
              <a:gd name="connsiteX172" fmla="*/ 3546806 w 7467600"/>
              <a:gd name="connsiteY172" fmla="*/ 4356139 h 6858000"/>
              <a:gd name="connsiteX173" fmla="*/ 3364433 w 7467600"/>
              <a:gd name="connsiteY173" fmla="*/ 3953121 h 6858000"/>
              <a:gd name="connsiteX174" fmla="*/ 3316479 w 7467600"/>
              <a:gd name="connsiteY174" fmla="*/ 3872136 h 6858000"/>
              <a:gd name="connsiteX175" fmla="*/ 3291335 w 7467600"/>
              <a:gd name="connsiteY175" fmla="*/ 3767420 h 6858000"/>
              <a:gd name="connsiteX176" fmla="*/ 3390805 w 7467600"/>
              <a:gd name="connsiteY176" fmla="*/ 3937163 h 6858000"/>
              <a:gd name="connsiteX177" fmla="*/ 3579062 w 7467600"/>
              <a:gd name="connsiteY177" fmla="*/ 4359040 h 6858000"/>
              <a:gd name="connsiteX178" fmla="*/ 3467355 w 7467600"/>
              <a:gd name="connsiteY178" fmla="*/ 3988130 h 6858000"/>
              <a:gd name="connsiteX179" fmla="*/ 3310753 w 7467600"/>
              <a:gd name="connsiteY179" fmla="*/ 3787140 h 6858000"/>
              <a:gd name="connsiteX180" fmla="*/ 3291335 w 7467600"/>
              <a:gd name="connsiteY180" fmla="*/ 3767420 h 6858000"/>
              <a:gd name="connsiteX181" fmla="*/ 1635889 w 7467600"/>
              <a:gd name="connsiteY181" fmla="*/ 3709494 h 6858000"/>
              <a:gd name="connsiteX182" fmla="*/ 1634800 w 7467600"/>
              <a:gd name="connsiteY182" fmla="*/ 3731111 h 6858000"/>
              <a:gd name="connsiteX183" fmla="*/ 1635889 w 7467600"/>
              <a:gd name="connsiteY183" fmla="*/ 3709494 h 6858000"/>
              <a:gd name="connsiteX184" fmla="*/ 1510397 w 7467600"/>
              <a:gd name="connsiteY184" fmla="*/ 3684705 h 6858000"/>
              <a:gd name="connsiteX185" fmla="*/ 1146550 w 7467600"/>
              <a:gd name="connsiteY185" fmla="*/ 3802012 h 6858000"/>
              <a:gd name="connsiteX186" fmla="*/ 698834 w 7467600"/>
              <a:gd name="connsiteY186" fmla="*/ 3952272 h 6858000"/>
              <a:gd name="connsiteX187" fmla="*/ 34256 w 7467600"/>
              <a:gd name="connsiteY187" fmla="*/ 4347603 h 6858000"/>
              <a:gd name="connsiteX188" fmla="*/ 527241 w 7467600"/>
              <a:gd name="connsiteY188" fmla="*/ 4065078 h 6858000"/>
              <a:gd name="connsiteX189" fmla="*/ 1510397 w 7467600"/>
              <a:gd name="connsiteY189" fmla="*/ 3684705 h 6858000"/>
              <a:gd name="connsiteX190" fmla="*/ 1313114 w 7467600"/>
              <a:gd name="connsiteY190" fmla="*/ 3655216 h 6858000"/>
              <a:gd name="connsiteX191" fmla="*/ 1109304 w 7467600"/>
              <a:gd name="connsiteY191" fmla="*/ 3669030 h 6858000"/>
              <a:gd name="connsiteX192" fmla="*/ 8129 w 7467600"/>
              <a:gd name="connsiteY192" fmla="*/ 4330519 h 6858000"/>
              <a:gd name="connsiteX193" fmla="*/ 687572 w 7467600"/>
              <a:gd name="connsiteY193" fmla="*/ 3925629 h 6858000"/>
              <a:gd name="connsiteX194" fmla="*/ 1138365 w 7467600"/>
              <a:gd name="connsiteY194" fmla="*/ 3774515 h 6858000"/>
              <a:gd name="connsiteX195" fmla="*/ 1505579 w 7467600"/>
              <a:gd name="connsiteY195" fmla="*/ 3655526 h 6858000"/>
              <a:gd name="connsiteX196" fmla="*/ 1313114 w 7467600"/>
              <a:gd name="connsiteY196" fmla="*/ 3655216 h 6858000"/>
              <a:gd name="connsiteX197" fmla="*/ 3655073 w 7467600"/>
              <a:gd name="connsiteY197" fmla="*/ 3650884 h 6858000"/>
              <a:gd name="connsiteX198" fmla="*/ 3989938 w 7467600"/>
              <a:gd name="connsiteY198" fmla="*/ 3991685 h 6858000"/>
              <a:gd name="connsiteX199" fmla="*/ 4393907 w 7467600"/>
              <a:gd name="connsiteY199" fmla="*/ 4261258 h 6858000"/>
              <a:gd name="connsiteX200" fmla="*/ 4648051 w 7467600"/>
              <a:gd name="connsiteY200" fmla="*/ 4374051 h 6858000"/>
              <a:gd name="connsiteX201" fmla="*/ 4383389 w 7467600"/>
              <a:gd name="connsiteY201" fmla="*/ 4184369 h 6858000"/>
              <a:gd name="connsiteX202" fmla="*/ 4165508 w 7467600"/>
              <a:gd name="connsiteY202" fmla="*/ 4035196 h 6858000"/>
              <a:gd name="connsiteX203" fmla="*/ 4068162 w 7467600"/>
              <a:gd name="connsiteY203" fmla="*/ 3953394 h 6858000"/>
              <a:gd name="connsiteX204" fmla="*/ 3981416 w 7467600"/>
              <a:gd name="connsiteY204" fmla="*/ 3880482 h 6858000"/>
              <a:gd name="connsiteX205" fmla="*/ 3800147 w 7467600"/>
              <a:gd name="connsiteY205" fmla="*/ 3749872 h 6858000"/>
              <a:gd name="connsiteX206" fmla="*/ 3655073 w 7467600"/>
              <a:gd name="connsiteY206" fmla="*/ 3650884 h 6858000"/>
              <a:gd name="connsiteX207" fmla="*/ 3670252 w 7467600"/>
              <a:gd name="connsiteY207" fmla="*/ 3622798 h 6858000"/>
              <a:gd name="connsiteX208" fmla="*/ 3817258 w 7467600"/>
              <a:gd name="connsiteY208" fmla="*/ 3723577 h 6858000"/>
              <a:gd name="connsiteX209" fmla="*/ 4000461 w 7467600"/>
              <a:gd name="connsiteY209" fmla="*/ 3855966 h 6858000"/>
              <a:gd name="connsiteX210" fmla="*/ 4088180 w 7467600"/>
              <a:gd name="connsiteY210" fmla="*/ 3929774 h 6858000"/>
              <a:gd name="connsiteX211" fmla="*/ 4184555 w 7467600"/>
              <a:gd name="connsiteY211" fmla="*/ 4010683 h 6858000"/>
              <a:gd name="connsiteX212" fmla="*/ 4399563 w 7467600"/>
              <a:gd name="connsiteY212" fmla="*/ 4158106 h 6858000"/>
              <a:gd name="connsiteX213" fmla="*/ 4684469 w 7467600"/>
              <a:gd name="connsiteY213" fmla="*/ 4364680 h 6858000"/>
              <a:gd name="connsiteX214" fmla="*/ 4690271 w 7467600"/>
              <a:gd name="connsiteY214" fmla="*/ 4370034 h 6858000"/>
              <a:gd name="connsiteX215" fmla="*/ 4136093 w 7467600"/>
              <a:gd name="connsiteY215" fmla="*/ 3858466 h 6858000"/>
              <a:gd name="connsiteX216" fmla="*/ 3670252 w 7467600"/>
              <a:gd name="connsiteY216" fmla="*/ 3622798 h 6858000"/>
              <a:gd name="connsiteX217" fmla="*/ 4440129 w 7467600"/>
              <a:gd name="connsiteY217" fmla="*/ 3448571 h 6858000"/>
              <a:gd name="connsiteX218" fmla="*/ 4856525 w 7467600"/>
              <a:gd name="connsiteY218" fmla="*/ 3915351 h 6858000"/>
              <a:gd name="connsiteX219" fmla="*/ 5059055 w 7467600"/>
              <a:gd name="connsiteY219" fmla="*/ 4108918 h 6858000"/>
              <a:gd name="connsiteX220" fmla="*/ 5290070 w 7467600"/>
              <a:gd name="connsiteY220" fmla="*/ 4263619 h 6858000"/>
              <a:gd name="connsiteX221" fmla="*/ 4834991 w 7467600"/>
              <a:gd name="connsiteY221" fmla="*/ 3830985 h 6858000"/>
              <a:gd name="connsiteX222" fmla="*/ 4440129 w 7467600"/>
              <a:gd name="connsiteY222" fmla="*/ 3448571 h 6858000"/>
              <a:gd name="connsiteX223" fmla="*/ 4441737 w 7467600"/>
              <a:gd name="connsiteY223" fmla="*/ 3399734 h 6858000"/>
              <a:gd name="connsiteX224" fmla="*/ 4431236 w 7467600"/>
              <a:gd name="connsiteY224" fmla="*/ 3400954 h 6858000"/>
              <a:gd name="connsiteX225" fmla="*/ 4557150 w 7467600"/>
              <a:gd name="connsiteY225" fmla="*/ 3510023 h 6858000"/>
              <a:gd name="connsiteX226" fmla="*/ 4856936 w 7467600"/>
              <a:gd name="connsiteY226" fmla="*/ 3809146 h 6858000"/>
              <a:gd name="connsiteX227" fmla="*/ 5111996 w 7467600"/>
              <a:gd name="connsiteY227" fmla="*/ 4065759 h 6858000"/>
              <a:gd name="connsiteX228" fmla="*/ 5388878 w 7467600"/>
              <a:gd name="connsiteY228" fmla="*/ 4300185 h 6858000"/>
              <a:gd name="connsiteX229" fmla="*/ 5425556 w 7467600"/>
              <a:gd name="connsiteY229" fmla="*/ 4308967 h 6858000"/>
              <a:gd name="connsiteX230" fmla="*/ 4943646 w 7467600"/>
              <a:gd name="connsiteY230" fmla="*/ 3822916 h 6858000"/>
              <a:gd name="connsiteX231" fmla="*/ 4594837 w 7467600"/>
              <a:gd name="connsiteY231" fmla="*/ 3532274 h 6858000"/>
              <a:gd name="connsiteX232" fmla="*/ 4441737 w 7467600"/>
              <a:gd name="connsiteY232" fmla="*/ 3399734 h 6858000"/>
              <a:gd name="connsiteX233" fmla="*/ 5425834 w 7467600"/>
              <a:gd name="connsiteY233" fmla="*/ 3162785 h 6858000"/>
              <a:gd name="connsiteX234" fmla="*/ 5401644 w 7467600"/>
              <a:gd name="connsiteY234" fmla="*/ 3617847 h 6858000"/>
              <a:gd name="connsiteX235" fmla="*/ 5467256 w 7467600"/>
              <a:gd name="connsiteY235" fmla="*/ 4175494 h 6858000"/>
              <a:gd name="connsiteX236" fmla="*/ 5448069 w 7467600"/>
              <a:gd name="connsiteY236" fmla="*/ 3567554 h 6858000"/>
              <a:gd name="connsiteX237" fmla="*/ 5425834 w 7467600"/>
              <a:gd name="connsiteY237" fmla="*/ 3162785 h 6858000"/>
              <a:gd name="connsiteX238" fmla="*/ 1318687 w 7467600"/>
              <a:gd name="connsiteY238" fmla="*/ 3113840 h 6858000"/>
              <a:gd name="connsiteX239" fmla="*/ 1066793 w 7467600"/>
              <a:gd name="connsiteY239" fmla="*/ 3212171 h 6858000"/>
              <a:gd name="connsiteX240" fmla="*/ 993319 w 7467600"/>
              <a:gd name="connsiteY240" fmla="*/ 3247648 h 6858000"/>
              <a:gd name="connsiteX241" fmla="*/ 853081 w 7467600"/>
              <a:gd name="connsiteY241" fmla="*/ 3312410 h 6858000"/>
              <a:gd name="connsiteX242" fmla="*/ 805957 w 7467600"/>
              <a:gd name="connsiteY242" fmla="*/ 3330443 h 6858000"/>
              <a:gd name="connsiteX243" fmla="*/ 1318687 w 7467600"/>
              <a:gd name="connsiteY243" fmla="*/ 3113840 h 6858000"/>
              <a:gd name="connsiteX244" fmla="*/ 5453702 w 7467600"/>
              <a:gd name="connsiteY244" fmla="*/ 3090882 h 6858000"/>
              <a:gd name="connsiteX245" fmla="*/ 5480135 w 7467600"/>
              <a:gd name="connsiteY245" fmla="*/ 3565802 h 6858000"/>
              <a:gd name="connsiteX246" fmla="*/ 5499023 w 7467600"/>
              <a:gd name="connsiteY246" fmla="*/ 4166310 h 6858000"/>
              <a:gd name="connsiteX247" fmla="*/ 5547022 w 7467600"/>
              <a:gd name="connsiteY247" fmla="*/ 3607838 h 6858000"/>
              <a:gd name="connsiteX248" fmla="*/ 5515964 w 7467600"/>
              <a:gd name="connsiteY248" fmla="*/ 3378541 h 6858000"/>
              <a:gd name="connsiteX249" fmla="*/ 5453702 w 7467600"/>
              <a:gd name="connsiteY249" fmla="*/ 3090882 h 6858000"/>
              <a:gd name="connsiteX250" fmla="*/ 1238695 w 7467600"/>
              <a:gd name="connsiteY250" fmla="*/ 3076820 h 6858000"/>
              <a:gd name="connsiteX251" fmla="*/ 716371 w 7467600"/>
              <a:gd name="connsiteY251" fmla="*/ 3293249 h 6858000"/>
              <a:gd name="connsiteX252" fmla="*/ 579522 w 7467600"/>
              <a:gd name="connsiteY252" fmla="*/ 3371759 h 6858000"/>
              <a:gd name="connsiteX253" fmla="*/ 600288 w 7467600"/>
              <a:gd name="connsiteY253" fmla="*/ 3365555 h 6858000"/>
              <a:gd name="connsiteX254" fmla="*/ 840692 w 7467600"/>
              <a:gd name="connsiteY254" fmla="*/ 3284921 h 6858000"/>
              <a:gd name="connsiteX255" fmla="*/ 979248 w 7467600"/>
              <a:gd name="connsiteY255" fmla="*/ 3221003 h 6858000"/>
              <a:gd name="connsiteX256" fmla="*/ 1053282 w 7467600"/>
              <a:gd name="connsiteY256" fmla="*/ 3185247 h 6858000"/>
              <a:gd name="connsiteX257" fmla="*/ 1320603 w 7467600"/>
              <a:gd name="connsiteY257" fmla="*/ 3081281 h 6858000"/>
              <a:gd name="connsiteX258" fmla="*/ 1238695 w 7467600"/>
              <a:gd name="connsiteY258" fmla="*/ 3076820 h 6858000"/>
              <a:gd name="connsiteX259" fmla="*/ 5425627 w 7467600"/>
              <a:gd name="connsiteY259" fmla="*/ 2954192 h 6858000"/>
              <a:gd name="connsiteX260" fmla="*/ 5470770 w 7467600"/>
              <a:gd name="connsiteY260" fmla="*/ 3005435 h 6858000"/>
              <a:gd name="connsiteX261" fmla="*/ 5519779 w 7467600"/>
              <a:gd name="connsiteY261" fmla="*/ 4359223 h 6858000"/>
              <a:gd name="connsiteX262" fmla="*/ 5520293 w 7467600"/>
              <a:gd name="connsiteY262" fmla="*/ 4360602 h 6858000"/>
              <a:gd name="connsiteX263" fmla="*/ 5767221 w 7467600"/>
              <a:gd name="connsiteY263" fmla="*/ 4665564 h 6858000"/>
              <a:gd name="connsiteX264" fmla="*/ 6937169 w 7467600"/>
              <a:gd name="connsiteY264" fmla="*/ 4815941 h 6858000"/>
              <a:gd name="connsiteX265" fmla="*/ 6953922 w 7467600"/>
              <a:gd name="connsiteY265" fmla="*/ 4890068 h 6858000"/>
              <a:gd name="connsiteX266" fmla="*/ 6071359 w 7467600"/>
              <a:gd name="connsiteY266" fmla="*/ 4770770 h 6858000"/>
              <a:gd name="connsiteX267" fmla="*/ 6038839 w 7467600"/>
              <a:gd name="connsiteY267" fmla="*/ 4764474 h 6858000"/>
              <a:gd name="connsiteX268" fmla="*/ 6038706 w 7467600"/>
              <a:gd name="connsiteY268" fmla="*/ 4763847 h 6858000"/>
              <a:gd name="connsiteX269" fmla="*/ 6037784 w 7467600"/>
              <a:gd name="connsiteY269" fmla="*/ 4764270 h 6858000"/>
              <a:gd name="connsiteX270" fmla="*/ 6038839 w 7467600"/>
              <a:gd name="connsiteY270" fmla="*/ 4764474 h 6858000"/>
              <a:gd name="connsiteX271" fmla="*/ 6040338 w 7467600"/>
              <a:gd name="connsiteY271" fmla="*/ 4771418 h 6858000"/>
              <a:gd name="connsiteX272" fmla="*/ 6024488 w 7467600"/>
              <a:gd name="connsiteY272" fmla="*/ 4809903 h 6858000"/>
              <a:gd name="connsiteX273" fmla="*/ 5599771 w 7467600"/>
              <a:gd name="connsiteY273" fmla="*/ 5509652 h 6858000"/>
              <a:gd name="connsiteX274" fmla="*/ 5548843 w 7467600"/>
              <a:gd name="connsiteY274" fmla="*/ 5563845 h 6858000"/>
              <a:gd name="connsiteX275" fmla="*/ 5940952 w 7467600"/>
              <a:gd name="connsiteY275" fmla="*/ 6250028 h 6858000"/>
              <a:gd name="connsiteX276" fmla="*/ 6043441 w 7467600"/>
              <a:gd name="connsiteY276" fmla="*/ 6665847 h 6858000"/>
              <a:gd name="connsiteX277" fmla="*/ 6093432 w 7467600"/>
              <a:gd name="connsiteY277" fmla="*/ 6858000 h 6858000"/>
              <a:gd name="connsiteX278" fmla="*/ 6034344 w 7467600"/>
              <a:gd name="connsiteY278" fmla="*/ 6858000 h 6858000"/>
              <a:gd name="connsiteX279" fmla="*/ 6026679 w 7467600"/>
              <a:gd name="connsiteY279" fmla="*/ 6836959 h 6858000"/>
              <a:gd name="connsiteX280" fmla="*/ 5800441 w 7467600"/>
              <a:gd name="connsiteY280" fmla="*/ 6335286 h 6858000"/>
              <a:gd name="connsiteX281" fmla="*/ 5526562 w 7467600"/>
              <a:gd name="connsiteY281" fmla="*/ 5705388 h 6858000"/>
              <a:gd name="connsiteX282" fmla="*/ 5519640 w 7467600"/>
              <a:gd name="connsiteY282" fmla="*/ 5683774 h 6858000"/>
              <a:gd name="connsiteX283" fmla="*/ 5844559 w 7467600"/>
              <a:gd name="connsiteY283" fmla="*/ 6553349 h 6858000"/>
              <a:gd name="connsiteX284" fmla="*/ 5975994 w 7467600"/>
              <a:gd name="connsiteY284" fmla="*/ 6858000 h 6858000"/>
              <a:gd name="connsiteX285" fmla="*/ 5898547 w 7467600"/>
              <a:gd name="connsiteY285" fmla="*/ 6858000 h 6858000"/>
              <a:gd name="connsiteX286" fmla="*/ 5682041 w 7467600"/>
              <a:gd name="connsiteY286" fmla="*/ 6355860 h 6858000"/>
              <a:gd name="connsiteX287" fmla="*/ 5461758 w 7467600"/>
              <a:gd name="connsiteY287" fmla="*/ 5820220 h 6858000"/>
              <a:gd name="connsiteX288" fmla="*/ 5237282 w 7467600"/>
              <a:gd name="connsiteY288" fmla="*/ 6579086 h 6858000"/>
              <a:gd name="connsiteX289" fmla="*/ 5115009 w 7467600"/>
              <a:gd name="connsiteY289" fmla="*/ 6858000 h 6858000"/>
              <a:gd name="connsiteX290" fmla="*/ 5028074 w 7467600"/>
              <a:gd name="connsiteY290" fmla="*/ 6858000 h 6858000"/>
              <a:gd name="connsiteX291" fmla="*/ 5079508 w 7467600"/>
              <a:gd name="connsiteY291" fmla="*/ 6749074 h 6858000"/>
              <a:gd name="connsiteX292" fmla="*/ 5371846 w 7467600"/>
              <a:gd name="connsiteY292" fmla="*/ 5924413 h 6858000"/>
              <a:gd name="connsiteX293" fmla="*/ 5270512 w 7467600"/>
              <a:gd name="connsiteY293" fmla="*/ 6138975 h 6858000"/>
              <a:gd name="connsiteX294" fmla="*/ 5062409 w 7467600"/>
              <a:gd name="connsiteY294" fmla="*/ 6653544 h 6858000"/>
              <a:gd name="connsiteX295" fmla="*/ 5036628 w 7467600"/>
              <a:gd name="connsiteY295" fmla="*/ 6754247 h 6858000"/>
              <a:gd name="connsiteX296" fmla="*/ 5009112 w 7467600"/>
              <a:gd name="connsiteY296" fmla="*/ 6858000 h 6858000"/>
              <a:gd name="connsiteX297" fmla="*/ 4976679 w 7467600"/>
              <a:gd name="connsiteY297" fmla="*/ 6858000 h 6858000"/>
              <a:gd name="connsiteX298" fmla="*/ 5006537 w 7467600"/>
              <a:gd name="connsiteY298" fmla="*/ 6747068 h 6858000"/>
              <a:gd name="connsiteX299" fmla="*/ 5032723 w 7467600"/>
              <a:gd name="connsiteY299" fmla="*/ 6644957 h 6858000"/>
              <a:gd name="connsiteX300" fmla="*/ 5242949 w 7467600"/>
              <a:gd name="connsiteY300" fmla="*/ 6125175 h 6858000"/>
              <a:gd name="connsiteX301" fmla="*/ 5286321 w 7467600"/>
              <a:gd name="connsiteY301" fmla="*/ 6033555 h 6858000"/>
              <a:gd name="connsiteX302" fmla="*/ 5008210 w 7467600"/>
              <a:gd name="connsiteY302" fmla="*/ 6649194 h 6858000"/>
              <a:gd name="connsiteX303" fmla="*/ 4986321 w 7467600"/>
              <a:gd name="connsiteY303" fmla="*/ 6765687 h 6858000"/>
              <a:gd name="connsiteX304" fmla="*/ 4973474 w 7467600"/>
              <a:gd name="connsiteY304" fmla="*/ 6858000 h 6858000"/>
              <a:gd name="connsiteX305" fmla="*/ 4907178 w 7467600"/>
              <a:gd name="connsiteY305" fmla="*/ 6858000 h 6858000"/>
              <a:gd name="connsiteX306" fmla="*/ 4910810 w 7467600"/>
              <a:gd name="connsiteY306" fmla="*/ 6829660 h 6858000"/>
              <a:gd name="connsiteX307" fmla="*/ 4987461 w 7467600"/>
              <a:gd name="connsiteY307" fmla="*/ 6432994 h 6858000"/>
              <a:gd name="connsiteX308" fmla="*/ 5179262 w 7467600"/>
              <a:gd name="connsiteY308" fmla="*/ 6035044 h 6858000"/>
              <a:gd name="connsiteX309" fmla="*/ 4689678 w 7467600"/>
              <a:gd name="connsiteY309" fmla="*/ 6440241 h 6858000"/>
              <a:gd name="connsiteX310" fmla="*/ 4477543 w 7467600"/>
              <a:gd name="connsiteY310" fmla="*/ 6674836 h 6858000"/>
              <a:gd name="connsiteX311" fmla="*/ 4329957 w 7467600"/>
              <a:gd name="connsiteY311" fmla="*/ 6858000 h 6858000"/>
              <a:gd name="connsiteX312" fmla="*/ 4218595 w 7467600"/>
              <a:gd name="connsiteY312" fmla="*/ 6858000 h 6858000"/>
              <a:gd name="connsiteX313" fmla="*/ 4368888 w 7467600"/>
              <a:gd name="connsiteY313" fmla="*/ 6668412 h 6858000"/>
              <a:gd name="connsiteX314" fmla="*/ 4563091 w 7467600"/>
              <a:gd name="connsiteY314" fmla="*/ 6442508 h 6858000"/>
              <a:gd name="connsiteX315" fmla="*/ 5387324 w 7467600"/>
              <a:gd name="connsiteY315" fmla="*/ 5705830 h 6858000"/>
              <a:gd name="connsiteX316" fmla="*/ 5073620 w 7467600"/>
              <a:gd name="connsiteY316" fmla="*/ 5955437 h 6858000"/>
              <a:gd name="connsiteX317" fmla="*/ 4689789 w 7467600"/>
              <a:gd name="connsiteY317" fmla="*/ 6268382 h 6858000"/>
              <a:gd name="connsiteX318" fmla="*/ 4418722 w 7467600"/>
              <a:gd name="connsiteY318" fmla="*/ 6570886 h 6858000"/>
              <a:gd name="connsiteX319" fmla="*/ 4214944 w 7467600"/>
              <a:gd name="connsiteY319" fmla="*/ 6858000 h 6858000"/>
              <a:gd name="connsiteX320" fmla="*/ 4177898 w 7467600"/>
              <a:gd name="connsiteY320" fmla="*/ 6858000 h 6858000"/>
              <a:gd name="connsiteX321" fmla="*/ 4391597 w 7467600"/>
              <a:gd name="connsiteY321" fmla="*/ 6556370 h 6858000"/>
              <a:gd name="connsiteX322" fmla="*/ 4668889 w 7467600"/>
              <a:gd name="connsiteY322" fmla="*/ 6246399 h 6858000"/>
              <a:gd name="connsiteX323" fmla="*/ 5055427 w 7467600"/>
              <a:gd name="connsiteY323" fmla="*/ 5931476 h 6858000"/>
              <a:gd name="connsiteX324" fmla="*/ 5371814 w 7467600"/>
              <a:gd name="connsiteY324" fmla="*/ 5678975 h 6858000"/>
              <a:gd name="connsiteX325" fmla="*/ 4987918 w 7467600"/>
              <a:gd name="connsiteY325" fmla="*/ 5838701 h 6858000"/>
              <a:gd name="connsiteX326" fmla="*/ 4317146 w 7467600"/>
              <a:gd name="connsiteY326" fmla="*/ 6587716 h 6858000"/>
              <a:gd name="connsiteX327" fmla="*/ 4171627 w 7467600"/>
              <a:gd name="connsiteY327" fmla="*/ 6858000 h 6858000"/>
              <a:gd name="connsiteX328" fmla="*/ 4081585 w 7467600"/>
              <a:gd name="connsiteY328" fmla="*/ 6858000 h 6858000"/>
              <a:gd name="connsiteX329" fmla="*/ 4238603 w 7467600"/>
              <a:gd name="connsiteY329" fmla="*/ 6559341 h 6858000"/>
              <a:gd name="connsiteX330" fmla="*/ 4778333 w 7467600"/>
              <a:gd name="connsiteY330" fmla="*/ 5873626 h 6858000"/>
              <a:gd name="connsiteX331" fmla="*/ 5414185 w 7467600"/>
              <a:gd name="connsiteY331" fmla="*/ 5573882 h 6858000"/>
              <a:gd name="connsiteX332" fmla="*/ 5959648 w 7467600"/>
              <a:gd name="connsiteY332" fmla="*/ 4760797 h 6858000"/>
              <a:gd name="connsiteX333" fmla="*/ 5355019 w 7467600"/>
              <a:gd name="connsiteY333" fmla="*/ 4734672 h 6858000"/>
              <a:gd name="connsiteX334" fmla="*/ 5083565 w 7467600"/>
              <a:gd name="connsiteY334" fmla="*/ 5179121 h 6858000"/>
              <a:gd name="connsiteX335" fmla="*/ 4713577 w 7467600"/>
              <a:gd name="connsiteY335" fmla="*/ 5616803 h 6858000"/>
              <a:gd name="connsiteX336" fmla="*/ 3989559 w 7467600"/>
              <a:gd name="connsiteY336" fmla="*/ 6145945 h 6858000"/>
              <a:gd name="connsiteX337" fmla="*/ 3939824 w 7467600"/>
              <a:gd name="connsiteY337" fmla="*/ 6066900 h 6858000"/>
              <a:gd name="connsiteX338" fmla="*/ 4584537 w 7467600"/>
              <a:gd name="connsiteY338" fmla="*/ 5324826 h 6858000"/>
              <a:gd name="connsiteX339" fmla="*/ 5037105 w 7467600"/>
              <a:gd name="connsiteY339" fmla="*/ 5088765 h 6858000"/>
              <a:gd name="connsiteX340" fmla="*/ 5039930 w 7467600"/>
              <a:gd name="connsiteY340" fmla="*/ 5089585 h 6858000"/>
              <a:gd name="connsiteX341" fmla="*/ 5263764 w 7467600"/>
              <a:gd name="connsiteY341" fmla="*/ 4735525 h 6858000"/>
              <a:gd name="connsiteX342" fmla="*/ 4086300 w 7467600"/>
              <a:gd name="connsiteY342" fmla="*/ 4884599 h 6858000"/>
              <a:gd name="connsiteX343" fmla="*/ 4085485 w 7467600"/>
              <a:gd name="connsiteY343" fmla="*/ 4899070 h 6858000"/>
              <a:gd name="connsiteX344" fmla="*/ 3871915 w 7467600"/>
              <a:gd name="connsiteY344" fmla="*/ 5253645 h 6858000"/>
              <a:gd name="connsiteX345" fmla="*/ 3799374 w 7467600"/>
              <a:gd name="connsiteY345" fmla="*/ 5466127 h 6858000"/>
              <a:gd name="connsiteX346" fmla="*/ 3498850 w 7467600"/>
              <a:gd name="connsiteY346" fmla="*/ 6661888 h 6858000"/>
              <a:gd name="connsiteX347" fmla="*/ 3399216 w 7467600"/>
              <a:gd name="connsiteY347" fmla="*/ 6858000 h 6858000"/>
              <a:gd name="connsiteX348" fmla="*/ 3303688 w 7467600"/>
              <a:gd name="connsiteY348" fmla="*/ 6858000 h 6858000"/>
              <a:gd name="connsiteX349" fmla="*/ 3391774 w 7467600"/>
              <a:gd name="connsiteY349" fmla="*/ 6697181 h 6858000"/>
              <a:gd name="connsiteX350" fmla="*/ 3735540 w 7467600"/>
              <a:gd name="connsiteY350" fmla="*/ 5546923 h 6858000"/>
              <a:gd name="connsiteX351" fmla="*/ 3729438 w 7467600"/>
              <a:gd name="connsiteY351" fmla="*/ 5569058 h 6858000"/>
              <a:gd name="connsiteX352" fmla="*/ 3707782 w 7467600"/>
              <a:gd name="connsiteY352" fmla="*/ 5644908 h 6858000"/>
              <a:gd name="connsiteX353" fmla="*/ 3583827 w 7467600"/>
              <a:gd name="connsiteY353" fmla="*/ 6039215 h 6858000"/>
              <a:gd name="connsiteX354" fmla="*/ 3547861 w 7467600"/>
              <a:gd name="connsiteY354" fmla="*/ 6129609 h 6858000"/>
              <a:gd name="connsiteX355" fmla="*/ 3490905 w 7467600"/>
              <a:gd name="connsiteY355" fmla="*/ 6277660 h 6858000"/>
              <a:gd name="connsiteX356" fmla="*/ 3455859 w 7467600"/>
              <a:gd name="connsiteY356" fmla="*/ 6391301 h 6858000"/>
              <a:gd name="connsiteX357" fmla="*/ 3429112 w 7467600"/>
              <a:gd name="connsiteY357" fmla="*/ 6479469 h 6858000"/>
              <a:gd name="connsiteX358" fmla="*/ 3304862 w 7467600"/>
              <a:gd name="connsiteY358" fmla="*/ 6796476 h 6858000"/>
              <a:gd name="connsiteX359" fmla="*/ 3276071 w 7467600"/>
              <a:gd name="connsiteY359" fmla="*/ 6858000 h 6858000"/>
              <a:gd name="connsiteX360" fmla="*/ 3240805 w 7467600"/>
              <a:gd name="connsiteY360" fmla="*/ 6858000 h 6858000"/>
              <a:gd name="connsiteX361" fmla="*/ 3275917 w 7467600"/>
              <a:gd name="connsiteY361" fmla="*/ 6783192 h 6858000"/>
              <a:gd name="connsiteX362" fmla="*/ 3399358 w 7467600"/>
              <a:gd name="connsiteY362" fmla="*/ 6469011 h 6858000"/>
              <a:gd name="connsiteX363" fmla="*/ 3425650 w 7467600"/>
              <a:gd name="connsiteY363" fmla="*/ 6381333 h 6858000"/>
              <a:gd name="connsiteX364" fmla="*/ 3460661 w 7467600"/>
              <a:gd name="connsiteY364" fmla="*/ 6266763 h 6858000"/>
              <a:gd name="connsiteX365" fmla="*/ 3518021 w 7467600"/>
              <a:gd name="connsiteY365" fmla="*/ 6117298 h 6858000"/>
              <a:gd name="connsiteX366" fmla="*/ 3554035 w 7467600"/>
              <a:gd name="connsiteY366" fmla="*/ 6027832 h 6858000"/>
              <a:gd name="connsiteX367" fmla="*/ 3677174 w 7467600"/>
              <a:gd name="connsiteY367" fmla="*/ 5636351 h 6858000"/>
              <a:gd name="connsiteX368" fmla="*/ 3698819 w 7467600"/>
              <a:gd name="connsiteY368" fmla="*/ 5560503 h 6858000"/>
              <a:gd name="connsiteX369" fmla="*/ 3702094 w 7467600"/>
              <a:gd name="connsiteY369" fmla="*/ 5549194 h 6858000"/>
              <a:gd name="connsiteX370" fmla="*/ 3398355 w 7467600"/>
              <a:gd name="connsiteY370" fmla="*/ 6094603 h 6858000"/>
              <a:gd name="connsiteX371" fmla="*/ 3193941 w 7467600"/>
              <a:gd name="connsiteY371" fmla="*/ 6798775 h 6858000"/>
              <a:gd name="connsiteX372" fmla="*/ 3184140 w 7467600"/>
              <a:gd name="connsiteY372" fmla="*/ 6858000 h 6858000"/>
              <a:gd name="connsiteX373" fmla="*/ 3099978 w 7467600"/>
              <a:gd name="connsiteY373" fmla="*/ 6858000 h 6858000"/>
              <a:gd name="connsiteX374" fmla="*/ 3101556 w 7467600"/>
              <a:gd name="connsiteY374" fmla="*/ 6843337 h 6858000"/>
              <a:gd name="connsiteX375" fmla="*/ 3370162 w 7467600"/>
              <a:gd name="connsiteY375" fmla="*/ 5785550 h 6858000"/>
              <a:gd name="connsiteX376" fmla="*/ 3746477 w 7467600"/>
              <a:gd name="connsiteY376" fmla="*/ 5377889 h 6858000"/>
              <a:gd name="connsiteX377" fmla="*/ 3863399 w 7467600"/>
              <a:gd name="connsiteY377" fmla="*/ 5087257 h 6858000"/>
              <a:gd name="connsiteX378" fmla="*/ 3968712 w 7467600"/>
              <a:gd name="connsiteY378" fmla="*/ 4913989 h 6858000"/>
              <a:gd name="connsiteX379" fmla="*/ 2792390 w 7467600"/>
              <a:gd name="connsiteY379" fmla="*/ 5382974 h 6858000"/>
              <a:gd name="connsiteX380" fmla="*/ 2714982 w 7467600"/>
              <a:gd name="connsiteY380" fmla="*/ 5427051 h 6858000"/>
              <a:gd name="connsiteX381" fmla="*/ 2813361 w 7467600"/>
              <a:gd name="connsiteY381" fmla="*/ 6023912 h 6858000"/>
              <a:gd name="connsiteX382" fmla="*/ 2688430 w 7467600"/>
              <a:gd name="connsiteY382" fmla="*/ 6801564 h 6858000"/>
              <a:gd name="connsiteX383" fmla="*/ 2629626 w 7467600"/>
              <a:gd name="connsiteY383" fmla="*/ 6763394 h 6858000"/>
              <a:gd name="connsiteX384" fmla="*/ 2565328 w 7467600"/>
              <a:gd name="connsiteY384" fmla="*/ 5516399 h 6858000"/>
              <a:gd name="connsiteX385" fmla="*/ 1922999 w 7467600"/>
              <a:gd name="connsiteY385" fmla="*/ 5980343 h 6858000"/>
              <a:gd name="connsiteX386" fmla="*/ 1950261 w 7467600"/>
              <a:gd name="connsiteY386" fmla="*/ 6405858 h 6858000"/>
              <a:gd name="connsiteX387" fmla="*/ 2365554 w 7467600"/>
              <a:gd name="connsiteY387" fmla="*/ 6759107 h 6858000"/>
              <a:gd name="connsiteX388" fmla="*/ 2424142 w 7467600"/>
              <a:gd name="connsiteY388" fmla="*/ 6858000 h 6858000"/>
              <a:gd name="connsiteX389" fmla="*/ 2395994 w 7467600"/>
              <a:gd name="connsiteY389" fmla="*/ 6858000 h 6858000"/>
              <a:gd name="connsiteX390" fmla="*/ 2392863 w 7467600"/>
              <a:gd name="connsiteY390" fmla="*/ 6852964 h 6858000"/>
              <a:gd name="connsiteX391" fmla="*/ 2017589 w 7467600"/>
              <a:gd name="connsiteY391" fmla="*/ 6493982 h 6858000"/>
              <a:gd name="connsiteX392" fmla="*/ 2147336 w 7467600"/>
              <a:gd name="connsiteY392" fmla="*/ 6594052 h 6858000"/>
              <a:gd name="connsiteX393" fmla="*/ 2207047 w 7467600"/>
              <a:gd name="connsiteY393" fmla="*/ 6654540 h 6858000"/>
              <a:gd name="connsiteX394" fmla="*/ 2299106 w 7467600"/>
              <a:gd name="connsiteY394" fmla="*/ 6778931 h 6858000"/>
              <a:gd name="connsiteX395" fmla="*/ 2314430 w 7467600"/>
              <a:gd name="connsiteY395" fmla="*/ 6801144 h 6858000"/>
              <a:gd name="connsiteX396" fmla="*/ 2352406 w 7467600"/>
              <a:gd name="connsiteY396" fmla="*/ 6858000 h 6858000"/>
              <a:gd name="connsiteX397" fmla="*/ 2314492 w 7467600"/>
              <a:gd name="connsiteY397" fmla="*/ 6858000 h 6858000"/>
              <a:gd name="connsiteX398" fmla="*/ 2288095 w 7467600"/>
              <a:gd name="connsiteY398" fmla="*/ 6818030 h 6858000"/>
              <a:gd name="connsiteX399" fmla="*/ 2272768 w 7467600"/>
              <a:gd name="connsiteY399" fmla="*/ 6795822 h 6858000"/>
              <a:gd name="connsiteX400" fmla="*/ 2182715 w 7467600"/>
              <a:gd name="connsiteY400" fmla="*/ 6675071 h 6858000"/>
              <a:gd name="connsiteX401" fmla="*/ 2032061 w 7467600"/>
              <a:gd name="connsiteY401" fmla="*/ 6541380 h 6858000"/>
              <a:gd name="connsiteX402" fmla="*/ 2257220 w 7467600"/>
              <a:gd name="connsiteY402" fmla="*/ 6826257 h 6858000"/>
              <a:gd name="connsiteX403" fmla="*/ 2281324 w 7467600"/>
              <a:gd name="connsiteY403" fmla="*/ 6858000 h 6858000"/>
              <a:gd name="connsiteX404" fmla="*/ 2242860 w 7467600"/>
              <a:gd name="connsiteY404" fmla="*/ 6858000 h 6858000"/>
              <a:gd name="connsiteX405" fmla="*/ 2232818 w 7467600"/>
              <a:gd name="connsiteY405" fmla="*/ 6844926 h 6858000"/>
              <a:gd name="connsiteX406" fmla="*/ 1990172 w 7467600"/>
              <a:gd name="connsiteY406" fmla="*/ 6542121 h 6858000"/>
              <a:gd name="connsiteX407" fmla="*/ 2124090 w 7467600"/>
              <a:gd name="connsiteY407" fmla="*/ 6761017 h 6858000"/>
              <a:gd name="connsiteX408" fmla="*/ 2200380 w 7467600"/>
              <a:gd name="connsiteY408" fmla="*/ 6858000 h 6858000"/>
              <a:gd name="connsiteX409" fmla="*/ 2147507 w 7467600"/>
              <a:gd name="connsiteY409" fmla="*/ 6858000 h 6858000"/>
              <a:gd name="connsiteX410" fmla="*/ 2070668 w 7467600"/>
              <a:gd name="connsiteY410" fmla="*/ 6761520 h 6858000"/>
              <a:gd name="connsiteX411" fmla="*/ 1975142 w 7467600"/>
              <a:gd name="connsiteY411" fmla="*/ 6585570 h 6858000"/>
              <a:gd name="connsiteX412" fmla="*/ 2050035 w 7467600"/>
              <a:gd name="connsiteY412" fmla="*/ 6813345 h 6858000"/>
              <a:gd name="connsiteX413" fmla="*/ 2063025 w 7467600"/>
              <a:gd name="connsiteY413" fmla="*/ 6858000 h 6858000"/>
              <a:gd name="connsiteX414" fmla="*/ 2021675 w 7467600"/>
              <a:gd name="connsiteY414" fmla="*/ 6858000 h 6858000"/>
              <a:gd name="connsiteX415" fmla="*/ 2019308 w 7467600"/>
              <a:gd name="connsiteY415" fmla="*/ 6847118 h 6858000"/>
              <a:gd name="connsiteX416" fmla="*/ 1938835 w 7467600"/>
              <a:gd name="connsiteY416" fmla="*/ 6551160 h 6858000"/>
              <a:gd name="connsiteX417" fmla="*/ 1953230 w 7467600"/>
              <a:gd name="connsiteY417" fmla="*/ 6759699 h 6858000"/>
              <a:gd name="connsiteX418" fmla="*/ 1956763 w 7467600"/>
              <a:gd name="connsiteY418" fmla="*/ 6778191 h 6858000"/>
              <a:gd name="connsiteX419" fmla="*/ 1967925 w 7467600"/>
              <a:gd name="connsiteY419" fmla="*/ 6858000 h 6858000"/>
              <a:gd name="connsiteX420" fmla="*/ 1936622 w 7467600"/>
              <a:gd name="connsiteY420" fmla="*/ 6858000 h 6858000"/>
              <a:gd name="connsiteX421" fmla="*/ 1926261 w 7467600"/>
              <a:gd name="connsiteY421" fmla="*/ 6784064 h 6858000"/>
              <a:gd name="connsiteX422" fmla="*/ 1922724 w 7467600"/>
              <a:gd name="connsiteY422" fmla="*/ 6765577 h 6858000"/>
              <a:gd name="connsiteX423" fmla="*/ 1904650 w 7467600"/>
              <a:gd name="connsiteY423" fmla="*/ 6639616 h 6858000"/>
              <a:gd name="connsiteX424" fmla="*/ 1885273 w 7467600"/>
              <a:gd name="connsiteY424" fmla="*/ 6858000 h 6858000"/>
              <a:gd name="connsiteX425" fmla="*/ 1854363 w 7467600"/>
              <a:gd name="connsiteY425" fmla="*/ 6858000 h 6858000"/>
              <a:gd name="connsiteX426" fmla="*/ 1880391 w 7467600"/>
              <a:gd name="connsiteY426" fmla="*/ 6603796 h 6858000"/>
              <a:gd name="connsiteX427" fmla="*/ 1818273 w 7467600"/>
              <a:gd name="connsiteY427" fmla="*/ 6715729 h 6858000"/>
              <a:gd name="connsiteX428" fmla="*/ 1794691 w 7467600"/>
              <a:gd name="connsiteY428" fmla="*/ 6843239 h 6858000"/>
              <a:gd name="connsiteX429" fmla="*/ 1794914 w 7467600"/>
              <a:gd name="connsiteY429" fmla="*/ 6858000 h 6858000"/>
              <a:gd name="connsiteX430" fmla="*/ 1746128 w 7467600"/>
              <a:gd name="connsiteY430" fmla="*/ 6858000 h 6858000"/>
              <a:gd name="connsiteX431" fmla="*/ 1753934 w 7467600"/>
              <a:gd name="connsiteY431" fmla="*/ 6724796 h 6858000"/>
              <a:gd name="connsiteX432" fmla="*/ 1792053 w 7467600"/>
              <a:gd name="connsiteY432" fmla="*/ 6572396 h 6858000"/>
              <a:gd name="connsiteX433" fmla="*/ 1862248 w 7467600"/>
              <a:gd name="connsiteY433" fmla="*/ 6266397 h 6858000"/>
              <a:gd name="connsiteX434" fmla="*/ 1862250 w 7467600"/>
              <a:gd name="connsiteY434" fmla="*/ 6033531 h 6858000"/>
              <a:gd name="connsiteX435" fmla="*/ 1211999 w 7467600"/>
              <a:gd name="connsiteY435" fmla="*/ 6683610 h 6858000"/>
              <a:gd name="connsiteX436" fmla="*/ 1213266 w 7467600"/>
              <a:gd name="connsiteY436" fmla="*/ 6691947 h 6858000"/>
              <a:gd name="connsiteX437" fmla="*/ 1203370 w 7467600"/>
              <a:gd name="connsiteY437" fmla="*/ 6850676 h 6858000"/>
              <a:gd name="connsiteX438" fmla="*/ 1203671 w 7467600"/>
              <a:gd name="connsiteY438" fmla="*/ 6858000 h 6858000"/>
              <a:gd name="connsiteX439" fmla="*/ 1143180 w 7467600"/>
              <a:gd name="connsiteY439" fmla="*/ 6858000 h 6858000"/>
              <a:gd name="connsiteX440" fmla="*/ 1142176 w 7467600"/>
              <a:gd name="connsiteY440" fmla="*/ 6766045 h 6858000"/>
              <a:gd name="connsiteX441" fmla="*/ 1067484 w 7467600"/>
              <a:gd name="connsiteY441" fmla="*/ 6858000 h 6858000"/>
              <a:gd name="connsiteX442" fmla="*/ 953928 w 7467600"/>
              <a:gd name="connsiteY442" fmla="*/ 6858000 h 6858000"/>
              <a:gd name="connsiteX443" fmla="*/ 959715 w 7467600"/>
              <a:gd name="connsiteY443" fmla="*/ 6850185 h 6858000"/>
              <a:gd name="connsiteX444" fmla="*/ 1483788 w 7467600"/>
              <a:gd name="connsiteY444" fmla="*/ 6259174 h 6858000"/>
              <a:gd name="connsiteX445" fmla="*/ 1100671 w 7467600"/>
              <a:gd name="connsiteY445" fmla="*/ 6252137 h 6858000"/>
              <a:gd name="connsiteX446" fmla="*/ 1090144 w 7467600"/>
              <a:gd name="connsiteY446" fmla="*/ 6256748 h 6858000"/>
              <a:gd name="connsiteX447" fmla="*/ 1095872 w 7467600"/>
              <a:gd name="connsiteY447" fmla="*/ 6271892 h 6858000"/>
              <a:gd name="connsiteX448" fmla="*/ 262785 w 7467600"/>
              <a:gd name="connsiteY448" fmla="*/ 6845450 h 6858000"/>
              <a:gd name="connsiteX449" fmla="*/ 209968 w 7467600"/>
              <a:gd name="connsiteY449" fmla="*/ 6770713 h 6858000"/>
              <a:gd name="connsiteX450" fmla="*/ 873460 w 7467600"/>
              <a:gd name="connsiteY450" fmla="*/ 6253768 h 6858000"/>
              <a:gd name="connsiteX451" fmla="*/ 192686 w 7467600"/>
              <a:gd name="connsiteY451" fmla="*/ 5849257 h 6858000"/>
              <a:gd name="connsiteX452" fmla="*/ 4696 w 7467600"/>
              <a:gd name="connsiteY452" fmla="*/ 5697668 h 6858000"/>
              <a:gd name="connsiteX453" fmla="*/ 0 w 7467600"/>
              <a:gd name="connsiteY453" fmla="*/ 5689984 h 6858000"/>
              <a:gd name="connsiteX454" fmla="*/ 0 w 7467600"/>
              <a:gd name="connsiteY454" fmla="*/ 5513472 h 6858000"/>
              <a:gd name="connsiteX455" fmla="*/ 174101 w 7467600"/>
              <a:gd name="connsiteY455" fmla="*/ 5620277 h 6858000"/>
              <a:gd name="connsiteX456" fmla="*/ 891800 w 7467600"/>
              <a:gd name="connsiteY456" fmla="*/ 6036935 h 6858000"/>
              <a:gd name="connsiteX457" fmla="*/ 1072219 w 7467600"/>
              <a:gd name="connsiteY457" fmla="*/ 6169443 h 6858000"/>
              <a:gd name="connsiteX458" fmla="*/ 1074117 w 7467600"/>
              <a:gd name="connsiteY458" fmla="*/ 6170301 h 6858000"/>
              <a:gd name="connsiteX459" fmla="*/ 1083114 w 7467600"/>
              <a:gd name="connsiteY459" fmla="*/ 6174131 h 6858000"/>
              <a:gd name="connsiteX460" fmla="*/ 1543010 w 7467600"/>
              <a:gd name="connsiteY460" fmla="*/ 6191140 h 6858000"/>
              <a:gd name="connsiteX461" fmla="*/ 1551080 w 7467600"/>
              <a:gd name="connsiteY461" fmla="*/ 6195006 h 6858000"/>
              <a:gd name="connsiteX462" fmla="*/ 2345443 w 7467600"/>
              <a:gd name="connsiteY462" fmla="*/ 5549882 h 6858000"/>
              <a:gd name="connsiteX463" fmla="*/ 1721499 w 7467600"/>
              <a:gd name="connsiteY463" fmla="*/ 5599969 h 6858000"/>
              <a:gd name="connsiteX464" fmla="*/ 767716 w 7467600"/>
              <a:gd name="connsiteY464" fmla="*/ 5472768 h 6858000"/>
              <a:gd name="connsiteX465" fmla="*/ 722147 w 7467600"/>
              <a:gd name="connsiteY465" fmla="*/ 5393091 h 6858000"/>
              <a:gd name="connsiteX466" fmla="*/ 1485552 w 7467600"/>
              <a:gd name="connsiteY466" fmla="*/ 5313202 h 6858000"/>
              <a:gd name="connsiteX467" fmla="*/ 2143004 w 7467600"/>
              <a:gd name="connsiteY467" fmla="*/ 5402420 h 6858000"/>
              <a:gd name="connsiteX468" fmla="*/ 1933391 w 7467600"/>
              <a:gd name="connsiteY468" fmla="*/ 5156971 h 6858000"/>
              <a:gd name="connsiteX469" fmla="*/ 1827118 w 7467600"/>
              <a:gd name="connsiteY469" fmla="*/ 4968410 h 6858000"/>
              <a:gd name="connsiteX470" fmla="*/ 1837349 w 7467600"/>
              <a:gd name="connsiteY470" fmla="*/ 4956357 h 6858000"/>
              <a:gd name="connsiteX471" fmla="*/ 2162835 w 7467600"/>
              <a:gd name="connsiteY471" fmla="*/ 5187853 h 6858000"/>
              <a:gd name="connsiteX472" fmla="*/ 2257167 w 7467600"/>
              <a:gd name="connsiteY472" fmla="*/ 5462123 h 6858000"/>
              <a:gd name="connsiteX473" fmla="*/ 2261598 w 7467600"/>
              <a:gd name="connsiteY473" fmla="*/ 5467998 h 6858000"/>
              <a:gd name="connsiteX474" fmla="*/ 2437177 w 7467600"/>
              <a:gd name="connsiteY474" fmla="*/ 5479608 h 6858000"/>
              <a:gd name="connsiteX475" fmla="*/ 2445247 w 7467600"/>
              <a:gd name="connsiteY475" fmla="*/ 5483476 h 6858000"/>
              <a:gd name="connsiteX476" fmla="*/ 2743626 w 7467600"/>
              <a:gd name="connsiteY476" fmla="*/ 5304819 h 6858000"/>
              <a:gd name="connsiteX477" fmla="*/ 3048102 w 7467600"/>
              <a:gd name="connsiteY477" fmla="*/ 5150595 h 6858000"/>
              <a:gd name="connsiteX478" fmla="*/ 1799414 w 7467600"/>
              <a:gd name="connsiteY478" fmla="*/ 4694732 h 6858000"/>
              <a:gd name="connsiteX479" fmla="*/ 1771735 w 7467600"/>
              <a:gd name="connsiteY479" fmla="*/ 4619929 h 6858000"/>
              <a:gd name="connsiteX480" fmla="*/ 3104273 w 7467600"/>
              <a:gd name="connsiteY480" fmla="*/ 5076159 h 6858000"/>
              <a:gd name="connsiteX481" fmla="*/ 3113245 w 7467600"/>
              <a:gd name="connsiteY481" fmla="*/ 5090705 h 6858000"/>
              <a:gd name="connsiteX482" fmla="*/ 3126294 w 7467600"/>
              <a:gd name="connsiteY482" fmla="*/ 5114400 h 6858000"/>
              <a:gd name="connsiteX483" fmla="*/ 3937433 w 7467600"/>
              <a:gd name="connsiteY483" fmla="*/ 4830473 h 6858000"/>
              <a:gd name="connsiteX484" fmla="*/ 3590475 w 7467600"/>
              <a:gd name="connsiteY484" fmla="*/ 4597974 h 6858000"/>
              <a:gd name="connsiteX485" fmla="*/ 3100264 w 7467600"/>
              <a:gd name="connsiteY485" fmla="*/ 4579845 h 6858000"/>
              <a:gd name="connsiteX486" fmla="*/ 2183576 w 7467600"/>
              <a:gd name="connsiteY486" fmla="*/ 4227150 h 6858000"/>
              <a:gd name="connsiteX487" fmla="*/ 2151029 w 7467600"/>
              <a:gd name="connsiteY487" fmla="*/ 4146947 h 6858000"/>
              <a:gd name="connsiteX488" fmla="*/ 3563434 w 7467600"/>
              <a:gd name="connsiteY488" fmla="*/ 4469115 h 6858000"/>
              <a:gd name="connsiteX489" fmla="*/ 3177952 w 7467600"/>
              <a:gd name="connsiteY489" fmla="*/ 3657386 h 6858000"/>
              <a:gd name="connsiteX490" fmla="*/ 3189263 w 7467600"/>
              <a:gd name="connsiteY490" fmla="*/ 3625726 h 6858000"/>
              <a:gd name="connsiteX491" fmla="*/ 3560912 w 7467600"/>
              <a:gd name="connsiteY491" fmla="*/ 4079863 h 6858000"/>
              <a:gd name="connsiteX492" fmla="*/ 3626636 w 7467600"/>
              <a:gd name="connsiteY492" fmla="*/ 4512230 h 6858000"/>
              <a:gd name="connsiteX493" fmla="*/ 3653088 w 7467600"/>
              <a:gd name="connsiteY493" fmla="*/ 4521417 h 6858000"/>
              <a:gd name="connsiteX494" fmla="*/ 3988128 w 7467600"/>
              <a:gd name="connsiteY494" fmla="*/ 4817267 h 6858000"/>
              <a:gd name="connsiteX495" fmla="*/ 4830582 w 7467600"/>
              <a:gd name="connsiteY495" fmla="*/ 4676000 h 6858000"/>
              <a:gd name="connsiteX496" fmla="*/ 4830100 w 7467600"/>
              <a:gd name="connsiteY496" fmla="*/ 4675554 h 6858000"/>
              <a:gd name="connsiteX497" fmla="*/ 4036318 w 7467600"/>
              <a:gd name="connsiteY497" fmla="*/ 4147013 h 6858000"/>
              <a:gd name="connsiteX498" fmla="*/ 3432098 w 7467600"/>
              <a:gd name="connsiteY498" fmla="*/ 3537312 h 6858000"/>
              <a:gd name="connsiteX499" fmla="*/ 3446761 w 7467600"/>
              <a:gd name="connsiteY499" fmla="*/ 3461278 h 6858000"/>
              <a:gd name="connsiteX500" fmla="*/ 4419733 w 7467600"/>
              <a:gd name="connsiteY500" fmla="*/ 3963555 h 6858000"/>
              <a:gd name="connsiteX501" fmla="*/ 4781371 w 7467600"/>
              <a:gd name="connsiteY501" fmla="*/ 4458604 h 6858000"/>
              <a:gd name="connsiteX502" fmla="*/ 4780440 w 7467600"/>
              <a:gd name="connsiteY502" fmla="*/ 4470290 h 6858000"/>
              <a:gd name="connsiteX503" fmla="*/ 4898954 w 7467600"/>
              <a:gd name="connsiteY503" fmla="*/ 4662092 h 6858000"/>
              <a:gd name="connsiteX504" fmla="*/ 4900699 w 7467600"/>
              <a:gd name="connsiteY504" fmla="*/ 4670867 h 6858000"/>
              <a:gd name="connsiteX505" fmla="*/ 5714511 w 7467600"/>
              <a:gd name="connsiteY505" fmla="*/ 4663483 h 6858000"/>
              <a:gd name="connsiteX506" fmla="*/ 5464793 w 7467600"/>
              <a:gd name="connsiteY506" fmla="*/ 4393556 h 6858000"/>
              <a:gd name="connsiteX507" fmla="*/ 5461897 w 7467600"/>
              <a:gd name="connsiteY507" fmla="*/ 4390879 h 6858000"/>
              <a:gd name="connsiteX508" fmla="*/ 4294126 w 7467600"/>
              <a:gd name="connsiteY508" fmla="*/ 3303048 h 6858000"/>
              <a:gd name="connsiteX509" fmla="*/ 4305321 w 7467600"/>
              <a:gd name="connsiteY509" fmla="*/ 3256953 h 6858000"/>
              <a:gd name="connsiteX510" fmla="*/ 4949299 w 7467600"/>
              <a:gd name="connsiteY510" fmla="*/ 3766336 h 6858000"/>
              <a:gd name="connsiteX511" fmla="*/ 5291452 w 7467600"/>
              <a:gd name="connsiteY511" fmla="*/ 4076801 h 6858000"/>
              <a:gd name="connsiteX512" fmla="*/ 5434998 w 7467600"/>
              <a:gd name="connsiteY512" fmla="*/ 4254100 h 6858000"/>
              <a:gd name="connsiteX513" fmla="*/ 5351015 w 7467600"/>
              <a:gd name="connsiteY513" fmla="*/ 3760989 h 6858000"/>
              <a:gd name="connsiteX514" fmla="*/ 5413780 w 7467600"/>
              <a:gd name="connsiteY514" fmla="*/ 2966265 h 6858000"/>
              <a:gd name="connsiteX515" fmla="*/ 5425627 w 7467600"/>
              <a:gd name="connsiteY515" fmla="*/ 2954192 h 6858000"/>
              <a:gd name="connsiteX516" fmla="*/ 6604735 w 7467600"/>
              <a:gd name="connsiteY516" fmla="*/ 2041381 h 6858000"/>
              <a:gd name="connsiteX517" fmla="*/ 7204487 w 7467600"/>
              <a:gd name="connsiteY517" fmla="*/ 2742112 h 6858000"/>
              <a:gd name="connsiteX518" fmla="*/ 7131592 w 7467600"/>
              <a:gd name="connsiteY518" fmla="*/ 2672096 h 6858000"/>
              <a:gd name="connsiteX519" fmla="*/ 6996344 w 7467600"/>
              <a:gd name="connsiteY519" fmla="*/ 2518310 h 6858000"/>
              <a:gd name="connsiteX520" fmla="*/ 6735495 w 7467600"/>
              <a:gd name="connsiteY520" fmla="*/ 2196890 h 6858000"/>
              <a:gd name="connsiteX521" fmla="*/ 6721901 w 7467600"/>
              <a:gd name="connsiteY521" fmla="*/ 2179274 h 6858000"/>
              <a:gd name="connsiteX522" fmla="*/ 6604735 w 7467600"/>
              <a:gd name="connsiteY522" fmla="*/ 2041381 h 6858000"/>
              <a:gd name="connsiteX523" fmla="*/ 6591670 w 7467600"/>
              <a:gd name="connsiteY523" fmla="*/ 1988277 h 6858000"/>
              <a:gd name="connsiteX524" fmla="*/ 6747349 w 7467600"/>
              <a:gd name="connsiteY524" fmla="*/ 2160069 h 6858000"/>
              <a:gd name="connsiteX525" fmla="*/ 6760943 w 7467600"/>
              <a:gd name="connsiteY525" fmla="*/ 2177686 h 6858000"/>
              <a:gd name="connsiteX526" fmla="*/ 7021065 w 7467600"/>
              <a:gd name="connsiteY526" fmla="*/ 2498102 h 6858000"/>
              <a:gd name="connsiteX527" fmla="*/ 7155223 w 7467600"/>
              <a:gd name="connsiteY527" fmla="*/ 2650386 h 6858000"/>
              <a:gd name="connsiteX528" fmla="*/ 7203167 w 7467600"/>
              <a:gd name="connsiteY528" fmla="*/ 2697288 h 6858000"/>
              <a:gd name="connsiteX529" fmla="*/ 6937703 w 7467600"/>
              <a:gd name="connsiteY529" fmla="*/ 2321981 h 6858000"/>
              <a:gd name="connsiteX530" fmla="*/ 6591670 w 7467600"/>
              <a:gd name="connsiteY530" fmla="*/ 1988277 h 6858000"/>
              <a:gd name="connsiteX531" fmla="*/ 5798671 w 7467600"/>
              <a:gd name="connsiteY531" fmla="*/ 1981601 h 6858000"/>
              <a:gd name="connsiteX532" fmla="*/ 5754709 w 7467600"/>
              <a:gd name="connsiteY532" fmla="*/ 2071454 h 6858000"/>
              <a:gd name="connsiteX533" fmla="*/ 5763044 w 7467600"/>
              <a:gd name="connsiteY533" fmla="*/ 2842206 h 6858000"/>
              <a:gd name="connsiteX534" fmla="*/ 5764974 w 7467600"/>
              <a:gd name="connsiteY534" fmla="*/ 2799609 h 6858000"/>
              <a:gd name="connsiteX535" fmla="*/ 5767665 w 7467600"/>
              <a:gd name="connsiteY535" fmla="*/ 2666409 h 6858000"/>
              <a:gd name="connsiteX536" fmla="*/ 5763055 w 7467600"/>
              <a:gd name="connsiteY536" fmla="*/ 2579705 h 6858000"/>
              <a:gd name="connsiteX537" fmla="*/ 5758079 w 7467600"/>
              <a:gd name="connsiteY537" fmla="*/ 2492508 h 6858000"/>
              <a:gd name="connsiteX538" fmla="*/ 5779325 w 7467600"/>
              <a:gd name="connsiteY538" fmla="*/ 2197069 h 6858000"/>
              <a:gd name="connsiteX539" fmla="*/ 5798671 w 7467600"/>
              <a:gd name="connsiteY539" fmla="*/ 1981601 h 6858000"/>
              <a:gd name="connsiteX540" fmla="*/ 5829202 w 7467600"/>
              <a:gd name="connsiteY540" fmla="*/ 1971679 h 6858000"/>
              <a:gd name="connsiteX541" fmla="*/ 5809558 w 7467600"/>
              <a:gd name="connsiteY541" fmla="*/ 2198043 h 6858000"/>
              <a:gd name="connsiteX542" fmla="*/ 5788653 w 7467600"/>
              <a:gd name="connsiteY542" fmla="*/ 2489430 h 6858000"/>
              <a:gd name="connsiteX543" fmla="*/ 5793439 w 7467600"/>
              <a:gd name="connsiteY543" fmla="*/ 2575235 h 6858000"/>
              <a:gd name="connsiteX544" fmla="*/ 5796837 w 7467600"/>
              <a:gd name="connsiteY544" fmla="*/ 2637633 h 6858000"/>
              <a:gd name="connsiteX545" fmla="*/ 5818614 w 7467600"/>
              <a:gd name="connsiteY545" fmla="*/ 2473055 h 6858000"/>
              <a:gd name="connsiteX546" fmla="*/ 5829202 w 7467600"/>
              <a:gd name="connsiteY546" fmla="*/ 1971679 h 6858000"/>
              <a:gd name="connsiteX547" fmla="*/ 5911389 w 7467600"/>
              <a:gd name="connsiteY547" fmla="*/ 1898371 h 6858000"/>
              <a:gd name="connsiteX548" fmla="*/ 6237627 w 7467600"/>
              <a:gd name="connsiteY548" fmla="*/ 2231921 h 6858000"/>
              <a:gd name="connsiteX549" fmla="*/ 5911389 w 7467600"/>
              <a:gd name="connsiteY549" fmla="*/ 1898371 h 6858000"/>
              <a:gd name="connsiteX550" fmla="*/ 6944437 w 7467600"/>
              <a:gd name="connsiteY550" fmla="*/ 1575402 h 6858000"/>
              <a:gd name="connsiteX551" fmla="*/ 6304730 w 7467600"/>
              <a:gd name="connsiteY551" fmla="*/ 1766654 h 6858000"/>
              <a:gd name="connsiteX552" fmla="*/ 6944437 w 7467600"/>
              <a:gd name="connsiteY552" fmla="*/ 1575402 h 6858000"/>
              <a:gd name="connsiteX553" fmla="*/ 7019523 w 7467600"/>
              <a:gd name="connsiteY553" fmla="*/ 1519450 h 6858000"/>
              <a:gd name="connsiteX554" fmla="*/ 6298091 w 7467600"/>
              <a:gd name="connsiteY554" fmla="*/ 1737122 h 6858000"/>
              <a:gd name="connsiteX555" fmla="*/ 7019523 w 7467600"/>
              <a:gd name="connsiteY555" fmla="*/ 1519450 h 6858000"/>
              <a:gd name="connsiteX556" fmla="*/ 2399523 w 7467600"/>
              <a:gd name="connsiteY556" fmla="*/ 1428234 h 6858000"/>
              <a:gd name="connsiteX557" fmla="*/ 2224982 w 7467600"/>
              <a:gd name="connsiteY557" fmla="*/ 1826201 h 6858000"/>
              <a:gd name="connsiteX558" fmla="*/ 2096099 w 7467600"/>
              <a:gd name="connsiteY558" fmla="*/ 2345900 h 6858000"/>
              <a:gd name="connsiteX559" fmla="*/ 2283317 w 7467600"/>
              <a:gd name="connsiteY559" fmla="*/ 1796925 h 6858000"/>
              <a:gd name="connsiteX560" fmla="*/ 2399523 w 7467600"/>
              <a:gd name="connsiteY560" fmla="*/ 1428234 h 6858000"/>
              <a:gd name="connsiteX561" fmla="*/ 2448558 w 7467600"/>
              <a:gd name="connsiteY561" fmla="*/ 1373435 h 6858000"/>
              <a:gd name="connsiteX562" fmla="*/ 2312521 w 7467600"/>
              <a:gd name="connsiteY562" fmla="*/ 1806140 h 6858000"/>
              <a:gd name="connsiteX563" fmla="*/ 2127533 w 7467600"/>
              <a:gd name="connsiteY563" fmla="*/ 2348380 h 6858000"/>
              <a:gd name="connsiteX564" fmla="*/ 2358080 w 7467600"/>
              <a:gd name="connsiteY564" fmla="*/ 1866134 h 6858000"/>
              <a:gd name="connsiteX565" fmla="*/ 2407436 w 7467600"/>
              <a:gd name="connsiteY565" fmla="*/ 1651070 h 6858000"/>
              <a:gd name="connsiteX566" fmla="*/ 2448558 w 7467600"/>
              <a:gd name="connsiteY566" fmla="*/ 1373435 h 6858000"/>
              <a:gd name="connsiteX567" fmla="*/ 278707 w 7467600"/>
              <a:gd name="connsiteY567" fmla="*/ 1352270 h 6858000"/>
              <a:gd name="connsiteX568" fmla="*/ 321570 w 7467600"/>
              <a:gd name="connsiteY568" fmla="*/ 1861610 h 6858000"/>
              <a:gd name="connsiteX569" fmla="*/ 294281 w 7467600"/>
              <a:gd name="connsiteY569" fmla="*/ 1440658 h 6858000"/>
              <a:gd name="connsiteX570" fmla="*/ 278707 w 7467600"/>
              <a:gd name="connsiteY570" fmla="*/ 1352270 h 6858000"/>
              <a:gd name="connsiteX571" fmla="*/ 1423821 w 7467600"/>
              <a:gd name="connsiteY571" fmla="*/ 1351958 h 6858000"/>
              <a:gd name="connsiteX572" fmla="*/ 1638521 w 7467600"/>
              <a:gd name="connsiteY572" fmla="*/ 1908470 h 6858000"/>
              <a:gd name="connsiteX573" fmla="*/ 1754199 w 7467600"/>
              <a:gd name="connsiteY573" fmla="*/ 2149284 h 6858000"/>
              <a:gd name="connsiteX574" fmla="*/ 1908359 w 7467600"/>
              <a:gd name="connsiteY574" fmla="*/ 2364988 h 6858000"/>
              <a:gd name="connsiteX575" fmla="*/ 1647661 w 7467600"/>
              <a:gd name="connsiteY575" fmla="*/ 1825945 h 6858000"/>
              <a:gd name="connsiteX576" fmla="*/ 1423821 w 7467600"/>
              <a:gd name="connsiteY576" fmla="*/ 1351958 h 6858000"/>
              <a:gd name="connsiteX577" fmla="*/ 1431890 w 7467600"/>
              <a:gd name="connsiteY577" fmla="*/ 1306475 h 6858000"/>
              <a:gd name="connsiteX578" fmla="*/ 1507597 w 7467600"/>
              <a:gd name="connsiteY578" fmla="*/ 1446132 h 6858000"/>
              <a:gd name="connsiteX579" fmla="*/ 1674586 w 7467600"/>
              <a:gd name="connsiteY579" fmla="*/ 1813832 h 6858000"/>
              <a:gd name="connsiteX580" fmla="*/ 1815950 w 7467600"/>
              <a:gd name="connsiteY580" fmla="*/ 2128564 h 6858000"/>
              <a:gd name="connsiteX581" fmla="*/ 1984242 w 7467600"/>
              <a:gd name="connsiteY581" fmla="*/ 2430829 h 6858000"/>
              <a:gd name="connsiteX582" fmla="*/ 2014023 w 7467600"/>
              <a:gd name="connsiteY582" fmla="*/ 2450995 h 6858000"/>
              <a:gd name="connsiteX583" fmla="*/ 1747337 w 7467600"/>
              <a:gd name="connsiteY583" fmla="*/ 1855264 h 6858000"/>
              <a:gd name="connsiteX584" fmla="*/ 1533749 w 7467600"/>
              <a:gd name="connsiteY584" fmla="*/ 1478656 h 6858000"/>
              <a:gd name="connsiteX585" fmla="*/ 1431890 w 7467600"/>
              <a:gd name="connsiteY585" fmla="*/ 1306475 h 6858000"/>
              <a:gd name="connsiteX586" fmla="*/ 5052692 w 7467600"/>
              <a:gd name="connsiteY586" fmla="*/ 1292994 h 6858000"/>
              <a:gd name="connsiteX587" fmla="*/ 5200661 w 7467600"/>
              <a:gd name="connsiteY587" fmla="*/ 1635186 h 6858000"/>
              <a:gd name="connsiteX588" fmla="*/ 5297138 w 7467600"/>
              <a:gd name="connsiteY588" fmla="*/ 1906351 h 6858000"/>
              <a:gd name="connsiteX589" fmla="*/ 5052692 w 7467600"/>
              <a:gd name="connsiteY589" fmla="*/ 1292994 h 6858000"/>
              <a:gd name="connsiteX590" fmla="*/ 5009948 w 7467600"/>
              <a:gd name="connsiteY590" fmla="*/ 1273619 h 6858000"/>
              <a:gd name="connsiteX591" fmla="*/ 5121777 w 7467600"/>
              <a:gd name="connsiteY591" fmla="*/ 1654213 h 6858000"/>
              <a:gd name="connsiteX592" fmla="*/ 5293545 w 7467600"/>
              <a:gd name="connsiteY592" fmla="*/ 2072247 h 6858000"/>
              <a:gd name="connsiteX593" fmla="*/ 5294042 w 7467600"/>
              <a:gd name="connsiteY593" fmla="*/ 2065019 h 6858000"/>
              <a:gd name="connsiteX594" fmla="*/ 5171936 w 7467600"/>
              <a:gd name="connsiteY594" fmla="*/ 1647613 h 6858000"/>
              <a:gd name="connsiteX595" fmla="*/ 5009948 w 7467600"/>
              <a:gd name="connsiteY595" fmla="*/ 1273619 h 6858000"/>
              <a:gd name="connsiteX596" fmla="*/ 655236 w 7467600"/>
              <a:gd name="connsiteY596" fmla="*/ 1268632 h 6858000"/>
              <a:gd name="connsiteX597" fmla="*/ 839521 w 7467600"/>
              <a:gd name="connsiteY597" fmla="*/ 1685315 h 6858000"/>
              <a:gd name="connsiteX598" fmla="*/ 1109416 w 7467600"/>
              <a:gd name="connsiteY598" fmla="*/ 2061663 h 6858000"/>
              <a:gd name="connsiteX599" fmla="*/ 1298300 w 7467600"/>
              <a:gd name="connsiteY599" fmla="*/ 2247742 h 6858000"/>
              <a:gd name="connsiteX600" fmla="*/ 1125871 w 7467600"/>
              <a:gd name="connsiteY600" fmla="*/ 1989513 h 6858000"/>
              <a:gd name="connsiteX601" fmla="*/ 981574 w 7467600"/>
              <a:gd name="connsiteY601" fmla="*/ 1783157 h 6858000"/>
              <a:gd name="connsiteX602" fmla="*/ 922198 w 7467600"/>
              <a:gd name="connsiteY602" fmla="*/ 1677437 h 6858000"/>
              <a:gd name="connsiteX603" fmla="*/ 869293 w 7467600"/>
              <a:gd name="connsiteY603" fmla="*/ 1583214 h 6858000"/>
              <a:gd name="connsiteX604" fmla="*/ 751431 w 7467600"/>
              <a:gd name="connsiteY604" fmla="*/ 1405731 h 6858000"/>
              <a:gd name="connsiteX605" fmla="*/ 655236 w 7467600"/>
              <a:gd name="connsiteY605" fmla="*/ 1268632 h 6858000"/>
              <a:gd name="connsiteX606" fmla="*/ 6516292 w 7467600"/>
              <a:gd name="connsiteY606" fmla="*/ 1263064 h 6858000"/>
              <a:gd name="connsiteX607" fmla="*/ 5736320 w 7467600"/>
              <a:gd name="connsiteY607" fmla="*/ 1501803 h 6858000"/>
              <a:gd name="connsiteX608" fmla="*/ 6516292 w 7467600"/>
              <a:gd name="connsiteY608" fmla="*/ 1263064 h 6858000"/>
              <a:gd name="connsiteX609" fmla="*/ 291466 w 7467600"/>
              <a:gd name="connsiteY609" fmla="*/ 1250369 h 6858000"/>
              <a:gd name="connsiteX610" fmla="*/ 323180 w 7467600"/>
              <a:gd name="connsiteY610" fmla="*/ 1435283 h 6858000"/>
              <a:gd name="connsiteX611" fmla="*/ 349381 w 7467600"/>
              <a:gd name="connsiteY611" fmla="*/ 1875041 h 6858000"/>
              <a:gd name="connsiteX612" fmla="*/ 374363 w 7467600"/>
              <a:gd name="connsiteY612" fmla="*/ 1506494 h 6858000"/>
              <a:gd name="connsiteX613" fmla="*/ 302168 w 7467600"/>
              <a:gd name="connsiteY613" fmla="*/ 1274495 h 6858000"/>
              <a:gd name="connsiteX614" fmla="*/ 291466 w 7467600"/>
              <a:gd name="connsiteY614" fmla="*/ 1250369 h 6858000"/>
              <a:gd name="connsiteX615" fmla="*/ 678222 w 7467600"/>
              <a:gd name="connsiteY615" fmla="*/ 1248670 h 6858000"/>
              <a:gd name="connsiteX616" fmla="*/ 775536 w 7467600"/>
              <a:gd name="connsiteY616" fmla="*/ 1388015 h 6858000"/>
              <a:gd name="connsiteX617" fmla="*/ 894529 w 7467600"/>
              <a:gd name="connsiteY617" fmla="*/ 1567739 h 6858000"/>
              <a:gd name="connsiteX618" fmla="*/ 948000 w 7467600"/>
              <a:gd name="connsiteY618" fmla="*/ 1663088 h 6858000"/>
              <a:gd name="connsiteX619" fmla="*/ 1006812 w 7467600"/>
              <a:gd name="connsiteY619" fmla="*/ 1767683 h 6858000"/>
              <a:gd name="connsiteX620" fmla="*/ 1149133 w 7467600"/>
              <a:gd name="connsiteY620" fmla="*/ 1971513 h 6858000"/>
              <a:gd name="connsiteX621" fmla="*/ 1333952 w 7467600"/>
              <a:gd name="connsiteY621" fmla="*/ 2251620 h 6858000"/>
              <a:gd name="connsiteX622" fmla="*/ 1337329 w 7467600"/>
              <a:gd name="connsiteY622" fmla="*/ 2258350 h 6858000"/>
              <a:gd name="connsiteX623" fmla="*/ 1014726 w 7467600"/>
              <a:gd name="connsiteY623" fmla="*/ 1615556 h 6858000"/>
              <a:gd name="connsiteX624" fmla="*/ 678222 w 7467600"/>
              <a:gd name="connsiteY624" fmla="*/ 1248670 h 6858000"/>
              <a:gd name="connsiteX625" fmla="*/ 6691602 w 7467600"/>
              <a:gd name="connsiteY625" fmla="*/ 1140573 h 6858000"/>
              <a:gd name="connsiteX626" fmla="*/ 6571100 w 7467600"/>
              <a:gd name="connsiteY626" fmla="*/ 1183662 h 6858000"/>
              <a:gd name="connsiteX627" fmla="*/ 6241687 w 7467600"/>
              <a:gd name="connsiteY627" fmla="*/ 1257600 h 6858000"/>
              <a:gd name="connsiteX628" fmla="*/ 5693009 w 7467600"/>
              <a:gd name="connsiteY628" fmla="*/ 1478256 h 6858000"/>
              <a:gd name="connsiteX629" fmla="*/ 6548420 w 7467600"/>
              <a:gd name="connsiteY629" fmla="*/ 1214599 h 6858000"/>
              <a:gd name="connsiteX630" fmla="*/ 6605473 w 7467600"/>
              <a:gd name="connsiteY630" fmla="*/ 1184686 h 6858000"/>
              <a:gd name="connsiteX631" fmla="*/ 6691602 w 7467600"/>
              <a:gd name="connsiteY631" fmla="*/ 1140573 h 6858000"/>
              <a:gd name="connsiteX632" fmla="*/ 4002475 w 7467600"/>
              <a:gd name="connsiteY632" fmla="*/ 1037802 h 6858000"/>
              <a:gd name="connsiteX633" fmla="*/ 4000324 w 7467600"/>
              <a:gd name="connsiteY633" fmla="*/ 1039362 h 6858000"/>
              <a:gd name="connsiteX634" fmla="*/ 4002862 w 7467600"/>
              <a:gd name="connsiteY634" fmla="*/ 1042866 h 6858000"/>
              <a:gd name="connsiteX635" fmla="*/ 4002475 w 7467600"/>
              <a:gd name="connsiteY635" fmla="*/ 1037802 h 6858000"/>
              <a:gd name="connsiteX636" fmla="*/ 506322 w 7467600"/>
              <a:gd name="connsiteY636" fmla="*/ 1020997 h 6858000"/>
              <a:gd name="connsiteX637" fmla="*/ 533068 w 7467600"/>
              <a:gd name="connsiteY637" fmla="*/ 1029409 h 6858000"/>
              <a:gd name="connsiteX638" fmla="*/ 1232525 w 7467600"/>
              <a:gd name="connsiteY638" fmla="*/ 1804675 h 6858000"/>
              <a:gd name="connsiteX639" fmla="*/ 1388858 w 7467600"/>
              <a:gd name="connsiteY639" fmla="*/ 2368011 h 6858000"/>
              <a:gd name="connsiteX640" fmla="*/ 1384098 w 7467600"/>
              <a:gd name="connsiteY640" fmla="*/ 2378125 h 6858000"/>
              <a:gd name="connsiteX641" fmla="*/ 1425393 w 7467600"/>
              <a:gd name="connsiteY641" fmla="*/ 2589124 h 6858000"/>
              <a:gd name="connsiteX642" fmla="*/ 1424001 w 7467600"/>
              <a:gd name="connsiteY642" fmla="*/ 2597541 h 6858000"/>
              <a:gd name="connsiteX643" fmla="*/ 2152729 w 7467600"/>
              <a:gd name="connsiteY643" fmla="*/ 2864487 h 6858000"/>
              <a:gd name="connsiteX644" fmla="*/ 2020609 w 7467600"/>
              <a:gd name="connsiteY644" fmla="*/ 2539671 h 6858000"/>
              <a:gd name="connsiteX645" fmla="*/ 2018920 w 7467600"/>
              <a:gd name="connsiteY645" fmla="*/ 2536309 h 6858000"/>
              <a:gd name="connsiteX646" fmla="*/ 1342441 w 7467600"/>
              <a:gd name="connsiteY646" fmla="*/ 1173017 h 6858000"/>
              <a:gd name="connsiteX647" fmla="*/ 1367925 w 7467600"/>
              <a:gd name="connsiteY647" fmla="*/ 1135648 h 6858000"/>
              <a:gd name="connsiteX648" fmla="*/ 1771401 w 7467600"/>
              <a:gd name="connsiteY648" fmla="*/ 1806673 h 6858000"/>
              <a:gd name="connsiteX649" fmla="*/ 1972385 w 7467600"/>
              <a:gd name="connsiteY649" fmla="*/ 2198735 h 6858000"/>
              <a:gd name="connsiteX650" fmla="*/ 2040892 w 7467600"/>
              <a:gd name="connsiteY650" fmla="*/ 2405205 h 6858000"/>
              <a:gd name="connsiteX651" fmla="*/ 2131689 w 7467600"/>
              <a:gd name="connsiteY651" fmla="*/ 1936926 h 6858000"/>
              <a:gd name="connsiteX652" fmla="*/ 2454820 w 7467600"/>
              <a:gd name="connsiteY652" fmla="*/ 1248808 h 6858000"/>
              <a:gd name="connsiteX653" fmla="*/ 2492512 w 7467600"/>
              <a:gd name="connsiteY653" fmla="*/ 1302920 h 6858000"/>
              <a:gd name="connsiteX654" fmla="*/ 2081216 w 7467600"/>
              <a:gd name="connsiteY654" fmla="*/ 2527513 h 6858000"/>
              <a:gd name="connsiteX655" fmla="*/ 2081211 w 7467600"/>
              <a:gd name="connsiteY655" fmla="*/ 2528916 h 6858000"/>
              <a:gd name="connsiteX656" fmla="*/ 2199067 w 7467600"/>
              <a:gd name="connsiteY656" fmla="*/ 2884061 h 6858000"/>
              <a:gd name="connsiteX657" fmla="*/ 3192586 w 7467600"/>
              <a:gd name="connsiteY657" fmla="*/ 3411496 h 6858000"/>
              <a:gd name="connsiteX658" fmla="*/ 3182620 w 7467600"/>
              <a:gd name="connsiteY658" fmla="*/ 3483279 h 6858000"/>
              <a:gd name="connsiteX659" fmla="*/ 2435119 w 7467600"/>
              <a:gd name="connsiteY659" fmla="*/ 3080173 h 6858000"/>
              <a:gd name="connsiteX660" fmla="*/ 2410152 w 7467600"/>
              <a:gd name="connsiteY660" fmla="*/ 3063751 h 6858000"/>
              <a:gd name="connsiteX661" fmla="*/ 2408099 w 7467600"/>
              <a:gd name="connsiteY661" fmla="*/ 3064403 h 6858000"/>
              <a:gd name="connsiteX662" fmla="*/ 2407218 w 7467600"/>
              <a:gd name="connsiteY662" fmla="*/ 3070324 h 6858000"/>
              <a:gd name="connsiteX663" fmla="*/ 2380138 w 7467600"/>
              <a:gd name="connsiteY663" fmla="*/ 3099341 h 6858000"/>
              <a:gd name="connsiteX664" fmla="*/ 1765923 w 7467600"/>
              <a:gd name="connsiteY664" fmla="*/ 3581043 h 6858000"/>
              <a:gd name="connsiteX665" fmla="*/ 1702258 w 7467600"/>
              <a:gd name="connsiteY665" fmla="*/ 3612286 h 6858000"/>
              <a:gd name="connsiteX666" fmla="*/ 1538370 w 7467600"/>
              <a:gd name="connsiteY666" fmla="*/ 3811804 h 6858000"/>
              <a:gd name="connsiteX667" fmla="*/ 542867 w 7467600"/>
              <a:gd name="connsiteY667" fmla="*/ 4944092 h 6858000"/>
              <a:gd name="connsiteX668" fmla="*/ 515800 w 7467600"/>
              <a:gd name="connsiteY668" fmla="*/ 4862180 h 6858000"/>
              <a:gd name="connsiteX669" fmla="*/ 909145 w 7467600"/>
              <a:gd name="connsiteY669" fmla="*/ 4199225 h 6858000"/>
              <a:gd name="connsiteX670" fmla="*/ 1214067 w 7467600"/>
              <a:gd name="connsiteY670" fmla="*/ 3908561 h 6858000"/>
              <a:gd name="connsiteX671" fmla="*/ 640967 w 7467600"/>
              <a:gd name="connsiteY671" fmla="*/ 4105601 h 6858000"/>
              <a:gd name="connsiteX672" fmla="*/ 112563 w 7467600"/>
              <a:gd name="connsiteY672" fmla="*/ 4396952 h 6858000"/>
              <a:gd name="connsiteX673" fmla="*/ 0 w 7467600"/>
              <a:gd name="connsiteY673" fmla="*/ 4466006 h 6858000"/>
              <a:gd name="connsiteX674" fmla="*/ 0 w 7467600"/>
              <a:gd name="connsiteY674" fmla="*/ 4233763 h 6858000"/>
              <a:gd name="connsiteX675" fmla="*/ 36881 w 7467600"/>
              <a:gd name="connsiteY675" fmla="*/ 4200118 h 6858000"/>
              <a:gd name="connsiteX676" fmla="*/ 910534 w 7467600"/>
              <a:gd name="connsiteY676" fmla="*/ 3629753 h 6858000"/>
              <a:gd name="connsiteX677" fmla="*/ 1578717 w 7467600"/>
              <a:gd name="connsiteY677" fmla="*/ 3575982 h 6858000"/>
              <a:gd name="connsiteX678" fmla="*/ 2338780 w 7467600"/>
              <a:gd name="connsiteY678" fmla="*/ 3033725 h 6858000"/>
              <a:gd name="connsiteX679" fmla="*/ 1807991 w 7467600"/>
              <a:gd name="connsiteY679" fmla="*/ 2807184 h 6858000"/>
              <a:gd name="connsiteX680" fmla="*/ 1416358 w 7467600"/>
              <a:gd name="connsiteY680" fmla="*/ 3112571 h 6858000"/>
              <a:gd name="connsiteX681" fmla="*/ 939066 w 7467600"/>
              <a:gd name="connsiteY681" fmla="*/ 3378798 h 6858000"/>
              <a:gd name="connsiteX682" fmla="*/ 115099 w 7467600"/>
              <a:gd name="connsiteY682" fmla="*/ 3607650 h 6858000"/>
              <a:gd name="connsiteX683" fmla="*/ 97284 w 7467600"/>
              <a:gd name="connsiteY683" fmla="*/ 3520393 h 6858000"/>
              <a:gd name="connsiteX684" fmla="*/ 922050 w 7467600"/>
              <a:gd name="connsiteY684" fmla="*/ 3074867 h 6858000"/>
              <a:gd name="connsiteX685" fmla="*/ 1405265 w 7467600"/>
              <a:gd name="connsiteY685" fmla="*/ 3016319 h 6858000"/>
              <a:gd name="connsiteX686" fmla="*/ 1407512 w 7467600"/>
              <a:gd name="connsiteY686" fmla="*/ 3018001 h 6858000"/>
              <a:gd name="connsiteX687" fmla="*/ 1726266 w 7467600"/>
              <a:gd name="connsiteY687" fmla="*/ 2777274 h 6858000"/>
              <a:gd name="connsiteX688" fmla="*/ 625390 w 7467600"/>
              <a:gd name="connsiteY688" fmla="*/ 2514541 h 6858000"/>
              <a:gd name="connsiteX689" fmla="*/ 619799 w 7467600"/>
              <a:gd name="connsiteY689" fmla="*/ 2527180 h 6858000"/>
              <a:gd name="connsiteX690" fmla="*/ 310030 w 7467600"/>
              <a:gd name="connsiteY690" fmla="*/ 2771818 h 6858000"/>
              <a:gd name="connsiteX691" fmla="*/ 173877 w 7467600"/>
              <a:gd name="connsiteY691" fmla="*/ 2937056 h 6858000"/>
              <a:gd name="connsiteX692" fmla="*/ 77889 w 7467600"/>
              <a:gd name="connsiteY692" fmla="*/ 3138440 h 6858000"/>
              <a:gd name="connsiteX693" fmla="*/ 0 w 7467600"/>
              <a:gd name="connsiteY693" fmla="*/ 3271395 h 6858000"/>
              <a:gd name="connsiteX694" fmla="*/ 0 w 7467600"/>
              <a:gd name="connsiteY694" fmla="*/ 3153002 h 6858000"/>
              <a:gd name="connsiteX695" fmla="*/ 2386 w 7467600"/>
              <a:gd name="connsiteY695" fmla="*/ 3149203 h 6858000"/>
              <a:gd name="connsiteX696" fmla="*/ 89753 w 7467600"/>
              <a:gd name="connsiteY696" fmla="*/ 2987702 h 6858000"/>
              <a:gd name="connsiteX697" fmla="*/ 76869 w 7467600"/>
              <a:gd name="connsiteY697" fmla="*/ 3005404 h 6858000"/>
              <a:gd name="connsiteX698" fmla="*/ 32049 w 7467600"/>
              <a:gd name="connsiteY698" fmla="*/ 3065814 h 6858000"/>
              <a:gd name="connsiteX699" fmla="*/ 0 w 7467600"/>
              <a:gd name="connsiteY699" fmla="*/ 3108744 h 6858000"/>
              <a:gd name="connsiteX700" fmla="*/ 0 w 7467600"/>
              <a:gd name="connsiteY700" fmla="*/ 3058059 h 6858000"/>
              <a:gd name="connsiteX701" fmla="*/ 7610 w 7467600"/>
              <a:gd name="connsiteY701" fmla="*/ 3047889 h 6858000"/>
              <a:gd name="connsiteX702" fmla="*/ 52419 w 7467600"/>
              <a:gd name="connsiteY702" fmla="*/ 2987479 h 6858000"/>
              <a:gd name="connsiteX703" fmla="*/ 59142 w 7467600"/>
              <a:gd name="connsiteY703" fmla="*/ 2978488 h 6858000"/>
              <a:gd name="connsiteX704" fmla="*/ 0 w 7467600"/>
              <a:gd name="connsiteY704" fmla="*/ 3015334 h 6858000"/>
              <a:gd name="connsiteX705" fmla="*/ 0 w 7467600"/>
              <a:gd name="connsiteY705" fmla="*/ 2914286 h 6858000"/>
              <a:gd name="connsiteX706" fmla="*/ 36383 w 7467600"/>
              <a:gd name="connsiteY706" fmla="*/ 2901128 h 6858000"/>
              <a:gd name="connsiteX707" fmla="*/ 156329 w 7467600"/>
              <a:gd name="connsiteY707" fmla="*/ 2840533 h 6858000"/>
              <a:gd name="connsiteX708" fmla="*/ 358355 w 7467600"/>
              <a:gd name="connsiteY708" fmla="*/ 2620471 h 6858000"/>
              <a:gd name="connsiteX709" fmla="*/ 510577 w 7467600"/>
              <a:gd name="connsiteY709" fmla="*/ 2501244 h 6858000"/>
              <a:gd name="connsiteX710" fmla="*/ 211967 w 7467600"/>
              <a:gd name="connsiteY710" fmla="*/ 2479171 h 6858000"/>
              <a:gd name="connsiteX711" fmla="*/ 0 w 7467600"/>
              <a:gd name="connsiteY711" fmla="*/ 2476398 h 6858000"/>
              <a:gd name="connsiteX712" fmla="*/ 0 w 7467600"/>
              <a:gd name="connsiteY712" fmla="*/ 2389189 h 6858000"/>
              <a:gd name="connsiteX713" fmla="*/ 103062 w 7467600"/>
              <a:gd name="connsiteY713" fmla="*/ 2389518 h 6858000"/>
              <a:gd name="connsiteX714" fmla="*/ 510734 w 7467600"/>
              <a:gd name="connsiteY714" fmla="*/ 2416201 h 6858000"/>
              <a:gd name="connsiteX715" fmla="*/ 279257 w 7467600"/>
              <a:gd name="connsiteY715" fmla="*/ 2092102 h 6858000"/>
              <a:gd name="connsiteX716" fmla="*/ 65265 w 7467600"/>
              <a:gd name="connsiteY716" fmla="*/ 2006049 h 6858000"/>
              <a:gd name="connsiteX717" fmla="*/ 0 w 7467600"/>
              <a:gd name="connsiteY717" fmla="*/ 1982532 h 6858000"/>
              <a:gd name="connsiteX718" fmla="*/ 0 w 7467600"/>
              <a:gd name="connsiteY718" fmla="*/ 1912789 h 6858000"/>
              <a:gd name="connsiteX719" fmla="*/ 97460 w 7467600"/>
              <a:gd name="connsiteY719" fmla="*/ 1953725 h 6858000"/>
              <a:gd name="connsiteX720" fmla="*/ 221272 w 7467600"/>
              <a:gd name="connsiteY720" fmla="*/ 1980766 h 6858000"/>
              <a:gd name="connsiteX721" fmla="*/ 116765 w 7467600"/>
              <a:gd name="connsiteY721" fmla="*/ 1911033 h 6858000"/>
              <a:gd name="connsiteX722" fmla="*/ 16405 w 7467600"/>
              <a:gd name="connsiteY722" fmla="*/ 1803412 h 6858000"/>
              <a:gd name="connsiteX723" fmla="*/ 0 w 7467600"/>
              <a:gd name="connsiteY723" fmla="*/ 1784777 h 6858000"/>
              <a:gd name="connsiteX724" fmla="*/ 0 w 7467600"/>
              <a:gd name="connsiteY724" fmla="*/ 1740082 h 6858000"/>
              <a:gd name="connsiteX725" fmla="*/ 39394 w 7467600"/>
              <a:gd name="connsiteY725" fmla="*/ 1784856 h 6858000"/>
              <a:gd name="connsiteX726" fmla="*/ 135813 w 7467600"/>
              <a:gd name="connsiteY726" fmla="*/ 1888838 h 6858000"/>
              <a:gd name="connsiteX727" fmla="*/ 242575 w 7467600"/>
              <a:gd name="connsiteY727" fmla="*/ 1958841 h 6858000"/>
              <a:gd name="connsiteX728" fmla="*/ 82197 w 7467600"/>
              <a:gd name="connsiteY728" fmla="*/ 1754826 h 6858000"/>
              <a:gd name="connsiteX729" fmla="*/ 0 w 7467600"/>
              <a:gd name="connsiteY729" fmla="*/ 1679650 h 6858000"/>
              <a:gd name="connsiteX730" fmla="*/ 0 w 7467600"/>
              <a:gd name="connsiteY730" fmla="*/ 1602463 h 6858000"/>
              <a:gd name="connsiteX731" fmla="*/ 84689 w 7467600"/>
              <a:gd name="connsiteY731" fmla="*/ 1677442 h 6858000"/>
              <a:gd name="connsiteX732" fmla="*/ 298437 w 7467600"/>
              <a:gd name="connsiteY732" fmla="*/ 1968019 h 6858000"/>
              <a:gd name="connsiteX733" fmla="*/ 227269 w 7467600"/>
              <a:gd name="connsiteY733" fmla="*/ 1114064 h 6858000"/>
              <a:gd name="connsiteX734" fmla="*/ 248003 w 7467600"/>
              <a:gd name="connsiteY734" fmla="*/ 1089613 h 6858000"/>
              <a:gd name="connsiteX735" fmla="*/ 427020 w 7467600"/>
              <a:gd name="connsiteY735" fmla="*/ 1619803 h 6858000"/>
              <a:gd name="connsiteX736" fmla="*/ 340345 w 7467600"/>
              <a:gd name="connsiteY736" fmla="*/ 2027739 h 6858000"/>
              <a:gd name="connsiteX737" fmla="*/ 360865 w 7467600"/>
              <a:gd name="connsiteY737" fmla="*/ 2044827 h 6858000"/>
              <a:gd name="connsiteX738" fmla="*/ 560414 w 7467600"/>
              <a:gd name="connsiteY738" fmla="*/ 2421457 h 6858000"/>
              <a:gd name="connsiteX739" fmla="*/ 1359703 w 7467600"/>
              <a:gd name="connsiteY739" fmla="*/ 2578554 h 6858000"/>
              <a:gd name="connsiteX740" fmla="*/ 1359422 w 7467600"/>
              <a:gd name="connsiteY740" fmla="*/ 2577994 h 6858000"/>
              <a:gd name="connsiteX741" fmla="*/ 828701 w 7467600"/>
              <a:gd name="connsiteY741" fmla="*/ 1839520 h 6858000"/>
              <a:gd name="connsiteX742" fmla="*/ 494427 w 7467600"/>
              <a:gd name="connsiteY742" fmla="*/ 1092333 h 6858000"/>
              <a:gd name="connsiteX743" fmla="*/ 506322 w 7467600"/>
              <a:gd name="connsiteY743" fmla="*/ 1020997 h 6858000"/>
              <a:gd name="connsiteX744" fmla="*/ 4570198 w 7467600"/>
              <a:gd name="connsiteY744" fmla="*/ 978081 h 6858000"/>
              <a:gd name="connsiteX745" fmla="*/ 4523691 w 7467600"/>
              <a:gd name="connsiteY745" fmla="*/ 1127776 h 6858000"/>
              <a:gd name="connsiteX746" fmla="*/ 4509875 w 7467600"/>
              <a:gd name="connsiteY746" fmla="*/ 1167552 h 6858000"/>
              <a:gd name="connsiteX747" fmla="*/ 4478168 w 7467600"/>
              <a:gd name="connsiteY747" fmla="*/ 1260735 h 6858000"/>
              <a:gd name="connsiteX748" fmla="*/ 4409309 w 7467600"/>
              <a:gd name="connsiteY748" fmla="*/ 1666996 h 6858000"/>
              <a:gd name="connsiteX749" fmla="*/ 4370031 w 7467600"/>
              <a:gd name="connsiteY749" fmla="*/ 1955666 h 6858000"/>
              <a:gd name="connsiteX750" fmla="*/ 4570198 w 7467600"/>
              <a:gd name="connsiteY750" fmla="*/ 978081 h 6858000"/>
              <a:gd name="connsiteX751" fmla="*/ 4557898 w 7467600"/>
              <a:gd name="connsiteY751" fmla="*/ 900011 h 6858000"/>
              <a:gd name="connsiteX752" fmla="*/ 4344840 w 7467600"/>
              <a:gd name="connsiteY752" fmla="*/ 1922038 h 6858000"/>
              <a:gd name="connsiteX753" fmla="*/ 4378710 w 7467600"/>
              <a:gd name="connsiteY753" fmla="*/ 1665516 h 6858000"/>
              <a:gd name="connsiteX754" fmla="*/ 4448798 w 7467600"/>
              <a:gd name="connsiteY754" fmla="*/ 1253024 h 6858000"/>
              <a:gd name="connsiteX755" fmla="*/ 4480315 w 7467600"/>
              <a:gd name="connsiteY755" fmla="*/ 1158454 h 6858000"/>
              <a:gd name="connsiteX756" fmla="*/ 4494133 w 7467600"/>
              <a:gd name="connsiteY756" fmla="*/ 1118676 h 6858000"/>
              <a:gd name="connsiteX757" fmla="*/ 4557898 w 7467600"/>
              <a:gd name="connsiteY757" fmla="*/ 900011 h 6858000"/>
              <a:gd name="connsiteX758" fmla="*/ 5870151 w 7467600"/>
              <a:gd name="connsiteY758" fmla="*/ 898890 h 6858000"/>
              <a:gd name="connsiteX759" fmla="*/ 5861335 w 7467600"/>
              <a:gd name="connsiteY759" fmla="*/ 899177 h 6858000"/>
              <a:gd name="connsiteX760" fmla="*/ 5843702 w 7467600"/>
              <a:gd name="connsiteY760" fmla="*/ 899748 h 6858000"/>
              <a:gd name="connsiteX761" fmla="*/ 5651107 w 7467600"/>
              <a:gd name="connsiteY761" fmla="*/ 920306 h 6858000"/>
              <a:gd name="connsiteX762" fmla="*/ 5459407 w 7467600"/>
              <a:gd name="connsiteY762" fmla="*/ 940975 h 6858000"/>
              <a:gd name="connsiteX763" fmla="*/ 5374846 w 7467600"/>
              <a:gd name="connsiteY763" fmla="*/ 941988 h 6858000"/>
              <a:gd name="connsiteX764" fmla="*/ 5256105 w 7467600"/>
              <a:gd name="connsiteY764" fmla="*/ 945632 h 6858000"/>
              <a:gd name="connsiteX765" fmla="*/ 5107071 w 7467600"/>
              <a:gd name="connsiteY765" fmla="*/ 969720 h 6858000"/>
              <a:gd name="connsiteX766" fmla="*/ 4998681 w 7467600"/>
              <a:gd name="connsiteY766" fmla="*/ 988771 h 6858000"/>
              <a:gd name="connsiteX767" fmla="*/ 5870151 w 7467600"/>
              <a:gd name="connsiteY767" fmla="*/ 898890 h 6858000"/>
              <a:gd name="connsiteX768" fmla="*/ 5504425 w 7467600"/>
              <a:gd name="connsiteY768" fmla="*/ 848067 h 6858000"/>
              <a:gd name="connsiteX769" fmla="*/ 4968849 w 7467600"/>
              <a:gd name="connsiteY769" fmla="*/ 962318 h 6858000"/>
              <a:gd name="connsiteX770" fmla="*/ 5104039 w 7467600"/>
              <a:gd name="connsiteY770" fmla="*/ 940634 h 6858000"/>
              <a:gd name="connsiteX771" fmla="*/ 5256311 w 7467600"/>
              <a:gd name="connsiteY771" fmla="*/ 916490 h 6858000"/>
              <a:gd name="connsiteX772" fmla="*/ 5377381 w 7467600"/>
              <a:gd name="connsiteY772" fmla="*/ 912671 h 6858000"/>
              <a:gd name="connsiteX773" fmla="*/ 5460148 w 7467600"/>
              <a:gd name="connsiteY773" fmla="*/ 911442 h 6858000"/>
              <a:gd name="connsiteX774" fmla="*/ 5648971 w 7467600"/>
              <a:gd name="connsiteY774" fmla="*/ 891331 h 6858000"/>
              <a:gd name="connsiteX775" fmla="*/ 5844807 w 7467600"/>
              <a:gd name="connsiteY775" fmla="*/ 870718 h 6858000"/>
              <a:gd name="connsiteX776" fmla="*/ 5862975 w 7467600"/>
              <a:gd name="connsiteY776" fmla="*/ 869756 h 6858000"/>
              <a:gd name="connsiteX777" fmla="*/ 5920887 w 7467600"/>
              <a:gd name="connsiteY777" fmla="*/ 865929 h 6858000"/>
              <a:gd name="connsiteX778" fmla="*/ 5504425 w 7467600"/>
              <a:gd name="connsiteY778" fmla="*/ 848067 h 6858000"/>
              <a:gd name="connsiteX779" fmla="*/ 3607114 w 7467600"/>
              <a:gd name="connsiteY779" fmla="*/ 467441 h 6858000"/>
              <a:gd name="connsiteX780" fmla="*/ 3296242 w 7467600"/>
              <a:gd name="connsiteY780" fmla="*/ 807991 h 6858000"/>
              <a:gd name="connsiteX781" fmla="*/ 3174674 w 7467600"/>
              <a:gd name="connsiteY781" fmla="*/ 919759 h 6858000"/>
              <a:gd name="connsiteX782" fmla="*/ 3042978 w 7467600"/>
              <a:gd name="connsiteY782" fmla="*/ 1054894 h 6858000"/>
              <a:gd name="connsiteX783" fmla="*/ 2968914 w 7467600"/>
              <a:gd name="connsiteY783" fmla="*/ 1133756 h 6858000"/>
              <a:gd name="connsiteX784" fmla="*/ 3103823 w 7467600"/>
              <a:gd name="connsiteY784" fmla="*/ 1026814 h 6858000"/>
              <a:gd name="connsiteX785" fmla="*/ 3607114 w 7467600"/>
              <a:gd name="connsiteY785" fmla="*/ 467441 h 6858000"/>
              <a:gd name="connsiteX786" fmla="*/ 3744487 w 7467600"/>
              <a:gd name="connsiteY786" fmla="*/ 383136 h 6858000"/>
              <a:gd name="connsiteX787" fmla="*/ 3970213 w 7467600"/>
              <a:gd name="connsiteY787" fmla="*/ 995559 h 6858000"/>
              <a:gd name="connsiteX788" fmla="*/ 3744487 w 7467600"/>
              <a:gd name="connsiteY788" fmla="*/ 383136 h 6858000"/>
              <a:gd name="connsiteX789" fmla="*/ 3624562 w 7467600"/>
              <a:gd name="connsiteY789" fmla="*/ 367041 h 6858000"/>
              <a:gd name="connsiteX790" fmla="*/ 3489712 w 7467600"/>
              <a:gd name="connsiteY790" fmla="*/ 485386 h 6858000"/>
              <a:gd name="connsiteX791" fmla="*/ 3182994 w 7467600"/>
              <a:gd name="connsiteY791" fmla="*/ 828265 h 6858000"/>
              <a:gd name="connsiteX792" fmla="*/ 2892114 w 7467600"/>
              <a:gd name="connsiteY792" fmla="*/ 1172635 h 6858000"/>
              <a:gd name="connsiteX793" fmla="*/ 3021459 w 7467600"/>
              <a:gd name="connsiteY793" fmla="*/ 1035385 h 6858000"/>
              <a:gd name="connsiteX794" fmla="*/ 3153873 w 7467600"/>
              <a:gd name="connsiteY794" fmla="*/ 898971 h 6858000"/>
              <a:gd name="connsiteX795" fmla="*/ 3276511 w 7467600"/>
              <a:gd name="connsiteY795" fmla="*/ 786423 h 6858000"/>
              <a:gd name="connsiteX796" fmla="*/ 3584154 w 7467600"/>
              <a:gd name="connsiteY796" fmla="*/ 448218 h 6858000"/>
              <a:gd name="connsiteX797" fmla="*/ 3624562 w 7467600"/>
              <a:gd name="connsiteY797" fmla="*/ 367041 h 6858000"/>
              <a:gd name="connsiteX798" fmla="*/ 3766672 w 7467600"/>
              <a:gd name="connsiteY798" fmla="*/ 359429 h 6858000"/>
              <a:gd name="connsiteX799" fmla="*/ 3996338 w 7467600"/>
              <a:gd name="connsiteY799" fmla="*/ 968237 h 6858000"/>
              <a:gd name="connsiteX800" fmla="*/ 3766672 w 7467600"/>
              <a:gd name="connsiteY800" fmla="*/ 359429 h 6858000"/>
              <a:gd name="connsiteX801" fmla="*/ 5805386 w 7467600"/>
              <a:gd name="connsiteY801" fmla="*/ 239240 h 6858000"/>
              <a:gd name="connsiteX802" fmla="*/ 5736947 w 7467600"/>
              <a:gd name="connsiteY802" fmla="*/ 261367 h 6858000"/>
              <a:gd name="connsiteX803" fmla="*/ 5427012 w 7467600"/>
              <a:gd name="connsiteY803" fmla="*/ 311272 h 6858000"/>
              <a:gd name="connsiteX804" fmla="*/ 5147818 w 7467600"/>
              <a:gd name="connsiteY804" fmla="*/ 322112 h 6858000"/>
              <a:gd name="connsiteX805" fmla="*/ 5060854 w 7467600"/>
              <a:gd name="connsiteY805" fmla="*/ 311882 h 6858000"/>
              <a:gd name="connsiteX806" fmla="*/ 4945989 w 7467600"/>
              <a:gd name="connsiteY806" fmla="*/ 300516 h 6858000"/>
              <a:gd name="connsiteX807" fmla="*/ 5410479 w 7467600"/>
              <a:gd name="connsiteY807" fmla="*/ 348434 h 6858000"/>
              <a:gd name="connsiteX808" fmla="*/ 5805386 w 7467600"/>
              <a:gd name="connsiteY808" fmla="*/ 239240 h 6858000"/>
              <a:gd name="connsiteX809" fmla="*/ 5905192 w 7467600"/>
              <a:gd name="connsiteY809" fmla="*/ 163079 h 6858000"/>
              <a:gd name="connsiteX810" fmla="*/ 5865655 w 7467600"/>
              <a:gd name="connsiteY810" fmla="*/ 171901 h 6858000"/>
              <a:gd name="connsiteX811" fmla="*/ 5259740 w 7467600"/>
              <a:gd name="connsiteY811" fmla="*/ 257013 h 6858000"/>
              <a:gd name="connsiteX812" fmla="*/ 5208466 w 7467600"/>
              <a:gd name="connsiteY812" fmla="*/ 257550 h 6858000"/>
              <a:gd name="connsiteX813" fmla="*/ 4980204 w 7467600"/>
              <a:gd name="connsiteY813" fmla="*/ 271903 h 6858000"/>
              <a:gd name="connsiteX814" fmla="*/ 5068068 w 7467600"/>
              <a:gd name="connsiteY814" fmla="*/ 282244 h 6858000"/>
              <a:gd name="connsiteX815" fmla="*/ 5153231 w 7467600"/>
              <a:gd name="connsiteY815" fmla="*/ 292240 h 6858000"/>
              <a:gd name="connsiteX816" fmla="*/ 5426491 w 7467600"/>
              <a:gd name="connsiteY816" fmla="*/ 281128 h 6858000"/>
              <a:gd name="connsiteX817" fmla="*/ 5731212 w 7467600"/>
              <a:gd name="connsiteY817" fmla="*/ 231951 h 6858000"/>
              <a:gd name="connsiteX818" fmla="*/ 5905192 w 7467600"/>
              <a:gd name="connsiteY818" fmla="*/ 163079 h 6858000"/>
              <a:gd name="connsiteX819" fmla="*/ 5944437 w 7467600"/>
              <a:gd name="connsiteY819" fmla="*/ 113829 h 6858000"/>
              <a:gd name="connsiteX820" fmla="*/ 5825032 w 7467600"/>
              <a:gd name="connsiteY820" fmla="*/ 146405 h 6858000"/>
              <a:gd name="connsiteX821" fmla="*/ 4955599 w 7467600"/>
              <a:gd name="connsiteY821" fmla="*/ 247008 h 6858000"/>
              <a:gd name="connsiteX822" fmla="*/ 5210104 w 7467600"/>
              <a:gd name="connsiteY822" fmla="*/ 228123 h 6858000"/>
              <a:gd name="connsiteX823" fmla="*/ 5261015 w 7467600"/>
              <a:gd name="connsiteY823" fmla="*/ 227087 h 6858000"/>
              <a:gd name="connsiteX824" fmla="*/ 5861181 w 7467600"/>
              <a:gd name="connsiteY824" fmla="*/ 143093 h 6858000"/>
              <a:gd name="connsiteX825" fmla="*/ 5961252 w 7467600"/>
              <a:gd name="connsiteY825" fmla="*/ 114820 h 6858000"/>
              <a:gd name="connsiteX826" fmla="*/ 5944437 w 7467600"/>
              <a:gd name="connsiteY826" fmla="*/ 113829 h 6858000"/>
              <a:gd name="connsiteX827" fmla="*/ 3882765 w 7467600"/>
              <a:gd name="connsiteY827" fmla="*/ 0 h 6858000"/>
              <a:gd name="connsiteX828" fmla="*/ 3995099 w 7467600"/>
              <a:gd name="connsiteY828" fmla="*/ 0 h 6858000"/>
              <a:gd name="connsiteX829" fmla="*/ 4163818 w 7467600"/>
              <a:gd name="connsiteY829" fmla="*/ 234104 h 6858000"/>
              <a:gd name="connsiteX830" fmla="*/ 4172099 w 7467600"/>
              <a:gd name="connsiteY830" fmla="*/ 234207 h 6858000"/>
              <a:gd name="connsiteX831" fmla="*/ 4784282 w 7467600"/>
              <a:gd name="connsiteY831" fmla="*/ 276561 h 6858000"/>
              <a:gd name="connsiteX832" fmla="*/ 4801687 w 7467600"/>
              <a:gd name="connsiteY832" fmla="*/ 267764 h 6858000"/>
              <a:gd name="connsiteX833" fmla="*/ 6082788 w 7467600"/>
              <a:gd name="connsiteY833" fmla="*/ 64119 h 6858000"/>
              <a:gd name="connsiteX834" fmla="*/ 6099442 w 7467600"/>
              <a:gd name="connsiteY834" fmla="*/ 82568 h 6858000"/>
              <a:gd name="connsiteX835" fmla="*/ 4804137 w 7467600"/>
              <a:gd name="connsiteY835" fmla="*/ 320931 h 6858000"/>
              <a:gd name="connsiteX836" fmla="*/ 4227047 w 7467600"/>
              <a:gd name="connsiteY836" fmla="*/ 313415 h 6858000"/>
              <a:gd name="connsiteX837" fmla="*/ 4346041 w 7467600"/>
              <a:gd name="connsiteY837" fmla="*/ 456086 h 6858000"/>
              <a:gd name="connsiteX838" fmla="*/ 4870967 w 7467600"/>
              <a:gd name="connsiteY838" fmla="*/ 963061 h 6858000"/>
              <a:gd name="connsiteX839" fmla="*/ 4889647 w 7467600"/>
              <a:gd name="connsiteY839" fmla="*/ 957147 h 6858000"/>
              <a:gd name="connsiteX840" fmla="*/ 5422504 w 7467600"/>
              <a:gd name="connsiteY840" fmla="*/ 805191 h 6858000"/>
              <a:gd name="connsiteX841" fmla="*/ 6087656 w 7467600"/>
              <a:gd name="connsiteY841" fmla="*/ 826703 h 6858000"/>
              <a:gd name="connsiteX842" fmla="*/ 6058717 w 7467600"/>
              <a:gd name="connsiteY842" fmla="*/ 865992 h 6858000"/>
              <a:gd name="connsiteX843" fmla="*/ 4974153 w 7467600"/>
              <a:gd name="connsiteY843" fmla="*/ 1045456 h 6858000"/>
              <a:gd name="connsiteX844" fmla="*/ 5627835 w 7467600"/>
              <a:gd name="connsiteY844" fmla="*/ 1472077 h 6858000"/>
              <a:gd name="connsiteX845" fmla="*/ 5629817 w 7467600"/>
              <a:gd name="connsiteY845" fmla="*/ 1471412 h 6858000"/>
              <a:gd name="connsiteX846" fmla="*/ 5634124 w 7467600"/>
              <a:gd name="connsiteY846" fmla="*/ 1470572 h 6858000"/>
              <a:gd name="connsiteX847" fmla="*/ 5755832 w 7467600"/>
              <a:gd name="connsiteY847" fmla="*/ 1383886 h 6858000"/>
              <a:gd name="connsiteX848" fmla="*/ 6014186 w 7467600"/>
              <a:gd name="connsiteY848" fmla="*/ 1279799 h 6858000"/>
              <a:gd name="connsiteX849" fmla="*/ 6901619 w 7467600"/>
              <a:gd name="connsiteY849" fmla="*/ 1047874 h 6858000"/>
              <a:gd name="connsiteX850" fmla="*/ 6931566 w 7467600"/>
              <a:gd name="connsiteY850" fmla="*/ 1062034 h 6858000"/>
              <a:gd name="connsiteX851" fmla="*/ 5790982 w 7467600"/>
              <a:gd name="connsiteY851" fmla="*/ 1561380 h 6858000"/>
              <a:gd name="connsiteX852" fmla="*/ 6188971 w 7467600"/>
              <a:gd name="connsiteY852" fmla="*/ 1755168 h 6858000"/>
              <a:gd name="connsiteX853" fmla="*/ 6202446 w 7467600"/>
              <a:gd name="connsiteY853" fmla="*/ 1752268 h 6858000"/>
              <a:gd name="connsiteX854" fmla="*/ 7179560 w 7467600"/>
              <a:gd name="connsiteY854" fmla="*/ 1467551 h 6858000"/>
              <a:gd name="connsiteX855" fmla="*/ 7158730 w 7467600"/>
              <a:gd name="connsiteY855" fmla="*/ 1507835 h 6858000"/>
              <a:gd name="connsiteX856" fmla="*/ 6326959 w 7467600"/>
              <a:gd name="connsiteY856" fmla="*/ 1817686 h 6858000"/>
              <a:gd name="connsiteX857" fmla="*/ 6537433 w 7467600"/>
              <a:gd name="connsiteY857" fmla="*/ 1907790 h 6858000"/>
              <a:gd name="connsiteX858" fmla="*/ 6550221 w 7467600"/>
              <a:gd name="connsiteY858" fmla="*/ 1910729 h 6858000"/>
              <a:gd name="connsiteX859" fmla="*/ 6964438 w 7467600"/>
              <a:gd name="connsiteY859" fmla="*/ 2209505 h 6858000"/>
              <a:gd name="connsiteX860" fmla="*/ 7367862 w 7467600"/>
              <a:gd name="connsiteY860" fmla="*/ 2806833 h 6858000"/>
              <a:gd name="connsiteX861" fmla="*/ 7364329 w 7467600"/>
              <a:gd name="connsiteY861" fmla="*/ 2826907 h 6858000"/>
              <a:gd name="connsiteX862" fmla="*/ 7290545 w 7467600"/>
              <a:gd name="connsiteY862" fmla="*/ 2850663 h 6858000"/>
              <a:gd name="connsiteX863" fmla="*/ 6472036 w 7467600"/>
              <a:gd name="connsiteY863" fmla="*/ 1959003 h 6858000"/>
              <a:gd name="connsiteX864" fmla="*/ 5792897 w 7467600"/>
              <a:gd name="connsiteY864" fmla="*/ 1647747 h 6858000"/>
              <a:gd name="connsiteX865" fmla="*/ 5842751 w 7467600"/>
              <a:gd name="connsiteY865" fmla="*/ 1816112 h 6858000"/>
              <a:gd name="connsiteX866" fmla="*/ 5847424 w 7467600"/>
              <a:gd name="connsiteY866" fmla="*/ 1815776 h 6858000"/>
              <a:gd name="connsiteX867" fmla="*/ 6399821 w 7467600"/>
              <a:gd name="connsiteY867" fmla="*/ 2344799 h 6858000"/>
              <a:gd name="connsiteX868" fmla="*/ 6323232 w 7467600"/>
              <a:gd name="connsiteY868" fmla="*/ 2389634 h 6858000"/>
              <a:gd name="connsiteX869" fmla="*/ 5942958 w 7467600"/>
              <a:gd name="connsiteY869" fmla="*/ 2077708 h 6858000"/>
              <a:gd name="connsiteX870" fmla="*/ 5921559 w 7467600"/>
              <a:gd name="connsiteY870" fmla="*/ 2378596 h 6858000"/>
              <a:gd name="connsiteX871" fmla="*/ 5817651 w 7467600"/>
              <a:gd name="connsiteY871" fmla="*/ 3023919 h 6858000"/>
              <a:gd name="connsiteX872" fmla="*/ 5729634 w 7467600"/>
              <a:gd name="connsiteY872" fmla="*/ 3051849 h 6858000"/>
              <a:gd name="connsiteX873" fmla="*/ 5611018 w 7467600"/>
              <a:gd name="connsiteY873" fmla="*/ 2316769 h 6858000"/>
              <a:gd name="connsiteX874" fmla="*/ 5687608 w 7467600"/>
              <a:gd name="connsiteY874" fmla="*/ 2039972 h 6858000"/>
              <a:gd name="connsiteX875" fmla="*/ 5657554 w 7467600"/>
              <a:gd name="connsiteY875" fmla="*/ 1576445 h 6858000"/>
              <a:gd name="connsiteX876" fmla="*/ 5150475 w 7467600"/>
              <a:gd name="connsiteY876" fmla="*/ 1274012 h 6858000"/>
              <a:gd name="connsiteX877" fmla="*/ 5349142 w 7467600"/>
              <a:gd name="connsiteY877" fmla="*/ 2204405 h 6858000"/>
              <a:gd name="connsiteX878" fmla="*/ 5262214 w 7467600"/>
              <a:gd name="connsiteY878" fmla="*/ 2233836 h 6858000"/>
              <a:gd name="connsiteX879" fmla="*/ 4981539 w 7467600"/>
              <a:gd name="connsiteY879" fmla="*/ 1542201 h 6858000"/>
              <a:gd name="connsiteX880" fmla="*/ 4958461 w 7467600"/>
              <a:gd name="connsiteY880" fmla="*/ 1136957 h 6858000"/>
              <a:gd name="connsiteX881" fmla="*/ 4655015 w 7467600"/>
              <a:gd name="connsiteY881" fmla="*/ 891426 h 6858000"/>
              <a:gd name="connsiteX882" fmla="*/ 4348002 w 7467600"/>
              <a:gd name="connsiteY882" fmla="*/ 2205895 h 6858000"/>
              <a:gd name="connsiteX883" fmla="*/ 4262250 w 7467600"/>
              <a:gd name="connsiteY883" fmla="*/ 2219972 h 6858000"/>
              <a:gd name="connsiteX884" fmla="*/ 4550611 w 7467600"/>
              <a:gd name="connsiteY884" fmla="*/ 817540 h 6858000"/>
              <a:gd name="connsiteX885" fmla="*/ 4564418 w 7467600"/>
              <a:gd name="connsiteY885" fmla="*/ 808293 h 6858000"/>
              <a:gd name="connsiteX886" fmla="*/ 4266388 w 7467600"/>
              <a:gd name="connsiteY886" fmla="*/ 500083 h 6858000"/>
              <a:gd name="connsiteX887" fmla="*/ 4032842 w 7467600"/>
              <a:gd name="connsiteY887" fmla="*/ 211809 h 6858000"/>
              <a:gd name="connsiteX888" fmla="*/ 3882765 w 7467600"/>
              <a:gd name="connsiteY888" fmla="*/ 0 h 6858000"/>
              <a:gd name="connsiteX889" fmla="*/ 3721337 w 7467600"/>
              <a:gd name="connsiteY889" fmla="*/ 0 h 6858000"/>
              <a:gd name="connsiteX890" fmla="*/ 3797544 w 7467600"/>
              <a:gd name="connsiteY890" fmla="*/ 0 h 6858000"/>
              <a:gd name="connsiteX891" fmla="*/ 3775734 w 7467600"/>
              <a:gd name="connsiteY891" fmla="*/ 95131 h 6858000"/>
              <a:gd name="connsiteX892" fmla="*/ 3724807 w 7467600"/>
              <a:gd name="connsiteY892" fmla="*/ 272257 h 6858000"/>
              <a:gd name="connsiteX893" fmla="*/ 3726844 w 7467600"/>
              <a:gd name="connsiteY893" fmla="*/ 282988 h 6858000"/>
              <a:gd name="connsiteX894" fmla="*/ 3742664 w 7467600"/>
              <a:gd name="connsiteY894" fmla="*/ 279918 h 6858000"/>
              <a:gd name="connsiteX895" fmla="*/ 4103910 w 7467600"/>
              <a:gd name="connsiteY895" fmla="*/ 1161917 h 6858000"/>
              <a:gd name="connsiteX896" fmla="*/ 4020269 w 7467600"/>
              <a:gd name="connsiteY896" fmla="*/ 1200406 h 6858000"/>
              <a:gd name="connsiteX897" fmla="*/ 3674882 w 7467600"/>
              <a:gd name="connsiteY897" fmla="*/ 488524 h 6858000"/>
              <a:gd name="connsiteX898" fmla="*/ 3132682 w 7467600"/>
              <a:gd name="connsiteY898" fmla="*/ 1072284 h 6858000"/>
              <a:gd name="connsiteX899" fmla="*/ 2716346 w 7467600"/>
              <a:gd name="connsiteY899" fmla="*/ 1276376 h 6858000"/>
              <a:gd name="connsiteX900" fmla="*/ 2716772 w 7467600"/>
              <a:gd name="connsiteY900" fmla="*/ 1255462 h 6858000"/>
              <a:gd name="connsiteX901" fmla="*/ 3471096 w 7467600"/>
              <a:gd name="connsiteY901" fmla="*/ 437072 h 6858000"/>
              <a:gd name="connsiteX902" fmla="*/ 3639057 w 7467600"/>
              <a:gd name="connsiteY902" fmla="*/ 286334 h 6858000"/>
              <a:gd name="connsiteX903" fmla="*/ 3640309 w 7467600"/>
              <a:gd name="connsiteY903" fmla="*/ 284664 h 6858000"/>
              <a:gd name="connsiteX904" fmla="*/ 3646022 w 7467600"/>
              <a:gd name="connsiteY904" fmla="*/ 276711 h 6858000"/>
              <a:gd name="connsiteX905" fmla="*/ 3707943 w 7467600"/>
              <a:gd name="connsiteY905" fmla="*/ 65958 h 6858000"/>
              <a:gd name="connsiteX906" fmla="*/ 3721337 w 7467600"/>
              <a:gd name="connsiteY906" fmla="*/ 0 h 6858000"/>
              <a:gd name="connsiteX907" fmla="*/ 2867960 w 7467600"/>
              <a:gd name="connsiteY907" fmla="*/ 0 h 6858000"/>
              <a:gd name="connsiteX908" fmla="*/ 2926351 w 7467600"/>
              <a:gd name="connsiteY908" fmla="*/ 0 h 6858000"/>
              <a:gd name="connsiteX909" fmla="*/ 2902823 w 7467600"/>
              <a:gd name="connsiteY909" fmla="*/ 262929 h 6858000"/>
              <a:gd name="connsiteX910" fmla="*/ 2940663 w 7467600"/>
              <a:gd name="connsiteY910" fmla="*/ 140884 h 6858000"/>
              <a:gd name="connsiteX911" fmla="*/ 2947039 w 7467600"/>
              <a:gd name="connsiteY911" fmla="*/ 122524 h 6858000"/>
              <a:gd name="connsiteX912" fmla="*/ 2984316 w 7467600"/>
              <a:gd name="connsiteY912" fmla="*/ 0 h 6858000"/>
              <a:gd name="connsiteX913" fmla="*/ 3016114 w 7467600"/>
              <a:gd name="connsiteY913" fmla="*/ 0 h 6858000"/>
              <a:gd name="connsiteX914" fmla="*/ 2979949 w 7467600"/>
              <a:gd name="connsiteY914" fmla="*/ 119274 h 6858000"/>
              <a:gd name="connsiteX915" fmla="*/ 3023879 w 7467600"/>
              <a:gd name="connsiteY915" fmla="*/ 0 h 6858000"/>
              <a:gd name="connsiteX916" fmla="*/ 3105400 w 7467600"/>
              <a:gd name="connsiteY916" fmla="*/ 0 h 6858000"/>
              <a:gd name="connsiteX917" fmla="*/ 3094669 w 7467600"/>
              <a:gd name="connsiteY917" fmla="*/ 30308 h 6858000"/>
              <a:gd name="connsiteX918" fmla="*/ 2901945 w 7467600"/>
              <a:gd name="connsiteY918" fmla="*/ 466538 h 6858000"/>
              <a:gd name="connsiteX919" fmla="*/ 2815209 w 7467600"/>
              <a:gd name="connsiteY919" fmla="*/ 497361 h 6858000"/>
              <a:gd name="connsiteX920" fmla="*/ 2844845 w 7467600"/>
              <a:gd name="connsiteY920" fmla="*/ 127638 h 6858000"/>
              <a:gd name="connsiteX921" fmla="*/ 2867960 w 7467600"/>
              <a:gd name="connsiteY921" fmla="*/ 0 h 6858000"/>
              <a:gd name="connsiteX922" fmla="*/ 1057230 w 7467600"/>
              <a:gd name="connsiteY922" fmla="*/ 0 h 6858000"/>
              <a:gd name="connsiteX923" fmla="*/ 1111003 w 7467600"/>
              <a:gd name="connsiteY923" fmla="*/ 0 h 6858000"/>
              <a:gd name="connsiteX924" fmla="*/ 1125553 w 7467600"/>
              <a:gd name="connsiteY924" fmla="*/ 52588 h 6858000"/>
              <a:gd name="connsiteX925" fmla="*/ 1304276 w 7467600"/>
              <a:gd name="connsiteY925" fmla="*/ 476275 h 6858000"/>
              <a:gd name="connsiteX926" fmla="*/ 1492066 w 7467600"/>
              <a:gd name="connsiteY926" fmla="*/ 886333 h 6858000"/>
              <a:gd name="connsiteX927" fmla="*/ 1423698 w 7467600"/>
              <a:gd name="connsiteY927" fmla="*/ 710817 h 6858000"/>
              <a:gd name="connsiteX928" fmla="*/ 1357609 w 7467600"/>
              <a:gd name="connsiteY928" fmla="*/ 532892 h 6858000"/>
              <a:gd name="connsiteX929" fmla="*/ 1309550 w 7467600"/>
              <a:gd name="connsiteY929" fmla="*/ 374031 h 6858000"/>
              <a:gd name="connsiteX930" fmla="*/ 1193673 w 7467600"/>
              <a:gd name="connsiteY930" fmla="*/ 49533 h 6858000"/>
              <a:gd name="connsiteX931" fmla="*/ 1164391 w 7467600"/>
              <a:gd name="connsiteY931" fmla="*/ 0 h 6858000"/>
              <a:gd name="connsiteX932" fmla="*/ 1200666 w 7467600"/>
              <a:gd name="connsiteY932" fmla="*/ 0 h 6858000"/>
              <a:gd name="connsiteX933" fmla="*/ 1223408 w 7467600"/>
              <a:gd name="connsiteY933" fmla="*/ 38996 h 6858000"/>
              <a:gd name="connsiteX934" fmla="*/ 1339635 w 7467600"/>
              <a:gd name="connsiteY934" fmla="*/ 365517 h 6858000"/>
              <a:gd name="connsiteX935" fmla="*/ 1387469 w 7467600"/>
              <a:gd name="connsiteY935" fmla="*/ 523079 h 6858000"/>
              <a:gd name="connsiteX936" fmla="*/ 1452685 w 7467600"/>
              <a:gd name="connsiteY936" fmla="*/ 699806 h 6858000"/>
              <a:gd name="connsiteX937" fmla="*/ 1492092 w 7467600"/>
              <a:gd name="connsiteY937" fmla="*/ 800424 h 6858000"/>
              <a:gd name="connsiteX938" fmla="*/ 1455302 w 7467600"/>
              <a:gd name="connsiteY938" fmla="*/ 632913 h 6858000"/>
              <a:gd name="connsiteX939" fmla="*/ 1222336 w 7467600"/>
              <a:gd name="connsiteY939" fmla="*/ 9480 h 6858000"/>
              <a:gd name="connsiteX940" fmla="*/ 1214634 w 7467600"/>
              <a:gd name="connsiteY940" fmla="*/ 0 h 6858000"/>
              <a:gd name="connsiteX941" fmla="*/ 1289827 w 7467600"/>
              <a:gd name="connsiteY941" fmla="*/ 0 h 6858000"/>
              <a:gd name="connsiteX942" fmla="*/ 1321076 w 7467600"/>
              <a:gd name="connsiteY942" fmla="*/ 59722 h 6858000"/>
              <a:gd name="connsiteX943" fmla="*/ 1512579 w 7467600"/>
              <a:gd name="connsiteY943" fmla="*/ 626441 h 6858000"/>
              <a:gd name="connsiteX944" fmla="*/ 1506076 w 7467600"/>
              <a:gd name="connsiteY944" fmla="*/ 1089289 h 6858000"/>
              <a:gd name="connsiteX945" fmla="*/ 1486346 w 7467600"/>
              <a:gd name="connsiteY945" fmla="*/ 1079919 h 6858000"/>
              <a:gd name="connsiteX946" fmla="*/ 1070511 w 7467600"/>
              <a:gd name="connsiteY946" fmla="*/ 48609 h 6858000"/>
              <a:gd name="connsiteX947" fmla="*/ 1057230 w 7467600"/>
              <a:gd name="connsiteY947" fmla="*/ 0 h 6858000"/>
              <a:gd name="connsiteX948" fmla="*/ 43151 w 7467600"/>
              <a:gd name="connsiteY948" fmla="*/ 0 h 6858000"/>
              <a:gd name="connsiteX949" fmla="*/ 95283 w 7467600"/>
              <a:gd name="connsiteY949" fmla="*/ 0 h 6858000"/>
              <a:gd name="connsiteX950" fmla="*/ 300708 w 7467600"/>
              <a:gd name="connsiteY950" fmla="*/ 154571 h 6858000"/>
              <a:gd name="connsiteX951" fmla="*/ 530414 w 7467600"/>
              <a:gd name="connsiteY951" fmla="*/ 354673 h 6858000"/>
              <a:gd name="connsiteX952" fmla="*/ 333785 w 7467600"/>
              <a:gd name="connsiteY952" fmla="*/ 161564 h 6858000"/>
              <a:gd name="connsiteX953" fmla="*/ 147005 w 7467600"/>
              <a:gd name="connsiteY953" fmla="*/ 0 h 6858000"/>
              <a:gd name="connsiteX954" fmla="*/ 272509 w 7467600"/>
              <a:gd name="connsiteY954" fmla="*/ 0 h 6858000"/>
              <a:gd name="connsiteX955" fmla="*/ 326276 w 7467600"/>
              <a:gd name="connsiteY955" fmla="*/ 45847 h 6858000"/>
              <a:gd name="connsiteX956" fmla="*/ 823759 w 7467600"/>
              <a:gd name="connsiteY956" fmla="*/ 574145 h 6858000"/>
              <a:gd name="connsiteX957" fmla="*/ 811254 w 7467600"/>
              <a:gd name="connsiteY957" fmla="*/ 665546 h 6858000"/>
              <a:gd name="connsiteX958" fmla="*/ 154042 w 7467600"/>
              <a:gd name="connsiteY958" fmla="*/ 261522 h 6858000"/>
              <a:gd name="connsiteX959" fmla="*/ 13550 w 7467600"/>
              <a:gd name="connsiteY959" fmla="*/ 158423 h 6858000"/>
              <a:gd name="connsiteX960" fmla="*/ 0 w 7467600"/>
              <a:gd name="connsiteY960" fmla="*/ 146618 h 6858000"/>
              <a:gd name="connsiteX961" fmla="*/ 0 w 7467600"/>
              <a:gd name="connsiteY961" fmla="*/ 59161 h 6858000"/>
              <a:gd name="connsiteX962" fmla="*/ 45427 w 7467600"/>
              <a:gd name="connsiteY962" fmla="*/ 101078 h 6858000"/>
              <a:gd name="connsiteX963" fmla="*/ 630103 w 7467600"/>
              <a:gd name="connsiteY963" fmla="*/ 485885 h 6858000"/>
              <a:gd name="connsiteX964" fmla="*/ 532040 w 7467600"/>
              <a:gd name="connsiteY964" fmla="*/ 399359 h 6858000"/>
              <a:gd name="connsiteX965" fmla="*/ 517618 w 7467600"/>
              <a:gd name="connsiteY965" fmla="*/ 385726 h 6858000"/>
              <a:gd name="connsiteX966" fmla="*/ 285074 w 7467600"/>
              <a:gd name="connsiteY966" fmla="*/ 182755 h 6858000"/>
              <a:gd name="connsiteX967" fmla="*/ 43151 w 7467600"/>
              <a:gd name="connsiteY96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467600 w 7467600"/>
              <a:gd name="connsiteY77" fmla="*/ 6012219 h 6858000"/>
              <a:gd name="connsiteX78" fmla="*/ 7356878 w 7467600"/>
              <a:gd name="connsiteY78" fmla="*/ 5981332 h 6858000"/>
              <a:gd name="connsiteX79" fmla="*/ 7467600 w 7467600"/>
              <a:gd name="connsiteY79" fmla="*/ 6117703 h 6858000"/>
              <a:gd name="connsiteX80" fmla="*/ 7467600 w 7467600"/>
              <a:gd name="connsiteY80" fmla="*/ 6163634 h 6858000"/>
              <a:gd name="connsiteX81" fmla="*/ 7403637 w 7467600"/>
              <a:gd name="connsiteY81" fmla="*/ 6083957 h 6858000"/>
              <a:gd name="connsiteX82" fmla="*/ 7254615 w 7467600"/>
              <a:gd name="connsiteY82" fmla="*/ 5911918 h 6858000"/>
              <a:gd name="connsiteX83" fmla="*/ 7312589 w 7467600"/>
              <a:gd name="connsiteY83" fmla="*/ 5982309 h 6858000"/>
              <a:gd name="connsiteX84" fmla="*/ 7448321 w 7467600"/>
              <a:gd name="connsiteY84" fmla="*/ 6190991 h 6858000"/>
              <a:gd name="connsiteX85" fmla="*/ 7467600 w 7467600"/>
              <a:gd name="connsiteY85" fmla="*/ 6221686 h 6858000"/>
              <a:gd name="connsiteX86" fmla="*/ 7467600 w 7467600"/>
              <a:gd name="connsiteY86" fmla="*/ 6334256 h 6858000"/>
              <a:gd name="connsiteX87" fmla="*/ 7454976 w 7467600"/>
              <a:gd name="connsiteY87" fmla="*/ 6318297 h 6858000"/>
              <a:gd name="connsiteX88" fmla="*/ 1456157 w 7467600"/>
              <a:gd name="connsiteY88" fmla="*/ 5371404 h 6858000"/>
              <a:gd name="connsiteX89" fmla="*/ 1244432 w 7467600"/>
              <a:gd name="connsiteY89" fmla="*/ 5385601 h 6858000"/>
              <a:gd name="connsiteX90" fmla="*/ 973990 w 7467600"/>
              <a:gd name="connsiteY90" fmla="*/ 5424940 h 6858000"/>
              <a:gd name="connsiteX91" fmla="*/ 1103809 w 7467600"/>
              <a:gd name="connsiteY91" fmla="*/ 5433720 h 6858000"/>
              <a:gd name="connsiteX92" fmla="*/ 1123454 w 7467600"/>
              <a:gd name="connsiteY92" fmla="*/ 5435727 h 6858000"/>
              <a:gd name="connsiteX93" fmla="*/ 1737017 w 7467600"/>
              <a:gd name="connsiteY93" fmla="*/ 5452183 h 6858000"/>
              <a:gd name="connsiteX94" fmla="*/ 1824397 w 7467600"/>
              <a:gd name="connsiteY94" fmla="*/ 5447757 h 6858000"/>
              <a:gd name="connsiteX95" fmla="*/ 2070059 w 7467600"/>
              <a:gd name="connsiteY95" fmla="*/ 5441660 h 6858000"/>
              <a:gd name="connsiteX96" fmla="*/ 1456157 w 7467600"/>
              <a:gd name="connsiteY96" fmla="*/ 5371404 h 6858000"/>
              <a:gd name="connsiteX97" fmla="*/ 4988186 w 7467600"/>
              <a:gd name="connsiteY97" fmla="*/ 5216467 h 6858000"/>
              <a:gd name="connsiteX98" fmla="*/ 4777334 w 7467600"/>
              <a:gd name="connsiteY98" fmla="*/ 5406072 h 6858000"/>
              <a:gd name="connsiteX99" fmla="*/ 4718341 w 7467600"/>
              <a:gd name="connsiteY99" fmla="*/ 5468043 h 6858000"/>
              <a:gd name="connsiteX100" fmla="*/ 4604655 w 7467600"/>
              <a:gd name="connsiteY100" fmla="*/ 5583434 h 6858000"/>
              <a:gd name="connsiteX101" fmla="*/ 4565074 w 7467600"/>
              <a:gd name="connsiteY101" fmla="*/ 5618550 h 6858000"/>
              <a:gd name="connsiteX102" fmla="*/ 4988186 w 7467600"/>
              <a:gd name="connsiteY102" fmla="*/ 5216467 h 6858000"/>
              <a:gd name="connsiteX103" fmla="*/ 4978032 w 7467600"/>
              <a:gd name="connsiteY103" fmla="*/ 5183809 h 6858000"/>
              <a:gd name="connsiteX104" fmla="*/ 4463413 w 7467600"/>
              <a:gd name="connsiteY104" fmla="*/ 5615162 h 6858000"/>
              <a:gd name="connsiteX105" fmla="*/ 4358134 w 7467600"/>
              <a:gd name="connsiteY105" fmla="*/ 5742791 h 6858000"/>
              <a:gd name="connsiteX106" fmla="*/ 4376219 w 7467600"/>
              <a:gd name="connsiteY106" fmla="*/ 5729027 h 6858000"/>
              <a:gd name="connsiteX107" fmla="*/ 4582340 w 7467600"/>
              <a:gd name="connsiteY107" fmla="*/ 5561037 h 6858000"/>
              <a:gd name="connsiteX108" fmla="*/ 4694684 w 7467600"/>
              <a:gd name="connsiteY108" fmla="*/ 5447098 h 6858000"/>
              <a:gd name="connsiteX109" fmla="*/ 4754123 w 7467600"/>
              <a:gd name="connsiteY109" fmla="*/ 5384643 h 6858000"/>
              <a:gd name="connsiteX110" fmla="*/ 4978032 w 7467600"/>
              <a:gd name="connsiteY110" fmla="*/ 5183809 h 6858000"/>
              <a:gd name="connsiteX111" fmla="*/ 1903353 w 7467600"/>
              <a:gd name="connsiteY111" fmla="*/ 5044827 h 6858000"/>
              <a:gd name="connsiteX112" fmla="*/ 1936931 w 7467600"/>
              <a:gd name="connsiteY112" fmla="*/ 5093954 h 6858000"/>
              <a:gd name="connsiteX113" fmla="*/ 2195868 w 7467600"/>
              <a:gd name="connsiteY113" fmla="*/ 5396574 h 6858000"/>
              <a:gd name="connsiteX114" fmla="*/ 2088852 w 7467600"/>
              <a:gd name="connsiteY114" fmla="*/ 5166123 h 6858000"/>
              <a:gd name="connsiteX115" fmla="*/ 1958241 w 7467600"/>
              <a:gd name="connsiteY115" fmla="*/ 5067955 h 6858000"/>
              <a:gd name="connsiteX116" fmla="*/ 1903353 w 7467600"/>
              <a:gd name="connsiteY116" fmla="*/ 5044827 h 6858000"/>
              <a:gd name="connsiteX117" fmla="*/ 1979378 w 7467600"/>
              <a:gd name="connsiteY117" fmla="*/ 4769504 h 6858000"/>
              <a:gd name="connsiteX118" fmla="*/ 2882120 w 7467600"/>
              <a:gd name="connsiteY118" fmla="*/ 5064547 h 6858000"/>
              <a:gd name="connsiteX119" fmla="*/ 2793103 w 7467600"/>
              <a:gd name="connsiteY119" fmla="*/ 5039699 h 6858000"/>
              <a:gd name="connsiteX120" fmla="*/ 2770041 w 7467600"/>
              <a:gd name="connsiteY120" fmla="*/ 5033634 h 6858000"/>
              <a:gd name="connsiteX121" fmla="*/ 1979378 w 7467600"/>
              <a:gd name="connsiteY121" fmla="*/ 4769504 h 6858000"/>
              <a:gd name="connsiteX122" fmla="*/ 1927410 w 7467600"/>
              <a:gd name="connsiteY122" fmla="*/ 4716164 h 6858000"/>
              <a:gd name="connsiteX123" fmla="*/ 1959587 w 7467600"/>
              <a:gd name="connsiteY123" fmla="*/ 4728849 h 6858000"/>
              <a:gd name="connsiteX124" fmla="*/ 2777707 w 7467600"/>
              <a:gd name="connsiteY124" fmla="*/ 5003991 h 6858000"/>
              <a:gd name="connsiteX125" fmla="*/ 2800768 w 7467600"/>
              <a:gd name="connsiteY125" fmla="*/ 5010056 h 6858000"/>
              <a:gd name="connsiteX126" fmla="*/ 2879408 w 7467600"/>
              <a:gd name="connsiteY126" fmla="*/ 5031590 h 6858000"/>
              <a:gd name="connsiteX127" fmla="*/ 2862295 w 7467600"/>
              <a:gd name="connsiteY127" fmla="*/ 5022958 h 6858000"/>
              <a:gd name="connsiteX128" fmla="*/ 2813343 w 7467600"/>
              <a:gd name="connsiteY128" fmla="*/ 4998369 h 6858000"/>
              <a:gd name="connsiteX129" fmla="*/ 2646245 w 7467600"/>
              <a:gd name="connsiteY129" fmla="*/ 4930999 h 6858000"/>
              <a:gd name="connsiteX130" fmla="*/ 1999243 w 7467600"/>
              <a:gd name="connsiteY130" fmla="*/ 4730524 h 6858000"/>
              <a:gd name="connsiteX131" fmla="*/ 1979527 w 7467600"/>
              <a:gd name="connsiteY131" fmla="*/ 4726651 h 6858000"/>
              <a:gd name="connsiteX132" fmla="*/ 1927410 w 7467600"/>
              <a:gd name="connsiteY132" fmla="*/ 4716164 h 6858000"/>
              <a:gd name="connsiteX133" fmla="*/ 1997014 w 7467600"/>
              <a:gd name="connsiteY133" fmla="*/ 4698007 h 6858000"/>
              <a:gd name="connsiteX134" fmla="*/ 2005458 w 7467600"/>
              <a:gd name="connsiteY134" fmla="*/ 4699540 h 6858000"/>
              <a:gd name="connsiteX135" fmla="*/ 2657186 w 7467600"/>
              <a:gd name="connsiteY135" fmla="*/ 4901687 h 6858000"/>
              <a:gd name="connsiteX136" fmla="*/ 2826662 w 7467600"/>
              <a:gd name="connsiteY136" fmla="*/ 4970362 h 6858000"/>
              <a:gd name="connsiteX137" fmla="*/ 2876100 w 7467600"/>
              <a:gd name="connsiteY137" fmla="*/ 4995397 h 6858000"/>
              <a:gd name="connsiteX138" fmla="*/ 3042600 w 7467600"/>
              <a:gd name="connsiteY138" fmla="*/ 5059532 h 6858000"/>
              <a:gd name="connsiteX139" fmla="*/ 1997014 w 7467600"/>
              <a:gd name="connsiteY139" fmla="*/ 4698007 h 6858000"/>
              <a:gd name="connsiteX140" fmla="*/ 2305292 w 7467600"/>
              <a:gd name="connsiteY140" fmla="*/ 4219492 h 6858000"/>
              <a:gd name="connsiteX141" fmla="*/ 3360922 w 7467600"/>
              <a:gd name="connsiteY141" fmla="*/ 4529373 h 6858000"/>
              <a:gd name="connsiteX142" fmla="*/ 3492420 w 7467600"/>
              <a:gd name="connsiteY142" fmla="*/ 4510145 h 6858000"/>
              <a:gd name="connsiteX143" fmla="*/ 3364086 w 7467600"/>
              <a:gd name="connsiteY143" fmla="*/ 4480340 h 6858000"/>
              <a:gd name="connsiteX144" fmla="*/ 3225818 w 7467600"/>
              <a:gd name="connsiteY144" fmla="*/ 4411822 h 6858000"/>
              <a:gd name="connsiteX145" fmla="*/ 3129696 w 7467600"/>
              <a:gd name="connsiteY145" fmla="*/ 4360704 h 6858000"/>
              <a:gd name="connsiteX146" fmla="*/ 2814545 w 7467600"/>
              <a:gd name="connsiteY146" fmla="*/ 4282955 h 6858000"/>
              <a:gd name="connsiteX147" fmla="*/ 2305292 w 7467600"/>
              <a:gd name="connsiteY147" fmla="*/ 4219492 h 6858000"/>
              <a:gd name="connsiteX148" fmla="*/ 2626982 w 7467600"/>
              <a:gd name="connsiteY148" fmla="*/ 4206450 h 6858000"/>
              <a:gd name="connsiteX149" fmla="*/ 2490617 w 7467600"/>
              <a:gd name="connsiteY149" fmla="*/ 4206951 h 6858000"/>
              <a:gd name="connsiteX150" fmla="*/ 2819869 w 7467600"/>
              <a:gd name="connsiteY150" fmla="*/ 4252936 h 6858000"/>
              <a:gd name="connsiteX151" fmla="*/ 3143018 w 7467600"/>
              <a:gd name="connsiteY151" fmla="*/ 4332698 h 6858000"/>
              <a:gd name="connsiteX152" fmla="*/ 3241520 w 7467600"/>
              <a:gd name="connsiteY152" fmla="*/ 4385112 h 6858000"/>
              <a:gd name="connsiteX153" fmla="*/ 3374575 w 7467600"/>
              <a:gd name="connsiteY153" fmla="*/ 4451517 h 6858000"/>
              <a:gd name="connsiteX154" fmla="*/ 3505221 w 7467600"/>
              <a:gd name="connsiteY154" fmla="*/ 4480757 h 6858000"/>
              <a:gd name="connsiteX155" fmla="*/ 2626982 w 7467600"/>
              <a:gd name="connsiteY155" fmla="*/ 4206450 h 6858000"/>
              <a:gd name="connsiteX156" fmla="*/ 1310106 w 7467600"/>
              <a:gd name="connsiteY156" fmla="*/ 3943217 h 6858000"/>
              <a:gd name="connsiteX157" fmla="*/ 854994 w 7467600"/>
              <a:gd name="connsiteY157" fmla="*/ 4399136 h 6858000"/>
              <a:gd name="connsiteX158" fmla="*/ 742462 w 7467600"/>
              <a:gd name="connsiteY158" fmla="*/ 4594648 h 6858000"/>
              <a:gd name="connsiteX159" fmla="*/ 820602 w 7467600"/>
              <a:gd name="connsiteY159" fmla="*/ 4485915 h 6858000"/>
              <a:gd name="connsiteX160" fmla="*/ 878295 w 7467600"/>
              <a:gd name="connsiteY160" fmla="*/ 4403594 h 6858000"/>
              <a:gd name="connsiteX161" fmla="*/ 1240607 w 7467600"/>
              <a:gd name="connsiteY161" fmla="*/ 4010401 h 6858000"/>
              <a:gd name="connsiteX162" fmla="*/ 1310106 w 7467600"/>
              <a:gd name="connsiteY162" fmla="*/ 3943217 h 6858000"/>
              <a:gd name="connsiteX163" fmla="*/ 1423113 w 7467600"/>
              <a:gd name="connsiteY163" fmla="*/ 3874565 h 6858000"/>
              <a:gd name="connsiteX164" fmla="*/ 1260565 w 7467600"/>
              <a:gd name="connsiteY164" fmla="*/ 4031982 h 6858000"/>
              <a:gd name="connsiteX165" fmla="*/ 901900 w 7467600"/>
              <a:gd name="connsiteY165" fmla="*/ 4421236 h 6858000"/>
              <a:gd name="connsiteX166" fmla="*/ 845044 w 7467600"/>
              <a:gd name="connsiteY166" fmla="*/ 4502436 h 6858000"/>
              <a:gd name="connsiteX167" fmla="*/ 685926 w 7467600"/>
              <a:gd name="connsiteY167" fmla="*/ 4703069 h 6858000"/>
              <a:gd name="connsiteX168" fmla="*/ 684248 w 7467600"/>
              <a:gd name="connsiteY168" fmla="*/ 4706721 h 6858000"/>
              <a:gd name="connsiteX169" fmla="*/ 1423113 w 7467600"/>
              <a:gd name="connsiteY169" fmla="*/ 3874565 h 6858000"/>
              <a:gd name="connsiteX170" fmla="*/ 3316479 w 7467600"/>
              <a:gd name="connsiteY170" fmla="*/ 3872136 h 6858000"/>
              <a:gd name="connsiteX171" fmla="*/ 3546806 w 7467600"/>
              <a:gd name="connsiteY171" fmla="*/ 4356139 h 6858000"/>
              <a:gd name="connsiteX172" fmla="*/ 3364433 w 7467600"/>
              <a:gd name="connsiteY172" fmla="*/ 3953121 h 6858000"/>
              <a:gd name="connsiteX173" fmla="*/ 3316479 w 7467600"/>
              <a:gd name="connsiteY173" fmla="*/ 3872136 h 6858000"/>
              <a:gd name="connsiteX174" fmla="*/ 3291335 w 7467600"/>
              <a:gd name="connsiteY174" fmla="*/ 3767420 h 6858000"/>
              <a:gd name="connsiteX175" fmla="*/ 3390805 w 7467600"/>
              <a:gd name="connsiteY175" fmla="*/ 3937163 h 6858000"/>
              <a:gd name="connsiteX176" fmla="*/ 3579062 w 7467600"/>
              <a:gd name="connsiteY176" fmla="*/ 4359040 h 6858000"/>
              <a:gd name="connsiteX177" fmla="*/ 3467355 w 7467600"/>
              <a:gd name="connsiteY177" fmla="*/ 3988130 h 6858000"/>
              <a:gd name="connsiteX178" fmla="*/ 3310753 w 7467600"/>
              <a:gd name="connsiteY178" fmla="*/ 3787140 h 6858000"/>
              <a:gd name="connsiteX179" fmla="*/ 3291335 w 7467600"/>
              <a:gd name="connsiteY179" fmla="*/ 3767420 h 6858000"/>
              <a:gd name="connsiteX180" fmla="*/ 1635889 w 7467600"/>
              <a:gd name="connsiteY180" fmla="*/ 3709494 h 6858000"/>
              <a:gd name="connsiteX181" fmla="*/ 1634800 w 7467600"/>
              <a:gd name="connsiteY181" fmla="*/ 3731111 h 6858000"/>
              <a:gd name="connsiteX182" fmla="*/ 1635889 w 7467600"/>
              <a:gd name="connsiteY182" fmla="*/ 3709494 h 6858000"/>
              <a:gd name="connsiteX183" fmla="*/ 1510397 w 7467600"/>
              <a:gd name="connsiteY183" fmla="*/ 3684705 h 6858000"/>
              <a:gd name="connsiteX184" fmla="*/ 1146550 w 7467600"/>
              <a:gd name="connsiteY184" fmla="*/ 3802012 h 6858000"/>
              <a:gd name="connsiteX185" fmla="*/ 698834 w 7467600"/>
              <a:gd name="connsiteY185" fmla="*/ 3952272 h 6858000"/>
              <a:gd name="connsiteX186" fmla="*/ 34256 w 7467600"/>
              <a:gd name="connsiteY186" fmla="*/ 4347603 h 6858000"/>
              <a:gd name="connsiteX187" fmla="*/ 527241 w 7467600"/>
              <a:gd name="connsiteY187" fmla="*/ 4065078 h 6858000"/>
              <a:gd name="connsiteX188" fmla="*/ 1510397 w 7467600"/>
              <a:gd name="connsiteY188" fmla="*/ 3684705 h 6858000"/>
              <a:gd name="connsiteX189" fmla="*/ 1313114 w 7467600"/>
              <a:gd name="connsiteY189" fmla="*/ 3655216 h 6858000"/>
              <a:gd name="connsiteX190" fmla="*/ 1109304 w 7467600"/>
              <a:gd name="connsiteY190" fmla="*/ 3669030 h 6858000"/>
              <a:gd name="connsiteX191" fmla="*/ 8129 w 7467600"/>
              <a:gd name="connsiteY191" fmla="*/ 4330519 h 6858000"/>
              <a:gd name="connsiteX192" fmla="*/ 687572 w 7467600"/>
              <a:gd name="connsiteY192" fmla="*/ 3925629 h 6858000"/>
              <a:gd name="connsiteX193" fmla="*/ 1138365 w 7467600"/>
              <a:gd name="connsiteY193" fmla="*/ 3774515 h 6858000"/>
              <a:gd name="connsiteX194" fmla="*/ 1505579 w 7467600"/>
              <a:gd name="connsiteY194" fmla="*/ 3655526 h 6858000"/>
              <a:gd name="connsiteX195" fmla="*/ 1313114 w 7467600"/>
              <a:gd name="connsiteY195" fmla="*/ 3655216 h 6858000"/>
              <a:gd name="connsiteX196" fmla="*/ 3655073 w 7467600"/>
              <a:gd name="connsiteY196" fmla="*/ 3650884 h 6858000"/>
              <a:gd name="connsiteX197" fmla="*/ 3989938 w 7467600"/>
              <a:gd name="connsiteY197" fmla="*/ 3991685 h 6858000"/>
              <a:gd name="connsiteX198" fmla="*/ 4393907 w 7467600"/>
              <a:gd name="connsiteY198" fmla="*/ 4261258 h 6858000"/>
              <a:gd name="connsiteX199" fmla="*/ 4648051 w 7467600"/>
              <a:gd name="connsiteY199" fmla="*/ 4374051 h 6858000"/>
              <a:gd name="connsiteX200" fmla="*/ 4383389 w 7467600"/>
              <a:gd name="connsiteY200" fmla="*/ 4184369 h 6858000"/>
              <a:gd name="connsiteX201" fmla="*/ 4165508 w 7467600"/>
              <a:gd name="connsiteY201" fmla="*/ 4035196 h 6858000"/>
              <a:gd name="connsiteX202" fmla="*/ 4068162 w 7467600"/>
              <a:gd name="connsiteY202" fmla="*/ 3953394 h 6858000"/>
              <a:gd name="connsiteX203" fmla="*/ 3981416 w 7467600"/>
              <a:gd name="connsiteY203" fmla="*/ 3880482 h 6858000"/>
              <a:gd name="connsiteX204" fmla="*/ 3800147 w 7467600"/>
              <a:gd name="connsiteY204" fmla="*/ 3749872 h 6858000"/>
              <a:gd name="connsiteX205" fmla="*/ 3655073 w 7467600"/>
              <a:gd name="connsiteY205" fmla="*/ 3650884 h 6858000"/>
              <a:gd name="connsiteX206" fmla="*/ 3670252 w 7467600"/>
              <a:gd name="connsiteY206" fmla="*/ 3622798 h 6858000"/>
              <a:gd name="connsiteX207" fmla="*/ 3817258 w 7467600"/>
              <a:gd name="connsiteY207" fmla="*/ 3723577 h 6858000"/>
              <a:gd name="connsiteX208" fmla="*/ 4000461 w 7467600"/>
              <a:gd name="connsiteY208" fmla="*/ 3855966 h 6858000"/>
              <a:gd name="connsiteX209" fmla="*/ 4088180 w 7467600"/>
              <a:gd name="connsiteY209" fmla="*/ 3929774 h 6858000"/>
              <a:gd name="connsiteX210" fmla="*/ 4184555 w 7467600"/>
              <a:gd name="connsiteY210" fmla="*/ 4010683 h 6858000"/>
              <a:gd name="connsiteX211" fmla="*/ 4399563 w 7467600"/>
              <a:gd name="connsiteY211" fmla="*/ 4158106 h 6858000"/>
              <a:gd name="connsiteX212" fmla="*/ 4684469 w 7467600"/>
              <a:gd name="connsiteY212" fmla="*/ 4364680 h 6858000"/>
              <a:gd name="connsiteX213" fmla="*/ 4690271 w 7467600"/>
              <a:gd name="connsiteY213" fmla="*/ 4370034 h 6858000"/>
              <a:gd name="connsiteX214" fmla="*/ 4136093 w 7467600"/>
              <a:gd name="connsiteY214" fmla="*/ 3858466 h 6858000"/>
              <a:gd name="connsiteX215" fmla="*/ 3670252 w 7467600"/>
              <a:gd name="connsiteY215" fmla="*/ 3622798 h 6858000"/>
              <a:gd name="connsiteX216" fmla="*/ 4440129 w 7467600"/>
              <a:gd name="connsiteY216" fmla="*/ 3448571 h 6858000"/>
              <a:gd name="connsiteX217" fmla="*/ 4856525 w 7467600"/>
              <a:gd name="connsiteY217" fmla="*/ 3915351 h 6858000"/>
              <a:gd name="connsiteX218" fmla="*/ 5059055 w 7467600"/>
              <a:gd name="connsiteY218" fmla="*/ 4108918 h 6858000"/>
              <a:gd name="connsiteX219" fmla="*/ 5290070 w 7467600"/>
              <a:gd name="connsiteY219" fmla="*/ 4263619 h 6858000"/>
              <a:gd name="connsiteX220" fmla="*/ 4834991 w 7467600"/>
              <a:gd name="connsiteY220" fmla="*/ 3830985 h 6858000"/>
              <a:gd name="connsiteX221" fmla="*/ 4440129 w 7467600"/>
              <a:gd name="connsiteY221" fmla="*/ 3448571 h 6858000"/>
              <a:gd name="connsiteX222" fmla="*/ 4441737 w 7467600"/>
              <a:gd name="connsiteY222" fmla="*/ 3399734 h 6858000"/>
              <a:gd name="connsiteX223" fmla="*/ 4431236 w 7467600"/>
              <a:gd name="connsiteY223" fmla="*/ 3400954 h 6858000"/>
              <a:gd name="connsiteX224" fmla="*/ 4557150 w 7467600"/>
              <a:gd name="connsiteY224" fmla="*/ 3510023 h 6858000"/>
              <a:gd name="connsiteX225" fmla="*/ 4856936 w 7467600"/>
              <a:gd name="connsiteY225" fmla="*/ 3809146 h 6858000"/>
              <a:gd name="connsiteX226" fmla="*/ 5111996 w 7467600"/>
              <a:gd name="connsiteY226" fmla="*/ 4065759 h 6858000"/>
              <a:gd name="connsiteX227" fmla="*/ 5388878 w 7467600"/>
              <a:gd name="connsiteY227" fmla="*/ 4300185 h 6858000"/>
              <a:gd name="connsiteX228" fmla="*/ 5425556 w 7467600"/>
              <a:gd name="connsiteY228" fmla="*/ 4308967 h 6858000"/>
              <a:gd name="connsiteX229" fmla="*/ 4943646 w 7467600"/>
              <a:gd name="connsiteY229" fmla="*/ 3822916 h 6858000"/>
              <a:gd name="connsiteX230" fmla="*/ 4594837 w 7467600"/>
              <a:gd name="connsiteY230" fmla="*/ 3532274 h 6858000"/>
              <a:gd name="connsiteX231" fmla="*/ 4441737 w 7467600"/>
              <a:gd name="connsiteY231" fmla="*/ 3399734 h 6858000"/>
              <a:gd name="connsiteX232" fmla="*/ 5425834 w 7467600"/>
              <a:gd name="connsiteY232" fmla="*/ 3162785 h 6858000"/>
              <a:gd name="connsiteX233" fmla="*/ 5401644 w 7467600"/>
              <a:gd name="connsiteY233" fmla="*/ 3617847 h 6858000"/>
              <a:gd name="connsiteX234" fmla="*/ 5467256 w 7467600"/>
              <a:gd name="connsiteY234" fmla="*/ 4175494 h 6858000"/>
              <a:gd name="connsiteX235" fmla="*/ 5448069 w 7467600"/>
              <a:gd name="connsiteY235" fmla="*/ 3567554 h 6858000"/>
              <a:gd name="connsiteX236" fmla="*/ 5425834 w 7467600"/>
              <a:gd name="connsiteY236" fmla="*/ 3162785 h 6858000"/>
              <a:gd name="connsiteX237" fmla="*/ 1318687 w 7467600"/>
              <a:gd name="connsiteY237" fmla="*/ 3113840 h 6858000"/>
              <a:gd name="connsiteX238" fmla="*/ 1066793 w 7467600"/>
              <a:gd name="connsiteY238" fmla="*/ 3212171 h 6858000"/>
              <a:gd name="connsiteX239" fmla="*/ 993319 w 7467600"/>
              <a:gd name="connsiteY239" fmla="*/ 3247648 h 6858000"/>
              <a:gd name="connsiteX240" fmla="*/ 853081 w 7467600"/>
              <a:gd name="connsiteY240" fmla="*/ 3312410 h 6858000"/>
              <a:gd name="connsiteX241" fmla="*/ 805957 w 7467600"/>
              <a:gd name="connsiteY241" fmla="*/ 3330443 h 6858000"/>
              <a:gd name="connsiteX242" fmla="*/ 1318687 w 7467600"/>
              <a:gd name="connsiteY242" fmla="*/ 3113840 h 6858000"/>
              <a:gd name="connsiteX243" fmla="*/ 5453702 w 7467600"/>
              <a:gd name="connsiteY243" fmla="*/ 3090882 h 6858000"/>
              <a:gd name="connsiteX244" fmla="*/ 5480135 w 7467600"/>
              <a:gd name="connsiteY244" fmla="*/ 3565802 h 6858000"/>
              <a:gd name="connsiteX245" fmla="*/ 5499023 w 7467600"/>
              <a:gd name="connsiteY245" fmla="*/ 4166310 h 6858000"/>
              <a:gd name="connsiteX246" fmla="*/ 5547022 w 7467600"/>
              <a:gd name="connsiteY246" fmla="*/ 3607838 h 6858000"/>
              <a:gd name="connsiteX247" fmla="*/ 5515964 w 7467600"/>
              <a:gd name="connsiteY247" fmla="*/ 3378541 h 6858000"/>
              <a:gd name="connsiteX248" fmla="*/ 5453702 w 7467600"/>
              <a:gd name="connsiteY248" fmla="*/ 3090882 h 6858000"/>
              <a:gd name="connsiteX249" fmla="*/ 1238695 w 7467600"/>
              <a:gd name="connsiteY249" fmla="*/ 3076820 h 6858000"/>
              <a:gd name="connsiteX250" fmla="*/ 716371 w 7467600"/>
              <a:gd name="connsiteY250" fmla="*/ 3293249 h 6858000"/>
              <a:gd name="connsiteX251" fmla="*/ 579522 w 7467600"/>
              <a:gd name="connsiteY251" fmla="*/ 3371759 h 6858000"/>
              <a:gd name="connsiteX252" fmla="*/ 600288 w 7467600"/>
              <a:gd name="connsiteY252" fmla="*/ 3365555 h 6858000"/>
              <a:gd name="connsiteX253" fmla="*/ 840692 w 7467600"/>
              <a:gd name="connsiteY253" fmla="*/ 3284921 h 6858000"/>
              <a:gd name="connsiteX254" fmla="*/ 979248 w 7467600"/>
              <a:gd name="connsiteY254" fmla="*/ 3221003 h 6858000"/>
              <a:gd name="connsiteX255" fmla="*/ 1053282 w 7467600"/>
              <a:gd name="connsiteY255" fmla="*/ 3185247 h 6858000"/>
              <a:gd name="connsiteX256" fmla="*/ 1320603 w 7467600"/>
              <a:gd name="connsiteY256" fmla="*/ 3081281 h 6858000"/>
              <a:gd name="connsiteX257" fmla="*/ 1238695 w 7467600"/>
              <a:gd name="connsiteY257" fmla="*/ 3076820 h 6858000"/>
              <a:gd name="connsiteX258" fmla="*/ 5425627 w 7467600"/>
              <a:gd name="connsiteY258" fmla="*/ 2954192 h 6858000"/>
              <a:gd name="connsiteX259" fmla="*/ 5470770 w 7467600"/>
              <a:gd name="connsiteY259" fmla="*/ 3005435 h 6858000"/>
              <a:gd name="connsiteX260" fmla="*/ 5519779 w 7467600"/>
              <a:gd name="connsiteY260" fmla="*/ 4359223 h 6858000"/>
              <a:gd name="connsiteX261" fmla="*/ 5520293 w 7467600"/>
              <a:gd name="connsiteY261" fmla="*/ 4360602 h 6858000"/>
              <a:gd name="connsiteX262" fmla="*/ 5767221 w 7467600"/>
              <a:gd name="connsiteY262" fmla="*/ 4665564 h 6858000"/>
              <a:gd name="connsiteX263" fmla="*/ 6937169 w 7467600"/>
              <a:gd name="connsiteY263" fmla="*/ 4815941 h 6858000"/>
              <a:gd name="connsiteX264" fmla="*/ 6953922 w 7467600"/>
              <a:gd name="connsiteY264" fmla="*/ 4890068 h 6858000"/>
              <a:gd name="connsiteX265" fmla="*/ 6071359 w 7467600"/>
              <a:gd name="connsiteY265" fmla="*/ 4770770 h 6858000"/>
              <a:gd name="connsiteX266" fmla="*/ 6038839 w 7467600"/>
              <a:gd name="connsiteY266" fmla="*/ 4764474 h 6858000"/>
              <a:gd name="connsiteX267" fmla="*/ 6038706 w 7467600"/>
              <a:gd name="connsiteY267" fmla="*/ 4763847 h 6858000"/>
              <a:gd name="connsiteX268" fmla="*/ 6037784 w 7467600"/>
              <a:gd name="connsiteY268" fmla="*/ 4764270 h 6858000"/>
              <a:gd name="connsiteX269" fmla="*/ 6038839 w 7467600"/>
              <a:gd name="connsiteY269" fmla="*/ 4764474 h 6858000"/>
              <a:gd name="connsiteX270" fmla="*/ 6040338 w 7467600"/>
              <a:gd name="connsiteY270" fmla="*/ 4771418 h 6858000"/>
              <a:gd name="connsiteX271" fmla="*/ 6024488 w 7467600"/>
              <a:gd name="connsiteY271" fmla="*/ 4809903 h 6858000"/>
              <a:gd name="connsiteX272" fmla="*/ 5599771 w 7467600"/>
              <a:gd name="connsiteY272" fmla="*/ 5509652 h 6858000"/>
              <a:gd name="connsiteX273" fmla="*/ 5548843 w 7467600"/>
              <a:gd name="connsiteY273" fmla="*/ 5563845 h 6858000"/>
              <a:gd name="connsiteX274" fmla="*/ 5940952 w 7467600"/>
              <a:gd name="connsiteY274" fmla="*/ 6250028 h 6858000"/>
              <a:gd name="connsiteX275" fmla="*/ 6043441 w 7467600"/>
              <a:gd name="connsiteY275" fmla="*/ 6665847 h 6858000"/>
              <a:gd name="connsiteX276" fmla="*/ 6093432 w 7467600"/>
              <a:gd name="connsiteY276" fmla="*/ 6858000 h 6858000"/>
              <a:gd name="connsiteX277" fmla="*/ 6034344 w 7467600"/>
              <a:gd name="connsiteY277" fmla="*/ 6858000 h 6858000"/>
              <a:gd name="connsiteX278" fmla="*/ 6026679 w 7467600"/>
              <a:gd name="connsiteY278" fmla="*/ 6836959 h 6858000"/>
              <a:gd name="connsiteX279" fmla="*/ 5800441 w 7467600"/>
              <a:gd name="connsiteY279" fmla="*/ 6335286 h 6858000"/>
              <a:gd name="connsiteX280" fmla="*/ 5526562 w 7467600"/>
              <a:gd name="connsiteY280" fmla="*/ 5705388 h 6858000"/>
              <a:gd name="connsiteX281" fmla="*/ 5519640 w 7467600"/>
              <a:gd name="connsiteY281" fmla="*/ 5683774 h 6858000"/>
              <a:gd name="connsiteX282" fmla="*/ 5844559 w 7467600"/>
              <a:gd name="connsiteY282" fmla="*/ 6553349 h 6858000"/>
              <a:gd name="connsiteX283" fmla="*/ 5975994 w 7467600"/>
              <a:gd name="connsiteY283" fmla="*/ 6858000 h 6858000"/>
              <a:gd name="connsiteX284" fmla="*/ 5898547 w 7467600"/>
              <a:gd name="connsiteY284" fmla="*/ 6858000 h 6858000"/>
              <a:gd name="connsiteX285" fmla="*/ 5682041 w 7467600"/>
              <a:gd name="connsiteY285" fmla="*/ 6355860 h 6858000"/>
              <a:gd name="connsiteX286" fmla="*/ 5461758 w 7467600"/>
              <a:gd name="connsiteY286" fmla="*/ 5820220 h 6858000"/>
              <a:gd name="connsiteX287" fmla="*/ 5237282 w 7467600"/>
              <a:gd name="connsiteY287" fmla="*/ 6579086 h 6858000"/>
              <a:gd name="connsiteX288" fmla="*/ 5115009 w 7467600"/>
              <a:gd name="connsiteY288" fmla="*/ 6858000 h 6858000"/>
              <a:gd name="connsiteX289" fmla="*/ 5028074 w 7467600"/>
              <a:gd name="connsiteY289" fmla="*/ 6858000 h 6858000"/>
              <a:gd name="connsiteX290" fmla="*/ 5079508 w 7467600"/>
              <a:gd name="connsiteY290" fmla="*/ 6749074 h 6858000"/>
              <a:gd name="connsiteX291" fmla="*/ 5371846 w 7467600"/>
              <a:gd name="connsiteY291" fmla="*/ 5924413 h 6858000"/>
              <a:gd name="connsiteX292" fmla="*/ 5270512 w 7467600"/>
              <a:gd name="connsiteY292" fmla="*/ 6138975 h 6858000"/>
              <a:gd name="connsiteX293" fmla="*/ 5062409 w 7467600"/>
              <a:gd name="connsiteY293" fmla="*/ 6653544 h 6858000"/>
              <a:gd name="connsiteX294" fmla="*/ 5036628 w 7467600"/>
              <a:gd name="connsiteY294" fmla="*/ 6754247 h 6858000"/>
              <a:gd name="connsiteX295" fmla="*/ 5009112 w 7467600"/>
              <a:gd name="connsiteY295" fmla="*/ 6858000 h 6858000"/>
              <a:gd name="connsiteX296" fmla="*/ 4976679 w 7467600"/>
              <a:gd name="connsiteY296" fmla="*/ 6858000 h 6858000"/>
              <a:gd name="connsiteX297" fmla="*/ 5006537 w 7467600"/>
              <a:gd name="connsiteY297" fmla="*/ 6747068 h 6858000"/>
              <a:gd name="connsiteX298" fmla="*/ 5032723 w 7467600"/>
              <a:gd name="connsiteY298" fmla="*/ 6644957 h 6858000"/>
              <a:gd name="connsiteX299" fmla="*/ 5242949 w 7467600"/>
              <a:gd name="connsiteY299" fmla="*/ 6125175 h 6858000"/>
              <a:gd name="connsiteX300" fmla="*/ 5286321 w 7467600"/>
              <a:gd name="connsiteY300" fmla="*/ 6033555 h 6858000"/>
              <a:gd name="connsiteX301" fmla="*/ 5008210 w 7467600"/>
              <a:gd name="connsiteY301" fmla="*/ 6649194 h 6858000"/>
              <a:gd name="connsiteX302" fmla="*/ 4986321 w 7467600"/>
              <a:gd name="connsiteY302" fmla="*/ 6765687 h 6858000"/>
              <a:gd name="connsiteX303" fmla="*/ 4973474 w 7467600"/>
              <a:gd name="connsiteY303" fmla="*/ 6858000 h 6858000"/>
              <a:gd name="connsiteX304" fmla="*/ 4907178 w 7467600"/>
              <a:gd name="connsiteY304" fmla="*/ 6858000 h 6858000"/>
              <a:gd name="connsiteX305" fmla="*/ 4910810 w 7467600"/>
              <a:gd name="connsiteY305" fmla="*/ 6829660 h 6858000"/>
              <a:gd name="connsiteX306" fmla="*/ 4987461 w 7467600"/>
              <a:gd name="connsiteY306" fmla="*/ 6432994 h 6858000"/>
              <a:gd name="connsiteX307" fmla="*/ 5179262 w 7467600"/>
              <a:gd name="connsiteY307" fmla="*/ 6035044 h 6858000"/>
              <a:gd name="connsiteX308" fmla="*/ 4689678 w 7467600"/>
              <a:gd name="connsiteY308" fmla="*/ 6440241 h 6858000"/>
              <a:gd name="connsiteX309" fmla="*/ 4477543 w 7467600"/>
              <a:gd name="connsiteY309" fmla="*/ 6674836 h 6858000"/>
              <a:gd name="connsiteX310" fmla="*/ 4329957 w 7467600"/>
              <a:gd name="connsiteY310" fmla="*/ 6858000 h 6858000"/>
              <a:gd name="connsiteX311" fmla="*/ 4218595 w 7467600"/>
              <a:gd name="connsiteY311" fmla="*/ 6858000 h 6858000"/>
              <a:gd name="connsiteX312" fmla="*/ 4368888 w 7467600"/>
              <a:gd name="connsiteY312" fmla="*/ 6668412 h 6858000"/>
              <a:gd name="connsiteX313" fmla="*/ 4563091 w 7467600"/>
              <a:gd name="connsiteY313" fmla="*/ 6442508 h 6858000"/>
              <a:gd name="connsiteX314" fmla="*/ 5387324 w 7467600"/>
              <a:gd name="connsiteY314" fmla="*/ 5705830 h 6858000"/>
              <a:gd name="connsiteX315" fmla="*/ 5073620 w 7467600"/>
              <a:gd name="connsiteY315" fmla="*/ 5955437 h 6858000"/>
              <a:gd name="connsiteX316" fmla="*/ 4689789 w 7467600"/>
              <a:gd name="connsiteY316" fmla="*/ 6268382 h 6858000"/>
              <a:gd name="connsiteX317" fmla="*/ 4418722 w 7467600"/>
              <a:gd name="connsiteY317" fmla="*/ 6570886 h 6858000"/>
              <a:gd name="connsiteX318" fmla="*/ 4214944 w 7467600"/>
              <a:gd name="connsiteY318" fmla="*/ 6858000 h 6858000"/>
              <a:gd name="connsiteX319" fmla="*/ 4177898 w 7467600"/>
              <a:gd name="connsiteY319" fmla="*/ 6858000 h 6858000"/>
              <a:gd name="connsiteX320" fmla="*/ 4391597 w 7467600"/>
              <a:gd name="connsiteY320" fmla="*/ 6556370 h 6858000"/>
              <a:gd name="connsiteX321" fmla="*/ 4668889 w 7467600"/>
              <a:gd name="connsiteY321" fmla="*/ 6246399 h 6858000"/>
              <a:gd name="connsiteX322" fmla="*/ 5055427 w 7467600"/>
              <a:gd name="connsiteY322" fmla="*/ 5931476 h 6858000"/>
              <a:gd name="connsiteX323" fmla="*/ 5371814 w 7467600"/>
              <a:gd name="connsiteY323" fmla="*/ 5678975 h 6858000"/>
              <a:gd name="connsiteX324" fmla="*/ 4987918 w 7467600"/>
              <a:gd name="connsiteY324" fmla="*/ 5838701 h 6858000"/>
              <a:gd name="connsiteX325" fmla="*/ 4317146 w 7467600"/>
              <a:gd name="connsiteY325" fmla="*/ 6587716 h 6858000"/>
              <a:gd name="connsiteX326" fmla="*/ 4171627 w 7467600"/>
              <a:gd name="connsiteY326" fmla="*/ 6858000 h 6858000"/>
              <a:gd name="connsiteX327" fmla="*/ 4081585 w 7467600"/>
              <a:gd name="connsiteY327" fmla="*/ 6858000 h 6858000"/>
              <a:gd name="connsiteX328" fmla="*/ 4238603 w 7467600"/>
              <a:gd name="connsiteY328" fmla="*/ 6559341 h 6858000"/>
              <a:gd name="connsiteX329" fmla="*/ 4778333 w 7467600"/>
              <a:gd name="connsiteY329" fmla="*/ 5873626 h 6858000"/>
              <a:gd name="connsiteX330" fmla="*/ 5414185 w 7467600"/>
              <a:gd name="connsiteY330" fmla="*/ 5573882 h 6858000"/>
              <a:gd name="connsiteX331" fmla="*/ 5959648 w 7467600"/>
              <a:gd name="connsiteY331" fmla="*/ 4760797 h 6858000"/>
              <a:gd name="connsiteX332" fmla="*/ 5355019 w 7467600"/>
              <a:gd name="connsiteY332" fmla="*/ 4734672 h 6858000"/>
              <a:gd name="connsiteX333" fmla="*/ 5083565 w 7467600"/>
              <a:gd name="connsiteY333" fmla="*/ 5179121 h 6858000"/>
              <a:gd name="connsiteX334" fmla="*/ 4713577 w 7467600"/>
              <a:gd name="connsiteY334" fmla="*/ 5616803 h 6858000"/>
              <a:gd name="connsiteX335" fmla="*/ 3989559 w 7467600"/>
              <a:gd name="connsiteY335" fmla="*/ 6145945 h 6858000"/>
              <a:gd name="connsiteX336" fmla="*/ 3939824 w 7467600"/>
              <a:gd name="connsiteY336" fmla="*/ 6066900 h 6858000"/>
              <a:gd name="connsiteX337" fmla="*/ 4584537 w 7467600"/>
              <a:gd name="connsiteY337" fmla="*/ 5324826 h 6858000"/>
              <a:gd name="connsiteX338" fmla="*/ 5037105 w 7467600"/>
              <a:gd name="connsiteY338" fmla="*/ 5088765 h 6858000"/>
              <a:gd name="connsiteX339" fmla="*/ 5039930 w 7467600"/>
              <a:gd name="connsiteY339" fmla="*/ 5089585 h 6858000"/>
              <a:gd name="connsiteX340" fmla="*/ 5263764 w 7467600"/>
              <a:gd name="connsiteY340" fmla="*/ 4735525 h 6858000"/>
              <a:gd name="connsiteX341" fmla="*/ 4086300 w 7467600"/>
              <a:gd name="connsiteY341" fmla="*/ 4884599 h 6858000"/>
              <a:gd name="connsiteX342" fmla="*/ 4085485 w 7467600"/>
              <a:gd name="connsiteY342" fmla="*/ 4899070 h 6858000"/>
              <a:gd name="connsiteX343" fmla="*/ 3871915 w 7467600"/>
              <a:gd name="connsiteY343" fmla="*/ 5253645 h 6858000"/>
              <a:gd name="connsiteX344" fmla="*/ 3799374 w 7467600"/>
              <a:gd name="connsiteY344" fmla="*/ 5466127 h 6858000"/>
              <a:gd name="connsiteX345" fmla="*/ 3498850 w 7467600"/>
              <a:gd name="connsiteY345" fmla="*/ 6661888 h 6858000"/>
              <a:gd name="connsiteX346" fmla="*/ 3399216 w 7467600"/>
              <a:gd name="connsiteY346" fmla="*/ 6858000 h 6858000"/>
              <a:gd name="connsiteX347" fmla="*/ 3303688 w 7467600"/>
              <a:gd name="connsiteY347" fmla="*/ 6858000 h 6858000"/>
              <a:gd name="connsiteX348" fmla="*/ 3391774 w 7467600"/>
              <a:gd name="connsiteY348" fmla="*/ 6697181 h 6858000"/>
              <a:gd name="connsiteX349" fmla="*/ 3735540 w 7467600"/>
              <a:gd name="connsiteY349" fmla="*/ 5546923 h 6858000"/>
              <a:gd name="connsiteX350" fmla="*/ 3729438 w 7467600"/>
              <a:gd name="connsiteY350" fmla="*/ 5569058 h 6858000"/>
              <a:gd name="connsiteX351" fmla="*/ 3707782 w 7467600"/>
              <a:gd name="connsiteY351" fmla="*/ 5644908 h 6858000"/>
              <a:gd name="connsiteX352" fmla="*/ 3583827 w 7467600"/>
              <a:gd name="connsiteY352" fmla="*/ 6039215 h 6858000"/>
              <a:gd name="connsiteX353" fmla="*/ 3547861 w 7467600"/>
              <a:gd name="connsiteY353" fmla="*/ 6129609 h 6858000"/>
              <a:gd name="connsiteX354" fmla="*/ 3490905 w 7467600"/>
              <a:gd name="connsiteY354" fmla="*/ 6277660 h 6858000"/>
              <a:gd name="connsiteX355" fmla="*/ 3455859 w 7467600"/>
              <a:gd name="connsiteY355" fmla="*/ 6391301 h 6858000"/>
              <a:gd name="connsiteX356" fmla="*/ 3429112 w 7467600"/>
              <a:gd name="connsiteY356" fmla="*/ 6479469 h 6858000"/>
              <a:gd name="connsiteX357" fmla="*/ 3304862 w 7467600"/>
              <a:gd name="connsiteY357" fmla="*/ 6796476 h 6858000"/>
              <a:gd name="connsiteX358" fmla="*/ 3276071 w 7467600"/>
              <a:gd name="connsiteY358" fmla="*/ 6858000 h 6858000"/>
              <a:gd name="connsiteX359" fmla="*/ 3240805 w 7467600"/>
              <a:gd name="connsiteY359" fmla="*/ 6858000 h 6858000"/>
              <a:gd name="connsiteX360" fmla="*/ 3275917 w 7467600"/>
              <a:gd name="connsiteY360" fmla="*/ 6783192 h 6858000"/>
              <a:gd name="connsiteX361" fmla="*/ 3399358 w 7467600"/>
              <a:gd name="connsiteY361" fmla="*/ 6469011 h 6858000"/>
              <a:gd name="connsiteX362" fmla="*/ 3425650 w 7467600"/>
              <a:gd name="connsiteY362" fmla="*/ 6381333 h 6858000"/>
              <a:gd name="connsiteX363" fmla="*/ 3460661 w 7467600"/>
              <a:gd name="connsiteY363" fmla="*/ 6266763 h 6858000"/>
              <a:gd name="connsiteX364" fmla="*/ 3518021 w 7467600"/>
              <a:gd name="connsiteY364" fmla="*/ 6117298 h 6858000"/>
              <a:gd name="connsiteX365" fmla="*/ 3554035 w 7467600"/>
              <a:gd name="connsiteY365" fmla="*/ 6027832 h 6858000"/>
              <a:gd name="connsiteX366" fmla="*/ 3677174 w 7467600"/>
              <a:gd name="connsiteY366" fmla="*/ 5636351 h 6858000"/>
              <a:gd name="connsiteX367" fmla="*/ 3698819 w 7467600"/>
              <a:gd name="connsiteY367" fmla="*/ 5560503 h 6858000"/>
              <a:gd name="connsiteX368" fmla="*/ 3702094 w 7467600"/>
              <a:gd name="connsiteY368" fmla="*/ 5549194 h 6858000"/>
              <a:gd name="connsiteX369" fmla="*/ 3398355 w 7467600"/>
              <a:gd name="connsiteY369" fmla="*/ 6094603 h 6858000"/>
              <a:gd name="connsiteX370" fmla="*/ 3193941 w 7467600"/>
              <a:gd name="connsiteY370" fmla="*/ 6798775 h 6858000"/>
              <a:gd name="connsiteX371" fmla="*/ 3184140 w 7467600"/>
              <a:gd name="connsiteY371" fmla="*/ 6858000 h 6858000"/>
              <a:gd name="connsiteX372" fmla="*/ 3099978 w 7467600"/>
              <a:gd name="connsiteY372" fmla="*/ 6858000 h 6858000"/>
              <a:gd name="connsiteX373" fmla="*/ 3101556 w 7467600"/>
              <a:gd name="connsiteY373" fmla="*/ 6843337 h 6858000"/>
              <a:gd name="connsiteX374" fmla="*/ 3370162 w 7467600"/>
              <a:gd name="connsiteY374" fmla="*/ 5785550 h 6858000"/>
              <a:gd name="connsiteX375" fmla="*/ 3746477 w 7467600"/>
              <a:gd name="connsiteY375" fmla="*/ 5377889 h 6858000"/>
              <a:gd name="connsiteX376" fmla="*/ 3863399 w 7467600"/>
              <a:gd name="connsiteY376" fmla="*/ 5087257 h 6858000"/>
              <a:gd name="connsiteX377" fmla="*/ 3968712 w 7467600"/>
              <a:gd name="connsiteY377" fmla="*/ 4913989 h 6858000"/>
              <a:gd name="connsiteX378" fmla="*/ 2792390 w 7467600"/>
              <a:gd name="connsiteY378" fmla="*/ 5382974 h 6858000"/>
              <a:gd name="connsiteX379" fmla="*/ 2714982 w 7467600"/>
              <a:gd name="connsiteY379" fmla="*/ 5427051 h 6858000"/>
              <a:gd name="connsiteX380" fmla="*/ 2813361 w 7467600"/>
              <a:gd name="connsiteY380" fmla="*/ 6023912 h 6858000"/>
              <a:gd name="connsiteX381" fmla="*/ 2688430 w 7467600"/>
              <a:gd name="connsiteY381" fmla="*/ 6801564 h 6858000"/>
              <a:gd name="connsiteX382" fmla="*/ 2629626 w 7467600"/>
              <a:gd name="connsiteY382" fmla="*/ 6763394 h 6858000"/>
              <a:gd name="connsiteX383" fmla="*/ 2565328 w 7467600"/>
              <a:gd name="connsiteY383" fmla="*/ 5516399 h 6858000"/>
              <a:gd name="connsiteX384" fmla="*/ 1922999 w 7467600"/>
              <a:gd name="connsiteY384" fmla="*/ 5980343 h 6858000"/>
              <a:gd name="connsiteX385" fmla="*/ 1950261 w 7467600"/>
              <a:gd name="connsiteY385" fmla="*/ 6405858 h 6858000"/>
              <a:gd name="connsiteX386" fmla="*/ 2365554 w 7467600"/>
              <a:gd name="connsiteY386" fmla="*/ 6759107 h 6858000"/>
              <a:gd name="connsiteX387" fmla="*/ 2424142 w 7467600"/>
              <a:gd name="connsiteY387" fmla="*/ 6858000 h 6858000"/>
              <a:gd name="connsiteX388" fmla="*/ 2395994 w 7467600"/>
              <a:gd name="connsiteY388" fmla="*/ 6858000 h 6858000"/>
              <a:gd name="connsiteX389" fmla="*/ 2392863 w 7467600"/>
              <a:gd name="connsiteY389" fmla="*/ 6852964 h 6858000"/>
              <a:gd name="connsiteX390" fmla="*/ 2017589 w 7467600"/>
              <a:gd name="connsiteY390" fmla="*/ 6493982 h 6858000"/>
              <a:gd name="connsiteX391" fmla="*/ 2147336 w 7467600"/>
              <a:gd name="connsiteY391" fmla="*/ 6594052 h 6858000"/>
              <a:gd name="connsiteX392" fmla="*/ 2207047 w 7467600"/>
              <a:gd name="connsiteY392" fmla="*/ 6654540 h 6858000"/>
              <a:gd name="connsiteX393" fmla="*/ 2299106 w 7467600"/>
              <a:gd name="connsiteY393" fmla="*/ 6778931 h 6858000"/>
              <a:gd name="connsiteX394" fmla="*/ 2314430 w 7467600"/>
              <a:gd name="connsiteY394" fmla="*/ 6801144 h 6858000"/>
              <a:gd name="connsiteX395" fmla="*/ 2352406 w 7467600"/>
              <a:gd name="connsiteY395" fmla="*/ 6858000 h 6858000"/>
              <a:gd name="connsiteX396" fmla="*/ 2314492 w 7467600"/>
              <a:gd name="connsiteY396" fmla="*/ 6858000 h 6858000"/>
              <a:gd name="connsiteX397" fmla="*/ 2288095 w 7467600"/>
              <a:gd name="connsiteY397" fmla="*/ 6818030 h 6858000"/>
              <a:gd name="connsiteX398" fmla="*/ 2272768 w 7467600"/>
              <a:gd name="connsiteY398" fmla="*/ 6795822 h 6858000"/>
              <a:gd name="connsiteX399" fmla="*/ 2182715 w 7467600"/>
              <a:gd name="connsiteY399" fmla="*/ 6675071 h 6858000"/>
              <a:gd name="connsiteX400" fmla="*/ 2032061 w 7467600"/>
              <a:gd name="connsiteY400" fmla="*/ 6541380 h 6858000"/>
              <a:gd name="connsiteX401" fmla="*/ 2257220 w 7467600"/>
              <a:gd name="connsiteY401" fmla="*/ 6826257 h 6858000"/>
              <a:gd name="connsiteX402" fmla="*/ 2281324 w 7467600"/>
              <a:gd name="connsiteY402" fmla="*/ 6858000 h 6858000"/>
              <a:gd name="connsiteX403" fmla="*/ 2242860 w 7467600"/>
              <a:gd name="connsiteY403" fmla="*/ 6858000 h 6858000"/>
              <a:gd name="connsiteX404" fmla="*/ 2232818 w 7467600"/>
              <a:gd name="connsiteY404" fmla="*/ 6844926 h 6858000"/>
              <a:gd name="connsiteX405" fmla="*/ 1990172 w 7467600"/>
              <a:gd name="connsiteY405" fmla="*/ 6542121 h 6858000"/>
              <a:gd name="connsiteX406" fmla="*/ 2124090 w 7467600"/>
              <a:gd name="connsiteY406" fmla="*/ 6761017 h 6858000"/>
              <a:gd name="connsiteX407" fmla="*/ 2200380 w 7467600"/>
              <a:gd name="connsiteY407" fmla="*/ 6858000 h 6858000"/>
              <a:gd name="connsiteX408" fmla="*/ 2147507 w 7467600"/>
              <a:gd name="connsiteY408" fmla="*/ 6858000 h 6858000"/>
              <a:gd name="connsiteX409" fmla="*/ 2070668 w 7467600"/>
              <a:gd name="connsiteY409" fmla="*/ 6761520 h 6858000"/>
              <a:gd name="connsiteX410" fmla="*/ 1975142 w 7467600"/>
              <a:gd name="connsiteY410" fmla="*/ 6585570 h 6858000"/>
              <a:gd name="connsiteX411" fmla="*/ 2050035 w 7467600"/>
              <a:gd name="connsiteY411" fmla="*/ 6813345 h 6858000"/>
              <a:gd name="connsiteX412" fmla="*/ 2063025 w 7467600"/>
              <a:gd name="connsiteY412" fmla="*/ 6858000 h 6858000"/>
              <a:gd name="connsiteX413" fmla="*/ 2021675 w 7467600"/>
              <a:gd name="connsiteY413" fmla="*/ 6858000 h 6858000"/>
              <a:gd name="connsiteX414" fmla="*/ 2019308 w 7467600"/>
              <a:gd name="connsiteY414" fmla="*/ 6847118 h 6858000"/>
              <a:gd name="connsiteX415" fmla="*/ 1938835 w 7467600"/>
              <a:gd name="connsiteY415" fmla="*/ 6551160 h 6858000"/>
              <a:gd name="connsiteX416" fmla="*/ 1953230 w 7467600"/>
              <a:gd name="connsiteY416" fmla="*/ 6759699 h 6858000"/>
              <a:gd name="connsiteX417" fmla="*/ 1956763 w 7467600"/>
              <a:gd name="connsiteY417" fmla="*/ 6778191 h 6858000"/>
              <a:gd name="connsiteX418" fmla="*/ 1967925 w 7467600"/>
              <a:gd name="connsiteY418" fmla="*/ 6858000 h 6858000"/>
              <a:gd name="connsiteX419" fmla="*/ 1936622 w 7467600"/>
              <a:gd name="connsiteY419" fmla="*/ 6858000 h 6858000"/>
              <a:gd name="connsiteX420" fmla="*/ 1926261 w 7467600"/>
              <a:gd name="connsiteY420" fmla="*/ 6784064 h 6858000"/>
              <a:gd name="connsiteX421" fmla="*/ 1922724 w 7467600"/>
              <a:gd name="connsiteY421" fmla="*/ 6765577 h 6858000"/>
              <a:gd name="connsiteX422" fmla="*/ 1904650 w 7467600"/>
              <a:gd name="connsiteY422" fmla="*/ 6639616 h 6858000"/>
              <a:gd name="connsiteX423" fmla="*/ 1885273 w 7467600"/>
              <a:gd name="connsiteY423" fmla="*/ 6858000 h 6858000"/>
              <a:gd name="connsiteX424" fmla="*/ 1854363 w 7467600"/>
              <a:gd name="connsiteY424" fmla="*/ 6858000 h 6858000"/>
              <a:gd name="connsiteX425" fmla="*/ 1880391 w 7467600"/>
              <a:gd name="connsiteY425" fmla="*/ 6603796 h 6858000"/>
              <a:gd name="connsiteX426" fmla="*/ 1818273 w 7467600"/>
              <a:gd name="connsiteY426" fmla="*/ 6715729 h 6858000"/>
              <a:gd name="connsiteX427" fmla="*/ 1794691 w 7467600"/>
              <a:gd name="connsiteY427" fmla="*/ 6843239 h 6858000"/>
              <a:gd name="connsiteX428" fmla="*/ 1794914 w 7467600"/>
              <a:gd name="connsiteY428" fmla="*/ 6858000 h 6858000"/>
              <a:gd name="connsiteX429" fmla="*/ 1746128 w 7467600"/>
              <a:gd name="connsiteY429" fmla="*/ 6858000 h 6858000"/>
              <a:gd name="connsiteX430" fmla="*/ 1753934 w 7467600"/>
              <a:gd name="connsiteY430" fmla="*/ 6724796 h 6858000"/>
              <a:gd name="connsiteX431" fmla="*/ 1792053 w 7467600"/>
              <a:gd name="connsiteY431" fmla="*/ 6572396 h 6858000"/>
              <a:gd name="connsiteX432" fmla="*/ 1862248 w 7467600"/>
              <a:gd name="connsiteY432" fmla="*/ 6266397 h 6858000"/>
              <a:gd name="connsiteX433" fmla="*/ 1862250 w 7467600"/>
              <a:gd name="connsiteY433" fmla="*/ 6033531 h 6858000"/>
              <a:gd name="connsiteX434" fmla="*/ 1211999 w 7467600"/>
              <a:gd name="connsiteY434" fmla="*/ 6683610 h 6858000"/>
              <a:gd name="connsiteX435" fmla="*/ 1213266 w 7467600"/>
              <a:gd name="connsiteY435" fmla="*/ 6691947 h 6858000"/>
              <a:gd name="connsiteX436" fmla="*/ 1203370 w 7467600"/>
              <a:gd name="connsiteY436" fmla="*/ 6850676 h 6858000"/>
              <a:gd name="connsiteX437" fmla="*/ 1203671 w 7467600"/>
              <a:gd name="connsiteY437" fmla="*/ 6858000 h 6858000"/>
              <a:gd name="connsiteX438" fmla="*/ 1143180 w 7467600"/>
              <a:gd name="connsiteY438" fmla="*/ 6858000 h 6858000"/>
              <a:gd name="connsiteX439" fmla="*/ 1142176 w 7467600"/>
              <a:gd name="connsiteY439" fmla="*/ 6766045 h 6858000"/>
              <a:gd name="connsiteX440" fmla="*/ 1067484 w 7467600"/>
              <a:gd name="connsiteY440" fmla="*/ 6858000 h 6858000"/>
              <a:gd name="connsiteX441" fmla="*/ 953928 w 7467600"/>
              <a:gd name="connsiteY441" fmla="*/ 6858000 h 6858000"/>
              <a:gd name="connsiteX442" fmla="*/ 959715 w 7467600"/>
              <a:gd name="connsiteY442" fmla="*/ 6850185 h 6858000"/>
              <a:gd name="connsiteX443" fmla="*/ 1483788 w 7467600"/>
              <a:gd name="connsiteY443" fmla="*/ 6259174 h 6858000"/>
              <a:gd name="connsiteX444" fmla="*/ 1100671 w 7467600"/>
              <a:gd name="connsiteY444" fmla="*/ 6252137 h 6858000"/>
              <a:gd name="connsiteX445" fmla="*/ 1090144 w 7467600"/>
              <a:gd name="connsiteY445" fmla="*/ 6256748 h 6858000"/>
              <a:gd name="connsiteX446" fmla="*/ 1095872 w 7467600"/>
              <a:gd name="connsiteY446" fmla="*/ 6271892 h 6858000"/>
              <a:gd name="connsiteX447" fmla="*/ 262785 w 7467600"/>
              <a:gd name="connsiteY447" fmla="*/ 6845450 h 6858000"/>
              <a:gd name="connsiteX448" fmla="*/ 209968 w 7467600"/>
              <a:gd name="connsiteY448" fmla="*/ 6770713 h 6858000"/>
              <a:gd name="connsiteX449" fmla="*/ 873460 w 7467600"/>
              <a:gd name="connsiteY449" fmla="*/ 6253768 h 6858000"/>
              <a:gd name="connsiteX450" fmla="*/ 192686 w 7467600"/>
              <a:gd name="connsiteY450" fmla="*/ 5849257 h 6858000"/>
              <a:gd name="connsiteX451" fmla="*/ 4696 w 7467600"/>
              <a:gd name="connsiteY451" fmla="*/ 5697668 h 6858000"/>
              <a:gd name="connsiteX452" fmla="*/ 0 w 7467600"/>
              <a:gd name="connsiteY452" fmla="*/ 5689984 h 6858000"/>
              <a:gd name="connsiteX453" fmla="*/ 0 w 7467600"/>
              <a:gd name="connsiteY453" fmla="*/ 5513472 h 6858000"/>
              <a:gd name="connsiteX454" fmla="*/ 174101 w 7467600"/>
              <a:gd name="connsiteY454" fmla="*/ 5620277 h 6858000"/>
              <a:gd name="connsiteX455" fmla="*/ 891800 w 7467600"/>
              <a:gd name="connsiteY455" fmla="*/ 6036935 h 6858000"/>
              <a:gd name="connsiteX456" fmla="*/ 1072219 w 7467600"/>
              <a:gd name="connsiteY456" fmla="*/ 6169443 h 6858000"/>
              <a:gd name="connsiteX457" fmla="*/ 1074117 w 7467600"/>
              <a:gd name="connsiteY457" fmla="*/ 6170301 h 6858000"/>
              <a:gd name="connsiteX458" fmla="*/ 1083114 w 7467600"/>
              <a:gd name="connsiteY458" fmla="*/ 6174131 h 6858000"/>
              <a:gd name="connsiteX459" fmla="*/ 1543010 w 7467600"/>
              <a:gd name="connsiteY459" fmla="*/ 6191140 h 6858000"/>
              <a:gd name="connsiteX460" fmla="*/ 1551080 w 7467600"/>
              <a:gd name="connsiteY460" fmla="*/ 6195006 h 6858000"/>
              <a:gd name="connsiteX461" fmla="*/ 2345443 w 7467600"/>
              <a:gd name="connsiteY461" fmla="*/ 5549882 h 6858000"/>
              <a:gd name="connsiteX462" fmla="*/ 1721499 w 7467600"/>
              <a:gd name="connsiteY462" fmla="*/ 5599969 h 6858000"/>
              <a:gd name="connsiteX463" fmla="*/ 767716 w 7467600"/>
              <a:gd name="connsiteY463" fmla="*/ 5472768 h 6858000"/>
              <a:gd name="connsiteX464" fmla="*/ 722147 w 7467600"/>
              <a:gd name="connsiteY464" fmla="*/ 5393091 h 6858000"/>
              <a:gd name="connsiteX465" fmla="*/ 1485552 w 7467600"/>
              <a:gd name="connsiteY465" fmla="*/ 5313202 h 6858000"/>
              <a:gd name="connsiteX466" fmla="*/ 2143004 w 7467600"/>
              <a:gd name="connsiteY466" fmla="*/ 5402420 h 6858000"/>
              <a:gd name="connsiteX467" fmla="*/ 1933391 w 7467600"/>
              <a:gd name="connsiteY467" fmla="*/ 5156971 h 6858000"/>
              <a:gd name="connsiteX468" fmla="*/ 1827118 w 7467600"/>
              <a:gd name="connsiteY468" fmla="*/ 4968410 h 6858000"/>
              <a:gd name="connsiteX469" fmla="*/ 1837349 w 7467600"/>
              <a:gd name="connsiteY469" fmla="*/ 4956357 h 6858000"/>
              <a:gd name="connsiteX470" fmla="*/ 2162835 w 7467600"/>
              <a:gd name="connsiteY470" fmla="*/ 5187853 h 6858000"/>
              <a:gd name="connsiteX471" fmla="*/ 2257167 w 7467600"/>
              <a:gd name="connsiteY471" fmla="*/ 5462123 h 6858000"/>
              <a:gd name="connsiteX472" fmla="*/ 2261598 w 7467600"/>
              <a:gd name="connsiteY472" fmla="*/ 5467998 h 6858000"/>
              <a:gd name="connsiteX473" fmla="*/ 2437177 w 7467600"/>
              <a:gd name="connsiteY473" fmla="*/ 5479608 h 6858000"/>
              <a:gd name="connsiteX474" fmla="*/ 2445247 w 7467600"/>
              <a:gd name="connsiteY474" fmla="*/ 5483476 h 6858000"/>
              <a:gd name="connsiteX475" fmla="*/ 2743626 w 7467600"/>
              <a:gd name="connsiteY475" fmla="*/ 5304819 h 6858000"/>
              <a:gd name="connsiteX476" fmla="*/ 3048102 w 7467600"/>
              <a:gd name="connsiteY476" fmla="*/ 5150595 h 6858000"/>
              <a:gd name="connsiteX477" fmla="*/ 1799414 w 7467600"/>
              <a:gd name="connsiteY477" fmla="*/ 4694732 h 6858000"/>
              <a:gd name="connsiteX478" fmla="*/ 1771735 w 7467600"/>
              <a:gd name="connsiteY478" fmla="*/ 4619929 h 6858000"/>
              <a:gd name="connsiteX479" fmla="*/ 3104273 w 7467600"/>
              <a:gd name="connsiteY479" fmla="*/ 5076159 h 6858000"/>
              <a:gd name="connsiteX480" fmla="*/ 3113245 w 7467600"/>
              <a:gd name="connsiteY480" fmla="*/ 5090705 h 6858000"/>
              <a:gd name="connsiteX481" fmla="*/ 3126294 w 7467600"/>
              <a:gd name="connsiteY481" fmla="*/ 5114400 h 6858000"/>
              <a:gd name="connsiteX482" fmla="*/ 3937433 w 7467600"/>
              <a:gd name="connsiteY482" fmla="*/ 4830473 h 6858000"/>
              <a:gd name="connsiteX483" fmla="*/ 3590475 w 7467600"/>
              <a:gd name="connsiteY483" fmla="*/ 4597974 h 6858000"/>
              <a:gd name="connsiteX484" fmla="*/ 3100264 w 7467600"/>
              <a:gd name="connsiteY484" fmla="*/ 4579845 h 6858000"/>
              <a:gd name="connsiteX485" fmla="*/ 2183576 w 7467600"/>
              <a:gd name="connsiteY485" fmla="*/ 4227150 h 6858000"/>
              <a:gd name="connsiteX486" fmla="*/ 2151029 w 7467600"/>
              <a:gd name="connsiteY486" fmla="*/ 4146947 h 6858000"/>
              <a:gd name="connsiteX487" fmla="*/ 3563434 w 7467600"/>
              <a:gd name="connsiteY487" fmla="*/ 4469115 h 6858000"/>
              <a:gd name="connsiteX488" fmla="*/ 3177952 w 7467600"/>
              <a:gd name="connsiteY488" fmla="*/ 3657386 h 6858000"/>
              <a:gd name="connsiteX489" fmla="*/ 3189263 w 7467600"/>
              <a:gd name="connsiteY489" fmla="*/ 3625726 h 6858000"/>
              <a:gd name="connsiteX490" fmla="*/ 3560912 w 7467600"/>
              <a:gd name="connsiteY490" fmla="*/ 4079863 h 6858000"/>
              <a:gd name="connsiteX491" fmla="*/ 3626636 w 7467600"/>
              <a:gd name="connsiteY491" fmla="*/ 4512230 h 6858000"/>
              <a:gd name="connsiteX492" fmla="*/ 3653088 w 7467600"/>
              <a:gd name="connsiteY492" fmla="*/ 4521417 h 6858000"/>
              <a:gd name="connsiteX493" fmla="*/ 3988128 w 7467600"/>
              <a:gd name="connsiteY493" fmla="*/ 4817267 h 6858000"/>
              <a:gd name="connsiteX494" fmla="*/ 4830582 w 7467600"/>
              <a:gd name="connsiteY494" fmla="*/ 4676000 h 6858000"/>
              <a:gd name="connsiteX495" fmla="*/ 4830100 w 7467600"/>
              <a:gd name="connsiteY495" fmla="*/ 4675554 h 6858000"/>
              <a:gd name="connsiteX496" fmla="*/ 4036318 w 7467600"/>
              <a:gd name="connsiteY496" fmla="*/ 4147013 h 6858000"/>
              <a:gd name="connsiteX497" fmla="*/ 3432098 w 7467600"/>
              <a:gd name="connsiteY497" fmla="*/ 3537312 h 6858000"/>
              <a:gd name="connsiteX498" fmla="*/ 3446761 w 7467600"/>
              <a:gd name="connsiteY498" fmla="*/ 3461278 h 6858000"/>
              <a:gd name="connsiteX499" fmla="*/ 4419733 w 7467600"/>
              <a:gd name="connsiteY499" fmla="*/ 3963555 h 6858000"/>
              <a:gd name="connsiteX500" fmla="*/ 4781371 w 7467600"/>
              <a:gd name="connsiteY500" fmla="*/ 4458604 h 6858000"/>
              <a:gd name="connsiteX501" fmla="*/ 4780440 w 7467600"/>
              <a:gd name="connsiteY501" fmla="*/ 4470290 h 6858000"/>
              <a:gd name="connsiteX502" fmla="*/ 4898954 w 7467600"/>
              <a:gd name="connsiteY502" fmla="*/ 4662092 h 6858000"/>
              <a:gd name="connsiteX503" fmla="*/ 4900699 w 7467600"/>
              <a:gd name="connsiteY503" fmla="*/ 4670867 h 6858000"/>
              <a:gd name="connsiteX504" fmla="*/ 5714511 w 7467600"/>
              <a:gd name="connsiteY504" fmla="*/ 4663483 h 6858000"/>
              <a:gd name="connsiteX505" fmla="*/ 5464793 w 7467600"/>
              <a:gd name="connsiteY505" fmla="*/ 4393556 h 6858000"/>
              <a:gd name="connsiteX506" fmla="*/ 5461897 w 7467600"/>
              <a:gd name="connsiteY506" fmla="*/ 4390879 h 6858000"/>
              <a:gd name="connsiteX507" fmla="*/ 4294126 w 7467600"/>
              <a:gd name="connsiteY507" fmla="*/ 3303048 h 6858000"/>
              <a:gd name="connsiteX508" fmla="*/ 4305321 w 7467600"/>
              <a:gd name="connsiteY508" fmla="*/ 3256953 h 6858000"/>
              <a:gd name="connsiteX509" fmla="*/ 4949299 w 7467600"/>
              <a:gd name="connsiteY509" fmla="*/ 3766336 h 6858000"/>
              <a:gd name="connsiteX510" fmla="*/ 5291452 w 7467600"/>
              <a:gd name="connsiteY510" fmla="*/ 4076801 h 6858000"/>
              <a:gd name="connsiteX511" fmla="*/ 5434998 w 7467600"/>
              <a:gd name="connsiteY511" fmla="*/ 4254100 h 6858000"/>
              <a:gd name="connsiteX512" fmla="*/ 5351015 w 7467600"/>
              <a:gd name="connsiteY512" fmla="*/ 3760989 h 6858000"/>
              <a:gd name="connsiteX513" fmla="*/ 5413780 w 7467600"/>
              <a:gd name="connsiteY513" fmla="*/ 2966265 h 6858000"/>
              <a:gd name="connsiteX514" fmla="*/ 5425627 w 7467600"/>
              <a:gd name="connsiteY514" fmla="*/ 2954192 h 6858000"/>
              <a:gd name="connsiteX515" fmla="*/ 6604735 w 7467600"/>
              <a:gd name="connsiteY515" fmla="*/ 2041381 h 6858000"/>
              <a:gd name="connsiteX516" fmla="*/ 7204487 w 7467600"/>
              <a:gd name="connsiteY516" fmla="*/ 2742112 h 6858000"/>
              <a:gd name="connsiteX517" fmla="*/ 7131592 w 7467600"/>
              <a:gd name="connsiteY517" fmla="*/ 2672096 h 6858000"/>
              <a:gd name="connsiteX518" fmla="*/ 6996344 w 7467600"/>
              <a:gd name="connsiteY518" fmla="*/ 2518310 h 6858000"/>
              <a:gd name="connsiteX519" fmla="*/ 6735495 w 7467600"/>
              <a:gd name="connsiteY519" fmla="*/ 2196890 h 6858000"/>
              <a:gd name="connsiteX520" fmla="*/ 6721901 w 7467600"/>
              <a:gd name="connsiteY520" fmla="*/ 2179274 h 6858000"/>
              <a:gd name="connsiteX521" fmla="*/ 6604735 w 7467600"/>
              <a:gd name="connsiteY521" fmla="*/ 2041381 h 6858000"/>
              <a:gd name="connsiteX522" fmla="*/ 6591670 w 7467600"/>
              <a:gd name="connsiteY522" fmla="*/ 1988277 h 6858000"/>
              <a:gd name="connsiteX523" fmla="*/ 6747349 w 7467600"/>
              <a:gd name="connsiteY523" fmla="*/ 2160069 h 6858000"/>
              <a:gd name="connsiteX524" fmla="*/ 6760943 w 7467600"/>
              <a:gd name="connsiteY524" fmla="*/ 2177686 h 6858000"/>
              <a:gd name="connsiteX525" fmla="*/ 7021065 w 7467600"/>
              <a:gd name="connsiteY525" fmla="*/ 2498102 h 6858000"/>
              <a:gd name="connsiteX526" fmla="*/ 7155223 w 7467600"/>
              <a:gd name="connsiteY526" fmla="*/ 2650386 h 6858000"/>
              <a:gd name="connsiteX527" fmla="*/ 7203167 w 7467600"/>
              <a:gd name="connsiteY527" fmla="*/ 2697288 h 6858000"/>
              <a:gd name="connsiteX528" fmla="*/ 6937703 w 7467600"/>
              <a:gd name="connsiteY528" fmla="*/ 2321981 h 6858000"/>
              <a:gd name="connsiteX529" fmla="*/ 6591670 w 7467600"/>
              <a:gd name="connsiteY529" fmla="*/ 1988277 h 6858000"/>
              <a:gd name="connsiteX530" fmla="*/ 5798671 w 7467600"/>
              <a:gd name="connsiteY530" fmla="*/ 1981601 h 6858000"/>
              <a:gd name="connsiteX531" fmla="*/ 5754709 w 7467600"/>
              <a:gd name="connsiteY531" fmla="*/ 2071454 h 6858000"/>
              <a:gd name="connsiteX532" fmla="*/ 5763044 w 7467600"/>
              <a:gd name="connsiteY532" fmla="*/ 2842206 h 6858000"/>
              <a:gd name="connsiteX533" fmla="*/ 5764974 w 7467600"/>
              <a:gd name="connsiteY533" fmla="*/ 2799609 h 6858000"/>
              <a:gd name="connsiteX534" fmla="*/ 5767665 w 7467600"/>
              <a:gd name="connsiteY534" fmla="*/ 2666409 h 6858000"/>
              <a:gd name="connsiteX535" fmla="*/ 5763055 w 7467600"/>
              <a:gd name="connsiteY535" fmla="*/ 2579705 h 6858000"/>
              <a:gd name="connsiteX536" fmla="*/ 5758079 w 7467600"/>
              <a:gd name="connsiteY536" fmla="*/ 2492508 h 6858000"/>
              <a:gd name="connsiteX537" fmla="*/ 5779325 w 7467600"/>
              <a:gd name="connsiteY537" fmla="*/ 2197069 h 6858000"/>
              <a:gd name="connsiteX538" fmla="*/ 5798671 w 7467600"/>
              <a:gd name="connsiteY538" fmla="*/ 1981601 h 6858000"/>
              <a:gd name="connsiteX539" fmla="*/ 5829202 w 7467600"/>
              <a:gd name="connsiteY539" fmla="*/ 1971679 h 6858000"/>
              <a:gd name="connsiteX540" fmla="*/ 5809558 w 7467600"/>
              <a:gd name="connsiteY540" fmla="*/ 2198043 h 6858000"/>
              <a:gd name="connsiteX541" fmla="*/ 5788653 w 7467600"/>
              <a:gd name="connsiteY541" fmla="*/ 2489430 h 6858000"/>
              <a:gd name="connsiteX542" fmla="*/ 5793439 w 7467600"/>
              <a:gd name="connsiteY542" fmla="*/ 2575235 h 6858000"/>
              <a:gd name="connsiteX543" fmla="*/ 5796837 w 7467600"/>
              <a:gd name="connsiteY543" fmla="*/ 2637633 h 6858000"/>
              <a:gd name="connsiteX544" fmla="*/ 5818614 w 7467600"/>
              <a:gd name="connsiteY544" fmla="*/ 2473055 h 6858000"/>
              <a:gd name="connsiteX545" fmla="*/ 5829202 w 7467600"/>
              <a:gd name="connsiteY545" fmla="*/ 1971679 h 6858000"/>
              <a:gd name="connsiteX546" fmla="*/ 5911389 w 7467600"/>
              <a:gd name="connsiteY546" fmla="*/ 1898371 h 6858000"/>
              <a:gd name="connsiteX547" fmla="*/ 6237627 w 7467600"/>
              <a:gd name="connsiteY547" fmla="*/ 2231921 h 6858000"/>
              <a:gd name="connsiteX548" fmla="*/ 5911389 w 7467600"/>
              <a:gd name="connsiteY548" fmla="*/ 1898371 h 6858000"/>
              <a:gd name="connsiteX549" fmla="*/ 6944437 w 7467600"/>
              <a:gd name="connsiteY549" fmla="*/ 1575402 h 6858000"/>
              <a:gd name="connsiteX550" fmla="*/ 6304730 w 7467600"/>
              <a:gd name="connsiteY550" fmla="*/ 1766654 h 6858000"/>
              <a:gd name="connsiteX551" fmla="*/ 6944437 w 7467600"/>
              <a:gd name="connsiteY551" fmla="*/ 1575402 h 6858000"/>
              <a:gd name="connsiteX552" fmla="*/ 7019523 w 7467600"/>
              <a:gd name="connsiteY552" fmla="*/ 1519450 h 6858000"/>
              <a:gd name="connsiteX553" fmla="*/ 6298091 w 7467600"/>
              <a:gd name="connsiteY553" fmla="*/ 1737122 h 6858000"/>
              <a:gd name="connsiteX554" fmla="*/ 7019523 w 7467600"/>
              <a:gd name="connsiteY554" fmla="*/ 1519450 h 6858000"/>
              <a:gd name="connsiteX555" fmla="*/ 2399523 w 7467600"/>
              <a:gd name="connsiteY555" fmla="*/ 1428234 h 6858000"/>
              <a:gd name="connsiteX556" fmla="*/ 2224982 w 7467600"/>
              <a:gd name="connsiteY556" fmla="*/ 1826201 h 6858000"/>
              <a:gd name="connsiteX557" fmla="*/ 2096099 w 7467600"/>
              <a:gd name="connsiteY557" fmla="*/ 2345900 h 6858000"/>
              <a:gd name="connsiteX558" fmla="*/ 2283317 w 7467600"/>
              <a:gd name="connsiteY558" fmla="*/ 1796925 h 6858000"/>
              <a:gd name="connsiteX559" fmla="*/ 2399523 w 7467600"/>
              <a:gd name="connsiteY559" fmla="*/ 1428234 h 6858000"/>
              <a:gd name="connsiteX560" fmla="*/ 2448558 w 7467600"/>
              <a:gd name="connsiteY560" fmla="*/ 1373435 h 6858000"/>
              <a:gd name="connsiteX561" fmla="*/ 2312521 w 7467600"/>
              <a:gd name="connsiteY561" fmla="*/ 1806140 h 6858000"/>
              <a:gd name="connsiteX562" fmla="*/ 2127533 w 7467600"/>
              <a:gd name="connsiteY562" fmla="*/ 2348380 h 6858000"/>
              <a:gd name="connsiteX563" fmla="*/ 2358080 w 7467600"/>
              <a:gd name="connsiteY563" fmla="*/ 1866134 h 6858000"/>
              <a:gd name="connsiteX564" fmla="*/ 2407436 w 7467600"/>
              <a:gd name="connsiteY564" fmla="*/ 1651070 h 6858000"/>
              <a:gd name="connsiteX565" fmla="*/ 2448558 w 7467600"/>
              <a:gd name="connsiteY565" fmla="*/ 1373435 h 6858000"/>
              <a:gd name="connsiteX566" fmla="*/ 278707 w 7467600"/>
              <a:gd name="connsiteY566" fmla="*/ 1352270 h 6858000"/>
              <a:gd name="connsiteX567" fmla="*/ 321570 w 7467600"/>
              <a:gd name="connsiteY567" fmla="*/ 1861610 h 6858000"/>
              <a:gd name="connsiteX568" fmla="*/ 294281 w 7467600"/>
              <a:gd name="connsiteY568" fmla="*/ 1440658 h 6858000"/>
              <a:gd name="connsiteX569" fmla="*/ 278707 w 7467600"/>
              <a:gd name="connsiteY569" fmla="*/ 1352270 h 6858000"/>
              <a:gd name="connsiteX570" fmla="*/ 1423821 w 7467600"/>
              <a:gd name="connsiteY570" fmla="*/ 1351958 h 6858000"/>
              <a:gd name="connsiteX571" fmla="*/ 1638521 w 7467600"/>
              <a:gd name="connsiteY571" fmla="*/ 1908470 h 6858000"/>
              <a:gd name="connsiteX572" fmla="*/ 1754199 w 7467600"/>
              <a:gd name="connsiteY572" fmla="*/ 2149284 h 6858000"/>
              <a:gd name="connsiteX573" fmla="*/ 1908359 w 7467600"/>
              <a:gd name="connsiteY573" fmla="*/ 2364988 h 6858000"/>
              <a:gd name="connsiteX574" fmla="*/ 1647661 w 7467600"/>
              <a:gd name="connsiteY574" fmla="*/ 1825945 h 6858000"/>
              <a:gd name="connsiteX575" fmla="*/ 1423821 w 7467600"/>
              <a:gd name="connsiteY575" fmla="*/ 1351958 h 6858000"/>
              <a:gd name="connsiteX576" fmla="*/ 1431890 w 7467600"/>
              <a:gd name="connsiteY576" fmla="*/ 1306475 h 6858000"/>
              <a:gd name="connsiteX577" fmla="*/ 1507597 w 7467600"/>
              <a:gd name="connsiteY577" fmla="*/ 1446132 h 6858000"/>
              <a:gd name="connsiteX578" fmla="*/ 1674586 w 7467600"/>
              <a:gd name="connsiteY578" fmla="*/ 1813832 h 6858000"/>
              <a:gd name="connsiteX579" fmla="*/ 1815950 w 7467600"/>
              <a:gd name="connsiteY579" fmla="*/ 2128564 h 6858000"/>
              <a:gd name="connsiteX580" fmla="*/ 1984242 w 7467600"/>
              <a:gd name="connsiteY580" fmla="*/ 2430829 h 6858000"/>
              <a:gd name="connsiteX581" fmla="*/ 2014023 w 7467600"/>
              <a:gd name="connsiteY581" fmla="*/ 2450995 h 6858000"/>
              <a:gd name="connsiteX582" fmla="*/ 1747337 w 7467600"/>
              <a:gd name="connsiteY582" fmla="*/ 1855264 h 6858000"/>
              <a:gd name="connsiteX583" fmla="*/ 1533749 w 7467600"/>
              <a:gd name="connsiteY583" fmla="*/ 1478656 h 6858000"/>
              <a:gd name="connsiteX584" fmla="*/ 1431890 w 7467600"/>
              <a:gd name="connsiteY584" fmla="*/ 1306475 h 6858000"/>
              <a:gd name="connsiteX585" fmla="*/ 5052692 w 7467600"/>
              <a:gd name="connsiteY585" fmla="*/ 1292994 h 6858000"/>
              <a:gd name="connsiteX586" fmla="*/ 5200661 w 7467600"/>
              <a:gd name="connsiteY586" fmla="*/ 1635186 h 6858000"/>
              <a:gd name="connsiteX587" fmla="*/ 5297138 w 7467600"/>
              <a:gd name="connsiteY587" fmla="*/ 1906351 h 6858000"/>
              <a:gd name="connsiteX588" fmla="*/ 5052692 w 7467600"/>
              <a:gd name="connsiteY588" fmla="*/ 1292994 h 6858000"/>
              <a:gd name="connsiteX589" fmla="*/ 5009948 w 7467600"/>
              <a:gd name="connsiteY589" fmla="*/ 1273619 h 6858000"/>
              <a:gd name="connsiteX590" fmla="*/ 5121777 w 7467600"/>
              <a:gd name="connsiteY590" fmla="*/ 1654213 h 6858000"/>
              <a:gd name="connsiteX591" fmla="*/ 5293545 w 7467600"/>
              <a:gd name="connsiteY591" fmla="*/ 2072247 h 6858000"/>
              <a:gd name="connsiteX592" fmla="*/ 5294042 w 7467600"/>
              <a:gd name="connsiteY592" fmla="*/ 2065019 h 6858000"/>
              <a:gd name="connsiteX593" fmla="*/ 5171936 w 7467600"/>
              <a:gd name="connsiteY593" fmla="*/ 1647613 h 6858000"/>
              <a:gd name="connsiteX594" fmla="*/ 5009948 w 7467600"/>
              <a:gd name="connsiteY594" fmla="*/ 1273619 h 6858000"/>
              <a:gd name="connsiteX595" fmla="*/ 655236 w 7467600"/>
              <a:gd name="connsiteY595" fmla="*/ 1268632 h 6858000"/>
              <a:gd name="connsiteX596" fmla="*/ 839521 w 7467600"/>
              <a:gd name="connsiteY596" fmla="*/ 1685315 h 6858000"/>
              <a:gd name="connsiteX597" fmla="*/ 1109416 w 7467600"/>
              <a:gd name="connsiteY597" fmla="*/ 2061663 h 6858000"/>
              <a:gd name="connsiteX598" fmla="*/ 1298300 w 7467600"/>
              <a:gd name="connsiteY598" fmla="*/ 2247742 h 6858000"/>
              <a:gd name="connsiteX599" fmla="*/ 1125871 w 7467600"/>
              <a:gd name="connsiteY599" fmla="*/ 1989513 h 6858000"/>
              <a:gd name="connsiteX600" fmla="*/ 981574 w 7467600"/>
              <a:gd name="connsiteY600" fmla="*/ 1783157 h 6858000"/>
              <a:gd name="connsiteX601" fmla="*/ 922198 w 7467600"/>
              <a:gd name="connsiteY601" fmla="*/ 1677437 h 6858000"/>
              <a:gd name="connsiteX602" fmla="*/ 869293 w 7467600"/>
              <a:gd name="connsiteY602" fmla="*/ 1583214 h 6858000"/>
              <a:gd name="connsiteX603" fmla="*/ 751431 w 7467600"/>
              <a:gd name="connsiteY603" fmla="*/ 1405731 h 6858000"/>
              <a:gd name="connsiteX604" fmla="*/ 655236 w 7467600"/>
              <a:gd name="connsiteY604" fmla="*/ 1268632 h 6858000"/>
              <a:gd name="connsiteX605" fmla="*/ 6516292 w 7467600"/>
              <a:gd name="connsiteY605" fmla="*/ 1263064 h 6858000"/>
              <a:gd name="connsiteX606" fmla="*/ 5736320 w 7467600"/>
              <a:gd name="connsiteY606" fmla="*/ 1501803 h 6858000"/>
              <a:gd name="connsiteX607" fmla="*/ 6516292 w 7467600"/>
              <a:gd name="connsiteY607" fmla="*/ 1263064 h 6858000"/>
              <a:gd name="connsiteX608" fmla="*/ 291466 w 7467600"/>
              <a:gd name="connsiteY608" fmla="*/ 1250369 h 6858000"/>
              <a:gd name="connsiteX609" fmla="*/ 323180 w 7467600"/>
              <a:gd name="connsiteY609" fmla="*/ 1435283 h 6858000"/>
              <a:gd name="connsiteX610" fmla="*/ 349381 w 7467600"/>
              <a:gd name="connsiteY610" fmla="*/ 1875041 h 6858000"/>
              <a:gd name="connsiteX611" fmla="*/ 374363 w 7467600"/>
              <a:gd name="connsiteY611" fmla="*/ 1506494 h 6858000"/>
              <a:gd name="connsiteX612" fmla="*/ 302168 w 7467600"/>
              <a:gd name="connsiteY612" fmla="*/ 1274495 h 6858000"/>
              <a:gd name="connsiteX613" fmla="*/ 291466 w 7467600"/>
              <a:gd name="connsiteY613" fmla="*/ 1250369 h 6858000"/>
              <a:gd name="connsiteX614" fmla="*/ 678222 w 7467600"/>
              <a:gd name="connsiteY614" fmla="*/ 1248670 h 6858000"/>
              <a:gd name="connsiteX615" fmla="*/ 775536 w 7467600"/>
              <a:gd name="connsiteY615" fmla="*/ 1388015 h 6858000"/>
              <a:gd name="connsiteX616" fmla="*/ 894529 w 7467600"/>
              <a:gd name="connsiteY616" fmla="*/ 1567739 h 6858000"/>
              <a:gd name="connsiteX617" fmla="*/ 948000 w 7467600"/>
              <a:gd name="connsiteY617" fmla="*/ 1663088 h 6858000"/>
              <a:gd name="connsiteX618" fmla="*/ 1006812 w 7467600"/>
              <a:gd name="connsiteY618" fmla="*/ 1767683 h 6858000"/>
              <a:gd name="connsiteX619" fmla="*/ 1149133 w 7467600"/>
              <a:gd name="connsiteY619" fmla="*/ 1971513 h 6858000"/>
              <a:gd name="connsiteX620" fmla="*/ 1333952 w 7467600"/>
              <a:gd name="connsiteY620" fmla="*/ 2251620 h 6858000"/>
              <a:gd name="connsiteX621" fmla="*/ 1337329 w 7467600"/>
              <a:gd name="connsiteY621" fmla="*/ 2258350 h 6858000"/>
              <a:gd name="connsiteX622" fmla="*/ 1014726 w 7467600"/>
              <a:gd name="connsiteY622" fmla="*/ 1615556 h 6858000"/>
              <a:gd name="connsiteX623" fmla="*/ 678222 w 7467600"/>
              <a:gd name="connsiteY623" fmla="*/ 1248670 h 6858000"/>
              <a:gd name="connsiteX624" fmla="*/ 6691602 w 7467600"/>
              <a:gd name="connsiteY624" fmla="*/ 1140573 h 6858000"/>
              <a:gd name="connsiteX625" fmla="*/ 6571100 w 7467600"/>
              <a:gd name="connsiteY625" fmla="*/ 1183662 h 6858000"/>
              <a:gd name="connsiteX626" fmla="*/ 6241687 w 7467600"/>
              <a:gd name="connsiteY626" fmla="*/ 1257600 h 6858000"/>
              <a:gd name="connsiteX627" fmla="*/ 5693009 w 7467600"/>
              <a:gd name="connsiteY627" fmla="*/ 1478256 h 6858000"/>
              <a:gd name="connsiteX628" fmla="*/ 6548420 w 7467600"/>
              <a:gd name="connsiteY628" fmla="*/ 1214599 h 6858000"/>
              <a:gd name="connsiteX629" fmla="*/ 6605473 w 7467600"/>
              <a:gd name="connsiteY629" fmla="*/ 1184686 h 6858000"/>
              <a:gd name="connsiteX630" fmla="*/ 6691602 w 7467600"/>
              <a:gd name="connsiteY630" fmla="*/ 1140573 h 6858000"/>
              <a:gd name="connsiteX631" fmla="*/ 4002475 w 7467600"/>
              <a:gd name="connsiteY631" fmla="*/ 1037802 h 6858000"/>
              <a:gd name="connsiteX632" fmla="*/ 4000324 w 7467600"/>
              <a:gd name="connsiteY632" fmla="*/ 1039362 h 6858000"/>
              <a:gd name="connsiteX633" fmla="*/ 4002862 w 7467600"/>
              <a:gd name="connsiteY633" fmla="*/ 1042866 h 6858000"/>
              <a:gd name="connsiteX634" fmla="*/ 4002475 w 7467600"/>
              <a:gd name="connsiteY634" fmla="*/ 1037802 h 6858000"/>
              <a:gd name="connsiteX635" fmla="*/ 506322 w 7467600"/>
              <a:gd name="connsiteY635" fmla="*/ 1020997 h 6858000"/>
              <a:gd name="connsiteX636" fmla="*/ 533068 w 7467600"/>
              <a:gd name="connsiteY636" fmla="*/ 1029409 h 6858000"/>
              <a:gd name="connsiteX637" fmla="*/ 1232525 w 7467600"/>
              <a:gd name="connsiteY637" fmla="*/ 1804675 h 6858000"/>
              <a:gd name="connsiteX638" fmla="*/ 1388858 w 7467600"/>
              <a:gd name="connsiteY638" fmla="*/ 2368011 h 6858000"/>
              <a:gd name="connsiteX639" fmla="*/ 1384098 w 7467600"/>
              <a:gd name="connsiteY639" fmla="*/ 2378125 h 6858000"/>
              <a:gd name="connsiteX640" fmla="*/ 1425393 w 7467600"/>
              <a:gd name="connsiteY640" fmla="*/ 2589124 h 6858000"/>
              <a:gd name="connsiteX641" fmla="*/ 1424001 w 7467600"/>
              <a:gd name="connsiteY641" fmla="*/ 2597541 h 6858000"/>
              <a:gd name="connsiteX642" fmla="*/ 2152729 w 7467600"/>
              <a:gd name="connsiteY642" fmla="*/ 2864487 h 6858000"/>
              <a:gd name="connsiteX643" fmla="*/ 2020609 w 7467600"/>
              <a:gd name="connsiteY643" fmla="*/ 2539671 h 6858000"/>
              <a:gd name="connsiteX644" fmla="*/ 2018920 w 7467600"/>
              <a:gd name="connsiteY644" fmla="*/ 2536309 h 6858000"/>
              <a:gd name="connsiteX645" fmla="*/ 1342441 w 7467600"/>
              <a:gd name="connsiteY645" fmla="*/ 1173017 h 6858000"/>
              <a:gd name="connsiteX646" fmla="*/ 1367925 w 7467600"/>
              <a:gd name="connsiteY646" fmla="*/ 1135648 h 6858000"/>
              <a:gd name="connsiteX647" fmla="*/ 1771401 w 7467600"/>
              <a:gd name="connsiteY647" fmla="*/ 1806673 h 6858000"/>
              <a:gd name="connsiteX648" fmla="*/ 1972385 w 7467600"/>
              <a:gd name="connsiteY648" fmla="*/ 2198735 h 6858000"/>
              <a:gd name="connsiteX649" fmla="*/ 2040892 w 7467600"/>
              <a:gd name="connsiteY649" fmla="*/ 2405205 h 6858000"/>
              <a:gd name="connsiteX650" fmla="*/ 2131689 w 7467600"/>
              <a:gd name="connsiteY650" fmla="*/ 1936926 h 6858000"/>
              <a:gd name="connsiteX651" fmla="*/ 2454820 w 7467600"/>
              <a:gd name="connsiteY651" fmla="*/ 1248808 h 6858000"/>
              <a:gd name="connsiteX652" fmla="*/ 2492512 w 7467600"/>
              <a:gd name="connsiteY652" fmla="*/ 1302920 h 6858000"/>
              <a:gd name="connsiteX653" fmla="*/ 2081216 w 7467600"/>
              <a:gd name="connsiteY653" fmla="*/ 2527513 h 6858000"/>
              <a:gd name="connsiteX654" fmla="*/ 2081211 w 7467600"/>
              <a:gd name="connsiteY654" fmla="*/ 2528916 h 6858000"/>
              <a:gd name="connsiteX655" fmla="*/ 2199067 w 7467600"/>
              <a:gd name="connsiteY655" fmla="*/ 2884061 h 6858000"/>
              <a:gd name="connsiteX656" fmla="*/ 3192586 w 7467600"/>
              <a:gd name="connsiteY656" fmla="*/ 3411496 h 6858000"/>
              <a:gd name="connsiteX657" fmla="*/ 3182620 w 7467600"/>
              <a:gd name="connsiteY657" fmla="*/ 3483279 h 6858000"/>
              <a:gd name="connsiteX658" fmla="*/ 2435119 w 7467600"/>
              <a:gd name="connsiteY658" fmla="*/ 3080173 h 6858000"/>
              <a:gd name="connsiteX659" fmla="*/ 2410152 w 7467600"/>
              <a:gd name="connsiteY659" fmla="*/ 3063751 h 6858000"/>
              <a:gd name="connsiteX660" fmla="*/ 2408099 w 7467600"/>
              <a:gd name="connsiteY660" fmla="*/ 3064403 h 6858000"/>
              <a:gd name="connsiteX661" fmla="*/ 2407218 w 7467600"/>
              <a:gd name="connsiteY661" fmla="*/ 3070324 h 6858000"/>
              <a:gd name="connsiteX662" fmla="*/ 2380138 w 7467600"/>
              <a:gd name="connsiteY662" fmla="*/ 3099341 h 6858000"/>
              <a:gd name="connsiteX663" fmla="*/ 1765923 w 7467600"/>
              <a:gd name="connsiteY663" fmla="*/ 3581043 h 6858000"/>
              <a:gd name="connsiteX664" fmla="*/ 1702258 w 7467600"/>
              <a:gd name="connsiteY664" fmla="*/ 3612286 h 6858000"/>
              <a:gd name="connsiteX665" fmla="*/ 1538370 w 7467600"/>
              <a:gd name="connsiteY665" fmla="*/ 3811804 h 6858000"/>
              <a:gd name="connsiteX666" fmla="*/ 542867 w 7467600"/>
              <a:gd name="connsiteY666" fmla="*/ 4944092 h 6858000"/>
              <a:gd name="connsiteX667" fmla="*/ 515800 w 7467600"/>
              <a:gd name="connsiteY667" fmla="*/ 4862180 h 6858000"/>
              <a:gd name="connsiteX668" fmla="*/ 909145 w 7467600"/>
              <a:gd name="connsiteY668" fmla="*/ 4199225 h 6858000"/>
              <a:gd name="connsiteX669" fmla="*/ 1214067 w 7467600"/>
              <a:gd name="connsiteY669" fmla="*/ 3908561 h 6858000"/>
              <a:gd name="connsiteX670" fmla="*/ 640967 w 7467600"/>
              <a:gd name="connsiteY670" fmla="*/ 4105601 h 6858000"/>
              <a:gd name="connsiteX671" fmla="*/ 112563 w 7467600"/>
              <a:gd name="connsiteY671" fmla="*/ 4396952 h 6858000"/>
              <a:gd name="connsiteX672" fmla="*/ 0 w 7467600"/>
              <a:gd name="connsiteY672" fmla="*/ 4466006 h 6858000"/>
              <a:gd name="connsiteX673" fmla="*/ 0 w 7467600"/>
              <a:gd name="connsiteY673" fmla="*/ 4233763 h 6858000"/>
              <a:gd name="connsiteX674" fmla="*/ 36881 w 7467600"/>
              <a:gd name="connsiteY674" fmla="*/ 4200118 h 6858000"/>
              <a:gd name="connsiteX675" fmla="*/ 910534 w 7467600"/>
              <a:gd name="connsiteY675" fmla="*/ 3629753 h 6858000"/>
              <a:gd name="connsiteX676" fmla="*/ 1578717 w 7467600"/>
              <a:gd name="connsiteY676" fmla="*/ 3575982 h 6858000"/>
              <a:gd name="connsiteX677" fmla="*/ 2338780 w 7467600"/>
              <a:gd name="connsiteY677" fmla="*/ 3033725 h 6858000"/>
              <a:gd name="connsiteX678" fmla="*/ 1807991 w 7467600"/>
              <a:gd name="connsiteY678" fmla="*/ 2807184 h 6858000"/>
              <a:gd name="connsiteX679" fmla="*/ 1416358 w 7467600"/>
              <a:gd name="connsiteY679" fmla="*/ 3112571 h 6858000"/>
              <a:gd name="connsiteX680" fmla="*/ 939066 w 7467600"/>
              <a:gd name="connsiteY680" fmla="*/ 3378798 h 6858000"/>
              <a:gd name="connsiteX681" fmla="*/ 115099 w 7467600"/>
              <a:gd name="connsiteY681" fmla="*/ 3607650 h 6858000"/>
              <a:gd name="connsiteX682" fmla="*/ 97284 w 7467600"/>
              <a:gd name="connsiteY682" fmla="*/ 3520393 h 6858000"/>
              <a:gd name="connsiteX683" fmla="*/ 922050 w 7467600"/>
              <a:gd name="connsiteY683" fmla="*/ 3074867 h 6858000"/>
              <a:gd name="connsiteX684" fmla="*/ 1405265 w 7467600"/>
              <a:gd name="connsiteY684" fmla="*/ 3016319 h 6858000"/>
              <a:gd name="connsiteX685" fmla="*/ 1407512 w 7467600"/>
              <a:gd name="connsiteY685" fmla="*/ 3018001 h 6858000"/>
              <a:gd name="connsiteX686" fmla="*/ 1726266 w 7467600"/>
              <a:gd name="connsiteY686" fmla="*/ 2777274 h 6858000"/>
              <a:gd name="connsiteX687" fmla="*/ 625390 w 7467600"/>
              <a:gd name="connsiteY687" fmla="*/ 2514541 h 6858000"/>
              <a:gd name="connsiteX688" fmla="*/ 619799 w 7467600"/>
              <a:gd name="connsiteY688" fmla="*/ 2527180 h 6858000"/>
              <a:gd name="connsiteX689" fmla="*/ 310030 w 7467600"/>
              <a:gd name="connsiteY689" fmla="*/ 2771818 h 6858000"/>
              <a:gd name="connsiteX690" fmla="*/ 173877 w 7467600"/>
              <a:gd name="connsiteY690" fmla="*/ 2937056 h 6858000"/>
              <a:gd name="connsiteX691" fmla="*/ 77889 w 7467600"/>
              <a:gd name="connsiteY691" fmla="*/ 3138440 h 6858000"/>
              <a:gd name="connsiteX692" fmla="*/ 0 w 7467600"/>
              <a:gd name="connsiteY692" fmla="*/ 3271395 h 6858000"/>
              <a:gd name="connsiteX693" fmla="*/ 0 w 7467600"/>
              <a:gd name="connsiteY693" fmla="*/ 3153002 h 6858000"/>
              <a:gd name="connsiteX694" fmla="*/ 2386 w 7467600"/>
              <a:gd name="connsiteY694" fmla="*/ 3149203 h 6858000"/>
              <a:gd name="connsiteX695" fmla="*/ 89753 w 7467600"/>
              <a:gd name="connsiteY695" fmla="*/ 2987702 h 6858000"/>
              <a:gd name="connsiteX696" fmla="*/ 76869 w 7467600"/>
              <a:gd name="connsiteY696" fmla="*/ 3005404 h 6858000"/>
              <a:gd name="connsiteX697" fmla="*/ 32049 w 7467600"/>
              <a:gd name="connsiteY697" fmla="*/ 3065814 h 6858000"/>
              <a:gd name="connsiteX698" fmla="*/ 0 w 7467600"/>
              <a:gd name="connsiteY698" fmla="*/ 3108744 h 6858000"/>
              <a:gd name="connsiteX699" fmla="*/ 0 w 7467600"/>
              <a:gd name="connsiteY699" fmla="*/ 3058059 h 6858000"/>
              <a:gd name="connsiteX700" fmla="*/ 7610 w 7467600"/>
              <a:gd name="connsiteY700" fmla="*/ 3047889 h 6858000"/>
              <a:gd name="connsiteX701" fmla="*/ 52419 w 7467600"/>
              <a:gd name="connsiteY701" fmla="*/ 2987479 h 6858000"/>
              <a:gd name="connsiteX702" fmla="*/ 59142 w 7467600"/>
              <a:gd name="connsiteY702" fmla="*/ 2978488 h 6858000"/>
              <a:gd name="connsiteX703" fmla="*/ 0 w 7467600"/>
              <a:gd name="connsiteY703" fmla="*/ 3015334 h 6858000"/>
              <a:gd name="connsiteX704" fmla="*/ 0 w 7467600"/>
              <a:gd name="connsiteY704" fmla="*/ 2914286 h 6858000"/>
              <a:gd name="connsiteX705" fmla="*/ 36383 w 7467600"/>
              <a:gd name="connsiteY705" fmla="*/ 2901128 h 6858000"/>
              <a:gd name="connsiteX706" fmla="*/ 156329 w 7467600"/>
              <a:gd name="connsiteY706" fmla="*/ 2840533 h 6858000"/>
              <a:gd name="connsiteX707" fmla="*/ 358355 w 7467600"/>
              <a:gd name="connsiteY707" fmla="*/ 2620471 h 6858000"/>
              <a:gd name="connsiteX708" fmla="*/ 510577 w 7467600"/>
              <a:gd name="connsiteY708" fmla="*/ 2501244 h 6858000"/>
              <a:gd name="connsiteX709" fmla="*/ 211967 w 7467600"/>
              <a:gd name="connsiteY709" fmla="*/ 2479171 h 6858000"/>
              <a:gd name="connsiteX710" fmla="*/ 0 w 7467600"/>
              <a:gd name="connsiteY710" fmla="*/ 2476398 h 6858000"/>
              <a:gd name="connsiteX711" fmla="*/ 0 w 7467600"/>
              <a:gd name="connsiteY711" fmla="*/ 2389189 h 6858000"/>
              <a:gd name="connsiteX712" fmla="*/ 103062 w 7467600"/>
              <a:gd name="connsiteY712" fmla="*/ 2389518 h 6858000"/>
              <a:gd name="connsiteX713" fmla="*/ 510734 w 7467600"/>
              <a:gd name="connsiteY713" fmla="*/ 2416201 h 6858000"/>
              <a:gd name="connsiteX714" fmla="*/ 279257 w 7467600"/>
              <a:gd name="connsiteY714" fmla="*/ 2092102 h 6858000"/>
              <a:gd name="connsiteX715" fmla="*/ 65265 w 7467600"/>
              <a:gd name="connsiteY715" fmla="*/ 2006049 h 6858000"/>
              <a:gd name="connsiteX716" fmla="*/ 0 w 7467600"/>
              <a:gd name="connsiteY716" fmla="*/ 1982532 h 6858000"/>
              <a:gd name="connsiteX717" fmla="*/ 0 w 7467600"/>
              <a:gd name="connsiteY717" fmla="*/ 1912789 h 6858000"/>
              <a:gd name="connsiteX718" fmla="*/ 97460 w 7467600"/>
              <a:gd name="connsiteY718" fmla="*/ 1953725 h 6858000"/>
              <a:gd name="connsiteX719" fmla="*/ 221272 w 7467600"/>
              <a:gd name="connsiteY719" fmla="*/ 1980766 h 6858000"/>
              <a:gd name="connsiteX720" fmla="*/ 116765 w 7467600"/>
              <a:gd name="connsiteY720" fmla="*/ 1911033 h 6858000"/>
              <a:gd name="connsiteX721" fmla="*/ 16405 w 7467600"/>
              <a:gd name="connsiteY721" fmla="*/ 1803412 h 6858000"/>
              <a:gd name="connsiteX722" fmla="*/ 0 w 7467600"/>
              <a:gd name="connsiteY722" fmla="*/ 1784777 h 6858000"/>
              <a:gd name="connsiteX723" fmla="*/ 0 w 7467600"/>
              <a:gd name="connsiteY723" fmla="*/ 1740082 h 6858000"/>
              <a:gd name="connsiteX724" fmla="*/ 39394 w 7467600"/>
              <a:gd name="connsiteY724" fmla="*/ 1784856 h 6858000"/>
              <a:gd name="connsiteX725" fmla="*/ 135813 w 7467600"/>
              <a:gd name="connsiteY725" fmla="*/ 1888838 h 6858000"/>
              <a:gd name="connsiteX726" fmla="*/ 242575 w 7467600"/>
              <a:gd name="connsiteY726" fmla="*/ 1958841 h 6858000"/>
              <a:gd name="connsiteX727" fmla="*/ 82197 w 7467600"/>
              <a:gd name="connsiteY727" fmla="*/ 1754826 h 6858000"/>
              <a:gd name="connsiteX728" fmla="*/ 0 w 7467600"/>
              <a:gd name="connsiteY728" fmla="*/ 1679650 h 6858000"/>
              <a:gd name="connsiteX729" fmla="*/ 0 w 7467600"/>
              <a:gd name="connsiteY729" fmla="*/ 1602463 h 6858000"/>
              <a:gd name="connsiteX730" fmla="*/ 84689 w 7467600"/>
              <a:gd name="connsiteY730" fmla="*/ 1677442 h 6858000"/>
              <a:gd name="connsiteX731" fmla="*/ 298437 w 7467600"/>
              <a:gd name="connsiteY731" fmla="*/ 1968019 h 6858000"/>
              <a:gd name="connsiteX732" fmla="*/ 227269 w 7467600"/>
              <a:gd name="connsiteY732" fmla="*/ 1114064 h 6858000"/>
              <a:gd name="connsiteX733" fmla="*/ 248003 w 7467600"/>
              <a:gd name="connsiteY733" fmla="*/ 1089613 h 6858000"/>
              <a:gd name="connsiteX734" fmla="*/ 427020 w 7467600"/>
              <a:gd name="connsiteY734" fmla="*/ 1619803 h 6858000"/>
              <a:gd name="connsiteX735" fmla="*/ 340345 w 7467600"/>
              <a:gd name="connsiteY735" fmla="*/ 2027739 h 6858000"/>
              <a:gd name="connsiteX736" fmla="*/ 360865 w 7467600"/>
              <a:gd name="connsiteY736" fmla="*/ 2044827 h 6858000"/>
              <a:gd name="connsiteX737" fmla="*/ 560414 w 7467600"/>
              <a:gd name="connsiteY737" fmla="*/ 2421457 h 6858000"/>
              <a:gd name="connsiteX738" fmla="*/ 1359703 w 7467600"/>
              <a:gd name="connsiteY738" fmla="*/ 2578554 h 6858000"/>
              <a:gd name="connsiteX739" fmla="*/ 1359422 w 7467600"/>
              <a:gd name="connsiteY739" fmla="*/ 2577994 h 6858000"/>
              <a:gd name="connsiteX740" fmla="*/ 828701 w 7467600"/>
              <a:gd name="connsiteY740" fmla="*/ 1839520 h 6858000"/>
              <a:gd name="connsiteX741" fmla="*/ 494427 w 7467600"/>
              <a:gd name="connsiteY741" fmla="*/ 1092333 h 6858000"/>
              <a:gd name="connsiteX742" fmla="*/ 506322 w 7467600"/>
              <a:gd name="connsiteY742" fmla="*/ 1020997 h 6858000"/>
              <a:gd name="connsiteX743" fmla="*/ 4570198 w 7467600"/>
              <a:gd name="connsiteY743" fmla="*/ 978081 h 6858000"/>
              <a:gd name="connsiteX744" fmla="*/ 4523691 w 7467600"/>
              <a:gd name="connsiteY744" fmla="*/ 1127776 h 6858000"/>
              <a:gd name="connsiteX745" fmla="*/ 4509875 w 7467600"/>
              <a:gd name="connsiteY745" fmla="*/ 1167552 h 6858000"/>
              <a:gd name="connsiteX746" fmla="*/ 4478168 w 7467600"/>
              <a:gd name="connsiteY746" fmla="*/ 1260735 h 6858000"/>
              <a:gd name="connsiteX747" fmla="*/ 4409309 w 7467600"/>
              <a:gd name="connsiteY747" fmla="*/ 1666996 h 6858000"/>
              <a:gd name="connsiteX748" fmla="*/ 4370031 w 7467600"/>
              <a:gd name="connsiteY748" fmla="*/ 1955666 h 6858000"/>
              <a:gd name="connsiteX749" fmla="*/ 4570198 w 7467600"/>
              <a:gd name="connsiteY749" fmla="*/ 978081 h 6858000"/>
              <a:gd name="connsiteX750" fmla="*/ 4557898 w 7467600"/>
              <a:gd name="connsiteY750" fmla="*/ 900011 h 6858000"/>
              <a:gd name="connsiteX751" fmla="*/ 4344840 w 7467600"/>
              <a:gd name="connsiteY751" fmla="*/ 1922038 h 6858000"/>
              <a:gd name="connsiteX752" fmla="*/ 4378710 w 7467600"/>
              <a:gd name="connsiteY752" fmla="*/ 1665516 h 6858000"/>
              <a:gd name="connsiteX753" fmla="*/ 4448798 w 7467600"/>
              <a:gd name="connsiteY753" fmla="*/ 1253024 h 6858000"/>
              <a:gd name="connsiteX754" fmla="*/ 4480315 w 7467600"/>
              <a:gd name="connsiteY754" fmla="*/ 1158454 h 6858000"/>
              <a:gd name="connsiteX755" fmla="*/ 4494133 w 7467600"/>
              <a:gd name="connsiteY755" fmla="*/ 1118676 h 6858000"/>
              <a:gd name="connsiteX756" fmla="*/ 4557898 w 7467600"/>
              <a:gd name="connsiteY756" fmla="*/ 900011 h 6858000"/>
              <a:gd name="connsiteX757" fmla="*/ 5870151 w 7467600"/>
              <a:gd name="connsiteY757" fmla="*/ 898890 h 6858000"/>
              <a:gd name="connsiteX758" fmla="*/ 5861335 w 7467600"/>
              <a:gd name="connsiteY758" fmla="*/ 899177 h 6858000"/>
              <a:gd name="connsiteX759" fmla="*/ 5843702 w 7467600"/>
              <a:gd name="connsiteY759" fmla="*/ 899748 h 6858000"/>
              <a:gd name="connsiteX760" fmla="*/ 5651107 w 7467600"/>
              <a:gd name="connsiteY760" fmla="*/ 920306 h 6858000"/>
              <a:gd name="connsiteX761" fmla="*/ 5459407 w 7467600"/>
              <a:gd name="connsiteY761" fmla="*/ 940975 h 6858000"/>
              <a:gd name="connsiteX762" fmla="*/ 5374846 w 7467600"/>
              <a:gd name="connsiteY762" fmla="*/ 941988 h 6858000"/>
              <a:gd name="connsiteX763" fmla="*/ 5256105 w 7467600"/>
              <a:gd name="connsiteY763" fmla="*/ 945632 h 6858000"/>
              <a:gd name="connsiteX764" fmla="*/ 5107071 w 7467600"/>
              <a:gd name="connsiteY764" fmla="*/ 969720 h 6858000"/>
              <a:gd name="connsiteX765" fmla="*/ 4998681 w 7467600"/>
              <a:gd name="connsiteY765" fmla="*/ 988771 h 6858000"/>
              <a:gd name="connsiteX766" fmla="*/ 5870151 w 7467600"/>
              <a:gd name="connsiteY766" fmla="*/ 898890 h 6858000"/>
              <a:gd name="connsiteX767" fmla="*/ 5504425 w 7467600"/>
              <a:gd name="connsiteY767" fmla="*/ 848067 h 6858000"/>
              <a:gd name="connsiteX768" fmla="*/ 4968849 w 7467600"/>
              <a:gd name="connsiteY768" fmla="*/ 962318 h 6858000"/>
              <a:gd name="connsiteX769" fmla="*/ 5104039 w 7467600"/>
              <a:gd name="connsiteY769" fmla="*/ 940634 h 6858000"/>
              <a:gd name="connsiteX770" fmla="*/ 5256311 w 7467600"/>
              <a:gd name="connsiteY770" fmla="*/ 916490 h 6858000"/>
              <a:gd name="connsiteX771" fmla="*/ 5377381 w 7467600"/>
              <a:gd name="connsiteY771" fmla="*/ 912671 h 6858000"/>
              <a:gd name="connsiteX772" fmla="*/ 5460148 w 7467600"/>
              <a:gd name="connsiteY772" fmla="*/ 911442 h 6858000"/>
              <a:gd name="connsiteX773" fmla="*/ 5648971 w 7467600"/>
              <a:gd name="connsiteY773" fmla="*/ 891331 h 6858000"/>
              <a:gd name="connsiteX774" fmla="*/ 5844807 w 7467600"/>
              <a:gd name="connsiteY774" fmla="*/ 870718 h 6858000"/>
              <a:gd name="connsiteX775" fmla="*/ 5862975 w 7467600"/>
              <a:gd name="connsiteY775" fmla="*/ 869756 h 6858000"/>
              <a:gd name="connsiteX776" fmla="*/ 5920887 w 7467600"/>
              <a:gd name="connsiteY776" fmla="*/ 865929 h 6858000"/>
              <a:gd name="connsiteX777" fmla="*/ 5504425 w 7467600"/>
              <a:gd name="connsiteY777" fmla="*/ 848067 h 6858000"/>
              <a:gd name="connsiteX778" fmla="*/ 3607114 w 7467600"/>
              <a:gd name="connsiteY778" fmla="*/ 467441 h 6858000"/>
              <a:gd name="connsiteX779" fmla="*/ 3296242 w 7467600"/>
              <a:gd name="connsiteY779" fmla="*/ 807991 h 6858000"/>
              <a:gd name="connsiteX780" fmla="*/ 3174674 w 7467600"/>
              <a:gd name="connsiteY780" fmla="*/ 919759 h 6858000"/>
              <a:gd name="connsiteX781" fmla="*/ 3042978 w 7467600"/>
              <a:gd name="connsiteY781" fmla="*/ 1054894 h 6858000"/>
              <a:gd name="connsiteX782" fmla="*/ 2968914 w 7467600"/>
              <a:gd name="connsiteY782" fmla="*/ 1133756 h 6858000"/>
              <a:gd name="connsiteX783" fmla="*/ 3103823 w 7467600"/>
              <a:gd name="connsiteY783" fmla="*/ 1026814 h 6858000"/>
              <a:gd name="connsiteX784" fmla="*/ 3607114 w 7467600"/>
              <a:gd name="connsiteY784" fmla="*/ 467441 h 6858000"/>
              <a:gd name="connsiteX785" fmla="*/ 3744487 w 7467600"/>
              <a:gd name="connsiteY785" fmla="*/ 383136 h 6858000"/>
              <a:gd name="connsiteX786" fmla="*/ 3970213 w 7467600"/>
              <a:gd name="connsiteY786" fmla="*/ 995559 h 6858000"/>
              <a:gd name="connsiteX787" fmla="*/ 3744487 w 7467600"/>
              <a:gd name="connsiteY787" fmla="*/ 383136 h 6858000"/>
              <a:gd name="connsiteX788" fmla="*/ 3624562 w 7467600"/>
              <a:gd name="connsiteY788" fmla="*/ 367041 h 6858000"/>
              <a:gd name="connsiteX789" fmla="*/ 3489712 w 7467600"/>
              <a:gd name="connsiteY789" fmla="*/ 485386 h 6858000"/>
              <a:gd name="connsiteX790" fmla="*/ 3182994 w 7467600"/>
              <a:gd name="connsiteY790" fmla="*/ 828265 h 6858000"/>
              <a:gd name="connsiteX791" fmla="*/ 2892114 w 7467600"/>
              <a:gd name="connsiteY791" fmla="*/ 1172635 h 6858000"/>
              <a:gd name="connsiteX792" fmla="*/ 3021459 w 7467600"/>
              <a:gd name="connsiteY792" fmla="*/ 1035385 h 6858000"/>
              <a:gd name="connsiteX793" fmla="*/ 3153873 w 7467600"/>
              <a:gd name="connsiteY793" fmla="*/ 898971 h 6858000"/>
              <a:gd name="connsiteX794" fmla="*/ 3276511 w 7467600"/>
              <a:gd name="connsiteY794" fmla="*/ 786423 h 6858000"/>
              <a:gd name="connsiteX795" fmla="*/ 3584154 w 7467600"/>
              <a:gd name="connsiteY795" fmla="*/ 448218 h 6858000"/>
              <a:gd name="connsiteX796" fmla="*/ 3624562 w 7467600"/>
              <a:gd name="connsiteY796" fmla="*/ 367041 h 6858000"/>
              <a:gd name="connsiteX797" fmla="*/ 3766672 w 7467600"/>
              <a:gd name="connsiteY797" fmla="*/ 359429 h 6858000"/>
              <a:gd name="connsiteX798" fmla="*/ 3996338 w 7467600"/>
              <a:gd name="connsiteY798" fmla="*/ 968237 h 6858000"/>
              <a:gd name="connsiteX799" fmla="*/ 3766672 w 7467600"/>
              <a:gd name="connsiteY799" fmla="*/ 359429 h 6858000"/>
              <a:gd name="connsiteX800" fmla="*/ 5805386 w 7467600"/>
              <a:gd name="connsiteY800" fmla="*/ 239240 h 6858000"/>
              <a:gd name="connsiteX801" fmla="*/ 5736947 w 7467600"/>
              <a:gd name="connsiteY801" fmla="*/ 261367 h 6858000"/>
              <a:gd name="connsiteX802" fmla="*/ 5427012 w 7467600"/>
              <a:gd name="connsiteY802" fmla="*/ 311272 h 6858000"/>
              <a:gd name="connsiteX803" fmla="*/ 5147818 w 7467600"/>
              <a:gd name="connsiteY803" fmla="*/ 322112 h 6858000"/>
              <a:gd name="connsiteX804" fmla="*/ 5060854 w 7467600"/>
              <a:gd name="connsiteY804" fmla="*/ 311882 h 6858000"/>
              <a:gd name="connsiteX805" fmla="*/ 4945989 w 7467600"/>
              <a:gd name="connsiteY805" fmla="*/ 300516 h 6858000"/>
              <a:gd name="connsiteX806" fmla="*/ 5410479 w 7467600"/>
              <a:gd name="connsiteY806" fmla="*/ 348434 h 6858000"/>
              <a:gd name="connsiteX807" fmla="*/ 5805386 w 7467600"/>
              <a:gd name="connsiteY807" fmla="*/ 239240 h 6858000"/>
              <a:gd name="connsiteX808" fmla="*/ 5905192 w 7467600"/>
              <a:gd name="connsiteY808" fmla="*/ 163079 h 6858000"/>
              <a:gd name="connsiteX809" fmla="*/ 5865655 w 7467600"/>
              <a:gd name="connsiteY809" fmla="*/ 171901 h 6858000"/>
              <a:gd name="connsiteX810" fmla="*/ 5259740 w 7467600"/>
              <a:gd name="connsiteY810" fmla="*/ 257013 h 6858000"/>
              <a:gd name="connsiteX811" fmla="*/ 5208466 w 7467600"/>
              <a:gd name="connsiteY811" fmla="*/ 257550 h 6858000"/>
              <a:gd name="connsiteX812" fmla="*/ 4980204 w 7467600"/>
              <a:gd name="connsiteY812" fmla="*/ 271903 h 6858000"/>
              <a:gd name="connsiteX813" fmla="*/ 5068068 w 7467600"/>
              <a:gd name="connsiteY813" fmla="*/ 282244 h 6858000"/>
              <a:gd name="connsiteX814" fmla="*/ 5153231 w 7467600"/>
              <a:gd name="connsiteY814" fmla="*/ 292240 h 6858000"/>
              <a:gd name="connsiteX815" fmla="*/ 5426491 w 7467600"/>
              <a:gd name="connsiteY815" fmla="*/ 281128 h 6858000"/>
              <a:gd name="connsiteX816" fmla="*/ 5731212 w 7467600"/>
              <a:gd name="connsiteY816" fmla="*/ 231951 h 6858000"/>
              <a:gd name="connsiteX817" fmla="*/ 5905192 w 7467600"/>
              <a:gd name="connsiteY817" fmla="*/ 163079 h 6858000"/>
              <a:gd name="connsiteX818" fmla="*/ 5944437 w 7467600"/>
              <a:gd name="connsiteY818" fmla="*/ 113829 h 6858000"/>
              <a:gd name="connsiteX819" fmla="*/ 5825032 w 7467600"/>
              <a:gd name="connsiteY819" fmla="*/ 146405 h 6858000"/>
              <a:gd name="connsiteX820" fmla="*/ 4955599 w 7467600"/>
              <a:gd name="connsiteY820" fmla="*/ 247008 h 6858000"/>
              <a:gd name="connsiteX821" fmla="*/ 5210104 w 7467600"/>
              <a:gd name="connsiteY821" fmla="*/ 228123 h 6858000"/>
              <a:gd name="connsiteX822" fmla="*/ 5261015 w 7467600"/>
              <a:gd name="connsiteY822" fmla="*/ 227087 h 6858000"/>
              <a:gd name="connsiteX823" fmla="*/ 5861181 w 7467600"/>
              <a:gd name="connsiteY823" fmla="*/ 143093 h 6858000"/>
              <a:gd name="connsiteX824" fmla="*/ 5961252 w 7467600"/>
              <a:gd name="connsiteY824" fmla="*/ 114820 h 6858000"/>
              <a:gd name="connsiteX825" fmla="*/ 5944437 w 7467600"/>
              <a:gd name="connsiteY825" fmla="*/ 113829 h 6858000"/>
              <a:gd name="connsiteX826" fmla="*/ 3882765 w 7467600"/>
              <a:gd name="connsiteY826" fmla="*/ 0 h 6858000"/>
              <a:gd name="connsiteX827" fmla="*/ 3995099 w 7467600"/>
              <a:gd name="connsiteY827" fmla="*/ 0 h 6858000"/>
              <a:gd name="connsiteX828" fmla="*/ 4163818 w 7467600"/>
              <a:gd name="connsiteY828" fmla="*/ 234104 h 6858000"/>
              <a:gd name="connsiteX829" fmla="*/ 4172099 w 7467600"/>
              <a:gd name="connsiteY829" fmla="*/ 234207 h 6858000"/>
              <a:gd name="connsiteX830" fmla="*/ 4784282 w 7467600"/>
              <a:gd name="connsiteY830" fmla="*/ 276561 h 6858000"/>
              <a:gd name="connsiteX831" fmla="*/ 4801687 w 7467600"/>
              <a:gd name="connsiteY831" fmla="*/ 267764 h 6858000"/>
              <a:gd name="connsiteX832" fmla="*/ 6082788 w 7467600"/>
              <a:gd name="connsiteY832" fmla="*/ 64119 h 6858000"/>
              <a:gd name="connsiteX833" fmla="*/ 6099442 w 7467600"/>
              <a:gd name="connsiteY833" fmla="*/ 82568 h 6858000"/>
              <a:gd name="connsiteX834" fmla="*/ 4804137 w 7467600"/>
              <a:gd name="connsiteY834" fmla="*/ 320931 h 6858000"/>
              <a:gd name="connsiteX835" fmla="*/ 4227047 w 7467600"/>
              <a:gd name="connsiteY835" fmla="*/ 313415 h 6858000"/>
              <a:gd name="connsiteX836" fmla="*/ 4346041 w 7467600"/>
              <a:gd name="connsiteY836" fmla="*/ 456086 h 6858000"/>
              <a:gd name="connsiteX837" fmla="*/ 4870967 w 7467600"/>
              <a:gd name="connsiteY837" fmla="*/ 963061 h 6858000"/>
              <a:gd name="connsiteX838" fmla="*/ 4889647 w 7467600"/>
              <a:gd name="connsiteY838" fmla="*/ 957147 h 6858000"/>
              <a:gd name="connsiteX839" fmla="*/ 5422504 w 7467600"/>
              <a:gd name="connsiteY839" fmla="*/ 805191 h 6858000"/>
              <a:gd name="connsiteX840" fmla="*/ 6087656 w 7467600"/>
              <a:gd name="connsiteY840" fmla="*/ 826703 h 6858000"/>
              <a:gd name="connsiteX841" fmla="*/ 6058717 w 7467600"/>
              <a:gd name="connsiteY841" fmla="*/ 865992 h 6858000"/>
              <a:gd name="connsiteX842" fmla="*/ 4974153 w 7467600"/>
              <a:gd name="connsiteY842" fmla="*/ 1045456 h 6858000"/>
              <a:gd name="connsiteX843" fmla="*/ 5627835 w 7467600"/>
              <a:gd name="connsiteY843" fmla="*/ 1472077 h 6858000"/>
              <a:gd name="connsiteX844" fmla="*/ 5629817 w 7467600"/>
              <a:gd name="connsiteY844" fmla="*/ 1471412 h 6858000"/>
              <a:gd name="connsiteX845" fmla="*/ 5634124 w 7467600"/>
              <a:gd name="connsiteY845" fmla="*/ 1470572 h 6858000"/>
              <a:gd name="connsiteX846" fmla="*/ 5755832 w 7467600"/>
              <a:gd name="connsiteY846" fmla="*/ 1383886 h 6858000"/>
              <a:gd name="connsiteX847" fmla="*/ 6014186 w 7467600"/>
              <a:gd name="connsiteY847" fmla="*/ 1279799 h 6858000"/>
              <a:gd name="connsiteX848" fmla="*/ 6901619 w 7467600"/>
              <a:gd name="connsiteY848" fmla="*/ 1047874 h 6858000"/>
              <a:gd name="connsiteX849" fmla="*/ 6931566 w 7467600"/>
              <a:gd name="connsiteY849" fmla="*/ 1062034 h 6858000"/>
              <a:gd name="connsiteX850" fmla="*/ 5790982 w 7467600"/>
              <a:gd name="connsiteY850" fmla="*/ 1561380 h 6858000"/>
              <a:gd name="connsiteX851" fmla="*/ 6188971 w 7467600"/>
              <a:gd name="connsiteY851" fmla="*/ 1755168 h 6858000"/>
              <a:gd name="connsiteX852" fmla="*/ 6202446 w 7467600"/>
              <a:gd name="connsiteY852" fmla="*/ 1752268 h 6858000"/>
              <a:gd name="connsiteX853" fmla="*/ 7179560 w 7467600"/>
              <a:gd name="connsiteY853" fmla="*/ 1467551 h 6858000"/>
              <a:gd name="connsiteX854" fmla="*/ 7158730 w 7467600"/>
              <a:gd name="connsiteY854" fmla="*/ 1507835 h 6858000"/>
              <a:gd name="connsiteX855" fmla="*/ 6326959 w 7467600"/>
              <a:gd name="connsiteY855" fmla="*/ 1817686 h 6858000"/>
              <a:gd name="connsiteX856" fmla="*/ 6537433 w 7467600"/>
              <a:gd name="connsiteY856" fmla="*/ 1907790 h 6858000"/>
              <a:gd name="connsiteX857" fmla="*/ 6550221 w 7467600"/>
              <a:gd name="connsiteY857" fmla="*/ 1910729 h 6858000"/>
              <a:gd name="connsiteX858" fmla="*/ 6964438 w 7467600"/>
              <a:gd name="connsiteY858" fmla="*/ 2209505 h 6858000"/>
              <a:gd name="connsiteX859" fmla="*/ 7367862 w 7467600"/>
              <a:gd name="connsiteY859" fmla="*/ 2806833 h 6858000"/>
              <a:gd name="connsiteX860" fmla="*/ 7364329 w 7467600"/>
              <a:gd name="connsiteY860" fmla="*/ 2826907 h 6858000"/>
              <a:gd name="connsiteX861" fmla="*/ 7290545 w 7467600"/>
              <a:gd name="connsiteY861" fmla="*/ 2850663 h 6858000"/>
              <a:gd name="connsiteX862" fmla="*/ 6472036 w 7467600"/>
              <a:gd name="connsiteY862" fmla="*/ 1959003 h 6858000"/>
              <a:gd name="connsiteX863" fmla="*/ 5792897 w 7467600"/>
              <a:gd name="connsiteY863" fmla="*/ 1647747 h 6858000"/>
              <a:gd name="connsiteX864" fmla="*/ 5842751 w 7467600"/>
              <a:gd name="connsiteY864" fmla="*/ 1816112 h 6858000"/>
              <a:gd name="connsiteX865" fmla="*/ 5847424 w 7467600"/>
              <a:gd name="connsiteY865" fmla="*/ 1815776 h 6858000"/>
              <a:gd name="connsiteX866" fmla="*/ 6399821 w 7467600"/>
              <a:gd name="connsiteY866" fmla="*/ 2344799 h 6858000"/>
              <a:gd name="connsiteX867" fmla="*/ 6323232 w 7467600"/>
              <a:gd name="connsiteY867" fmla="*/ 2389634 h 6858000"/>
              <a:gd name="connsiteX868" fmla="*/ 5942958 w 7467600"/>
              <a:gd name="connsiteY868" fmla="*/ 2077708 h 6858000"/>
              <a:gd name="connsiteX869" fmla="*/ 5921559 w 7467600"/>
              <a:gd name="connsiteY869" fmla="*/ 2378596 h 6858000"/>
              <a:gd name="connsiteX870" fmla="*/ 5817651 w 7467600"/>
              <a:gd name="connsiteY870" fmla="*/ 3023919 h 6858000"/>
              <a:gd name="connsiteX871" fmla="*/ 5729634 w 7467600"/>
              <a:gd name="connsiteY871" fmla="*/ 3051849 h 6858000"/>
              <a:gd name="connsiteX872" fmla="*/ 5611018 w 7467600"/>
              <a:gd name="connsiteY872" fmla="*/ 2316769 h 6858000"/>
              <a:gd name="connsiteX873" fmla="*/ 5687608 w 7467600"/>
              <a:gd name="connsiteY873" fmla="*/ 2039972 h 6858000"/>
              <a:gd name="connsiteX874" fmla="*/ 5657554 w 7467600"/>
              <a:gd name="connsiteY874" fmla="*/ 1576445 h 6858000"/>
              <a:gd name="connsiteX875" fmla="*/ 5150475 w 7467600"/>
              <a:gd name="connsiteY875" fmla="*/ 1274012 h 6858000"/>
              <a:gd name="connsiteX876" fmla="*/ 5349142 w 7467600"/>
              <a:gd name="connsiteY876" fmla="*/ 2204405 h 6858000"/>
              <a:gd name="connsiteX877" fmla="*/ 5262214 w 7467600"/>
              <a:gd name="connsiteY877" fmla="*/ 2233836 h 6858000"/>
              <a:gd name="connsiteX878" fmla="*/ 4981539 w 7467600"/>
              <a:gd name="connsiteY878" fmla="*/ 1542201 h 6858000"/>
              <a:gd name="connsiteX879" fmla="*/ 4958461 w 7467600"/>
              <a:gd name="connsiteY879" fmla="*/ 1136957 h 6858000"/>
              <a:gd name="connsiteX880" fmla="*/ 4655015 w 7467600"/>
              <a:gd name="connsiteY880" fmla="*/ 891426 h 6858000"/>
              <a:gd name="connsiteX881" fmla="*/ 4348002 w 7467600"/>
              <a:gd name="connsiteY881" fmla="*/ 2205895 h 6858000"/>
              <a:gd name="connsiteX882" fmla="*/ 4262250 w 7467600"/>
              <a:gd name="connsiteY882" fmla="*/ 2219972 h 6858000"/>
              <a:gd name="connsiteX883" fmla="*/ 4550611 w 7467600"/>
              <a:gd name="connsiteY883" fmla="*/ 817540 h 6858000"/>
              <a:gd name="connsiteX884" fmla="*/ 4564418 w 7467600"/>
              <a:gd name="connsiteY884" fmla="*/ 808293 h 6858000"/>
              <a:gd name="connsiteX885" fmla="*/ 4266388 w 7467600"/>
              <a:gd name="connsiteY885" fmla="*/ 500083 h 6858000"/>
              <a:gd name="connsiteX886" fmla="*/ 4032842 w 7467600"/>
              <a:gd name="connsiteY886" fmla="*/ 211809 h 6858000"/>
              <a:gd name="connsiteX887" fmla="*/ 3882765 w 7467600"/>
              <a:gd name="connsiteY887" fmla="*/ 0 h 6858000"/>
              <a:gd name="connsiteX888" fmla="*/ 3721337 w 7467600"/>
              <a:gd name="connsiteY888" fmla="*/ 0 h 6858000"/>
              <a:gd name="connsiteX889" fmla="*/ 3797544 w 7467600"/>
              <a:gd name="connsiteY889" fmla="*/ 0 h 6858000"/>
              <a:gd name="connsiteX890" fmla="*/ 3775734 w 7467600"/>
              <a:gd name="connsiteY890" fmla="*/ 95131 h 6858000"/>
              <a:gd name="connsiteX891" fmla="*/ 3724807 w 7467600"/>
              <a:gd name="connsiteY891" fmla="*/ 272257 h 6858000"/>
              <a:gd name="connsiteX892" fmla="*/ 3726844 w 7467600"/>
              <a:gd name="connsiteY892" fmla="*/ 282988 h 6858000"/>
              <a:gd name="connsiteX893" fmla="*/ 3742664 w 7467600"/>
              <a:gd name="connsiteY893" fmla="*/ 279918 h 6858000"/>
              <a:gd name="connsiteX894" fmla="*/ 4103910 w 7467600"/>
              <a:gd name="connsiteY894" fmla="*/ 1161917 h 6858000"/>
              <a:gd name="connsiteX895" fmla="*/ 4020269 w 7467600"/>
              <a:gd name="connsiteY895" fmla="*/ 1200406 h 6858000"/>
              <a:gd name="connsiteX896" fmla="*/ 3674882 w 7467600"/>
              <a:gd name="connsiteY896" fmla="*/ 488524 h 6858000"/>
              <a:gd name="connsiteX897" fmla="*/ 3132682 w 7467600"/>
              <a:gd name="connsiteY897" fmla="*/ 1072284 h 6858000"/>
              <a:gd name="connsiteX898" fmla="*/ 2716346 w 7467600"/>
              <a:gd name="connsiteY898" fmla="*/ 1276376 h 6858000"/>
              <a:gd name="connsiteX899" fmla="*/ 2716772 w 7467600"/>
              <a:gd name="connsiteY899" fmla="*/ 1255462 h 6858000"/>
              <a:gd name="connsiteX900" fmla="*/ 3471096 w 7467600"/>
              <a:gd name="connsiteY900" fmla="*/ 437072 h 6858000"/>
              <a:gd name="connsiteX901" fmla="*/ 3639057 w 7467600"/>
              <a:gd name="connsiteY901" fmla="*/ 286334 h 6858000"/>
              <a:gd name="connsiteX902" fmla="*/ 3640309 w 7467600"/>
              <a:gd name="connsiteY902" fmla="*/ 284664 h 6858000"/>
              <a:gd name="connsiteX903" fmla="*/ 3646022 w 7467600"/>
              <a:gd name="connsiteY903" fmla="*/ 276711 h 6858000"/>
              <a:gd name="connsiteX904" fmla="*/ 3707943 w 7467600"/>
              <a:gd name="connsiteY904" fmla="*/ 65958 h 6858000"/>
              <a:gd name="connsiteX905" fmla="*/ 3721337 w 7467600"/>
              <a:gd name="connsiteY905" fmla="*/ 0 h 6858000"/>
              <a:gd name="connsiteX906" fmla="*/ 2867960 w 7467600"/>
              <a:gd name="connsiteY906" fmla="*/ 0 h 6858000"/>
              <a:gd name="connsiteX907" fmla="*/ 2926351 w 7467600"/>
              <a:gd name="connsiteY907" fmla="*/ 0 h 6858000"/>
              <a:gd name="connsiteX908" fmla="*/ 2902823 w 7467600"/>
              <a:gd name="connsiteY908" fmla="*/ 262929 h 6858000"/>
              <a:gd name="connsiteX909" fmla="*/ 2940663 w 7467600"/>
              <a:gd name="connsiteY909" fmla="*/ 140884 h 6858000"/>
              <a:gd name="connsiteX910" fmla="*/ 2947039 w 7467600"/>
              <a:gd name="connsiteY910" fmla="*/ 122524 h 6858000"/>
              <a:gd name="connsiteX911" fmla="*/ 2984316 w 7467600"/>
              <a:gd name="connsiteY911" fmla="*/ 0 h 6858000"/>
              <a:gd name="connsiteX912" fmla="*/ 3016114 w 7467600"/>
              <a:gd name="connsiteY912" fmla="*/ 0 h 6858000"/>
              <a:gd name="connsiteX913" fmla="*/ 2979949 w 7467600"/>
              <a:gd name="connsiteY913" fmla="*/ 119274 h 6858000"/>
              <a:gd name="connsiteX914" fmla="*/ 3023879 w 7467600"/>
              <a:gd name="connsiteY914" fmla="*/ 0 h 6858000"/>
              <a:gd name="connsiteX915" fmla="*/ 3105400 w 7467600"/>
              <a:gd name="connsiteY915" fmla="*/ 0 h 6858000"/>
              <a:gd name="connsiteX916" fmla="*/ 3094669 w 7467600"/>
              <a:gd name="connsiteY916" fmla="*/ 30308 h 6858000"/>
              <a:gd name="connsiteX917" fmla="*/ 2901945 w 7467600"/>
              <a:gd name="connsiteY917" fmla="*/ 466538 h 6858000"/>
              <a:gd name="connsiteX918" fmla="*/ 2815209 w 7467600"/>
              <a:gd name="connsiteY918" fmla="*/ 497361 h 6858000"/>
              <a:gd name="connsiteX919" fmla="*/ 2844845 w 7467600"/>
              <a:gd name="connsiteY919" fmla="*/ 127638 h 6858000"/>
              <a:gd name="connsiteX920" fmla="*/ 2867960 w 7467600"/>
              <a:gd name="connsiteY920" fmla="*/ 0 h 6858000"/>
              <a:gd name="connsiteX921" fmla="*/ 1057230 w 7467600"/>
              <a:gd name="connsiteY921" fmla="*/ 0 h 6858000"/>
              <a:gd name="connsiteX922" fmla="*/ 1111003 w 7467600"/>
              <a:gd name="connsiteY922" fmla="*/ 0 h 6858000"/>
              <a:gd name="connsiteX923" fmla="*/ 1125553 w 7467600"/>
              <a:gd name="connsiteY923" fmla="*/ 52588 h 6858000"/>
              <a:gd name="connsiteX924" fmla="*/ 1304276 w 7467600"/>
              <a:gd name="connsiteY924" fmla="*/ 476275 h 6858000"/>
              <a:gd name="connsiteX925" fmla="*/ 1492066 w 7467600"/>
              <a:gd name="connsiteY925" fmla="*/ 886333 h 6858000"/>
              <a:gd name="connsiteX926" fmla="*/ 1423698 w 7467600"/>
              <a:gd name="connsiteY926" fmla="*/ 710817 h 6858000"/>
              <a:gd name="connsiteX927" fmla="*/ 1357609 w 7467600"/>
              <a:gd name="connsiteY927" fmla="*/ 532892 h 6858000"/>
              <a:gd name="connsiteX928" fmla="*/ 1309550 w 7467600"/>
              <a:gd name="connsiteY928" fmla="*/ 374031 h 6858000"/>
              <a:gd name="connsiteX929" fmla="*/ 1193673 w 7467600"/>
              <a:gd name="connsiteY929" fmla="*/ 49533 h 6858000"/>
              <a:gd name="connsiteX930" fmla="*/ 1164391 w 7467600"/>
              <a:gd name="connsiteY930" fmla="*/ 0 h 6858000"/>
              <a:gd name="connsiteX931" fmla="*/ 1200666 w 7467600"/>
              <a:gd name="connsiteY931" fmla="*/ 0 h 6858000"/>
              <a:gd name="connsiteX932" fmla="*/ 1223408 w 7467600"/>
              <a:gd name="connsiteY932" fmla="*/ 38996 h 6858000"/>
              <a:gd name="connsiteX933" fmla="*/ 1339635 w 7467600"/>
              <a:gd name="connsiteY933" fmla="*/ 365517 h 6858000"/>
              <a:gd name="connsiteX934" fmla="*/ 1387469 w 7467600"/>
              <a:gd name="connsiteY934" fmla="*/ 523079 h 6858000"/>
              <a:gd name="connsiteX935" fmla="*/ 1452685 w 7467600"/>
              <a:gd name="connsiteY935" fmla="*/ 699806 h 6858000"/>
              <a:gd name="connsiteX936" fmla="*/ 1492092 w 7467600"/>
              <a:gd name="connsiteY936" fmla="*/ 800424 h 6858000"/>
              <a:gd name="connsiteX937" fmla="*/ 1455302 w 7467600"/>
              <a:gd name="connsiteY937" fmla="*/ 632913 h 6858000"/>
              <a:gd name="connsiteX938" fmla="*/ 1222336 w 7467600"/>
              <a:gd name="connsiteY938" fmla="*/ 9480 h 6858000"/>
              <a:gd name="connsiteX939" fmla="*/ 1214634 w 7467600"/>
              <a:gd name="connsiteY939" fmla="*/ 0 h 6858000"/>
              <a:gd name="connsiteX940" fmla="*/ 1289827 w 7467600"/>
              <a:gd name="connsiteY940" fmla="*/ 0 h 6858000"/>
              <a:gd name="connsiteX941" fmla="*/ 1321076 w 7467600"/>
              <a:gd name="connsiteY941" fmla="*/ 59722 h 6858000"/>
              <a:gd name="connsiteX942" fmla="*/ 1512579 w 7467600"/>
              <a:gd name="connsiteY942" fmla="*/ 626441 h 6858000"/>
              <a:gd name="connsiteX943" fmla="*/ 1506076 w 7467600"/>
              <a:gd name="connsiteY943" fmla="*/ 1089289 h 6858000"/>
              <a:gd name="connsiteX944" fmla="*/ 1486346 w 7467600"/>
              <a:gd name="connsiteY944" fmla="*/ 1079919 h 6858000"/>
              <a:gd name="connsiteX945" fmla="*/ 1070511 w 7467600"/>
              <a:gd name="connsiteY945" fmla="*/ 48609 h 6858000"/>
              <a:gd name="connsiteX946" fmla="*/ 1057230 w 7467600"/>
              <a:gd name="connsiteY946" fmla="*/ 0 h 6858000"/>
              <a:gd name="connsiteX947" fmla="*/ 43151 w 7467600"/>
              <a:gd name="connsiteY947" fmla="*/ 0 h 6858000"/>
              <a:gd name="connsiteX948" fmla="*/ 95283 w 7467600"/>
              <a:gd name="connsiteY948" fmla="*/ 0 h 6858000"/>
              <a:gd name="connsiteX949" fmla="*/ 300708 w 7467600"/>
              <a:gd name="connsiteY949" fmla="*/ 154571 h 6858000"/>
              <a:gd name="connsiteX950" fmla="*/ 530414 w 7467600"/>
              <a:gd name="connsiteY950" fmla="*/ 354673 h 6858000"/>
              <a:gd name="connsiteX951" fmla="*/ 333785 w 7467600"/>
              <a:gd name="connsiteY951" fmla="*/ 161564 h 6858000"/>
              <a:gd name="connsiteX952" fmla="*/ 147005 w 7467600"/>
              <a:gd name="connsiteY952" fmla="*/ 0 h 6858000"/>
              <a:gd name="connsiteX953" fmla="*/ 272509 w 7467600"/>
              <a:gd name="connsiteY953" fmla="*/ 0 h 6858000"/>
              <a:gd name="connsiteX954" fmla="*/ 326276 w 7467600"/>
              <a:gd name="connsiteY954" fmla="*/ 45847 h 6858000"/>
              <a:gd name="connsiteX955" fmla="*/ 823759 w 7467600"/>
              <a:gd name="connsiteY955" fmla="*/ 574145 h 6858000"/>
              <a:gd name="connsiteX956" fmla="*/ 811254 w 7467600"/>
              <a:gd name="connsiteY956" fmla="*/ 665546 h 6858000"/>
              <a:gd name="connsiteX957" fmla="*/ 154042 w 7467600"/>
              <a:gd name="connsiteY957" fmla="*/ 261522 h 6858000"/>
              <a:gd name="connsiteX958" fmla="*/ 13550 w 7467600"/>
              <a:gd name="connsiteY958" fmla="*/ 158423 h 6858000"/>
              <a:gd name="connsiteX959" fmla="*/ 0 w 7467600"/>
              <a:gd name="connsiteY959" fmla="*/ 146618 h 6858000"/>
              <a:gd name="connsiteX960" fmla="*/ 0 w 7467600"/>
              <a:gd name="connsiteY960" fmla="*/ 59161 h 6858000"/>
              <a:gd name="connsiteX961" fmla="*/ 45427 w 7467600"/>
              <a:gd name="connsiteY961" fmla="*/ 101078 h 6858000"/>
              <a:gd name="connsiteX962" fmla="*/ 630103 w 7467600"/>
              <a:gd name="connsiteY962" fmla="*/ 485885 h 6858000"/>
              <a:gd name="connsiteX963" fmla="*/ 532040 w 7467600"/>
              <a:gd name="connsiteY963" fmla="*/ 399359 h 6858000"/>
              <a:gd name="connsiteX964" fmla="*/ 517618 w 7467600"/>
              <a:gd name="connsiteY964" fmla="*/ 385726 h 6858000"/>
              <a:gd name="connsiteX965" fmla="*/ 285074 w 7467600"/>
              <a:gd name="connsiteY965" fmla="*/ 182755 h 6858000"/>
              <a:gd name="connsiteX966" fmla="*/ 43151 w 7467600"/>
              <a:gd name="connsiteY96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6012219 h 6858000"/>
              <a:gd name="connsiteX77" fmla="*/ 7356878 w 7467600"/>
              <a:gd name="connsiteY77" fmla="*/ 5981332 h 6858000"/>
              <a:gd name="connsiteX78" fmla="*/ 7467600 w 7467600"/>
              <a:gd name="connsiteY78" fmla="*/ 6117703 h 6858000"/>
              <a:gd name="connsiteX79" fmla="*/ 7467600 w 7467600"/>
              <a:gd name="connsiteY79" fmla="*/ 6163634 h 6858000"/>
              <a:gd name="connsiteX80" fmla="*/ 7403637 w 7467600"/>
              <a:gd name="connsiteY80" fmla="*/ 6083957 h 6858000"/>
              <a:gd name="connsiteX81" fmla="*/ 7254615 w 7467600"/>
              <a:gd name="connsiteY81" fmla="*/ 5911918 h 6858000"/>
              <a:gd name="connsiteX82" fmla="*/ 7312589 w 7467600"/>
              <a:gd name="connsiteY82" fmla="*/ 5982309 h 6858000"/>
              <a:gd name="connsiteX83" fmla="*/ 7448321 w 7467600"/>
              <a:gd name="connsiteY83" fmla="*/ 6190991 h 6858000"/>
              <a:gd name="connsiteX84" fmla="*/ 7467600 w 7467600"/>
              <a:gd name="connsiteY84" fmla="*/ 6221686 h 6858000"/>
              <a:gd name="connsiteX85" fmla="*/ 7467600 w 7467600"/>
              <a:gd name="connsiteY85" fmla="*/ 6334256 h 6858000"/>
              <a:gd name="connsiteX86" fmla="*/ 7454976 w 7467600"/>
              <a:gd name="connsiteY86" fmla="*/ 6318297 h 6858000"/>
              <a:gd name="connsiteX87" fmla="*/ 1456157 w 7467600"/>
              <a:gd name="connsiteY87" fmla="*/ 5371404 h 6858000"/>
              <a:gd name="connsiteX88" fmla="*/ 1244432 w 7467600"/>
              <a:gd name="connsiteY88" fmla="*/ 5385601 h 6858000"/>
              <a:gd name="connsiteX89" fmla="*/ 973990 w 7467600"/>
              <a:gd name="connsiteY89" fmla="*/ 5424940 h 6858000"/>
              <a:gd name="connsiteX90" fmla="*/ 1103809 w 7467600"/>
              <a:gd name="connsiteY90" fmla="*/ 5433720 h 6858000"/>
              <a:gd name="connsiteX91" fmla="*/ 1123454 w 7467600"/>
              <a:gd name="connsiteY91" fmla="*/ 5435727 h 6858000"/>
              <a:gd name="connsiteX92" fmla="*/ 1737017 w 7467600"/>
              <a:gd name="connsiteY92" fmla="*/ 5452183 h 6858000"/>
              <a:gd name="connsiteX93" fmla="*/ 1824397 w 7467600"/>
              <a:gd name="connsiteY93" fmla="*/ 5447757 h 6858000"/>
              <a:gd name="connsiteX94" fmla="*/ 2070059 w 7467600"/>
              <a:gd name="connsiteY94" fmla="*/ 5441660 h 6858000"/>
              <a:gd name="connsiteX95" fmla="*/ 1456157 w 7467600"/>
              <a:gd name="connsiteY95" fmla="*/ 5371404 h 6858000"/>
              <a:gd name="connsiteX96" fmla="*/ 4988186 w 7467600"/>
              <a:gd name="connsiteY96" fmla="*/ 5216467 h 6858000"/>
              <a:gd name="connsiteX97" fmla="*/ 4777334 w 7467600"/>
              <a:gd name="connsiteY97" fmla="*/ 5406072 h 6858000"/>
              <a:gd name="connsiteX98" fmla="*/ 4718341 w 7467600"/>
              <a:gd name="connsiteY98" fmla="*/ 5468043 h 6858000"/>
              <a:gd name="connsiteX99" fmla="*/ 4604655 w 7467600"/>
              <a:gd name="connsiteY99" fmla="*/ 5583434 h 6858000"/>
              <a:gd name="connsiteX100" fmla="*/ 4565074 w 7467600"/>
              <a:gd name="connsiteY100" fmla="*/ 5618550 h 6858000"/>
              <a:gd name="connsiteX101" fmla="*/ 4988186 w 7467600"/>
              <a:gd name="connsiteY101" fmla="*/ 5216467 h 6858000"/>
              <a:gd name="connsiteX102" fmla="*/ 4978032 w 7467600"/>
              <a:gd name="connsiteY102" fmla="*/ 5183809 h 6858000"/>
              <a:gd name="connsiteX103" fmla="*/ 4463413 w 7467600"/>
              <a:gd name="connsiteY103" fmla="*/ 5615162 h 6858000"/>
              <a:gd name="connsiteX104" fmla="*/ 4358134 w 7467600"/>
              <a:gd name="connsiteY104" fmla="*/ 5742791 h 6858000"/>
              <a:gd name="connsiteX105" fmla="*/ 4376219 w 7467600"/>
              <a:gd name="connsiteY105" fmla="*/ 5729027 h 6858000"/>
              <a:gd name="connsiteX106" fmla="*/ 4582340 w 7467600"/>
              <a:gd name="connsiteY106" fmla="*/ 5561037 h 6858000"/>
              <a:gd name="connsiteX107" fmla="*/ 4694684 w 7467600"/>
              <a:gd name="connsiteY107" fmla="*/ 5447098 h 6858000"/>
              <a:gd name="connsiteX108" fmla="*/ 4754123 w 7467600"/>
              <a:gd name="connsiteY108" fmla="*/ 5384643 h 6858000"/>
              <a:gd name="connsiteX109" fmla="*/ 4978032 w 7467600"/>
              <a:gd name="connsiteY109" fmla="*/ 5183809 h 6858000"/>
              <a:gd name="connsiteX110" fmla="*/ 1903353 w 7467600"/>
              <a:gd name="connsiteY110" fmla="*/ 5044827 h 6858000"/>
              <a:gd name="connsiteX111" fmla="*/ 1936931 w 7467600"/>
              <a:gd name="connsiteY111" fmla="*/ 5093954 h 6858000"/>
              <a:gd name="connsiteX112" fmla="*/ 2195868 w 7467600"/>
              <a:gd name="connsiteY112" fmla="*/ 5396574 h 6858000"/>
              <a:gd name="connsiteX113" fmla="*/ 2088852 w 7467600"/>
              <a:gd name="connsiteY113" fmla="*/ 5166123 h 6858000"/>
              <a:gd name="connsiteX114" fmla="*/ 1958241 w 7467600"/>
              <a:gd name="connsiteY114" fmla="*/ 5067955 h 6858000"/>
              <a:gd name="connsiteX115" fmla="*/ 1903353 w 7467600"/>
              <a:gd name="connsiteY115" fmla="*/ 5044827 h 6858000"/>
              <a:gd name="connsiteX116" fmla="*/ 1979378 w 7467600"/>
              <a:gd name="connsiteY116" fmla="*/ 4769504 h 6858000"/>
              <a:gd name="connsiteX117" fmla="*/ 2882120 w 7467600"/>
              <a:gd name="connsiteY117" fmla="*/ 5064547 h 6858000"/>
              <a:gd name="connsiteX118" fmla="*/ 2793103 w 7467600"/>
              <a:gd name="connsiteY118" fmla="*/ 5039699 h 6858000"/>
              <a:gd name="connsiteX119" fmla="*/ 2770041 w 7467600"/>
              <a:gd name="connsiteY119" fmla="*/ 5033634 h 6858000"/>
              <a:gd name="connsiteX120" fmla="*/ 1979378 w 7467600"/>
              <a:gd name="connsiteY120" fmla="*/ 4769504 h 6858000"/>
              <a:gd name="connsiteX121" fmla="*/ 1927410 w 7467600"/>
              <a:gd name="connsiteY121" fmla="*/ 4716164 h 6858000"/>
              <a:gd name="connsiteX122" fmla="*/ 1959587 w 7467600"/>
              <a:gd name="connsiteY122" fmla="*/ 4728849 h 6858000"/>
              <a:gd name="connsiteX123" fmla="*/ 2777707 w 7467600"/>
              <a:gd name="connsiteY123" fmla="*/ 5003991 h 6858000"/>
              <a:gd name="connsiteX124" fmla="*/ 2800768 w 7467600"/>
              <a:gd name="connsiteY124" fmla="*/ 5010056 h 6858000"/>
              <a:gd name="connsiteX125" fmla="*/ 2879408 w 7467600"/>
              <a:gd name="connsiteY125" fmla="*/ 5031590 h 6858000"/>
              <a:gd name="connsiteX126" fmla="*/ 2862295 w 7467600"/>
              <a:gd name="connsiteY126" fmla="*/ 5022958 h 6858000"/>
              <a:gd name="connsiteX127" fmla="*/ 2813343 w 7467600"/>
              <a:gd name="connsiteY127" fmla="*/ 4998369 h 6858000"/>
              <a:gd name="connsiteX128" fmla="*/ 2646245 w 7467600"/>
              <a:gd name="connsiteY128" fmla="*/ 4930999 h 6858000"/>
              <a:gd name="connsiteX129" fmla="*/ 1999243 w 7467600"/>
              <a:gd name="connsiteY129" fmla="*/ 4730524 h 6858000"/>
              <a:gd name="connsiteX130" fmla="*/ 1979527 w 7467600"/>
              <a:gd name="connsiteY130" fmla="*/ 4726651 h 6858000"/>
              <a:gd name="connsiteX131" fmla="*/ 1927410 w 7467600"/>
              <a:gd name="connsiteY131" fmla="*/ 4716164 h 6858000"/>
              <a:gd name="connsiteX132" fmla="*/ 1997014 w 7467600"/>
              <a:gd name="connsiteY132" fmla="*/ 4698007 h 6858000"/>
              <a:gd name="connsiteX133" fmla="*/ 2005458 w 7467600"/>
              <a:gd name="connsiteY133" fmla="*/ 4699540 h 6858000"/>
              <a:gd name="connsiteX134" fmla="*/ 2657186 w 7467600"/>
              <a:gd name="connsiteY134" fmla="*/ 4901687 h 6858000"/>
              <a:gd name="connsiteX135" fmla="*/ 2826662 w 7467600"/>
              <a:gd name="connsiteY135" fmla="*/ 4970362 h 6858000"/>
              <a:gd name="connsiteX136" fmla="*/ 2876100 w 7467600"/>
              <a:gd name="connsiteY136" fmla="*/ 4995397 h 6858000"/>
              <a:gd name="connsiteX137" fmla="*/ 3042600 w 7467600"/>
              <a:gd name="connsiteY137" fmla="*/ 5059532 h 6858000"/>
              <a:gd name="connsiteX138" fmla="*/ 1997014 w 7467600"/>
              <a:gd name="connsiteY138" fmla="*/ 4698007 h 6858000"/>
              <a:gd name="connsiteX139" fmla="*/ 2305292 w 7467600"/>
              <a:gd name="connsiteY139" fmla="*/ 4219492 h 6858000"/>
              <a:gd name="connsiteX140" fmla="*/ 3360922 w 7467600"/>
              <a:gd name="connsiteY140" fmla="*/ 4529373 h 6858000"/>
              <a:gd name="connsiteX141" fmla="*/ 3492420 w 7467600"/>
              <a:gd name="connsiteY141" fmla="*/ 4510145 h 6858000"/>
              <a:gd name="connsiteX142" fmla="*/ 3364086 w 7467600"/>
              <a:gd name="connsiteY142" fmla="*/ 4480340 h 6858000"/>
              <a:gd name="connsiteX143" fmla="*/ 3225818 w 7467600"/>
              <a:gd name="connsiteY143" fmla="*/ 4411822 h 6858000"/>
              <a:gd name="connsiteX144" fmla="*/ 3129696 w 7467600"/>
              <a:gd name="connsiteY144" fmla="*/ 4360704 h 6858000"/>
              <a:gd name="connsiteX145" fmla="*/ 2814545 w 7467600"/>
              <a:gd name="connsiteY145" fmla="*/ 4282955 h 6858000"/>
              <a:gd name="connsiteX146" fmla="*/ 2305292 w 7467600"/>
              <a:gd name="connsiteY146" fmla="*/ 4219492 h 6858000"/>
              <a:gd name="connsiteX147" fmla="*/ 2626982 w 7467600"/>
              <a:gd name="connsiteY147" fmla="*/ 4206450 h 6858000"/>
              <a:gd name="connsiteX148" fmla="*/ 2490617 w 7467600"/>
              <a:gd name="connsiteY148" fmla="*/ 4206951 h 6858000"/>
              <a:gd name="connsiteX149" fmla="*/ 2819869 w 7467600"/>
              <a:gd name="connsiteY149" fmla="*/ 4252936 h 6858000"/>
              <a:gd name="connsiteX150" fmla="*/ 3143018 w 7467600"/>
              <a:gd name="connsiteY150" fmla="*/ 4332698 h 6858000"/>
              <a:gd name="connsiteX151" fmla="*/ 3241520 w 7467600"/>
              <a:gd name="connsiteY151" fmla="*/ 4385112 h 6858000"/>
              <a:gd name="connsiteX152" fmla="*/ 3374575 w 7467600"/>
              <a:gd name="connsiteY152" fmla="*/ 4451517 h 6858000"/>
              <a:gd name="connsiteX153" fmla="*/ 3505221 w 7467600"/>
              <a:gd name="connsiteY153" fmla="*/ 4480757 h 6858000"/>
              <a:gd name="connsiteX154" fmla="*/ 2626982 w 7467600"/>
              <a:gd name="connsiteY154" fmla="*/ 4206450 h 6858000"/>
              <a:gd name="connsiteX155" fmla="*/ 1310106 w 7467600"/>
              <a:gd name="connsiteY155" fmla="*/ 3943217 h 6858000"/>
              <a:gd name="connsiteX156" fmla="*/ 854994 w 7467600"/>
              <a:gd name="connsiteY156" fmla="*/ 4399136 h 6858000"/>
              <a:gd name="connsiteX157" fmla="*/ 742462 w 7467600"/>
              <a:gd name="connsiteY157" fmla="*/ 4594648 h 6858000"/>
              <a:gd name="connsiteX158" fmla="*/ 820602 w 7467600"/>
              <a:gd name="connsiteY158" fmla="*/ 4485915 h 6858000"/>
              <a:gd name="connsiteX159" fmla="*/ 878295 w 7467600"/>
              <a:gd name="connsiteY159" fmla="*/ 4403594 h 6858000"/>
              <a:gd name="connsiteX160" fmla="*/ 1240607 w 7467600"/>
              <a:gd name="connsiteY160" fmla="*/ 4010401 h 6858000"/>
              <a:gd name="connsiteX161" fmla="*/ 1310106 w 7467600"/>
              <a:gd name="connsiteY161" fmla="*/ 3943217 h 6858000"/>
              <a:gd name="connsiteX162" fmla="*/ 1423113 w 7467600"/>
              <a:gd name="connsiteY162" fmla="*/ 3874565 h 6858000"/>
              <a:gd name="connsiteX163" fmla="*/ 1260565 w 7467600"/>
              <a:gd name="connsiteY163" fmla="*/ 4031982 h 6858000"/>
              <a:gd name="connsiteX164" fmla="*/ 901900 w 7467600"/>
              <a:gd name="connsiteY164" fmla="*/ 4421236 h 6858000"/>
              <a:gd name="connsiteX165" fmla="*/ 845044 w 7467600"/>
              <a:gd name="connsiteY165" fmla="*/ 4502436 h 6858000"/>
              <a:gd name="connsiteX166" fmla="*/ 685926 w 7467600"/>
              <a:gd name="connsiteY166" fmla="*/ 4703069 h 6858000"/>
              <a:gd name="connsiteX167" fmla="*/ 684248 w 7467600"/>
              <a:gd name="connsiteY167" fmla="*/ 4706721 h 6858000"/>
              <a:gd name="connsiteX168" fmla="*/ 1423113 w 7467600"/>
              <a:gd name="connsiteY168" fmla="*/ 3874565 h 6858000"/>
              <a:gd name="connsiteX169" fmla="*/ 3316479 w 7467600"/>
              <a:gd name="connsiteY169" fmla="*/ 3872136 h 6858000"/>
              <a:gd name="connsiteX170" fmla="*/ 3546806 w 7467600"/>
              <a:gd name="connsiteY170" fmla="*/ 4356139 h 6858000"/>
              <a:gd name="connsiteX171" fmla="*/ 3364433 w 7467600"/>
              <a:gd name="connsiteY171" fmla="*/ 3953121 h 6858000"/>
              <a:gd name="connsiteX172" fmla="*/ 3316479 w 7467600"/>
              <a:gd name="connsiteY172" fmla="*/ 3872136 h 6858000"/>
              <a:gd name="connsiteX173" fmla="*/ 3291335 w 7467600"/>
              <a:gd name="connsiteY173" fmla="*/ 3767420 h 6858000"/>
              <a:gd name="connsiteX174" fmla="*/ 3390805 w 7467600"/>
              <a:gd name="connsiteY174" fmla="*/ 3937163 h 6858000"/>
              <a:gd name="connsiteX175" fmla="*/ 3579062 w 7467600"/>
              <a:gd name="connsiteY175" fmla="*/ 4359040 h 6858000"/>
              <a:gd name="connsiteX176" fmla="*/ 3467355 w 7467600"/>
              <a:gd name="connsiteY176" fmla="*/ 3988130 h 6858000"/>
              <a:gd name="connsiteX177" fmla="*/ 3310753 w 7467600"/>
              <a:gd name="connsiteY177" fmla="*/ 3787140 h 6858000"/>
              <a:gd name="connsiteX178" fmla="*/ 3291335 w 7467600"/>
              <a:gd name="connsiteY178" fmla="*/ 3767420 h 6858000"/>
              <a:gd name="connsiteX179" fmla="*/ 1635889 w 7467600"/>
              <a:gd name="connsiteY179" fmla="*/ 3709494 h 6858000"/>
              <a:gd name="connsiteX180" fmla="*/ 1634800 w 7467600"/>
              <a:gd name="connsiteY180" fmla="*/ 3731111 h 6858000"/>
              <a:gd name="connsiteX181" fmla="*/ 1635889 w 7467600"/>
              <a:gd name="connsiteY181" fmla="*/ 3709494 h 6858000"/>
              <a:gd name="connsiteX182" fmla="*/ 1510397 w 7467600"/>
              <a:gd name="connsiteY182" fmla="*/ 3684705 h 6858000"/>
              <a:gd name="connsiteX183" fmla="*/ 1146550 w 7467600"/>
              <a:gd name="connsiteY183" fmla="*/ 3802012 h 6858000"/>
              <a:gd name="connsiteX184" fmla="*/ 698834 w 7467600"/>
              <a:gd name="connsiteY184" fmla="*/ 3952272 h 6858000"/>
              <a:gd name="connsiteX185" fmla="*/ 34256 w 7467600"/>
              <a:gd name="connsiteY185" fmla="*/ 4347603 h 6858000"/>
              <a:gd name="connsiteX186" fmla="*/ 527241 w 7467600"/>
              <a:gd name="connsiteY186" fmla="*/ 4065078 h 6858000"/>
              <a:gd name="connsiteX187" fmla="*/ 1510397 w 7467600"/>
              <a:gd name="connsiteY187" fmla="*/ 3684705 h 6858000"/>
              <a:gd name="connsiteX188" fmla="*/ 1313114 w 7467600"/>
              <a:gd name="connsiteY188" fmla="*/ 3655216 h 6858000"/>
              <a:gd name="connsiteX189" fmla="*/ 1109304 w 7467600"/>
              <a:gd name="connsiteY189" fmla="*/ 3669030 h 6858000"/>
              <a:gd name="connsiteX190" fmla="*/ 8129 w 7467600"/>
              <a:gd name="connsiteY190" fmla="*/ 4330519 h 6858000"/>
              <a:gd name="connsiteX191" fmla="*/ 687572 w 7467600"/>
              <a:gd name="connsiteY191" fmla="*/ 3925629 h 6858000"/>
              <a:gd name="connsiteX192" fmla="*/ 1138365 w 7467600"/>
              <a:gd name="connsiteY192" fmla="*/ 3774515 h 6858000"/>
              <a:gd name="connsiteX193" fmla="*/ 1505579 w 7467600"/>
              <a:gd name="connsiteY193" fmla="*/ 3655526 h 6858000"/>
              <a:gd name="connsiteX194" fmla="*/ 1313114 w 7467600"/>
              <a:gd name="connsiteY194" fmla="*/ 3655216 h 6858000"/>
              <a:gd name="connsiteX195" fmla="*/ 3655073 w 7467600"/>
              <a:gd name="connsiteY195" fmla="*/ 3650884 h 6858000"/>
              <a:gd name="connsiteX196" fmla="*/ 3989938 w 7467600"/>
              <a:gd name="connsiteY196" fmla="*/ 3991685 h 6858000"/>
              <a:gd name="connsiteX197" fmla="*/ 4393907 w 7467600"/>
              <a:gd name="connsiteY197" fmla="*/ 4261258 h 6858000"/>
              <a:gd name="connsiteX198" fmla="*/ 4648051 w 7467600"/>
              <a:gd name="connsiteY198" fmla="*/ 4374051 h 6858000"/>
              <a:gd name="connsiteX199" fmla="*/ 4383389 w 7467600"/>
              <a:gd name="connsiteY199" fmla="*/ 4184369 h 6858000"/>
              <a:gd name="connsiteX200" fmla="*/ 4165508 w 7467600"/>
              <a:gd name="connsiteY200" fmla="*/ 4035196 h 6858000"/>
              <a:gd name="connsiteX201" fmla="*/ 4068162 w 7467600"/>
              <a:gd name="connsiteY201" fmla="*/ 3953394 h 6858000"/>
              <a:gd name="connsiteX202" fmla="*/ 3981416 w 7467600"/>
              <a:gd name="connsiteY202" fmla="*/ 3880482 h 6858000"/>
              <a:gd name="connsiteX203" fmla="*/ 3800147 w 7467600"/>
              <a:gd name="connsiteY203" fmla="*/ 3749872 h 6858000"/>
              <a:gd name="connsiteX204" fmla="*/ 3655073 w 7467600"/>
              <a:gd name="connsiteY204" fmla="*/ 3650884 h 6858000"/>
              <a:gd name="connsiteX205" fmla="*/ 3670252 w 7467600"/>
              <a:gd name="connsiteY205" fmla="*/ 3622798 h 6858000"/>
              <a:gd name="connsiteX206" fmla="*/ 3817258 w 7467600"/>
              <a:gd name="connsiteY206" fmla="*/ 3723577 h 6858000"/>
              <a:gd name="connsiteX207" fmla="*/ 4000461 w 7467600"/>
              <a:gd name="connsiteY207" fmla="*/ 3855966 h 6858000"/>
              <a:gd name="connsiteX208" fmla="*/ 4088180 w 7467600"/>
              <a:gd name="connsiteY208" fmla="*/ 3929774 h 6858000"/>
              <a:gd name="connsiteX209" fmla="*/ 4184555 w 7467600"/>
              <a:gd name="connsiteY209" fmla="*/ 4010683 h 6858000"/>
              <a:gd name="connsiteX210" fmla="*/ 4399563 w 7467600"/>
              <a:gd name="connsiteY210" fmla="*/ 4158106 h 6858000"/>
              <a:gd name="connsiteX211" fmla="*/ 4684469 w 7467600"/>
              <a:gd name="connsiteY211" fmla="*/ 4364680 h 6858000"/>
              <a:gd name="connsiteX212" fmla="*/ 4690271 w 7467600"/>
              <a:gd name="connsiteY212" fmla="*/ 4370034 h 6858000"/>
              <a:gd name="connsiteX213" fmla="*/ 4136093 w 7467600"/>
              <a:gd name="connsiteY213" fmla="*/ 3858466 h 6858000"/>
              <a:gd name="connsiteX214" fmla="*/ 3670252 w 7467600"/>
              <a:gd name="connsiteY214" fmla="*/ 3622798 h 6858000"/>
              <a:gd name="connsiteX215" fmla="*/ 4440129 w 7467600"/>
              <a:gd name="connsiteY215" fmla="*/ 3448571 h 6858000"/>
              <a:gd name="connsiteX216" fmla="*/ 4856525 w 7467600"/>
              <a:gd name="connsiteY216" fmla="*/ 3915351 h 6858000"/>
              <a:gd name="connsiteX217" fmla="*/ 5059055 w 7467600"/>
              <a:gd name="connsiteY217" fmla="*/ 4108918 h 6858000"/>
              <a:gd name="connsiteX218" fmla="*/ 5290070 w 7467600"/>
              <a:gd name="connsiteY218" fmla="*/ 4263619 h 6858000"/>
              <a:gd name="connsiteX219" fmla="*/ 4834991 w 7467600"/>
              <a:gd name="connsiteY219" fmla="*/ 3830985 h 6858000"/>
              <a:gd name="connsiteX220" fmla="*/ 4440129 w 7467600"/>
              <a:gd name="connsiteY220" fmla="*/ 3448571 h 6858000"/>
              <a:gd name="connsiteX221" fmla="*/ 4441737 w 7467600"/>
              <a:gd name="connsiteY221" fmla="*/ 3399734 h 6858000"/>
              <a:gd name="connsiteX222" fmla="*/ 4431236 w 7467600"/>
              <a:gd name="connsiteY222" fmla="*/ 3400954 h 6858000"/>
              <a:gd name="connsiteX223" fmla="*/ 4557150 w 7467600"/>
              <a:gd name="connsiteY223" fmla="*/ 3510023 h 6858000"/>
              <a:gd name="connsiteX224" fmla="*/ 4856936 w 7467600"/>
              <a:gd name="connsiteY224" fmla="*/ 3809146 h 6858000"/>
              <a:gd name="connsiteX225" fmla="*/ 5111996 w 7467600"/>
              <a:gd name="connsiteY225" fmla="*/ 4065759 h 6858000"/>
              <a:gd name="connsiteX226" fmla="*/ 5388878 w 7467600"/>
              <a:gd name="connsiteY226" fmla="*/ 4300185 h 6858000"/>
              <a:gd name="connsiteX227" fmla="*/ 5425556 w 7467600"/>
              <a:gd name="connsiteY227" fmla="*/ 4308967 h 6858000"/>
              <a:gd name="connsiteX228" fmla="*/ 4943646 w 7467600"/>
              <a:gd name="connsiteY228" fmla="*/ 3822916 h 6858000"/>
              <a:gd name="connsiteX229" fmla="*/ 4594837 w 7467600"/>
              <a:gd name="connsiteY229" fmla="*/ 3532274 h 6858000"/>
              <a:gd name="connsiteX230" fmla="*/ 4441737 w 7467600"/>
              <a:gd name="connsiteY230" fmla="*/ 3399734 h 6858000"/>
              <a:gd name="connsiteX231" fmla="*/ 5425834 w 7467600"/>
              <a:gd name="connsiteY231" fmla="*/ 3162785 h 6858000"/>
              <a:gd name="connsiteX232" fmla="*/ 5401644 w 7467600"/>
              <a:gd name="connsiteY232" fmla="*/ 3617847 h 6858000"/>
              <a:gd name="connsiteX233" fmla="*/ 5467256 w 7467600"/>
              <a:gd name="connsiteY233" fmla="*/ 4175494 h 6858000"/>
              <a:gd name="connsiteX234" fmla="*/ 5448069 w 7467600"/>
              <a:gd name="connsiteY234" fmla="*/ 3567554 h 6858000"/>
              <a:gd name="connsiteX235" fmla="*/ 5425834 w 7467600"/>
              <a:gd name="connsiteY235" fmla="*/ 3162785 h 6858000"/>
              <a:gd name="connsiteX236" fmla="*/ 1318687 w 7467600"/>
              <a:gd name="connsiteY236" fmla="*/ 3113840 h 6858000"/>
              <a:gd name="connsiteX237" fmla="*/ 1066793 w 7467600"/>
              <a:gd name="connsiteY237" fmla="*/ 3212171 h 6858000"/>
              <a:gd name="connsiteX238" fmla="*/ 993319 w 7467600"/>
              <a:gd name="connsiteY238" fmla="*/ 3247648 h 6858000"/>
              <a:gd name="connsiteX239" fmla="*/ 853081 w 7467600"/>
              <a:gd name="connsiteY239" fmla="*/ 3312410 h 6858000"/>
              <a:gd name="connsiteX240" fmla="*/ 805957 w 7467600"/>
              <a:gd name="connsiteY240" fmla="*/ 3330443 h 6858000"/>
              <a:gd name="connsiteX241" fmla="*/ 1318687 w 7467600"/>
              <a:gd name="connsiteY241" fmla="*/ 3113840 h 6858000"/>
              <a:gd name="connsiteX242" fmla="*/ 5453702 w 7467600"/>
              <a:gd name="connsiteY242" fmla="*/ 3090882 h 6858000"/>
              <a:gd name="connsiteX243" fmla="*/ 5480135 w 7467600"/>
              <a:gd name="connsiteY243" fmla="*/ 3565802 h 6858000"/>
              <a:gd name="connsiteX244" fmla="*/ 5499023 w 7467600"/>
              <a:gd name="connsiteY244" fmla="*/ 4166310 h 6858000"/>
              <a:gd name="connsiteX245" fmla="*/ 5547022 w 7467600"/>
              <a:gd name="connsiteY245" fmla="*/ 3607838 h 6858000"/>
              <a:gd name="connsiteX246" fmla="*/ 5515964 w 7467600"/>
              <a:gd name="connsiteY246" fmla="*/ 3378541 h 6858000"/>
              <a:gd name="connsiteX247" fmla="*/ 5453702 w 7467600"/>
              <a:gd name="connsiteY247" fmla="*/ 3090882 h 6858000"/>
              <a:gd name="connsiteX248" fmla="*/ 1238695 w 7467600"/>
              <a:gd name="connsiteY248" fmla="*/ 3076820 h 6858000"/>
              <a:gd name="connsiteX249" fmla="*/ 716371 w 7467600"/>
              <a:gd name="connsiteY249" fmla="*/ 3293249 h 6858000"/>
              <a:gd name="connsiteX250" fmla="*/ 579522 w 7467600"/>
              <a:gd name="connsiteY250" fmla="*/ 3371759 h 6858000"/>
              <a:gd name="connsiteX251" fmla="*/ 600288 w 7467600"/>
              <a:gd name="connsiteY251" fmla="*/ 3365555 h 6858000"/>
              <a:gd name="connsiteX252" fmla="*/ 840692 w 7467600"/>
              <a:gd name="connsiteY252" fmla="*/ 3284921 h 6858000"/>
              <a:gd name="connsiteX253" fmla="*/ 979248 w 7467600"/>
              <a:gd name="connsiteY253" fmla="*/ 3221003 h 6858000"/>
              <a:gd name="connsiteX254" fmla="*/ 1053282 w 7467600"/>
              <a:gd name="connsiteY254" fmla="*/ 3185247 h 6858000"/>
              <a:gd name="connsiteX255" fmla="*/ 1320603 w 7467600"/>
              <a:gd name="connsiteY255" fmla="*/ 3081281 h 6858000"/>
              <a:gd name="connsiteX256" fmla="*/ 1238695 w 7467600"/>
              <a:gd name="connsiteY256" fmla="*/ 3076820 h 6858000"/>
              <a:gd name="connsiteX257" fmla="*/ 5425627 w 7467600"/>
              <a:gd name="connsiteY257" fmla="*/ 2954192 h 6858000"/>
              <a:gd name="connsiteX258" fmla="*/ 5470770 w 7467600"/>
              <a:gd name="connsiteY258" fmla="*/ 3005435 h 6858000"/>
              <a:gd name="connsiteX259" fmla="*/ 5519779 w 7467600"/>
              <a:gd name="connsiteY259" fmla="*/ 4359223 h 6858000"/>
              <a:gd name="connsiteX260" fmla="*/ 5520293 w 7467600"/>
              <a:gd name="connsiteY260" fmla="*/ 4360602 h 6858000"/>
              <a:gd name="connsiteX261" fmla="*/ 5767221 w 7467600"/>
              <a:gd name="connsiteY261" fmla="*/ 4665564 h 6858000"/>
              <a:gd name="connsiteX262" fmla="*/ 6937169 w 7467600"/>
              <a:gd name="connsiteY262" fmla="*/ 4815941 h 6858000"/>
              <a:gd name="connsiteX263" fmla="*/ 6953922 w 7467600"/>
              <a:gd name="connsiteY263" fmla="*/ 4890068 h 6858000"/>
              <a:gd name="connsiteX264" fmla="*/ 6071359 w 7467600"/>
              <a:gd name="connsiteY264" fmla="*/ 4770770 h 6858000"/>
              <a:gd name="connsiteX265" fmla="*/ 6038839 w 7467600"/>
              <a:gd name="connsiteY265" fmla="*/ 4764474 h 6858000"/>
              <a:gd name="connsiteX266" fmla="*/ 6038706 w 7467600"/>
              <a:gd name="connsiteY266" fmla="*/ 4763847 h 6858000"/>
              <a:gd name="connsiteX267" fmla="*/ 6037784 w 7467600"/>
              <a:gd name="connsiteY267" fmla="*/ 4764270 h 6858000"/>
              <a:gd name="connsiteX268" fmla="*/ 6038839 w 7467600"/>
              <a:gd name="connsiteY268" fmla="*/ 4764474 h 6858000"/>
              <a:gd name="connsiteX269" fmla="*/ 6040338 w 7467600"/>
              <a:gd name="connsiteY269" fmla="*/ 4771418 h 6858000"/>
              <a:gd name="connsiteX270" fmla="*/ 6024488 w 7467600"/>
              <a:gd name="connsiteY270" fmla="*/ 4809903 h 6858000"/>
              <a:gd name="connsiteX271" fmla="*/ 5599771 w 7467600"/>
              <a:gd name="connsiteY271" fmla="*/ 5509652 h 6858000"/>
              <a:gd name="connsiteX272" fmla="*/ 5548843 w 7467600"/>
              <a:gd name="connsiteY272" fmla="*/ 5563845 h 6858000"/>
              <a:gd name="connsiteX273" fmla="*/ 5940952 w 7467600"/>
              <a:gd name="connsiteY273" fmla="*/ 6250028 h 6858000"/>
              <a:gd name="connsiteX274" fmla="*/ 6043441 w 7467600"/>
              <a:gd name="connsiteY274" fmla="*/ 6665847 h 6858000"/>
              <a:gd name="connsiteX275" fmla="*/ 6093432 w 7467600"/>
              <a:gd name="connsiteY275" fmla="*/ 6858000 h 6858000"/>
              <a:gd name="connsiteX276" fmla="*/ 6034344 w 7467600"/>
              <a:gd name="connsiteY276" fmla="*/ 6858000 h 6858000"/>
              <a:gd name="connsiteX277" fmla="*/ 6026679 w 7467600"/>
              <a:gd name="connsiteY277" fmla="*/ 6836959 h 6858000"/>
              <a:gd name="connsiteX278" fmla="*/ 5800441 w 7467600"/>
              <a:gd name="connsiteY278" fmla="*/ 6335286 h 6858000"/>
              <a:gd name="connsiteX279" fmla="*/ 5526562 w 7467600"/>
              <a:gd name="connsiteY279" fmla="*/ 5705388 h 6858000"/>
              <a:gd name="connsiteX280" fmla="*/ 5519640 w 7467600"/>
              <a:gd name="connsiteY280" fmla="*/ 5683774 h 6858000"/>
              <a:gd name="connsiteX281" fmla="*/ 5844559 w 7467600"/>
              <a:gd name="connsiteY281" fmla="*/ 6553349 h 6858000"/>
              <a:gd name="connsiteX282" fmla="*/ 5975994 w 7467600"/>
              <a:gd name="connsiteY282" fmla="*/ 6858000 h 6858000"/>
              <a:gd name="connsiteX283" fmla="*/ 5898547 w 7467600"/>
              <a:gd name="connsiteY283" fmla="*/ 6858000 h 6858000"/>
              <a:gd name="connsiteX284" fmla="*/ 5682041 w 7467600"/>
              <a:gd name="connsiteY284" fmla="*/ 6355860 h 6858000"/>
              <a:gd name="connsiteX285" fmla="*/ 5461758 w 7467600"/>
              <a:gd name="connsiteY285" fmla="*/ 5820220 h 6858000"/>
              <a:gd name="connsiteX286" fmla="*/ 5237282 w 7467600"/>
              <a:gd name="connsiteY286" fmla="*/ 6579086 h 6858000"/>
              <a:gd name="connsiteX287" fmla="*/ 5115009 w 7467600"/>
              <a:gd name="connsiteY287" fmla="*/ 6858000 h 6858000"/>
              <a:gd name="connsiteX288" fmla="*/ 5028074 w 7467600"/>
              <a:gd name="connsiteY288" fmla="*/ 6858000 h 6858000"/>
              <a:gd name="connsiteX289" fmla="*/ 5079508 w 7467600"/>
              <a:gd name="connsiteY289" fmla="*/ 6749074 h 6858000"/>
              <a:gd name="connsiteX290" fmla="*/ 5371846 w 7467600"/>
              <a:gd name="connsiteY290" fmla="*/ 5924413 h 6858000"/>
              <a:gd name="connsiteX291" fmla="*/ 5270512 w 7467600"/>
              <a:gd name="connsiteY291" fmla="*/ 6138975 h 6858000"/>
              <a:gd name="connsiteX292" fmla="*/ 5062409 w 7467600"/>
              <a:gd name="connsiteY292" fmla="*/ 6653544 h 6858000"/>
              <a:gd name="connsiteX293" fmla="*/ 5036628 w 7467600"/>
              <a:gd name="connsiteY293" fmla="*/ 6754247 h 6858000"/>
              <a:gd name="connsiteX294" fmla="*/ 5009112 w 7467600"/>
              <a:gd name="connsiteY294" fmla="*/ 6858000 h 6858000"/>
              <a:gd name="connsiteX295" fmla="*/ 4976679 w 7467600"/>
              <a:gd name="connsiteY295" fmla="*/ 6858000 h 6858000"/>
              <a:gd name="connsiteX296" fmla="*/ 5006537 w 7467600"/>
              <a:gd name="connsiteY296" fmla="*/ 6747068 h 6858000"/>
              <a:gd name="connsiteX297" fmla="*/ 5032723 w 7467600"/>
              <a:gd name="connsiteY297" fmla="*/ 6644957 h 6858000"/>
              <a:gd name="connsiteX298" fmla="*/ 5242949 w 7467600"/>
              <a:gd name="connsiteY298" fmla="*/ 6125175 h 6858000"/>
              <a:gd name="connsiteX299" fmla="*/ 5286321 w 7467600"/>
              <a:gd name="connsiteY299" fmla="*/ 6033555 h 6858000"/>
              <a:gd name="connsiteX300" fmla="*/ 5008210 w 7467600"/>
              <a:gd name="connsiteY300" fmla="*/ 6649194 h 6858000"/>
              <a:gd name="connsiteX301" fmla="*/ 4986321 w 7467600"/>
              <a:gd name="connsiteY301" fmla="*/ 6765687 h 6858000"/>
              <a:gd name="connsiteX302" fmla="*/ 4973474 w 7467600"/>
              <a:gd name="connsiteY302" fmla="*/ 6858000 h 6858000"/>
              <a:gd name="connsiteX303" fmla="*/ 4907178 w 7467600"/>
              <a:gd name="connsiteY303" fmla="*/ 6858000 h 6858000"/>
              <a:gd name="connsiteX304" fmla="*/ 4910810 w 7467600"/>
              <a:gd name="connsiteY304" fmla="*/ 6829660 h 6858000"/>
              <a:gd name="connsiteX305" fmla="*/ 4987461 w 7467600"/>
              <a:gd name="connsiteY305" fmla="*/ 6432994 h 6858000"/>
              <a:gd name="connsiteX306" fmla="*/ 5179262 w 7467600"/>
              <a:gd name="connsiteY306" fmla="*/ 6035044 h 6858000"/>
              <a:gd name="connsiteX307" fmla="*/ 4689678 w 7467600"/>
              <a:gd name="connsiteY307" fmla="*/ 6440241 h 6858000"/>
              <a:gd name="connsiteX308" fmla="*/ 4477543 w 7467600"/>
              <a:gd name="connsiteY308" fmla="*/ 6674836 h 6858000"/>
              <a:gd name="connsiteX309" fmla="*/ 4329957 w 7467600"/>
              <a:gd name="connsiteY309" fmla="*/ 6858000 h 6858000"/>
              <a:gd name="connsiteX310" fmla="*/ 4218595 w 7467600"/>
              <a:gd name="connsiteY310" fmla="*/ 6858000 h 6858000"/>
              <a:gd name="connsiteX311" fmla="*/ 4368888 w 7467600"/>
              <a:gd name="connsiteY311" fmla="*/ 6668412 h 6858000"/>
              <a:gd name="connsiteX312" fmla="*/ 4563091 w 7467600"/>
              <a:gd name="connsiteY312" fmla="*/ 6442508 h 6858000"/>
              <a:gd name="connsiteX313" fmla="*/ 5387324 w 7467600"/>
              <a:gd name="connsiteY313" fmla="*/ 5705830 h 6858000"/>
              <a:gd name="connsiteX314" fmla="*/ 5073620 w 7467600"/>
              <a:gd name="connsiteY314" fmla="*/ 5955437 h 6858000"/>
              <a:gd name="connsiteX315" fmla="*/ 4689789 w 7467600"/>
              <a:gd name="connsiteY315" fmla="*/ 6268382 h 6858000"/>
              <a:gd name="connsiteX316" fmla="*/ 4418722 w 7467600"/>
              <a:gd name="connsiteY316" fmla="*/ 6570886 h 6858000"/>
              <a:gd name="connsiteX317" fmla="*/ 4214944 w 7467600"/>
              <a:gd name="connsiteY317" fmla="*/ 6858000 h 6858000"/>
              <a:gd name="connsiteX318" fmla="*/ 4177898 w 7467600"/>
              <a:gd name="connsiteY318" fmla="*/ 6858000 h 6858000"/>
              <a:gd name="connsiteX319" fmla="*/ 4391597 w 7467600"/>
              <a:gd name="connsiteY319" fmla="*/ 6556370 h 6858000"/>
              <a:gd name="connsiteX320" fmla="*/ 4668889 w 7467600"/>
              <a:gd name="connsiteY320" fmla="*/ 6246399 h 6858000"/>
              <a:gd name="connsiteX321" fmla="*/ 5055427 w 7467600"/>
              <a:gd name="connsiteY321" fmla="*/ 5931476 h 6858000"/>
              <a:gd name="connsiteX322" fmla="*/ 5371814 w 7467600"/>
              <a:gd name="connsiteY322" fmla="*/ 5678975 h 6858000"/>
              <a:gd name="connsiteX323" fmla="*/ 4987918 w 7467600"/>
              <a:gd name="connsiteY323" fmla="*/ 5838701 h 6858000"/>
              <a:gd name="connsiteX324" fmla="*/ 4317146 w 7467600"/>
              <a:gd name="connsiteY324" fmla="*/ 6587716 h 6858000"/>
              <a:gd name="connsiteX325" fmla="*/ 4171627 w 7467600"/>
              <a:gd name="connsiteY325" fmla="*/ 6858000 h 6858000"/>
              <a:gd name="connsiteX326" fmla="*/ 4081585 w 7467600"/>
              <a:gd name="connsiteY326" fmla="*/ 6858000 h 6858000"/>
              <a:gd name="connsiteX327" fmla="*/ 4238603 w 7467600"/>
              <a:gd name="connsiteY327" fmla="*/ 6559341 h 6858000"/>
              <a:gd name="connsiteX328" fmla="*/ 4778333 w 7467600"/>
              <a:gd name="connsiteY328" fmla="*/ 5873626 h 6858000"/>
              <a:gd name="connsiteX329" fmla="*/ 5414185 w 7467600"/>
              <a:gd name="connsiteY329" fmla="*/ 5573882 h 6858000"/>
              <a:gd name="connsiteX330" fmla="*/ 5959648 w 7467600"/>
              <a:gd name="connsiteY330" fmla="*/ 4760797 h 6858000"/>
              <a:gd name="connsiteX331" fmla="*/ 5355019 w 7467600"/>
              <a:gd name="connsiteY331" fmla="*/ 4734672 h 6858000"/>
              <a:gd name="connsiteX332" fmla="*/ 5083565 w 7467600"/>
              <a:gd name="connsiteY332" fmla="*/ 5179121 h 6858000"/>
              <a:gd name="connsiteX333" fmla="*/ 4713577 w 7467600"/>
              <a:gd name="connsiteY333" fmla="*/ 5616803 h 6858000"/>
              <a:gd name="connsiteX334" fmla="*/ 3989559 w 7467600"/>
              <a:gd name="connsiteY334" fmla="*/ 6145945 h 6858000"/>
              <a:gd name="connsiteX335" fmla="*/ 3939824 w 7467600"/>
              <a:gd name="connsiteY335" fmla="*/ 6066900 h 6858000"/>
              <a:gd name="connsiteX336" fmla="*/ 4584537 w 7467600"/>
              <a:gd name="connsiteY336" fmla="*/ 5324826 h 6858000"/>
              <a:gd name="connsiteX337" fmla="*/ 5037105 w 7467600"/>
              <a:gd name="connsiteY337" fmla="*/ 5088765 h 6858000"/>
              <a:gd name="connsiteX338" fmla="*/ 5039930 w 7467600"/>
              <a:gd name="connsiteY338" fmla="*/ 5089585 h 6858000"/>
              <a:gd name="connsiteX339" fmla="*/ 5263764 w 7467600"/>
              <a:gd name="connsiteY339" fmla="*/ 4735525 h 6858000"/>
              <a:gd name="connsiteX340" fmla="*/ 4086300 w 7467600"/>
              <a:gd name="connsiteY340" fmla="*/ 4884599 h 6858000"/>
              <a:gd name="connsiteX341" fmla="*/ 4085485 w 7467600"/>
              <a:gd name="connsiteY341" fmla="*/ 4899070 h 6858000"/>
              <a:gd name="connsiteX342" fmla="*/ 3871915 w 7467600"/>
              <a:gd name="connsiteY342" fmla="*/ 5253645 h 6858000"/>
              <a:gd name="connsiteX343" fmla="*/ 3799374 w 7467600"/>
              <a:gd name="connsiteY343" fmla="*/ 5466127 h 6858000"/>
              <a:gd name="connsiteX344" fmla="*/ 3498850 w 7467600"/>
              <a:gd name="connsiteY344" fmla="*/ 6661888 h 6858000"/>
              <a:gd name="connsiteX345" fmla="*/ 3399216 w 7467600"/>
              <a:gd name="connsiteY345" fmla="*/ 6858000 h 6858000"/>
              <a:gd name="connsiteX346" fmla="*/ 3303688 w 7467600"/>
              <a:gd name="connsiteY346" fmla="*/ 6858000 h 6858000"/>
              <a:gd name="connsiteX347" fmla="*/ 3391774 w 7467600"/>
              <a:gd name="connsiteY347" fmla="*/ 6697181 h 6858000"/>
              <a:gd name="connsiteX348" fmla="*/ 3735540 w 7467600"/>
              <a:gd name="connsiteY348" fmla="*/ 5546923 h 6858000"/>
              <a:gd name="connsiteX349" fmla="*/ 3729438 w 7467600"/>
              <a:gd name="connsiteY349" fmla="*/ 5569058 h 6858000"/>
              <a:gd name="connsiteX350" fmla="*/ 3707782 w 7467600"/>
              <a:gd name="connsiteY350" fmla="*/ 5644908 h 6858000"/>
              <a:gd name="connsiteX351" fmla="*/ 3583827 w 7467600"/>
              <a:gd name="connsiteY351" fmla="*/ 6039215 h 6858000"/>
              <a:gd name="connsiteX352" fmla="*/ 3547861 w 7467600"/>
              <a:gd name="connsiteY352" fmla="*/ 6129609 h 6858000"/>
              <a:gd name="connsiteX353" fmla="*/ 3490905 w 7467600"/>
              <a:gd name="connsiteY353" fmla="*/ 6277660 h 6858000"/>
              <a:gd name="connsiteX354" fmla="*/ 3455859 w 7467600"/>
              <a:gd name="connsiteY354" fmla="*/ 6391301 h 6858000"/>
              <a:gd name="connsiteX355" fmla="*/ 3429112 w 7467600"/>
              <a:gd name="connsiteY355" fmla="*/ 6479469 h 6858000"/>
              <a:gd name="connsiteX356" fmla="*/ 3304862 w 7467600"/>
              <a:gd name="connsiteY356" fmla="*/ 6796476 h 6858000"/>
              <a:gd name="connsiteX357" fmla="*/ 3276071 w 7467600"/>
              <a:gd name="connsiteY357" fmla="*/ 6858000 h 6858000"/>
              <a:gd name="connsiteX358" fmla="*/ 3240805 w 7467600"/>
              <a:gd name="connsiteY358" fmla="*/ 6858000 h 6858000"/>
              <a:gd name="connsiteX359" fmla="*/ 3275917 w 7467600"/>
              <a:gd name="connsiteY359" fmla="*/ 6783192 h 6858000"/>
              <a:gd name="connsiteX360" fmla="*/ 3399358 w 7467600"/>
              <a:gd name="connsiteY360" fmla="*/ 6469011 h 6858000"/>
              <a:gd name="connsiteX361" fmla="*/ 3425650 w 7467600"/>
              <a:gd name="connsiteY361" fmla="*/ 6381333 h 6858000"/>
              <a:gd name="connsiteX362" fmla="*/ 3460661 w 7467600"/>
              <a:gd name="connsiteY362" fmla="*/ 6266763 h 6858000"/>
              <a:gd name="connsiteX363" fmla="*/ 3518021 w 7467600"/>
              <a:gd name="connsiteY363" fmla="*/ 6117298 h 6858000"/>
              <a:gd name="connsiteX364" fmla="*/ 3554035 w 7467600"/>
              <a:gd name="connsiteY364" fmla="*/ 6027832 h 6858000"/>
              <a:gd name="connsiteX365" fmla="*/ 3677174 w 7467600"/>
              <a:gd name="connsiteY365" fmla="*/ 5636351 h 6858000"/>
              <a:gd name="connsiteX366" fmla="*/ 3698819 w 7467600"/>
              <a:gd name="connsiteY366" fmla="*/ 5560503 h 6858000"/>
              <a:gd name="connsiteX367" fmla="*/ 3702094 w 7467600"/>
              <a:gd name="connsiteY367" fmla="*/ 5549194 h 6858000"/>
              <a:gd name="connsiteX368" fmla="*/ 3398355 w 7467600"/>
              <a:gd name="connsiteY368" fmla="*/ 6094603 h 6858000"/>
              <a:gd name="connsiteX369" fmla="*/ 3193941 w 7467600"/>
              <a:gd name="connsiteY369" fmla="*/ 6798775 h 6858000"/>
              <a:gd name="connsiteX370" fmla="*/ 3184140 w 7467600"/>
              <a:gd name="connsiteY370" fmla="*/ 6858000 h 6858000"/>
              <a:gd name="connsiteX371" fmla="*/ 3099978 w 7467600"/>
              <a:gd name="connsiteY371" fmla="*/ 6858000 h 6858000"/>
              <a:gd name="connsiteX372" fmla="*/ 3101556 w 7467600"/>
              <a:gd name="connsiteY372" fmla="*/ 6843337 h 6858000"/>
              <a:gd name="connsiteX373" fmla="*/ 3370162 w 7467600"/>
              <a:gd name="connsiteY373" fmla="*/ 5785550 h 6858000"/>
              <a:gd name="connsiteX374" fmla="*/ 3746477 w 7467600"/>
              <a:gd name="connsiteY374" fmla="*/ 5377889 h 6858000"/>
              <a:gd name="connsiteX375" fmla="*/ 3863399 w 7467600"/>
              <a:gd name="connsiteY375" fmla="*/ 5087257 h 6858000"/>
              <a:gd name="connsiteX376" fmla="*/ 3968712 w 7467600"/>
              <a:gd name="connsiteY376" fmla="*/ 4913989 h 6858000"/>
              <a:gd name="connsiteX377" fmla="*/ 2792390 w 7467600"/>
              <a:gd name="connsiteY377" fmla="*/ 5382974 h 6858000"/>
              <a:gd name="connsiteX378" fmla="*/ 2714982 w 7467600"/>
              <a:gd name="connsiteY378" fmla="*/ 5427051 h 6858000"/>
              <a:gd name="connsiteX379" fmla="*/ 2813361 w 7467600"/>
              <a:gd name="connsiteY379" fmla="*/ 6023912 h 6858000"/>
              <a:gd name="connsiteX380" fmla="*/ 2688430 w 7467600"/>
              <a:gd name="connsiteY380" fmla="*/ 6801564 h 6858000"/>
              <a:gd name="connsiteX381" fmla="*/ 2629626 w 7467600"/>
              <a:gd name="connsiteY381" fmla="*/ 6763394 h 6858000"/>
              <a:gd name="connsiteX382" fmla="*/ 2565328 w 7467600"/>
              <a:gd name="connsiteY382" fmla="*/ 5516399 h 6858000"/>
              <a:gd name="connsiteX383" fmla="*/ 1922999 w 7467600"/>
              <a:gd name="connsiteY383" fmla="*/ 5980343 h 6858000"/>
              <a:gd name="connsiteX384" fmla="*/ 1950261 w 7467600"/>
              <a:gd name="connsiteY384" fmla="*/ 6405858 h 6858000"/>
              <a:gd name="connsiteX385" fmla="*/ 2365554 w 7467600"/>
              <a:gd name="connsiteY385" fmla="*/ 6759107 h 6858000"/>
              <a:gd name="connsiteX386" fmla="*/ 2424142 w 7467600"/>
              <a:gd name="connsiteY386" fmla="*/ 6858000 h 6858000"/>
              <a:gd name="connsiteX387" fmla="*/ 2395994 w 7467600"/>
              <a:gd name="connsiteY387" fmla="*/ 6858000 h 6858000"/>
              <a:gd name="connsiteX388" fmla="*/ 2392863 w 7467600"/>
              <a:gd name="connsiteY388" fmla="*/ 6852964 h 6858000"/>
              <a:gd name="connsiteX389" fmla="*/ 2017589 w 7467600"/>
              <a:gd name="connsiteY389" fmla="*/ 6493982 h 6858000"/>
              <a:gd name="connsiteX390" fmla="*/ 2147336 w 7467600"/>
              <a:gd name="connsiteY390" fmla="*/ 6594052 h 6858000"/>
              <a:gd name="connsiteX391" fmla="*/ 2207047 w 7467600"/>
              <a:gd name="connsiteY391" fmla="*/ 6654540 h 6858000"/>
              <a:gd name="connsiteX392" fmla="*/ 2299106 w 7467600"/>
              <a:gd name="connsiteY392" fmla="*/ 6778931 h 6858000"/>
              <a:gd name="connsiteX393" fmla="*/ 2314430 w 7467600"/>
              <a:gd name="connsiteY393" fmla="*/ 6801144 h 6858000"/>
              <a:gd name="connsiteX394" fmla="*/ 2352406 w 7467600"/>
              <a:gd name="connsiteY394" fmla="*/ 6858000 h 6858000"/>
              <a:gd name="connsiteX395" fmla="*/ 2314492 w 7467600"/>
              <a:gd name="connsiteY395" fmla="*/ 6858000 h 6858000"/>
              <a:gd name="connsiteX396" fmla="*/ 2288095 w 7467600"/>
              <a:gd name="connsiteY396" fmla="*/ 6818030 h 6858000"/>
              <a:gd name="connsiteX397" fmla="*/ 2272768 w 7467600"/>
              <a:gd name="connsiteY397" fmla="*/ 6795822 h 6858000"/>
              <a:gd name="connsiteX398" fmla="*/ 2182715 w 7467600"/>
              <a:gd name="connsiteY398" fmla="*/ 6675071 h 6858000"/>
              <a:gd name="connsiteX399" fmla="*/ 2032061 w 7467600"/>
              <a:gd name="connsiteY399" fmla="*/ 6541380 h 6858000"/>
              <a:gd name="connsiteX400" fmla="*/ 2257220 w 7467600"/>
              <a:gd name="connsiteY400" fmla="*/ 6826257 h 6858000"/>
              <a:gd name="connsiteX401" fmla="*/ 2281324 w 7467600"/>
              <a:gd name="connsiteY401" fmla="*/ 6858000 h 6858000"/>
              <a:gd name="connsiteX402" fmla="*/ 2242860 w 7467600"/>
              <a:gd name="connsiteY402" fmla="*/ 6858000 h 6858000"/>
              <a:gd name="connsiteX403" fmla="*/ 2232818 w 7467600"/>
              <a:gd name="connsiteY403" fmla="*/ 6844926 h 6858000"/>
              <a:gd name="connsiteX404" fmla="*/ 1990172 w 7467600"/>
              <a:gd name="connsiteY404" fmla="*/ 6542121 h 6858000"/>
              <a:gd name="connsiteX405" fmla="*/ 2124090 w 7467600"/>
              <a:gd name="connsiteY405" fmla="*/ 6761017 h 6858000"/>
              <a:gd name="connsiteX406" fmla="*/ 2200380 w 7467600"/>
              <a:gd name="connsiteY406" fmla="*/ 6858000 h 6858000"/>
              <a:gd name="connsiteX407" fmla="*/ 2147507 w 7467600"/>
              <a:gd name="connsiteY407" fmla="*/ 6858000 h 6858000"/>
              <a:gd name="connsiteX408" fmla="*/ 2070668 w 7467600"/>
              <a:gd name="connsiteY408" fmla="*/ 6761520 h 6858000"/>
              <a:gd name="connsiteX409" fmla="*/ 1975142 w 7467600"/>
              <a:gd name="connsiteY409" fmla="*/ 6585570 h 6858000"/>
              <a:gd name="connsiteX410" fmla="*/ 2050035 w 7467600"/>
              <a:gd name="connsiteY410" fmla="*/ 6813345 h 6858000"/>
              <a:gd name="connsiteX411" fmla="*/ 2063025 w 7467600"/>
              <a:gd name="connsiteY411" fmla="*/ 6858000 h 6858000"/>
              <a:gd name="connsiteX412" fmla="*/ 2021675 w 7467600"/>
              <a:gd name="connsiteY412" fmla="*/ 6858000 h 6858000"/>
              <a:gd name="connsiteX413" fmla="*/ 2019308 w 7467600"/>
              <a:gd name="connsiteY413" fmla="*/ 6847118 h 6858000"/>
              <a:gd name="connsiteX414" fmla="*/ 1938835 w 7467600"/>
              <a:gd name="connsiteY414" fmla="*/ 6551160 h 6858000"/>
              <a:gd name="connsiteX415" fmla="*/ 1953230 w 7467600"/>
              <a:gd name="connsiteY415" fmla="*/ 6759699 h 6858000"/>
              <a:gd name="connsiteX416" fmla="*/ 1956763 w 7467600"/>
              <a:gd name="connsiteY416" fmla="*/ 6778191 h 6858000"/>
              <a:gd name="connsiteX417" fmla="*/ 1967925 w 7467600"/>
              <a:gd name="connsiteY417" fmla="*/ 6858000 h 6858000"/>
              <a:gd name="connsiteX418" fmla="*/ 1936622 w 7467600"/>
              <a:gd name="connsiteY418" fmla="*/ 6858000 h 6858000"/>
              <a:gd name="connsiteX419" fmla="*/ 1926261 w 7467600"/>
              <a:gd name="connsiteY419" fmla="*/ 6784064 h 6858000"/>
              <a:gd name="connsiteX420" fmla="*/ 1922724 w 7467600"/>
              <a:gd name="connsiteY420" fmla="*/ 6765577 h 6858000"/>
              <a:gd name="connsiteX421" fmla="*/ 1904650 w 7467600"/>
              <a:gd name="connsiteY421" fmla="*/ 6639616 h 6858000"/>
              <a:gd name="connsiteX422" fmla="*/ 1885273 w 7467600"/>
              <a:gd name="connsiteY422" fmla="*/ 6858000 h 6858000"/>
              <a:gd name="connsiteX423" fmla="*/ 1854363 w 7467600"/>
              <a:gd name="connsiteY423" fmla="*/ 6858000 h 6858000"/>
              <a:gd name="connsiteX424" fmla="*/ 1880391 w 7467600"/>
              <a:gd name="connsiteY424" fmla="*/ 6603796 h 6858000"/>
              <a:gd name="connsiteX425" fmla="*/ 1818273 w 7467600"/>
              <a:gd name="connsiteY425" fmla="*/ 6715729 h 6858000"/>
              <a:gd name="connsiteX426" fmla="*/ 1794691 w 7467600"/>
              <a:gd name="connsiteY426" fmla="*/ 6843239 h 6858000"/>
              <a:gd name="connsiteX427" fmla="*/ 1794914 w 7467600"/>
              <a:gd name="connsiteY427" fmla="*/ 6858000 h 6858000"/>
              <a:gd name="connsiteX428" fmla="*/ 1746128 w 7467600"/>
              <a:gd name="connsiteY428" fmla="*/ 6858000 h 6858000"/>
              <a:gd name="connsiteX429" fmla="*/ 1753934 w 7467600"/>
              <a:gd name="connsiteY429" fmla="*/ 6724796 h 6858000"/>
              <a:gd name="connsiteX430" fmla="*/ 1792053 w 7467600"/>
              <a:gd name="connsiteY430" fmla="*/ 6572396 h 6858000"/>
              <a:gd name="connsiteX431" fmla="*/ 1862248 w 7467600"/>
              <a:gd name="connsiteY431" fmla="*/ 6266397 h 6858000"/>
              <a:gd name="connsiteX432" fmla="*/ 1862250 w 7467600"/>
              <a:gd name="connsiteY432" fmla="*/ 6033531 h 6858000"/>
              <a:gd name="connsiteX433" fmla="*/ 1211999 w 7467600"/>
              <a:gd name="connsiteY433" fmla="*/ 6683610 h 6858000"/>
              <a:gd name="connsiteX434" fmla="*/ 1213266 w 7467600"/>
              <a:gd name="connsiteY434" fmla="*/ 6691947 h 6858000"/>
              <a:gd name="connsiteX435" fmla="*/ 1203370 w 7467600"/>
              <a:gd name="connsiteY435" fmla="*/ 6850676 h 6858000"/>
              <a:gd name="connsiteX436" fmla="*/ 1203671 w 7467600"/>
              <a:gd name="connsiteY436" fmla="*/ 6858000 h 6858000"/>
              <a:gd name="connsiteX437" fmla="*/ 1143180 w 7467600"/>
              <a:gd name="connsiteY437" fmla="*/ 6858000 h 6858000"/>
              <a:gd name="connsiteX438" fmla="*/ 1142176 w 7467600"/>
              <a:gd name="connsiteY438" fmla="*/ 6766045 h 6858000"/>
              <a:gd name="connsiteX439" fmla="*/ 1067484 w 7467600"/>
              <a:gd name="connsiteY439" fmla="*/ 6858000 h 6858000"/>
              <a:gd name="connsiteX440" fmla="*/ 953928 w 7467600"/>
              <a:gd name="connsiteY440" fmla="*/ 6858000 h 6858000"/>
              <a:gd name="connsiteX441" fmla="*/ 959715 w 7467600"/>
              <a:gd name="connsiteY441" fmla="*/ 6850185 h 6858000"/>
              <a:gd name="connsiteX442" fmla="*/ 1483788 w 7467600"/>
              <a:gd name="connsiteY442" fmla="*/ 6259174 h 6858000"/>
              <a:gd name="connsiteX443" fmla="*/ 1100671 w 7467600"/>
              <a:gd name="connsiteY443" fmla="*/ 6252137 h 6858000"/>
              <a:gd name="connsiteX444" fmla="*/ 1090144 w 7467600"/>
              <a:gd name="connsiteY444" fmla="*/ 6256748 h 6858000"/>
              <a:gd name="connsiteX445" fmla="*/ 1095872 w 7467600"/>
              <a:gd name="connsiteY445" fmla="*/ 6271892 h 6858000"/>
              <a:gd name="connsiteX446" fmla="*/ 262785 w 7467600"/>
              <a:gd name="connsiteY446" fmla="*/ 6845450 h 6858000"/>
              <a:gd name="connsiteX447" fmla="*/ 209968 w 7467600"/>
              <a:gd name="connsiteY447" fmla="*/ 6770713 h 6858000"/>
              <a:gd name="connsiteX448" fmla="*/ 873460 w 7467600"/>
              <a:gd name="connsiteY448" fmla="*/ 6253768 h 6858000"/>
              <a:gd name="connsiteX449" fmla="*/ 192686 w 7467600"/>
              <a:gd name="connsiteY449" fmla="*/ 5849257 h 6858000"/>
              <a:gd name="connsiteX450" fmla="*/ 4696 w 7467600"/>
              <a:gd name="connsiteY450" fmla="*/ 5697668 h 6858000"/>
              <a:gd name="connsiteX451" fmla="*/ 0 w 7467600"/>
              <a:gd name="connsiteY451" fmla="*/ 5689984 h 6858000"/>
              <a:gd name="connsiteX452" fmla="*/ 0 w 7467600"/>
              <a:gd name="connsiteY452" fmla="*/ 5513472 h 6858000"/>
              <a:gd name="connsiteX453" fmla="*/ 174101 w 7467600"/>
              <a:gd name="connsiteY453" fmla="*/ 5620277 h 6858000"/>
              <a:gd name="connsiteX454" fmla="*/ 891800 w 7467600"/>
              <a:gd name="connsiteY454" fmla="*/ 6036935 h 6858000"/>
              <a:gd name="connsiteX455" fmla="*/ 1072219 w 7467600"/>
              <a:gd name="connsiteY455" fmla="*/ 6169443 h 6858000"/>
              <a:gd name="connsiteX456" fmla="*/ 1074117 w 7467600"/>
              <a:gd name="connsiteY456" fmla="*/ 6170301 h 6858000"/>
              <a:gd name="connsiteX457" fmla="*/ 1083114 w 7467600"/>
              <a:gd name="connsiteY457" fmla="*/ 6174131 h 6858000"/>
              <a:gd name="connsiteX458" fmla="*/ 1543010 w 7467600"/>
              <a:gd name="connsiteY458" fmla="*/ 6191140 h 6858000"/>
              <a:gd name="connsiteX459" fmla="*/ 1551080 w 7467600"/>
              <a:gd name="connsiteY459" fmla="*/ 6195006 h 6858000"/>
              <a:gd name="connsiteX460" fmla="*/ 2345443 w 7467600"/>
              <a:gd name="connsiteY460" fmla="*/ 5549882 h 6858000"/>
              <a:gd name="connsiteX461" fmla="*/ 1721499 w 7467600"/>
              <a:gd name="connsiteY461" fmla="*/ 5599969 h 6858000"/>
              <a:gd name="connsiteX462" fmla="*/ 767716 w 7467600"/>
              <a:gd name="connsiteY462" fmla="*/ 5472768 h 6858000"/>
              <a:gd name="connsiteX463" fmla="*/ 722147 w 7467600"/>
              <a:gd name="connsiteY463" fmla="*/ 5393091 h 6858000"/>
              <a:gd name="connsiteX464" fmla="*/ 1485552 w 7467600"/>
              <a:gd name="connsiteY464" fmla="*/ 5313202 h 6858000"/>
              <a:gd name="connsiteX465" fmla="*/ 2143004 w 7467600"/>
              <a:gd name="connsiteY465" fmla="*/ 5402420 h 6858000"/>
              <a:gd name="connsiteX466" fmla="*/ 1933391 w 7467600"/>
              <a:gd name="connsiteY466" fmla="*/ 5156971 h 6858000"/>
              <a:gd name="connsiteX467" fmla="*/ 1827118 w 7467600"/>
              <a:gd name="connsiteY467" fmla="*/ 4968410 h 6858000"/>
              <a:gd name="connsiteX468" fmla="*/ 1837349 w 7467600"/>
              <a:gd name="connsiteY468" fmla="*/ 4956357 h 6858000"/>
              <a:gd name="connsiteX469" fmla="*/ 2162835 w 7467600"/>
              <a:gd name="connsiteY469" fmla="*/ 5187853 h 6858000"/>
              <a:gd name="connsiteX470" fmla="*/ 2257167 w 7467600"/>
              <a:gd name="connsiteY470" fmla="*/ 5462123 h 6858000"/>
              <a:gd name="connsiteX471" fmla="*/ 2261598 w 7467600"/>
              <a:gd name="connsiteY471" fmla="*/ 5467998 h 6858000"/>
              <a:gd name="connsiteX472" fmla="*/ 2437177 w 7467600"/>
              <a:gd name="connsiteY472" fmla="*/ 5479608 h 6858000"/>
              <a:gd name="connsiteX473" fmla="*/ 2445247 w 7467600"/>
              <a:gd name="connsiteY473" fmla="*/ 5483476 h 6858000"/>
              <a:gd name="connsiteX474" fmla="*/ 2743626 w 7467600"/>
              <a:gd name="connsiteY474" fmla="*/ 5304819 h 6858000"/>
              <a:gd name="connsiteX475" fmla="*/ 3048102 w 7467600"/>
              <a:gd name="connsiteY475" fmla="*/ 5150595 h 6858000"/>
              <a:gd name="connsiteX476" fmla="*/ 1799414 w 7467600"/>
              <a:gd name="connsiteY476" fmla="*/ 4694732 h 6858000"/>
              <a:gd name="connsiteX477" fmla="*/ 1771735 w 7467600"/>
              <a:gd name="connsiteY477" fmla="*/ 4619929 h 6858000"/>
              <a:gd name="connsiteX478" fmla="*/ 3104273 w 7467600"/>
              <a:gd name="connsiteY478" fmla="*/ 5076159 h 6858000"/>
              <a:gd name="connsiteX479" fmla="*/ 3113245 w 7467600"/>
              <a:gd name="connsiteY479" fmla="*/ 5090705 h 6858000"/>
              <a:gd name="connsiteX480" fmla="*/ 3126294 w 7467600"/>
              <a:gd name="connsiteY480" fmla="*/ 5114400 h 6858000"/>
              <a:gd name="connsiteX481" fmla="*/ 3937433 w 7467600"/>
              <a:gd name="connsiteY481" fmla="*/ 4830473 h 6858000"/>
              <a:gd name="connsiteX482" fmla="*/ 3590475 w 7467600"/>
              <a:gd name="connsiteY482" fmla="*/ 4597974 h 6858000"/>
              <a:gd name="connsiteX483" fmla="*/ 3100264 w 7467600"/>
              <a:gd name="connsiteY483" fmla="*/ 4579845 h 6858000"/>
              <a:gd name="connsiteX484" fmla="*/ 2183576 w 7467600"/>
              <a:gd name="connsiteY484" fmla="*/ 4227150 h 6858000"/>
              <a:gd name="connsiteX485" fmla="*/ 2151029 w 7467600"/>
              <a:gd name="connsiteY485" fmla="*/ 4146947 h 6858000"/>
              <a:gd name="connsiteX486" fmla="*/ 3563434 w 7467600"/>
              <a:gd name="connsiteY486" fmla="*/ 4469115 h 6858000"/>
              <a:gd name="connsiteX487" fmla="*/ 3177952 w 7467600"/>
              <a:gd name="connsiteY487" fmla="*/ 3657386 h 6858000"/>
              <a:gd name="connsiteX488" fmla="*/ 3189263 w 7467600"/>
              <a:gd name="connsiteY488" fmla="*/ 3625726 h 6858000"/>
              <a:gd name="connsiteX489" fmla="*/ 3560912 w 7467600"/>
              <a:gd name="connsiteY489" fmla="*/ 4079863 h 6858000"/>
              <a:gd name="connsiteX490" fmla="*/ 3626636 w 7467600"/>
              <a:gd name="connsiteY490" fmla="*/ 4512230 h 6858000"/>
              <a:gd name="connsiteX491" fmla="*/ 3653088 w 7467600"/>
              <a:gd name="connsiteY491" fmla="*/ 4521417 h 6858000"/>
              <a:gd name="connsiteX492" fmla="*/ 3988128 w 7467600"/>
              <a:gd name="connsiteY492" fmla="*/ 4817267 h 6858000"/>
              <a:gd name="connsiteX493" fmla="*/ 4830582 w 7467600"/>
              <a:gd name="connsiteY493" fmla="*/ 4676000 h 6858000"/>
              <a:gd name="connsiteX494" fmla="*/ 4830100 w 7467600"/>
              <a:gd name="connsiteY494" fmla="*/ 4675554 h 6858000"/>
              <a:gd name="connsiteX495" fmla="*/ 4036318 w 7467600"/>
              <a:gd name="connsiteY495" fmla="*/ 4147013 h 6858000"/>
              <a:gd name="connsiteX496" fmla="*/ 3432098 w 7467600"/>
              <a:gd name="connsiteY496" fmla="*/ 3537312 h 6858000"/>
              <a:gd name="connsiteX497" fmla="*/ 3446761 w 7467600"/>
              <a:gd name="connsiteY497" fmla="*/ 3461278 h 6858000"/>
              <a:gd name="connsiteX498" fmla="*/ 4419733 w 7467600"/>
              <a:gd name="connsiteY498" fmla="*/ 3963555 h 6858000"/>
              <a:gd name="connsiteX499" fmla="*/ 4781371 w 7467600"/>
              <a:gd name="connsiteY499" fmla="*/ 4458604 h 6858000"/>
              <a:gd name="connsiteX500" fmla="*/ 4780440 w 7467600"/>
              <a:gd name="connsiteY500" fmla="*/ 4470290 h 6858000"/>
              <a:gd name="connsiteX501" fmla="*/ 4898954 w 7467600"/>
              <a:gd name="connsiteY501" fmla="*/ 4662092 h 6858000"/>
              <a:gd name="connsiteX502" fmla="*/ 4900699 w 7467600"/>
              <a:gd name="connsiteY502" fmla="*/ 4670867 h 6858000"/>
              <a:gd name="connsiteX503" fmla="*/ 5714511 w 7467600"/>
              <a:gd name="connsiteY503" fmla="*/ 4663483 h 6858000"/>
              <a:gd name="connsiteX504" fmla="*/ 5464793 w 7467600"/>
              <a:gd name="connsiteY504" fmla="*/ 4393556 h 6858000"/>
              <a:gd name="connsiteX505" fmla="*/ 5461897 w 7467600"/>
              <a:gd name="connsiteY505" fmla="*/ 4390879 h 6858000"/>
              <a:gd name="connsiteX506" fmla="*/ 4294126 w 7467600"/>
              <a:gd name="connsiteY506" fmla="*/ 3303048 h 6858000"/>
              <a:gd name="connsiteX507" fmla="*/ 4305321 w 7467600"/>
              <a:gd name="connsiteY507" fmla="*/ 3256953 h 6858000"/>
              <a:gd name="connsiteX508" fmla="*/ 4949299 w 7467600"/>
              <a:gd name="connsiteY508" fmla="*/ 3766336 h 6858000"/>
              <a:gd name="connsiteX509" fmla="*/ 5291452 w 7467600"/>
              <a:gd name="connsiteY509" fmla="*/ 4076801 h 6858000"/>
              <a:gd name="connsiteX510" fmla="*/ 5434998 w 7467600"/>
              <a:gd name="connsiteY510" fmla="*/ 4254100 h 6858000"/>
              <a:gd name="connsiteX511" fmla="*/ 5351015 w 7467600"/>
              <a:gd name="connsiteY511" fmla="*/ 3760989 h 6858000"/>
              <a:gd name="connsiteX512" fmla="*/ 5413780 w 7467600"/>
              <a:gd name="connsiteY512" fmla="*/ 2966265 h 6858000"/>
              <a:gd name="connsiteX513" fmla="*/ 5425627 w 7467600"/>
              <a:gd name="connsiteY513" fmla="*/ 2954192 h 6858000"/>
              <a:gd name="connsiteX514" fmla="*/ 6604735 w 7467600"/>
              <a:gd name="connsiteY514" fmla="*/ 2041381 h 6858000"/>
              <a:gd name="connsiteX515" fmla="*/ 7204487 w 7467600"/>
              <a:gd name="connsiteY515" fmla="*/ 2742112 h 6858000"/>
              <a:gd name="connsiteX516" fmla="*/ 7131592 w 7467600"/>
              <a:gd name="connsiteY516" fmla="*/ 2672096 h 6858000"/>
              <a:gd name="connsiteX517" fmla="*/ 6996344 w 7467600"/>
              <a:gd name="connsiteY517" fmla="*/ 2518310 h 6858000"/>
              <a:gd name="connsiteX518" fmla="*/ 6735495 w 7467600"/>
              <a:gd name="connsiteY518" fmla="*/ 2196890 h 6858000"/>
              <a:gd name="connsiteX519" fmla="*/ 6721901 w 7467600"/>
              <a:gd name="connsiteY519" fmla="*/ 2179274 h 6858000"/>
              <a:gd name="connsiteX520" fmla="*/ 6604735 w 7467600"/>
              <a:gd name="connsiteY520" fmla="*/ 2041381 h 6858000"/>
              <a:gd name="connsiteX521" fmla="*/ 6591670 w 7467600"/>
              <a:gd name="connsiteY521" fmla="*/ 1988277 h 6858000"/>
              <a:gd name="connsiteX522" fmla="*/ 6747349 w 7467600"/>
              <a:gd name="connsiteY522" fmla="*/ 2160069 h 6858000"/>
              <a:gd name="connsiteX523" fmla="*/ 6760943 w 7467600"/>
              <a:gd name="connsiteY523" fmla="*/ 2177686 h 6858000"/>
              <a:gd name="connsiteX524" fmla="*/ 7021065 w 7467600"/>
              <a:gd name="connsiteY524" fmla="*/ 2498102 h 6858000"/>
              <a:gd name="connsiteX525" fmla="*/ 7155223 w 7467600"/>
              <a:gd name="connsiteY525" fmla="*/ 2650386 h 6858000"/>
              <a:gd name="connsiteX526" fmla="*/ 7203167 w 7467600"/>
              <a:gd name="connsiteY526" fmla="*/ 2697288 h 6858000"/>
              <a:gd name="connsiteX527" fmla="*/ 6937703 w 7467600"/>
              <a:gd name="connsiteY527" fmla="*/ 2321981 h 6858000"/>
              <a:gd name="connsiteX528" fmla="*/ 6591670 w 7467600"/>
              <a:gd name="connsiteY528" fmla="*/ 1988277 h 6858000"/>
              <a:gd name="connsiteX529" fmla="*/ 5798671 w 7467600"/>
              <a:gd name="connsiteY529" fmla="*/ 1981601 h 6858000"/>
              <a:gd name="connsiteX530" fmla="*/ 5754709 w 7467600"/>
              <a:gd name="connsiteY530" fmla="*/ 2071454 h 6858000"/>
              <a:gd name="connsiteX531" fmla="*/ 5763044 w 7467600"/>
              <a:gd name="connsiteY531" fmla="*/ 2842206 h 6858000"/>
              <a:gd name="connsiteX532" fmla="*/ 5764974 w 7467600"/>
              <a:gd name="connsiteY532" fmla="*/ 2799609 h 6858000"/>
              <a:gd name="connsiteX533" fmla="*/ 5767665 w 7467600"/>
              <a:gd name="connsiteY533" fmla="*/ 2666409 h 6858000"/>
              <a:gd name="connsiteX534" fmla="*/ 5763055 w 7467600"/>
              <a:gd name="connsiteY534" fmla="*/ 2579705 h 6858000"/>
              <a:gd name="connsiteX535" fmla="*/ 5758079 w 7467600"/>
              <a:gd name="connsiteY535" fmla="*/ 2492508 h 6858000"/>
              <a:gd name="connsiteX536" fmla="*/ 5779325 w 7467600"/>
              <a:gd name="connsiteY536" fmla="*/ 2197069 h 6858000"/>
              <a:gd name="connsiteX537" fmla="*/ 5798671 w 7467600"/>
              <a:gd name="connsiteY537" fmla="*/ 1981601 h 6858000"/>
              <a:gd name="connsiteX538" fmla="*/ 5829202 w 7467600"/>
              <a:gd name="connsiteY538" fmla="*/ 1971679 h 6858000"/>
              <a:gd name="connsiteX539" fmla="*/ 5809558 w 7467600"/>
              <a:gd name="connsiteY539" fmla="*/ 2198043 h 6858000"/>
              <a:gd name="connsiteX540" fmla="*/ 5788653 w 7467600"/>
              <a:gd name="connsiteY540" fmla="*/ 2489430 h 6858000"/>
              <a:gd name="connsiteX541" fmla="*/ 5793439 w 7467600"/>
              <a:gd name="connsiteY541" fmla="*/ 2575235 h 6858000"/>
              <a:gd name="connsiteX542" fmla="*/ 5796837 w 7467600"/>
              <a:gd name="connsiteY542" fmla="*/ 2637633 h 6858000"/>
              <a:gd name="connsiteX543" fmla="*/ 5818614 w 7467600"/>
              <a:gd name="connsiteY543" fmla="*/ 2473055 h 6858000"/>
              <a:gd name="connsiteX544" fmla="*/ 5829202 w 7467600"/>
              <a:gd name="connsiteY544" fmla="*/ 1971679 h 6858000"/>
              <a:gd name="connsiteX545" fmla="*/ 5911389 w 7467600"/>
              <a:gd name="connsiteY545" fmla="*/ 1898371 h 6858000"/>
              <a:gd name="connsiteX546" fmla="*/ 6237627 w 7467600"/>
              <a:gd name="connsiteY546" fmla="*/ 2231921 h 6858000"/>
              <a:gd name="connsiteX547" fmla="*/ 5911389 w 7467600"/>
              <a:gd name="connsiteY547" fmla="*/ 1898371 h 6858000"/>
              <a:gd name="connsiteX548" fmla="*/ 6944437 w 7467600"/>
              <a:gd name="connsiteY548" fmla="*/ 1575402 h 6858000"/>
              <a:gd name="connsiteX549" fmla="*/ 6304730 w 7467600"/>
              <a:gd name="connsiteY549" fmla="*/ 1766654 h 6858000"/>
              <a:gd name="connsiteX550" fmla="*/ 6944437 w 7467600"/>
              <a:gd name="connsiteY550" fmla="*/ 1575402 h 6858000"/>
              <a:gd name="connsiteX551" fmla="*/ 7019523 w 7467600"/>
              <a:gd name="connsiteY551" fmla="*/ 1519450 h 6858000"/>
              <a:gd name="connsiteX552" fmla="*/ 6298091 w 7467600"/>
              <a:gd name="connsiteY552" fmla="*/ 1737122 h 6858000"/>
              <a:gd name="connsiteX553" fmla="*/ 7019523 w 7467600"/>
              <a:gd name="connsiteY553" fmla="*/ 1519450 h 6858000"/>
              <a:gd name="connsiteX554" fmla="*/ 2399523 w 7467600"/>
              <a:gd name="connsiteY554" fmla="*/ 1428234 h 6858000"/>
              <a:gd name="connsiteX555" fmla="*/ 2224982 w 7467600"/>
              <a:gd name="connsiteY555" fmla="*/ 1826201 h 6858000"/>
              <a:gd name="connsiteX556" fmla="*/ 2096099 w 7467600"/>
              <a:gd name="connsiteY556" fmla="*/ 2345900 h 6858000"/>
              <a:gd name="connsiteX557" fmla="*/ 2283317 w 7467600"/>
              <a:gd name="connsiteY557" fmla="*/ 1796925 h 6858000"/>
              <a:gd name="connsiteX558" fmla="*/ 2399523 w 7467600"/>
              <a:gd name="connsiteY558" fmla="*/ 1428234 h 6858000"/>
              <a:gd name="connsiteX559" fmla="*/ 2448558 w 7467600"/>
              <a:gd name="connsiteY559" fmla="*/ 1373435 h 6858000"/>
              <a:gd name="connsiteX560" fmla="*/ 2312521 w 7467600"/>
              <a:gd name="connsiteY560" fmla="*/ 1806140 h 6858000"/>
              <a:gd name="connsiteX561" fmla="*/ 2127533 w 7467600"/>
              <a:gd name="connsiteY561" fmla="*/ 2348380 h 6858000"/>
              <a:gd name="connsiteX562" fmla="*/ 2358080 w 7467600"/>
              <a:gd name="connsiteY562" fmla="*/ 1866134 h 6858000"/>
              <a:gd name="connsiteX563" fmla="*/ 2407436 w 7467600"/>
              <a:gd name="connsiteY563" fmla="*/ 1651070 h 6858000"/>
              <a:gd name="connsiteX564" fmla="*/ 2448558 w 7467600"/>
              <a:gd name="connsiteY564" fmla="*/ 1373435 h 6858000"/>
              <a:gd name="connsiteX565" fmla="*/ 278707 w 7467600"/>
              <a:gd name="connsiteY565" fmla="*/ 1352270 h 6858000"/>
              <a:gd name="connsiteX566" fmla="*/ 321570 w 7467600"/>
              <a:gd name="connsiteY566" fmla="*/ 1861610 h 6858000"/>
              <a:gd name="connsiteX567" fmla="*/ 294281 w 7467600"/>
              <a:gd name="connsiteY567" fmla="*/ 1440658 h 6858000"/>
              <a:gd name="connsiteX568" fmla="*/ 278707 w 7467600"/>
              <a:gd name="connsiteY568" fmla="*/ 1352270 h 6858000"/>
              <a:gd name="connsiteX569" fmla="*/ 1423821 w 7467600"/>
              <a:gd name="connsiteY569" fmla="*/ 1351958 h 6858000"/>
              <a:gd name="connsiteX570" fmla="*/ 1638521 w 7467600"/>
              <a:gd name="connsiteY570" fmla="*/ 1908470 h 6858000"/>
              <a:gd name="connsiteX571" fmla="*/ 1754199 w 7467600"/>
              <a:gd name="connsiteY571" fmla="*/ 2149284 h 6858000"/>
              <a:gd name="connsiteX572" fmla="*/ 1908359 w 7467600"/>
              <a:gd name="connsiteY572" fmla="*/ 2364988 h 6858000"/>
              <a:gd name="connsiteX573" fmla="*/ 1647661 w 7467600"/>
              <a:gd name="connsiteY573" fmla="*/ 1825945 h 6858000"/>
              <a:gd name="connsiteX574" fmla="*/ 1423821 w 7467600"/>
              <a:gd name="connsiteY574" fmla="*/ 1351958 h 6858000"/>
              <a:gd name="connsiteX575" fmla="*/ 1431890 w 7467600"/>
              <a:gd name="connsiteY575" fmla="*/ 1306475 h 6858000"/>
              <a:gd name="connsiteX576" fmla="*/ 1507597 w 7467600"/>
              <a:gd name="connsiteY576" fmla="*/ 1446132 h 6858000"/>
              <a:gd name="connsiteX577" fmla="*/ 1674586 w 7467600"/>
              <a:gd name="connsiteY577" fmla="*/ 1813832 h 6858000"/>
              <a:gd name="connsiteX578" fmla="*/ 1815950 w 7467600"/>
              <a:gd name="connsiteY578" fmla="*/ 2128564 h 6858000"/>
              <a:gd name="connsiteX579" fmla="*/ 1984242 w 7467600"/>
              <a:gd name="connsiteY579" fmla="*/ 2430829 h 6858000"/>
              <a:gd name="connsiteX580" fmla="*/ 2014023 w 7467600"/>
              <a:gd name="connsiteY580" fmla="*/ 2450995 h 6858000"/>
              <a:gd name="connsiteX581" fmla="*/ 1747337 w 7467600"/>
              <a:gd name="connsiteY581" fmla="*/ 1855264 h 6858000"/>
              <a:gd name="connsiteX582" fmla="*/ 1533749 w 7467600"/>
              <a:gd name="connsiteY582" fmla="*/ 1478656 h 6858000"/>
              <a:gd name="connsiteX583" fmla="*/ 1431890 w 7467600"/>
              <a:gd name="connsiteY583" fmla="*/ 1306475 h 6858000"/>
              <a:gd name="connsiteX584" fmla="*/ 5052692 w 7467600"/>
              <a:gd name="connsiteY584" fmla="*/ 1292994 h 6858000"/>
              <a:gd name="connsiteX585" fmla="*/ 5200661 w 7467600"/>
              <a:gd name="connsiteY585" fmla="*/ 1635186 h 6858000"/>
              <a:gd name="connsiteX586" fmla="*/ 5297138 w 7467600"/>
              <a:gd name="connsiteY586" fmla="*/ 1906351 h 6858000"/>
              <a:gd name="connsiteX587" fmla="*/ 5052692 w 7467600"/>
              <a:gd name="connsiteY587" fmla="*/ 1292994 h 6858000"/>
              <a:gd name="connsiteX588" fmla="*/ 5009948 w 7467600"/>
              <a:gd name="connsiteY588" fmla="*/ 1273619 h 6858000"/>
              <a:gd name="connsiteX589" fmla="*/ 5121777 w 7467600"/>
              <a:gd name="connsiteY589" fmla="*/ 1654213 h 6858000"/>
              <a:gd name="connsiteX590" fmla="*/ 5293545 w 7467600"/>
              <a:gd name="connsiteY590" fmla="*/ 2072247 h 6858000"/>
              <a:gd name="connsiteX591" fmla="*/ 5294042 w 7467600"/>
              <a:gd name="connsiteY591" fmla="*/ 2065019 h 6858000"/>
              <a:gd name="connsiteX592" fmla="*/ 5171936 w 7467600"/>
              <a:gd name="connsiteY592" fmla="*/ 1647613 h 6858000"/>
              <a:gd name="connsiteX593" fmla="*/ 5009948 w 7467600"/>
              <a:gd name="connsiteY593" fmla="*/ 1273619 h 6858000"/>
              <a:gd name="connsiteX594" fmla="*/ 655236 w 7467600"/>
              <a:gd name="connsiteY594" fmla="*/ 1268632 h 6858000"/>
              <a:gd name="connsiteX595" fmla="*/ 839521 w 7467600"/>
              <a:gd name="connsiteY595" fmla="*/ 1685315 h 6858000"/>
              <a:gd name="connsiteX596" fmla="*/ 1109416 w 7467600"/>
              <a:gd name="connsiteY596" fmla="*/ 2061663 h 6858000"/>
              <a:gd name="connsiteX597" fmla="*/ 1298300 w 7467600"/>
              <a:gd name="connsiteY597" fmla="*/ 2247742 h 6858000"/>
              <a:gd name="connsiteX598" fmla="*/ 1125871 w 7467600"/>
              <a:gd name="connsiteY598" fmla="*/ 1989513 h 6858000"/>
              <a:gd name="connsiteX599" fmla="*/ 981574 w 7467600"/>
              <a:gd name="connsiteY599" fmla="*/ 1783157 h 6858000"/>
              <a:gd name="connsiteX600" fmla="*/ 922198 w 7467600"/>
              <a:gd name="connsiteY600" fmla="*/ 1677437 h 6858000"/>
              <a:gd name="connsiteX601" fmla="*/ 869293 w 7467600"/>
              <a:gd name="connsiteY601" fmla="*/ 1583214 h 6858000"/>
              <a:gd name="connsiteX602" fmla="*/ 751431 w 7467600"/>
              <a:gd name="connsiteY602" fmla="*/ 1405731 h 6858000"/>
              <a:gd name="connsiteX603" fmla="*/ 655236 w 7467600"/>
              <a:gd name="connsiteY603" fmla="*/ 1268632 h 6858000"/>
              <a:gd name="connsiteX604" fmla="*/ 6516292 w 7467600"/>
              <a:gd name="connsiteY604" fmla="*/ 1263064 h 6858000"/>
              <a:gd name="connsiteX605" fmla="*/ 5736320 w 7467600"/>
              <a:gd name="connsiteY605" fmla="*/ 1501803 h 6858000"/>
              <a:gd name="connsiteX606" fmla="*/ 6516292 w 7467600"/>
              <a:gd name="connsiteY606" fmla="*/ 1263064 h 6858000"/>
              <a:gd name="connsiteX607" fmla="*/ 291466 w 7467600"/>
              <a:gd name="connsiteY607" fmla="*/ 1250369 h 6858000"/>
              <a:gd name="connsiteX608" fmla="*/ 323180 w 7467600"/>
              <a:gd name="connsiteY608" fmla="*/ 1435283 h 6858000"/>
              <a:gd name="connsiteX609" fmla="*/ 349381 w 7467600"/>
              <a:gd name="connsiteY609" fmla="*/ 1875041 h 6858000"/>
              <a:gd name="connsiteX610" fmla="*/ 374363 w 7467600"/>
              <a:gd name="connsiteY610" fmla="*/ 1506494 h 6858000"/>
              <a:gd name="connsiteX611" fmla="*/ 302168 w 7467600"/>
              <a:gd name="connsiteY611" fmla="*/ 1274495 h 6858000"/>
              <a:gd name="connsiteX612" fmla="*/ 291466 w 7467600"/>
              <a:gd name="connsiteY612" fmla="*/ 1250369 h 6858000"/>
              <a:gd name="connsiteX613" fmla="*/ 678222 w 7467600"/>
              <a:gd name="connsiteY613" fmla="*/ 1248670 h 6858000"/>
              <a:gd name="connsiteX614" fmla="*/ 775536 w 7467600"/>
              <a:gd name="connsiteY614" fmla="*/ 1388015 h 6858000"/>
              <a:gd name="connsiteX615" fmla="*/ 894529 w 7467600"/>
              <a:gd name="connsiteY615" fmla="*/ 1567739 h 6858000"/>
              <a:gd name="connsiteX616" fmla="*/ 948000 w 7467600"/>
              <a:gd name="connsiteY616" fmla="*/ 1663088 h 6858000"/>
              <a:gd name="connsiteX617" fmla="*/ 1006812 w 7467600"/>
              <a:gd name="connsiteY617" fmla="*/ 1767683 h 6858000"/>
              <a:gd name="connsiteX618" fmla="*/ 1149133 w 7467600"/>
              <a:gd name="connsiteY618" fmla="*/ 1971513 h 6858000"/>
              <a:gd name="connsiteX619" fmla="*/ 1333952 w 7467600"/>
              <a:gd name="connsiteY619" fmla="*/ 2251620 h 6858000"/>
              <a:gd name="connsiteX620" fmla="*/ 1337329 w 7467600"/>
              <a:gd name="connsiteY620" fmla="*/ 2258350 h 6858000"/>
              <a:gd name="connsiteX621" fmla="*/ 1014726 w 7467600"/>
              <a:gd name="connsiteY621" fmla="*/ 1615556 h 6858000"/>
              <a:gd name="connsiteX622" fmla="*/ 678222 w 7467600"/>
              <a:gd name="connsiteY622" fmla="*/ 1248670 h 6858000"/>
              <a:gd name="connsiteX623" fmla="*/ 6691602 w 7467600"/>
              <a:gd name="connsiteY623" fmla="*/ 1140573 h 6858000"/>
              <a:gd name="connsiteX624" fmla="*/ 6571100 w 7467600"/>
              <a:gd name="connsiteY624" fmla="*/ 1183662 h 6858000"/>
              <a:gd name="connsiteX625" fmla="*/ 6241687 w 7467600"/>
              <a:gd name="connsiteY625" fmla="*/ 1257600 h 6858000"/>
              <a:gd name="connsiteX626" fmla="*/ 5693009 w 7467600"/>
              <a:gd name="connsiteY626" fmla="*/ 1478256 h 6858000"/>
              <a:gd name="connsiteX627" fmla="*/ 6548420 w 7467600"/>
              <a:gd name="connsiteY627" fmla="*/ 1214599 h 6858000"/>
              <a:gd name="connsiteX628" fmla="*/ 6605473 w 7467600"/>
              <a:gd name="connsiteY628" fmla="*/ 1184686 h 6858000"/>
              <a:gd name="connsiteX629" fmla="*/ 6691602 w 7467600"/>
              <a:gd name="connsiteY629" fmla="*/ 1140573 h 6858000"/>
              <a:gd name="connsiteX630" fmla="*/ 4002475 w 7467600"/>
              <a:gd name="connsiteY630" fmla="*/ 1037802 h 6858000"/>
              <a:gd name="connsiteX631" fmla="*/ 4000324 w 7467600"/>
              <a:gd name="connsiteY631" fmla="*/ 1039362 h 6858000"/>
              <a:gd name="connsiteX632" fmla="*/ 4002862 w 7467600"/>
              <a:gd name="connsiteY632" fmla="*/ 1042866 h 6858000"/>
              <a:gd name="connsiteX633" fmla="*/ 4002475 w 7467600"/>
              <a:gd name="connsiteY633" fmla="*/ 1037802 h 6858000"/>
              <a:gd name="connsiteX634" fmla="*/ 506322 w 7467600"/>
              <a:gd name="connsiteY634" fmla="*/ 1020997 h 6858000"/>
              <a:gd name="connsiteX635" fmla="*/ 533068 w 7467600"/>
              <a:gd name="connsiteY635" fmla="*/ 1029409 h 6858000"/>
              <a:gd name="connsiteX636" fmla="*/ 1232525 w 7467600"/>
              <a:gd name="connsiteY636" fmla="*/ 1804675 h 6858000"/>
              <a:gd name="connsiteX637" fmla="*/ 1388858 w 7467600"/>
              <a:gd name="connsiteY637" fmla="*/ 2368011 h 6858000"/>
              <a:gd name="connsiteX638" fmla="*/ 1384098 w 7467600"/>
              <a:gd name="connsiteY638" fmla="*/ 2378125 h 6858000"/>
              <a:gd name="connsiteX639" fmla="*/ 1425393 w 7467600"/>
              <a:gd name="connsiteY639" fmla="*/ 2589124 h 6858000"/>
              <a:gd name="connsiteX640" fmla="*/ 1424001 w 7467600"/>
              <a:gd name="connsiteY640" fmla="*/ 2597541 h 6858000"/>
              <a:gd name="connsiteX641" fmla="*/ 2152729 w 7467600"/>
              <a:gd name="connsiteY641" fmla="*/ 2864487 h 6858000"/>
              <a:gd name="connsiteX642" fmla="*/ 2020609 w 7467600"/>
              <a:gd name="connsiteY642" fmla="*/ 2539671 h 6858000"/>
              <a:gd name="connsiteX643" fmla="*/ 2018920 w 7467600"/>
              <a:gd name="connsiteY643" fmla="*/ 2536309 h 6858000"/>
              <a:gd name="connsiteX644" fmla="*/ 1342441 w 7467600"/>
              <a:gd name="connsiteY644" fmla="*/ 1173017 h 6858000"/>
              <a:gd name="connsiteX645" fmla="*/ 1367925 w 7467600"/>
              <a:gd name="connsiteY645" fmla="*/ 1135648 h 6858000"/>
              <a:gd name="connsiteX646" fmla="*/ 1771401 w 7467600"/>
              <a:gd name="connsiteY646" fmla="*/ 1806673 h 6858000"/>
              <a:gd name="connsiteX647" fmla="*/ 1972385 w 7467600"/>
              <a:gd name="connsiteY647" fmla="*/ 2198735 h 6858000"/>
              <a:gd name="connsiteX648" fmla="*/ 2040892 w 7467600"/>
              <a:gd name="connsiteY648" fmla="*/ 2405205 h 6858000"/>
              <a:gd name="connsiteX649" fmla="*/ 2131689 w 7467600"/>
              <a:gd name="connsiteY649" fmla="*/ 1936926 h 6858000"/>
              <a:gd name="connsiteX650" fmla="*/ 2454820 w 7467600"/>
              <a:gd name="connsiteY650" fmla="*/ 1248808 h 6858000"/>
              <a:gd name="connsiteX651" fmla="*/ 2492512 w 7467600"/>
              <a:gd name="connsiteY651" fmla="*/ 1302920 h 6858000"/>
              <a:gd name="connsiteX652" fmla="*/ 2081216 w 7467600"/>
              <a:gd name="connsiteY652" fmla="*/ 2527513 h 6858000"/>
              <a:gd name="connsiteX653" fmla="*/ 2081211 w 7467600"/>
              <a:gd name="connsiteY653" fmla="*/ 2528916 h 6858000"/>
              <a:gd name="connsiteX654" fmla="*/ 2199067 w 7467600"/>
              <a:gd name="connsiteY654" fmla="*/ 2884061 h 6858000"/>
              <a:gd name="connsiteX655" fmla="*/ 3192586 w 7467600"/>
              <a:gd name="connsiteY655" fmla="*/ 3411496 h 6858000"/>
              <a:gd name="connsiteX656" fmla="*/ 3182620 w 7467600"/>
              <a:gd name="connsiteY656" fmla="*/ 3483279 h 6858000"/>
              <a:gd name="connsiteX657" fmla="*/ 2435119 w 7467600"/>
              <a:gd name="connsiteY657" fmla="*/ 3080173 h 6858000"/>
              <a:gd name="connsiteX658" fmla="*/ 2410152 w 7467600"/>
              <a:gd name="connsiteY658" fmla="*/ 3063751 h 6858000"/>
              <a:gd name="connsiteX659" fmla="*/ 2408099 w 7467600"/>
              <a:gd name="connsiteY659" fmla="*/ 3064403 h 6858000"/>
              <a:gd name="connsiteX660" fmla="*/ 2407218 w 7467600"/>
              <a:gd name="connsiteY660" fmla="*/ 3070324 h 6858000"/>
              <a:gd name="connsiteX661" fmla="*/ 2380138 w 7467600"/>
              <a:gd name="connsiteY661" fmla="*/ 3099341 h 6858000"/>
              <a:gd name="connsiteX662" fmla="*/ 1765923 w 7467600"/>
              <a:gd name="connsiteY662" fmla="*/ 3581043 h 6858000"/>
              <a:gd name="connsiteX663" fmla="*/ 1702258 w 7467600"/>
              <a:gd name="connsiteY663" fmla="*/ 3612286 h 6858000"/>
              <a:gd name="connsiteX664" fmla="*/ 1538370 w 7467600"/>
              <a:gd name="connsiteY664" fmla="*/ 3811804 h 6858000"/>
              <a:gd name="connsiteX665" fmla="*/ 542867 w 7467600"/>
              <a:gd name="connsiteY665" fmla="*/ 4944092 h 6858000"/>
              <a:gd name="connsiteX666" fmla="*/ 515800 w 7467600"/>
              <a:gd name="connsiteY666" fmla="*/ 4862180 h 6858000"/>
              <a:gd name="connsiteX667" fmla="*/ 909145 w 7467600"/>
              <a:gd name="connsiteY667" fmla="*/ 4199225 h 6858000"/>
              <a:gd name="connsiteX668" fmla="*/ 1214067 w 7467600"/>
              <a:gd name="connsiteY668" fmla="*/ 3908561 h 6858000"/>
              <a:gd name="connsiteX669" fmla="*/ 640967 w 7467600"/>
              <a:gd name="connsiteY669" fmla="*/ 4105601 h 6858000"/>
              <a:gd name="connsiteX670" fmla="*/ 112563 w 7467600"/>
              <a:gd name="connsiteY670" fmla="*/ 4396952 h 6858000"/>
              <a:gd name="connsiteX671" fmla="*/ 0 w 7467600"/>
              <a:gd name="connsiteY671" fmla="*/ 4466006 h 6858000"/>
              <a:gd name="connsiteX672" fmla="*/ 0 w 7467600"/>
              <a:gd name="connsiteY672" fmla="*/ 4233763 h 6858000"/>
              <a:gd name="connsiteX673" fmla="*/ 36881 w 7467600"/>
              <a:gd name="connsiteY673" fmla="*/ 4200118 h 6858000"/>
              <a:gd name="connsiteX674" fmla="*/ 910534 w 7467600"/>
              <a:gd name="connsiteY674" fmla="*/ 3629753 h 6858000"/>
              <a:gd name="connsiteX675" fmla="*/ 1578717 w 7467600"/>
              <a:gd name="connsiteY675" fmla="*/ 3575982 h 6858000"/>
              <a:gd name="connsiteX676" fmla="*/ 2338780 w 7467600"/>
              <a:gd name="connsiteY676" fmla="*/ 3033725 h 6858000"/>
              <a:gd name="connsiteX677" fmla="*/ 1807991 w 7467600"/>
              <a:gd name="connsiteY677" fmla="*/ 2807184 h 6858000"/>
              <a:gd name="connsiteX678" fmla="*/ 1416358 w 7467600"/>
              <a:gd name="connsiteY678" fmla="*/ 3112571 h 6858000"/>
              <a:gd name="connsiteX679" fmla="*/ 939066 w 7467600"/>
              <a:gd name="connsiteY679" fmla="*/ 3378798 h 6858000"/>
              <a:gd name="connsiteX680" fmla="*/ 115099 w 7467600"/>
              <a:gd name="connsiteY680" fmla="*/ 3607650 h 6858000"/>
              <a:gd name="connsiteX681" fmla="*/ 97284 w 7467600"/>
              <a:gd name="connsiteY681" fmla="*/ 3520393 h 6858000"/>
              <a:gd name="connsiteX682" fmla="*/ 922050 w 7467600"/>
              <a:gd name="connsiteY682" fmla="*/ 3074867 h 6858000"/>
              <a:gd name="connsiteX683" fmla="*/ 1405265 w 7467600"/>
              <a:gd name="connsiteY683" fmla="*/ 3016319 h 6858000"/>
              <a:gd name="connsiteX684" fmla="*/ 1407512 w 7467600"/>
              <a:gd name="connsiteY684" fmla="*/ 3018001 h 6858000"/>
              <a:gd name="connsiteX685" fmla="*/ 1726266 w 7467600"/>
              <a:gd name="connsiteY685" fmla="*/ 2777274 h 6858000"/>
              <a:gd name="connsiteX686" fmla="*/ 625390 w 7467600"/>
              <a:gd name="connsiteY686" fmla="*/ 2514541 h 6858000"/>
              <a:gd name="connsiteX687" fmla="*/ 619799 w 7467600"/>
              <a:gd name="connsiteY687" fmla="*/ 2527180 h 6858000"/>
              <a:gd name="connsiteX688" fmla="*/ 310030 w 7467600"/>
              <a:gd name="connsiteY688" fmla="*/ 2771818 h 6858000"/>
              <a:gd name="connsiteX689" fmla="*/ 173877 w 7467600"/>
              <a:gd name="connsiteY689" fmla="*/ 2937056 h 6858000"/>
              <a:gd name="connsiteX690" fmla="*/ 77889 w 7467600"/>
              <a:gd name="connsiteY690" fmla="*/ 3138440 h 6858000"/>
              <a:gd name="connsiteX691" fmla="*/ 0 w 7467600"/>
              <a:gd name="connsiteY691" fmla="*/ 3271395 h 6858000"/>
              <a:gd name="connsiteX692" fmla="*/ 0 w 7467600"/>
              <a:gd name="connsiteY692" fmla="*/ 3153002 h 6858000"/>
              <a:gd name="connsiteX693" fmla="*/ 2386 w 7467600"/>
              <a:gd name="connsiteY693" fmla="*/ 3149203 h 6858000"/>
              <a:gd name="connsiteX694" fmla="*/ 89753 w 7467600"/>
              <a:gd name="connsiteY694" fmla="*/ 2987702 h 6858000"/>
              <a:gd name="connsiteX695" fmla="*/ 76869 w 7467600"/>
              <a:gd name="connsiteY695" fmla="*/ 3005404 h 6858000"/>
              <a:gd name="connsiteX696" fmla="*/ 32049 w 7467600"/>
              <a:gd name="connsiteY696" fmla="*/ 3065814 h 6858000"/>
              <a:gd name="connsiteX697" fmla="*/ 0 w 7467600"/>
              <a:gd name="connsiteY697" fmla="*/ 3108744 h 6858000"/>
              <a:gd name="connsiteX698" fmla="*/ 0 w 7467600"/>
              <a:gd name="connsiteY698" fmla="*/ 3058059 h 6858000"/>
              <a:gd name="connsiteX699" fmla="*/ 7610 w 7467600"/>
              <a:gd name="connsiteY699" fmla="*/ 3047889 h 6858000"/>
              <a:gd name="connsiteX700" fmla="*/ 52419 w 7467600"/>
              <a:gd name="connsiteY700" fmla="*/ 2987479 h 6858000"/>
              <a:gd name="connsiteX701" fmla="*/ 59142 w 7467600"/>
              <a:gd name="connsiteY701" fmla="*/ 2978488 h 6858000"/>
              <a:gd name="connsiteX702" fmla="*/ 0 w 7467600"/>
              <a:gd name="connsiteY702" fmla="*/ 3015334 h 6858000"/>
              <a:gd name="connsiteX703" fmla="*/ 0 w 7467600"/>
              <a:gd name="connsiteY703" fmla="*/ 2914286 h 6858000"/>
              <a:gd name="connsiteX704" fmla="*/ 36383 w 7467600"/>
              <a:gd name="connsiteY704" fmla="*/ 2901128 h 6858000"/>
              <a:gd name="connsiteX705" fmla="*/ 156329 w 7467600"/>
              <a:gd name="connsiteY705" fmla="*/ 2840533 h 6858000"/>
              <a:gd name="connsiteX706" fmla="*/ 358355 w 7467600"/>
              <a:gd name="connsiteY706" fmla="*/ 2620471 h 6858000"/>
              <a:gd name="connsiteX707" fmla="*/ 510577 w 7467600"/>
              <a:gd name="connsiteY707" fmla="*/ 2501244 h 6858000"/>
              <a:gd name="connsiteX708" fmla="*/ 211967 w 7467600"/>
              <a:gd name="connsiteY708" fmla="*/ 2479171 h 6858000"/>
              <a:gd name="connsiteX709" fmla="*/ 0 w 7467600"/>
              <a:gd name="connsiteY709" fmla="*/ 2476398 h 6858000"/>
              <a:gd name="connsiteX710" fmla="*/ 0 w 7467600"/>
              <a:gd name="connsiteY710" fmla="*/ 2389189 h 6858000"/>
              <a:gd name="connsiteX711" fmla="*/ 103062 w 7467600"/>
              <a:gd name="connsiteY711" fmla="*/ 2389518 h 6858000"/>
              <a:gd name="connsiteX712" fmla="*/ 510734 w 7467600"/>
              <a:gd name="connsiteY712" fmla="*/ 2416201 h 6858000"/>
              <a:gd name="connsiteX713" fmla="*/ 279257 w 7467600"/>
              <a:gd name="connsiteY713" fmla="*/ 2092102 h 6858000"/>
              <a:gd name="connsiteX714" fmla="*/ 65265 w 7467600"/>
              <a:gd name="connsiteY714" fmla="*/ 2006049 h 6858000"/>
              <a:gd name="connsiteX715" fmla="*/ 0 w 7467600"/>
              <a:gd name="connsiteY715" fmla="*/ 1982532 h 6858000"/>
              <a:gd name="connsiteX716" fmla="*/ 0 w 7467600"/>
              <a:gd name="connsiteY716" fmla="*/ 1912789 h 6858000"/>
              <a:gd name="connsiteX717" fmla="*/ 97460 w 7467600"/>
              <a:gd name="connsiteY717" fmla="*/ 1953725 h 6858000"/>
              <a:gd name="connsiteX718" fmla="*/ 221272 w 7467600"/>
              <a:gd name="connsiteY718" fmla="*/ 1980766 h 6858000"/>
              <a:gd name="connsiteX719" fmla="*/ 116765 w 7467600"/>
              <a:gd name="connsiteY719" fmla="*/ 1911033 h 6858000"/>
              <a:gd name="connsiteX720" fmla="*/ 16405 w 7467600"/>
              <a:gd name="connsiteY720" fmla="*/ 1803412 h 6858000"/>
              <a:gd name="connsiteX721" fmla="*/ 0 w 7467600"/>
              <a:gd name="connsiteY721" fmla="*/ 1784777 h 6858000"/>
              <a:gd name="connsiteX722" fmla="*/ 0 w 7467600"/>
              <a:gd name="connsiteY722" fmla="*/ 1740082 h 6858000"/>
              <a:gd name="connsiteX723" fmla="*/ 39394 w 7467600"/>
              <a:gd name="connsiteY723" fmla="*/ 1784856 h 6858000"/>
              <a:gd name="connsiteX724" fmla="*/ 135813 w 7467600"/>
              <a:gd name="connsiteY724" fmla="*/ 1888838 h 6858000"/>
              <a:gd name="connsiteX725" fmla="*/ 242575 w 7467600"/>
              <a:gd name="connsiteY725" fmla="*/ 1958841 h 6858000"/>
              <a:gd name="connsiteX726" fmla="*/ 82197 w 7467600"/>
              <a:gd name="connsiteY726" fmla="*/ 1754826 h 6858000"/>
              <a:gd name="connsiteX727" fmla="*/ 0 w 7467600"/>
              <a:gd name="connsiteY727" fmla="*/ 1679650 h 6858000"/>
              <a:gd name="connsiteX728" fmla="*/ 0 w 7467600"/>
              <a:gd name="connsiteY728" fmla="*/ 1602463 h 6858000"/>
              <a:gd name="connsiteX729" fmla="*/ 84689 w 7467600"/>
              <a:gd name="connsiteY729" fmla="*/ 1677442 h 6858000"/>
              <a:gd name="connsiteX730" fmla="*/ 298437 w 7467600"/>
              <a:gd name="connsiteY730" fmla="*/ 1968019 h 6858000"/>
              <a:gd name="connsiteX731" fmla="*/ 227269 w 7467600"/>
              <a:gd name="connsiteY731" fmla="*/ 1114064 h 6858000"/>
              <a:gd name="connsiteX732" fmla="*/ 248003 w 7467600"/>
              <a:gd name="connsiteY732" fmla="*/ 1089613 h 6858000"/>
              <a:gd name="connsiteX733" fmla="*/ 427020 w 7467600"/>
              <a:gd name="connsiteY733" fmla="*/ 1619803 h 6858000"/>
              <a:gd name="connsiteX734" fmla="*/ 340345 w 7467600"/>
              <a:gd name="connsiteY734" fmla="*/ 2027739 h 6858000"/>
              <a:gd name="connsiteX735" fmla="*/ 360865 w 7467600"/>
              <a:gd name="connsiteY735" fmla="*/ 2044827 h 6858000"/>
              <a:gd name="connsiteX736" fmla="*/ 560414 w 7467600"/>
              <a:gd name="connsiteY736" fmla="*/ 2421457 h 6858000"/>
              <a:gd name="connsiteX737" fmla="*/ 1359703 w 7467600"/>
              <a:gd name="connsiteY737" fmla="*/ 2578554 h 6858000"/>
              <a:gd name="connsiteX738" fmla="*/ 1359422 w 7467600"/>
              <a:gd name="connsiteY738" fmla="*/ 2577994 h 6858000"/>
              <a:gd name="connsiteX739" fmla="*/ 828701 w 7467600"/>
              <a:gd name="connsiteY739" fmla="*/ 1839520 h 6858000"/>
              <a:gd name="connsiteX740" fmla="*/ 494427 w 7467600"/>
              <a:gd name="connsiteY740" fmla="*/ 1092333 h 6858000"/>
              <a:gd name="connsiteX741" fmla="*/ 506322 w 7467600"/>
              <a:gd name="connsiteY741" fmla="*/ 1020997 h 6858000"/>
              <a:gd name="connsiteX742" fmla="*/ 4570198 w 7467600"/>
              <a:gd name="connsiteY742" fmla="*/ 978081 h 6858000"/>
              <a:gd name="connsiteX743" fmla="*/ 4523691 w 7467600"/>
              <a:gd name="connsiteY743" fmla="*/ 1127776 h 6858000"/>
              <a:gd name="connsiteX744" fmla="*/ 4509875 w 7467600"/>
              <a:gd name="connsiteY744" fmla="*/ 1167552 h 6858000"/>
              <a:gd name="connsiteX745" fmla="*/ 4478168 w 7467600"/>
              <a:gd name="connsiteY745" fmla="*/ 1260735 h 6858000"/>
              <a:gd name="connsiteX746" fmla="*/ 4409309 w 7467600"/>
              <a:gd name="connsiteY746" fmla="*/ 1666996 h 6858000"/>
              <a:gd name="connsiteX747" fmla="*/ 4370031 w 7467600"/>
              <a:gd name="connsiteY747" fmla="*/ 1955666 h 6858000"/>
              <a:gd name="connsiteX748" fmla="*/ 4570198 w 7467600"/>
              <a:gd name="connsiteY748" fmla="*/ 978081 h 6858000"/>
              <a:gd name="connsiteX749" fmla="*/ 4557898 w 7467600"/>
              <a:gd name="connsiteY749" fmla="*/ 900011 h 6858000"/>
              <a:gd name="connsiteX750" fmla="*/ 4344840 w 7467600"/>
              <a:gd name="connsiteY750" fmla="*/ 1922038 h 6858000"/>
              <a:gd name="connsiteX751" fmla="*/ 4378710 w 7467600"/>
              <a:gd name="connsiteY751" fmla="*/ 1665516 h 6858000"/>
              <a:gd name="connsiteX752" fmla="*/ 4448798 w 7467600"/>
              <a:gd name="connsiteY752" fmla="*/ 1253024 h 6858000"/>
              <a:gd name="connsiteX753" fmla="*/ 4480315 w 7467600"/>
              <a:gd name="connsiteY753" fmla="*/ 1158454 h 6858000"/>
              <a:gd name="connsiteX754" fmla="*/ 4494133 w 7467600"/>
              <a:gd name="connsiteY754" fmla="*/ 1118676 h 6858000"/>
              <a:gd name="connsiteX755" fmla="*/ 4557898 w 7467600"/>
              <a:gd name="connsiteY755" fmla="*/ 900011 h 6858000"/>
              <a:gd name="connsiteX756" fmla="*/ 5870151 w 7467600"/>
              <a:gd name="connsiteY756" fmla="*/ 898890 h 6858000"/>
              <a:gd name="connsiteX757" fmla="*/ 5861335 w 7467600"/>
              <a:gd name="connsiteY757" fmla="*/ 899177 h 6858000"/>
              <a:gd name="connsiteX758" fmla="*/ 5843702 w 7467600"/>
              <a:gd name="connsiteY758" fmla="*/ 899748 h 6858000"/>
              <a:gd name="connsiteX759" fmla="*/ 5651107 w 7467600"/>
              <a:gd name="connsiteY759" fmla="*/ 920306 h 6858000"/>
              <a:gd name="connsiteX760" fmla="*/ 5459407 w 7467600"/>
              <a:gd name="connsiteY760" fmla="*/ 940975 h 6858000"/>
              <a:gd name="connsiteX761" fmla="*/ 5374846 w 7467600"/>
              <a:gd name="connsiteY761" fmla="*/ 941988 h 6858000"/>
              <a:gd name="connsiteX762" fmla="*/ 5256105 w 7467600"/>
              <a:gd name="connsiteY762" fmla="*/ 945632 h 6858000"/>
              <a:gd name="connsiteX763" fmla="*/ 5107071 w 7467600"/>
              <a:gd name="connsiteY763" fmla="*/ 969720 h 6858000"/>
              <a:gd name="connsiteX764" fmla="*/ 4998681 w 7467600"/>
              <a:gd name="connsiteY764" fmla="*/ 988771 h 6858000"/>
              <a:gd name="connsiteX765" fmla="*/ 5870151 w 7467600"/>
              <a:gd name="connsiteY765" fmla="*/ 898890 h 6858000"/>
              <a:gd name="connsiteX766" fmla="*/ 5504425 w 7467600"/>
              <a:gd name="connsiteY766" fmla="*/ 848067 h 6858000"/>
              <a:gd name="connsiteX767" fmla="*/ 4968849 w 7467600"/>
              <a:gd name="connsiteY767" fmla="*/ 962318 h 6858000"/>
              <a:gd name="connsiteX768" fmla="*/ 5104039 w 7467600"/>
              <a:gd name="connsiteY768" fmla="*/ 940634 h 6858000"/>
              <a:gd name="connsiteX769" fmla="*/ 5256311 w 7467600"/>
              <a:gd name="connsiteY769" fmla="*/ 916490 h 6858000"/>
              <a:gd name="connsiteX770" fmla="*/ 5377381 w 7467600"/>
              <a:gd name="connsiteY770" fmla="*/ 912671 h 6858000"/>
              <a:gd name="connsiteX771" fmla="*/ 5460148 w 7467600"/>
              <a:gd name="connsiteY771" fmla="*/ 911442 h 6858000"/>
              <a:gd name="connsiteX772" fmla="*/ 5648971 w 7467600"/>
              <a:gd name="connsiteY772" fmla="*/ 891331 h 6858000"/>
              <a:gd name="connsiteX773" fmla="*/ 5844807 w 7467600"/>
              <a:gd name="connsiteY773" fmla="*/ 870718 h 6858000"/>
              <a:gd name="connsiteX774" fmla="*/ 5862975 w 7467600"/>
              <a:gd name="connsiteY774" fmla="*/ 869756 h 6858000"/>
              <a:gd name="connsiteX775" fmla="*/ 5920887 w 7467600"/>
              <a:gd name="connsiteY775" fmla="*/ 865929 h 6858000"/>
              <a:gd name="connsiteX776" fmla="*/ 5504425 w 7467600"/>
              <a:gd name="connsiteY776" fmla="*/ 848067 h 6858000"/>
              <a:gd name="connsiteX777" fmla="*/ 3607114 w 7467600"/>
              <a:gd name="connsiteY777" fmla="*/ 467441 h 6858000"/>
              <a:gd name="connsiteX778" fmla="*/ 3296242 w 7467600"/>
              <a:gd name="connsiteY778" fmla="*/ 807991 h 6858000"/>
              <a:gd name="connsiteX779" fmla="*/ 3174674 w 7467600"/>
              <a:gd name="connsiteY779" fmla="*/ 919759 h 6858000"/>
              <a:gd name="connsiteX780" fmla="*/ 3042978 w 7467600"/>
              <a:gd name="connsiteY780" fmla="*/ 1054894 h 6858000"/>
              <a:gd name="connsiteX781" fmla="*/ 2968914 w 7467600"/>
              <a:gd name="connsiteY781" fmla="*/ 1133756 h 6858000"/>
              <a:gd name="connsiteX782" fmla="*/ 3103823 w 7467600"/>
              <a:gd name="connsiteY782" fmla="*/ 1026814 h 6858000"/>
              <a:gd name="connsiteX783" fmla="*/ 3607114 w 7467600"/>
              <a:gd name="connsiteY783" fmla="*/ 467441 h 6858000"/>
              <a:gd name="connsiteX784" fmla="*/ 3744487 w 7467600"/>
              <a:gd name="connsiteY784" fmla="*/ 383136 h 6858000"/>
              <a:gd name="connsiteX785" fmla="*/ 3970213 w 7467600"/>
              <a:gd name="connsiteY785" fmla="*/ 995559 h 6858000"/>
              <a:gd name="connsiteX786" fmla="*/ 3744487 w 7467600"/>
              <a:gd name="connsiteY786" fmla="*/ 383136 h 6858000"/>
              <a:gd name="connsiteX787" fmla="*/ 3624562 w 7467600"/>
              <a:gd name="connsiteY787" fmla="*/ 367041 h 6858000"/>
              <a:gd name="connsiteX788" fmla="*/ 3489712 w 7467600"/>
              <a:gd name="connsiteY788" fmla="*/ 485386 h 6858000"/>
              <a:gd name="connsiteX789" fmla="*/ 3182994 w 7467600"/>
              <a:gd name="connsiteY789" fmla="*/ 828265 h 6858000"/>
              <a:gd name="connsiteX790" fmla="*/ 2892114 w 7467600"/>
              <a:gd name="connsiteY790" fmla="*/ 1172635 h 6858000"/>
              <a:gd name="connsiteX791" fmla="*/ 3021459 w 7467600"/>
              <a:gd name="connsiteY791" fmla="*/ 1035385 h 6858000"/>
              <a:gd name="connsiteX792" fmla="*/ 3153873 w 7467600"/>
              <a:gd name="connsiteY792" fmla="*/ 898971 h 6858000"/>
              <a:gd name="connsiteX793" fmla="*/ 3276511 w 7467600"/>
              <a:gd name="connsiteY793" fmla="*/ 786423 h 6858000"/>
              <a:gd name="connsiteX794" fmla="*/ 3584154 w 7467600"/>
              <a:gd name="connsiteY794" fmla="*/ 448218 h 6858000"/>
              <a:gd name="connsiteX795" fmla="*/ 3624562 w 7467600"/>
              <a:gd name="connsiteY795" fmla="*/ 367041 h 6858000"/>
              <a:gd name="connsiteX796" fmla="*/ 3766672 w 7467600"/>
              <a:gd name="connsiteY796" fmla="*/ 359429 h 6858000"/>
              <a:gd name="connsiteX797" fmla="*/ 3996338 w 7467600"/>
              <a:gd name="connsiteY797" fmla="*/ 968237 h 6858000"/>
              <a:gd name="connsiteX798" fmla="*/ 3766672 w 7467600"/>
              <a:gd name="connsiteY798" fmla="*/ 359429 h 6858000"/>
              <a:gd name="connsiteX799" fmla="*/ 5805386 w 7467600"/>
              <a:gd name="connsiteY799" fmla="*/ 239240 h 6858000"/>
              <a:gd name="connsiteX800" fmla="*/ 5736947 w 7467600"/>
              <a:gd name="connsiteY800" fmla="*/ 261367 h 6858000"/>
              <a:gd name="connsiteX801" fmla="*/ 5427012 w 7467600"/>
              <a:gd name="connsiteY801" fmla="*/ 311272 h 6858000"/>
              <a:gd name="connsiteX802" fmla="*/ 5147818 w 7467600"/>
              <a:gd name="connsiteY802" fmla="*/ 322112 h 6858000"/>
              <a:gd name="connsiteX803" fmla="*/ 5060854 w 7467600"/>
              <a:gd name="connsiteY803" fmla="*/ 311882 h 6858000"/>
              <a:gd name="connsiteX804" fmla="*/ 4945989 w 7467600"/>
              <a:gd name="connsiteY804" fmla="*/ 300516 h 6858000"/>
              <a:gd name="connsiteX805" fmla="*/ 5410479 w 7467600"/>
              <a:gd name="connsiteY805" fmla="*/ 348434 h 6858000"/>
              <a:gd name="connsiteX806" fmla="*/ 5805386 w 7467600"/>
              <a:gd name="connsiteY806" fmla="*/ 239240 h 6858000"/>
              <a:gd name="connsiteX807" fmla="*/ 5905192 w 7467600"/>
              <a:gd name="connsiteY807" fmla="*/ 163079 h 6858000"/>
              <a:gd name="connsiteX808" fmla="*/ 5865655 w 7467600"/>
              <a:gd name="connsiteY808" fmla="*/ 171901 h 6858000"/>
              <a:gd name="connsiteX809" fmla="*/ 5259740 w 7467600"/>
              <a:gd name="connsiteY809" fmla="*/ 257013 h 6858000"/>
              <a:gd name="connsiteX810" fmla="*/ 5208466 w 7467600"/>
              <a:gd name="connsiteY810" fmla="*/ 257550 h 6858000"/>
              <a:gd name="connsiteX811" fmla="*/ 4980204 w 7467600"/>
              <a:gd name="connsiteY811" fmla="*/ 271903 h 6858000"/>
              <a:gd name="connsiteX812" fmla="*/ 5068068 w 7467600"/>
              <a:gd name="connsiteY812" fmla="*/ 282244 h 6858000"/>
              <a:gd name="connsiteX813" fmla="*/ 5153231 w 7467600"/>
              <a:gd name="connsiteY813" fmla="*/ 292240 h 6858000"/>
              <a:gd name="connsiteX814" fmla="*/ 5426491 w 7467600"/>
              <a:gd name="connsiteY814" fmla="*/ 281128 h 6858000"/>
              <a:gd name="connsiteX815" fmla="*/ 5731212 w 7467600"/>
              <a:gd name="connsiteY815" fmla="*/ 231951 h 6858000"/>
              <a:gd name="connsiteX816" fmla="*/ 5905192 w 7467600"/>
              <a:gd name="connsiteY816" fmla="*/ 163079 h 6858000"/>
              <a:gd name="connsiteX817" fmla="*/ 5944437 w 7467600"/>
              <a:gd name="connsiteY817" fmla="*/ 113829 h 6858000"/>
              <a:gd name="connsiteX818" fmla="*/ 5825032 w 7467600"/>
              <a:gd name="connsiteY818" fmla="*/ 146405 h 6858000"/>
              <a:gd name="connsiteX819" fmla="*/ 4955599 w 7467600"/>
              <a:gd name="connsiteY819" fmla="*/ 247008 h 6858000"/>
              <a:gd name="connsiteX820" fmla="*/ 5210104 w 7467600"/>
              <a:gd name="connsiteY820" fmla="*/ 228123 h 6858000"/>
              <a:gd name="connsiteX821" fmla="*/ 5261015 w 7467600"/>
              <a:gd name="connsiteY821" fmla="*/ 227087 h 6858000"/>
              <a:gd name="connsiteX822" fmla="*/ 5861181 w 7467600"/>
              <a:gd name="connsiteY822" fmla="*/ 143093 h 6858000"/>
              <a:gd name="connsiteX823" fmla="*/ 5961252 w 7467600"/>
              <a:gd name="connsiteY823" fmla="*/ 114820 h 6858000"/>
              <a:gd name="connsiteX824" fmla="*/ 5944437 w 7467600"/>
              <a:gd name="connsiteY824" fmla="*/ 113829 h 6858000"/>
              <a:gd name="connsiteX825" fmla="*/ 3882765 w 7467600"/>
              <a:gd name="connsiteY825" fmla="*/ 0 h 6858000"/>
              <a:gd name="connsiteX826" fmla="*/ 3995099 w 7467600"/>
              <a:gd name="connsiteY826" fmla="*/ 0 h 6858000"/>
              <a:gd name="connsiteX827" fmla="*/ 4163818 w 7467600"/>
              <a:gd name="connsiteY827" fmla="*/ 234104 h 6858000"/>
              <a:gd name="connsiteX828" fmla="*/ 4172099 w 7467600"/>
              <a:gd name="connsiteY828" fmla="*/ 234207 h 6858000"/>
              <a:gd name="connsiteX829" fmla="*/ 4784282 w 7467600"/>
              <a:gd name="connsiteY829" fmla="*/ 276561 h 6858000"/>
              <a:gd name="connsiteX830" fmla="*/ 4801687 w 7467600"/>
              <a:gd name="connsiteY830" fmla="*/ 267764 h 6858000"/>
              <a:gd name="connsiteX831" fmla="*/ 6082788 w 7467600"/>
              <a:gd name="connsiteY831" fmla="*/ 64119 h 6858000"/>
              <a:gd name="connsiteX832" fmla="*/ 6099442 w 7467600"/>
              <a:gd name="connsiteY832" fmla="*/ 82568 h 6858000"/>
              <a:gd name="connsiteX833" fmla="*/ 4804137 w 7467600"/>
              <a:gd name="connsiteY833" fmla="*/ 320931 h 6858000"/>
              <a:gd name="connsiteX834" fmla="*/ 4227047 w 7467600"/>
              <a:gd name="connsiteY834" fmla="*/ 313415 h 6858000"/>
              <a:gd name="connsiteX835" fmla="*/ 4346041 w 7467600"/>
              <a:gd name="connsiteY835" fmla="*/ 456086 h 6858000"/>
              <a:gd name="connsiteX836" fmla="*/ 4870967 w 7467600"/>
              <a:gd name="connsiteY836" fmla="*/ 963061 h 6858000"/>
              <a:gd name="connsiteX837" fmla="*/ 4889647 w 7467600"/>
              <a:gd name="connsiteY837" fmla="*/ 957147 h 6858000"/>
              <a:gd name="connsiteX838" fmla="*/ 5422504 w 7467600"/>
              <a:gd name="connsiteY838" fmla="*/ 805191 h 6858000"/>
              <a:gd name="connsiteX839" fmla="*/ 6087656 w 7467600"/>
              <a:gd name="connsiteY839" fmla="*/ 826703 h 6858000"/>
              <a:gd name="connsiteX840" fmla="*/ 6058717 w 7467600"/>
              <a:gd name="connsiteY840" fmla="*/ 865992 h 6858000"/>
              <a:gd name="connsiteX841" fmla="*/ 4974153 w 7467600"/>
              <a:gd name="connsiteY841" fmla="*/ 1045456 h 6858000"/>
              <a:gd name="connsiteX842" fmla="*/ 5627835 w 7467600"/>
              <a:gd name="connsiteY842" fmla="*/ 1472077 h 6858000"/>
              <a:gd name="connsiteX843" fmla="*/ 5629817 w 7467600"/>
              <a:gd name="connsiteY843" fmla="*/ 1471412 h 6858000"/>
              <a:gd name="connsiteX844" fmla="*/ 5634124 w 7467600"/>
              <a:gd name="connsiteY844" fmla="*/ 1470572 h 6858000"/>
              <a:gd name="connsiteX845" fmla="*/ 5755832 w 7467600"/>
              <a:gd name="connsiteY845" fmla="*/ 1383886 h 6858000"/>
              <a:gd name="connsiteX846" fmla="*/ 6014186 w 7467600"/>
              <a:gd name="connsiteY846" fmla="*/ 1279799 h 6858000"/>
              <a:gd name="connsiteX847" fmla="*/ 6901619 w 7467600"/>
              <a:gd name="connsiteY847" fmla="*/ 1047874 h 6858000"/>
              <a:gd name="connsiteX848" fmla="*/ 6931566 w 7467600"/>
              <a:gd name="connsiteY848" fmla="*/ 1062034 h 6858000"/>
              <a:gd name="connsiteX849" fmla="*/ 5790982 w 7467600"/>
              <a:gd name="connsiteY849" fmla="*/ 1561380 h 6858000"/>
              <a:gd name="connsiteX850" fmla="*/ 6188971 w 7467600"/>
              <a:gd name="connsiteY850" fmla="*/ 1755168 h 6858000"/>
              <a:gd name="connsiteX851" fmla="*/ 6202446 w 7467600"/>
              <a:gd name="connsiteY851" fmla="*/ 1752268 h 6858000"/>
              <a:gd name="connsiteX852" fmla="*/ 7179560 w 7467600"/>
              <a:gd name="connsiteY852" fmla="*/ 1467551 h 6858000"/>
              <a:gd name="connsiteX853" fmla="*/ 7158730 w 7467600"/>
              <a:gd name="connsiteY853" fmla="*/ 1507835 h 6858000"/>
              <a:gd name="connsiteX854" fmla="*/ 6326959 w 7467600"/>
              <a:gd name="connsiteY854" fmla="*/ 1817686 h 6858000"/>
              <a:gd name="connsiteX855" fmla="*/ 6537433 w 7467600"/>
              <a:gd name="connsiteY855" fmla="*/ 1907790 h 6858000"/>
              <a:gd name="connsiteX856" fmla="*/ 6550221 w 7467600"/>
              <a:gd name="connsiteY856" fmla="*/ 1910729 h 6858000"/>
              <a:gd name="connsiteX857" fmla="*/ 6964438 w 7467600"/>
              <a:gd name="connsiteY857" fmla="*/ 2209505 h 6858000"/>
              <a:gd name="connsiteX858" fmla="*/ 7367862 w 7467600"/>
              <a:gd name="connsiteY858" fmla="*/ 2806833 h 6858000"/>
              <a:gd name="connsiteX859" fmla="*/ 7364329 w 7467600"/>
              <a:gd name="connsiteY859" fmla="*/ 2826907 h 6858000"/>
              <a:gd name="connsiteX860" fmla="*/ 7290545 w 7467600"/>
              <a:gd name="connsiteY860" fmla="*/ 2850663 h 6858000"/>
              <a:gd name="connsiteX861" fmla="*/ 6472036 w 7467600"/>
              <a:gd name="connsiteY861" fmla="*/ 1959003 h 6858000"/>
              <a:gd name="connsiteX862" fmla="*/ 5792897 w 7467600"/>
              <a:gd name="connsiteY862" fmla="*/ 1647747 h 6858000"/>
              <a:gd name="connsiteX863" fmla="*/ 5842751 w 7467600"/>
              <a:gd name="connsiteY863" fmla="*/ 1816112 h 6858000"/>
              <a:gd name="connsiteX864" fmla="*/ 5847424 w 7467600"/>
              <a:gd name="connsiteY864" fmla="*/ 1815776 h 6858000"/>
              <a:gd name="connsiteX865" fmla="*/ 6399821 w 7467600"/>
              <a:gd name="connsiteY865" fmla="*/ 2344799 h 6858000"/>
              <a:gd name="connsiteX866" fmla="*/ 6323232 w 7467600"/>
              <a:gd name="connsiteY866" fmla="*/ 2389634 h 6858000"/>
              <a:gd name="connsiteX867" fmla="*/ 5942958 w 7467600"/>
              <a:gd name="connsiteY867" fmla="*/ 2077708 h 6858000"/>
              <a:gd name="connsiteX868" fmla="*/ 5921559 w 7467600"/>
              <a:gd name="connsiteY868" fmla="*/ 2378596 h 6858000"/>
              <a:gd name="connsiteX869" fmla="*/ 5817651 w 7467600"/>
              <a:gd name="connsiteY869" fmla="*/ 3023919 h 6858000"/>
              <a:gd name="connsiteX870" fmla="*/ 5729634 w 7467600"/>
              <a:gd name="connsiteY870" fmla="*/ 3051849 h 6858000"/>
              <a:gd name="connsiteX871" fmla="*/ 5611018 w 7467600"/>
              <a:gd name="connsiteY871" fmla="*/ 2316769 h 6858000"/>
              <a:gd name="connsiteX872" fmla="*/ 5687608 w 7467600"/>
              <a:gd name="connsiteY872" fmla="*/ 2039972 h 6858000"/>
              <a:gd name="connsiteX873" fmla="*/ 5657554 w 7467600"/>
              <a:gd name="connsiteY873" fmla="*/ 1576445 h 6858000"/>
              <a:gd name="connsiteX874" fmla="*/ 5150475 w 7467600"/>
              <a:gd name="connsiteY874" fmla="*/ 1274012 h 6858000"/>
              <a:gd name="connsiteX875" fmla="*/ 5349142 w 7467600"/>
              <a:gd name="connsiteY875" fmla="*/ 2204405 h 6858000"/>
              <a:gd name="connsiteX876" fmla="*/ 5262214 w 7467600"/>
              <a:gd name="connsiteY876" fmla="*/ 2233836 h 6858000"/>
              <a:gd name="connsiteX877" fmla="*/ 4981539 w 7467600"/>
              <a:gd name="connsiteY877" fmla="*/ 1542201 h 6858000"/>
              <a:gd name="connsiteX878" fmla="*/ 4958461 w 7467600"/>
              <a:gd name="connsiteY878" fmla="*/ 1136957 h 6858000"/>
              <a:gd name="connsiteX879" fmla="*/ 4655015 w 7467600"/>
              <a:gd name="connsiteY879" fmla="*/ 891426 h 6858000"/>
              <a:gd name="connsiteX880" fmla="*/ 4348002 w 7467600"/>
              <a:gd name="connsiteY880" fmla="*/ 2205895 h 6858000"/>
              <a:gd name="connsiteX881" fmla="*/ 4262250 w 7467600"/>
              <a:gd name="connsiteY881" fmla="*/ 2219972 h 6858000"/>
              <a:gd name="connsiteX882" fmla="*/ 4550611 w 7467600"/>
              <a:gd name="connsiteY882" fmla="*/ 817540 h 6858000"/>
              <a:gd name="connsiteX883" fmla="*/ 4564418 w 7467600"/>
              <a:gd name="connsiteY883" fmla="*/ 808293 h 6858000"/>
              <a:gd name="connsiteX884" fmla="*/ 4266388 w 7467600"/>
              <a:gd name="connsiteY884" fmla="*/ 500083 h 6858000"/>
              <a:gd name="connsiteX885" fmla="*/ 4032842 w 7467600"/>
              <a:gd name="connsiteY885" fmla="*/ 211809 h 6858000"/>
              <a:gd name="connsiteX886" fmla="*/ 3882765 w 7467600"/>
              <a:gd name="connsiteY886" fmla="*/ 0 h 6858000"/>
              <a:gd name="connsiteX887" fmla="*/ 3721337 w 7467600"/>
              <a:gd name="connsiteY887" fmla="*/ 0 h 6858000"/>
              <a:gd name="connsiteX888" fmla="*/ 3797544 w 7467600"/>
              <a:gd name="connsiteY888" fmla="*/ 0 h 6858000"/>
              <a:gd name="connsiteX889" fmla="*/ 3775734 w 7467600"/>
              <a:gd name="connsiteY889" fmla="*/ 95131 h 6858000"/>
              <a:gd name="connsiteX890" fmla="*/ 3724807 w 7467600"/>
              <a:gd name="connsiteY890" fmla="*/ 272257 h 6858000"/>
              <a:gd name="connsiteX891" fmla="*/ 3726844 w 7467600"/>
              <a:gd name="connsiteY891" fmla="*/ 282988 h 6858000"/>
              <a:gd name="connsiteX892" fmla="*/ 3742664 w 7467600"/>
              <a:gd name="connsiteY892" fmla="*/ 279918 h 6858000"/>
              <a:gd name="connsiteX893" fmla="*/ 4103910 w 7467600"/>
              <a:gd name="connsiteY893" fmla="*/ 1161917 h 6858000"/>
              <a:gd name="connsiteX894" fmla="*/ 4020269 w 7467600"/>
              <a:gd name="connsiteY894" fmla="*/ 1200406 h 6858000"/>
              <a:gd name="connsiteX895" fmla="*/ 3674882 w 7467600"/>
              <a:gd name="connsiteY895" fmla="*/ 488524 h 6858000"/>
              <a:gd name="connsiteX896" fmla="*/ 3132682 w 7467600"/>
              <a:gd name="connsiteY896" fmla="*/ 1072284 h 6858000"/>
              <a:gd name="connsiteX897" fmla="*/ 2716346 w 7467600"/>
              <a:gd name="connsiteY897" fmla="*/ 1276376 h 6858000"/>
              <a:gd name="connsiteX898" fmla="*/ 2716772 w 7467600"/>
              <a:gd name="connsiteY898" fmla="*/ 1255462 h 6858000"/>
              <a:gd name="connsiteX899" fmla="*/ 3471096 w 7467600"/>
              <a:gd name="connsiteY899" fmla="*/ 437072 h 6858000"/>
              <a:gd name="connsiteX900" fmla="*/ 3639057 w 7467600"/>
              <a:gd name="connsiteY900" fmla="*/ 286334 h 6858000"/>
              <a:gd name="connsiteX901" fmla="*/ 3640309 w 7467600"/>
              <a:gd name="connsiteY901" fmla="*/ 284664 h 6858000"/>
              <a:gd name="connsiteX902" fmla="*/ 3646022 w 7467600"/>
              <a:gd name="connsiteY902" fmla="*/ 276711 h 6858000"/>
              <a:gd name="connsiteX903" fmla="*/ 3707943 w 7467600"/>
              <a:gd name="connsiteY903" fmla="*/ 65958 h 6858000"/>
              <a:gd name="connsiteX904" fmla="*/ 3721337 w 7467600"/>
              <a:gd name="connsiteY904" fmla="*/ 0 h 6858000"/>
              <a:gd name="connsiteX905" fmla="*/ 2867960 w 7467600"/>
              <a:gd name="connsiteY905" fmla="*/ 0 h 6858000"/>
              <a:gd name="connsiteX906" fmla="*/ 2926351 w 7467600"/>
              <a:gd name="connsiteY906" fmla="*/ 0 h 6858000"/>
              <a:gd name="connsiteX907" fmla="*/ 2902823 w 7467600"/>
              <a:gd name="connsiteY907" fmla="*/ 262929 h 6858000"/>
              <a:gd name="connsiteX908" fmla="*/ 2940663 w 7467600"/>
              <a:gd name="connsiteY908" fmla="*/ 140884 h 6858000"/>
              <a:gd name="connsiteX909" fmla="*/ 2947039 w 7467600"/>
              <a:gd name="connsiteY909" fmla="*/ 122524 h 6858000"/>
              <a:gd name="connsiteX910" fmla="*/ 2984316 w 7467600"/>
              <a:gd name="connsiteY910" fmla="*/ 0 h 6858000"/>
              <a:gd name="connsiteX911" fmla="*/ 3016114 w 7467600"/>
              <a:gd name="connsiteY911" fmla="*/ 0 h 6858000"/>
              <a:gd name="connsiteX912" fmla="*/ 2979949 w 7467600"/>
              <a:gd name="connsiteY912" fmla="*/ 119274 h 6858000"/>
              <a:gd name="connsiteX913" fmla="*/ 3023879 w 7467600"/>
              <a:gd name="connsiteY913" fmla="*/ 0 h 6858000"/>
              <a:gd name="connsiteX914" fmla="*/ 3105400 w 7467600"/>
              <a:gd name="connsiteY914" fmla="*/ 0 h 6858000"/>
              <a:gd name="connsiteX915" fmla="*/ 3094669 w 7467600"/>
              <a:gd name="connsiteY915" fmla="*/ 30308 h 6858000"/>
              <a:gd name="connsiteX916" fmla="*/ 2901945 w 7467600"/>
              <a:gd name="connsiteY916" fmla="*/ 466538 h 6858000"/>
              <a:gd name="connsiteX917" fmla="*/ 2815209 w 7467600"/>
              <a:gd name="connsiteY917" fmla="*/ 497361 h 6858000"/>
              <a:gd name="connsiteX918" fmla="*/ 2844845 w 7467600"/>
              <a:gd name="connsiteY918" fmla="*/ 127638 h 6858000"/>
              <a:gd name="connsiteX919" fmla="*/ 2867960 w 7467600"/>
              <a:gd name="connsiteY919" fmla="*/ 0 h 6858000"/>
              <a:gd name="connsiteX920" fmla="*/ 1057230 w 7467600"/>
              <a:gd name="connsiteY920" fmla="*/ 0 h 6858000"/>
              <a:gd name="connsiteX921" fmla="*/ 1111003 w 7467600"/>
              <a:gd name="connsiteY921" fmla="*/ 0 h 6858000"/>
              <a:gd name="connsiteX922" fmla="*/ 1125553 w 7467600"/>
              <a:gd name="connsiteY922" fmla="*/ 52588 h 6858000"/>
              <a:gd name="connsiteX923" fmla="*/ 1304276 w 7467600"/>
              <a:gd name="connsiteY923" fmla="*/ 476275 h 6858000"/>
              <a:gd name="connsiteX924" fmla="*/ 1492066 w 7467600"/>
              <a:gd name="connsiteY924" fmla="*/ 886333 h 6858000"/>
              <a:gd name="connsiteX925" fmla="*/ 1423698 w 7467600"/>
              <a:gd name="connsiteY925" fmla="*/ 710817 h 6858000"/>
              <a:gd name="connsiteX926" fmla="*/ 1357609 w 7467600"/>
              <a:gd name="connsiteY926" fmla="*/ 532892 h 6858000"/>
              <a:gd name="connsiteX927" fmla="*/ 1309550 w 7467600"/>
              <a:gd name="connsiteY927" fmla="*/ 374031 h 6858000"/>
              <a:gd name="connsiteX928" fmla="*/ 1193673 w 7467600"/>
              <a:gd name="connsiteY928" fmla="*/ 49533 h 6858000"/>
              <a:gd name="connsiteX929" fmla="*/ 1164391 w 7467600"/>
              <a:gd name="connsiteY929" fmla="*/ 0 h 6858000"/>
              <a:gd name="connsiteX930" fmla="*/ 1200666 w 7467600"/>
              <a:gd name="connsiteY930" fmla="*/ 0 h 6858000"/>
              <a:gd name="connsiteX931" fmla="*/ 1223408 w 7467600"/>
              <a:gd name="connsiteY931" fmla="*/ 38996 h 6858000"/>
              <a:gd name="connsiteX932" fmla="*/ 1339635 w 7467600"/>
              <a:gd name="connsiteY932" fmla="*/ 365517 h 6858000"/>
              <a:gd name="connsiteX933" fmla="*/ 1387469 w 7467600"/>
              <a:gd name="connsiteY933" fmla="*/ 523079 h 6858000"/>
              <a:gd name="connsiteX934" fmla="*/ 1452685 w 7467600"/>
              <a:gd name="connsiteY934" fmla="*/ 699806 h 6858000"/>
              <a:gd name="connsiteX935" fmla="*/ 1492092 w 7467600"/>
              <a:gd name="connsiteY935" fmla="*/ 800424 h 6858000"/>
              <a:gd name="connsiteX936" fmla="*/ 1455302 w 7467600"/>
              <a:gd name="connsiteY936" fmla="*/ 632913 h 6858000"/>
              <a:gd name="connsiteX937" fmla="*/ 1222336 w 7467600"/>
              <a:gd name="connsiteY937" fmla="*/ 9480 h 6858000"/>
              <a:gd name="connsiteX938" fmla="*/ 1214634 w 7467600"/>
              <a:gd name="connsiteY938" fmla="*/ 0 h 6858000"/>
              <a:gd name="connsiteX939" fmla="*/ 1289827 w 7467600"/>
              <a:gd name="connsiteY939" fmla="*/ 0 h 6858000"/>
              <a:gd name="connsiteX940" fmla="*/ 1321076 w 7467600"/>
              <a:gd name="connsiteY940" fmla="*/ 59722 h 6858000"/>
              <a:gd name="connsiteX941" fmla="*/ 1512579 w 7467600"/>
              <a:gd name="connsiteY941" fmla="*/ 626441 h 6858000"/>
              <a:gd name="connsiteX942" fmla="*/ 1506076 w 7467600"/>
              <a:gd name="connsiteY942" fmla="*/ 1089289 h 6858000"/>
              <a:gd name="connsiteX943" fmla="*/ 1486346 w 7467600"/>
              <a:gd name="connsiteY943" fmla="*/ 1079919 h 6858000"/>
              <a:gd name="connsiteX944" fmla="*/ 1070511 w 7467600"/>
              <a:gd name="connsiteY944" fmla="*/ 48609 h 6858000"/>
              <a:gd name="connsiteX945" fmla="*/ 1057230 w 7467600"/>
              <a:gd name="connsiteY945" fmla="*/ 0 h 6858000"/>
              <a:gd name="connsiteX946" fmla="*/ 43151 w 7467600"/>
              <a:gd name="connsiteY946" fmla="*/ 0 h 6858000"/>
              <a:gd name="connsiteX947" fmla="*/ 95283 w 7467600"/>
              <a:gd name="connsiteY947" fmla="*/ 0 h 6858000"/>
              <a:gd name="connsiteX948" fmla="*/ 300708 w 7467600"/>
              <a:gd name="connsiteY948" fmla="*/ 154571 h 6858000"/>
              <a:gd name="connsiteX949" fmla="*/ 530414 w 7467600"/>
              <a:gd name="connsiteY949" fmla="*/ 354673 h 6858000"/>
              <a:gd name="connsiteX950" fmla="*/ 333785 w 7467600"/>
              <a:gd name="connsiteY950" fmla="*/ 161564 h 6858000"/>
              <a:gd name="connsiteX951" fmla="*/ 147005 w 7467600"/>
              <a:gd name="connsiteY951" fmla="*/ 0 h 6858000"/>
              <a:gd name="connsiteX952" fmla="*/ 272509 w 7467600"/>
              <a:gd name="connsiteY952" fmla="*/ 0 h 6858000"/>
              <a:gd name="connsiteX953" fmla="*/ 326276 w 7467600"/>
              <a:gd name="connsiteY953" fmla="*/ 45847 h 6858000"/>
              <a:gd name="connsiteX954" fmla="*/ 823759 w 7467600"/>
              <a:gd name="connsiteY954" fmla="*/ 574145 h 6858000"/>
              <a:gd name="connsiteX955" fmla="*/ 811254 w 7467600"/>
              <a:gd name="connsiteY955" fmla="*/ 665546 h 6858000"/>
              <a:gd name="connsiteX956" fmla="*/ 154042 w 7467600"/>
              <a:gd name="connsiteY956" fmla="*/ 261522 h 6858000"/>
              <a:gd name="connsiteX957" fmla="*/ 13550 w 7467600"/>
              <a:gd name="connsiteY957" fmla="*/ 158423 h 6858000"/>
              <a:gd name="connsiteX958" fmla="*/ 0 w 7467600"/>
              <a:gd name="connsiteY958" fmla="*/ 146618 h 6858000"/>
              <a:gd name="connsiteX959" fmla="*/ 0 w 7467600"/>
              <a:gd name="connsiteY959" fmla="*/ 59161 h 6858000"/>
              <a:gd name="connsiteX960" fmla="*/ 45427 w 7467600"/>
              <a:gd name="connsiteY960" fmla="*/ 101078 h 6858000"/>
              <a:gd name="connsiteX961" fmla="*/ 630103 w 7467600"/>
              <a:gd name="connsiteY961" fmla="*/ 485885 h 6858000"/>
              <a:gd name="connsiteX962" fmla="*/ 532040 w 7467600"/>
              <a:gd name="connsiteY962" fmla="*/ 399359 h 6858000"/>
              <a:gd name="connsiteX963" fmla="*/ 517618 w 7467600"/>
              <a:gd name="connsiteY963" fmla="*/ 385726 h 6858000"/>
              <a:gd name="connsiteX964" fmla="*/ 285074 w 7467600"/>
              <a:gd name="connsiteY964" fmla="*/ 182755 h 6858000"/>
              <a:gd name="connsiteX965" fmla="*/ 43151 w 7467600"/>
              <a:gd name="connsiteY965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254615 w 7472601"/>
              <a:gd name="connsiteY80" fmla="*/ 5911918 h 6858000"/>
              <a:gd name="connsiteX81" fmla="*/ 7312589 w 7472601"/>
              <a:gd name="connsiteY81" fmla="*/ 5982309 h 6858000"/>
              <a:gd name="connsiteX82" fmla="*/ 7448321 w 7472601"/>
              <a:gd name="connsiteY82" fmla="*/ 6190991 h 6858000"/>
              <a:gd name="connsiteX83" fmla="*/ 7467600 w 7472601"/>
              <a:gd name="connsiteY83" fmla="*/ 6221686 h 6858000"/>
              <a:gd name="connsiteX84" fmla="*/ 7467600 w 7472601"/>
              <a:gd name="connsiteY84" fmla="*/ 6334256 h 6858000"/>
              <a:gd name="connsiteX85" fmla="*/ 7454976 w 7472601"/>
              <a:gd name="connsiteY85" fmla="*/ 6318297 h 6858000"/>
              <a:gd name="connsiteX86" fmla="*/ 1456157 w 7472601"/>
              <a:gd name="connsiteY86" fmla="*/ 5371404 h 6858000"/>
              <a:gd name="connsiteX87" fmla="*/ 1244432 w 7472601"/>
              <a:gd name="connsiteY87" fmla="*/ 5385601 h 6858000"/>
              <a:gd name="connsiteX88" fmla="*/ 973990 w 7472601"/>
              <a:gd name="connsiteY88" fmla="*/ 5424940 h 6858000"/>
              <a:gd name="connsiteX89" fmla="*/ 1103809 w 7472601"/>
              <a:gd name="connsiteY89" fmla="*/ 5433720 h 6858000"/>
              <a:gd name="connsiteX90" fmla="*/ 1123454 w 7472601"/>
              <a:gd name="connsiteY90" fmla="*/ 5435727 h 6858000"/>
              <a:gd name="connsiteX91" fmla="*/ 1737017 w 7472601"/>
              <a:gd name="connsiteY91" fmla="*/ 5452183 h 6858000"/>
              <a:gd name="connsiteX92" fmla="*/ 1824397 w 7472601"/>
              <a:gd name="connsiteY92" fmla="*/ 5447757 h 6858000"/>
              <a:gd name="connsiteX93" fmla="*/ 2070059 w 7472601"/>
              <a:gd name="connsiteY93" fmla="*/ 5441660 h 6858000"/>
              <a:gd name="connsiteX94" fmla="*/ 1456157 w 7472601"/>
              <a:gd name="connsiteY94" fmla="*/ 5371404 h 6858000"/>
              <a:gd name="connsiteX95" fmla="*/ 4988186 w 7472601"/>
              <a:gd name="connsiteY95" fmla="*/ 5216467 h 6858000"/>
              <a:gd name="connsiteX96" fmla="*/ 4777334 w 7472601"/>
              <a:gd name="connsiteY96" fmla="*/ 5406072 h 6858000"/>
              <a:gd name="connsiteX97" fmla="*/ 4718341 w 7472601"/>
              <a:gd name="connsiteY97" fmla="*/ 5468043 h 6858000"/>
              <a:gd name="connsiteX98" fmla="*/ 4604655 w 7472601"/>
              <a:gd name="connsiteY98" fmla="*/ 5583434 h 6858000"/>
              <a:gd name="connsiteX99" fmla="*/ 4565074 w 7472601"/>
              <a:gd name="connsiteY99" fmla="*/ 5618550 h 6858000"/>
              <a:gd name="connsiteX100" fmla="*/ 4988186 w 7472601"/>
              <a:gd name="connsiteY100" fmla="*/ 5216467 h 6858000"/>
              <a:gd name="connsiteX101" fmla="*/ 4978032 w 7472601"/>
              <a:gd name="connsiteY101" fmla="*/ 5183809 h 6858000"/>
              <a:gd name="connsiteX102" fmla="*/ 4463413 w 7472601"/>
              <a:gd name="connsiteY102" fmla="*/ 5615162 h 6858000"/>
              <a:gd name="connsiteX103" fmla="*/ 4358134 w 7472601"/>
              <a:gd name="connsiteY103" fmla="*/ 5742791 h 6858000"/>
              <a:gd name="connsiteX104" fmla="*/ 4376219 w 7472601"/>
              <a:gd name="connsiteY104" fmla="*/ 5729027 h 6858000"/>
              <a:gd name="connsiteX105" fmla="*/ 4582340 w 7472601"/>
              <a:gd name="connsiteY105" fmla="*/ 5561037 h 6858000"/>
              <a:gd name="connsiteX106" fmla="*/ 4694684 w 7472601"/>
              <a:gd name="connsiteY106" fmla="*/ 5447098 h 6858000"/>
              <a:gd name="connsiteX107" fmla="*/ 4754123 w 7472601"/>
              <a:gd name="connsiteY107" fmla="*/ 5384643 h 6858000"/>
              <a:gd name="connsiteX108" fmla="*/ 4978032 w 7472601"/>
              <a:gd name="connsiteY108" fmla="*/ 5183809 h 6858000"/>
              <a:gd name="connsiteX109" fmla="*/ 1903353 w 7472601"/>
              <a:gd name="connsiteY109" fmla="*/ 5044827 h 6858000"/>
              <a:gd name="connsiteX110" fmla="*/ 1936931 w 7472601"/>
              <a:gd name="connsiteY110" fmla="*/ 5093954 h 6858000"/>
              <a:gd name="connsiteX111" fmla="*/ 2195868 w 7472601"/>
              <a:gd name="connsiteY111" fmla="*/ 5396574 h 6858000"/>
              <a:gd name="connsiteX112" fmla="*/ 2088852 w 7472601"/>
              <a:gd name="connsiteY112" fmla="*/ 5166123 h 6858000"/>
              <a:gd name="connsiteX113" fmla="*/ 1958241 w 7472601"/>
              <a:gd name="connsiteY113" fmla="*/ 5067955 h 6858000"/>
              <a:gd name="connsiteX114" fmla="*/ 1903353 w 7472601"/>
              <a:gd name="connsiteY114" fmla="*/ 5044827 h 6858000"/>
              <a:gd name="connsiteX115" fmla="*/ 1979378 w 7472601"/>
              <a:gd name="connsiteY115" fmla="*/ 4769504 h 6858000"/>
              <a:gd name="connsiteX116" fmla="*/ 2882120 w 7472601"/>
              <a:gd name="connsiteY116" fmla="*/ 5064547 h 6858000"/>
              <a:gd name="connsiteX117" fmla="*/ 2793103 w 7472601"/>
              <a:gd name="connsiteY117" fmla="*/ 5039699 h 6858000"/>
              <a:gd name="connsiteX118" fmla="*/ 2770041 w 7472601"/>
              <a:gd name="connsiteY118" fmla="*/ 5033634 h 6858000"/>
              <a:gd name="connsiteX119" fmla="*/ 1979378 w 7472601"/>
              <a:gd name="connsiteY119" fmla="*/ 4769504 h 6858000"/>
              <a:gd name="connsiteX120" fmla="*/ 1927410 w 7472601"/>
              <a:gd name="connsiteY120" fmla="*/ 4716164 h 6858000"/>
              <a:gd name="connsiteX121" fmla="*/ 1959587 w 7472601"/>
              <a:gd name="connsiteY121" fmla="*/ 4728849 h 6858000"/>
              <a:gd name="connsiteX122" fmla="*/ 2777707 w 7472601"/>
              <a:gd name="connsiteY122" fmla="*/ 5003991 h 6858000"/>
              <a:gd name="connsiteX123" fmla="*/ 2800768 w 7472601"/>
              <a:gd name="connsiteY123" fmla="*/ 5010056 h 6858000"/>
              <a:gd name="connsiteX124" fmla="*/ 2879408 w 7472601"/>
              <a:gd name="connsiteY124" fmla="*/ 5031590 h 6858000"/>
              <a:gd name="connsiteX125" fmla="*/ 2862295 w 7472601"/>
              <a:gd name="connsiteY125" fmla="*/ 5022958 h 6858000"/>
              <a:gd name="connsiteX126" fmla="*/ 2813343 w 7472601"/>
              <a:gd name="connsiteY126" fmla="*/ 4998369 h 6858000"/>
              <a:gd name="connsiteX127" fmla="*/ 2646245 w 7472601"/>
              <a:gd name="connsiteY127" fmla="*/ 4930999 h 6858000"/>
              <a:gd name="connsiteX128" fmla="*/ 1999243 w 7472601"/>
              <a:gd name="connsiteY128" fmla="*/ 4730524 h 6858000"/>
              <a:gd name="connsiteX129" fmla="*/ 1979527 w 7472601"/>
              <a:gd name="connsiteY129" fmla="*/ 4726651 h 6858000"/>
              <a:gd name="connsiteX130" fmla="*/ 1927410 w 7472601"/>
              <a:gd name="connsiteY130" fmla="*/ 4716164 h 6858000"/>
              <a:gd name="connsiteX131" fmla="*/ 1997014 w 7472601"/>
              <a:gd name="connsiteY131" fmla="*/ 4698007 h 6858000"/>
              <a:gd name="connsiteX132" fmla="*/ 2005458 w 7472601"/>
              <a:gd name="connsiteY132" fmla="*/ 4699540 h 6858000"/>
              <a:gd name="connsiteX133" fmla="*/ 2657186 w 7472601"/>
              <a:gd name="connsiteY133" fmla="*/ 4901687 h 6858000"/>
              <a:gd name="connsiteX134" fmla="*/ 2826662 w 7472601"/>
              <a:gd name="connsiteY134" fmla="*/ 4970362 h 6858000"/>
              <a:gd name="connsiteX135" fmla="*/ 2876100 w 7472601"/>
              <a:gd name="connsiteY135" fmla="*/ 4995397 h 6858000"/>
              <a:gd name="connsiteX136" fmla="*/ 3042600 w 7472601"/>
              <a:gd name="connsiteY136" fmla="*/ 5059532 h 6858000"/>
              <a:gd name="connsiteX137" fmla="*/ 1997014 w 7472601"/>
              <a:gd name="connsiteY137" fmla="*/ 4698007 h 6858000"/>
              <a:gd name="connsiteX138" fmla="*/ 2305292 w 7472601"/>
              <a:gd name="connsiteY138" fmla="*/ 4219492 h 6858000"/>
              <a:gd name="connsiteX139" fmla="*/ 3360922 w 7472601"/>
              <a:gd name="connsiteY139" fmla="*/ 4529373 h 6858000"/>
              <a:gd name="connsiteX140" fmla="*/ 3492420 w 7472601"/>
              <a:gd name="connsiteY140" fmla="*/ 4510145 h 6858000"/>
              <a:gd name="connsiteX141" fmla="*/ 3364086 w 7472601"/>
              <a:gd name="connsiteY141" fmla="*/ 4480340 h 6858000"/>
              <a:gd name="connsiteX142" fmla="*/ 3225818 w 7472601"/>
              <a:gd name="connsiteY142" fmla="*/ 4411822 h 6858000"/>
              <a:gd name="connsiteX143" fmla="*/ 3129696 w 7472601"/>
              <a:gd name="connsiteY143" fmla="*/ 4360704 h 6858000"/>
              <a:gd name="connsiteX144" fmla="*/ 2814545 w 7472601"/>
              <a:gd name="connsiteY144" fmla="*/ 4282955 h 6858000"/>
              <a:gd name="connsiteX145" fmla="*/ 2305292 w 7472601"/>
              <a:gd name="connsiteY145" fmla="*/ 4219492 h 6858000"/>
              <a:gd name="connsiteX146" fmla="*/ 2626982 w 7472601"/>
              <a:gd name="connsiteY146" fmla="*/ 4206450 h 6858000"/>
              <a:gd name="connsiteX147" fmla="*/ 2490617 w 7472601"/>
              <a:gd name="connsiteY147" fmla="*/ 4206951 h 6858000"/>
              <a:gd name="connsiteX148" fmla="*/ 2819869 w 7472601"/>
              <a:gd name="connsiteY148" fmla="*/ 4252936 h 6858000"/>
              <a:gd name="connsiteX149" fmla="*/ 3143018 w 7472601"/>
              <a:gd name="connsiteY149" fmla="*/ 4332698 h 6858000"/>
              <a:gd name="connsiteX150" fmla="*/ 3241520 w 7472601"/>
              <a:gd name="connsiteY150" fmla="*/ 4385112 h 6858000"/>
              <a:gd name="connsiteX151" fmla="*/ 3374575 w 7472601"/>
              <a:gd name="connsiteY151" fmla="*/ 4451517 h 6858000"/>
              <a:gd name="connsiteX152" fmla="*/ 3505221 w 7472601"/>
              <a:gd name="connsiteY152" fmla="*/ 4480757 h 6858000"/>
              <a:gd name="connsiteX153" fmla="*/ 2626982 w 7472601"/>
              <a:gd name="connsiteY153" fmla="*/ 4206450 h 6858000"/>
              <a:gd name="connsiteX154" fmla="*/ 1310106 w 7472601"/>
              <a:gd name="connsiteY154" fmla="*/ 3943217 h 6858000"/>
              <a:gd name="connsiteX155" fmla="*/ 854994 w 7472601"/>
              <a:gd name="connsiteY155" fmla="*/ 4399136 h 6858000"/>
              <a:gd name="connsiteX156" fmla="*/ 742462 w 7472601"/>
              <a:gd name="connsiteY156" fmla="*/ 4594648 h 6858000"/>
              <a:gd name="connsiteX157" fmla="*/ 820602 w 7472601"/>
              <a:gd name="connsiteY157" fmla="*/ 4485915 h 6858000"/>
              <a:gd name="connsiteX158" fmla="*/ 878295 w 7472601"/>
              <a:gd name="connsiteY158" fmla="*/ 4403594 h 6858000"/>
              <a:gd name="connsiteX159" fmla="*/ 1240607 w 7472601"/>
              <a:gd name="connsiteY159" fmla="*/ 4010401 h 6858000"/>
              <a:gd name="connsiteX160" fmla="*/ 1310106 w 7472601"/>
              <a:gd name="connsiteY160" fmla="*/ 3943217 h 6858000"/>
              <a:gd name="connsiteX161" fmla="*/ 1423113 w 7472601"/>
              <a:gd name="connsiteY161" fmla="*/ 3874565 h 6858000"/>
              <a:gd name="connsiteX162" fmla="*/ 1260565 w 7472601"/>
              <a:gd name="connsiteY162" fmla="*/ 4031982 h 6858000"/>
              <a:gd name="connsiteX163" fmla="*/ 901900 w 7472601"/>
              <a:gd name="connsiteY163" fmla="*/ 4421236 h 6858000"/>
              <a:gd name="connsiteX164" fmla="*/ 845044 w 7472601"/>
              <a:gd name="connsiteY164" fmla="*/ 4502436 h 6858000"/>
              <a:gd name="connsiteX165" fmla="*/ 685926 w 7472601"/>
              <a:gd name="connsiteY165" fmla="*/ 4703069 h 6858000"/>
              <a:gd name="connsiteX166" fmla="*/ 684248 w 7472601"/>
              <a:gd name="connsiteY166" fmla="*/ 4706721 h 6858000"/>
              <a:gd name="connsiteX167" fmla="*/ 1423113 w 7472601"/>
              <a:gd name="connsiteY167" fmla="*/ 3874565 h 6858000"/>
              <a:gd name="connsiteX168" fmla="*/ 3316479 w 7472601"/>
              <a:gd name="connsiteY168" fmla="*/ 3872136 h 6858000"/>
              <a:gd name="connsiteX169" fmla="*/ 3546806 w 7472601"/>
              <a:gd name="connsiteY169" fmla="*/ 4356139 h 6858000"/>
              <a:gd name="connsiteX170" fmla="*/ 3364433 w 7472601"/>
              <a:gd name="connsiteY170" fmla="*/ 3953121 h 6858000"/>
              <a:gd name="connsiteX171" fmla="*/ 3316479 w 7472601"/>
              <a:gd name="connsiteY171" fmla="*/ 3872136 h 6858000"/>
              <a:gd name="connsiteX172" fmla="*/ 3291335 w 7472601"/>
              <a:gd name="connsiteY172" fmla="*/ 3767420 h 6858000"/>
              <a:gd name="connsiteX173" fmla="*/ 3390805 w 7472601"/>
              <a:gd name="connsiteY173" fmla="*/ 3937163 h 6858000"/>
              <a:gd name="connsiteX174" fmla="*/ 3579062 w 7472601"/>
              <a:gd name="connsiteY174" fmla="*/ 4359040 h 6858000"/>
              <a:gd name="connsiteX175" fmla="*/ 3467355 w 7472601"/>
              <a:gd name="connsiteY175" fmla="*/ 3988130 h 6858000"/>
              <a:gd name="connsiteX176" fmla="*/ 3310753 w 7472601"/>
              <a:gd name="connsiteY176" fmla="*/ 3787140 h 6858000"/>
              <a:gd name="connsiteX177" fmla="*/ 3291335 w 7472601"/>
              <a:gd name="connsiteY177" fmla="*/ 3767420 h 6858000"/>
              <a:gd name="connsiteX178" fmla="*/ 1635889 w 7472601"/>
              <a:gd name="connsiteY178" fmla="*/ 3709494 h 6858000"/>
              <a:gd name="connsiteX179" fmla="*/ 1634800 w 7472601"/>
              <a:gd name="connsiteY179" fmla="*/ 3731111 h 6858000"/>
              <a:gd name="connsiteX180" fmla="*/ 1635889 w 7472601"/>
              <a:gd name="connsiteY180" fmla="*/ 3709494 h 6858000"/>
              <a:gd name="connsiteX181" fmla="*/ 1510397 w 7472601"/>
              <a:gd name="connsiteY181" fmla="*/ 3684705 h 6858000"/>
              <a:gd name="connsiteX182" fmla="*/ 1146550 w 7472601"/>
              <a:gd name="connsiteY182" fmla="*/ 3802012 h 6858000"/>
              <a:gd name="connsiteX183" fmla="*/ 698834 w 7472601"/>
              <a:gd name="connsiteY183" fmla="*/ 3952272 h 6858000"/>
              <a:gd name="connsiteX184" fmla="*/ 34256 w 7472601"/>
              <a:gd name="connsiteY184" fmla="*/ 4347603 h 6858000"/>
              <a:gd name="connsiteX185" fmla="*/ 527241 w 7472601"/>
              <a:gd name="connsiteY185" fmla="*/ 4065078 h 6858000"/>
              <a:gd name="connsiteX186" fmla="*/ 1510397 w 7472601"/>
              <a:gd name="connsiteY186" fmla="*/ 3684705 h 6858000"/>
              <a:gd name="connsiteX187" fmla="*/ 1313114 w 7472601"/>
              <a:gd name="connsiteY187" fmla="*/ 3655216 h 6858000"/>
              <a:gd name="connsiteX188" fmla="*/ 1109304 w 7472601"/>
              <a:gd name="connsiteY188" fmla="*/ 3669030 h 6858000"/>
              <a:gd name="connsiteX189" fmla="*/ 8129 w 7472601"/>
              <a:gd name="connsiteY189" fmla="*/ 4330519 h 6858000"/>
              <a:gd name="connsiteX190" fmla="*/ 687572 w 7472601"/>
              <a:gd name="connsiteY190" fmla="*/ 3925629 h 6858000"/>
              <a:gd name="connsiteX191" fmla="*/ 1138365 w 7472601"/>
              <a:gd name="connsiteY191" fmla="*/ 3774515 h 6858000"/>
              <a:gd name="connsiteX192" fmla="*/ 1505579 w 7472601"/>
              <a:gd name="connsiteY192" fmla="*/ 3655526 h 6858000"/>
              <a:gd name="connsiteX193" fmla="*/ 1313114 w 7472601"/>
              <a:gd name="connsiteY193" fmla="*/ 3655216 h 6858000"/>
              <a:gd name="connsiteX194" fmla="*/ 3655073 w 7472601"/>
              <a:gd name="connsiteY194" fmla="*/ 3650884 h 6858000"/>
              <a:gd name="connsiteX195" fmla="*/ 3989938 w 7472601"/>
              <a:gd name="connsiteY195" fmla="*/ 3991685 h 6858000"/>
              <a:gd name="connsiteX196" fmla="*/ 4393907 w 7472601"/>
              <a:gd name="connsiteY196" fmla="*/ 4261258 h 6858000"/>
              <a:gd name="connsiteX197" fmla="*/ 4648051 w 7472601"/>
              <a:gd name="connsiteY197" fmla="*/ 4374051 h 6858000"/>
              <a:gd name="connsiteX198" fmla="*/ 4383389 w 7472601"/>
              <a:gd name="connsiteY198" fmla="*/ 4184369 h 6858000"/>
              <a:gd name="connsiteX199" fmla="*/ 4165508 w 7472601"/>
              <a:gd name="connsiteY199" fmla="*/ 4035196 h 6858000"/>
              <a:gd name="connsiteX200" fmla="*/ 4068162 w 7472601"/>
              <a:gd name="connsiteY200" fmla="*/ 3953394 h 6858000"/>
              <a:gd name="connsiteX201" fmla="*/ 3981416 w 7472601"/>
              <a:gd name="connsiteY201" fmla="*/ 3880482 h 6858000"/>
              <a:gd name="connsiteX202" fmla="*/ 3800147 w 7472601"/>
              <a:gd name="connsiteY202" fmla="*/ 3749872 h 6858000"/>
              <a:gd name="connsiteX203" fmla="*/ 3655073 w 7472601"/>
              <a:gd name="connsiteY203" fmla="*/ 3650884 h 6858000"/>
              <a:gd name="connsiteX204" fmla="*/ 3670252 w 7472601"/>
              <a:gd name="connsiteY204" fmla="*/ 3622798 h 6858000"/>
              <a:gd name="connsiteX205" fmla="*/ 3817258 w 7472601"/>
              <a:gd name="connsiteY205" fmla="*/ 3723577 h 6858000"/>
              <a:gd name="connsiteX206" fmla="*/ 4000461 w 7472601"/>
              <a:gd name="connsiteY206" fmla="*/ 3855966 h 6858000"/>
              <a:gd name="connsiteX207" fmla="*/ 4088180 w 7472601"/>
              <a:gd name="connsiteY207" fmla="*/ 3929774 h 6858000"/>
              <a:gd name="connsiteX208" fmla="*/ 4184555 w 7472601"/>
              <a:gd name="connsiteY208" fmla="*/ 4010683 h 6858000"/>
              <a:gd name="connsiteX209" fmla="*/ 4399563 w 7472601"/>
              <a:gd name="connsiteY209" fmla="*/ 4158106 h 6858000"/>
              <a:gd name="connsiteX210" fmla="*/ 4684469 w 7472601"/>
              <a:gd name="connsiteY210" fmla="*/ 4364680 h 6858000"/>
              <a:gd name="connsiteX211" fmla="*/ 4690271 w 7472601"/>
              <a:gd name="connsiteY211" fmla="*/ 4370034 h 6858000"/>
              <a:gd name="connsiteX212" fmla="*/ 4136093 w 7472601"/>
              <a:gd name="connsiteY212" fmla="*/ 3858466 h 6858000"/>
              <a:gd name="connsiteX213" fmla="*/ 3670252 w 7472601"/>
              <a:gd name="connsiteY213" fmla="*/ 3622798 h 6858000"/>
              <a:gd name="connsiteX214" fmla="*/ 4440129 w 7472601"/>
              <a:gd name="connsiteY214" fmla="*/ 3448571 h 6858000"/>
              <a:gd name="connsiteX215" fmla="*/ 4856525 w 7472601"/>
              <a:gd name="connsiteY215" fmla="*/ 3915351 h 6858000"/>
              <a:gd name="connsiteX216" fmla="*/ 5059055 w 7472601"/>
              <a:gd name="connsiteY216" fmla="*/ 4108918 h 6858000"/>
              <a:gd name="connsiteX217" fmla="*/ 5290070 w 7472601"/>
              <a:gd name="connsiteY217" fmla="*/ 4263619 h 6858000"/>
              <a:gd name="connsiteX218" fmla="*/ 4834991 w 7472601"/>
              <a:gd name="connsiteY218" fmla="*/ 3830985 h 6858000"/>
              <a:gd name="connsiteX219" fmla="*/ 4440129 w 7472601"/>
              <a:gd name="connsiteY219" fmla="*/ 3448571 h 6858000"/>
              <a:gd name="connsiteX220" fmla="*/ 4441737 w 7472601"/>
              <a:gd name="connsiteY220" fmla="*/ 3399734 h 6858000"/>
              <a:gd name="connsiteX221" fmla="*/ 4431236 w 7472601"/>
              <a:gd name="connsiteY221" fmla="*/ 3400954 h 6858000"/>
              <a:gd name="connsiteX222" fmla="*/ 4557150 w 7472601"/>
              <a:gd name="connsiteY222" fmla="*/ 3510023 h 6858000"/>
              <a:gd name="connsiteX223" fmla="*/ 4856936 w 7472601"/>
              <a:gd name="connsiteY223" fmla="*/ 3809146 h 6858000"/>
              <a:gd name="connsiteX224" fmla="*/ 5111996 w 7472601"/>
              <a:gd name="connsiteY224" fmla="*/ 4065759 h 6858000"/>
              <a:gd name="connsiteX225" fmla="*/ 5388878 w 7472601"/>
              <a:gd name="connsiteY225" fmla="*/ 4300185 h 6858000"/>
              <a:gd name="connsiteX226" fmla="*/ 5425556 w 7472601"/>
              <a:gd name="connsiteY226" fmla="*/ 4308967 h 6858000"/>
              <a:gd name="connsiteX227" fmla="*/ 4943646 w 7472601"/>
              <a:gd name="connsiteY227" fmla="*/ 3822916 h 6858000"/>
              <a:gd name="connsiteX228" fmla="*/ 4594837 w 7472601"/>
              <a:gd name="connsiteY228" fmla="*/ 3532274 h 6858000"/>
              <a:gd name="connsiteX229" fmla="*/ 4441737 w 7472601"/>
              <a:gd name="connsiteY229" fmla="*/ 3399734 h 6858000"/>
              <a:gd name="connsiteX230" fmla="*/ 5425834 w 7472601"/>
              <a:gd name="connsiteY230" fmla="*/ 3162785 h 6858000"/>
              <a:gd name="connsiteX231" fmla="*/ 5401644 w 7472601"/>
              <a:gd name="connsiteY231" fmla="*/ 3617847 h 6858000"/>
              <a:gd name="connsiteX232" fmla="*/ 5467256 w 7472601"/>
              <a:gd name="connsiteY232" fmla="*/ 4175494 h 6858000"/>
              <a:gd name="connsiteX233" fmla="*/ 5448069 w 7472601"/>
              <a:gd name="connsiteY233" fmla="*/ 3567554 h 6858000"/>
              <a:gd name="connsiteX234" fmla="*/ 5425834 w 7472601"/>
              <a:gd name="connsiteY234" fmla="*/ 3162785 h 6858000"/>
              <a:gd name="connsiteX235" fmla="*/ 1318687 w 7472601"/>
              <a:gd name="connsiteY235" fmla="*/ 3113840 h 6858000"/>
              <a:gd name="connsiteX236" fmla="*/ 1066793 w 7472601"/>
              <a:gd name="connsiteY236" fmla="*/ 3212171 h 6858000"/>
              <a:gd name="connsiteX237" fmla="*/ 993319 w 7472601"/>
              <a:gd name="connsiteY237" fmla="*/ 3247648 h 6858000"/>
              <a:gd name="connsiteX238" fmla="*/ 853081 w 7472601"/>
              <a:gd name="connsiteY238" fmla="*/ 3312410 h 6858000"/>
              <a:gd name="connsiteX239" fmla="*/ 805957 w 7472601"/>
              <a:gd name="connsiteY239" fmla="*/ 3330443 h 6858000"/>
              <a:gd name="connsiteX240" fmla="*/ 1318687 w 7472601"/>
              <a:gd name="connsiteY240" fmla="*/ 3113840 h 6858000"/>
              <a:gd name="connsiteX241" fmla="*/ 5453702 w 7472601"/>
              <a:gd name="connsiteY241" fmla="*/ 3090882 h 6858000"/>
              <a:gd name="connsiteX242" fmla="*/ 5480135 w 7472601"/>
              <a:gd name="connsiteY242" fmla="*/ 3565802 h 6858000"/>
              <a:gd name="connsiteX243" fmla="*/ 5499023 w 7472601"/>
              <a:gd name="connsiteY243" fmla="*/ 4166310 h 6858000"/>
              <a:gd name="connsiteX244" fmla="*/ 5547022 w 7472601"/>
              <a:gd name="connsiteY244" fmla="*/ 3607838 h 6858000"/>
              <a:gd name="connsiteX245" fmla="*/ 5515964 w 7472601"/>
              <a:gd name="connsiteY245" fmla="*/ 3378541 h 6858000"/>
              <a:gd name="connsiteX246" fmla="*/ 5453702 w 7472601"/>
              <a:gd name="connsiteY246" fmla="*/ 3090882 h 6858000"/>
              <a:gd name="connsiteX247" fmla="*/ 1238695 w 7472601"/>
              <a:gd name="connsiteY247" fmla="*/ 3076820 h 6858000"/>
              <a:gd name="connsiteX248" fmla="*/ 716371 w 7472601"/>
              <a:gd name="connsiteY248" fmla="*/ 3293249 h 6858000"/>
              <a:gd name="connsiteX249" fmla="*/ 579522 w 7472601"/>
              <a:gd name="connsiteY249" fmla="*/ 3371759 h 6858000"/>
              <a:gd name="connsiteX250" fmla="*/ 600288 w 7472601"/>
              <a:gd name="connsiteY250" fmla="*/ 3365555 h 6858000"/>
              <a:gd name="connsiteX251" fmla="*/ 840692 w 7472601"/>
              <a:gd name="connsiteY251" fmla="*/ 3284921 h 6858000"/>
              <a:gd name="connsiteX252" fmla="*/ 979248 w 7472601"/>
              <a:gd name="connsiteY252" fmla="*/ 3221003 h 6858000"/>
              <a:gd name="connsiteX253" fmla="*/ 1053282 w 7472601"/>
              <a:gd name="connsiteY253" fmla="*/ 3185247 h 6858000"/>
              <a:gd name="connsiteX254" fmla="*/ 1320603 w 7472601"/>
              <a:gd name="connsiteY254" fmla="*/ 3081281 h 6858000"/>
              <a:gd name="connsiteX255" fmla="*/ 1238695 w 7472601"/>
              <a:gd name="connsiteY255" fmla="*/ 3076820 h 6858000"/>
              <a:gd name="connsiteX256" fmla="*/ 5425627 w 7472601"/>
              <a:gd name="connsiteY256" fmla="*/ 2954192 h 6858000"/>
              <a:gd name="connsiteX257" fmla="*/ 5470770 w 7472601"/>
              <a:gd name="connsiteY257" fmla="*/ 3005435 h 6858000"/>
              <a:gd name="connsiteX258" fmla="*/ 5519779 w 7472601"/>
              <a:gd name="connsiteY258" fmla="*/ 4359223 h 6858000"/>
              <a:gd name="connsiteX259" fmla="*/ 5520293 w 7472601"/>
              <a:gd name="connsiteY259" fmla="*/ 4360602 h 6858000"/>
              <a:gd name="connsiteX260" fmla="*/ 5767221 w 7472601"/>
              <a:gd name="connsiteY260" fmla="*/ 4665564 h 6858000"/>
              <a:gd name="connsiteX261" fmla="*/ 6937169 w 7472601"/>
              <a:gd name="connsiteY261" fmla="*/ 4815941 h 6858000"/>
              <a:gd name="connsiteX262" fmla="*/ 6953922 w 7472601"/>
              <a:gd name="connsiteY262" fmla="*/ 4890068 h 6858000"/>
              <a:gd name="connsiteX263" fmla="*/ 6071359 w 7472601"/>
              <a:gd name="connsiteY263" fmla="*/ 4770770 h 6858000"/>
              <a:gd name="connsiteX264" fmla="*/ 6038839 w 7472601"/>
              <a:gd name="connsiteY264" fmla="*/ 4764474 h 6858000"/>
              <a:gd name="connsiteX265" fmla="*/ 6038706 w 7472601"/>
              <a:gd name="connsiteY265" fmla="*/ 4763847 h 6858000"/>
              <a:gd name="connsiteX266" fmla="*/ 6037784 w 7472601"/>
              <a:gd name="connsiteY266" fmla="*/ 4764270 h 6858000"/>
              <a:gd name="connsiteX267" fmla="*/ 6038839 w 7472601"/>
              <a:gd name="connsiteY267" fmla="*/ 4764474 h 6858000"/>
              <a:gd name="connsiteX268" fmla="*/ 6040338 w 7472601"/>
              <a:gd name="connsiteY268" fmla="*/ 4771418 h 6858000"/>
              <a:gd name="connsiteX269" fmla="*/ 6024488 w 7472601"/>
              <a:gd name="connsiteY269" fmla="*/ 4809903 h 6858000"/>
              <a:gd name="connsiteX270" fmla="*/ 5599771 w 7472601"/>
              <a:gd name="connsiteY270" fmla="*/ 5509652 h 6858000"/>
              <a:gd name="connsiteX271" fmla="*/ 5548843 w 7472601"/>
              <a:gd name="connsiteY271" fmla="*/ 5563845 h 6858000"/>
              <a:gd name="connsiteX272" fmla="*/ 5940952 w 7472601"/>
              <a:gd name="connsiteY272" fmla="*/ 6250028 h 6858000"/>
              <a:gd name="connsiteX273" fmla="*/ 6043441 w 7472601"/>
              <a:gd name="connsiteY273" fmla="*/ 6665847 h 6858000"/>
              <a:gd name="connsiteX274" fmla="*/ 6093432 w 7472601"/>
              <a:gd name="connsiteY274" fmla="*/ 6858000 h 6858000"/>
              <a:gd name="connsiteX275" fmla="*/ 6034344 w 7472601"/>
              <a:gd name="connsiteY275" fmla="*/ 6858000 h 6858000"/>
              <a:gd name="connsiteX276" fmla="*/ 6026679 w 7472601"/>
              <a:gd name="connsiteY276" fmla="*/ 6836959 h 6858000"/>
              <a:gd name="connsiteX277" fmla="*/ 5800441 w 7472601"/>
              <a:gd name="connsiteY277" fmla="*/ 6335286 h 6858000"/>
              <a:gd name="connsiteX278" fmla="*/ 5526562 w 7472601"/>
              <a:gd name="connsiteY278" fmla="*/ 5705388 h 6858000"/>
              <a:gd name="connsiteX279" fmla="*/ 5519640 w 7472601"/>
              <a:gd name="connsiteY279" fmla="*/ 5683774 h 6858000"/>
              <a:gd name="connsiteX280" fmla="*/ 5844559 w 7472601"/>
              <a:gd name="connsiteY280" fmla="*/ 6553349 h 6858000"/>
              <a:gd name="connsiteX281" fmla="*/ 5975994 w 7472601"/>
              <a:gd name="connsiteY281" fmla="*/ 6858000 h 6858000"/>
              <a:gd name="connsiteX282" fmla="*/ 5898547 w 7472601"/>
              <a:gd name="connsiteY282" fmla="*/ 6858000 h 6858000"/>
              <a:gd name="connsiteX283" fmla="*/ 5682041 w 7472601"/>
              <a:gd name="connsiteY283" fmla="*/ 6355860 h 6858000"/>
              <a:gd name="connsiteX284" fmla="*/ 5461758 w 7472601"/>
              <a:gd name="connsiteY284" fmla="*/ 5820220 h 6858000"/>
              <a:gd name="connsiteX285" fmla="*/ 5237282 w 7472601"/>
              <a:gd name="connsiteY285" fmla="*/ 6579086 h 6858000"/>
              <a:gd name="connsiteX286" fmla="*/ 5115009 w 7472601"/>
              <a:gd name="connsiteY286" fmla="*/ 6858000 h 6858000"/>
              <a:gd name="connsiteX287" fmla="*/ 5028074 w 7472601"/>
              <a:gd name="connsiteY287" fmla="*/ 6858000 h 6858000"/>
              <a:gd name="connsiteX288" fmla="*/ 5079508 w 7472601"/>
              <a:gd name="connsiteY288" fmla="*/ 6749074 h 6858000"/>
              <a:gd name="connsiteX289" fmla="*/ 5371846 w 7472601"/>
              <a:gd name="connsiteY289" fmla="*/ 5924413 h 6858000"/>
              <a:gd name="connsiteX290" fmla="*/ 5270512 w 7472601"/>
              <a:gd name="connsiteY290" fmla="*/ 6138975 h 6858000"/>
              <a:gd name="connsiteX291" fmla="*/ 5062409 w 7472601"/>
              <a:gd name="connsiteY291" fmla="*/ 6653544 h 6858000"/>
              <a:gd name="connsiteX292" fmla="*/ 5036628 w 7472601"/>
              <a:gd name="connsiteY292" fmla="*/ 6754247 h 6858000"/>
              <a:gd name="connsiteX293" fmla="*/ 5009112 w 7472601"/>
              <a:gd name="connsiteY293" fmla="*/ 6858000 h 6858000"/>
              <a:gd name="connsiteX294" fmla="*/ 4976679 w 7472601"/>
              <a:gd name="connsiteY294" fmla="*/ 6858000 h 6858000"/>
              <a:gd name="connsiteX295" fmla="*/ 5006537 w 7472601"/>
              <a:gd name="connsiteY295" fmla="*/ 6747068 h 6858000"/>
              <a:gd name="connsiteX296" fmla="*/ 5032723 w 7472601"/>
              <a:gd name="connsiteY296" fmla="*/ 6644957 h 6858000"/>
              <a:gd name="connsiteX297" fmla="*/ 5242949 w 7472601"/>
              <a:gd name="connsiteY297" fmla="*/ 6125175 h 6858000"/>
              <a:gd name="connsiteX298" fmla="*/ 5286321 w 7472601"/>
              <a:gd name="connsiteY298" fmla="*/ 6033555 h 6858000"/>
              <a:gd name="connsiteX299" fmla="*/ 5008210 w 7472601"/>
              <a:gd name="connsiteY299" fmla="*/ 6649194 h 6858000"/>
              <a:gd name="connsiteX300" fmla="*/ 4986321 w 7472601"/>
              <a:gd name="connsiteY300" fmla="*/ 6765687 h 6858000"/>
              <a:gd name="connsiteX301" fmla="*/ 4973474 w 7472601"/>
              <a:gd name="connsiteY301" fmla="*/ 6858000 h 6858000"/>
              <a:gd name="connsiteX302" fmla="*/ 4907178 w 7472601"/>
              <a:gd name="connsiteY302" fmla="*/ 6858000 h 6858000"/>
              <a:gd name="connsiteX303" fmla="*/ 4910810 w 7472601"/>
              <a:gd name="connsiteY303" fmla="*/ 6829660 h 6858000"/>
              <a:gd name="connsiteX304" fmla="*/ 4987461 w 7472601"/>
              <a:gd name="connsiteY304" fmla="*/ 6432994 h 6858000"/>
              <a:gd name="connsiteX305" fmla="*/ 5179262 w 7472601"/>
              <a:gd name="connsiteY305" fmla="*/ 6035044 h 6858000"/>
              <a:gd name="connsiteX306" fmla="*/ 4689678 w 7472601"/>
              <a:gd name="connsiteY306" fmla="*/ 6440241 h 6858000"/>
              <a:gd name="connsiteX307" fmla="*/ 4477543 w 7472601"/>
              <a:gd name="connsiteY307" fmla="*/ 6674836 h 6858000"/>
              <a:gd name="connsiteX308" fmla="*/ 4329957 w 7472601"/>
              <a:gd name="connsiteY308" fmla="*/ 6858000 h 6858000"/>
              <a:gd name="connsiteX309" fmla="*/ 4218595 w 7472601"/>
              <a:gd name="connsiteY309" fmla="*/ 6858000 h 6858000"/>
              <a:gd name="connsiteX310" fmla="*/ 4368888 w 7472601"/>
              <a:gd name="connsiteY310" fmla="*/ 6668412 h 6858000"/>
              <a:gd name="connsiteX311" fmla="*/ 4563091 w 7472601"/>
              <a:gd name="connsiteY311" fmla="*/ 6442508 h 6858000"/>
              <a:gd name="connsiteX312" fmla="*/ 5387324 w 7472601"/>
              <a:gd name="connsiteY312" fmla="*/ 5705830 h 6858000"/>
              <a:gd name="connsiteX313" fmla="*/ 5073620 w 7472601"/>
              <a:gd name="connsiteY313" fmla="*/ 5955437 h 6858000"/>
              <a:gd name="connsiteX314" fmla="*/ 4689789 w 7472601"/>
              <a:gd name="connsiteY314" fmla="*/ 6268382 h 6858000"/>
              <a:gd name="connsiteX315" fmla="*/ 4418722 w 7472601"/>
              <a:gd name="connsiteY315" fmla="*/ 6570886 h 6858000"/>
              <a:gd name="connsiteX316" fmla="*/ 4214944 w 7472601"/>
              <a:gd name="connsiteY316" fmla="*/ 6858000 h 6858000"/>
              <a:gd name="connsiteX317" fmla="*/ 4177898 w 7472601"/>
              <a:gd name="connsiteY317" fmla="*/ 6858000 h 6858000"/>
              <a:gd name="connsiteX318" fmla="*/ 4391597 w 7472601"/>
              <a:gd name="connsiteY318" fmla="*/ 6556370 h 6858000"/>
              <a:gd name="connsiteX319" fmla="*/ 4668889 w 7472601"/>
              <a:gd name="connsiteY319" fmla="*/ 6246399 h 6858000"/>
              <a:gd name="connsiteX320" fmla="*/ 5055427 w 7472601"/>
              <a:gd name="connsiteY320" fmla="*/ 5931476 h 6858000"/>
              <a:gd name="connsiteX321" fmla="*/ 5371814 w 7472601"/>
              <a:gd name="connsiteY321" fmla="*/ 5678975 h 6858000"/>
              <a:gd name="connsiteX322" fmla="*/ 4987918 w 7472601"/>
              <a:gd name="connsiteY322" fmla="*/ 5838701 h 6858000"/>
              <a:gd name="connsiteX323" fmla="*/ 4317146 w 7472601"/>
              <a:gd name="connsiteY323" fmla="*/ 6587716 h 6858000"/>
              <a:gd name="connsiteX324" fmla="*/ 4171627 w 7472601"/>
              <a:gd name="connsiteY324" fmla="*/ 6858000 h 6858000"/>
              <a:gd name="connsiteX325" fmla="*/ 4081585 w 7472601"/>
              <a:gd name="connsiteY325" fmla="*/ 6858000 h 6858000"/>
              <a:gd name="connsiteX326" fmla="*/ 4238603 w 7472601"/>
              <a:gd name="connsiteY326" fmla="*/ 6559341 h 6858000"/>
              <a:gd name="connsiteX327" fmla="*/ 4778333 w 7472601"/>
              <a:gd name="connsiteY327" fmla="*/ 5873626 h 6858000"/>
              <a:gd name="connsiteX328" fmla="*/ 5414185 w 7472601"/>
              <a:gd name="connsiteY328" fmla="*/ 5573882 h 6858000"/>
              <a:gd name="connsiteX329" fmla="*/ 5959648 w 7472601"/>
              <a:gd name="connsiteY329" fmla="*/ 4760797 h 6858000"/>
              <a:gd name="connsiteX330" fmla="*/ 5355019 w 7472601"/>
              <a:gd name="connsiteY330" fmla="*/ 4734672 h 6858000"/>
              <a:gd name="connsiteX331" fmla="*/ 5083565 w 7472601"/>
              <a:gd name="connsiteY331" fmla="*/ 5179121 h 6858000"/>
              <a:gd name="connsiteX332" fmla="*/ 4713577 w 7472601"/>
              <a:gd name="connsiteY332" fmla="*/ 5616803 h 6858000"/>
              <a:gd name="connsiteX333" fmla="*/ 3989559 w 7472601"/>
              <a:gd name="connsiteY333" fmla="*/ 6145945 h 6858000"/>
              <a:gd name="connsiteX334" fmla="*/ 3939824 w 7472601"/>
              <a:gd name="connsiteY334" fmla="*/ 6066900 h 6858000"/>
              <a:gd name="connsiteX335" fmla="*/ 4584537 w 7472601"/>
              <a:gd name="connsiteY335" fmla="*/ 5324826 h 6858000"/>
              <a:gd name="connsiteX336" fmla="*/ 5037105 w 7472601"/>
              <a:gd name="connsiteY336" fmla="*/ 5088765 h 6858000"/>
              <a:gd name="connsiteX337" fmla="*/ 5039930 w 7472601"/>
              <a:gd name="connsiteY337" fmla="*/ 5089585 h 6858000"/>
              <a:gd name="connsiteX338" fmla="*/ 5263764 w 7472601"/>
              <a:gd name="connsiteY338" fmla="*/ 4735525 h 6858000"/>
              <a:gd name="connsiteX339" fmla="*/ 4086300 w 7472601"/>
              <a:gd name="connsiteY339" fmla="*/ 4884599 h 6858000"/>
              <a:gd name="connsiteX340" fmla="*/ 4085485 w 7472601"/>
              <a:gd name="connsiteY340" fmla="*/ 4899070 h 6858000"/>
              <a:gd name="connsiteX341" fmla="*/ 3871915 w 7472601"/>
              <a:gd name="connsiteY341" fmla="*/ 5253645 h 6858000"/>
              <a:gd name="connsiteX342" fmla="*/ 3799374 w 7472601"/>
              <a:gd name="connsiteY342" fmla="*/ 5466127 h 6858000"/>
              <a:gd name="connsiteX343" fmla="*/ 3498850 w 7472601"/>
              <a:gd name="connsiteY343" fmla="*/ 6661888 h 6858000"/>
              <a:gd name="connsiteX344" fmla="*/ 3399216 w 7472601"/>
              <a:gd name="connsiteY344" fmla="*/ 6858000 h 6858000"/>
              <a:gd name="connsiteX345" fmla="*/ 3303688 w 7472601"/>
              <a:gd name="connsiteY345" fmla="*/ 6858000 h 6858000"/>
              <a:gd name="connsiteX346" fmla="*/ 3391774 w 7472601"/>
              <a:gd name="connsiteY346" fmla="*/ 6697181 h 6858000"/>
              <a:gd name="connsiteX347" fmla="*/ 3735540 w 7472601"/>
              <a:gd name="connsiteY347" fmla="*/ 5546923 h 6858000"/>
              <a:gd name="connsiteX348" fmla="*/ 3729438 w 7472601"/>
              <a:gd name="connsiteY348" fmla="*/ 5569058 h 6858000"/>
              <a:gd name="connsiteX349" fmla="*/ 3707782 w 7472601"/>
              <a:gd name="connsiteY349" fmla="*/ 5644908 h 6858000"/>
              <a:gd name="connsiteX350" fmla="*/ 3583827 w 7472601"/>
              <a:gd name="connsiteY350" fmla="*/ 6039215 h 6858000"/>
              <a:gd name="connsiteX351" fmla="*/ 3547861 w 7472601"/>
              <a:gd name="connsiteY351" fmla="*/ 6129609 h 6858000"/>
              <a:gd name="connsiteX352" fmla="*/ 3490905 w 7472601"/>
              <a:gd name="connsiteY352" fmla="*/ 6277660 h 6858000"/>
              <a:gd name="connsiteX353" fmla="*/ 3455859 w 7472601"/>
              <a:gd name="connsiteY353" fmla="*/ 6391301 h 6858000"/>
              <a:gd name="connsiteX354" fmla="*/ 3429112 w 7472601"/>
              <a:gd name="connsiteY354" fmla="*/ 6479469 h 6858000"/>
              <a:gd name="connsiteX355" fmla="*/ 3304862 w 7472601"/>
              <a:gd name="connsiteY355" fmla="*/ 6796476 h 6858000"/>
              <a:gd name="connsiteX356" fmla="*/ 3276071 w 7472601"/>
              <a:gd name="connsiteY356" fmla="*/ 6858000 h 6858000"/>
              <a:gd name="connsiteX357" fmla="*/ 3240805 w 7472601"/>
              <a:gd name="connsiteY357" fmla="*/ 6858000 h 6858000"/>
              <a:gd name="connsiteX358" fmla="*/ 3275917 w 7472601"/>
              <a:gd name="connsiteY358" fmla="*/ 6783192 h 6858000"/>
              <a:gd name="connsiteX359" fmla="*/ 3399358 w 7472601"/>
              <a:gd name="connsiteY359" fmla="*/ 6469011 h 6858000"/>
              <a:gd name="connsiteX360" fmla="*/ 3425650 w 7472601"/>
              <a:gd name="connsiteY360" fmla="*/ 6381333 h 6858000"/>
              <a:gd name="connsiteX361" fmla="*/ 3460661 w 7472601"/>
              <a:gd name="connsiteY361" fmla="*/ 6266763 h 6858000"/>
              <a:gd name="connsiteX362" fmla="*/ 3518021 w 7472601"/>
              <a:gd name="connsiteY362" fmla="*/ 6117298 h 6858000"/>
              <a:gd name="connsiteX363" fmla="*/ 3554035 w 7472601"/>
              <a:gd name="connsiteY363" fmla="*/ 6027832 h 6858000"/>
              <a:gd name="connsiteX364" fmla="*/ 3677174 w 7472601"/>
              <a:gd name="connsiteY364" fmla="*/ 5636351 h 6858000"/>
              <a:gd name="connsiteX365" fmla="*/ 3698819 w 7472601"/>
              <a:gd name="connsiteY365" fmla="*/ 5560503 h 6858000"/>
              <a:gd name="connsiteX366" fmla="*/ 3702094 w 7472601"/>
              <a:gd name="connsiteY366" fmla="*/ 5549194 h 6858000"/>
              <a:gd name="connsiteX367" fmla="*/ 3398355 w 7472601"/>
              <a:gd name="connsiteY367" fmla="*/ 6094603 h 6858000"/>
              <a:gd name="connsiteX368" fmla="*/ 3193941 w 7472601"/>
              <a:gd name="connsiteY368" fmla="*/ 6798775 h 6858000"/>
              <a:gd name="connsiteX369" fmla="*/ 3184140 w 7472601"/>
              <a:gd name="connsiteY369" fmla="*/ 6858000 h 6858000"/>
              <a:gd name="connsiteX370" fmla="*/ 3099978 w 7472601"/>
              <a:gd name="connsiteY370" fmla="*/ 6858000 h 6858000"/>
              <a:gd name="connsiteX371" fmla="*/ 3101556 w 7472601"/>
              <a:gd name="connsiteY371" fmla="*/ 6843337 h 6858000"/>
              <a:gd name="connsiteX372" fmla="*/ 3370162 w 7472601"/>
              <a:gd name="connsiteY372" fmla="*/ 5785550 h 6858000"/>
              <a:gd name="connsiteX373" fmla="*/ 3746477 w 7472601"/>
              <a:gd name="connsiteY373" fmla="*/ 5377889 h 6858000"/>
              <a:gd name="connsiteX374" fmla="*/ 3863399 w 7472601"/>
              <a:gd name="connsiteY374" fmla="*/ 5087257 h 6858000"/>
              <a:gd name="connsiteX375" fmla="*/ 3968712 w 7472601"/>
              <a:gd name="connsiteY375" fmla="*/ 4913989 h 6858000"/>
              <a:gd name="connsiteX376" fmla="*/ 2792390 w 7472601"/>
              <a:gd name="connsiteY376" fmla="*/ 5382974 h 6858000"/>
              <a:gd name="connsiteX377" fmla="*/ 2714982 w 7472601"/>
              <a:gd name="connsiteY377" fmla="*/ 5427051 h 6858000"/>
              <a:gd name="connsiteX378" fmla="*/ 2813361 w 7472601"/>
              <a:gd name="connsiteY378" fmla="*/ 6023912 h 6858000"/>
              <a:gd name="connsiteX379" fmla="*/ 2688430 w 7472601"/>
              <a:gd name="connsiteY379" fmla="*/ 6801564 h 6858000"/>
              <a:gd name="connsiteX380" fmla="*/ 2629626 w 7472601"/>
              <a:gd name="connsiteY380" fmla="*/ 6763394 h 6858000"/>
              <a:gd name="connsiteX381" fmla="*/ 2565328 w 7472601"/>
              <a:gd name="connsiteY381" fmla="*/ 5516399 h 6858000"/>
              <a:gd name="connsiteX382" fmla="*/ 1922999 w 7472601"/>
              <a:gd name="connsiteY382" fmla="*/ 5980343 h 6858000"/>
              <a:gd name="connsiteX383" fmla="*/ 1950261 w 7472601"/>
              <a:gd name="connsiteY383" fmla="*/ 6405858 h 6858000"/>
              <a:gd name="connsiteX384" fmla="*/ 2365554 w 7472601"/>
              <a:gd name="connsiteY384" fmla="*/ 6759107 h 6858000"/>
              <a:gd name="connsiteX385" fmla="*/ 2424142 w 7472601"/>
              <a:gd name="connsiteY385" fmla="*/ 6858000 h 6858000"/>
              <a:gd name="connsiteX386" fmla="*/ 2395994 w 7472601"/>
              <a:gd name="connsiteY386" fmla="*/ 6858000 h 6858000"/>
              <a:gd name="connsiteX387" fmla="*/ 2392863 w 7472601"/>
              <a:gd name="connsiteY387" fmla="*/ 6852964 h 6858000"/>
              <a:gd name="connsiteX388" fmla="*/ 2017589 w 7472601"/>
              <a:gd name="connsiteY388" fmla="*/ 6493982 h 6858000"/>
              <a:gd name="connsiteX389" fmla="*/ 2147336 w 7472601"/>
              <a:gd name="connsiteY389" fmla="*/ 6594052 h 6858000"/>
              <a:gd name="connsiteX390" fmla="*/ 2207047 w 7472601"/>
              <a:gd name="connsiteY390" fmla="*/ 6654540 h 6858000"/>
              <a:gd name="connsiteX391" fmla="*/ 2299106 w 7472601"/>
              <a:gd name="connsiteY391" fmla="*/ 6778931 h 6858000"/>
              <a:gd name="connsiteX392" fmla="*/ 2314430 w 7472601"/>
              <a:gd name="connsiteY392" fmla="*/ 6801144 h 6858000"/>
              <a:gd name="connsiteX393" fmla="*/ 2352406 w 7472601"/>
              <a:gd name="connsiteY393" fmla="*/ 6858000 h 6858000"/>
              <a:gd name="connsiteX394" fmla="*/ 2314492 w 7472601"/>
              <a:gd name="connsiteY394" fmla="*/ 6858000 h 6858000"/>
              <a:gd name="connsiteX395" fmla="*/ 2288095 w 7472601"/>
              <a:gd name="connsiteY395" fmla="*/ 6818030 h 6858000"/>
              <a:gd name="connsiteX396" fmla="*/ 2272768 w 7472601"/>
              <a:gd name="connsiteY396" fmla="*/ 6795822 h 6858000"/>
              <a:gd name="connsiteX397" fmla="*/ 2182715 w 7472601"/>
              <a:gd name="connsiteY397" fmla="*/ 6675071 h 6858000"/>
              <a:gd name="connsiteX398" fmla="*/ 2032061 w 7472601"/>
              <a:gd name="connsiteY398" fmla="*/ 6541380 h 6858000"/>
              <a:gd name="connsiteX399" fmla="*/ 2257220 w 7472601"/>
              <a:gd name="connsiteY399" fmla="*/ 6826257 h 6858000"/>
              <a:gd name="connsiteX400" fmla="*/ 2281324 w 7472601"/>
              <a:gd name="connsiteY400" fmla="*/ 6858000 h 6858000"/>
              <a:gd name="connsiteX401" fmla="*/ 2242860 w 7472601"/>
              <a:gd name="connsiteY401" fmla="*/ 6858000 h 6858000"/>
              <a:gd name="connsiteX402" fmla="*/ 2232818 w 7472601"/>
              <a:gd name="connsiteY402" fmla="*/ 6844926 h 6858000"/>
              <a:gd name="connsiteX403" fmla="*/ 1990172 w 7472601"/>
              <a:gd name="connsiteY403" fmla="*/ 6542121 h 6858000"/>
              <a:gd name="connsiteX404" fmla="*/ 2124090 w 7472601"/>
              <a:gd name="connsiteY404" fmla="*/ 6761017 h 6858000"/>
              <a:gd name="connsiteX405" fmla="*/ 2200380 w 7472601"/>
              <a:gd name="connsiteY405" fmla="*/ 6858000 h 6858000"/>
              <a:gd name="connsiteX406" fmla="*/ 2147507 w 7472601"/>
              <a:gd name="connsiteY406" fmla="*/ 6858000 h 6858000"/>
              <a:gd name="connsiteX407" fmla="*/ 2070668 w 7472601"/>
              <a:gd name="connsiteY407" fmla="*/ 6761520 h 6858000"/>
              <a:gd name="connsiteX408" fmla="*/ 1975142 w 7472601"/>
              <a:gd name="connsiteY408" fmla="*/ 6585570 h 6858000"/>
              <a:gd name="connsiteX409" fmla="*/ 2050035 w 7472601"/>
              <a:gd name="connsiteY409" fmla="*/ 6813345 h 6858000"/>
              <a:gd name="connsiteX410" fmla="*/ 2063025 w 7472601"/>
              <a:gd name="connsiteY410" fmla="*/ 6858000 h 6858000"/>
              <a:gd name="connsiteX411" fmla="*/ 2021675 w 7472601"/>
              <a:gd name="connsiteY411" fmla="*/ 6858000 h 6858000"/>
              <a:gd name="connsiteX412" fmla="*/ 2019308 w 7472601"/>
              <a:gd name="connsiteY412" fmla="*/ 6847118 h 6858000"/>
              <a:gd name="connsiteX413" fmla="*/ 1938835 w 7472601"/>
              <a:gd name="connsiteY413" fmla="*/ 6551160 h 6858000"/>
              <a:gd name="connsiteX414" fmla="*/ 1953230 w 7472601"/>
              <a:gd name="connsiteY414" fmla="*/ 6759699 h 6858000"/>
              <a:gd name="connsiteX415" fmla="*/ 1956763 w 7472601"/>
              <a:gd name="connsiteY415" fmla="*/ 6778191 h 6858000"/>
              <a:gd name="connsiteX416" fmla="*/ 1967925 w 7472601"/>
              <a:gd name="connsiteY416" fmla="*/ 6858000 h 6858000"/>
              <a:gd name="connsiteX417" fmla="*/ 1936622 w 7472601"/>
              <a:gd name="connsiteY417" fmla="*/ 6858000 h 6858000"/>
              <a:gd name="connsiteX418" fmla="*/ 1926261 w 7472601"/>
              <a:gd name="connsiteY418" fmla="*/ 6784064 h 6858000"/>
              <a:gd name="connsiteX419" fmla="*/ 1922724 w 7472601"/>
              <a:gd name="connsiteY419" fmla="*/ 6765577 h 6858000"/>
              <a:gd name="connsiteX420" fmla="*/ 1904650 w 7472601"/>
              <a:gd name="connsiteY420" fmla="*/ 6639616 h 6858000"/>
              <a:gd name="connsiteX421" fmla="*/ 1885273 w 7472601"/>
              <a:gd name="connsiteY421" fmla="*/ 6858000 h 6858000"/>
              <a:gd name="connsiteX422" fmla="*/ 1854363 w 7472601"/>
              <a:gd name="connsiteY422" fmla="*/ 6858000 h 6858000"/>
              <a:gd name="connsiteX423" fmla="*/ 1880391 w 7472601"/>
              <a:gd name="connsiteY423" fmla="*/ 6603796 h 6858000"/>
              <a:gd name="connsiteX424" fmla="*/ 1818273 w 7472601"/>
              <a:gd name="connsiteY424" fmla="*/ 6715729 h 6858000"/>
              <a:gd name="connsiteX425" fmla="*/ 1794691 w 7472601"/>
              <a:gd name="connsiteY425" fmla="*/ 6843239 h 6858000"/>
              <a:gd name="connsiteX426" fmla="*/ 1794914 w 7472601"/>
              <a:gd name="connsiteY426" fmla="*/ 6858000 h 6858000"/>
              <a:gd name="connsiteX427" fmla="*/ 1746128 w 7472601"/>
              <a:gd name="connsiteY427" fmla="*/ 6858000 h 6858000"/>
              <a:gd name="connsiteX428" fmla="*/ 1753934 w 7472601"/>
              <a:gd name="connsiteY428" fmla="*/ 6724796 h 6858000"/>
              <a:gd name="connsiteX429" fmla="*/ 1792053 w 7472601"/>
              <a:gd name="connsiteY429" fmla="*/ 6572396 h 6858000"/>
              <a:gd name="connsiteX430" fmla="*/ 1862248 w 7472601"/>
              <a:gd name="connsiteY430" fmla="*/ 6266397 h 6858000"/>
              <a:gd name="connsiteX431" fmla="*/ 1862250 w 7472601"/>
              <a:gd name="connsiteY431" fmla="*/ 6033531 h 6858000"/>
              <a:gd name="connsiteX432" fmla="*/ 1211999 w 7472601"/>
              <a:gd name="connsiteY432" fmla="*/ 6683610 h 6858000"/>
              <a:gd name="connsiteX433" fmla="*/ 1213266 w 7472601"/>
              <a:gd name="connsiteY433" fmla="*/ 6691947 h 6858000"/>
              <a:gd name="connsiteX434" fmla="*/ 1203370 w 7472601"/>
              <a:gd name="connsiteY434" fmla="*/ 6850676 h 6858000"/>
              <a:gd name="connsiteX435" fmla="*/ 1203671 w 7472601"/>
              <a:gd name="connsiteY435" fmla="*/ 6858000 h 6858000"/>
              <a:gd name="connsiteX436" fmla="*/ 1143180 w 7472601"/>
              <a:gd name="connsiteY436" fmla="*/ 6858000 h 6858000"/>
              <a:gd name="connsiteX437" fmla="*/ 1142176 w 7472601"/>
              <a:gd name="connsiteY437" fmla="*/ 6766045 h 6858000"/>
              <a:gd name="connsiteX438" fmla="*/ 1067484 w 7472601"/>
              <a:gd name="connsiteY438" fmla="*/ 6858000 h 6858000"/>
              <a:gd name="connsiteX439" fmla="*/ 953928 w 7472601"/>
              <a:gd name="connsiteY439" fmla="*/ 6858000 h 6858000"/>
              <a:gd name="connsiteX440" fmla="*/ 959715 w 7472601"/>
              <a:gd name="connsiteY440" fmla="*/ 6850185 h 6858000"/>
              <a:gd name="connsiteX441" fmla="*/ 1483788 w 7472601"/>
              <a:gd name="connsiteY441" fmla="*/ 6259174 h 6858000"/>
              <a:gd name="connsiteX442" fmla="*/ 1100671 w 7472601"/>
              <a:gd name="connsiteY442" fmla="*/ 6252137 h 6858000"/>
              <a:gd name="connsiteX443" fmla="*/ 1090144 w 7472601"/>
              <a:gd name="connsiteY443" fmla="*/ 6256748 h 6858000"/>
              <a:gd name="connsiteX444" fmla="*/ 1095872 w 7472601"/>
              <a:gd name="connsiteY444" fmla="*/ 6271892 h 6858000"/>
              <a:gd name="connsiteX445" fmla="*/ 262785 w 7472601"/>
              <a:gd name="connsiteY445" fmla="*/ 6845450 h 6858000"/>
              <a:gd name="connsiteX446" fmla="*/ 209968 w 7472601"/>
              <a:gd name="connsiteY446" fmla="*/ 6770713 h 6858000"/>
              <a:gd name="connsiteX447" fmla="*/ 873460 w 7472601"/>
              <a:gd name="connsiteY447" fmla="*/ 6253768 h 6858000"/>
              <a:gd name="connsiteX448" fmla="*/ 192686 w 7472601"/>
              <a:gd name="connsiteY448" fmla="*/ 5849257 h 6858000"/>
              <a:gd name="connsiteX449" fmla="*/ 4696 w 7472601"/>
              <a:gd name="connsiteY449" fmla="*/ 5697668 h 6858000"/>
              <a:gd name="connsiteX450" fmla="*/ 0 w 7472601"/>
              <a:gd name="connsiteY450" fmla="*/ 5689984 h 6858000"/>
              <a:gd name="connsiteX451" fmla="*/ 0 w 7472601"/>
              <a:gd name="connsiteY451" fmla="*/ 5513472 h 6858000"/>
              <a:gd name="connsiteX452" fmla="*/ 174101 w 7472601"/>
              <a:gd name="connsiteY452" fmla="*/ 5620277 h 6858000"/>
              <a:gd name="connsiteX453" fmla="*/ 891800 w 7472601"/>
              <a:gd name="connsiteY453" fmla="*/ 6036935 h 6858000"/>
              <a:gd name="connsiteX454" fmla="*/ 1072219 w 7472601"/>
              <a:gd name="connsiteY454" fmla="*/ 6169443 h 6858000"/>
              <a:gd name="connsiteX455" fmla="*/ 1074117 w 7472601"/>
              <a:gd name="connsiteY455" fmla="*/ 6170301 h 6858000"/>
              <a:gd name="connsiteX456" fmla="*/ 1083114 w 7472601"/>
              <a:gd name="connsiteY456" fmla="*/ 6174131 h 6858000"/>
              <a:gd name="connsiteX457" fmla="*/ 1543010 w 7472601"/>
              <a:gd name="connsiteY457" fmla="*/ 6191140 h 6858000"/>
              <a:gd name="connsiteX458" fmla="*/ 1551080 w 7472601"/>
              <a:gd name="connsiteY458" fmla="*/ 6195006 h 6858000"/>
              <a:gd name="connsiteX459" fmla="*/ 2345443 w 7472601"/>
              <a:gd name="connsiteY459" fmla="*/ 5549882 h 6858000"/>
              <a:gd name="connsiteX460" fmla="*/ 1721499 w 7472601"/>
              <a:gd name="connsiteY460" fmla="*/ 5599969 h 6858000"/>
              <a:gd name="connsiteX461" fmla="*/ 767716 w 7472601"/>
              <a:gd name="connsiteY461" fmla="*/ 5472768 h 6858000"/>
              <a:gd name="connsiteX462" fmla="*/ 722147 w 7472601"/>
              <a:gd name="connsiteY462" fmla="*/ 5393091 h 6858000"/>
              <a:gd name="connsiteX463" fmla="*/ 1485552 w 7472601"/>
              <a:gd name="connsiteY463" fmla="*/ 5313202 h 6858000"/>
              <a:gd name="connsiteX464" fmla="*/ 2143004 w 7472601"/>
              <a:gd name="connsiteY464" fmla="*/ 5402420 h 6858000"/>
              <a:gd name="connsiteX465" fmla="*/ 1933391 w 7472601"/>
              <a:gd name="connsiteY465" fmla="*/ 5156971 h 6858000"/>
              <a:gd name="connsiteX466" fmla="*/ 1827118 w 7472601"/>
              <a:gd name="connsiteY466" fmla="*/ 4968410 h 6858000"/>
              <a:gd name="connsiteX467" fmla="*/ 1837349 w 7472601"/>
              <a:gd name="connsiteY467" fmla="*/ 4956357 h 6858000"/>
              <a:gd name="connsiteX468" fmla="*/ 2162835 w 7472601"/>
              <a:gd name="connsiteY468" fmla="*/ 5187853 h 6858000"/>
              <a:gd name="connsiteX469" fmla="*/ 2257167 w 7472601"/>
              <a:gd name="connsiteY469" fmla="*/ 5462123 h 6858000"/>
              <a:gd name="connsiteX470" fmla="*/ 2261598 w 7472601"/>
              <a:gd name="connsiteY470" fmla="*/ 5467998 h 6858000"/>
              <a:gd name="connsiteX471" fmla="*/ 2437177 w 7472601"/>
              <a:gd name="connsiteY471" fmla="*/ 5479608 h 6858000"/>
              <a:gd name="connsiteX472" fmla="*/ 2445247 w 7472601"/>
              <a:gd name="connsiteY472" fmla="*/ 5483476 h 6858000"/>
              <a:gd name="connsiteX473" fmla="*/ 2743626 w 7472601"/>
              <a:gd name="connsiteY473" fmla="*/ 5304819 h 6858000"/>
              <a:gd name="connsiteX474" fmla="*/ 3048102 w 7472601"/>
              <a:gd name="connsiteY474" fmla="*/ 5150595 h 6858000"/>
              <a:gd name="connsiteX475" fmla="*/ 1799414 w 7472601"/>
              <a:gd name="connsiteY475" fmla="*/ 4694732 h 6858000"/>
              <a:gd name="connsiteX476" fmla="*/ 1771735 w 7472601"/>
              <a:gd name="connsiteY476" fmla="*/ 4619929 h 6858000"/>
              <a:gd name="connsiteX477" fmla="*/ 3104273 w 7472601"/>
              <a:gd name="connsiteY477" fmla="*/ 5076159 h 6858000"/>
              <a:gd name="connsiteX478" fmla="*/ 3113245 w 7472601"/>
              <a:gd name="connsiteY478" fmla="*/ 5090705 h 6858000"/>
              <a:gd name="connsiteX479" fmla="*/ 3126294 w 7472601"/>
              <a:gd name="connsiteY479" fmla="*/ 5114400 h 6858000"/>
              <a:gd name="connsiteX480" fmla="*/ 3937433 w 7472601"/>
              <a:gd name="connsiteY480" fmla="*/ 4830473 h 6858000"/>
              <a:gd name="connsiteX481" fmla="*/ 3590475 w 7472601"/>
              <a:gd name="connsiteY481" fmla="*/ 4597974 h 6858000"/>
              <a:gd name="connsiteX482" fmla="*/ 3100264 w 7472601"/>
              <a:gd name="connsiteY482" fmla="*/ 4579845 h 6858000"/>
              <a:gd name="connsiteX483" fmla="*/ 2183576 w 7472601"/>
              <a:gd name="connsiteY483" fmla="*/ 4227150 h 6858000"/>
              <a:gd name="connsiteX484" fmla="*/ 2151029 w 7472601"/>
              <a:gd name="connsiteY484" fmla="*/ 4146947 h 6858000"/>
              <a:gd name="connsiteX485" fmla="*/ 3563434 w 7472601"/>
              <a:gd name="connsiteY485" fmla="*/ 4469115 h 6858000"/>
              <a:gd name="connsiteX486" fmla="*/ 3177952 w 7472601"/>
              <a:gd name="connsiteY486" fmla="*/ 3657386 h 6858000"/>
              <a:gd name="connsiteX487" fmla="*/ 3189263 w 7472601"/>
              <a:gd name="connsiteY487" fmla="*/ 3625726 h 6858000"/>
              <a:gd name="connsiteX488" fmla="*/ 3560912 w 7472601"/>
              <a:gd name="connsiteY488" fmla="*/ 4079863 h 6858000"/>
              <a:gd name="connsiteX489" fmla="*/ 3626636 w 7472601"/>
              <a:gd name="connsiteY489" fmla="*/ 4512230 h 6858000"/>
              <a:gd name="connsiteX490" fmla="*/ 3653088 w 7472601"/>
              <a:gd name="connsiteY490" fmla="*/ 4521417 h 6858000"/>
              <a:gd name="connsiteX491" fmla="*/ 3988128 w 7472601"/>
              <a:gd name="connsiteY491" fmla="*/ 4817267 h 6858000"/>
              <a:gd name="connsiteX492" fmla="*/ 4830582 w 7472601"/>
              <a:gd name="connsiteY492" fmla="*/ 4676000 h 6858000"/>
              <a:gd name="connsiteX493" fmla="*/ 4830100 w 7472601"/>
              <a:gd name="connsiteY493" fmla="*/ 4675554 h 6858000"/>
              <a:gd name="connsiteX494" fmla="*/ 4036318 w 7472601"/>
              <a:gd name="connsiteY494" fmla="*/ 4147013 h 6858000"/>
              <a:gd name="connsiteX495" fmla="*/ 3432098 w 7472601"/>
              <a:gd name="connsiteY495" fmla="*/ 3537312 h 6858000"/>
              <a:gd name="connsiteX496" fmla="*/ 3446761 w 7472601"/>
              <a:gd name="connsiteY496" fmla="*/ 3461278 h 6858000"/>
              <a:gd name="connsiteX497" fmla="*/ 4419733 w 7472601"/>
              <a:gd name="connsiteY497" fmla="*/ 3963555 h 6858000"/>
              <a:gd name="connsiteX498" fmla="*/ 4781371 w 7472601"/>
              <a:gd name="connsiteY498" fmla="*/ 4458604 h 6858000"/>
              <a:gd name="connsiteX499" fmla="*/ 4780440 w 7472601"/>
              <a:gd name="connsiteY499" fmla="*/ 4470290 h 6858000"/>
              <a:gd name="connsiteX500" fmla="*/ 4898954 w 7472601"/>
              <a:gd name="connsiteY500" fmla="*/ 4662092 h 6858000"/>
              <a:gd name="connsiteX501" fmla="*/ 4900699 w 7472601"/>
              <a:gd name="connsiteY501" fmla="*/ 4670867 h 6858000"/>
              <a:gd name="connsiteX502" fmla="*/ 5714511 w 7472601"/>
              <a:gd name="connsiteY502" fmla="*/ 4663483 h 6858000"/>
              <a:gd name="connsiteX503" fmla="*/ 5464793 w 7472601"/>
              <a:gd name="connsiteY503" fmla="*/ 4393556 h 6858000"/>
              <a:gd name="connsiteX504" fmla="*/ 5461897 w 7472601"/>
              <a:gd name="connsiteY504" fmla="*/ 4390879 h 6858000"/>
              <a:gd name="connsiteX505" fmla="*/ 4294126 w 7472601"/>
              <a:gd name="connsiteY505" fmla="*/ 3303048 h 6858000"/>
              <a:gd name="connsiteX506" fmla="*/ 4305321 w 7472601"/>
              <a:gd name="connsiteY506" fmla="*/ 3256953 h 6858000"/>
              <a:gd name="connsiteX507" fmla="*/ 4949299 w 7472601"/>
              <a:gd name="connsiteY507" fmla="*/ 3766336 h 6858000"/>
              <a:gd name="connsiteX508" fmla="*/ 5291452 w 7472601"/>
              <a:gd name="connsiteY508" fmla="*/ 4076801 h 6858000"/>
              <a:gd name="connsiteX509" fmla="*/ 5434998 w 7472601"/>
              <a:gd name="connsiteY509" fmla="*/ 4254100 h 6858000"/>
              <a:gd name="connsiteX510" fmla="*/ 5351015 w 7472601"/>
              <a:gd name="connsiteY510" fmla="*/ 3760989 h 6858000"/>
              <a:gd name="connsiteX511" fmla="*/ 5413780 w 7472601"/>
              <a:gd name="connsiteY511" fmla="*/ 2966265 h 6858000"/>
              <a:gd name="connsiteX512" fmla="*/ 5425627 w 7472601"/>
              <a:gd name="connsiteY512" fmla="*/ 2954192 h 6858000"/>
              <a:gd name="connsiteX513" fmla="*/ 6604735 w 7472601"/>
              <a:gd name="connsiteY513" fmla="*/ 2041381 h 6858000"/>
              <a:gd name="connsiteX514" fmla="*/ 7204487 w 7472601"/>
              <a:gd name="connsiteY514" fmla="*/ 2742112 h 6858000"/>
              <a:gd name="connsiteX515" fmla="*/ 7131592 w 7472601"/>
              <a:gd name="connsiteY515" fmla="*/ 2672096 h 6858000"/>
              <a:gd name="connsiteX516" fmla="*/ 6996344 w 7472601"/>
              <a:gd name="connsiteY516" fmla="*/ 2518310 h 6858000"/>
              <a:gd name="connsiteX517" fmla="*/ 6735495 w 7472601"/>
              <a:gd name="connsiteY517" fmla="*/ 2196890 h 6858000"/>
              <a:gd name="connsiteX518" fmla="*/ 6721901 w 7472601"/>
              <a:gd name="connsiteY518" fmla="*/ 2179274 h 6858000"/>
              <a:gd name="connsiteX519" fmla="*/ 6604735 w 7472601"/>
              <a:gd name="connsiteY519" fmla="*/ 2041381 h 6858000"/>
              <a:gd name="connsiteX520" fmla="*/ 6591670 w 7472601"/>
              <a:gd name="connsiteY520" fmla="*/ 1988277 h 6858000"/>
              <a:gd name="connsiteX521" fmla="*/ 6747349 w 7472601"/>
              <a:gd name="connsiteY521" fmla="*/ 2160069 h 6858000"/>
              <a:gd name="connsiteX522" fmla="*/ 6760943 w 7472601"/>
              <a:gd name="connsiteY522" fmla="*/ 2177686 h 6858000"/>
              <a:gd name="connsiteX523" fmla="*/ 7021065 w 7472601"/>
              <a:gd name="connsiteY523" fmla="*/ 2498102 h 6858000"/>
              <a:gd name="connsiteX524" fmla="*/ 7155223 w 7472601"/>
              <a:gd name="connsiteY524" fmla="*/ 2650386 h 6858000"/>
              <a:gd name="connsiteX525" fmla="*/ 7203167 w 7472601"/>
              <a:gd name="connsiteY525" fmla="*/ 2697288 h 6858000"/>
              <a:gd name="connsiteX526" fmla="*/ 6937703 w 7472601"/>
              <a:gd name="connsiteY526" fmla="*/ 2321981 h 6858000"/>
              <a:gd name="connsiteX527" fmla="*/ 6591670 w 7472601"/>
              <a:gd name="connsiteY527" fmla="*/ 1988277 h 6858000"/>
              <a:gd name="connsiteX528" fmla="*/ 5798671 w 7472601"/>
              <a:gd name="connsiteY528" fmla="*/ 1981601 h 6858000"/>
              <a:gd name="connsiteX529" fmla="*/ 5754709 w 7472601"/>
              <a:gd name="connsiteY529" fmla="*/ 2071454 h 6858000"/>
              <a:gd name="connsiteX530" fmla="*/ 5763044 w 7472601"/>
              <a:gd name="connsiteY530" fmla="*/ 2842206 h 6858000"/>
              <a:gd name="connsiteX531" fmla="*/ 5764974 w 7472601"/>
              <a:gd name="connsiteY531" fmla="*/ 2799609 h 6858000"/>
              <a:gd name="connsiteX532" fmla="*/ 5767665 w 7472601"/>
              <a:gd name="connsiteY532" fmla="*/ 2666409 h 6858000"/>
              <a:gd name="connsiteX533" fmla="*/ 5763055 w 7472601"/>
              <a:gd name="connsiteY533" fmla="*/ 2579705 h 6858000"/>
              <a:gd name="connsiteX534" fmla="*/ 5758079 w 7472601"/>
              <a:gd name="connsiteY534" fmla="*/ 2492508 h 6858000"/>
              <a:gd name="connsiteX535" fmla="*/ 5779325 w 7472601"/>
              <a:gd name="connsiteY535" fmla="*/ 2197069 h 6858000"/>
              <a:gd name="connsiteX536" fmla="*/ 5798671 w 7472601"/>
              <a:gd name="connsiteY536" fmla="*/ 1981601 h 6858000"/>
              <a:gd name="connsiteX537" fmla="*/ 5829202 w 7472601"/>
              <a:gd name="connsiteY537" fmla="*/ 1971679 h 6858000"/>
              <a:gd name="connsiteX538" fmla="*/ 5809558 w 7472601"/>
              <a:gd name="connsiteY538" fmla="*/ 2198043 h 6858000"/>
              <a:gd name="connsiteX539" fmla="*/ 5788653 w 7472601"/>
              <a:gd name="connsiteY539" fmla="*/ 2489430 h 6858000"/>
              <a:gd name="connsiteX540" fmla="*/ 5793439 w 7472601"/>
              <a:gd name="connsiteY540" fmla="*/ 2575235 h 6858000"/>
              <a:gd name="connsiteX541" fmla="*/ 5796837 w 7472601"/>
              <a:gd name="connsiteY541" fmla="*/ 2637633 h 6858000"/>
              <a:gd name="connsiteX542" fmla="*/ 5818614 w 7472601"/>
              <a:gd name="connsiteY542" fmla="*/ 2473055 h 6858000"/>
              <a:gd name="connsiteX543" fmla="*/ 5829202 w 7472601"/>
              <a:gd name="connsiteY543" fmla="*/ 1971679 h 6858000"/>
              <a:gd name="connsiteX544" fmla="*/ 5911389 w 7472601"/>
              <a:gd name="connsiteY544" fmla="*/ 1898371 h 6858000"/>
              <a:gd name="connsiteX545" fmla="*/ 6237627 w 7472601"/>
              <a:gd name="connsiteY545" fmla="*/ 2231921 h 6858000"/>
              <a:gd name="connsiteX546" fmla="*/ 5911389 w 7472601"/>
              <a:gd name="connsiteY546" fmla="*/ 1898371 h 6858000"/>
              <a:gd name="connsiteX547" fmla="*/ 6944437 w 7472601"/>
              <a:gd name="connsiteY547" fmla="*/ 1575402 h 6858000"/>
              <a:gd name="connsiteX548" fmla="*/ 6304730 w 7472601"/>
              <a:gd name="connsiteY548" fmla="*/ 1766654 h 6858000"/>
              <a:gd name="connsiteX549" fmla="*/ 6944437 w 7472601"/>
              <a:gd name="connsiteY549" fmla="*/ 1575402 h 6858000"/>
              <a:gd name="connsiteX550" fmla="*/ 7019523 w 7472601"/>
              <a:gd name="connsiteY550" fmla="*/ 1519450 h 6858000"/>
              <a:gd name="connsiteX551" fmla="*/ 6298091 w 7472601"/>
              <a:gd name="connsiteY551" fmla="*/ 1737122 h 6858000"/>
              <a:gd name="connsiteX552" fmla="*/ 7019523 w 7472601"/>
              <a:gd name="connsiteY552" fmla="*/ 1519450 h 6858000"/>
              <a:gd name="connsiteX553" fmla="*/ 2399523 w 7472601"/>
              <a:gd name="connsiteY553" fmla="*/ 1428234 h 6858000"/>
              <a:gd name="connsiteX554" fmla="*/ 2224982 w 7472601"/>
              <a:gd name="connsiteY554" fmla="*/ 1826201 h 6858000"/>
              <a:gd name="connsiteX555" fmla="*/ 2096099 w 7472601"/>
              <a:gd name="connsiteY555" fmla="*/ 2345900 h 6858000"/>
              <a:gd name="connsiteX556" fmla="*/ 2283317 w 7472601"/>
              <a:gd name="connsiteY556" fmla="*/ 1796925 h 6858000"/>
              <a:gd name="connsiteX557" fmla="*/ 2399523 w 7472601"/>
              <a:gd name="connsiteY557" fmla="*/ 1428234 h 6858000"/>
              <a:gd name="connsiteX558" fmla="*/ 2448558 w 7472601"/>
              <a:gd name="connsiteY558" fmla="*/ 1373435 h 6858000"/>
              <a:gd name="connsiteX559" fmla="*/ 2312521 w 7472601"/>
              <a:gd name="connsiteY559" fmla="*/ 1806140 h 6858000"/>
              <a:gd name="connsiteX560" fmla="*/ 2127533 w 7472601"/>
              <a:gd name="connsiteY560" fmla="*/ 2348380 h 6858000"/>
              <a:gd name="connsiteX561" fmla="*/ 2358080 w 7472601"/>
              <a:gd name="connsiteY561" fmla="*/ 1866134 h 6858000"/>
              <a:gd name="connsiteX562" fmla="*/ 2407436 w 7472601"/>
              <a:gd name="connsiteY562" fmla="*/ 1651070 h 6858000"/>
              <a:gd name="connsiteX563" fmla="*/ 2448558 w 7472601"/>
              <a:gd name="connsiteY563" fmla="*/ 1373435 h 6858000"/>
              <a:gd name="connsiteX564" fmla="*/ 278707 w 7472601"/>
              <a:gd name="connsiteY564" fmla="*/ 1352270 h 6858000"/>
              <a:gd name="connsiteX565" fmla="*/ 321570 w 7472601"/>
              <a:gd name="connsiteY565" fmla="*/ 1861610 h 6858000"/>
              <a:gd name="connsiteX566" fmla="*/ 294281 w 7472601"/>
              <a:gd name="connsiteY566" fmla="*/ 1440658 h 6858000"/>
              <a:gd name="connsiteX567" fmla="*/ 278707 w 7472601"/>
              <a:gd name="connsiteY567" fmla="*/ 1352270 h 6858000"/>
              <a:gd name="connsiteX568" fmla="*/ 1423821 w 7472601"/>
              <a:gd name="connsiteY568" fmla="*/ 1351958 h 6858000"/>
              <a:gd name="connsiteX569" fmla="*/ 1638521 w 7472601"/>
              <a:gd name="connsiteY569" fmla="*/ 1908470 h 6858000"/>
              <a:gd name="connsiteX570" fmla="*/ 1754199 w 7472601"/>
              <a:gd name="connsiteY570" fmla="*/ 2149284 h 6858000"/>
              <a:gd name="connsiteX571" fmla="*/ 1908359 w 7472601"/>
              <a:gd name="connsiteY571" fmla="*/ 2364988 h 6858000"/>
              <a:gd name="connsiteX572" fmla="*/ 1647661 w 7472601"/>
              <a:gd name="connsiteY572" fmla="*/ 1825945 h 6858000"/>
              <a:gd name="connsiteX573" fmla="*/ 1423821 w 7472601"/>
              <a:gd name="connsiteY573" fmla="*/ 1351958 h 6858000"/>
              <a:gd name="connsiteX574" fmla="*/ 1431890 w 7472601"/>
              <a:gd name="connsiteY574" fmla="*/ 1306475 h 6858000"/>
              <a:gd name="connsiteX575" fmla="*/ 1507597 w 7472601"/>
              <a:gd name="connsiteY575" fmla="*/ 1446132 h 6858000"/>
              <a:gd name="connsiteX576" fmla="*/ 1674586 w 7472601"/>
              <a:gd name="connsiteY576" fmla="*/ 1813832 h 6858000"/>
              <a:gd name="connsiteX577" fmla="*/ 1815950 w 7472601"/>
              <a:gd name="connsiteY577" fmla="*/ 2128564 h 6858000"/>
              <a:gd name="connsiteX578" fmla="*/ 1984242 w 7472601"/>
              <a:gd name="connsiteY578" fmla="*/ 2430829 h 6858000"/>
              <a:gd name="connsiteX579" fmla="*/ 2014023 w 7472601"/>
              <a:gd name="connsiteY579" fmla="*/ 2450995 h 6858000"/>
              <a:gd name="connsiteX580" fmla="*/ 1747337 w 7472601"/>
              <a:gd name="connsiteY580" fmla="*/ 1855264 h 6858000"/>
              <a:gd name="connsiteX581" fmla="*/ 1533749 w 7472601"/>
              <a:gd name="connsiteY581" fmla="*/ 1478656 h 6858000"/>
              <a:gd name="connsiteX582" fmla="*/ 1431890 w 7472601"/>
              <a:gd name="connsiteY582" fmla="*/ 1306475 h 6858000"/>
              <a:gd name="connsiteX583" fmla="*/ 5052692 w 7472601"/>
              <a:gd name="connsiteY583" fmla="*/ 1292994 h 6858000"/>
              <a:gd name="connsiteX584" fmla="*/ 5200661 w 7472601"/>
              <a:gd name="connsiteY584" fmla="*/ 1635186 h 6858000"/>
              <a:gd name="connsiteX585" fmla="*/ 5297138 w 7472601"/>
              <a:gd name="connsiteY585" fmla="*/ 1906351 h 6858000"/>
              <a:gd name="connsiteX586" fmla="*/ 5052692 w 7472601"/>
              <a:gd name="connsiteY586" fmla="*/ 1292994 h 6858000"/>
              <a:gd name="connsiteX587" fmla="*/ 5009948 w 7472601"/>
              <a:gd name="connsiteY587" fmla="*/ 1273619 h 6858000"/>
              <a:gd name="connsiteX588" fmla="*/ 5121777 w 7472601"/>
              <a:gd name="connsiteY588" fmla="*/ 1654213 h 6858000"/>
              <a:gd name="connsiteX589" fmla="*/ 5293545 w 7472601"/>
              <a:gd name="connsiteY589" fmla="*/ 2072247 h 6858000"/>
              <a:gd name="connsiteX590" fmla="*/ 5294042 w 7472601"/>
              <a:gd name="connsiteY590" fmla="*/ 2065019 h 6858000"/>
              <a:gd name="connsiteX591" fmla="*/ 5171936 w 7472601"/>
              <a:gd name="connsiteY591" fmla="*/ 1647613 h 6858000"/>
              <a:gd name="connsiteX592" fmla="*/ 5009948 w 7472601"/>
              <a:gd name="connsiteY592" fmla="*/ 1273619 h 6858000"/>
              <a:gd name="connsiteX593" fmla="*/ 655236 w 7472601"/>
              <a:gd name="connsiteY593" fmla="*/ 1268632 h 6858000"/>
              <a:gd name="connsiteX594" fmla="*/ 839521 w 7472601"/>
              <a:gd name="connsiteY594" fmla="*/ 1685315 h 6858000"/>
              <a:gd name="connsiteX595" fmla="*/ 1109416 w 7472601"/>
              <a:gd name="connsiteY595" fmla="*/ 2061663 h 6858000"/>
              <a:gd name="connsiteX596" fmla="*/ 1298300 w 7472601"/>
              <a:gd name="connsiteY596" fmla="*/ 2247742 h 6858000"/>
              <a:gd name="connsiteX597" fmla="*/ 1125871 w 7472601"/>
              <a:gd name="connsiteY597" fmla="*/ 1989513 h 6858000"/>
              <a:gd name="connsiteX598" fmla="*/ 981574 w 7472601"/>
              <a:gd name="connsiteY598" fmla="*/ 1783157 h 6858000"/>
              <a:gd name="connsiteX599" fmla="*/ 922198 w 7472601"/>
              <a:gd name="connsiteY599" fmla="*/ 1677437 h 6858000"/>
              <a:gd name="connsiteX600" fmla="*/ 869293 w 7472601"/>
              <a:gd name="connsiteY600" fmla="*/ 1583214 h 6858000"/>
              <a:gd name="connsiteX601" fmla="*/ 751431 w 7472601"/>
              <a:gd name="connsiteY601" fmla="*/ 1405731 h 6858000"/>
              <a:gd name="connsiteX602" fmla="*/ 655236 w 7472601"/>
              <a:gd name="connsiteY602" fmla="*/ 1268632 h 6858000"/>
              <a:gd name="connsiteX603" fmla="*/ 6516292 w 7472601"/>
              <a:gd name="connsiteY603" fmla="*/ 1263064 h 6858000"/>
              <a:gd name="connsiteX604" fmla="*/ 5736320 w 7472601"/>
              <a:gd name="connsiteY604" fmla="*/ 1501803 h 6858000"/>
              <a:gd name="connsiteX605" fmla="*/ 6516292 w 7472601"/>
              <a:gd name="connsiteY605" fmla="*/ 1263064 h 6858000"/>
              <a:gd name="connsiteX606" fmla="*/ 291466 w 7472601"/>
              <a:gd name="connsiteY606" fmla="*/ 1250369 h 6858000"/>
              <a:gd name="connsiteX607" fmla="*/ 323180 w 7472601"/>
              <a:gd name="connsiteY607" fmla="*/ 1435283 h 6858000"/>
              <a:gd name="connsiteX608" fmla="*/ 349381 w 7472601"/>
              <a:gd name="connsiteY608" fmla="*/ 1875041 h 6858000"/>
              <a:gd name="connsiteX609" fmla="*/ 374363 w 7472601"/>
              <a:gd name="connsiteY609" fmla="*/ 1506494 h 6858000"/>
              <a:gd name="connsiteX610" fmla="*/ 302168 w 7472601"/>
              <a:gd name="connsiteY610" fmla="*/ 1274495 h 6858000"/>
              <a:gd name="connsiteX611" fmla="*/ 291466 w 7472601"/>
              <a:gd name="connsiteY611" fmla="*/ 1250369 h 6858000"/>
              <a:gd name="connsiteX612" fmla="*/ 678222 w 7472601"/>
              <a:gd name="connsiteY612" fmla="*/ 1248670 h 6858000"/>
              <a:gd name="connsiteX613" fmla="*/ 775536 w 7472601"/>
              <a:gd name="connsiteY613" fmla="*/ 1388015 h 6858000"/>
              <a:gd name="connsiteX614" fmla="*/ 894529 w 7472601"/>
              <a:gd name="connsiteY614" fmla="*/ 1567739 h 6858000"/>
              <a:gd name="connsiteX615" fmla="*/ 948000 w 7472601"/>
              <a:gd name="connsiteY615" fmla="*/ 1663088 h 6858000"/>
              <a:gd name="connsiteX616" fmla="*/ 1006812 w 7472601"/>
              <a:gd name="connsiteY616" fmla="*/ 1767683 h 6858000"/>
              <a:gd name="connsiteX617" fmla="*/ 1149133 w 7472601"/>
              <a:gd name="connsiteY617" fmla="*/ 1971513 h 6858000"/>
              <a:gd name="connsiteX618" fmla="*/ 1333952 w 7472601"/>
              <a:gd name="connsiteY618" fmla="*/ 2251620 h 6858000"/>
              <a:gd name="connsiteX619" fmla="*/ 1337329 w 7472601"/>
              <a:gd name="connsiteY619" fmla="*/ 2258350 h 6858000"/>
              <a:gd name="connsiteX620" fmla="*/ 1014726 w 7472601"/>
              <a:gd name="connsiteY620" fmla="*/ 1615556 h 6858000"/>
              <a:gd name="connsiteX621" fmla="*/ 678222 w 7472601"/>
              <a:gd name="connsiteY621" fmla="*/ 1248670 h 6858000"/>
              <a:gd name="connsiteX622" fmla="*/ 6691602 w 7472601"/>
              <a:gd name="connsiteY622" fmla="*/ 1140573 h 6858000"/>
              <a:gd name="connsiteX623" fmla="*/ 6571100 w 7472601"/>
              <a:gd name="connsiteY623" fmla="*/ 1183662 h 6858000"/>
              <a:gd name="connsiteX624" fmla="*/ 6241687 w 7472601"/>
              <a:gd name="connsiteY624" fmla="*/ 1257600 h 6858000"/>
              <a:gd name="connsiteX625" fmla="*/ 5693009 w 7472601"/>
              <a:gd name="connsiteY625" fmla="*/ 1478256 h 6858000"/>
              <a:gd name="connsiteX626" fmla="*/ 6548420 w 7472601"/>
              <a:gd name="connsiteY626" fmla="*/ 1214599 h 6858000"/>
              <a:gd name="connsiteX627" fmla="*/ 6605473 w 7472601"/>
              <a:gd name="connsiteY627" fmla="*/ 1184686 h 6858000"/>
              <a:gd name="connsiteX628" fmla="*/ 6691602 w 7472601"/>
              <a:gd name="connsiteY628" fmla="*/ 1140573 h 6858000"/>
              <a:gd name="connsiteX629" fmla="*/ 4002475 w 7472601"/>
              <a:gd name="connsiteY629" fmla="*/ 1037802 h 6858000"/>
              <a:gd name="connsiteX630" fmla="*/ 4000324 w 7472601"/>
              <a:gd name="connsiteY630" fmla="*/ 1039362 h 6858000"/>
              <a:gd name="connsiteX631" fmla="*/ 4002862 w 7472601"/>
              <a:gd name="connsiteY631" fmla="*/ 1042866 h 6858000"/>
              <a:gd name="connsiteX632" fmla="*/ 4002475 w 7472601"/>
              <a:gd name="connsiteY632" fmla="*/ 1037802 h 6858000"/>
              <a:gd name="connsiteX633" fmla="*/ 506322 w 7472601"/>
              <a:gd name="connsiteY633" fmla="*/ 1020997 h 6858000"/>
              <a:gd name="connsiteX634" fmla="*/ 533068 w 7472601"/>
              <a:gd name="connsiteY634" fmla="*/ 1029409 h 6858000"/>
              <a:gd name="connsiteX635" fmla="*/ 1232525 w 7472601"/>
              <a:gd name="connsiteY635" fmla="*/ 1804675 h 6858000"/>
              <a:gd name="connsiteX636" fmla="*/ 1388858 w 7472601"/>
              <a:gd name="connsiteY636" fmla="*/ 2368011 h 6858000"/>
              <a:gd name="connsiteX637" fmla="*/ 1384098 w 7472601"/>
              <a:gd name="connsiteY637" fmla="*/ 2378125 h 6858000"/>
              <a:gd name="connsiteX638" fmla="*/ 1425393 w 7472601"/>
              <a:gd name="connsiteY638" fmla="*/ 2589124 h 6858000"/>
              <a:gd name="connsiteX639" fmla="*/ 1424001 w 7472601"/>
              <a:gd name="connsiteY639" fmla="*/ 2597541 h 6858000"/>
              <a:gd name="connsiteX640" fmla="*/ 2152729 w 7472601"/>
              <a:gd name="connsiteY640" fmla="*/ 2864487 h 6858000"/>
              <a:gd name="connsiteX641" fmla="*/ 2020609 w 7472601"/>
              <a:gd name="connsiteY641" fmla="*/ 2539671 h 6858000"/>
              <a:gd name="connsiteX642" fmla="*/ 2018920 w 7472601"/>
              <a:gd name="connsiteY642" fmla="*/ 2536309 h 6858000"/>
              <a:gd name="connsiteX643" fmla="*/ 1342441 w 7472601"/>
              <a:gd name="connsiteY643" fmla="*/ 1173017 h 6858000"/>
              <a:gd name="connsiteX644" fmla="*/ 1367925 w 7472601"/>
              <a:gd name="connsiteY644" fmla="*/ 1135648 h 6858000"/>
              <a:gd name="connsiteX645" fmla="*/ 1771401 w 7472601"/>
              <a:gd name="connsiteY645" fmla="*/ 1806673 h 6858000"/>
              <a:gd name="connsiteX646" fmla="*/ 1972385 w 7472601"/>
              <a:gd name="connsiteY646" fmla="*/ 2198735 h 6858000"/>
              <a:gd name="connsiteX647" fmla="*/ 2040892 w 7472601"/>
              <a:gd name="connsiteY647" fmla="*/ 2405205 h 6858000"/>
              <a:gd name="connsiteX648" fmla="*/ 2131689 w 7472601"/>
              <a:gd name="connsiteY648" fmla="*/ 1936926 h 6858000"/>
              <a:gd name="connsiteX649" fmla="*/ 2454820 w 7472601"/>
              <a:gd name="connsiteY649" fmla="*/ 1248808 h 6858000"/>
              <a:gd name="connsiteX650" fmla="*/ 2492512 w 7472601"/>
              <a:gd name="connsiteY650" fmla="*/ 1302920 h 6858000"/>
              <a:gd name="connsiteX651" fmla="*/ 2081216 w 7472601"/>
              <a:gd name="connsiteY651" fmla="*/ 2527513 h 6858000"/>
              <a:gd name="connsiteX652" fmla="*/ 2081211 w 7472601"/>
              <a:gd name="connsiteY652" fmla="*/ 2528916 h 6858000"/>
              <a:gd name="connsiteX653" fmla="*/ 2199067 w 7472601"/>
              <a:gd name="connsiteY653" fmla="*/ 2884061 h 6858000"/>
              <a:gd name="connsiteX654" fmla="*/ 3192586 w 7472601"/>
              <a:gd name="connsiteY654" fmla="*/ 3411496 h 6858000"/>
              <a:gd name="connsiteX655" fmla="*/ 3182620 w 7472601"/>
              <a:gd name="connsiteY655" fmla="*/ 3483279 h 6858000"/>
              <a:gd name="connsiteX656" fmla="*/ 2435119 w 7472601"/>
              <a:gd name="connsiteY656" fmla="*/ 3080173 h 6858000"/>
              <a:gd name="connsiteX657" fmla="*/ 2410152 w 7472601"/>
              <a:gd name="connsiteY657" fmla="*/ 3063751 h 6858000"/>
              <a:gd name="connsiteX658" fmla="*/ 2408099 w 7472601"/>
              <a:gd name="connsiteY658" fmla="*/ 3064403 h 6858000"/>
              <a:gd name="connsiteX659" fmla="*/ 2407218 w 7472601"/>
              <a:gd name="connsiteY659" fmla="*/ 3070324 h 6858000"/>
              <a:gd name="connsiteX660" fmla="*/ 2380138 w 7472601"/>
              <a:gd name="connsiteY660" fmla="*/ 3099341 h 6858000"/>
              <a:gd name="connsiteX661" fmla="*/ 1765923 w 7472601"/>
              <a:gd name="connsiteY661" fmla="*/ 3581043 h 6858000"/>
              <a:gd name="connsiteX662" fmla="*/ 1702258 w 7472601"/>
              <a:gd name="connsiteY662" fmla="*/ 3612286 h 6858000"/>
              <a:gd name="connsiteX663" fmla="*/ 1538370 w 7472601"/>
              <a:gd name="connsiteY663" fmla="*/ 3811804 h 6858000"/>
              <a:gd name="connsiteX664" fmla="*/ 542867 w 7472601"/>
              <a:gd name="connsiteY664" fmla="*/ 4944092 h 6858000"/>
              <a:gd name="connsiteX665" fmla="*/ 515800 w 7472601"/>
              <a:gd name="connsiteY665" fmla="*/ 4862180 h 6858000"/>
              <a:gd name="connsiteX666" fmla="*/ 909145 w 7472601"/>
              <a:gd name="connsiteY666" fmla="*/ 4199225 h 6858000"/>
              <a:gd name="connsiteX667" fmla="*/ 1214067 w 7472601"/>
              <a:gd name="connsiteY667" fmla="*/ 3908561 h 6858000"/>
              <a:gd name="connsiteX668" fmla="*/ 640967 w 7472601"/>
              <a:gd name="connsiteY668" fmla="*/ 4105601 h 6858000"/>
              <a:gd name="connsiteX669" fmla="*/ 112563 w 7472601"/>
              <a:gd name="connsiteY669" fmla="*/ 4396952 h 6858000"/>
              <a:gd name="connsiteX670" fmla="*/ 0 w 7472601"/>
              <a:gd name="connsiteY670" fmla="*/ 4466006 h 6858000"/>
              <a:gd name="connsiteX671" fmla="*/ 0 w 7472601"/>
              <a:gd name="connsiteY671" fmla="*/ 4233763 h 6858000"/>
              <a:gd name="connsiteX672" fmla="*/ 36881 w 7472601"/>
              <a:gd name="connsiteY672" fmla="*/ 4200118 h 6858000"/>
              <a:gd name="connsiteX673" fmla="*/ 910534 w 7472601"/>
              <a:gd name="connsiteY673" fmla="*/ 3629753 h 6858000"/>
              <a:gd name="connsiteX674" fmla="*/ 1578717 w 7472601"/>
              <a:gd name="connsiteY674" fmla="*/ 3575982 h 6858000"/>
              <a:gd name="connsiteX675" fmla="*/ 2338780 w 7472601"/>
              <a:gd name="connsiteY675" fmla="*/ 3033725 h 6858000"/>
              <a:gd name="connsiteX676" fmla="*/ 1807991 w 7472601"/>
              <a:gd name="connsiteY676" fmla="*/ 2807184 h 6858000"/>
              <a:gd name="connsiteX677" fmla="*/ 1416358 w 7472601"/>
              <a:gd name="connsiteY677" fmla="*/ 3112571 h 6858000"/>
              <a:gd name="connsiteX678" fmla="*/ 939066 w 7472601"/>
              <a:gd name="connsiteY678" fmla="*/ 3378798 h 6858000"/>
              <a:gd name="connsiteX679" fmla="*/ 115099 w 7472601"/>
              <a:gd name="connsiteY679" fmla="*/ 3607650 h 6858000"/>
              <a:gd name="connsiteX680" fmla="*/ 97284 w 7472601"/>
              <a:gd name="connsiteY680" fmla="*/ 3520393 h 6858000"/>
              <a:gd name="connsiteX681" fmla="*/ 922050 w 7472601"/>
              <a:gd name="connsiteY681" fmla="*/ 3074867 h 6858000"/>
              <a:gd name="connsiteX682" fmla="*/ 1405265 w 7472601"/>
              <a:gd name="connsiteY682" fmla="*/ 3016319 h 6858000"/>
              <a:gd name="connsiteX683" fmla="*/ 1407512 w 7472601"/>
              <a:gd name="connsiteY683" fmla="*/ 3018001 h 6858000"/>
              <a:gd name="connsiteX684" fmla="*/ 1726266 w 7472601"/>
              <a:gd name="connsiteY684" fmla="*/ 2777274 h 6858000"/>
              <a:gd name="connsiteX685" fmla="*/ 625390 w 7472601"/>
              <a:gd name="connsiteY685" fmla="*/ 2514541 h 6858000"/>
              <a:gd name="connsiteX686" fmla="*/ 619799 w 7472601"/>
              <a:gd name="connsiteY686" fmla="*/ 2527180 h 6858000"/>
              <a:gd name="connsiteX687" fmla="*/ 310030 w 7472601"/>
              <a:gd name="connsiteY687" fmla="*/ 2771818 h 6858000"/>
              <a:gd name="connsiteX688" fmla="*/ 173877 w 7472601"/>
              <a:gd name="connsiteY688" fmla="*/ 2937056 h 6858000"/>
              <a:gd name="connsiteX689" fmla="*/ 77889 w 7472601"/>
              <a:gd name="connsiteY689" fmla="*/ 3138440 h 6858000"/>
              <a:gd name="connsiteX690" fmla="*/ 0 w 7472601"/>
              <a:gd name="connsiteY690" fmla="*/ 3271395 h 6858000"/>
              <a:gd name="connsiteX691" fmla="*/ 0 w 7472601"/>
              <a:gd name="connsiteY691" fmla="*/ 3153002 h 6858000"/>
              <a:gd name="connsiteX692" fmla="*/ 2386 w 7472601"/>
              <a:gd name="connsiteY692" fmla="*/ 3149203 h 6858000"/>
              <a:gd name="connsiteX693" fmla="*/ 89753 w 7472601"/>
              <a:gd name="connsiteY693" fmla="*/ 2987702 h 6858000"/>
              <a:gd name="connsiteX694" fmla="*/ 76869 w 7472601"/>
              <a:gd name="connsiteY694" fmla="*/ 3005404 h 6858000"/>
              <a:gd name="connsiteX695" fmla="*/ 32049 w 7472601"/>
              <a:gd name="connsiteY695" fmla="*/ 3065814 h 6858000"/>
              <a:gd name="connsiteX696" fmla="*/ 0 w 7472601"/>
              <a:gd name="connsiteY696" fmla="*/ 3108744 h 6858000"/>
              <a:gd name="connsiteX697" fmla="*/ 0 w 7472601"/>
              <a:gd name="connsiteY697" fmla="*/ 3058059 h 6858000"/>
              <a:gd name="connsiteX698" fmla="*/ 7610 w 7472601"/>
              <a:gd name="connsiteY698" fmla="*/ 3047889 h 6858000"/>
              <a:gd name="connsiteX699" fmla="*/ 52419 w 7472601"/>
              <a:gd name="connsiteY699" fmla="*/ 2987479 h 6858000"/>
              <a:gd name="connsiteX700" fmla="*/ 59142 w 7472601"/>
              <a:gd name="connsiteY700" fmla="*/ 2978488 h 6858000"/>
              <a:gd name="connsiteX701" fmla="*/ 0 w 7472601"/>
              <a:gd name="connsiteY701" fmla="*/ 3015334 h 6858000"/>
              <a:gd name="connsiteX702" fmla="*/ 0 w 7472601"/>
              <a:gd name="connsiteY702" fmla="*/ 2914286 h 6858000"/>
              <a:gd name="connsiteX703" fmla="*/ 36383 w 7472601"/>
              <a:gd name="connsiteY703" fmla="*/ 2901128 h 6858000"/>
              <a:gd name="connsiteX704" fmla="*/ 156329 w 7472601"/>
              <a:gd name="connsiteY704" fmla="*/ 2840533 h 6858000"/>
              <a:gd name="connsiteX705" fmla="*/ 358355 w 7472601"/>
              <a:gd name="connsiteY705" fmla="*/ 2620471 h 6858000"/>
              <a:gd name="connsiteX706" fmla="*/ 510577 w 7472601"/>
              <a:gd name="connsiteY706" fmla="*/ 2501244 h 6858000"/>
              <a:gd name="connsiteX707" fmla="*/ 211967 w 7472601"/>
              <a:gd name="connsiteY707" fmla="*/ 2479171 h 6858000"/>
              <a:gd name="connsiteX708" fmla="*/ 0 w 7472601"/>
              <a:gd name="connsiteY708" fmla="*/ 2476398 h 6858000"/>
              <a:gd name="connsiteX709" fmla="*/ 0 w 7472601"/>
              <a:gd name="connsiteY709" fmla="*/ 2389189 h 6858000"/>
              <a:gd name="connsiteX710" fmla="*/ 103062 w 7472601"/>
              <a:gd name="connsiteY710" fmla="*/ 2389518 h 6858000"/>
              <a:gd name="connsiteX711" fmla="*/ 510734 w 7472601"/>
              <a:gd name="connsiteY711" fmla="*/ 2416201 h 6858000"/>
              <a:gd name="connsiteX712" fmla="*/ 279257 w 7472601"/>
              <a:gd name="connsiteY712" fmla="*/ 2092102 h 6858000"/>
              <a:gd name="connsiteX713" fmla="*/ 65265 w 7472601"/>
              <a:gd name="connsiteY713" fmla="*/ 2006049 h 6858000"/>
              <a:gd name="connsiteX714" fmla="*/ 0 w 7472601"/>
              <a:gd name="connsiteY714" fmla="*/ 1982532 h 6858000"/>
              <a:gd name="connsiteX715" fmla="*/ 0 w 7472601"/>
              <a:gd name="connsiteY715" fmla="*/ 1912789 h 6858000"/>
              <a:gd name="connsiteX716" fmla="*/ 97460 w 7472601"/>
              <a:gd name="connsiteY716" fmla="*/ 1953725 h 6858000"/>
              <a:gd name="connsiteX717" fmla="*/ 221272 w 7472601"/>
              <a:gd name="connsiteY717" fmla="*/ 1980766 h 6858000"/>
              <a:gd name="connsiteX718" fmla="*/ 116765 w 7472601"/>
              <a:gd name="connsiteY718" fmla="*/ 1911033 h 6858000"/>
              <a:gd name="connsiteX719" fmla="*/ 16405 w 7472601"/>
              <a:gd name="connsiteY719" fmla="*/ 1803412 h 6858000"/>
              <a:gd name="connsiteX720" fmla="*/ 0 w 7472601"/>
              <a:gd name="connsiteY720" fmla="*/ 1784777 h 6858000"/>
              <a:gd name="connsiteX721" fmla="*/ 0 w 7472601"/>
              <a:gd name="connsiteY721" fmla="*/ 1740082 h 6858000"/>
              <a:gd name="connsiteX722" fmla="*/ 39394 w 7472601"/>
              <a:gd name="connsiteY722" fmla="*/ 1784856 h 6858000"/>
              <a:gd name="connsiteX723" fmla="*/ 135813 w 7472601"/>
              <a:gd name="connsiteY723" fmla="*/ 1888838 h 6858000"/>
              <a:gd name="connsiteX724" fmla="*/ 242575 w 7472601"/>
              <a:gd name="connsiteY724" fmla="*/ 1958841 h 6858000"/>
              <a:gd name="connsiteX725" fmla="*/ 82197 w 7472601"/>
              <a:gd name="connsiteY725" fmla="*/ 1754826 h 6858000"/>
              <a:gd name="connsiteX726" fmla="*/ 0 w 7472601"/>
              <a:gd name="connsiteY726" fmla="*/ 1679650 h 6858000"/>
              <a:gd name="connsiteX727" fmla="*/ 0 w 7472601"/>
              <a:gd name="connsiteY727" fmla="*/ 1602463 h 6858000"/>
              <a:gd name="connsiteX728" fmla="*/ 84689 w 7472601"/>
              <a:gd name="connsiteY728" fmla="*/ 1677442 h 6858000"/>
              <a:gd name="connsiteX729" fmla="*/ 298437 w 7472601"/>
              <a:gd name="connsiteY729" fmla="*/ 1968019 h 6858000"/>
              <a:gd name="connsiteX730" fmla="*/ 227269 w 7472601"/>
              <a:gd name="connsiteY730" fmla="*/ 1114064 h 6858000"/>
              <a:gd name="connsiteX731" fmla="*/ 248003 w 7472601"/>
              <a:gd name="connsiteY731" fmla="*/ 1089613 h 6858000"/>
              <a:gd name="connsiteX732" fmla="*/ 427020 w 7472601"/>
              <a:gd name="connsiteY732" fmla="*/ 1619803 h 6858000"/>
              <a:gd name="connsiteX733" fmla="*/ 340345 w 7472601"/>
              <a:gd name="connsiteY733" fmla="*/ 2027739 h 6858000"/>
              <a:gd name="connsiteX734" fmla="*/ 360865 w 7472601"/>
              <a:gd name="connsiteY734" fmla="*/ 2044827 h 6858000"/>
              <a:gd name="connsiteX735" fmla="*/ 560414 w 7472601"/>
              <a:gd name="connsiteY735" fmla="*/ 2421457 h 6858000"/>
              <a:gd name="connsiteX736" fmla="*/ 1359703 w 7472601"/>
              <a:gd name="connsiteY736" fmla="*/ 2578554 h 6858000"/>
              <a:gd name="connsiteX737" fmla="*/ 1359422 w 7472601"/>
              <a:gd name="connsiteY737" fmla="*/ 2577994 h 6858000"/>
              <a:gd name="connsiteX738" fmla="*/ 828701 w 7472601"/>
              <a:gd name="connsiteY738" fmla="*/ 1839520 h 6858000"/>
              <a:gd name="connsiteX739" fmla="*/ 494427 w 7472601"/>
              <a:gd name="connsiteY739" fmla="*/ 1092333 h 6858000"/>
              <a:gd name="connsiteX740" fmla="*/ 506322 w 7472601"/>
              <a:gd name="connsiteY740" fmla="*/ 1020997 h 6858000"/>
              <a:gd name="connsiteX741" fmla="*/ 4570198 w 7472601"/>
              <a:gd name="connsiteY741" fmla="*/ 978081 h 6858000"/>
              <a:gd name="connsiteX742" fmla="*/ 4523691 w 7472601"/>
              <a:gd name="connsiteY742" fmla="*/ 1127776 h 6858000"/>
              <a:gd name="connsiteX743" fmla="*/ 4509875 w 7472601"/>
              <a:gd name="connsiteY743" fmla="*/ 1167552 h 6858000"/>
              <a:gd name="connsiteX744" fmla="*/ 4478168 w 7472601"/>
              <a:gd name="connsiteY744" fmla="*/ 1260735 h 6858000"/>
              <a:gd name="connsiteX745" fmla="*/ 4409309 w 7472601"/>
              <a:gd name="connsiteY745" fmla="*/ 1666996 h 6858000"/>
              <a:gd name="connsiteX746" fmla="*/ 4370031 w 7472601"/>
              <a:gd name="connsiteY746" fmla="*/ 1955666 h 6858000"/>
              <a:gd name="connsiteX747" fmla="*/ 4570198 w 7472601"/>
              <a:gd name="connsiteY747" fmla="*/ 978081 h 6858000"/>
              <a:gd name="connsiteX748" fmla="*/ 4557898 w 7472601"/>
              <a:gd name="connsiteY748" fmla="*/ 900011 h 6858000"/>
              <a:gd name="connsiteX749" fmla="*/ 4344840 w 7472601"/>
              <a:gd name="connsiteY749" fmla="*/ 1922038 h 6858000"/>
              <a:gd name="connsiteX750" fmla="*/ 4378710 w 7472601"/>
              <a:gd name="connsiteY750" fmla="*/ 1665516 h 6858000"/>
              <a:gd name="connsiteX751" fmla="*/ 4448798 w 7472601"/>
              <a:gd name="connsiteY751" fmla="*/ 1253024 h 6858000"/>
              <a:gd name="connsiteX752" fmla="*/ 4480315 w 7472601"/>
              <a:gd name="connsiteY752" fmla="*/ 1158454 h 6858000"/>
              <a:gd name="connsiteX753" fmla="*/ 4494133 w 7472601"/>
              <a:gd name="connsiteY753" fmla="*/ 1118676 h 6858000"/>
              <a:gd name="connsiteX754" fmla="*/ 4557898 w 7472601"/>
              <a:gd name="connsiteY754" fmla="*/ 900011 h 6858000"/>
              <a:gd name="connsiteX755" fmla="*/ 5870151 w 7472601"/>
              <a:gd name="connsiteY755" fmla="*/ 898890 h 6858000"/>
              <a:gd name="connsiteX756" fmla="*/ 5861335 w 7472601"/>
              <a:gd name="connsiteY756" fmla="*/ 899177 h 6858000"/>
              <a:gd name="connsiteX757" fmla="*/ 5843702 w 7472601"/>
              <a:gd name="connsiteY757" fmla="*/ 899748 h 6858000"/>
              <a:gd name="connsiteX758" fmla="*/ 5651107 w 7472601"/>
              <a:gd name="connsiteY758" fmla="*/ 920306 h 6858000"/>
              <a:gd name="connsiteX759" fmla="*/ 5459407 w 7472601"/>
              <a:gd name="connsiteY759" fmla="*/ 940975 h 6858000"/>
              <a:gd name="connsiteX760" fmla="*/ 5374846 w 7472601"/>
              <a:gd name="connsiteY760" fmla="*/ 941988 h 6858000"/>
              <a:gd name="connsiteX761" fmla="*/ 5256105 w 7472601"/>
              <a:gd name="connsiteY761" fmla="*/ 945632 h 6858000"/>
              <a:gd name="connsiteX762" fmla="*/ 5107071 w 7472601"/>
              <a:gd name="connsiteY762" fmla="*/ 969720 h 6858000"/>
              <a:gd name="connsiteX763" fmla="*/ 4998681 w 7472601"/>
              <a:gd name="connsiteY763" fmla="*/ 988771 h 6858000"/>
              <a:gd name="connsiteX764" fmla="*/ 5870151 w 7472601"/>
              <a:gd name="connsiteY764" fmla="*/ 898890 h 6858000"/>
              <a:gd name="connsiteX765" fmla="*/ 5504425 w 7472601"/>
              <a:gd name="connsiteY765" fmla="*/ 848067 h 6858000"/>
              <a:gd name="connsiteX766" fmla="*/ 4968849 w 7472601"/>
              <a:gd name="connsiteY766" fmla="*/ 962318 h 6858000"/>
              <a:gd name="connsiteX767" fmla="*/ 5104039 w 7472601"/>
              <a:gd name="connsiteY767" fmla="*/ 940634 h 6858000"/>
              <a:gd name="connsiteX768" fmla="*/ 5256311 w 7472601"/>
              <a:gd name="connsiteY768" fmla="*/ 916490 h 6858000"/>
              <a:gd name="connsiteX769" fmla="*/ 5377381 w 7472601"/>
              <a:gd name="connsiteY769" fmla="*/ 912671 h 6858000"/>
              <a:gd name="connsiteX770" fmla="*/ 5460148 w 7472601"/>
              <a:gd name="connsiteY770" fmla="*/ 911442 h 6858000"/>
              <a:gd name="connsiteX771" fmla="*/ 5648971 w 7472601"/>
              <a:gd name="connsiteY771" fmla="*/ 891331 h 6858000"/>
              <a:gd name="connsiteX772" fmla="*/ 5844807 w 7472601"/>
              <a:gd name="connsiteY772" fmla="*/ 870718 h 6858000"/>
              <a:gd name="connsiteX773" fmla="*/ 5862975 w 7472601"/>
              <a:gd name="connsiteY773" fmla="*/ 869756 h 6858000"/>
              <a:gd name="connsiteX774" fmla="*/ 5920887 w 7472601"/>
              <a:gd name="connsiteY774" fmla="*/ 865929 h 6858000"/>
              <a:gd name="connsiteX775" fmla="*/ 5504425 w 7472601"/>
              <a:gd name="connsiteY775" fmla="*/ 848067 h 6858000"/>
              <a:gd name="connsiteX776" fmla="*/ 3607114 w 7472601"/>
              <a:gd name="connsiteY776" fmla="*/ 467441 h 6858000"/>
              <a:gd name="connsiteX777" fmla="*/ 3296242 w 7472601"/>
              <a:gd name="connsiteY777" fmla="*/ 807991 h 6858000"/>
              <a:gd name="connsiteX778" fmla="*/ 3174674 w 7472601"/>
              <a:gd name="connsiteY778" fmla="*/ 919759 h 6858000"/>
              <a:gd name="connsiteX779" fmla="*/ 3042978 w 7472601"/>
              <a:gd name="connsiteY779" fmla="*/ 1054894 h 6858000"/>
              <a:gd name="connsiteX780" fmla="*/ 2968914 w 7472601"/>
              <a:gd name="connsiteY780" fmla="*/ 1133756 h 6858000"/>
              <a:gd name="connsiteX781" fmla="*/ 3103823 w 7472601"/>
              <a:gd name="connsiteY781" fmla="*/ 1026814 h 6858000"/>
              <a:gd name="connsiteX782" fmla="*/ 3607114 w 7472601"/>
              <a:gd name="connsiteY782" fmla="*/ 467441 h 6858000"/>
              <a:gd name="connsiteX783" fmla="*/ 3744487 w 7472601"/>
              <a:gd name="connsiteY783" fmla="*/ 383136 h 6858000"/>
              <a:gd name="connsiteX784" fmla="*/ 3970213 w 7472601"/>
              <a:gd name="connsiteY784" fmla="*/ 995559 h 6858000"/>
              <a:gd name="connsiteX785" fmla="*/ 3744487 w 7472601"/>
              <a:gd name="connsiteY785" fmla="*/ 383136 h 6858000"/>
              <a:gd name="connsiteX786" fmla="*/ 3624562 w 7472601"/>
              <a:gd name="connsiteY786" fmla="*/ 367041 h 6858000"/>
              <a:gd name="connsiteX787" fmla="*/ 3489712 w 7472601"/>
              <a:gd name="connsiteY787" fmla="*/ 485386 h 6858000"/>
              <a:gd name="connsiteX788" fmla="*/ 3182994 w 7472601"/>
              <a:gd name="connsiteY788" fmla="*/ 828265 h 6858000"/>
              <a:gd name="connsiteX789" fmla="*/ 2892114 w 7472601"/>
              <a:gd name="connsiteY789" fmla="*/ 1172635 h 6858000"/>
              <a:gd name="connsiteX790" fmla="*/ 3021459 w 7472601"/>
              <a:gd name="connsiteY790" fmla="*/ 1035385 h 6858000"/>
              <a:gd name="connsiteX791" fmla="*/ 3153873 w 7472601"/>
              <a:gd name="connsiteY791" fmla="*/ 898971 h 6858000"/>
              <a:gd name="connsiteX792" fmla="*/ 3276511 w 7472601"/>
              <a:gd name="connsiteY792" fmla="*/ 786423 h 6858000"/>
              <a:gd name="connsiteX793" fmla="*/ 3584154 w 7472601"/>
              <a:gd name="connsiteY793" fmla="*/ 448218 h 6858000"/>
              <a:gd name="connsiteX794" fmla="*/ 3624562 w 7472601"/>
              <a:gd name="connsiteY794" fmla="*/ 367041 h 6858000"/>
              <a:gd name="connsiteX795" fmla="*/ 3766672 w 7472601"/>
              <a:gd name="connsiteY795" fmla="*/ 359429 h 6858000"/>
              <a:gd name="connsiteX796" fmla="*/ 3996338 w 7472601"/>
              <a:gd name="connsiteY796" fmla="*/ 968237 h 6858000"/>
              <a:gd name="connsiteX797" fmla="*/ 3766672 w 7472601"/>
              <a:gd name="connsiteY797" fmla="*/ 359429 h 6858000"/>
              <a:gd name="connsiteX798" fmla="*/ 5805386 w 7472601"/>
              <a:gd name="connsiteY798" fmla="*/ 239240 h 6858000"/>
              <a:gd name="connsiteX799" fmla="*/ 5736947 w 7472601"/>
              <a:gd name="connsiteY799" fmla="*/ 261367 h 6858000"/>
              <a:gd name="connsiteX800" fmla="*/ 5427012 w 7472601"/>
              <a:gd name="connsiteY800" fmla="*/ 311272 h 6858000"/>
              <a:gd name="connsiteX801" fmla="*/ 5147818 w 7472601"/>
              <a:gd name="connsiteY801" fmla="*/ 322112 h 6858000"/>
              <a:gd name="connsiteX802" fmla="*/ 5060854 w 7472601"/>
              <a:gd name="connsiteY802" fmla="*/ 311882 h 6858000"/>
              <a:gd name="connsiteX803" fmla="*/ 4945989 w 7472601"/>
              <a:gd name="connsiteY803" fmla="*/ 300516 h 6858000"/>
              <a:gd name="connsiteX804" fmla="*/ 5410479 w 7472601"/>
              <a:gd name="connsiteY804" fmla="*/ 348434 h 6858000"/>
              <a:gd name="connsiteX805" fmla="*/ 5805386 w 7472601"/>
              <a:gd name="connsiteY805" fmla="*/ 239240 h 6858000"/>
              <a:gd name="connsiteX806" fmla="*/ 5905192 w 7472601"/>
              <a:gd name="connsiteY806" fmla="*/ 163079 h 6858000"/>
              <a:gd name="connsiteX807" fmla="*/ 5865655 w 7472601"/>
              <a:gd name="connsiteY807" fmla="*/ 171901 h 6858000"/>
              <a:gd name="connsiteX808" fmla="*/ 5259740 w 7472601"/>
              <a:gd name="connsiteY808" fmla="*/ 257013 h 6858000"/>
              <a:gd name="connsiteX809" fmla="*/ 5208466 w 7472601"/>
              <a:gd name="connsiteY809" fmla="*/ 257550 h 6858000"/>
              <a:gd name="connsiteX810" fmla="*/ 4980204 w 7472601"/>
              <a:gd name="connsiteY810" fmla="*/ 271903 h 6858000"/>
              <a:gd name="connsiteX811" fmla="*/ 5068068 w 7472601"/>
              <a:gd name="connsiteY811" fmla="*/ 282244 h 6858000"/>
              <a:gd name="connsiteX812" fmla="*/ 5153231 w 7472601"/>
              <a:gd name="connsiteY812" fmla="*/ 292240 h 6858000"/>
              <a:gd name="connsiteX813" fmla="*/ 5426491 w 7472601"/>
              <a:gd name="connsiteY813" fmla="*/ 281128 h 6858000"/>
              <a:gd name="connsiteX814" fmla="*/ 5731212 w 7472601"/>
              <a:gd name="connsiteY814" fmla="*/ 231951 h 6858000"/>
              <a:gd name="connsiteX815" fmla="*/ 5905192 w 7472601"/>
              <a:gd name="connsiteY815" fmla="*/ 163079 h 6858000"/>
              <a:gd name="connsiteX816" fmla="*/ 5944437 w 7472601"/>
              <a:gd name="connsiteY816" fmla="*/ 113829 h 6858000"/>
              <a:gd name="connsiteX817" fmla="*/ 5825032 w 7472601"/>
              <a:gd name="connsiteY817" fmla="*/ 146405 h 6858000"/>
              <a:gd name="connsiteX818" fmla="*/ 4955599 w 7472601"/>
              <a:gd name="connsiteY818" fmla="*/ 247008 h 6858000"/>
              <a:gd name="connsiteX819" fmla="*/ 5210104 w 7472601"/>
              <a:gd name="connsiteY819" fmla="*/ 228123 h 6858000"/>
              <a:gd name="connsiteX820" fmla="*/ 5261015 w 7472601"/>
              <a:gd name="connsiteY820" fmla="*/ 227087 h 6858000"/>
              <a:gd name="connsiteX821" fmla="*/ 5861181 w 7472601"/>
              <a:gd name="connsiteY821" fmla="*/ 143093 h 6858000"/>
              <a:gd name="connsiteX822" fmla="*/ 5961252 w 7472601"/>
              <a:gd name="connsiteY822" fmla="*/ 114820 h 6858000"/>
              <a:gd name="connsiteX823" fmla="*/ 5944437 w 7472601"/>
              <a:gd name="connsiteY823" fmla="*/ 113829 h 6858000"/>
              <a:gd name="connsiteX824" fmla="*/ 3882765 w 7472601"/>
              <a:gd name="connsiteY824" fmla="*/ 0 h 6858000"/>
              <a:gd name="connsiteX825" fmla="*/ 3995099 w 7472601"/>
              <a:gd name="connsiteY825" fmla="*/ 0 h 6858000"/>
              <a:gd name="connsiteX826" fmla="*/ 4163818 w 7472601"/>
              <a:gd name="connsiteY826" fmla="*/ 234104 h 6858000"/>
              <a:gd name="connsiteX827" fmla="*/ 4172099 w 7472601"/>
              <a:gd name="connsiteY827" fmla="*/ 234207 h 6858000"/>
              <a:gd name="connsiteX828" fmla="*/ 4784282 w 7472601"/>
              <a:gd name="connsiteY828" fmla="*/ 276561 h 6858000"/>
              <a:gd name="connsiteX829" fmla="*/ 4801687 w 7472601"/>
              <a:gd name="connsiteY829" fmla="*/ 267764 h 6858000"/>
              <a:gd name="connsiteX830" fmla="*/ 6082788 w 7472601"/>
              <a:gd name="connsiteY830" fmla="*/ 64119 h 6858000"/>
              <a:gd name="connsiteX831" fmla="*/ 6099442 w 7472601"/>
              <a:gd name="connsiteY831" fmla="*/ 82568 h 6858000"/>
              <a:gd name="connsiteX832" fmla="*/ 4804137 w 7472601"/>
              <a:gd name="connsiteY832" fmla="*/ 320931 h 6858000"/>
              <a:gd name="connsiteX833" fmla="*/ 4227047 w 7472601"/>
              <a:gd name="connsiteY833" fmla="*/ 313415 h 6858000"/>
              <a:gd name="connsiteX834" fmla="*/ 4346041 w 7472601"/>
              <a:gd name="connsiteY834" fmla="*/ 456086 h 6858000"/>
              <a:gd name="connsiteX835" fmla="*/ 4870967 w 7472601"/>
              <a:gd name="connsiteY835" fmla="*/ 963061 h 6858000"/>
              <a:gd name="connsiteX836" fmla="*/ 4889647 w 7472601"/>
              <a:gd name="connsiteY836" fmla="*/ 957147 h 6858000"/>
              <a:gd name="connsiteX837" fmla="*/ 5422504 w 7472601"/>
              <a:gd name="connsiteY837" fmla="*/ 805191 h 6858000"/>
              <a:gd name="connsiteX838" fmla="*/ 6087656 w 7472601"/>
              <a:gd name="connsiteY838" fmla="*/ 826703 h 6858000"/>
              <a:gd name="connsiteX839" fmla="*/ 6058717 w 7472601"/>
              <a:gd name="connsiteY839" fmla="*/ 865992 h 6858000"/>
              <a:gd name="connsiteX840" fmla="*/ 4974153 w 7472601"/>
              <a:gd name="connsiteY840" fmla="*/ 1045456 h 6858000"/>
              <a:gd name="connsiteX841" fmla="*/ 5627835 w 7472601"/>
              <a:gd name="connsiteY841" fmla="*/ 1472077 h 6858000"/>
              <a:gd name="connsiteX842" fmla="*/ 5629817 w 7472601"/>
              <a:gd name="connsiteY842" fmla="*/ 1471412 h 6858000"/>
              <a:gd name="connsiteX843" fmla="*/ 5634124 w 7472601"/>
              <a:gd name="connsiteY843" fmla="*/ 1470572 h 6858000"/>
              <a:gd name="connsiteX844" fmla="*/ 5755832 w 7472601"/>
              <a:gd name="connsiteY844" fmla="*/ 1383886 h 6858000"/>
              <a:gd name="connsiteX845" fmla="*/ 6014186 w 7472601"/>
              <a:gd name="connsiteY845" fmla="*/ 1279799 h 6858000"/>
              <a:gd name="connsiteX846" fmla="*/ 6901619 w 7472601"/>
              <a:gd name="connsiteY846" fmla="*/ 1047874 h 6858000"/>
              <a:gd name="connsiteX847" fmla="*/ 6931566 w 7472601"/>
              <a:gd name="connsiteY847" fmla="*/ 1062034 h 6858000"/>
              <a:gd name="connsiteX848" fmla="*/ 5790982 w 7472601"/>
              <a:gd name="connsiteY848" fmla="*/ 1561380 h 6858000"/>
              <a:gd name="connsiteX849" fmla="*/ 6188971 w 7472601"/>
              <a:gd name="connsiteY849" fmla="*/ 1755168 h 6858000"/>
              <a:gd name="connsiteX850" fmla="*/ 6202446 w 7472601"/>
              <a:gd name="connsiteY850" fmla="*/ 1752268 h 6858000"/>
              <a:gd name="connsiteX851" fmla="*/ 7179560 w 7472601"/>
              <a:gd name="connsiteY851" fmla="*/ 1467551 h 6858000"/>
              <a:gd name="connsiteX852" fmla="*/ 7158730 w 7472601"/>
              <a:gd name="connsiteY852" fmla="*/ 1507835 h 6858000"/>
              <a:gd name="connsiteX853" fmla="*/ 6326959 w 7472601"/>
              <a:gd name="connsiteY853" fmla="*/ 1817686 h 6858000"/>
              <a:gd name="connsiteX854" fmla="*/ 6537433 w 7472601"/>
              <a:gd name="connsiteY854" fmla="*/ 1907790 h 6858000"/>
              <a:gd name="connsiteX855" fmla="*/ 6550221 w 7472601"/>
              <a:gd name="connsiteY855" fmla="*/ 1910729 h 6858000"/>
              <a:gd name="connsiteX856" fmla="*/ 6964438 w 7472601"/>
              <a:gd name="connsiteY856" fmla="*/ 2209505 h 6858000"/>
              <a:gd name="connsiteX857" fmla="*/ 7367862 w 7472601"/>
              <a:gd name="connsiteY857" fmla="*/ 2806833 h 6858000"/>
              <a:gd name="connsiteX858" fmla="*/ 7364329 w 7472601"/>
              <a:gd name="connsiteY858" fmla="*/ 2826907 h 6858000"/>
              <a:gd name="connsiteX859" fmla="*/ 7290545 w 7472601"/>
              <a:gd name="connsiteY859" fmla="*/ 2850663 h 6858000"/>
              <a:gd name="connsiteX860" fmla="*/ 6472036 w 7472601"/>
              <a:gd name="connsiteY860" fmla="*/ 1959003 h 6858000"/>
              <a:gd name="connsiteX861" fmla="*/ 5792897 w 7472601"/>
              <a:gd name="connsiteY861" fmla="*/ 1647747 h 6858000"/>
              <a:gd name="connsiteX862" fmla="*/ 5842751 w 7472601"/>
              <a:gd name="connsiteY862" fmla="*/ 1816112 h 6858000"/>
              <a:gd name="connsiteX863" fmla="*/ 5847424 w 7472601"/>
              <a:gd name="connsiteY863" fmla="*/ 1815776 h 6858000"/>
              <a:gd name="connsiteX864" fmla="*/ 6399821 w 7472601"/>
              <a:gd name="connsiteY864" fmla="*/ 2344799 h 6858000"/>
              <a:gd name="connsiteX865" fmla="*/ 6323232 w 7472601"/>
              <a:gd name="connsiteY865" fmla="*/ 2389634 h 6858000"/>
              <a:gd name="connsiteX866" fmla="*/ 5942958 w 7472601"/>
              <a:gd name="connsiteY866" fmla="*/ 2077708 h 6858000"/>
              <a:gd name="connsiteX867" fmla="*/ 5921559 w 7472601"/>
              <a:gd name="connsiteY867" fmla="*/ 2378596 h 6858000"/>
              <a:gd name="connsiteX868" fmla="*/ 5817651 w 7472601"/>
              <a:gd name="connsiteY868" fmla="*/ 3023919 h 6858000"/>
              <a:gd name="connsiteX869" fmla="*/ 5729634 w 7472601"/>
              <a:gd name="connsiteY869" fmla="*/ 3051849 h 6858000"/>
              <a:gd name="connsiteX870" fmla="*/ 5611018 w 7472601"/>
              <a:gd name="connsiteY870" fmla="*/ 2316769 h 6858000"/>
              <a:gd name="connsiteX871" fmla="*/ 5687608 w 7472601"/>
              <a:gd name="connsiteY871" fmla="*/ 2039972 h 6858000"/>
              <a:gd name="connsiteX872" fmla="*/ 5657554 w 7472601"/>
              <a:gd name="connsiteY872" fmla="*/ 1576445 h 6858000"/>
              <a:gd name="connsiteX873" fmla="*/ 5150475 w 7472601"/>
              <a:gd name="connsiteY873" fmla="*/ 1274012 h 6858000"/>
              <a:gd name="connsiteX874" fmla="*/ 5349142 w 7472601"/>
              <a:gd name="connsiteY874" fmla="*/ 2204405 h 6858000"/>
              <a:gd name="connsiteX875" fmla="*/ 5262214 w 7472601"/>
              <a:gd name="connsiteY875" fmla="*/ 2233836 h 6858000"/>
              <a:gd name="connsiteX876" fmla="*/ 4981539 w 7472601"/>
              <a:gd name="connsiteY876" fmla="*/ 1542201 h 6858000"/>
              <a:gd name="connsiteX877" fmla="*/ 4958461 w 7472601"/>
              <a:gd name="connsiteY877" fmla="*/ 1136957 h 6858000"/>
              <a:gd name="connsiteX878" fmla="*/ 4655015 w 7472601"/>
              <a:gd name="connsiteY878" fmla="*/ 891426 h 6858000"/>
              <a:gd name="connsiteX879" fmla="*/ 4348002 w 7472601"/>
              <a:gd name="connsiteY879" fmla="*/ 2205895 h 6858000"/>
              <a:gd name="connsiteX880" fmla="*/ 4262250 w 7472601"/>
              <a:gd name="connsiteY880" fmla="*/ 2219972 h 6858000"/>
              <a:gd name="connsiteX881" fmla="*/ 4550611 w 7472601"/>
              <a:gd name="connsiteY881" fmla="*/ 817540 h 6858000"/>
              <a:gd name="connsiteX882" fmla="*/ 4564418 w 7472601"/>
              <a:gd name="connsiteY882" fmla="*/ 808293 h 6858000"/>
              <a:gd name="connsiteX883" fmla="*/ 4266388 w 7472601"/>
              <a:gd name="connsiteY883" fmla="*/ 500083 h 6858000"/>
              <a:gd name="connsiteX884" fmla="*/ 4032842 w 7472601"/>
              <a:gd name="connsiteY884" fmla="*/ 211809 h 6858000"/>
              <a:gd name="connsiteX885" fmla="*/ 3882765 w 7472601"/>
              <a:gd name="connsiteY885" fmla="*/ 0 h 6858000"/>
              <a:gd name="connsiteX886" fmla="*/ 3721337 w 7472601"/>
              <a:gd name="connsiteY886" fmla="*/ 0 h 6858000"/>
              <a:gd name="connsiteX887" fmla="*/ 3797544 w 7472601"/>
              <a:gd name="connsiteY887" fmla="*/ 0 h 6858000"/>
              <a:gd name="connsiteX888" fmla="*/ 3775734 w 7472601"/>
              <a:gd name="connsiteY888" fmla="*/ 95131 h 6858000"/>
              <a:gd name="connsiteX889" fmla="*/ 3724807 w 7472601"/>
              <a:gd name="connsiteY889" fmla="*/ 272257 h 6858000"/>
              <a:gd name="connsiteX890" fmla="*/ 3726844 w 7472601"/>
              <a:gd name="connsiteY890" fmla="*/ 282988 h 6858000"/>
              <a:gd name="connsiteX891" fmla="*/ 3742664 w 7472601"/>
              <a:gd name="connsiteY891" fmla="*/ 279918 h 6858000"/>
              <a:gd name="connsiteX892" fmla="*/ 4103910 w 7472601"/>
              <a:gd name="connsiteY892" fmla="*/ 1161917 h 6858000"/>
              <a:gd name="connsiteX893" fmla="*/ 4020269 w 7472601"/>
              <a:gd name="connsiteY893" fmla="*/ 1200406 h 6858000"/>
              <a:gd name="connsiteX894" fmla="*/ 3674882 w 7472601"/>
              <a:gd name="connsiteY894" fmla="*/ 488524 h 6858000"/>
              <a:gd name="connsiteX895" fmla="*/ 3132682 w 7472601"/>
              <a:gd name="connsiteY895" fmla="*/ 1072284 h 6858000"/>
              <a:gd name="connsiteX896" fmla="*/ 2716346 w 7472601"/>
              <a:gd name="connsiteY896" fmla="*/ 1276376 h 6858000"/>
              <a:gd name="connsiteX897" fmla="*/ 2716772 w 7472601"/>
              <a:gd name="connsiteY897" fmla="*/ 1255462 h 6858000"/>
              <a:gd name="connsiteX898" fmla="*/ 3471096 w 7472601"/>
              <a:gd name="connsiteY898" fmla="*/ 437072 h 6858000"/>
              <a:gd name="connsiteX899" fmla="*/ 3639057 w 7472601"/>
              <a:gd name="connsiteY899" fmla="*/ 286334 h 6858000"/>
              <a:gd name="connsiteX900" fmla="*/ 3640309 w 7472601"/>
              <a:gd name="connsiteY900" fmla="*/ 284664 h 6858000"/>
              <a:gd name="connsiteX901" fmla="*/ 3646022 w 7472601"/>
              <a:gd name="connsiteY901" fmla="*/ 276711 h 6858000"/>
              <a:gd name="connsiteX902" fmla="*/ 3707943 w 7472601"/>
              <a:gd name="connsiteY902" fmla="*/ 65958 h 6858000"/>
              <a:gd name="connsiteX903" fmla="*/ 3721337 w 7472601"/>
              <a:gd name="connsiteY903" fmla="*/ 0 h 6858000"/>
              <a:gd name="connsiteX904" fmla="*/ 2867960 w 7472601"/>
              <a:gd name="connsiteY904" fmla="*/ 0 h 6858000"/>
              <a:gd name="connsiteX905" fmla="*/ 2926351 w 7472601"/>
              <a:gd name="connsiteY905" fmla="*/ 0 h 6858000"/>
              <a:gd name="connsiteX906" fmla="*/ 2902823 w 7472601"/>
              <a:gd name="connsiteY906" fmla="*/ 262929 h 6858000"/>
              <a:gd name="connsiteX907" fmla="*/ 2940663 w 7472601"/>
              <a:gd name="connsiteY907" fmla="*/ 140884 h 6858000"/>
              <a:gd name="connsiteX908" fmla="*/ 2947039 w 7472601"/>
              <a:gd name="connsiteY908" fmla="*/ 122524 h 6858000"/>
              <a:gd name="connsiteX909" fmla="*/ 2984316 w 7472601"/>
              <a:gd name="connsiteY909" fmla="*/ 0 h 6858000"/>
              <a:gd name="connsiteX910" fmla="*/ 3016114 w 7472601"/>
              <a:gd name="connsiteY910" fmla="*/ 0 h 6858000"/>
              <a:gd name="connsiteX911" fmla="*/ 2979949 w 7472601"/>
              <a:gd name="connsiteY911" fmla="*/ 119274 h 6858000"/>
              <a:gd name="connsiteX912" fmla="*/ 3023879 w 7472601"/>
              <a:gd name="connsiteY912" fmla="*/ 0 h 6858000"/>
              <a:gd name="connsiteX913" fmla="*/ 3105400 w 7472601"/>
              <a:gd name="connsiteY913" fmla="*/ 0 h 6858000"/>
              <a:gd name="connsiteX914" fmla="*/ 3094669 w 7472601"/>
              <a:gd name="connsiteY914" fmla="*/ 30308 h 6858000"/>
              <a:gd name="connsiteX915" fmla="*/ 2901945 w 7472601"/>
              <a:gd name="connsiteY915" fmla="*/ 466538 h 6858000"/>
              <a:gd name="connsiteX916" fmla="*/ 2815209 w 7472601"/>
              <a:gd name="connsiteY916" fmla="*/ 497361 h 6858000"/>
              <a:gd name="connsiteX917" fmla="*/ 2844845 w 7472601"/>
              <a:gd name="connsiteY917" fmla="*/ 127638 h 6858000"/>
              <a:gd name="connsiteX918" fmla="*/ 2867960 w 7472601"/>
              <a:gd name="connsiteY918" fmla="*/ 0 h 6858000"/>
              <a:gd name="connsiteX919" fmla="*/ 1057230 w 7472601"/>
              <a:gd name="connsiteY919" fmla="*/ 0 h 6858000"/>
              <a:gd name="connsiteX920" fmla="*/ 1111003 w 7472601"/>
              <a:gd name="connsiteY920" fmla="*/ 0 h 6858000"/>
              <a:gd name="connsiteX921" fmla="*/ 1125553 w 7472601"/>
              <a:gd name="connsiteY921" fmla="*/ 52588 h 6858000"/>
              <a:gd name="connsiteX922" fmla="*/ 1304276 w 7472601"/>
              <a:gd name="connsiteY922" fmla="*/ 476275 h 6858000"/>
              <a:gd name="connsiteX923" fmla="*/ 1492066 w 7472601"/>
              <a:gd name="connsiteY923" fmla="*/ 886333 h 6858000"/>
              <a:gd name="connsiteX924" fmla="*/ 1423698 w 7472601"/>
              <a:gd name="connsiteY924" fmla="*/ 710817 h 6858000"/>
              <a:gd name="connsiteX925" fmla="*/ 1357609 w 7472601"/>
              <a:gd name="connsiteY925" fmla="*/ 532892 h 6858000"/>
              <a:gd name="connsiteX926" fmla="*/ 1309550 w 7472601"/>
              <a:gd name="connsiteY926" fmla="*/ 374031 h 6858000"/>
              <a:gd name="connsiteX927" fmla="*/ 1193673 w 7472601"/>
              <a:gd name="connsiteY927" fmla="*/ 49533 h 6858000"/>
              <a:gd name="connsiteX928" fmla="*/ 1164391 w 7472601"/>
              <a:gd name="connsiteY928" fmla="*/ 0 h 6858000"/>
              <a:gd name="connsiteX929" fmla="*/ 1200666 w 7472601"/>
              <a:gd name="connsiteY929" fmla="*/ 0 h 6858000"/>
              <a:gd name="connsiteX930" fmla="*/ 1223408 w 7472601"/>
              <a:gd name="connsiteY930" fmla="*/ 38996 h 6858000"/>
              <a:gd name="connsiteX931" fmla="*/ 1339635 w 7472601"/>
              <a:gd name="connsiteY931" fmla="*/ 365517 h 6858000"/>
              <a:gd name="connsiteX932" fmla="*/ 1387469 w 7472601"/>
              <a:gd name="connsiteY932" fmla="*/ 523079 h 6858000"/>
              <a:gd name="connsiteX933" fmla="*/ 1452685 w 7472601"/>
              <a:gd name="connsiteY933" fmla="*/ 699806 h 6858000"/>
              <a:gd name="connsiteX934" fmla="*/ 1492092 w 7472601"/>
              <a:gd name="connsiteY934" fmla="*/ 800424 h 6858000"/>
              <a:gd name="connsiteX935" fmla="*/ 1455302 w 7472601"/>
              <a:gd name="connsiteY935" fmla="*/ 632913 h 6858000"/>
              <a:gd name="connsiteX936" fmla="*/ 1222336 w 7472601"/>
              <a:gd name="connsiteY936" fmla="*/ 9480 h 6858000"/>
              <a:gd name="connsiteX937" fmla="*/ 1214634 w 7472601"/>
              <a:gd name="connsiteY937" fmla="*/ 0 h 6858000"/>
              <a:gd name="connsiteX938" fmla="*/ 1289827 w 7472601"/>
              <a:gd name="connsiteY938" fmla="*/ 0 h 6858000"/>
              <a:gd name="connsiteX939" fmla="*/ 1321076 w 7472601"/>
              <a:gd name="connsiteY939" fmla="*/ 59722 h 6858000"/>
              <a:gd name="connsiteX940" fmla="*/ 1512579 w 7472601"/>
              <a:gd name="connsiteY940" fmla="*/ 626441 h 6858000"/>
              <a:gd name="connsiteX941" fmla="*/ 1506076 w 7472601"/>
              <a:gd name="connsiteY941" fmla="*/ 1089289 h 6858000"/>
              <a:gd name="connsiteX942" fmla="*/ 1486346 w 7472601"/>
              <a:gd name="connsiteY942" fmla="*/ 1079919 h 6858000"/>
              <a:gd name="connsiteX943" fmla="*/ 1070511 w 7472601"/>
              <a:gd name="connsiteY943" fmla="*/ 48609 h 6858000"/>
              <a:gd name="connsiteX944" fmla="*/ 1057230 w 7472601"/>
              <a:gd name="connsiteY944" fmla="*/ 0 h 6858000"/>
              <a:gd name="connsiteX945" fmla="*/ 43151 w 7472601"/>
              <a:gd name="connsiteY945" fmla="*/ 0 h 6858000"/>
              <a:gd name="connsiteX946" fmla="*/ 95283 w 7472601"/>
              <a:gd name="connsiteY946" fmla="*/ 0 h 6858000"/>
              <a:gd name="connsiteX947" fmla="*/ 300708 w 7472601"/>
              <a:gd name="connsiteY947" fmla="*/ 154571 h 6858000"/>
              <a:gd name="connsiteX948" fmla="*/ 530414 w 7472601"/>
              <a:gd name="connsiteY948" fmla="*/ 354673 h 6858000"/>
              <a:gd name="connsiteX949" fmla="*/ 333785 w 7472601"/>
              <a:gd name="connsiteY949" fmla="*/ 161564 h 6858000"/>
              <a:gd name="connsiteX950" fmla="*/ 147005 w 7472601"/>
              <a:gd name="connsiteY950" fmla="*/ 0 h 6858000"/>
              <a:gd name="connsiteX951" fmla="*/ 272509 w 7472601"/>
              <a:gd name="connsiteY951" fmla="*/ 0 h 6858000"/>
              <a:gd name="connsiteX952" fmla="*/ 326276 w 7472601"/>
              <a:gd name="connsiteY952" fmla="*/ 45847 h 6858000"/>
              <a:gd name="connsiteX953" fmla="*/ 823759 w 7472601"/>
              <a:gd name="connsiteY953" fmla="*/ 574145 h 6858000"/>
              <a:gd name="connsiteX954" fmla="*/ 811254 w 7472601"/>
              <a:gd name="connsiteY954" fmla="*/ 665546 h 6858000"/>
              <a:gd name="connsiteX955" fmla="*/ 154042 w 7472601"/>
              <a:gd name="connsiteY955" fmla="*/ 261522 h 6858000"/>
              <a:gd name="connsiteX956" fmla="*/ 13550 w 7472601"/>
              <a:gd name="connsiteY956" fmla="*/ 158423 h 6858000"/>
              <a:gd name="connsiteX957" fmla="*/ 0 w 7472601"/>
              <a:gd name="connsiteY957" fmla="*/ 146618 h 6858000"/>
              <a:gd name="connsiteX958" fmla="*/ 0 w 7472601"/>
              <a:gd name="connsiteY958" fmla="*/ 59161 h 6858000"/>
              <a:gd name="connsiteX959" fmla="*/ 45427 w 7472601"/>
              <a:gd name="connsiteY959" fmla="*/ 101078 h 6858000"/>
              <a:gd name="connsiteX960" fmla="*/ 630103 w 7472601"/>
              <a:gd name="connsiteY960" fmla="*/ 485885 h 6858000"/>
              <a:gd name="connsiteX961" fmla="*/ 532040 w 7472601"/>
              <a:gd name="connsiteY961" fmla="*/ 399359 h 6858000"/>
              <a:gd name="connsiteX962" fmla="*/ 517618 w 7472601"/>
              <a:gd name="connsiteY962" fmla="*/ 385726 h 6858000"/>
              <a:gd name="connsiteX963" fmla="*/ 285074 w 7472601"/>
              <a:gd name="connsiteY963" fmla="*/ 182755 h 6858000"/>
              <a:gd name="connsiteX964" fmla="*/ 43151 w 7472601"/>
              <a:gd name="connsiteY964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312589 w 7472601"/>
              <a:gd name="connsiteY80" fmla="*/ 5982309 h 6858000"/>
              <a:gd name="connsiteX81" fmla="*/ 7448321 w 7472601"/>
              <a:gd name="connsiteY81" fmla="*/ 6190991 h 6858000"/>
              <a:gd name="connsiteX82" fmla="*/ 7467600 w 7472601"/>
              <a:gd name="connsiteY82" fmla="*/ 6221686 h 6858000"/>
              <a:gd name="connsiteX83" fmla="*/ 7467600 w 7472601"/>
              <a:gd name="connsiteY83" fmla="*/ 6334256 h 6858000"/>
              <a:gd name="connsiteX84" fmla="*/ 7454976 w 7472601"/>
              <a:gd name="connsiteY84" fmla="*/ 6318297 h 6858000"/>
              <a:gd name="connsiteX85" fmla="*/ 1456157 w 7472601"/>
              <a:gd name="connsiteY85" fmla="*/ 5371404 h 6858000"/>
              <a:gd name="connsiteX86" fmla="*/ 1244432 w 7472601"/>
              <a:gd name="connsiteY86" fmla="*/ 5385601 h 6858000"/>
              <a:gd name="connsiteX87" fmla="*/ 973990 w 7472601"/>
              <a:gd name="connsiteY87" fmla="*/ 5424940 h 6858000"/>
              <a:gd name="connsiteX88" fmla="*/ 1103809 w 7472601"/>
              <a:gd name="connsiteY88" fmla="*/ 5433720 h 6858000"/>
              <a:gd name="connsiteX89" fmla="*/ 1123454 w 7472601"/>
              <a:gd name="connsiteY89" fmla="*/ 5435727 h 6858000"/>
              <a:gd name="connsiteX90" fmla="*/ 1737017 w 7472601"/>
              <a:gd name="connsiteY90" fmla="*/ 5452183 h 6858000"/>
              <a:gd name="connsiteX91" fmla="*/ 1824397 w 7472601"/>
              <a:gd name="connsiteY91" fmla="*/ 5447757 h 6858000"/>
              <a:gd name="connsiteX92" fmla="*/ 2070059 w 7472601"/>
              <a:gd name="connsiteY92" fmla="*/ 5441660 h 6858000"/>
              <a:gd name="connsiteX93" fmla="*/ 1456157 w 7472601"/>
              <a:gd name="connsiteY93" fmla="*/ 5371404 h 6858000"/>
              <a:gd name="connsiteX94" fmla="*/ 4988186 w 7472601"/>
              <a:gd name="connsiteY94" fmla="*/ 5216467 h 6858000"/>
              <a:gd name="connsiteX95" fmla="*/ 4777334 w 7472601"/>
              <a:gd name="connsiteY95" fmla="*/ 5406072 h 6858000"/>
              <a:gd name="connsiteX96" fmla="*/ 4718341 w 7472601"/>
              <a:gd name="connsiteY96" fmla="*/ 5468043 h 6858000"/>
              <a:gd name="connsiteX97" fmla="*/ 4604655 w 7472601"/>
              <a:gd name="connsiteY97" fmla="*/ 5583434 h 6858000"/>
              <a:gd name="connsiteX98" fmla="*/ 4565074 w 7472601"/>
              <a:gd name="connsiteY98" fmla="*/ 5618550 h 6858000"/>
              <a:gd name="connsiteX99" fmla="*/ 4988186 w 7472601"/>
              <a:gd name="connsiteY99" fmla="*/ 5216467 h 6858000"/>
              <a:gd name="connsiteX100" fmla="*/ 4978032 w 7472601"/>
              <a:gd name="connsiteY100" fmla="*/ 5183809 h 6858000"/>
              <a:gd name="connsiteX101" fmla="*/ 4463413 w 7472601"/>
              <a:gd name="connsiteY101" fmla="*/ 5615162 h 6858000"/>
              <a:gd name="connsiteX102" fmla="*/ 4358134 w 7472601"/>
              <a:gd name="connsiteY102" fmla="*/ 5742791 h 6858000"/>
              <a:gd name="connsiteX103" fmla="*/ 4376219 w 7472601"/>
              <a:gd name="connsiteY103" fmla="*/ 5729027 h 6858000"/>
              <a:gd name="connsiteX104" fmla="*/ 4582340 w 7472601"/>
              <a:gd name="connsiteY104" fmla="*/ 5561037 h 6858000"/>
              <a:gd name="connsiteX105" fmla="*/ 4694684 w 7472601"/>
              <a:gd name="connsiteY105" fmla="*/ 5447098 h 6858000"/>
              <a:gd name="connsiteX106" fmla="*/ 4754123 w 7472601"/>
              <a:gd name="connsiteY106" fmla="*/ 5384643 h 6858000"/>
              <a:gd name="connsiteX107" fmla="*/ 4978032 w 7472601"/>
              <a:gd name="connsiteY107" fmla="*/ 5183809 h 6858000"/>
              <a:gd name="connsiteX108" fmla="*/ 1903353 w 7472601"/>
              <a:gd name="connsiteY108" fmla="*/ 5044827 h 6858000"/>
              <a:gd name="connsiteX109" fmla="*/ 1936931 w 7472601"/>
              <a:gd name="connsiteY109" fmla="*/ 5093954 h 6858000"/>
              <a:gd name="connsiteX110" fmla="*/ 2195868 w 7472601"/>
              <a:gd name="connsiteY110" fmla="*/ 5396574 h 6858000"/>
              <a:gd name="connsiteX111" fmla="*/ 2088852 w 7472601"/>
              <a:gd name="connsiteY111" fmla="*/ 5166123 h 6858000"/>
              <a:gd name="connsiteX112" fmla="*/ 1958241 w 7472601"/>
              <a:gd name="connsiteY112" fmla="*/ 5067955 h 6858000"/>
              <a:gd name="connsiteX113" fmla="*/ 1903353 w 7472601"/>
              <a:gd name="connsiteY113" fmla="*/ 5044827 h 6858000"/>
              <a:gd name="connsiteX114" fmla="*/ 1979378 w 7472601"/>
              <a:gd name="connsiteY114" fmla="*/ 4769504 h 6858000"/>
              <a:gd name="connsiteX115" fmla="*/ 2882120 w 7472601"/>
              <a:gd name="connsiteY115" fmla="*/ 5064547 h 6858000"/>
              <a:gd name="connsiteX116" fmla="*/ 2793103 w 7472601"/>
              <a:gd name="connsiteY116" fmla="*/ 5039699 h 6858000"/>
              <a:gd name="connsiteX117" fmla="*/ 2770041 w 7472601"/>
              <a:gd name="connsiteY117" fmla="*/ 5033634 h 6858000"/>
              <a:gd name="connsiteX118" fmla="*/ 1979378 w 7472601"/>
              <a:gd name="connsiteY118" fmla="*/ 4769504 h 6858000"/>
              <a:gd name="connsiteX119" fmla="*/ 1927410 w 7472601"/>
              <a:gd name="connsiteY119" fmla="*/ 4716164 h 6858000"/>
              <a:gd name="connsiteX120" fmla="*/ 1959587 w 7472601"/>
              <a:gd name="connsiteY120" fmla="*/ 4728849 h 6858000"/>
              <a:gd name="connsiteX121" fmla="*/ 2777707 w 7472601"/>
              <a:gd name="connsiteY121" fmla="*/ 5003991 h 6858000"/>
              <a:gd name="connsiteX122" fmla="*/ 2800768 w 7472601"/>
              <a:gd name="connsiteY122" fmla="*/ 5010056 h 6858000"/>
              <a:gd name="connsiteX123" fmla="*/ 2879408 w 7472601"/>
              <a:gd name="connsiteY123" fmla="*/ 5031590 h 6858000"/>
              <a:gd name="connsiteX124" fmla="*/ 2862295 w 7472601"/>
              <a:gd name="connsiteY124" fmla="*/ 5022958 h 6858000"/>
              <a:gd name="connsiteX125" fmla="*/ 2813343 w 7472601"/>
              <a:gd name="connsiteY125" fmla="*/ 4998369 h 6858000"/>
              <a:gd name="connsiteX126" fmla="*/ 2646245 w 7472601"/>
              <a:gd name="connsiteY126" fmla="*/ 4930999 h 6858000"/>
              <a:gd name="connsiteX127" fmla="*/ 1999243 w 7472601"/>
              <a:gd name="connsiteY127" fmla="*/ 4730524 h 6858000"/>
              <a:gd name="connsiteX128" fmla="*/ 1979527 w 7472601"/>
              <a:gd name="connsiteY128" fmla="*/ 4726651 h 6858000"/>
              <a:gd name="connsiteX129" fmla="*/ 1927410 w 7472601"/>
              <a:gd name="connsiteY129" fmla="*/ 4716164 h 6858000"/>
              <a:gd name="connsiteX130" fmla="*/ 1997014 w 7472601"/>
              <a:gd name="connsiteY130" fmla="*/ 4698007 h 6858000"/>
              <a:gd name="connsiteX131" fmla="*/ 2005458 w 7472601"/>
              <a:gd name="connsiteY131" fmla="*/ 4699540 h 6858000"/>
              <a:gd name="connsiteX132" fmla="*/ 2657186 w 7472601"/>
              <a:gd name="connsiteY132" fmla="*/ 4901687 h 6858000"/>
              <a:gd name="connsiteX133" fmla="*/ 2826662 w 7472601"/>
              <a:gd name="connsiteY133" fmla="*/ 4970362 h 6858000"/>
              <a:gd name="connsiteX134" fmla="*/ 2876100 w 7472601"/>
              <a:gd name="connsiteY134" fmla="*/ 4995397 h 6858000"/>
              <a:gd name="connsiteX135" fmla="*/ 3042600 w 7472601"/>
              <a:gd name="connsiteY135" fmla="*/ 5059532 h 6858000"/>
              <a:gd name="connsiteX136" fmla="*/ 1997014 w 7472601"/>
              <a:gd name="connsiteY136" fmla="*/ 4698007 h 6858000"/>
              <a:gd name="connsiteX137" fmla="*/ 2305292 w 7472601"/>
              <a:gd name="connsiteY137" fmla="*/ 4219492 h 6858000"/>
              <a:gd name="connsiteX138" fmla="*/ 3360922 w 7472601"/>
              <a:gd name="connsiteY138" fmla="*/ 4529373 h 6858000"/>
              <a:gd name="connsiteX139" fmla="*/ 3492420 w 7472601"/>
              <a:gd name="connsiteY139" fmla="*/ 4510145 h 6858000"/>
              <a:gd name="connsiteX140" fmla="*/ 3364086 w 7472601"/>
              <a:gd name="connsiteY140" fmla="*/ 4480340 h 6858000"/>
              <a:gd name="connsiteX141" fmla="*/ 3225818 w 7472601"/>
              <a:gd name="connsiteY141" fmla="*/ 4411822 h 6858000"/>
              <a:gd name="connsiteX142" fmla="*/ 3129696 w 7472601"/>
              <a:gd name="connsiteY142" fmla="*/ 4360704 h 6858000"/>
              <a:gd name="connsiteX143" fmla="*/ 2814545 w 7472601"/>
              <a:gd name="connsiteY143" fmla="*/ 4282955 h 6858000"/>
              <a:gd name="connsiteX144" fmla="*/ 2305292 w 7472601"/>
              <a:gd name="connsiteY144" fmla="*/ 4219492 h 6858000"/>
              <a:gd name="connsiteX145" fmla="*/ 2626982 w 7472601"/>
              <a:gd name="connsiteY145" fmla="*/ 4206450 h 6858000"/>
              <a:gd name="connsiteX146" fmla="*/ 2490617 w 7472601"/>
              <a:gd name="connsiteY146" fmla="*/ 4206951 h 6858000"/>
              <a:gd name="connsiteX147" fmla="*/ 2819869 w 7472601"/>
              <a:gd name="connsiteY147" fmla="*/ 4252936 h 6858000"/>
              <a:gd name="connsiteX148" fmla="*/ 3143018 w 7472601"/>
              <a:gd name="connsiteY148" fmla="*/ 4332698 h 6858000"/>
              <a:gd name="connsiteX149" fmla="*/ 3241520 w 7472601"/>
              <a:gd name="connsiteY149" fmla="*/ 4385112 h 6858000"/>
              <a:gd name="connsiteX150" fmla="*/ 3374575 w 7472601"/>
              <a:gd name="connsiteY150" fmla="*/ 4451517 h 6858000"/>
              <a:gd name="connsiteX151" fmla="*/ 3505221 w 7472601"/>
              <a:gd name="connsiteY151" fmla="*/ 4480757 h 6858000"/>
              <a:gd name="connsiteX152" fmla="*/ 2626982 w 7472601"/>
              <a:gd name="connsiteY152" fmla="*/ 4206450 h 6858000"/>
              <a:gd name="connsiteX153" fmla="*/ 1310106 w 7472601"/>
              <a:gd name="connsiteY153" fmla="*/ 3943217 h 6858000"/>
              <a:gd name="connsiteX154" fmla="*/ 854994 w 7472601"/>
              <a:gd name="connsiteY154" fmla="*/ 4399136 h 6858000"/>
              <a:gd name="connsiteX155" fmla="*/ 742462 w 7472601"/>
              <a:gd name="connsiteY155" fmla="*/ 4594648 h 6858000"/>
              <a:gd name="connsiteX156" fmla="*/ 820602 w 7472601"/>
              <a:gd name="connsiteY156" fmla="*/ 4485915 h 6858000"/>
              <a:gd name="connsiteX157" fmla="*/ 878295 w 7472601"/>
              <a:gd name="connsiteY157" fmla="*/ 4403594 h 6858000"/>
              <a:gd name="connsiteX158" fmla="*/ 1240607 w 7472601"/>
              <a:gd name="connsiteY158" fmla="*/ 4010401 h 6858000"/>
              <a:gd name="connsiteX159" fmla="*/ 1310106 w 7472601"/>
              <a:gd name="connsiteY159" fmla="*/ 3943217 h 6858000"/>
              <a:gd name="connsiteX160" fmla="*/ 1423113 w 7472601"/>
              <a:gd name="connsiteY160" fmla="*/ 3874565 h 6858000"/>
              <a:gd name="connsiteX161" fmla="*/ 1260565 w 7472601"/>
              <a:gd name="connsiteY161" fmla="*/ 4031982 h 6858000"/>
              <a:gd name="connsiteX162" fmla="*/ 901900 w 7472601"/>
              <a:gd name="connsiteY162" fmla="*/ 4421236 h 6858000"/>
              <a:gd name="connsiteX163" fmla="*/ 845044 w 7472601"/>
              <a:gd name="connsiteY163" fmla="*/ 4502436 h 6858000"/>
              <a:gd name="connsiteX164" fmla="*/ 685926 w 7472601"/>
              <a:gd name="connsiteY164" fmla="*/ 4703069 h 6858000"/>
              <a:gd name="connsiteX165" fmla="*/ 684248 w 7472601"/>
              <a:gd name="connsiteY165" fmla="*/ 4706721 h 6858000"/>
              <a:gd name="connsiteX166" fmla="*/ 1423113 w 7472601"/>
              <a:gd name="connsiteY166" fmla="*/ 3874565 h 6858000"/>
              <a:gd name="connsiteX167" fmla="*/ 3316479 w 7472601"/>
              <a:gd name="connsiteY167" fmla="*/ 3872136 h 6858000"/>
              <a:gd name="connsiteX168" fmla="*/ 3546806 w 7472601"/>
              <a:gd name="connsiteY168" fmla="*/ 4356139 h 6858000"/>
              <a:gd name="connsiteX169" fmla="*/ 3364433 w 7472601"/>
              <a:gd name="connsiteY169" fmla="*/ 3953121 h 6858000"/>
              <a:gd name="connsiteX170" fmla="*/ 3316479 w 7472601"/>
              <a:gd name="connsiteY170" fmla="*/ 3872136 h 6858000"/>
              <a:gd name="connsiteX171" fmla="*/ 3291335 w 7472601"/>
              <a:gd name="connsiteY171" fmla="*/ 3767420 h 6858000"/>
              <a:gd name="connsiteX172" fmla="*/ 3390805 w 7472601"/>
              <a:gd name="connsiteY172" fmla="*/ 3937163 h 6858000"/>
              <a:gd name="connsiteX173" fmla="*/ 3579062 w 7472601"/>
              <a:gd name="connsiteY173" fmla="*/ 4359040 h 6858000"/>
              <a:gd name="connsiteX174" fmla="*/ 3467355 w 7472601"/>
              <a:gd name="connsiteY174" fmla="*/ 3988130 h 6858000"/>
              <a:gd name="connsiteX175" fmla="*/ 3310753 w 7472601"/>
              <a:gd name="connsiteY175" fmla="*/ 3787140 h 6858000"/>
              <a:gd name="connsiteX176" fmla="*/ 3291335 w 7472601"/>
              <a:gd name="connsiteY176" fmla="*/ 3767420 h 6858000"/>
              <a:gd name="connsiteX177" fmla="*/ 1635889 w 7472601"/>
              <a:gd name="connsiteY177" fmla="*/ 3709494 h 6858000"/>
              <a:gd name="connsiteX178" fmla="*/ 1634800 w 7472601"/>
              <a:gd name="connsiteY178" fmla="*/ 3731111 h 6858000"/>
              <a:gd name="connsiteX179" fmla="*/ 1635889 w 7472601"/>
              <a:gd name="connsiteY179" fmla="*/ 3709494 h 6858000"/>
              <a:gd name="connsiteX180" fmla="*/ 1510397 w 7472601"/>
              <a:gd name="connsiteY180" fmla="*/ 3684705 h 6858000"/>
              <a:gd name="connsiteX181" fmla="*/ 1146550 w 7472601"/>
              <a:gd name="connsiteY181" fmla="*/ 3802012 h 6858000"/>
              <a:gd name="connsiteX182" fmla="*/ 698834 w 7472601"/>
              <a:gd name="connsiteY182" fmla="*/ 3952272 h 6858000"/>
              <a:gd name="connsiteX183" fmla="*/ 34256 w 7472601"/>
              <a:gd name="connsiteY183" fmla="*/ 4347603 h 6858000"/>
              <a:gd name="connsiteX184" fmla="*/ 527241 w 7472601"/>
              <a:gd name="connsiteY184" fmla="*/ 4065078 h 6858000"/>
              <a:gd name="connsiteX185" fmla="*/ 1510397 w 7472601"/>
              <a:gd name="connsiteY185" fmla="*/ 3684705 h 6858000"/>
              <a:gd name="connsiteX186" fmla="*/ 1313114 w 7472601"/>
              <a:gd name="connsiteY186" fmla="*/ 3655216 h 6858000"/>
              <a:gd name="connsiteX187" fmla="*/ 1109304 w 7472601"/>
              <a:gd name="connsiteY187" fmla="*/ 3669030 h 6858000"/>
              <a:gd name="connsiteX188" fmla="*/ 8129 w 7472601"/>
              <a:gd name="connsiteY188" fmla="*/ 4330519 h 6858000"/>
              <a:gd name="connsiteX189" fmla="*/ 687572 w 7472601"/>
              <a:gd name="connsiteY189" fmla="*/ 3925629 h 6858000"/>
              <a:gd name="connsiteX190" fmla="*/ 1138365 w 7472601"/>
              <a:gd name="connsiteY190" fmla="*/ 3774515 h 6858000"/>
              <a:gd name="connsiteX191" fmla="*/ 1505579 w 7472601"/>
              <a:gd name="connsiteY191" fmla="*/ 3655526 h 6858000"/>
              <a:gd name="connsiteX192" fmla="*/ 1313114 w 7472601"/>
              <a:gd name="connsiteY192" fmla="*/ 3655216 h 6858000"/>
              <a:gd name="connsiteX193" fmla="*/ 3655073 w 7472601"/>
              <a:gd name="connsiteY193" fmla="*/ 3650884 h 6858000"/>
              <a:gd name="connsiteX194" fmla="*/ 3989938 w 7472601"/>
              <a:gd name="connsiteY194" fmla="*/ 3991685 h 6858000"/>
              <a:gd name="connsiteX195" fmla="*/ 4393907 w 7472601"/>
              <a:gd name="connsiteY195" fmla="*/ 4261258 h 6858000"/>
              <a:gd name="connsiteX196" fmla="*/ 4648051 w 7472601"/>
              <a:gd name="connsiteY196" fmla="*/ 4374051 h 6858000"/>
              <a:gd name="connsiteX197" fmla="*/ 4383389 w 7472601"/>
              <a:gd name="connsiteY197" fmla="*/ 4184369 h 6858000"/>
              <a:gd name="connsiteX198" fmla="*/ 4165508 w 7472601"/>
              <a:gd name="connsiteY198" fmla="*/ 4035196 h 6858000"/>
              <a:gd name="connsiteX199" fmla="*/ 4068162 w 7472601"/>
              <a:gd name="connsiteY199" fmla="*/ 3953394 h 6858000"/>
              <a:gd name="connsiteX200" fmla="*/ 3981416 w 7472601"/>
              <a:gd name="connsiteY200" fmla="*/ 3880482 h 6858000"/>
              <a:gd name="connsiteX201" fmla="*/ 3800147 w 7472601"/>
              <a:gd name="connsiteY201" fmla="*/ 3749872 h 6858000"/>
              <a:gd name="connsiteX202" fmla="*/ 3655073 w 7472601"/>
              <a:gd name="connsiteY202" fmla="*/ 3650884 h 6858000"/>
              <a:gd name="connsiteX203" fmla="*/ 3670252 w 7472601"/>
              <a:gd name="connsiteY203" fmla="*/ 3622798 h 6858000"/>
              <a:gd name="connsiteX204" fmla="*/ 3817258 w 7472601"/>
              <a:gd name="connsiteY204" fmla="*/ 3723577 h 6858000"/>
              <a:gd name="connsiteX205" fmla="*/ 4000461 w 7472601"/>
              <a:gd name="connsiteY205" fmla="*/ 3855966 h 6858000"/>
              <a:gd name="connsiteX206" fmla="*/ 4088180 w 7472601"/>
              <a:gd name="connsiteY206" fmla="*/ 3929774 h 6858000"/>
              <a:gd name="connsiteX207" fmla="*/ 4184555 w 7472601"/>
              <a:gd name="connsiteY207" fmla="*/ 4010683 h 6858000"/>
              <a:gd name="connsiteX208" fmla="*/ 4399563 w 7472601"/>
              <a:gd name="connsiteY208" fmla="*/ 4158106 h 6858000"/>
              <a:gd name="connsiteX209" fmla="*/ 4684469 w 7472601"/>
              <a:gd name="connsiteY209" fmla="*/ 4364680 h 6858000"/>
              <a:gd name="connsiteX210" fmla="*/ 4690271 w 7472601"/>
              <a:gd name="connsiteY210" fmla="*/ 4370034 h 6858000"/>
              <a:gd name="connsiteX211" fmla="*/ 4136093 w 7472601"/>
              <a:gd name="connsiteY211" fmla="*/ 3858466 h 6858000"/>
              <a:gd name="connsiteX212" fmla="*/ 3670252 w 7472601"/>
              <a:gd name="connsiteY212" fmla="*/ 3622798 h 6858000"/>
              <a:gd name="connsiteX213" fmla="*/ 4440129 w 7472601"/>
              <a:gd name="connsiteY213" fmla="*/ 3448571 h 6858000"/>
              <a:gd name="connsiteX214" fmla="*/ 4856525 w 7472601"/>
              <a:gd name="connsiteY214" fmla="*/ 3915351 h 6858000"/>
              <a:gd name="connsiteX215" fmla="*/ 5059055 w 7472601"/>
              <a:gd name="connsiteY215" fmla="*/ 4108918 h 6858000"/>
              <a:gd name="connsiteX216" fmla="*/ 5290070 w 7472601"/>
              <a:gd name="connsiteY216" fmla="*/ 4263619 h 6858000"/>
              <a:gd name="connsiteX217" fmla="*/ 4834991 w 7472601"/>
              <a:gd name="connsiteY217" fmla="*/ 3830985 h 6858000"/>
              <a:gd name="connsiteX218" fmla="*/ 4440129 w 7472601"/>
              <a:gd name="connsiteY218" fmla="*/ 3448571 h 6858000"/>
              <a:gd name="connsiteX219" fmla="*/ 4441737 w 7472601"/>
              <a:gd name="connsiteY219" fmla="*/ 3399734 h 6858000"/>
              <a:gd name="connsiteX220" fmla="*/ 4431236 w 7472601"/>
              <a:gd name="connsiteY220" fmla="*/ 3400954 h 6858000"/>
              <a:gd name="connsiteX221" fmla="*/ 4557150 w 7472601"/>
              <a:gd name="connsiteY221" fmla="*/ 3510023 h 6858000"/>
              <a:gd name="connsiteX222" fmla="*/ 4856936 w 7472601"/>
              <a:gd name="connsiteY222" fmla="*/ 3809146 h 6858000"/>
              <a:gd name="connsiteX223" fmla="*/ 5111996 w 7472601"/>
              <a:gd name="connsiteY223" fmla="*/ 4065759 h 6858000"/>
              <a:gd name="connsiteX224" fmla="*/ 5388878 w 7472601"/>
              <a:gd name="connsiteY224" fmla="*/ 4300185 h 6858000"/>
              <a:gd name="connsiteX225" fmla="*/ 5425556 w 7472601"/>
              <a:gd name="connsiteY225" fmla="*/ 4308967 h 6858000"/>
              <a:gd name="connsiteX226" fmla="*/ 4943646 w 7472601"/>
              <a:gd name="connsiteY226" fmla="*/ 3822916 h 6858000"/>
              <a:gd name="connsiteX227" fmla="*/ 4594837 w 7472601"/>
              <a:gd name="connsiteY227" fmla="*/ 3532274 h 6858000"/>
              <a:gd name="connsiteX228" fmla="*/ 4441737 w 7472601"/>
              <a:gd name="connsiteY228" fmla="*/ 3399734 h 6858000"/>
              <a:gd name="connsiteX229" fmla="*/ 5425834 w 7472601"/>
              <a:gd name="connsiteY229" fmla="*/ 3162785 h 6858000"/>
              <a:gd name="connsiteX230" fmla="*/ 5401644 w 7472601"/>
              <a:gd name="connsiteY230" fmla="*/ 3617847 h 6858000"/>
              <a:gd name="connsiteX231" fmla="*/ 5467256 w 7472601"/>
              <a:gd name="connsiteY231" fmla="*/ 4175494 h 6858000"/>
              <a:gd name="connsiteX232" fmla="*/ 5448069 w 7472601"/>
              <a:gd name="connsiteY232" fmla="*/ 3567554 h 6858000"/>
              <a:gd name="connsiteX233" fmla="*/ 5425834 w 7472601"/>
              <a:gd name="connsiteY233" fmla="*/ 3162785 h 6858000"/>
              <a:gd name="connsiteX234" fmla="*/ 1318687 w 7472601"/>
              <a:gd name="connsiteY234" fmla="*/ 3113840 h 6858000"/>
              <a:gd name="connsiteX235" fmla="*/ 1066793 w 7472601"/>
              <a:gd name="connsiteY235" fmla="*/ 3212171 h 6858000"/>
              <a:gd name="connsiteX236" fmla="*/ 993319 w 7472601"/>
              <a:gd name="connsiteY236" fmla="*/ 3247648 h 6858000"/>
              <a:gd name="connsiteX237" fmla="*/ 853081 w 7472601"/>
              <a:gd name="connsiteY237" fmla="*/ 3312410 h 6858000"/>
              <a:gd name="connsiteX238" fmla="*/ 805957 w 7472601"/>
              <a:gd name="connsiteY238" fmla="*/ 3330443 h 6858000"/>
              <a:gd name="connsiteX239" fmla="*/ 1318687 w 7472601"/>
              <a:gd name="connsiteY239" fmla="*/ 3113840 h 6858000"/>
              <a:gd name="connsiteX240" fmla="*/ 5453702 w 7472601"/>
              <a:gd name="connsiteY240" fmla="*/ 3090882 h 6858000"/>
              <a:gd name="connsiteX241" fmla="*/ 5480135 w 7472601"/>
              <a:gd name="connsiteY241" fmla="*/ 3565802 h 6858000"/>
              <a:gd name="connsiteX242" fmla="*/ 5499023 w 7472601"/>
              <a:gd name="connsiteY242" fmla="*/ 4166310 h 6858000"/>
              <a:gd name="connsiteX243" fmla="*/ 5547022 w 7472601"/>
              <a:gd name="connsiteY243" fmla="*/ 3607838 h 6858000"/>
              <a:gd name="connsiteX244" fmla="*/ 5515964 w 7472601"/>
              <a:gd name="connsiteY244" fmla="*/ 3378541 h 6858000"/>
              <a:gd name="connsiteX245" fmla="*/ 5453702 w 7472601"/>
              <a:gd name="connsiteY245" fmla="*/ 3090882 h 6858000"/>
              <a:gd name="connsiteX246" fmla="*/ 1238695 w 7472601"/>
              <a:gd name="connsiteY246" fmla="*/ 3076820 h 6858000"/>
              <a:gd name="connsiteX247" fmla="*/ 716371 w 7472601"/>
              <a:gd name="connsiteY247" fmla="*/ 3293249 h 6858000"/>
              <a:gd name="connsiteX248" fmla="*/ 579522 w 7472601"/>
              <a:gd name="connsiteY248" fmla="*/ 3371759 h 6858000"/>
              <a:gd name="connsiteX249" fmla="*/ 600288 w 7472601"/>
              <a:gd name="connsiteY249" fmla="*/ 3365555 h 6858000"/>
              <a:gd name="connsiteX250" fmla="*/ 840692 w 7472601"/>
              <a:gd name="connsiteY250" fmla="*/ 3284921 h 6858000"/>
              <a:gd name="connsiteX251" fmla="*/ 979248 w 7472601"/>
              <a:gd name="connsiteY251" fmla="*/ 3221003 h 6858000"/>
              <a:gd name="connsiteX252" fmla="*/ 1053282 w 7472601"/>
              <a:gd name="connsiteY252" fmla="*/ 3185247 h 6858000"/>
              <a:gd name="connsiteX253" fmla="*/ 1320603 w 7472601"/>
              <a:gd name="connsiteY253" fmla="*/ 3081281 h 6858000"/>
              <a:gd name="connsiteX254" fmla="*/ 1238695 w 7472601"/>
              <a:gd name="connsiteY254" fmla="*/ 3076820 h 6858000"/>
              <a:gd name="connsiteX255" fmla="*/ 5425627 w 7472601"/>
              <a:gd name="connsiteY255" fmla="*/ 2954192 h 6858000"/>
              <a:gd name="connsiteX256" fmla="*/ 5470770 w 7472601"/>
              <a:gd name="connsiteY256" fmla="*/ 3005435 h 6858000"/>
              <a:gd name="connsiteX257" fmla="*/ 5519779 w 7472601"/>
              <a:gd name="connsiteY257" fmla="*/ 4359223 h 6858000"/>
              <a:gd name="connsiteX258" fmla="*/ 5520293 w 7472601"/>
              <a:gd name="connsiteY258" fmla="*/ 4360602 h 6858000"/>
              <a:gd name="connsiteX259" fmla="*/ 5767221 w 7472601"/>
              <a:gd name="connsiteY259" fmla="*/ 4665564 h 6858000"/>
              <a:gd name="connsiteX260" fmla="*/ 6937169 w 7472601"/>
              <a:gd name="connsiteY260" fmla="*/ 4815941 h 6858000"/>
              <a:gd name="connsiteX261" fmla="*/ 6953922 w 7472601"/>
              <a:gd name="connsiteY261" fmla="*/ 4890068 h 6858000"/>
              <a:gd name="connsiteX262" fmla="*/ 6071359 w 7472601"/>
              <a:gd name="connsiteY262" fmla="*/ 4770770 h 6858000"/>
              <a:gd name="connsiteX263" fmla="*/ 6038839 w 7472601"/>
              <a:gd name="connsiteY263" fmla="*/ 4764474 h 6858000"/>
              <a:gd name="connsiteX264" fmla="*/ 6038706 w 7472601"/>
              <a:gd name="connsiteY264" fmla="*/ 4763847 h 6858000"/>
              <a:gd name="connsiteX265" fmla="*/ 6037784 w 7472601"/>
              <a:gd name="connsiteY265" fmla="*/ 4764270 h 6858000"/>
              <a:gd name="connsiteX266" fmla="*/ 6038839 w 7472601"/>
              <a:gd name="connsiteY266" fmla="*/ 4764474 h 6858000"/>
              <a:gd name="connsiteX267" fmla="*/ 6040338 w 7472601"/>
              <a:gd name="connsiteY267" fmla="*/ 4771418 h 6858000"/>
              <a:gd name="connsiteX268" fmla="*/ 6024488 w 7472601"/>
              <a:gd name="connsiteY268" fmla="*/ 4809903 h 6858000"/>
              <a:gd name="connsiteX269" fmla="*/ 5599771 w 7472601"/>
              <a:gd name="connsiteY269" fmla="*/ 5509652 h 6858000"/>
              <a:gd name="connsiteX270" fmla="*/ 5548843 w 7472601"/>
              <a:gd name="connsiteY270" fmla="*/ 5563845 h 6858000"/>
              <a:gd name="connsiteX271" fmla="*/ 5940952 w 7472601"/>
              <a:gd name="connsiteY271" fmla="*/ 6250028 h 6858000"/>
              <a:gd name="connsiteX272" fmla="*/ 6043441 w 7472601"/>
              <a:gd name="connsiteY272" fmla="*/ 6665847 h 6858000"/>
              <a:gd name="connsiteX273" fmla="*/ 6093432 w 7472601"/>
              <a:gd name="connsiteY273" fmla="*/ 6858000 h 6858000"/>
              <a:gd name="connsiteX274" fmla="*/ 6034344 w 7472601"/>
              <a:gd name="connsiteY274" fmla="*/ 6858000 h 6858000"/>
              <a:gd name="connsiteX275" fmla="*/ 6026679 w 7472601"/>
              <a:gd name="connsiteY275" fmla="*/ 6836959 h 6858000"/>
              <a:gd name="connsiteX276" fmla="*/ 5800441 w 7472601"/>
              <a:gd name="connsiteY276" fmla="*/ 6335286 h 6858000"/>
              <a:gd name="connsiteX277" fmla="*/ 5526562 w 7472601"/>
              <a:gd name="connsiteY277" fmla="*/ 5705388 h 6858000"/>
              <a:gd name="connsiteX278" fmla="*/ 5519640 w 7472601"/>
              <a:gd name="connsiteY278" fmla="*/ 5683774 h 6858000"/>
              <a:gd name="connsiteX279" fmla="*/ 5844559 w 7472601"/>
              <a:gd name="connsiteY279" fmla="*/ 6553349 h 6858000"/>
              <a:gd name="connsiteX280" fmla="*/ 5975994 w 7472601"/>
              <a:gd name="connsiteY280" fmla="*/ 6858000 h 6858000"/>
              <a:gd name="connsiteX281" fmla="*/ 5898547 w 7472601"/>
              <a:gd name="connsiteY281" fmla="*/ 6858000 h 6858000"/>
              <a:gd name="connsiteX282" fmla="*/ 5682041 w 7472601"/>
              <a:gd name="connsiteY282" fmla="*/ 6355860 h 6858000"/>
              <a:gd name="connsiteX283" fmla="*/ 5461758 w 7472601"/>
              <a:gd name="connsiteY283" fmla="*/ 5820220 h 6858000"/>
              <a:gd name="connsiteX284" fmla="*/ 5237282 w 7472601"/>
              <a:gd name="connsiteY284" fmla="*/ 6579086 h 6858000"/>
              <a:gd name="connsiteX285" fmla="*/ 5115009 w 7472601"/>
              <a:gd name="connsiteY285" fmla="*/ 6858000 h 6858000"/>
              <a:gd name="connsiteX286" fmla="*/ 5028074 w 7472601"/>
              <a:gd name="connsiteY286" fmla="*/ 6858000 h 6858000"/>
              <a:gd name="connsiteX287" fmla="*/ 5079508 w 7472601"/>
              <a:gd name="connsiteY287" fmla="*/ 6749074 h 6858000"/>
              <a:gd name="connsiteX288" fmla="*/ 5371846 w 7472601"/>
              <a:gd name="connsiteY288" fmla="*/ 5924413 h 6858000"/>
              <a:gd name="connsiteX289" fmla="*/ 5270512 w 7472601"/>
              <a:gd name="connsiteY289" fmla="*/ 6138975 h 6858000"/>
              <a:gd name="connsiteX290" fmla="*/ 5062409 w 7472601"/>
              <a:gd name="connsiteY290" fmla="*/ 6653544 h 6858000"/>
              <a:gd name="connsiteX291" fmla="*/ 5036628 w 7472601"/>
              <a:gd name="connsiteY291" fmla="*/ 6754247 h 6858000"/>
              <a:gd name="connsiteX292" fmla="*/ 5009112 w 7472601"/>
              <a:gd name="connsiteY292" fmla="*/ 6858000 h 6858000"/>
              <a:gd name="connsiteX293" fmla="*/ 4976679 w 7472601"/>
              <a:gd name="connsiteY293" fmla="*/ 6858000 h 6858000"/>
              <a:gd name="connsiteX294" fmla="*/ 5006537 w 7472601"/>
              <a:gd name="connsiteY294" fmla="*/ 6747068 h 6858000"/>
              <a:gd name="connsiteX295" fmla="*/ 5032723 w 7472601"/>
              <a:gd name="connsiteY295" fmla="*/ 6644957 h 6858000"/>
              <a:gd name="connsiteX296" fmla="*/ 5242949 w 7472601"/>
              <a:gd name="connsiteY296" fmla="*/ 6125175 h 6858000"/>
              <a:gd name="connsiteX297" fmla="*/ 5286321 w 7472601"/>
              <a:gd name="connsiteY297" fmla="*/ 6033555 h 6858000"/>
              <a:gd name="connsiteX298" fmla="*/ 5008210 w 7472601"/>
              <a:gd name="connsiteY298" fmla="*/ 6649194 h 6858000"/>
              <a:gd name="connsiteX299" fmla="*/ 4986321 w 7472601"/>
              <a:gd name="connsiteY299" fmla="*/ 6765687 h 6858000"/>
              <a:gd name="connsiteX300" fmla="*/ 4973474 w 7472601"/>
              <a:gd name="connsiteY300" fmla="*/ 6858000 h 6858000"/>
              <a:gd name="connsiteX301" fmla="*/ 4907178 w 7472601"/>
              <a:gd name="connsiteY301" fmla="*/ 6858000 h 6858000"/>
              <a:gd name="connsiteX302" fmla="*/ 4910810 w 7472601"/>
              <a:gd name="connsiteY302" fmla="*/ 6829660 h 6858000"/>
              <a:gd name="connsiteX303" fmla="*/ 4987461 w 7472601"/>
              <a:gd name="connsiteY303" fmla="*/ 6432994 h 6858000"/>
              <a:gd name="connsiteX304" fmla="*/ 5179262 w 7472601"/>
              <a:gd name="connsiteY304" fmla="*/ 6035044 h 6858000"/>
              <a:gd name="connsiteX305" fmla="*/ 4689678 w 7472601"/>
              <a:gd name="connsiteY305" fmla="*/ 6440241 h 6858000"/>
              <a:gd name="connsiteX306" fmla="*/ 4477543 w 7472601"/>
              <a:gd name="connsiteY306" fmla="*/ 6674836 h 6858000"/>
              <a:gd name="connsiteX307" fmla="*/ 4329957 w 7472601"/>
              <a:gd name="connsiteY307" fmla="*/ 6858000 h 6858000"/>
              <a:gd name="connsiteX308" fmla="*/ 4218595 w 7472601"/>
              <a:gd name="connsiteY308" fmla="*/ 6858000 h 6858000"/>
              <a:gd name="connsiteX309" fmla="*/ 4368888 w 7472601"/>
              <a:gd name="connsiteY309" fmla="*/ 6668412 h 6858000"/>
              <a:gd name="connsiteX310" fmla="*/ 4563091 w 7472601"/>
              <a:gd name="connsiteY310" fmla="*/ 6442508 h 6858000"/>
              <a:gd name="connsiteX311" fmla="*/ 5387324 w 7472601"/>
              <a:gd name="connsiteY311" fmla="*/ 5705830 h 6858000"/>
              <a:gd name="connsiteX312" fmla="*/ 5073620 w 7472601"/>
              <a:gd name="connsiteY312" fmla="*/ 5955437 h 6858000"/>
              <a:gd name="connsiteX313" fmla="*/ 4689789 w 7472601"/>
              <a:gd name="connsiteY313" fmla="*/ 6268382 h 6858000"/>
              <a:gd name="connsiteX314" fmla="*/ 4418722 w 7472601"/>
              <a:gd name="connsiteY314" fmla="*/ 6570886 h 6858000"/>
              <a:gd name="connsiteX315" fmla="*/ 4214944 w 7472601"/>
              <a:gd name="connsiteY315" fmla="*/ 6858000 h 6858000"/>
              <a:gd name="connsiteX316" fmla="*/ 4177898 w 7472601"/>
              <a:gd name="connsiteY316" fmla="*/ 6858000 h 6858000"/>
              <a:gd name="connsiteX317" fmla="*/ 4391597 w 7472601"/>
              <a:gd name="connsiteY317" fmla="*/ 6556370 h 6858000"/>
              <a:gd name="connsiteX318" fmla="*/ 4668889 w 7472601"/>
              <a:gd name="connsiteY318" fmla="*/ 6246399 h 6858000"/>
              <a:gd name="connsiteX319" fmla="*/ 5055427 w 7472601"/>
              <a:gd name="connsiteY319" fmla="*/ 5931476 h 6858000"/>
              <a:gd name="connsiteX320" fmla="*/ 5371814 w 7472601"/>
              <a:gd name="connsiteY320" fmla="*/ 5678975 h 6858000"/>
              <a:gd name="connsiteX321" fmla="*/ 4987918 w 7472601"/>
              <a:gd name="connsiteY321" fmla="*/ 5838701 h 6858000"/>
              <a:gd name="connsiteX322" fmla="*/ 4317146 w 7472601"/>
              <a:gd name="connsiteY322" fmla="*/ 6587716 h 6858000"/>
              <a:gd name="connsiteX323" fmla="*/ 4171627 w 7472601"/>
              <a:gd name="connsiteY323" fmla="*/ 6858000 h 6858000"/>
              <a:gd name="connsiteX324" fmla="*/ 4081585 w 7472601"/>
              <a:gd name="connsiteY324" fmla="*/ 6858000 h 6858000"/>
              <a:gd name="connsiteX325" fmla="*/ 4238603 w 7472601"/>
              <a:gd name="connsiteY325" fmla="*/ 6559341 h 6858000"/>
              <a:gd name="connsiteX326" fmla="*/ 4778333 w 7472601"/>
              <a:gd name="connsiteY326" fmla="*/ 5873626 h 6858000"/>
              <a:gd name="connsiteX327" fmla="*/ 5414185 w 7472601"/>
              <a:gd name="connsiteY327" fmla="*/ 5573882 h 6858000"/>
              <a:gd name="connsiteX328" fmla="*/ 5959648 w 7472601"/>
              <a:gd name="connsiteY328" fmla="*/ 4760797 h 6858000"/>
              <a:gd name="connsiteX329" fmla="*/ 5355019 w 7472601"/>
              <a:gd name="connsiteY329" fmla="*/ 4734672 h 6858000"/>
              <a:gd name="connsiteX330" fmla="*/ 5083565 w 7472601"/>
              <a:gd name="connsiteY330" fmla="*/ 5179121 h 6858000"/>
              <a:gd name="connsiteX331" fmla="*/ 4713577 w 7472601"/>
              <a:gd name="connsiteY331" fmla="*/ 5616803 h 6858000"/>
              <a:gd name="connsiteX332" fmla="*/ 3989559 w 7472601"/>
              <a:gd name="connsiteY332" fmla="*/ 6145945 h 6858000"/>
              <a:gd name="connsiteX333" fmla="*/ 3939824 w 7472601"/>
              <a:gd name="connsiteY333" fmla="*/ 6066900 h 6858000"/>
              <a:gd name="connsiteX334" fmla="*/ 4584537 w 7472601"/>
              <a:gd name="connsiteY334" fmla="*/ 5324826 h 6858000"/>
              <a:gd name="connsiteX335" fmla="*/ 5037105 w 7472601"/>
              <a:gd name="connsiteY335" fmla="*/ 5088765 h 6858000"/>
              <a:gd name="connsiteX336" fmla="*/ 5039930 w 7472601"/>
              <a:gd name="connsiteY336" fmla="*/ 5089585 h 6858000"/>
              <a:gd name="connsiteX337" fmla="*/ 5263764 w 7472601"/>
              <a:gd name="connsiteY337" fmla="*/ 4735525 h 6858000"/>
              <a:gd name="connsiteX338" fmla="*/ 4086300 w 7472601"/>
              <a:gd name="connsiteY338" fmla="*/ 4884599 h 6858000"/>
              <a:gd name="connsiteX339" fmla="*/ 4085485 w 7472601"/>
              <a:gd name="connsiteY339" fmla="*/ 4899070 h 6858000"/>
              <a:gd name="connsiteX340" fmla="*/ 3871915 w 7472601"/>
              <a:gd name="connsiteY340" fmla="*/ 5253645 h 6858000"/>
              <a:gd name="connsiteX341" fmla="*/ 3799374 w 7472601"/>
              <a:gd name="connsiteY341" fmla="*/ 5466127 h 6858000"/>
              <a:gd name="connsiteX342" fmla="*/ 3498850 w 7472601"/>
              <a:gd name="connsiteY342" fmla="*/ 6661888 h 6858000"/>
              <a:gd name="connsiteX343" fmla="*/ 3399216 w 7472601"/>
              <a:gd name="connsiteY343" fmla="*/ 6858000 h 6858000"/>
              <a:gd name="connsiteX344" fmla="*/ 3303688 w 7472601"/>
              <a:gd name="connsiteY344" fmla="*/ 6858000 h 6858000"/>
              <a:gd name="connsiteX345" fmla="*/ 3391774 w 7472601"/>
              <a:gd name="connsiteY345" fmla="*/ 6697181 h 6858000"/>
              <a:gd name="connsiteX346" fmla="*/ 3735540 w 7472601"/>
              <a:gd name="connsiteY346" fmla="*/ 5546923 h 6858000"/>
              <a:gd name="connsiteX347" fmla="*/ 3729438 w 7472601"/>
              <a:gd name="connsiteY347" fmla="*/ 5569058 h 6858000"/>
              <a:gd name="connsiteX348" fmla="*/ 3707782 w 7472601"/>
              <a:gd name="connsiteY348" fmla="*/ 5644908 h 6858000"/>
              <a:gd name="connsiteX349" fmla="*/ 3583827 w 7472601"/>
              <a:gd name="connsiteY349" fmla="*/ 6039215 h 6858000"/>
              <a:gd name="connsiteX350" fmla="*/ 3547861 w 7472601"/>
              <a:gd name="connsiteY350" fmla="*/ 6129609 h 6858000"/>
              <a:gd name="connsiteX351" fmla="*/ 3490905 w 7472601"/>
              <a:gd name="connsiteY351" fmla="*/ 6277660 h 6858000"/>
              <a:gd name="connsiteX352" fmla="*/ 3455859 w 7472601"/>
              <a:gd name="connsiteY352" fmla="*/ 6391301 h 6858000"/>
              <a:gd name="connsiteX353" fmla="*/ 3429112 w 7472601"/>
              <a:gd name="connsiteY353" fmla="*/ 6479469 h 6858000"/>
              <a:gd name="connsiteX354" fmla="*/ 3304862 w 7472601"/>
              <a:gd name="connsiteY354" fmla="*/ 6796476 h 6858000"/>
              <a:gd name="connsiteX355" fmla="*/ 3276071 w 7472601"/>
              <a:gd name="connsiteY355" fmla="*/ 6858000 h 6858000"/>
              <a:gd name="connsiteX356" fmla="*/ 3240805 w 7472601"/>
              <a:gd name="connsiteY356" fmla="*/ 6858000 h 6858000"/>
              <a:gd name="connsiteX357" fmla="*/ 3275917 w 7472601"/>
              <a:gd name="connsiteY357" fmla="*/ 6783192 h 6858000"/>
              <a:gd name="connsiteX358" fmla="*/ 3399358 w 7472601"/>
              <a:gd name="connsiteY358" fmla="*/ 6469011 h 6858000"/>
              <a:gd name="connsiteX359" fmla="*/ 3425650 w 7472601"/>
              <a:gd name="connsiteY359" fmla="*/ 6381333 h 6858000"/>
              <a:gd name="connsiteX360" fmla="*/ 3460661 w 7472601"/>
              <a:gd name="connsiteY360" fmla="*/ 6266763 h 6858000"/>
              <a:gd name="connsiteX361" fmla="*/ 3518021 w 7472601"/>
              <a:gd name="connsiteY361" fmla="*/ 6117298 h 6858000"/>
              <a:gd name="connsiteX362" fmla="*/ 3554035 w 7472601"/>
              <a:gd name="connsiteY362" fmla="*/ 6027832 h 6858000"/>
              <a:gd name="connsiteX363" fmla="*/ 3677174 w 7472601"/>
              <a:gd name="connsiteY363" fmla="*/ 5636351 h 6858000"/>
              <a:gd name="connsiteX364" fmla="*/ 3698819 w 7472601"/>
              <a:gd name="connsiteY364" fmla="*/ 5560503 h 6858000"/>
              <a:gd name="connsiteX365" fmla="*/ 3702094 w 7472601"/>
              <a:gd name="connsiteY365" fmla="*/ 5549194 h 6858000"/>
              <a:gd name="connsiteX366" fmla="*/ 3398355 w 7472601"/>
              <a:gd name="connsiteY366" fmla="*/ 6094603 h 6858000"/>
              <a:gd name="connsiteX367" fmla="*/ 3193941 w 7472601"/>
              <a:gd name="connsiteY367" fmla="*/ 6798775 h 6858000"/>
              <a:gd name="connsiteX368" fmla="*/ 3184140 w 7472601"/>
              <a:gd name="connsiteY368" fmla="*/ 6858000 h 6858000"/>
              <a:gd name="connsiteX369" fmla="*/ 3099978 w 7472601"/>
              <a:gd name="connsiteY369" fmla="*/ 6858000 h 6858000"/>
              <a:gd name="connsiteX370" fmla="*/ 3101556 w 7472601"/>
              <a:gd name="connsiteY370" fmla="*/ 6843337 h 6858000"/>
              <a:gd name="connsiteX371" fmla="*/ 3370162 w 7472601"/>
              <a:gd name="connsiteY371" fmla="*/ 5785550 h 6858000"/>
              <a:gd name="connsiteX372" fmla="*/ 3746477 w 7472601"/>
              <a:gd name="connsiteY372" fmla="*/ 5377889 h 6858000"/>
              <a:gd name="connsiteX373" fmla="*/ 3863399 w 7472601"/>
              <a:gd name="connsiteY373" fmla="*/ 5087257 h 6858000"/>
              <a:gd name="connsiteX374" fmla="*/ 3968712 w 7472601"/>
              <a:gd name="connsiteY374" fmla="*/ 4913989 h 6858000"/>
              <a:gd name="connsiteX375" fmla="*/ 2792390 w 7472601"/>
              <a:gd name="connsiteY375" fmla="*/ 5382974 h 6858000"/>
              <a:gd name="connsiteX376" fmla="*/ 2714982 w 7472601"/>
              <a:gd name="connsiteY376" fmla="*/ 5427051 h 6858000"/>
              <a:gd name="connsiteX377" fmla="*/ 2813361 w 7472601"/>
              <a:gd name="connsiteY377" fmla="*/ 6023912 h 6858000"/>
              <a:gd name="connsiteX378" fmla="*/ 2688430 w 7472601"/>
              <a:gd name="connsiteY378" fmla="*/ 6801564 h 6858000"/>
              <a:gd name="connsiteX379" fmla="*/ 2629626 w 7472601"/>
              <a:gd name="connsiteY379" fmla="*/ 6763394 h 6858000"/>
              <a:gd name="connsiteX380" fmla="*/ 2565328 w 7472601"/>
              <a:gd name="connsiteY380" fmla="*/ 5516399 h 6858000"/>
              <a:gd name="connsiteX381" fmla="*/ 1922999 w 7472601"/>
              <a:gd name="connsiteY381" fmla="*/ 5980343 h 6858000"/>
              <a:gd name="connsiteX382" fmla="*/ 1950261 w 7472601"/>
              <a:gd name="connsiteY382" fmla="*/ 6405858 h 6858000"/>
              <a:gd name="connsiteX383" fmla="*/ 2365554 w 7472601"/>
              <a:gd name="connsiteY383" fmla="*/ 6759107 h 6858000"/>
              <a:gd name="connsiteX384" fmla="*/ 2424142 w 7472601"/>
              <a:gd name="connsiteY384" fmla="*/ 6858000 h 6858000"/>
              <a:gd name="connsiteX385" fmla="*/ 2395994 w 7472601"/>
              <a:gd name="connsiteY385" fmla="*/ 6858000 h 6858000"/>
              <a:gd name="connsiteX386" fmla="*/ 2392863 w 7472601"/>
              <a:gd name="connsiteY386" fmla="*/ 6852964 h 6858000"/>
              <a:gd name="connsiteX387" fmla="*/ 2017589 w 7472601"/>
              <a:gd name="connsiteY387" fmla="*/ 6493982 h 6858000"/>
              <a:gd name="connsiteX388" fmla="*/ 2147336 w 7472601"/>
              <a:gd name="connsiteY388" fmla="*/ 6594052 h 6858000"/>
              <a:gd name="connsiteX389" fmla="*/ 2207047 w 7472601"/>
              <a:gd name="connsiteY389" fmla="*/ 6654540 h 6858000"/>
              <a:gd name="connsiteX390" fmla="*/ 2299106 w 7472601"/>
              <a:gd name="connsiteY390" fmla="*/ 6778931 h 6858000"/>
              <a:gd name="connsiteX391" fmla="*/ 2314430 w 7472601"/>
              <a:gd name="connsiteY391" fmla="*/ 6801144 h 6858000"/>
              <a:gd name="connsiteX392" fmla="*/ 2352406 w 7472601"/>
              <a:gd name="connsiteY392" fmla="*/ 6858000 h 6858000"/>
              <a:gd name="connsiteX393" fmla="*/ 2314492 w 7472601"/>
              <a:gd name="connsiteY393" fmla="*/ 6858000 h 6858000"/>
              <a:gd name="connsiteX394" fmla="*/ 2288095 w 7472601"/>
              <a:gd name="connsiteY394" fmla="*/ 6818030 h 6858000"/>
              <a:gd name="connsiteX395" fmla="*/ 2272768 w 7472601"/>
              <a:gd name="connsiteY395" fmla="*/ 6795822 h 6858000"/>
              <a:gd name="connsiteX396" fmla="*/ 2182715 w 7472601"/>
              <a:gd name="connsiteY396" fmla="*/ 6675071 h 6858000"/>
              <a:gd name="connsiteX397" fmla="*/ 2032061 w 7472601"/>
              <a:gd name="connsiteY397" fmla="*/ 6541380 h 6858000"/>
              <a:gd name="connsiteX398" fmla="*/ 2257220 w 7472601"/>
              <a:gd name="connsiteY398" fmla="*/ 6826257 h 6858000"/>
              <a:gd name="connsiteX399" fmla="*/ 2281324 w 7472601"/>
              <a:gd name="connsiteY399" fmla="*/ 6858000 h 6858000"/>
              <a:gd name="connsiteX400" fmla="*/ 2242860 w 7472601"/>
              <a:gd name="connsiteY400" fmla="*/ 6858000 h 6858000"/>
              <a:gd name="connsiteX401" fmla="*/ 2232818 w 7472601"/>
              <a:gd name="connsiteY401" fmla="*/ 6844926 h 6858000"/>
              <a:gd name="connsiteX402" fmla="*/ 1990172 w 7472601"/>
              <a:gd name="connsiteY402" fmla="*/ 6542121 h 6858000"/>
              <a:gd name="connsiteX403" fmla="*/ 2124090 w 7472601"/>
              <a:gd name="connsiteY403" fmla="*/ 6761017 h 6858000"/>
              <a:gd name="connsiteX404" fmla="*/ 2200380 w 7472601"/>
              <a:gd name="connsiteY404" fmla="*/ 6858000 h 6858000"/>
              <a:gd name="connsiteX405" fmla="*/ 2147507 w 7472601"/>
              <a:gd name="connsiteY405" fmla="*/ 6858000 h 6858000"/>
              <a:gd name="connsiteX406" fmla="*/ 2070668 w 7472601"/>
              <a:gd name="connsiteY406" fmla="*/ 6761520 h 6858000"/>
              <a:gd name="connsiteX407" fmla="*/ 1975142 w 7472601"/>
              <a:gd name="connsiteY407" fmla="*/ 6585570 h 6858000"/>
              <a:gd name="connsiteX408" fmla="*/ 2050035 w 7472601"/>
              <a:gd name="connsiteY408" fmla="*/ 6813345 h 6858000"/>
              <a:gd name="connsiteX409" fmla="*/ 2063025 w 7472601"/>
              <a:gd name="connsiteY409" fmla="*/ 6858000 h 6858000"/>
              <a:gd name="connsiteX410" fmla="*/ 2021675 w 7472601"/>
              <a:gd name="connsiteY410" fmla="*/ 6858000 h 6858000"/>
              <a:gd name="connsiteX411" fmla="*/ 2019308 w 7472601"/>
              <a:gd name="connsiteY411" fmla="*/ 6847118 h 6858000"/>
              <a:gd name="connsiteX412" fmla="*/ 1938835 w 7472601"/>
              <a:gd name="connsiteY412" fmla="*/ 6551160 h 6858000"/>
              <a:gd name="connsiteX413" fmla="*/ 1953230 w 7472601"/>
              <a:gd name="connsiteY413" fmla="*/ 6759699 h 6858000"/>
              <a:gd name="connsiteX414" fmla="*/ 1956763 w 7472601"/>
              <a:gd name="connsiteY414" fmla="*/ 6778191 h 6858000"/>
              <a:gd name="connsiteX415" fmla="*/ 1967925 w 7472601"/>
              <a:gd name="connsiteY415" fmla="*/ 6858000 h 6858000"/>
              <a:gd name="connsiteX416" fmla="*/ 1936622 w 7472601"/>
              <a:gd name="connsiteY416" fmla="*/ 6858000 h 6858000"/>
              <a:gd name="connsiteX417" fmla="*/ 1926261 w 7472601"/>
              <a:gd name="connsiteY417" fmla="*/ 6784064 h 6858000"/>
              <a:gd name="connsiteX418" fmla="*/ 1922724 w 7472601"/>
              <a:gd name="connsiteY418" fmla="*/ 6765577 h 6858000"/>
              <a:gd name="connsiteX419" fmla="*/ 1904650 w 7472601"/>
              <a:gd name="connsiteY419" fmla="*/ 6639616 h 6858000"/>
              <a:gd name="connsiteX420" fmla="*/ 1885273 w 7472601"/>
              <a:gd name="connsiteY420" fmla="*/ 6858000 h 6858000"/>
              <a:gd name="connsiteX421" fmla="*/ 1854363 w 7472601"/>
              <a:gd name="connsiteY421" fmla="*/ 6858000 h 6858000"/>
              <a:gd name="connsiteX422" fmla="*/ 1880391 w 7472601"/>
              <a:gd name="connsiteY422" fmla="*/ 6603796 h 6858000"/>
              <a:gd name="connsiteX423" fmla="*/ 1818273 w 7472601"/>
              <a:gd name="connsiteY423" fmla="*/ 6715729 h 6858000"/>
              <a:gd name="connsiteX424" fmla="*/ 1794691 w 7472601"/>
              <a:gd name="connsiteY424" fmla="*/ 6843239 h 6858000"/>
              <a:gd name="connsiteX425" fmla="*/ 1794914 w 7472601"/>
              <a:gd name="connsiteY425" fmla="*/ 6858000 h 6858000"/>
              <a:gd name="connsiteX426" fmla="*/ 1746128 w 7472601"/>
              <a:gd name="connsiteY426" fmla="*/ 6858000 h 6858000"/>
              <a:gd name="connsiteX427" fmla="*/ 1753934 w 7472601"/>
              <a:gd name="connsiteY427" fmla="*/ 6724796 h 6858000"/>
              <a:gd name="connsiteX428" fmla="*/ 1792053 w 7472601"/>
              <a:gd name="connsiteY428" fmla="*/ 6572396 h 6858000"/>
              <a:gd name="connsiteX429" fmla="*/ 1862248 w 7472601"/>
              <a:gd name="connsiteY429" fmla="*/ 6266397 h 6858000"/>
              <a:gd name="connsiteX430" fmla="*/ 1862250 w 7472601"/>
              <a:gd name="connsiteY430" fmla="*/ 6033531 h 6858000"/>
              <a:gd name="connsiteX431" fmla="*/ 1211999 w 7472601"/>
              <a:gd name="connsiteY431" fmla="*/ 6683610 h 6858000"/>
              <a:gd name="connsiteX432" fmla="*/ 1213266 w 7472601"/>
              <a:gd name="connsiteY432" fmla="*/ 6691947 h 6858000"/>
              <a:gd name="connsiteX433" fmla="*/ 1203370 w 7472601"/>
              <a:gd name="connsiteY433" fmla="*/ 6850676 h 6858000"/>
              <a:gd name="connsiteX434" fmla="*/ 1203671 w 7472601"/>
              <a:gd name="connsiteY434" fmla="*/ 6858000 h 6858000"/>
              <a:gd name="connsiteX435" fmla="*/ 1143180 w 7472601"/>
              <a:gd name="connsiteY435" fmla="*/ 6858000 h 6858000"/>
              <a:gd name="connsiteX436" fmla="*/ 1142176 w 7472601"/>
              <a:gd name="connsiteY436" fmla="*/ 6766045 h 6858000"/>
              <a:gd name="connsiteX437" fmla="*/ 1067484 w 7472601"/>
              <a:gd name="connsiteY437" fmla="*/ 6858000 h 6858000"/>
              <a:gd name="connsiteX438" fmla="*/ 953928 w 7472601"/>
              <a:gd name="connsiteY438" fmla="*/ 6858000 h 6858000"/>
              <a:gd name="connsiteX439" fmla="*/ 959715 w 7472601"/>
              <a:gd name="connsiteY439" fmla="*/ 6850185 h 6858000"/>
              <a:gd name="connsiteX440" fmla="*/ 1483788 w 7472601"/>
              <a:gd name="connsiteY440" fmla="*/ 6259174 h 6858000"/>
              <a:gd name="connsiteX441" fmla="*/ 1100671 w 7472601"/>
              <a:gd name="connsiteY441" fmla="*/ 6252137 h 6858000"/>
              <a:gd name="connsiteX442" fmla="*/ 1090144 w 7472601"/>
              <a:gd name="connsiteY442" fmla="*/ 6256748 h 6858000"/>
              <a:gd name="connsiteX443" fmla="*/ 1095872 w 7472601"/>
              <a:gd name="connsiteY443" fmla="*/ 6271892 h 6858000"/>
              <a:gd name="connsiteX444" fmla="*/ 262785 w 7472601"/>
              <a:gd name="connsiteY444" fmla="*/ 6845450 h 6858000"/>
              <a:gd name="connsiteX445" fmla="*/ 209968 w 7472601"/>
              <a:gd name="connsiteY445" fmla="*/ 6770713 h 6858000"/>
              <a:gd name="connsiteX446" fmla="*/ 873460 w 7472601"/>
              <a:gd name="connsiteY446" fmla="*/ 6253768 h 6858000"/>
              <a:gd name="connsiteX447" fmla="*/ 192686 w 7472601"/>
              <a:gd name="connsiteY447" fmla="*/ 5849257 h 6858000"/>
              <a:gd name="connsiteX448" fmla="*/ 4696 w 7472601"/>
              <a:gd name="connsiteY448" fmla="*/ 5697668 h 6858000"/>
              <a:gd name="connsiteX449" fmla="*/ 0 w 7472601"/>
              <a:gd name="connsiteY449" fmla="*/ 5689984 h 6858000"/>
              <a:gd name="connsiteX450" fmla="*/ 0 w 7472601"/>
              <a:gd name="connsiteY450" fmla="*/ 5513472 h 6858000"/>
              <a:gd name="connsiteX451" fmla="*/ 174101 w 7472601"/>
              <a:gd name="connsiteY451" fmla="*/ 5620277 h 6858000"/>
              <a:gd name="connsiteX452" fmla="*/ 891800 w 7472601"/>
              <a:gd name="connsiteY452" fmla="*/ 6036935 h 6858000"/>
              <a:gd name="connsiteX453" fmla="*/ 1072219 w 7472601"/>
              <a:gd name="connsiteY453" fmla="*/ 6169443 h 6858000"/>
              <a:gd name="connsiteX454" fmla="*/ 1074117 w 7472601"/>
              <a:gd name="connsiteY454" fmla="*/ 6170301 h 6858000"/>
              <a:gd name="connsiteX455" fmla="*/ 1083114 w 7472601"/>
              <a:gd name="connsiteY455" fmla="*/ 6174131 h 6858000"/>
              <a:gd name="connsiteX456" fmla="*/ 1543010 w 7472601"/>
              <a:gd name="connsiteY456" fmla="*/ 6191140 h 6858000"/>
              <a:gd name="connsiteX457" fmla="*/ 1551080 w 7472601"/>
              <a:gd name="connsiteY457" fmla="*/ 6195006 h 6858000"/>
              <a:gd name="connsiteX458" fmla="*/ 2345443 w 7472601"/>
              <a:gd name="connsiteY458" fmla="*/ 5549882 h 6858000"/>
              <a:gd name="connsiteX459" fmla="*/ 1721499 w 7472601"/>
              <a:gd name="connsiteY459" fmla="*/ 5599969 h 6858000"/>
              <a:gd name="connsiteX460" fmla="*/ 767716 w 7472601"/>
              <a:gd name="connsiteY460" fmla="*/ 5472768 h 6858000"/>
              <a:gd name="connsiteX461" fmla="*/ 722147 w 7472601"/>
              <a:gd name="connsiteY461" fmla="*/ 5393091 h 6858000"/>
              <a:gd name="connsiteX462" fmla="*/ 1485552 w 7472601"/>
              <a:gd name="connsiteY462" fmla="*/ 5313202 h 6858000"/>
              <a:gd name="connsiteX463" fmla="*/ 2143004 w 7472601"/>
              <a:gd name="connsiteY463" fmla="*/ 5402420 h 6858000"/>
              <a:gd name="connsiteX464" fmla="*/ 1933391 w 7472601"/>
              <a:gd name="connsiteY464" fmla="*/ 5156971 h 6858000"/>
              <a:gd name="connsiteX465" fmla="*/ 1827118 w 7472601"/>
              <a:gd name="connsiteY465" fmla="*/ 4968410 h 6858000"/>
              <a:gd name="connsiteX466" fmla="*/ 1837349 w 7472601"/>
              <a:gd name="connsiteY466" fmla="*/ 4956357 h 6858000"/>
              <a:gd name="connsiteX467" fmla="*/ 2162835 w 7472601"/>
              <a:gd name="connsiteY467" fmla="*/ 5187853 h 6858000"/>
              <a:gd name="connsiteX468" fmla="*/ 2257167 w 7472601"/>
              <a:gd name="connsiteY468" fmla="*/ 5462123 h 6858000"/>
              <a:gd name="connsiteX469" fmla="*/ 2261598 w 7472601"/>
              <a:gd name="connsiteY469" fmla="*/ 5467998 h 6858000"/>
              <a:gd name="connsiteX470" fmla="*/ 2437177 w 7472601"/>
              <a:gd name="connsiteY470" fmla="*/ 5479608 h 6858000"/>
              <a:gd name="connsiteX471" fmla="*/ 2445247 w 7472601"/>
              <a:gd name="connsiteY471" fmla="*/ 5483476 h 6858000"/>
              <a:gd name="connsiteX472" fmla="*/ 2743626 w 7472601"/>
              <a:gd name="connsiteY472" fmla="*/ 5304819 h 6858000"/>
              <a:gd name="connsiteX473" fmla="*/ 3048102 w 7472601"/>
              <a:gd name="connsiteY473" fmla="*/ 5150595 h 6858000"/>
              <a:gd name="connsiteX474" fmla="*/ 1799414 w 7472601"/>
              <a:gd name="connsiteY474" fmla="*/ 4694732 h 6858000"/>
              <a:gd name="connsiteX475" fmla="*/ 1771735 w 7472601"/>
              <a:gd name="connsiteY475" fmla="*/ 4619929 h 6858000"/>
              <a:gd name="connsiteX476" fmla="*/ 3104273 w 7472601"/>
              <a:gd name="connsiteY476" fmla="*/ 5076159 h 6858000"/>
              <a:gd name="connsiteX477" fmla="*/ 3113245 w 7472601"/>
              <a:gd name="connsiteY477" fmla="*/ 5090705 h 6858000"/>
              <a:gd name="connsiteX478" fmla="*/ 3126294 w 7472601"/>
              <a:gd name="connsiteY478" fmla="*/ 5114400 h 6858000"/>
              <a:gd name="connsiteX479" fmla="*/ 3937433 w 7472601"/>
              <a:gd name="connsiteY479" fmla="*/ 4830473 h 6858000"/>
              <a:gd name="connsiteX480" fmla="*/ 3590475 w 7472601"/>
              <a:gd name="connsiteY480" fmla="*/ 4597974 h 6858000"/>
              <a:gd name="connsiteX481" fmla="*/ 3100264 w 7472601"/>
              <a:gd name="connsiteY481" fmla="*/ 4579845 h 6858000"/>
              <a:gd name="connsiteX482" fmla="*/ 2183576 w 7472601"/>
              <a:gd name="connsiteY482" fmla="*/ 4227150 h 6858000"/>
              <a:gd name="connsiteX483" fmla="*/ 2151029 w 7472601"/>
              <a:gd name="connsiteY483" fmla="*/ 4146947 h 6858000"/>
              <a:gd name="connsiteX484" fmla="*/ 3563434 w 7472601"/>
              <a:gd name="connsiteY484" fmla="*/ 4469115 h 6858000"/>
              <a:gd name="connsiteX485" fmla="*/ 3177952 w 7472601"/>
              <a:gd name="connsiteY485" fmla="*/ 3657386 h 6858000"/>
              <a:gd name="connsiteX486" fmla="*/ 3189263 w 7472601"/>
              <a:gd name="connsiteY486" fmla="*/ 3625726 h 6858000"/>
              <a:gd name="connsiteX487" fmla="*/ 3560912 w 7472601"/>
              <a:gd name="connsiteY487" fmla="*/ 4079863 h 6858000"/>
              <a:gd name="connsiteX488" fmla="*/ 3626636 w 7472601"/>
              <a:gd name="connsiteY488" fmla="*/ 4512230 h 6858000"/>
              <a:gd name="connsiteX489" fmla="*/ 3653088 w 7472601"/>
              <a:gd name="connsiteY489" fmla="*/ 4521417 h 6858000"/>
              <a:gd name="connsiteX490" fmla="*/ 3988128 w 7472601"/>
              <a:gd name="connsiteY490" fmla="*/ 4817267 h 6858000"/>
              <a:gd name="connsiteX491" fmla="*/ 4830582 w 7472601"/>
              <a:gd name="connsiteY491" fmla="*/ 4676000 h 6858000"/>
              <a:gd name="connsiteX492" fmla="*/ 4830100 w 7472601"/>
              <a:gd name="connsiteY492" fmla="*/ 4675554 h 6858000"/>
              <a:gd name="connsiteX493" fmla="*/ 4036318 w 7472601"/>
              <a:gd name="connsiteY493" fmla="*/ 4147013 h 6858000"/>
              <a:gd name="connsiteX494" fmla="*/ 3432098 w 7472601"/>
              <a:gd name="connsiteY494" fmla="*/ 3537312 h 6858000"/>
              <a:gd name="connsiteX495" fmla="*/ 3446761 w 7472601"/>
              <a:gd name="connsiteY495" fmla="*/ 3461278 h 6858000"/>
              <a:gd name="connsiteX496" fmla="*/ 4419733 w 7472601"/>
              <a:gd name="connsiteY496" fmla="*/ 3963555 h 6858000"/>
              <a:gd name="connsiteX497" fmla="*/ 4781371 w 7472601"/>
              <a:gd name="connsiteY497" fmla="*/ 4458604 h 6858000"/>
              <a:gd name="connsiteX498" fmla="*/ 4780440 w 7472601"/>
              <a:gd name="connsiteY498" fmla="*/ 4470290 h 6858000"/>
              <a:gd name="connsiteX499" fmla="*/ 4898954 w 7472601"/>
              <a:gd name="connsiteY499" fmla="*/ 4662092 h 6858000"/>
              <a:gd name="connsiteX500" fmla="*/ 4900699 w 7472601"/>
              <a:gd name="connsiteY500" fmla="*/ 4670867 h 6858000"/>
              <a:gd name="connsiteX501" fmla="*/ 5714511 w 7472601"/>
              <a:gd name="connsiteY501" fmla="*/ 4663483 h 6858000"/>
              <a:gd name="connsiteX502" fmla="*/ 5464793 w 7472601"/>
              <a:gd name="connsiteY502" fmla="*/ 4393556 h 6858000"/>
              <a:gd name="connsiteX503" fmla="*/ 5461897 w 7472601"/>
              <a:gd name="connsiteY503" fmla="*/ 4390879 h 6858000"/>
              <a:gd name="connsiteX504" fmla="*/ 4294126 w 7472601"/>
              <a:gd name="connsiteY504" fmla="*/ 3303048 h 6858000"/>
              <a:gd name="connsiteX505" fmla="*/ 4305321 w 7472601"/>
              <a:gd name="connsiteY505" fmla="*/ 3256953 h 6858000"/>
              <a:gd name="connsiteX506" fmla="*/ 4949299 w 7472601"/>
              <a:gd name="connsiteY506" fmla="*/ 3766336 h 6858000"/>
              <a:gd name="connsiteX507" fmla="*/ 5291452 w 7472601"/>
              <a:gd name="connsiteY507" fmla="*/ 4076801 h 6858000"/>
              <a:gd name="connsiteX508" fmla="*/ 5434998 w 7472601"/>
              <a:gd name="connsiteY508" fmla="*/ 4254100 h 6858000"/>
              <a:gd name="connsiteX509" fmla="*/ 5351015 w 7472601"/>
              <a:gd name="connsiteY509" fmla="*/ 3760989 h 6858000"/>
              <a:gd name="connsiteX510" fmla="*/ 5413780 w 7472601"/>
              <a:gd name="connsiteY510" fmla="*/ 2966265 h 6858000"/>
              <a:gd name="connsiteX511" fmla="*/ 5425627 w 7472601"/>
              <a:gd name="connsiteY511" fmla="*/ 2954192 h 6858000"/>
              <a:gd name="connsiteX512" fmla="*/ 6604735 w 7472601"/>
              <a:gd name="connsiteY512" fmla="*/ 2041381 h 6858000"/>
              <a:gd name="connsiteX513" fmla="*/ 7204487 w 7472601"/>
              <a:gd name="connsiteY513" fmla="*/ 2742112 h 6858000"/>
              <a:gd name="connsiteX514" fmla="*/ 7131592 w 7472601"/>
              <a:gd name="connsiteY514" fmla="*/ 2672096 h 6858000"/>
              <a:gd name="connsiteX515" fmla="*/ 6996344 w 7472601"/>
              <a:gd name="connsiteY515" fmla="*/ 2518310 h 6858000"/>
              <a:gd name="connsiteX516" fmla="*/ 6735495 w 7472601"/>
              <a:gd name="connsiteY516" fmla="*/ 2196890 h 6858000"/>
              <a:gd name="connsiteX517" fmla="*/ 6721901 w 7472601"/>
              <a:gd name="connsiteY517" fmla="*/ 2179274 h 6858000"/>
              <a:gd name="connsiteX518" fmla="*/ 6604735 w 7472601"/>
              <a:gd name="connsiteY518" fmla="*/ 2041381 h 6858000"/>
              <a:gd name="connsiteX519" fmla="*/ 6591670 w 7472601"/>
              <a:gd name="connsiteY519" fmla="*/ 1988277 h 6858000"/>
              <a:gd name="connsiteX520" fmla="*/ 6747349 w 7472601"/>
              <a:gd name="connsiteY520" fmla="*/ 2160069 h 6858000"/>
              <a:gd name="connsiteX521" fmla="*/ 6760943 w 7472601"/>
              <a:gd name="connsiteY521" fmla="*/ 2177686 h 6858000"/>
              <a:gd name="connsiteX522" fmla="*/ 7021065 w 7472601"/>
              <a:gd name="connsiteY522" fmla="*/ 2498102 h 6858000"/>
              <a:gd name="connsiteX523" fmla="*/ 7155223 w 7472601"/>
              <a:gd name="connsiteY523" fmla="*/ 2650386 h 6858000"/>
              <a:gd name="connsiteX524" fmla="*/ 7203167 w 7472601"/>
              <a:gd name="connsiteY524" fmla="*/ 2697288 h 6858000"/>
              <a:gd name="connsiteX525" fmla="*/ 6937703 w 7472601"/>
              <a:gd name="connsiteY525" fmla="*/ 2321981 h 6858000"/>
              <a:gd name="connsiteX526" fmla="*/ 6591670 w 7472601"/>
              <a:gd name="connsiteY526" fmla="*/ 1988277 h 6858000"/>
              <a:gd name="connsiteX527" fmla="*/ 5798671 w 7472601"/>
              <a:gd name="connsiteY527" fmla="*/ 1981601 h 6858000"/>
              <a:gd name="connsiteX528" fmla="*/ 5754709 w 7472601"/>
              <a:gd name="connsiteY528" fmla="*/ 2071454 h 6858000"/>
              <a:gd name="connsiteX529" fmla="*/ 5763044 w 7472601"/>
              <a:gd name="connsiteY529" fmla="*/ 2842206 h 6858000"/>
              <a:gd name="connsiteX530" fmla="*/ 5764974 w 7472601"/>
              <a:gd name="connsiteY530" fmla="*/ 2799609 h 6858000"/>
              <a:gd name="connsiteX531" fmla="*/ 5767665 w 7472601"/>
              <a:gd name="connsiteY531" fmla="*/ 2666409 h 6858000"/>
              <a:gd name="connsiteX532" fmla="*/ 5763055 w 7472601"/>
              <a:gd name="connsiteY532" fmla="*/ 2579705 h 6858000"/>
              <a:gd name="connsiteX533" fmla="*/ 5758079 w 7472601"/>
              <a:gd name="connsiteY533" fmla="*/ 2492508 h 6858000"/>
              <a:gd name="connsiteX534" fmla="*/ 5779325 w 7472601"/>
              <a:gd name="connsiteY534" fmla="*/ 2197069 h 6858000"/>
              <a:gd name="connsiteX535" fmla="*/ 5798671 w 7472601"/>
              <a:gd name="connsiteY535" fmla="*/ 1981601 h 6858000"/>
              <a:gd name="connsiteX536" fmla="*/ 5829202 w 7472601"/>
              <a:gd name="connsiteY536" fmla="*/ 1971679 h 6858000"/>
              <a:gd name="connsiteX537" fmla="*/ 5809558 w 7472601"/>
              <a:gd name="connsiteY537" fmla="*/ 2198043 h 6858000"/>
              <a:gd name="connsiteX538" fmla="*/ 5788653 w 7472601"/>
              <a:gd name="connsiteY538" fmla="*/ 2489430 h 6858000"/>
              <a:gd name="connsiteX539" fmla="*/ 5793439 w 7472601"/>
              <a:gd name="connsiteY539" fmla="*/ 2575235 h 6858000"/>
              <a:gd name="connsiteX540" fmla="*/ 5796837 w 7472601"/>
              <a:gd name="connsiteY540" fmla="*/ 2637633 h 6858000"/>
              <a:gd name="connsiteX541" fmla="*/ 5818614 w 7472601"/>
              <a:gd name="connsiteY541" fmla="*/ 2473055 h 6858000"/>
              <a:gd name="connsiteX542" fmla="*/ 5829202 w 7472601"/>
              <a:gd name="connsiteY542" fmla="*/ 1971679 h 6858000"/>
              <a:gd name="connsiteX543" fmla="*/ 5911389 w 7472601"/>
              <a:gd name="connsiteY543" fmla="*/ 1898371 h 6858000"/>
              <a:gd name="connsiteX544" fmla="*/ 6237627 w 7472601"/>
              <a:gd name="connsiteY544" fmla="*/ 2231921 h 6858000"/>
              <a:gd name="connsiteX545" fmla="*/ 5911389 w 7472601"/>
              <a:gd name="connsiteY545" fmla="*/ 1898371 h 6858000"/>
              <a:gd name="connsiteX546" fmla="*/ 6944437 w 7472601"/>
              <a:gd name="connsiteY546" fmla="*/ 1575402 h 6858000"/>
              <a:gd name="connsiteX547" fmla="*/ 6304730 w 7472601"/>
              <a:gd name="connsiteY547" fmla="*/ 1766654 h 6858000"/>
              <a:gd name="connsiteX548" fmla="*/ 6944437 w 7472601"/>
              <a:gd name="connsiteY548" fmla="*/ 1575402 h 6858000"/>
              <a:gd name="connsiteX549" fmla="*/ 7019523 w 7472601"/>
              <a:gd name="connsiteY549" fmla="*/ 1519450 h 6858000"/>
              <a:gd name="connsiteX550" fmla="*/ 6298091 w 7472601"/>
              <a:gd name="connsiteY550" fmla="*/ 1737122 h 6858000"/>
              <a:gd name="connsiteX551" fmla="*/ 7019523 w 7472601"/>
              <a:gd name="connsiteY551" fmla="*/ 1519450 h 6858000"/>
              <a:gd name="connsiteX552" fmla="*/ 2399523 w 7472601"/>
              <a:gd name="connsiteY552" fmla="*/ 1428234 h 6858000"/>
              <a:gd name="connsiteX553" fmla="*/ 2224982 w 7472601"/>
              <a:gd name="connsiteY553" fmla="*/ 1826201 h 6858000"/>
              <a:gd name="connsiteX554" fmla="*/ 2096099 w 7472601"/>
              <a:gd name="connsiteY554" fmla="*/ 2345900 h 6858000"/>
              <a:gd name="connsiteX555" fmla="*/ 2283317 w 7472601"/>
              <a:gd name="connsiteY555" fmla="*/ 1796925 h 6858000"/>
              <a:gd name="connsiteX556" fmla="*/ 2399523 w 7472601"/>
              <a:gd name="connsiteY556" fmla="*/ 1428234 h 6858000"/>
              <a:gd name="connsiteX557" fmla="*/ 2448558 w 7472601"/>
              <a:gd name="connsiteY557" fmla="*/ 1373435 h 6858000"/>
              <a:gd name="connsiteX558" fmla="*/ 2312521 w 7472601"/>
              <a:gd name="connsiteY558" fmla="*/ 1806140 h 6858000"/>
              <a:gd name="connsiteX559" fmla="*/ 2127533 w 7472601"/>
              <a:gd name="connsiteY559" fmla="*/ 2348380 h 6858000"/>
              <a:gd name="connsiteX560" fmla="*/ 2358080 w 7472601"/>
              <a:gd name="connsiteY560" fmla="*/ 1866134 h 6858000"/>
              <a:gd name="connsiteX561" fmla="*/ 2407436 w 7472601"/>
              <a:gd name="connsiteY561" fmla="*/ 1651070 h 6858000"/>
              <a:gd name="connsiteX562" fmla="*/ 2448558 w 7472601"/>
              <a:gd name="connsiteY562" fmla="*/ 1373435 h 6858000"/>
              <a:gd name="connsiteX563" fmla="*/ 278707 w 7472601"/>
              <a:gd name="connsiteY563" fmla="*/ 1352270 h 6858000"/>
              <a:gd name="connsiteX564" fmla="*/ 321570 w 7472601"/>
              <a:gd name="connsiteY564" fmla="*/ 1861610 h 6858000"/>
              <a:gd name="connsiteX565" fmla="*/ 294281 w 7472601"/>
              <a:gd name="connsiteY565" fmla="*/ 1440658 h 6858000"/>
              <a:gd name="connsiteX566" fmla="*/ 278707 w 7472601"/>
              <a:gd name="connsiteY566" fmla="*/ 1352270 h 6858000"/>
              <a:gd name="connsiteX567" fmla="*/ 1423821 w 7472601"/>
              <a:gd name="connsiteY567" fmla="*/ 1351958 h 6858000"/>
              <a:gd name="connsiteX568" fmla="*/ 1638521 w 7472601"/>
              <a:gd name="connsiteY568" fmla="*/ 1908470 h 6858000"/>
              <a:gd name="connsiteX569" fmla="*/ 1754199 w 7472601"/>
              <a:gd name="connsiteY569" fmla="*/ 2149284 h 6858000"/>
              <a:gd name="connsiteX570" fmla="*/ 1908359 w 7472601"/>
              <a:gd name="connsiteY570" fmla="*/ 2364988 h 6858000"/>
              <a:gd name="connsiteX571" fmla="*/ 1647661 w 7472601"/>
              <a:gd name="connsiteY571" fmla="*/ 1825945 h 6858000"/>
              <a:gd name="connsiteX572" fmla="*/ 1423821 w 7472601"/>
              <a:gd name="connsiteY572" fmla="*/ 1351958 h 6858000"/>
              <a:gd name="connsiteX573" fmla="*/ 1431890 w 7472601"/>
              <a:gd name="connsiteY573" fmla="*/ 1306475 h 6858000"/>
              <a:gd name="connsiteX574" fmla="*/ 1507597 w 7472601"/>
              <a:gd name="connsiteY574" fmla="*/ 1446132 h 6858000"/>
              <a:gd name="connsiteX575" fmla="*/ 1674586 w 7472601"/>
              <a:gd name="connsiteY575" fmla="*/ 1813832 h 6858000"/>
              <a:gd name="connsiteX576" fmla="*/ 1815950 w 7472601"/>
              <a:gd name="connsiteY576" fmla="*/ 2128564 h 6858000"/>
              <a:gd name="connsiteX577" fmla="*/ 1984242 w 7472601"/>
              <a:gd name="connsiteY577" fmla="*/ 2430829 h 6858000"/>
              <a:gd name="connsiteX578" fmla="*/ 2014023 w 7472601"/>
              <a:gd name="connsiteY578" fmla="*/ 2450995 h 6858000"/>
              <a:gd name="connsiteX579" fmla="*/ 1747337 w 7472601"/>
              <a:gd name="connsiteY579" fmla="*/ 1855264 h 6858000"/>
              <a:gd name="connsiteX580" fmla="*/ 1533749 w 7472601"/>
              <a:gd name="connsiteY580" fmla="*/ 1478656 h 6858000"/>
              <a:gd name="connsiteX581" fmla="*/ 1431890 w 7472601"/>
              <a:gd name="connsiteY581" fmla="*/ 1306475 h 6858000"/>
              <a:gd name="connsiteX582" fmla="*/ 5052692 w 7472601"/>
              <a:gd name="connsiteY582" fmla="*/ 1292994 h 6858000"/>
              <a:gd name="connsiteX583" fmla="*/ 5200661 w 7472601"/>
              <a:gd name="connsiteY583" fmla="*/ 1635186 h 6858000"/>
              <a:gd name="connsiteX584" fmla="*/ 5297138 w 7472601"/>
              <a:gd name="connsiteY584" fmla="*/ 1906351 h 6858000"/>
              <a:gd name="connsiteX585" fmla="*/ 5052692 w 7472601"/>
              <a:gd name="connsiteY585" fmla="*/ 1292994 h 6858000"/>
              <a:gd name="connsiteX586" fmla="*/ 5009948 w 7472601"/>
              <a:gd name="connsiteY586" fmla="*/ 1273619 h 6858000"/>
              <a:gd name="connsiteX587" fmla="*/ 5121777 w 7472601"/>
              <a:gd name="connsiteY587" fmla="*/ 1654213 h 6858000"/>
              <a:gd name="connsiteX588" fmla="*/ 5293545 w 7472601"/>
              <a:gd name="connsiteY588" fmla="*/ 2072247 h 6858000"/>
              <a:gd name="connsiteX589" fmla="*/ 5294042 w 7472601"/>
              <a:gd name="connsiteY589" fmla="*/ 2065019 h 6858000"/>
              <a:gd name="connsiteX590" fmla="*/ 5171936 w 7472601"/>
              <a:gd name="connsiteY590" fmla="*/ 1647613 h 6858000"/>
              <a:gd name="connsiteX591" fmla="*/ 5009948 w 7472601"/>
              <a:gd name="connsiteY591" fmla="*/ 1273619 h 6858000"/>
              <a:gd name="connsiteX592" fmla="*/ 655236 w 7472601"/>
              <a:gd name="connsiteY592" fmla="*/ 1268632 h 6858000"/>
              <a:gd name="connsiteX593" fmla="*/ 839521 w 7472601"/>
              <a:gd name="connsiteY593" fmla="*/ 1685315 h 6858000"/>
              <a:gd name="connsiteX594" fmla="*/ 1109416 w 7472601"/>
              <a:gd name="connsiteY594" fmla="*/ 2061663 h 6858000"/>
              <a:gd name="connsiteX595" fmla="*/ 1298300 w 7472601"/>
              <a:gd name="connsiteY595" fmla="*/ 2247742 h 6858000"/>
              <a:gd name="connsiteX596" fmla="*/ 1125871 w 7472601"/>
              <a:gd name="connsiteY596" fmla="*/ 1989513 h 6858000"/>
              <a:gd name="connsiteX597" fmla="*/ 981574 w 7472601"/>
              <a:gd name="connsiteY597" fmla="*/ 1783157 h 6858000"/>
              <a:gd name="connsiteX598" fmla="*/ 922198 w 7472601"/>
              <a:gd name="connsiteY598" fmla="*/ 1677437 h 6858000"/>
              <a:gd name="connsiteX599" fmla="*/ 869293 w 7472601"/>
              <a:gd name="connsiteY599" fmla="*/ 1583214 h 6858000"/>
              <a:gd name="connsiteX600" fmla="*/ 751431 w 7472601"/>
              <a:gd name="connsiteY600" fmla="*/ 1405731 h 6858000"/>
              <a:gd name="connsiteX601" fmla="*/ 655236 w 7472601"/>
              <a:gd name="connsiteY601" fmla="*/ 1268632 h 6858000"/>
              <a:gd name="connsiteX602" fmla="*/ 6516292 w 7472601"/>
              <a:gd name="connsiteY602" fmla="*/ 1263064 h 6858000"/>
              <a:gd name="connsiteX603" fmla="*/ 5736320 w 7472601"/>
              <a:gd name="connsiteY603" fmla="*/ 1501803 h 6858000"/>
              <a:gd name="connsiteX604" fmla="*/ 6516292 w 7472601"/>
              <a:gd name="connsiteY604" fmla="*/ 1263064 h 6858000"/>
              <a:gd name="connsiteX605" fmla="*/ 291466 w 7472601"/>
              <a:gd name="connsiteY605" fmla="*/ 1250369 h 6858000"/>
              <a:gd name="connsiteX606" fmla="*/ 323180 w 7472601"/>
              <a:gd name="connsiteY606" fmla="*/ 1435283 h 6858000"/>
              <a:gd name="connsiteX607" fmla="*/ 349381 w 7472601"/>
              <a:gd name="connsiteY607" fmla="*/ 1875041 h 6858000"/>
              <a:gd name="connsiteX608" fmla="*/ 374363 w 7472601"/>
              <a:gd name="connsiteY608" fmla="*/ 1506494 h 6858000"/>
              <a:gd name="connsiteX609" fmla="*/ 302168 w 7472601"/>
              <a:gd name="connsiteY609" fmla="*/ 1274495 h 6858000"/>
              <a:gd name="connsiteX610" fmla="*/ 291466 w 7472601"/>
              <a:gd name="connsiteY610" fmla="*/ 1250369 h 6858000"/>
              <a:gd name="connsiteX611" fmla="*/ 678222 w 7472601"/>
              <a:gd name="connsiteY611" fmla="*/ 1248670 h 6858000"/>
              <a:gd name="connsiteX612" fmla="*/ 775536 w 7472601"/>
              <a:gd name="connsiteY612" fmla="*/ 1388015 h 6858000"/>
              <a:gd name="connsiteX613" fmla="*/ 894529 w 7472601"/>
              <a:gd name="connsiteY613" fmla="*/ 1567739 h 6858000"/>
              <a:gd name="connsiteX614" fmla="*/ 948000 w 7472601"/>
              <a:gd name="connsiteY614" fmla="*/ 1663088 h 6858000"/>
              <a:gd name="connsiteX615" fmla="*/ 1006812 w 7472601"/>
              <a:gd name="connsiteY615" fmla="*/ 1767683 h 6858000"/>
              <a:gd name="connsiteX616" fmla="*/ 1149133 w 7472601"/>
              <a:gd name="connsiteY616" fmla="*/ 1971513 h 6858000"/>
              <a:gd name="connsiteX617" fmla="*/ 1333952 w 7472601"/>
              <a:gd name="connsiteY617" fmla="*/ 2251620 h 6858000"/>
              <a:gd name="connsiteX618" fmla="*/ 1337329 w 7472601"/>
              <a:gd name="connsiteY618" fmla="*/ 2258350 h 6858000"/>
              <a:gd name="connsiteX619" fmla="*/ 1014726 w 7472601"/>
              <a:gd name="connsiteY619" fmla="*/ 1615556 h 6858000"/>
              <a:gd name="connsiteX620" fmla="*/ 678222 w 7472601"/>
              <a:gd name="connsiteY620" fmla="*/ 1248670 h 6858000"/>
              <a:gd name="connsiteX621" fmla="*/ 6691602 w 7472601"/>
              <a:gd name="connsiteY621" fmla="*/ 1140573 h 6858000"/>
              <a:gd name="connsiteX622" fmla="*/ 6571100 w 7472601"/>
              <a:gd name="connsiteY622" fmla="*/ 1183662 h 6858000"/>
              <a:gd name="connsiteX623" fmla="*/ 6241687 w 7472601"/>
              <a:gd name="connsiteY623" fmla="*/ 1257600 h 6858000"/>
              <a:gd name="connsiteX624" fmla="*/ 5693009 w 7472601"/>
              <a:gd name="connsiteY624" fmla="*/ 1478256 h 6858000"/>
              <a:gd name="connsiteX625" fmla="*/ 6548420 w 7472601"/>
              <a:gd name="connsiteY625" fmla="*/ 1214599 h 6858000"/>
              <a:gd name="connsiteX626" fmla="*/ 6605473 w 7472601"/>
              <a:gd name="connsiteY626" fmla="*/ 1184686 h 6858000"/>
              <a:gd name="connsiteX627" fmla="*/ 6691602 w 7472601"/>
              <a:gd name="connsiteY627" fmla="*/ 1140573 h 6858000"/>
              <a:gd name="connsiteX628" fmla="*/ 4002475 w 7472601"/>
              <a:gd name="connsiteY628" fmla="*/ 1037802 h 6858000"/>
              <a:gd name="connsiteX629" fmla="*/ 4000324 w 7472601"/>
              <a:gd name="connsiteY629" fmla="*/ 1039362 h 6858000"/>
              <a:gd name="connsiteX630" fmla="*/ 4002862 w 7472601"/>
              <a:gd name="connsiteY630" fmla="*/ 1042866 h 6858000"/>
              <a:gd name="connsiteX631" fmla="*/ 4002475 w 7472601"/>
              <a:gd name="connsiteY631" fmla="*/ 1037802 h 6858000"/>
              <a:gd name="connsiteX632" fmla="*/ 506322 w 7472601"/>
              <a:gd name="connsiteY632" fmla="*/ 1020997 h 6858000"/>
              <a:gd name="connsiteX633" fmla="*/ 533068 w 7472601"/>
              <a:gd name="connsiteY633" fmla="*/ 1029409 h 6858000"/>
              <a:gd name="connsiteX634" fmla="*/ 1232525 w 7472601"/>
              <a:gd name="connsiteY634" fmla="*/ 1804675 h 6858000"/>
              <a:gd name="connsiteX635" fmla="*/ 1388858 w 7472601"/>
              <a:gd name="connsiteY635" fmla="*/ 2368011 h 6858000"/>
              <a:gd name="connsiteX636" fmla="*/ 1384098 w 7472601"/>
              <a:gd name="connsiteY636" fmla="*/ 2378125 h 6858000"/>
              <a:gd name="connsiteX637" fmla="*/ 1425393 w 7472601"/>
              <a:gd name="connsiteY637" fmla="*/ 2589124 h 6858000"/>
              <a:gd name="connsiteX638" fmla="*/ 1424001 w 7472601"/>
              <a:gd name="connsiteY638" fmla="*/ 2597541 h 6858000"/>
              <a:gd name="connsiteX639" fmla="*/ 2152729 w 7472601"/>
              <a:gd name="connsiteY639" fmla="*/ 2864487 h 6858000"/>
              <a:gd name="connsiteX640" fmla="*/ 2020609 w 7472601"/>
              <a:gd name="connsiteY640" fmla="*/ 2539671 h 6858000"/>
              <a:gd name="connsiteX641" fmla="*/ 2018920 w 7472601"/>
              <a:gd name="connsiteY641" fmla="*/ 2536309 h 6858000"/>
              <a:gd name="connsiteX642" fmla="*/ 1342441 w 7472601"/>
              <a:gd name="connsiteY642" fmla="*/ 1173017 h 6858000"/>
              <a:gd name="connsiteX643" fmla="*/ 1367925 w 7472601"/>
              <a:gd name="connsiteY643" fmla="*/ 1135648 h 6858000"/>
              <a:gd name="connsiteX644" fmla="*/ 1771401 w 7472601"/>
              <a:gd name="connsiteY644" fmla="*/ 1806673 h 6858000"/>
              <a:gd name="connsiteX645" fmla="*/ 1972385 w 7472601"/>
              <a:gd name="connsiteY645" fmla="*/ 2198735 h 6858000"/>
              <a:gd name="connsiteX646" fmla="*/ 2040892 w 7472601"/>
              <a:gd name="connsiteY646" fmla="*/ 2405205 h 6858000"/>
              <a:gd name="connsiteX647" fmla="*/ 2131689 w 7472601"/>
              <a:gd name="connsiteY647" fmla="*/ 1936926 h 6858000"/>
              <a:gd name="connsiteX648" fmla="*/ 2454820 w 7472601"/>
              <a:gd name="connsiteY648" fmla="*/ 1248808 h 6858000"/>
              <a:gd name="connsiteX649" fmla="*/ 2492512 w 7472601"/>
              <a:gd name="connsiteY649" fmla="*/ 1302920 h 6858000"/>
              <a:gd name="connsiteX650" fmla="*/ 2081216 w 7472601"/>
              <a:gd name="connsiteY650" fmla="*/ 2527513 h 6858000"/>
              <a:gd name="connsiteX651" fmla="*/ 2081211 w 7472601"/>
              <a:gd name="connsiteY651" fmla="*/ 2528916 h 6858000"/>
              <a:gd name="connsiteX652" fmla="*/ 2199067 w 7472601"/>
              <a:gd name="connsiteY652" fmla="*/ 2884061 h 6858000"/>
              <a:gd name="connsiteX653" fmla="*/ 3192586 w 7472601"/>
              <a:gd name="connsiteY653" fmla="*/ 3411496 h 6858000"/>
              <a:gd name="connsiteX654" fmla="*/ 3182620 w 7472601"/>
              <a:gd name="connsiteY654" fmla="*/ 3483279 h 6858000"/>
              <a:gd name="connsiteX655" fmla="*/ 2435119 w 7472601"/>
              <a:gd name="connsiteY655" fmla="*/ 3080173 h 6858000"/>
              <a:gd name="connsiteX656" fmla="*/ 2410152 w 7472601"/>
              <a:gd name="connsiteY656" fmla="*/ 3063751 h 6858000"/>
              <a:gd name="connsiteX657" fmla="*/ 2408099 w 7472601"/>
              <a:gd name="connsiteY657" fmla="*/ 3064403 h 6858000"/>
              <a:gd name="connsiteX658" fmla="*/ 2407218 w 7472601"/>
              <a:gd name="connsiteY658" fmla="*/ 3070324 h 6858000"/>
              <a:gd name="connsiteX659" fmla="*/ 2380138 w 7472601"/>
              <a:gd name="connsiteY659" fmla="*/ 3099341 h 6858000"/>
              <a:gd name="connsiteX660" fmla="*/ 1765923 w 7472601"/>
              <a:gd name="connsiteY660" fmla="*/ 3581043 h 6858000"/>
              <a:gd name="connsiteX661" fmla="*/ 1702258 w 7472601"/>
              <a:gd name="connsiteY661" fmla="*/ 3612286 h 6858000"/>
              <a:gd name="connsiteX662" fmla="*/ 1538370 w 7472601"/>
              <a:gd name="connsiteY662" fmla="*/ 3811804 h 6858000"/>
              <a:gd name="connsiteX663" fmla="*/ 542867 w 7472601"/>
              <a:gd name="connsiteY663" fmla="*/ 4944092 h 6858000"/>
              <a:gd name="connsiteX664" fmla="*/ 515800 w 7472601"/>
              <a:gd name="connsiteY664" fmla="*/ 4862180 h 6858000"/>
              <a:gd name="connsiteX665" fmla="*/ 909145 w 7472601"/>
              <a:gd name="connsiteY665" fmla="*/ 4199225 h 6858000"/>
              <a:gd name="connsiteX666" fmla="*/ 1214067 w 7472601"/>
              <a:gd name="connsiteY666" fmla="*/ 3908561 h 6858000"/>
              <a:gd name="connsiteX667" fmla="*/ 640967 w 7472601"/>
              <a:gd name="connsiteY667" fmla="*/ 4105601 h 6858000"/>
              <a:gd name="connsiteX668" fmla="*/ 112563 w 7472601"/>
              <a:gd name="connsiteY668" fmla="*/ 4396952 h 6858000"/>
              <a:gd name="connsiteX669" fmla="*/ 0 w 7472601"/>
              <a:gd name="connsiteY669" fmla="*/ 4466006 h 6858000"/>
              <a:gd name="connsiteX670" fmla="*/ 0 w 7472601"/>
              <a:gd name="connsiteY670" fmla="*/ 4233763 h 6858000"/>
              <a:gd name="connsiteX671" fmla="*/ 36881 w 7472601"/>
              <a:gd name="connsiteY671" fmla="*/ 4200118 h 6858000"/>
              <a:gd name="connsiteX672" fmla="*/ 910534 w 7472601"/>
              <a:gd name="connsiteY672" fmla="*/ 3629753 h 6858000"/>
              <a:gd name="connsiteX673" fmla="*/ 1578717 w 7472601"/>
              <a:gd name="connsiteY673" fmla="*/ 3575982 h 6858000"/>
              <a:gd name="connsiteX674" fmla="*/ 2338780 w 7472601"/>
              <a:gd name="connsiteY674" fmla="*/ 3033725 h 6858000"/>
              <a:gd name="connsiteX675" fmla="*/ 1807991 w 7472601"/>
              <a:gd name="connsiteY675" fmla="*/ 2807184 h 6858000"/>
              <a:gd name="connsiteX676" fmla="*/ 1416358 w 7472601"/>
              <a:gd name="connsiteY676" fmla="*/ 3112571 h 6858000"/>
              <a:gd name="connsiteX677" fmla="*/ 939066 w 7472601"/>
              <a:gd name="connsiteY677" fmla="*/ 3378798 h 6858000"/>
              <a:gd name="connsiteX678" fmla="*/ 115099 w 7472601"/>
              <a:gd name="connsiteY678" fmla="*/ 3607650 h 6858000"/>
              <a:gd name="connsiteX679" fmla="*/ 97284 w 7472601"/>
              <a:gd name="connsiteY679" fmla="*/ 3520393 h 6858000"/>
              <a:gd name="connsiteX680" fmla="*/ 922050 w 7472601"/>
              <a:gd name="connsiteY680" fmla="*/ 3074867 h 6858000"/>
              <a:gd name="connsiteX681" fmla="*/ 1405265 w 7472601"/>
              <a:gd name="connsiteY681" fmla="*/ 3016319 h 6858000"/>
              <a:gd name="connsiteX682" fmla="*/ 1407512 w 7472601"/>
              <a:gd name="connsiteY682" fmla="*/ 3018001 h 6858000"/>
              <a:gd name="connsiteX683" fmla="*/ 1726266 w 7472601"/>
              <a:gd name="connsiteY683" fmla="*/ 2777274 h 6858000"/>
              <a:gd name="connsiteX684" fmla="*/ 625390 w 7472601"/>
              <a:gd name="connsiteY684" fmla="*/ 2514541 h 6858000"/>
              <a:gd name="connsiteX685" fmla="*/ 619799 w 7472601"/>
              <a:gd name="connsiteY685" fmla="*/ 2527180 h 6858000"/>
              <a:gd name="connsiteX686" fmla="*/ 310030 w 7472601"/>
              <a:gd name="connsiteY686" fmla="*/ 2771818 h 6858000"/>
              <a:gd name="connsiteX687" fmla="*/ 173877 w 7472601"/>
              <a:gd name="connsiteY687" fmla="*/ 2937056 h 6858000"/>
              <a:gd name="connsiteX688" fmla="*/ 77889 w 7472601"/>
              <a:gd name="connsiteY688" fmla="*/ 3138440 h 6858000"/>
              <a:gd name="connsiteX689" fmla="*/ 0 w 7472601"/>
              <a:gd name="connsiteY689" fmla="*/ 3271395 h 6858000"/>
              <a:gd name="connsiteX690" fmla="*/ 0 w 7472601"/>
              <a:gd name="connsiteY690" fmla="*/ 3153002 h 6858000"/>
              <a:gd name="connsiteX691" fmla="*/ 2386 w 7472601"/>
              <a:gd name="connsiteY691" fmla="*/ 3149203 h 6858000"/>
              <a:gd name="connsiteX692" fmla="*/ 89753 w 7472601"/>
              <a:gd name="connsiteY692" fmla="*/ 2987702 h 6858000"/>
              <a:gd name="connsiteX693" fmla="*/ 76869 w 7472601"/>
              <a:gd name="connsiteY693" fmla="*/ 3005404 h 6858000"/>
              <a:gd name="connsiteX694" fmla="*/ 32049 w 7472601"/>
              <a:gd name="connsiteY694" fmla="*/ 3065814 h 6858000"/>
              <a:gd name="connsiteX695" fmla="*/ 0 w 7472601"/>
              <a:gd name="connsiteY695" fmla="*/ 3108744 h 6858000"/>
              <a:gd name="connsiteX696" fmla="*/ 0 w 7472601"/>
              <a:gd name="connsiteY696" fmla="*/ 3058059 h 6858000"/>
              <a:gd name="connsiteX697" fmla="*/ 7610 w 7472601"/>
              <a:gd name="connsiteY697" fmla="*/ 3047889 h 6858000"/>
              <a:gd name="connsiteX698" fmla="*/ 52419 w 7472601"/>
              <a:gd name="connsiteY698" fmla="*/ 2987479 h 6858000"/>
              <a:gd name="connsiteX699" fmla="*/ 59142 w 7472601"/>
              <a:gd name="connsiteY699" fmla="*/ 2978488 h 6858000"/>
              <a:gd name="connsiteX700" fmla="*/ 0 w 7472601"/>
              <a:gd name="connsiteY700" fmla="*/ 3015334 h 6858000"/>
              <a:gd name="connsiteX701" fmla="*/ 0 w 7472601"/>
              <a:gd name="connsiteY701" fmla="*/ 2914286 h 6858000"/>
              <a:gd name="connsiteX702" fmla="*/ 36383 w 7472601"/>
              <a:gd name="connsiteY702" fmla="*/ 2901128 h 6858000"/>
              <a:gd name="connsiteX703" fmla="*/ 156329 w 7472601"/>
              <a:gd name="connsiteY703" fmla="*/ 2840533 h 6858000"/>
              <a:gd name="connsiteX704" fmla="*/ 358355 w 7472601"/>
              <a:gd name="connsiteY704" fmla="*/ 2620471 h 6858000"/>
              <a:gd name="connsiteX705" fmla="*/ 510577 w 7472601"/>
              <a:gd name="connsiteY705" fmla="*/ 2501244 h 6858000"/>
              <a:gd name="connsiteX706" fmla="*/ 211967 w 7472601"/>
              <a:gd name="connsiteY706" fmla="*/ 2479171 h 6858000"/>
              <a:gd name="connsiteX707" fmla="*/ 0 w 7472601"/>
              <a:gd name="connsiteY707" fmla="*/ 2476398 h 6858000"/>
              <a:gd name="connsiteX708" fmla="*/ 0 w 7472601"/>
              <a:gd name="connsiteY708" fmla="*/ 2389189 h 6858000"/>
              <a:gd name="connsiteX709" fmla="*/ 103062 w 7472601"/>
              <a:gd name="connsiteY709" fmla="*/ 2389518 h 6858000"/>
              <a:gd name="connsiteX710" fmla="*/ 510734 w 7472601"/>
              <a:gd name="connsiteY710" fmla="*/ 2416201 h 6858000"/>
              <a:gd name="connsiteX711" fmla="*/ 279257 w 7472601"/>
              <a:gd name="connsiteY711" fmla="*/ 2092102 h 6858000"/>
              <a:gd name="connsiteX712" fmla="*/ 65265 w 7472601"/>
              <a:gd name="connsiteY712" fmla="*/ 2006049 h 6858000"/>
              <a:gd name="connsiteX713" fmla="*/ 0 w 7472601"/>
              <a:gd name="connsiteY713" fmla="*/ 1982532 h 6858000"/>
              <a:gd name="connsiteX714" fmla="*/ 0 w 7472601"/>
              <a:gd name="connsiteY714" fmla="*/ 1912789 h 6858000"/>
              <a:gd name="connsiteX715" fmla="*/ 97460 w 7472601"/>
              <a:gd name="connsiteY715" fmla="*/ 1953725 h 6858000"/>
              <a:gd name="connsiteX716" fmla="*/ 221272 w 7472601"/>
              <a:gd name="connsiteY716" fmla="*/ 1980766 h 6858000"/>
              <a:gd name="connsiteX717" fmla="*/ 116765 w 7472601"/>
              <a:gd name="connsiteY717" fmla="*/ 1911033 h 6858000"/>
              <a:gd name="connsiteX718" fmla="*/ 16405 w 7472601"/>
              <a:gd name="connsiteY718" fmla="*/ 1803412 h 6858000"/>
              <a:gd name="connsiteX719" fmla="*/ 0 w 7472601"/>
              <a:gd name="connsiteY719" fmla="*/ 1784777 h 6858000"/>
              <a:gd name="connsiteX720" fmla="*/ 0 w 7472601"/>
              <a:gd name="connsiteY720" fmla="*/ 1740082 h 6858000"/>
              <a:gd name="connsiteX721" fmla="*/ 39394 w 7472601"/>
              <a:gd name="connsiteY721" fmla="*/ 1784856 h 6858000"/>
              <a:gd name="connsiteX722" fmla="*/ 135813 w 7472601"/>
              <a:gd name="connsiteY722" fmla="*/ 1888838 h 6858000"/>
              <a:gd name="connsiteX723" fmla="*/ 242575 w 7472601"/>
              <a:gd name="connsiteY723" fmla="*/ 1958841 h 6858000"/>
              <a:gd name="connsiteX724" fmla="*/ 82197 w 7472601"/>
              <a:gd name="connsiteY724" fmla="*/ 1754826 h 6858000"/>
              <a:gd name="connsiteX725" fmla="*/ 0 w 7472601"/>
              <a:gd name="connsiteY725" fmla="*/ 1679650 h 6858000"/>
              <a:gd name="connsiteX726" fmla="*/ 0 w 7472601"/>
              <a:gd name="connsiteY726" fmla="*/ 1602463 h 6858000"/>
              <a:gd name="connsiteX727" fmla="*/ 84689 w 7472601"/>
              <a:gd name="connsiteY727" fmla="*/ 1677442 h 6858000"/>
              <a:gd name="connsiteX728" fmla="*/ 298437 w 7472601"/>
              <a:gd name="connsiteY728" fmla="*/ 1968019 h 6858000"/>
              <a:gd name="connsiteX729" fmla="*/ 227269 w 7472601"/>
              <a:gd name="connsiteY729" fmla="*/ 1114064 h 6858000"/>
              <a:gd name="connsiteX730" fmla="*/ 248003 w 7472601"/>
              <a:gd name="connsiteY730" fmla="*/ 1089613 h 6858000"/>
              <a:gd name="connsiteX731" fmla="*/ 427020 w 7472601"/>
              <a:gd name="connsiteY731" fmla="*/ 1619803 h 6858000"/>
              <a:gd name="connsiteX732" fmla="*/ 340345 w 7472601"/>
              <a:gd name="connsiteY732" fmla="*/ 2027739 h 6858000"/>
              <a:gd name="connsiteX733" fmla="*/ 360865 w 7472601"/>
              <a:gd name="connsiteY733" fmla="*/ 2044827 h 6858000"/>
              <a:gd name="connsiteX734" fmla="*/ 560414 w 7472601"/>
              <a:gd name="connsiteY734" fmla="*/ 2421457 h 6858000"/>
              <a:gd name="connsiteX735" fmla="*/ 1359703 w 7472601"/>
              <a:gd name="connsiteY735" fmla="*/ 2578554 h 6858000"/>
              <a:gd name="connsiteX736" fmla="*/ 1359422 w 7472601"/>
              <a:gd name="connsiteY736" fmla="*/ 2577994 h 6858000"/>
              <a:gd name="connsiteX737" fmla="*/ 828701 w 7472601"/>
              <a:gd name="connsiteY737" fmla="*/ 1839520 h 6858000"/>
              <a:gd name="connsiteX738" fmla="*/ 494427 w 7472601"/>
              <a:gd name="connsiteY738" fmla="*/ 1092333 h 6858000"/>
              <a:gd name="connsiteX739" fmla="*/ 506322 w 7472601"/>
              <a:gd name="connsiteY739" fmla="*/ 1020997 h 6858000"/>
              <a:gd name="connsiteX740" fmla="*/ 4570198 w 7472601"/>
              <a:gd name="connsiteY740" fmla="*/ 978081 h 6858000"/>
              <a:gd name="connsiteX741" fmla="*/ 4523691 w 7472601"/>
              <a:gd name="connsiteY741" fmla="*/ 1127776 h 6858000"/>
              <a:gd name="connsiteX742" fmla="*/ 4509875 w 7472601"/>
              <a:gd name="connsiteY742" fmla="*/ 1167552 h 6858000"/>
              <a:gd name="connsiteX743" fmla="*/ 4478168 w 7472601"/>
              <a:gd name="connsiteY743" fmla="*/ 1260735 h 6858000"/>
              <a:gd name="connsiteX744" fmla="*/ 4409309 w 7472601"/>
              <a:gd name="connsiteY744" fmla="*/ 1666996 h 6858000"/>
              <a:gd name="connsiteX745" fmla="*/ 4370031 w 7472601"/>
              <a:gd name="connsiteY745" fmla="*/ 1955666 h 6858000"/>
              <a:gd name="connsiteX746" fmla="*/ 4570198 w 7472601"/>
              <a:gd name="connsiteY746" fmla="*/ 978081 h 6858000"/>
              <a:gd name="connsiteX747" fmla="*/ 4557898 w 7472601"/>
              <a:gd name="connsiteY747" fmla="*/ 900011 h 6858000"/>
              <a:gd name="connsiteX748" fmla="*/ 4344840 w 7472601"/>
              <a:gd name="connsiteY748" fmla="*/ 1922038 h 6858000"/>
              <a:gd name="connsiteX749" fmla="*/ 4378710 w 7472601"/>
              <a:gd name="connsiteY749" fmla="*/ 1665516 h 6858000"/>
              <a:gd name="connsiteX750" fmla="*/ 4448798 w 7472601"/>
              <a:gd name="connsiteY750" fmla="*/ 1253024 h 6858000"/>
              <a:gd name="connsiteX751" fmla="*/ 4480315 w 7472601"/>
              <a:gd name="connsiteY751" fmla="*/ 1158454 h 6858000"/>
              <a:gd name="connsiteX752" fmla="*/ 4494133 w 7472601"/>
              <a:gd name="connsiteY752" fmla="*/ 1118676 h 6858000"/>
              <a:gd name="connsiteX753" fmla="*/ 4557898 w 7472601"/>
              <a:gd name="connsiteY753" fmla="*/ 900011 h 6858000"/>
              <a:gd name="connsiteX754" fmla="*/ 5870151 w 7472601"/>
              <a:gd name="connsiteY754" fmla="*/ 898890 h 6858000"/>
              <a:gd name="connsiteX755" fmla="*/ 5861335 w 7472601"/>
              <a:gd name="connsiteY755" fmla="*/ 899177 h 6858000"/>
              <a:gd name="connsiteX756" fmla="*/ 5843702 w 7472601"/>
              <a:gd name="connsiteY756" fmla="*/ 899748 h 6858000"/>
              <a:gd name="connsiteX757" fmla="*/ 5651107 w 7472601"/>
              <a:gd name="connsiteY757" fmla="*/ 920306 h 6858000"/>
              <a:gd name="connsiteX758" fmla="*/ 5459407 w 7472601"/>
              <a:gd name="connsiteY758" fmla="*/ 940975 h 6858000"/>
              <a:gd name="connsiteX759" fmla="*/ 5374846 w 7472601"/>
              <a:gd name="connsiteY759" fmla="*/ 941988 h 6858000"/>
              <a:gd name="connsiteX760" fmla="*/ 5256105 w 7472601"/>
              <a:gd name="connsiteY760" fmla="*/ 945632 h 6858000"/>
              <a:gd name="connsiteX761" fmla="*/ 5107071 w 7472601"/>
              <a:gd name="connsiteY761" fmla="*/ 969720 h 6858000"/>
              <a:gd name="connsiteX762" fmla="*/ 4998681 w 7472601"/>
              <a:gd name="connsiteY762" fmla="*/ 988771 h 6858000"/>
              <a:gd name="connsiteX763" fmla="*/ 5870151 w 7472601"/>
              <a:gd name="connsiteY763" fmla="*/ 898890 h 6858000"/>
              <a:gd name="connsiteX764" fmla="*/ 5504425 w 7472601"/>
              <a:gd name="connsiteY764" fmla="*/ 848067 h 6858000"/>
              <a:gd name="connsiteX765" fmla="*/ 4968849 w 7472601"/>
              <a:gd name="connsiteY765" fmla="*/ 962318 h 6858000"/>
              <a:gd name="connsiteX766" fmla="*/ 5104039 w 7472601"/>
              <a:gd name="connsiteY766" fmla="*/ 940634 h 6858000"/>
              <a:gd name="connsiteX767" fmla="*/ 5256311 w 7472601"/>
              <a:gd name="connsiteY767" fmla="*/ 916490 h 6858000"/>
              <a:gd name="connsiteX768" fmla="*/ 5377381 w 7472601"/>
              <a:gd name="connsiteY768" fmla="*/ 912671 h 6858000"/>
              <a:gd name="connsiteX769" fmla="*/ 5460148 w 7472601"/>
              <a:gd name="connsiteY769" fmla="*/ 911442 h 6858000"/>
              <a:gd name="connsiteX770" fmla="*/ 5648971 w 7472601"/>
              <a:gd name="connsiteY770" fmla="*/ 891331 h 6858000"/>
              <a:gd name="connsiteX771" fmla="*/ 5844807 w 7472601"/>
              <a:gd name="connsiteY771" fmla="*/ 870718 h 6858000"/>
              <a:gd name="connsiteX772" fmla="*/ 5862975 w 7472601"/>
              <a:gd name="connsiteY772" fmla="*/ 869756 h 6858000"/>
              <a:gd name="connsiteX773" fmla="*/ 5920887 w 7472601"/>
              <a:gd name="connsiteY773" fmla="*/ 865929 h 6858000"/>
              <a:gd name="connsiteX774" fmla="*/ 5504425 w 7472601"/>
              <a:gd name="connsiteY774" fmla="*/ 848067 h 6858000"/>
              <a:gd name="connsiteX775" fmla="*/ 3607114 w 7472601"/>
              <a:gd name="connsiteY775" fmla="*/ 467441 h 6858000"/>
              <a:gd name="connsiteX776" fmla="*/ 3296242 w 7472601"/>
              <a:gd name="connsiteY776" fmla="*/ 807991 h 6858000"/>
              <a:gd name="connsiteX777" fmla="*/ 3174674 w 7472601"/>
              <a:gd name="connsiteY777" fmla="*/ 919759 h 6858000"/>
              <a:gd name="connsiteX778" fmla="*/ 3042978 w 7472601"/>
              <a:gd name="connsiteY778" fmla="*/ 1054894 h 6858000"/>
              <a:gd name="connsiteX779" fmla="*/ 2968914 w 7472601"/>
              <a:gd name="connsiteY779" fmla="*/ 1133756 h 6858000"/>
              <a:gd name="connsiteX780" fmla="*/ 3103823 w 7472601"/>
              <a:gd name="connsiteY780" fmla="*/ 1026814 h 6858000"/>
              <a:gd name="connsiteX781" fmla="*/ 3607114 w 7472601"/>
              <a:gd name="connsiteY781" fmla="*/ 467441 h 6858000"/>
              <a:gd name="connsiteX782" fmla="*/ 3744487 w 7472601"/>
              <a:gd name="connsiteY782" fmla="*/ 383136 h 6858000"/>
              <a:gd name="connsiteX783" fmla="*/ 3970213 w 7472601"/>
              <a:gd name="connsiteY783" fmla="*/ 995559 h 6858000"/>
              <a:gd name="connsiteX784" fmla="*/ 3744487 w 7472601"/>
              <a:gd name="connsiteY784" fmla="*/ 383136 h 6858000"/>
              <a:gd name="connsiteX785" fmla="*/ 3624562 w 7472601"/>
              <a:gd name="connsiteY785" fmla="*/ 367041 h 6858000"/>
              <a:gd name="connsiteX786" fmla="*/ 3489712 w 7472601"/>
              <a:gd name="connsiteY786" fmla="*/ 485386 h 6858000"/>
              <a:gd name="connsiteX787" fmla="*/ 3182994 w 7472601"/>
              <a:gd name="connsiteY787" fmla="*/ 828265 h 6858000"/>
              <a:gd name="connsiteX788" fmla="*/ 2892114 w 7472601"/>
              <a:gd name="connsiteY788" fmla="*/ 1172635 h 6858000"/>
              <a:gd name="connsiteX789" fmla="*/ 3021459 w 7472601"/>
              <a:gd name="connsiteY789" fmla="*/ 1035385 h 6858000"/>
              <a:gd name="connsiteX790" fmla="*/ 3153873 w 7472601"/>
              <a:gd name="connsiteY790" fmla="*/ 898971 h 6858000"/>
              <a:gd name="connsiteX791" fmla="*/ 3276511 w 7472601"/>
              <a:gd name="connsiteY791" fmla="*/ 786423 h 6858000"/>
              <a:gd name="connsiteX792" fmla="*/ 3584154 w 7472601"/>
              <a:gd name="connsiteY792" fmla="*/ 448218 h 6858000"/>
              <a:gd name="connsiteX793" fmla="*/ 3624562 w 7472601"/>
              <a:gd name="connsiteY793" fmla="*/ 367041 h 6858000"/>
              <a:gd name="connsiteX794" fmla="*/ 3766672 w 7472601"/>
              <a:gd name="connsiteY794" fmla="*/ 359429 h 6858000"/>
              <a:gd name="connsiteX795" fmla="*/ 3996338 w 7472601"/>
              <a:gd name="connsiteY795" fmla="*/ 968237 h 6858000"/>
              <a:gd name="connsiteX796" fmla="*/ 3766672 w 7472601"/>
              <a:gd name="connsiteY796" fmla="*/ 359429 h 6858000"/>
              <a:gd name="connsiteX797" fmla="*/ 5805386 w 7472601"/>
              <a:gd name="connsiteY797" fmla="*/ 239240 h 6858000"/>
              <a:gd name="connsiteX798" fmla="*/ 5736947 w 7472601"/>
              <a:gd name="connsiteY798" fmla="*/ 261367 h 6858000"/>
              <a:gd name="connsiteX799" fmla="*/ 5427012 w 7472601"/>
              <a:gd name="connsiteY799" fmla="*/ 311272 h 6858000"/>
              <a:gd name="connsiteX800" fmla="*/ 5147818 w 7472601"/>
              <a:gd name="connsiteY800" fmla="*/ 322112 h 6858000"/>
              <a:gd name="connsiteX801" fmla="*/ 5060854 w 7472601"/>
              <a:gd name="connsiteY801" fmla="*/ 311882 h 6858000"/>
              <a:gd name="connsiteX802" fmla="*/ 4945989 w 7472601"/>
              <a:gd name="connsiteY802" fmla="*/ 300516 h 6858000"/>
              <a:gd name="connsiteX803" fmla="*/ 5410479 w 7472601"/>
              <a:gd name="connsiteY803" fmla="*/ 348434 h 6858000"/>
              <a:gd name="connsiteX804" fmla="*/ 5805386 w 7472601"/>
              <a:gd name="connsiteY804" fmla="*/ 239240 h 6858000"/>
              <a:gd name="connsiteX805" fmla="*/ 5905192 w 7472601"/>
              <a:gd name="connsiteY805" fmla="*/ 163079 h 6858000"/>
              <a:gd name="connsiteX806" fmla="*/ 5865655 w 7472601"/>
              <a:gd name="connsiteY806" fmla="*/ 171901 h 6858000"/>
              <a:gd name="connsiteX807" fmla="*/ 5259740 w 7472601"/>
              <a:gd name="connsiteY807" fmla="*/ 257013 h 6858000"/>
              <a:gd name="connsiteX808" fmla="*/ 5208466 w 7472601"/>
              <a:gd name="connsiteY808" fmla="*/ 257550 h 6858000"/>
              <a:gd name="connsiteX809" fmla="*/ 4980204 w 7472601"/>
              <a:gd name="connsiteY809" fmla="*/ 271903 h 6858000"/>
              <a:gd name="connsiteX810" fmla="*/ 5068068 w 7472601"/>
              <a:gd name="connsiteY810" fmla="*/ 282244 h 6858000"/>
              <a:gd name="connsiteX811" fmla="*/ 5153231 w 7472601"/>
              <a:gd name="connsiteY811" fmla="*/ 292240 h 6858000"/>
              <a:gd name="connsiteX812" fmla="*/ 5426491 w 7472601"/>
              <a:gd name="connsiteY812" fmla="*/ 281128 h 6858000"/>
              <a:gd name="connsiteX813" fmla="*/ 5731212 w 7472601"/>
              <a:gd name="connsiteY813" fmla="*/ 231951 h 6858000"/>
              <a:gd name="connsiteX814" fmla="*/ 5905192 w 7472601"/>
              <a:gd name="connsiteY814" fmla="*/ 163079 h 6858000"/>
              <a:gd name="connsiteX815" fmla="*/ 5944437 w 7472601"/>
              <a:gd name="connsiteY815" fmla="*/ 113829 h 6858000"/>
              <a:gd name="connsiteX816" fmla="*/ 5825032 w 7472601"/>
              <a:gd name="connsiteY816" fmla="*/ 146405 h 6858000"/>
              <a:gd name="connsiteX817" fmla="*/ 4955599 w 7472601"/>
              <a:gd name="connsiteY817" fmla="*/ 247008 h 6858000"/>
              <a:gd name="connsiteX818" fmla="*/ 5210104 w 7472601"/>
              <a:gd name="connsiteY818" fmla="*/ 228123 h 6858000"/>
              <a:gd name="connsiteX819" fmla="*/ 5261015 w 7472601"/>
              <a:gd name="connsiteY819" fmla="*/ 227087 h 6858000"/>
              <a:gd name="connsiteX820" fmla="*/ 5861181 w 7472601"/>
              <a:gd name="connsiteY820" fmla="*/ 143093 h 6858000"/>
              <a:gd name="connsiteX821" fmla="*/ 5961252 w 7472601"/>
              <a:gd name="connsiteY821" fmla="*/ 114820 h 6858000"/>
              <a:gd name="connsiteX822" fmla="*/ 5944437 w 7472601"/>
              <a:gd name="connsiteY822" fmla="*/ 113829 h 6858000"/>
              <a:gd name="connsiteX823" fmla="*/ 3882765 w 7472601"/>
              <a:gd name="connsiteY823" fmla="*/ 0 h 6858000"/>
              <a:gd name="connsiteX824" fmla="*/ 3995099 w 7472601"/>
              <a:gd name="connsiteY824" fmla="*/ 0 h 6858000"/>
              <a:gd name="connsiteX825" fmla="*/ 4163818 w 7472601"/>
              <a:gd name="connsiteY825" fmla="*/ 234104 h 6858000"/>
              <a:gd name="connsiteX826" fmla="*/ 4172099 w 7472601"/>
              <a:gd name="connsiteY826" fmla="*/ 234207 h 6858000"/>
              <a:gd name="connsiteX827" fmla="*/ 4784282 w 7472601"/>
              <a:gd name="connsiteY827" fmla="*/ 276561 h 6858000"/>
              <a:gd name="connsiteX828" fmla="*/ 4801687 w 7472601"/>
              <a:gd name="connsiteY828" fmla="*/ 267764 h 6858000"/>
              <a:gd name="connsiteX829" fmla="*/ 6082788 w 7472601"/>
              <a:gd name="connsiteY829" fmla="*/ 64119 h 6858000"/>
              <a:gd name="connsiteX830" fmla="*/ 6099442 w 7472601"/>
              <a:gd name="connsiteY830" fmla="*/ 82568 h 6858000"/>
              <a:gd name="connsiteX831" fmla="*/ 4804137 w 7472601"/>
              <a:gd name="connsiteY831" fmla="*/ 320931 h 6858000"/>
              <a:gd name="connsiteX832" fmla="*/ 4227047 w 7472601"/>
              <a:gd name="connsiteY832" fmla="*/ 313415 h 6858000"/>
              <a:gd name="connsiteX833" fmla="*/ 4346041 w 7472601"/>
              <a:gd name="connsiteY833" fmla="*/ 456086 h 6858000"/>
              <a:gd name="connsiteX834" fmla="*/ 4870967 w 7472601"/>
              <a:gd name="connsiteY834" fmla="*/ 963061 h 6858000"/>
              <a:gd name="connsiteX835" fmla="*/ 4889647 w 7472601"/>
              <a:gd name="connsiteY835" fmla="*/ 957147 h 6858000"/>
              <a:gd name="connsiteX836" fmla="*/ 5422504 w 7472601"/>
              <a:gd name="connsiteY836" fmla="*/ 805191 h 6858000"/>
              <a:gd name="connsiteX837" fmla="*/ 6087656 w 7472601"/>
              <a:gd name="connsiteY837" fmla="*/ 826703 h 6858000"/>
              <a:gd name="connsiteX838" fmla="*/ 6058717 w 7472601"/>
              <a:gd name="connsiteY838" fmla="*/ 865992 h 6858000"/>
              <a:gd name="connsiteX839" fmla="*/ 4974153 w 7472601"/>
              <a:gd name="connsiteY839" fmla="*/ 1045456 h 6858000"/>
              <a:gd name="connsiteX840" fmla="*/ 5627835 w 7472601"/>
              <a:gd name="connsiteY840" fmla="*/ 1472077 h 6858000"/>
              <a:gd name="connsiteX841" fmla="*/ 5629817 w 7472601"/>
              <a:gd name="connsiteY841" fmla="*/ 1471412 h 6858000"/>
              <a:gd name="connsiteX842" fmla="*/ 5634124 w 7472601"/>
              <a:gd name="connsiteY842" fmla="*/ 1470572 h 6858000"/>
              <a:gd name="connsiteX843" fmla="*/ 5755832 w 7472601"/>
              <a:gd name="connsiteY843" fmla="*/ 1383886 h 6858000"/>
              <a:gd name="connsiteX844" fmla="*/ 6014186 w 7472601"/>
              <a:gd name="connsiteY844" fmla="*/ 1279799 h 6858000"/>
              <a:gd name="connsiteX845" fmla="*/ 6901619 w 7472601"/>
              <a:gd name="connsiteY845" fmla="*/ 1047874 h 6858000"/>
              <a:gd name="connsiteX846" fmla="*/ 6931566 w 7472601"/>
              <a:gd name="connsiteY846" fmla="*/ 1062034 h 6858000"/>
              <a:gd name="connsiteX847" fmla="*/ 5790982 w 7472601"/>
              <a:gd name="connsiteY847" fmla="*/ 1561380 h 6858000"/>
              <a:gd name="connsiteX848" fmla="*/ 6188971 w 7472601"/>
              <a:gd name="connsiteY848" fmla="*/ 1755168 h 6858000"/>
              <a:gd name="connsiteX849" fmla="*/ 6202446 w 7472601"/>
              <a:gd name="connsiteY849" fmla="*/ 1752268 h 6858000"/>
              <a:gd name="connsiteX850" fmla="*/ 7179560 w 7472601"/>
              <a:gd name="connsiteY850" fmla="*/ 1467551 h 6858000"/>
              <a:gd name="connsiteX851" fmla="*/ 7158730 w 7472601"/>
              <a:gd name="connsiteY851" fmla="*/ 1507835 h 6858000"/>
              <a:gd name="connsiteX852" fmla="*/ 6326959 w 7472601"/>
              <a:gd name="connsiteY852" fmla="*/ 1817686 h 6858000"/>
              <a:gd name="connsiteX853" fmla="*/ 6537433 w 7472601"/>
              <a:gd name="connsiteY853" fmla="*/ 1907790 h 6858000"/>
              <a:gd name="connsiteX854" fmla="*/ 6550221 w 7472601"/>
              <a:gd name="connsiteY854" fmla="*/ 1910729 h 6858000"/>
              <a:gd name="connsiteX855" fmla="*/ 6964438 w 7472601"/>
              <a:gd name="connsiteY855" fmla="*/ 2209505 h 6858000"/>
              <a:gd name="connsiteX856" fmla="*/ 7367862 w 7472601"/>
              <a:gd name="connsiteY856" fmla="*/ 2806833 h 6858000"/>
              <a:gd name="connsiteX857" fmla="*/ 7364329 w 7472601"/>
              <a:gd name="connsiteY857" fmla="*/ 2826907 h 6858000"/>
              <a:gd name="connsiteX858" fmla="*/ 7290545 w 7472601"/>
              <a:gd name="connsiteY858" fmla="*/ 2850663 h 6858000"/>
              <a:gd name="connsiteX859" fmla="*/ 6472036 w 7472601"/>
              <a:gd name="connsiteY859" fmla="*/ 1959003 h 6858000"/>
              <a:gd name="connsiteX860" fmla="*/ 5792897 w 7472601"/>
              <a:gd name="connsiteY860" fmla="*/ 1647747 h 6858000"/>
              <a:gd name="connsiteX861" fmla="*/ 5842751 w 7472601"/>
              <a:gd name="connsiteY861" fmla="*/ 1816112 h 6858000"/>
              <a:gd name="connsiteX862" fmla="*/ 5847424 w 7472601"/>
              <a:gd name="connsiteY862" fmla="*/ 1815776 h 6858000"/>
              <a:gd name="connsiteX863" fmla="*/ 6399821 w 7472601"/>
              <a:gd name="connsiteY863" fmla="*/ 2344799 h 6858000"/>
              <a:gd name="connsiteX864" fmla="*/ 6323232 w 7472601"/>
              <a:gd name="connsiteY864" fmla="*/ 2389634 h 6858000"/>
              <a:gd name="connsiteX865" fmla="*/ 5942958 w 7472601"/>
              <a:gd name="connsiteY865" fmla="*/ 2077708 h 6858000"/>
              <a:gd name="connsiteX866" fmla="*/ 5921559 w 7472601"/>
              <a:gd name="connsiteY866" fmla="*/ 2378596 h 6858000"/>
              <a:gd name="connsiteX867" fmla="*/ 5817651 w 7472601"/>
              <a:gd name="connsiteY867" fmla="*/ 3023919 h 6858000"/>
              <a:gd name="connsiteX868" fmla="*/ 5729634 w 7472601"/>
              <a:gd name="connsiteY868" fmla="*/ 3051849 h 6858000"/>
              <a:gd name="connsiteX869" fmla="*/ 5611018 w 7472601"/>
              <a:gd name="connsiteY869" fmla="*/ 2316769 h 6858000"/>
              <a:gd name="connsiteX870" fmla="*/ 5687608 w 7472601"/>
              <a:gd name="connsiteY870" fmla="*/ 2039972 h 6858000"/>
              <a:gd name="connsiteX871" fmla="*/ 5657554 w 7472601"/>
              <a:gd name="connsiteY871" fmla="*/ 1576445 h 6858000"/>
              <a:gd name="connsiteX872" fmla="*/ 5150475 w 7472601"/>
              <a:gd name="connsiteY872" fmla="*/ 1274012 h 6858000"/>
              <a:gd name="connsiteX873" fmla="*/ 5349142 w 7472601"/>
              <a:gd name="connsiteY873" fmla="*/ 2204405 h 6858000"/>
              <a:gd name="connsiteX874" fmla="*/ 5262214 w 7472601"/>
              <a:gd name="connsiteY874" fmla="*/ 2233836 h 6858000"/>
              <a:gd name="connsiteX875" fmla="*/ 4981539 w 7472601"/>
              <a:gd name="connsiteY875" fmla="*/ 1542201 h 6858000"/>
              <a:gd name="connsiteX876" fmla="*/ 4958461 w 7472601"/>
              <a:gd name="connsiteY876" fmla="*/ 1136957 h 6858000"/>
              <a:gd name="connsiteX877" fmla="*/ 4655015 w 7472601"/>
              <a:gd name="connsiteY877" fmla="*/ 891426 h 6858000"/>
              <a:gd name="connsiteX878" fmla="*/ 4348002 w 7472601"/>
              <a:gd name="connsiteY878" fmla="*/ 2205895 h 6858000"/>
              <a:gd name="connsiteX879" fmla="*/ 4262250 w 7472601"/>
              <a:gd name="connsiteY879" fmla="*/ 2219972 h 6858000"/>
              <a:gd name="connsiteX880" fmla="*/ 4550611 w 7472601"/>
              <a:gd name="connsiteY880" fmla="*/ 817540 h 6858000"/>
              <a:gd name="connsiteX881" fmla="*/ 4564418 w 7472601"/>
              <a:gd name="connsiteY881" fmla="*/ 808293 h 6858000"/>
              <a:gd name="connsiteX882" fmla="*/ 4266388 w 7472601"/>
              <a:gd name="connsiteY882" fmla="*/ 500083 h 6858000"/>
              <a:gd name="connsiteX883" fmla="*/ 4032842 w 7472601"/>
              <a:gd name="connsiteY883" fmla="*/ 211809 h 6858000"/>
              <a:gd name="connsiteX884" fmla="*/ 3882765 w 7472601"/>
              <a:gd name="connsiteY884" fmla="*/ 0 h 6858000"/>
              <a:gd name="connsiteX885" fmla="*/ 3721337 w 7472601"/>
              <a:gd name="connsiteY885" fmla="*/ 0 h 6858000"/>
              <a:gd name="connsiteX886" fmla="*/ 3797544 w 7472601"/>
              <a:gd name="connsiteY886" fmla="*/ 0 h 6858000"/>
              <a:gd name="connsiteX887" fmla="*/ 3775734 w 7472601"/>
              <a:gd name="connsiteY887" fmla="*/ 95131 h 6858000"/>
              <a:gd name="connsiteX888" fmla="*/ 3724807 w 7472601"/>
              <a:gd name="connsiteY888" fmla="*/ 272257 h 6858000"/>
              <a:gd name="connsiteX889" fmla="*/ 3726844 w 7472601"/>
              <a:gd name="connsiteY889" fmla="*/ 282988 h 6858000"/>
              <a:gd name="connsiteX890" fmla="*/ 3742664 w 7472601"/>
              <a:gd name="connsiteY890" fmla="*/ 279918 h 6858000"/>
              <a:gd name="connsiteX891" fmla="*/ 4103910 w 7472601"/>
              <a:gd name="connsiteY891" fmla="*/ 1161917 h 6858000"/>
              <a:gd name="connsiteX892" fmla="*/ 4020269 w 7472601"/>
              <a:gd name="connsiteY892" fmla="*/ 1200406 h 6858000"/>
              <a:gd name="connsiteX893" fmla="*/ 3674882 w 7472601"/>
              <a:gd name="connsiteY893" fmla="*/ 488524 h 6858000"/>
              <a:gd name="connsiteX894" fmla="*/ 3132682 w 7472601"/>
              <a:gd name="connsiteY894" fmla="*/ 1072284 h 6858000"/>
              <a:gd name="connsiteX895" fmla="*/ 2716346 w 7472601"/>
              <a:gd name="connsiteY895" fmla="*/ 1276376 h 6858000"/>
              <a:gd name="connsiteX896" fmla="*/ 2716772 w 7472601"/>
              <a:gd name="connsiteY896" fmla="*/ 1255462 h 6858000"/>
              <a:gd name="connsiteX897" fmla="*/ 3471096 w 7472601"/>
              <a:gd name="connsiteY897" fmla="*/ 437072 h 6858000"/>
              <a:gd name="connsiteX898" fmla="*/ 3639057 w 7472601"/>
              <a:gd name="connsiteY898" fmla="*/ 286334 h 6858000"/>
              <a:gd name="connsiteX899" fmla="*/ 3640309 w 7472601"/>
              <a:gd name="connsiteY899" fmla="*/ 284664 h 6858000"/>
              <a:gd name="connsiteX900" fmla="*/ 3646022 w 7472601"/>
              <a:gd name="connsiteY900" fmla="*/ 276711 h 6858000"/>
              <a:gd name="connsiteX901" fmla="*/ 3707943 w 7472601"/>
              <a:gd name="connsiteY901" fmla="*/ 65958 h 6858000"/>
              <a:gd name="connsiteX902" fmla="*/ 3721337 w 7472601"/>
              <a:gd name="connsiteY902" fmla="*/ 0 h 6858000"/>
              <a:gd name="connsiteX903" fmla="*/ 2867960 w 7472601"/>
              <a:gd name="connsiteY903" fmla="*/ 0 h 6858000"/>
              <a:gd name="connsiteX904" fmla="*/ 2926351 w 7472601"/>
              <a:gd name="connsiteY904" fmla="*/ 0 h 6858000"/>
              <a:gd name="connsiteX905" fmla="*/ 2902823 w 7472601"/>
              <a:gd name="connsiteY905" fmla="*/ 262929 h 6858000"/>
              <a:gd name="connsiteX906" fmla="*/ 2940663 w 7472601"/>
              <a:gd name="connsiteY906" fmla="*/ 140884 h 6858000"/>
              <a:gd name="connsiteX907" fmla="*/ 2947039 w 7472601"/>
              <a:gd name="connsiteY907" fmla="*/ 122524 h 6858000"/>
              <a:gd name="connsiteX908" fmla="*/ 2984316 w 7472601"/>
              <a:gd name="connsiteY908" fmla="*/ 0 h 6858000"/>
              <a:gd name="connsiteX909" fmla="*/ 3016114 w 7472601"/>
              <a:gd name="connsiteY909" fmla="*/ 0 h 6858000"/>
              <a:gd name="connsiteX910" fmla="*/ 2979949 w 7472601"/>
              <a:gd name="connsiteY910" fmla="*/ 119274 h 6858000"/>
              <a:gd name="connsiteX911" fmla="*/ 3023879 w 7472601"/>
              <a:gd name="connsiteY911" fmla="*/ 0 h 6858000"/>
              <a:gd name="connsiteX912" fmla="*/ 3105400 w 7472601"/>
              <a:gd name="connsiteY912" fmla="*/ 0 h 6858000"/>
              <a:gd name="connsiteX913" fmla="*/ 3094669 w 7472601"/>
              <a:gd name="connsiteY913" fmla="*/ 30308 h 6858000"/>
              <a:gd name="connsiteX914" fmla="*/ 2901945 w 7472601"/>
              <a:gd name="connsiteY914" fmla="*/ 466538 h 6858000"/>
              <a:gd name="connsiteX915" fmla="*/ 2815209 w 7472601"/>
              <a:gd name="connsiteY915" fmla="*/ 497361 h 6858000"/>
              <a:gd name="connsiteX916" fmla="*/ 2844845 w 7472601"/>
              <a:gd name="connsiteY916" fmla="*/ 127638 h 6858000"/>
              <a:gd name="connsiteX917" fmla="*/ 2867960 w 7472601"/>
              <a:gd name="connsiteY917" fmla="*/ 0 h 6858000"/>
              <a:gd name="connsiteX918" fmla="*/ 1057230 w 7472601"/>
              <a:gd name="connsiteY918" fmla="*/ 0 h 6858000"/>
              <a:gd name="connsiteX919" fmla="*/ 1111003 w 7472601"/>
              <a:gd name="connsiteY919" fmla="*/ 0 h 6858000"/>
              <a:gd name="connsiteX920" fmla="*/ 1125553 w 7472601"/>
              <a:gd name="connsiteY920" fmla="*/ 52588 h 6858000"/>
              <a:gd name="connsiteX921" fmla="*/ 1304276 w 7472601"/>
              <a:gd name="connsiteY921" fmla="*/ 476275 h 6858000"/>
              <a:gd name="connsiteX922" fmla="*/ 1492066 w 7472601"/>
              <a:gd name="connsiteY922" fmla="*/ 886333 h 6858000"/>
              <a:gd name="connsiteX923" fmla="*/ 1423698 w 7472601"/>
              <a:gd name="connsiteY923" fmla="*/ 710817 h 6858000"/>
              <a:gd name="connsiteX924" fmla="*/ 1357609 w 7472601"/>
              <a:gd name="connsiteY924" fmla="*/ 532892 h 6858000"/>
              <a:gd name="connsiteX925" fmla="*/ 1309550 w 7472601"/>
              <a:gd name="connsiteY925" fmla="*/ 374031 h 6858000"/>
              <a:gd name="connsiteX926" fmla="*/ 1193673 w 7472601"/>
              <a:gd name="connsiteY926" fmla="*/ 49533 h 6858000"/>
              <a:gd name="connsiteX927" fmla="*/ 1164391 w 7472601"/>
              <a:gd name="connsiteY927" fmla="*/ 0 h 6858000"/>
              <a:gd name="connsiteX928" fmla="*/ 1200666 w 7472601"/>
              <a:gd name="connsiteY928" fmla="*/ 0 h 6858000"/>
              <a:gd name="connsiteX929" fmla="*/ 1223408 w 7472601"/>
              <a:gd name="connsiteY929" fmla="*/ 38996 h 6858000"/>
              <a:gd name="connsiteX930" fmla="*/ 1339635 w 7472601"/>
              <a:gd name="connsiteY930" fmla="*/ 365517 h 6858000"/>
              <a:gd name="connsiteX931" fmla="*/ 1387469 w 7472601"/>
              <a:gd name="connsiteY931" fmla="*/ 523079 h 6858000"/>
              <a:gd name="connsiteX932" fmla="*/ 1452685 w 7472601"/>
              <a:gd name="connsiteY932" fmla="*/ 699806 h 6858000"/>
              <a:gd name="connsiteX933" fmla="*/ 1492092 w 7472601"/>
              <a:gd name="connsiteY933" fmla="*/ 800424 h 6858000"/>
              <a:gd name="connsiteX934" fmla="*/ 1455302 w 7472601"/>
              <a:gd name="connsiteY934" fmla="*/ 632913 h 6858000"/>
              <a:gd name="connsiteX935" fmla="*/ 1222336 w 7472601"/>
              <a:gd name="connsiteY935" fmla="*/ 9480 h 6858000"/>
              <a:gd name="connsiteX936" fmla="*/ 1214634 w 7472601"/>
              <a:gd name="connsiteY936" fmla="*/ 0 h 6858000"/>
              <a:gd name="connsiteX937" fmla="*/ 1289827 w 7472601"/>
              <a:gd name="connsiteY937" fmla="*/ 0 h 6858000"/>
              <a:gd name="connsiteX938" fmla="*/ 1321076 w 7472601"/>
              <a:gd name="connsiteY938" fmla="*/ 59722 h 6858000"/>
              <a:gd name="connsiteX939" fmla="*/ 1512579 w 7472601"/>
              <a:gd name="connsiteY939" fmla="*/ 626441 h 6858000"/>
              <a:gd name="connsiteX940" fmla="*/ 1506076 w 7472601"/>
              <a:gd name="connsiteY940" fmla="*/ 1089289 h 6858000"/>
              <a:gd name="connsiteX941" fmla="*/ 1486346 w 7472601"/>
              <a:gd name="connsiteY941" fmla="*/ 1079919 h 6858000"/>
              <a:gd name="connsiteX942" fmla="*/ 1070511 w 7472601"/>
              <a:gd name="connsiteY942" fmla="*/ 48609 h 6858000"/>
              <a:gd name="connsiteX943" fmla="*/ 1057230 w 7472601"/>
              <a:gd name="connsiteY943" fmla="*/ 0 h 6858000"/>
              <a:gd name="connsiteX944" fmla="*/ 43151 w 7472601"/>
              <a:gd name="connsiteY944" fmla="*/ 0 h 6858000"/>
              <a:gd name="connsiteX945" fmla="*/ 95283 w 7472601"/>
              <a:gd name="connsiteY945" fmla="*/ 0 h 6858000"/>
              <a:gd name="connsiteX946" fmla="*/ 300708 w 7472601"/>
              <a:gd name="connsiteY946" fmla="*/ 154571 h 6858000"/>
              <a:gd name="connsiteX947" fmla="*/ 530414 w 7472601"/>
              <a:gd name="connsiteY947" fmla="*/ 354673 h 6858000"/>
              <a:gd name="connsiteX948" fmla="*/ 333785 w 7472601"/>
              <a:gd name="connsiteY948" fmla="*/ 161564 h 6858000"/>
              <a:gd name="connsiteX949" fmla="*/ 147005 w 7472601"/>
              <a:gd name="connsiteY949" fmla="*/ 0 h 6858000"/>
              <a:gd name="connsiteX950" fmla="*/ 272509 w 7472601"/>
              <a:gd name="connsiteY950" fmla="*/ 0 h 6858000"/>
              <a:gd name="connsiteX951" fmla="*/ 326276 w 7472601"/>
              <a:gd name="connsiteY951" fmla="*/ 45847 h 6858000"/>
              <a:gd name="connsiteX952" fmla="*/ 823759 w 7472601"/>
              <a:gd name="connsiteY952" fmla="*/ 574145 h 6858000"/>
              <a:gd name="connsiteX953" fmla="*/ 811254 w 7472601"/>
              <a:gd name="connsiteY953" fmla="*/ 665546 h 6858000"/>
              <a:gd name="connsiteX954" fmla="*/ 154042 w 7472601"/>
              <a:gd name="connsiteY954" fmla="*/ 261522 h 6858000"/>
              <a:gd name="connsiteX955" fmla="*/ 13550 w 7472601"/>
              <a:gd name="connsiteY955" fmla="*/ 158423 h 6858000"/>
              <a:gd name="connsiteX956" fmla="*/ 0 w 7472601"/>
              <a:gd name="connsiteY956" fmla="*/ 146618 h 6858000"/>
              <a:gd name="connsiteX957" fmla="*/ 0 w 7472601"/>
              <a:gd name="connsiteY957" fmla="*/ 59161 h 6858000"/>
              <a:gd name="connsiteX958" fmla="*/ 45427 w 7472601"/>
              <a:gd name="connsiteY958" fmla="*/ 101078 h 6858000"/>
              <a:gd name="connsiteX959" fmla="*/ 630103 w 7472601"/>
              <a:gd name="connsiteY959" fmla="*/ 485885 h 6858000"/>
              <a:gd name="connsiteX960" fmla="*/ 532040 w 7472601"/>
              <a:gd name="connsiteY960" fmla="*/ 399359 h 6858000"/>
              <a:gd name="connsiteX961" fmla="*/ 517618 w 7472601"/>
              <a:gd name="connsiteY961" fmla="*/ 385726 h 6858000"/>
              <a:gd name="connsiteX962" fmla="*/ 285074 w 7472601"/>
              <a:gd name="connsiteY962" fmla="*/ 182755 h 6858000"/>
              <a:gd name="connsiteX963" fmla="*/ 43151 w 7472601"/>
              <a:gd name="connsiteY963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448321 w 7472601"/>
              <a:gd name="connsiteY80" fmla="*/ 6190991 h 6858000"/>
              <a:gd name="connsiteX81" fmla="*/ 7467600 w 7472601"/>
              <a:gd name="connsiteY81" fmla="*/ 6221686 h 6858000"/>
              <a:gd name="connsiteX82" fmla="*/ 7467600 w 7472601"/>
              <a:gd name="connsiteY82" fmla="*/ 6334256 h 6858000"/>
              <a:gd name="connsiteX83" fmla="*/ 7454976 w 7472601"/>
              <a:gd name="connsiteY83" fmla="*/ 6318297 h 6858000"/>
              <a:gd name="connsiteX84" fmla="*/ 1456157 w 7472601"/>
              <a:gd name="connsiteY84" fmla="*/ 5371404 h 6858000"/>
              <a:gd name="connsiteX85" fmla="*/ 1244432 w 7472601"/>
              <a:gd name="connsiteY85" fmla="*/ 5385601 h 6858000"/>
              <a:gd name="connsiteX86" fmla="*/ 973990 w 7472601"/>
              <a:gd name="connsiteY86" fmla="*/ 5424940 h 6858000"/>
              <a:gd name="connsiteX87" fmla="*/ 1103809 w 7472601"/>
              <a:gd name="connsiteY87" fmla="*/ 5433720 h 6858000"/>
              <a:gd name="connsiteX88" fmla="*/ 1123454 w 7472601"/>
              <a:gd name="connsiteY88" fmla="*/ 5435727 h 6858000"/>
              <a:gd name="connsiteX89" fmla="*/ 1737017 w 7472601"/>
              <a:gd name="connsiteY89" fmla="*/ 5452183 h 6858000"/>
              <a:gd name="connsiteX90" fmla="*/ 1824397 w 7472601"/>
              <a:gd name="connsiteY90" fmla="*/ 5447757 h 6858000"/>
              <a:gd name="connsiteX91" fmla="*/ 2070059 w 7472601"/>
              <a:gd name="connsiteY91" fmla="*/ 5441660 h 6858000"/>
              <a:gd name="connsiteX92" fmla="*/ 1456157 w 7472601"/>
              <a:gd name="connsiteY92" fmla="*/ 5371404 h 6858000"/>
              <a:gd name="connsiteX93" fmla="*/ 4988186 w 7472601"/>
              <a:gd name="connsiteY93" fmla="*/ 5216467 h 6858000"/>
              <a:gd name="connsiteX94" fmla="*/ 4777334 w 7472601"/>
              <a:gd name="connsiteY94" fmla="*/ 5406072 h 6858000"/>
              <a:gd name="connsiteX95" fmla="*/ 4718341 w 7472601"/>
              <a:gd name="connsiteY95" fmla="*/ 5468043 h 6858000"/>
              <a:gd name="connsiteX96" fmla="*/ 4604655 w 7472601"/>
              <a:gd name="connsiteY96" fmla="*/ 5583434 h 6858000"/>
              <a:gd name="connsiteX97" fmla="*/ 4565074 w 7472601"/>
              <a:gd name="connsiteY97" fmla="*/ 5618550 h 6858000"/>
              <a:gd name="connsiteX98" fmla="*/ 4988186 w 7472601"/>
              <a:gd name="connsiteY98" fmla="*/ 5216467 h 6858000"/>
              <a:gd name="connsiteX99" fmla="*/ 4978032 w 7472601"/>
              <a:gd name="connsiteY99" fmla="*/ 5183809 h 6858000"/>
              <a:gd name="connsiteX100" fmla="*/ 4463413 w 7472601"/>
              <a:gd name="connsiteY100" fmla="*/ 5615162 h 6858000"/>
              <a:gd name="connsiteX101" fmla="*/ 4358134 w 7472601"/>
              <a:gd name="connsiteY101" fmla="*/ 5742791 h 6858000"/>
              <a:gd name="connsiteX102" fmla="*/ 4376219 w 7472601"/>
              <a:gd name="connsiteY102" fmla="*/ 5729027 h 6858000"/>
              <a:gd name="connsiteX103" fmla="*/ 4582340 w 7472601"/>
              <a:gd name="connsiteY103" fmla="*/ 5561037 h 6858000"/>
              <a:gd name="connsiteX104" fmla="*/ 4694684 w 7472601"/>
              <a:gd name="connsiteY104" fmla="*/ 5447098 h 6858000"/>
              <a:gd name="connsiteX105" fmla="*/ 4754123 w 7472601"/>
              <a:gd name="connsiteY105" fmla="*/ 5384643 h 6858000"/>
              <a:gd name="connsiteX106" fmla="*/ 4978032 w 7472601"/>
              <a:gd name="connsiteY106" fmla="*/ 5183809 h 6858000"/>
              <a:gd name="connsiteX107" fmla="*/ 1903353 w 7472601"/>
              <a:gd name="connsiteY107" fmla="*/ 5044827 h 6858000"/>
              <a:gd name="connsiteX108" fmla="*/ 1936931 w 7472601"/>
              <a:gd name="connsiteY108" fmla="*/ 5093954 h 6858000"/>
              <a:gd name="connsiteX109" fmla="*/ 2195868 w 7472601"/>
              <a:gd name="connsiteY109" fmla="*/ 5396574 h 6858000"/>
              <a:gd name="connsiteX110" fmla="*/ 2088852 w 7472601"/>
              <a:gd name="connsiteY110" fmla="*/ 5166123 h 6858000"/>
              <a:gd name="connsiteX111" fmla="*/ 1958241 w 7472601"/>
              <a:gd name="connsiteY111" fmla="*/ 5067955 h 6858000"/>
              <a:gd name="connsiteX112" fmla="*/ 1903353 w 7472601"/>
              <a:gd name="connsiteY112" fmla="*/ 5044827 h 6858000"/>
              <a:gd name="connsiteX113" fmla="*/ 1979378 w 7472601"/>
              <a:gd name="connsiteY113" fmla="*/ 4769504 h 6858000"/>
              <a:gd name="connsiteX114" fmla="*/ 2882120 w 7472601"/>
              <a:gd name="connsiteY114" fmla="*/ 5064547 h 6858000"/>
              <a:gd name="connsiteX115" fmla="*/ 2793103 w 7472601"/>
              <a:gd name="connsiteY115" fmla="*/ 5039699 h 6858000"/>
              <a:gd name="connsiteX116" fmla="*/ 2770041 w 7472601"/>
              <a:gd name="connsiteY116" fmla="*/ 5033634 h 6858000"/>
              <a:gd name="connsiteX117" fmla="*/ 1979378 w 7472601"/>
              <a:gd name="connsiteY117" fmla="*/ 4769504 h 6858000"/>
              <a:gd name="connsiteX118" fmla="*/ 1927410 w 7472601"/>
              <a:gd name="connsiteY118" fmla="*/ 4716164 h 6858000"/>
              <a:gd name="connsiteX119" fmla="*/ 1959587 w 7472601"/>
              <a:gd name="connsiteY119" fmla="*/ 4728849 h 6858000"/>
              <a:gd name="connsiteX120" fmla="*/ 2777707 w 7472601"/>
              <a:gd name="connsiteY120" fmla="*/ 5003991 h 6858000"/>
              <a:gd name="connsiteX121" fmla="*/ 2800768 w 7472601"/>
              <a:gd name="connsiteY121" fmla="*/ 5010056 h 6858000"/>
              <a:gd name="connsiteX122" fmla="*/ 2879408 w 7472601"/>
              <a:gd name="connsiteY122" fmla="*/ 5031590 h 6858000"/>
              <a:gd name="connsiteX123" fmla="*/ 2862295 w 7472601"/>
              <a:gd name="connsiteY123" fmla="*/ 5022958 h 6858000"/>
              <a:gd name="connsiteX124" fmla="*/ 2813343 w 7472601"/>
              <a:gd name="connsiteY124" fmla="*/ 4998369 h 6858000"/>
              <a:gd name="connsiteX125" fmla="*/ 2646245 w 7472601"/>
              <a:gd name="connsiteY125" fmla="*/ 4930999 h 6858000"/>
              <a:gd name="connsiteX126" fmla="*/ 1999243 w 7472601"/>
              <a:gd name="connsiteY126" fmla="*/ 4730524 h 6858000"/>
              <a:gd name="connsiteX127" fmla="*/ 1979527 w 7472601"/>
              <a:gd name="connsiteY127" fmla="*/ 4726651 h 6858000"/>
              <a:gd name="connsiteX128" fmla="*/ 1927410 w 7472601"/>
              <a:gd name="connsiteY128" fmla="*/ 4716164 h 6858000"/>
              <a:gd name="connsiteX129" fmla="*/ 1997014 w 7472601"/>
              <a:gd name="connsiteY129" fmla="*/ 4698007 h 6858000"/>
              <a:gd name="connsiteX130" fmla="*/ 2005458 w 7472601"/>
              <a:gd name="connsiteY130" fmla="*/ 4699540 h 6858000"/>
              <a:gd name="connsiteX131" fmla="*/ 2657186 w 7472601"/>
              <a:gd name="connsiteY131" fmla="*/ 4901687 h 6858000"/>
              <a:gd name="connsiteX132" fmla="*/ 2826662 w 7472601"/>
              <a:gd name="connsiteY132" fmla="*/ 4970362 h 6858000"/>
              <a:gd name="connsiteX133" fmla="*/ 2876100 w 7472601"/>
              <a:gd name="connsiteY133" fmla="*/ 4995397 h 6858000"/>
              <a:gd name="connsiteX134" fmla="*/ 3042600 w 7472601"/>
              <a:gd name="connsiteY134" fmla="*/ 5059532 h 6858000"/>
              <a:gd name="connsiteX135" fmla="*/ 1997014 w 7472601"/>
              <a:gd name="connsiteY135" fmla="*/ 4698007 h 6858000"/>
              <a:gd name="connsiteX136" fmla="*/ 2305292 w 7472601"/>
              <a:gd name="connsiteY136" fmla="*/ 4219492 h 6858000"/>
              <a:gd name="connsiteX137" fmla="*/ 3360922 w 7472601"/>
              <a:gd name="connsiteY137" fmla="*/ 4529373 h 6858000"/>
              <a:gd name="connsiteX138" fmla="*/ 3492420 w 7472601"/>
              <a:gd name="connsiteY138" fmla="*/ 4510145 h 6858000"/>
              <a:gd name="connsiteX139" fmla="*/ 3364086 w 7472601"/>
              <a:gd name="connsiteY139" fmla="*/ 4480340 h 6858000"/>
              <a:gd name="connsiteX140" fmla="*/ 3225818 w 7472601"/>
              <a:gd name="connsiteY140" fmla="*/ 4411822 h 6858000"/>
              <a:gd name="connsiteX141" fmla="*/ 3129696 w 7472601"/>
              <a:gd name="connsiteY141" fmla="*/ 4360704 h 6858000"/>
              <a:gd name="connsiteX142" fmla="*/ 2814545 w 7472601"/>
              <a:gd name="connsiteY142" fmla="*/ 4282955 h 6858000"/>
              <a:gd name="connsiteX143" fmla="*/ 2305292 w 7472601"/>
              <a:gd name="connsiteY143" fmla="*/ 4219492 h 6858000"/>
              <a:gd name="connsiteX144" fmla="*/ 2626982 w 7472601"/>
              <a:gd name="connsiteY144" fmla="*/ 4206450 h 6858000"/>
              <a:gd name="connsiteX145" fmla="*/ 2490617 w 7472601"/>
              <a:gd name="connsiteY145" fmla="*/ 4206951 h 6858000"/>
              <a:gd name="connsiteX146" fmla="*/ 2819869 w 7472601"/>
              <a:gd name="connsiteY146" fmla="*/ 4252936 h 6858000"/>
              <a:gd name="connsiteX147" fmla="*/ 3143018 w 7472601"/>
              <a:gd name="connsiteY147" fmla="*/ 4332698 h 6858000"/>
              <a:gd name="connsiteX148" fmla="*/ 3241520 w 7472601"/>
              <a:gd name="connsiteY148" fmla="*/ 4385112 h 6858000"/>
              <a:gd name="connsiteX149" fmla="*/ 3374575 w 7472601"/>
              <a:gd name="connsiteY149" fmla="*/ 4451517 h 6858000"/>
              <a:gd name="connsiteX150" fmla="*/ 3505221 w 7472601"/>
              <a:gd name="connsiteY150" fmla="*/ 4480757 h 6858000"/>
              <a:gd name="connsiteX151" fmla="*/ 2626982 w 7472601"/>
              <a:gd name="connsiteY151" fmla="*/ 4206450 h 6858000"/>
              <a:gd name="connsiteX152" fmla="*/ 1310106 w 7472601"/>
              <a:gd name="connsiteY152" fmla="*/ 3943217 h 6858000"/>
              <a:gd name="connsiteX153" fmla="*/ 854994 w 7472601"/>
              <a:gd name="connsiteY153" fmla="*/ 4399136 h 6858000"/>
              <a:gd name="connsiteX154" fmla="*/ 742462 w 7472601"/>
              <a:gd name="connsiteY154" fmla="*/ 4594648 h 6858000"/>
              <a:gd name="connsiteX155" fmla="*/ 820602 w 7472601"/>
              <a:gd name="connsiteY155" fmla="*/ 4485915 h 6858000"/>
              <a:gd name="connsiteX156" fmla="*/ 878295 w 7472601"/>
              <a:gd name="connsiteY156" fmla="*/ 4403594 h 6858000"/>
              <a:gd name="connsiteX157" fmla="*/ 1240607 w 7472601"/>
              <a:gd name="connsiteY157" fmla="*/ 4010401 h 6858000"/>
              <a:gd name="connsiteX158" fmla="*/ 1310106 w 7472601"/>
              <a:gd name="connsiteY158" fmla="*/ 3943217 h 6858000"/>
              <a:gd name="connsiteX159" fmla="*/ 1423113 w 7472601"/>
              <a:gd name="connsiteY159" fmla="*/ 3874565 h 6858000"/>
              <a:gd name="connsiteX160" fmla="*/ 1260565 w 7472601"/>
              <a:gd name="connsiteY160" fmla="*/ 4031982 h 6858000"/>
              <a:gd name="connsiteX161" fmla="*/ 901900 w 7472601"/>
              <a:gd name="connsiteY161" fmla="*/ 4421236 h 6858000"/>
              <a:gd name="connsiteX162" fmla="*/ 845044 w 7472601"/>
              <a:gd name="connsiteY162" fmla="*/ 4502436 h 6858000"/>
              <a:gd name="connsiteX163" fmla="*/ 685926 w 7472601"/>
              <a:gd name="connsiteY163" fmla="*/ 4703069 h 6858000"/>
              <a:gd name="connsiteX164" fmla="*/ 684248 w 7472601"/>
              <a:gd name="connsiteY164" fmla="*/ 4706721 h 6858000"/>
              <a:gd name="connsiteX165" fmla="*/ 1423113 w 7472601"/>
              <a:gd name="connsiteY165" fmla="*/ 3874565 h 6858000"/>
              <a:gd name="connsiteX166" fmla="*/ 3316479 w 7472601"/>
              <a:gd name="connsiteY166" fmla="*/ 3872136 h 6858000"/>
              <a:gd name="connsiteX167" fmla="*/ 3546806 w 7472601"/>
              <a:gd name="connsiteY167" fmla="*/ 4356139 h 6858000"/>
              <a:gd name="connsiteX168" fmla="*/ 3364433 w 7472601"/>
              <a:gd name="connsiteY168" fmla="*/ 3953121 h 6858000"/>
              <a:gd name="connsiteX169" fmla="*/ 3316479 w 7472601"/>
              <a:gd name="connsiteY169" fmla="*/ 3872136 h 6858000"/>
              <a:gd name="connsiteX170" fmla="*/ 3291335 w 7472601"/>
              <a:gd name="connsiteY170" fmla="*/ 3767420 h 6858000"/>
              <a:gd name="connsiteX171" fmla="*/ 3390805 w 7472601"/>
              <a:gd name="connsiteY171" fmla="*/ 3937163 h 6858000"/>
              <a:gd name="connsiteX172" fmla="*/ 3579062 w 7472601"/>
              <a:gd name="connsiteY172" fmla="*/ 4359040 h 6858000"/>
              <a:gd name="connsiteX173" fmla="*/ 3467355 w 7472601"/>
              <a:gd name="connsiteY173" fmla="*/ 3988130 h 6858000"/>
              <a:gd name="connsiteX174" fmla="*/ 3310753 w 7472601"/>
              <a:gd name="connsiteY174" fmla="*/ 3787140 h 6858000"/>
              <a:gd name="connsiteX175" fmla="*/ 3291335 w 7472601"/>
              <a:gd name="connsiteY175" fmla="*/ 3767420 h 6858000"/>
              <a:gd name="connsiteX176" fmla="*/ 1635889 w 7472601"/>
              <a:gd name="connsiteY176" fmla="*/ 3709494 h 6858000"/>
              <a:gd name="connsiteX177" fmla="*/ 1634800 w 7472601"/>
              <a:gd name="connsiteY177" fmla="*/ 3731111 h 6858000"/>
              <a:gd name="connsiteX178" fmla="*/ 1635889 w 7472601"/>
              <a:gd name="connsiteY178" fmla="*/ 3709494 h 6858000"/>
              <a:gd name="connsiteX179" fmla="*/ 1510397 w 7472601"/>
              <a:gd name="connsiteY179" fmla="*/ 3684705 h 6858000"/>
              <a:gd name="connsiteX180" fmla="*/ 1146550 w 7472601"/>
              <a:gd name="connsiteY180" fmla="*/ 3802012 h 6858000"/>
              <a:gd name="connsiteX181" fmla="*/ 698834 w 7472601"/>
              <a:gd name="connsiteY181" fmla="*/ 3952272 h 6858000"/>
              <a:gd name="connsiteX182" fmla="*/ 34256 w 7472601"/>
              <a:gd name="connsiteY182" fmla="*/ 4347603 h 6858000"/>
              <a:gd name="connsiteX183" fmla="*/ 527241 w 7472601"/>
              <a:gd name="connsiteY183" fmla="*/ 4065078 h 6858000"/>
              <a:gd name="connsiteX184" fmla="*/ 1510397 w 7472601"/>
              <a:gd name="connsiteY184" fmla="*/ 3684705 h 6858000"/>
              <a:gd name="connsiteX185" fmla="*/ 1313114 w 7472601"/>
              <a:gd name="connsiteY185" fmla="*/ 3655216 h 6858000"/>
              <a:gd name="connsiteX186" fmla="*/ 1109304 w 7472601"/>
              <a:gd name="connsiteY186" fmla="*/ 3669030 h 6858000"/>
              <a:gd name="connsiteX187" fmla="*/ 8129 w 7472601"/>
              <a:gd name="connsiteY187" fmla="*/ 4330519 h 6858000"/>
              <a:gd name="connsiteX188" fmla="*/ 687572 w 7472601"/>
              <a:gd name="connsiteY188" fmla="*/ 3925629 h 6858000"/>
              <a:gd name="connsiteX189" fmla="*/ 1138365 w 7472601"/>
              <a:gd name="connsiteY189" fmla="*/ 3774515 h 6858000"/>
              <a:gd name="connsiteX190" fmla="*/ 1505579 w 7472601"/>
              <a:gd name="connsiteY190" fmla="*/ 3655526 h 6858000"/>
              <a:gd name="connsiteX191" fmla="*/ 1313114 w 7472601"/>
              <a:gd name="connsiteY191" fmla="*/ 3655216 h 6858000"/>
              <a:gd name="connsiteX192" fmla="*/ 3655073 w 7472601"/>
              <a:gd name="connsiteY192" fmla="*/ 3650884 h 6858000"/>
              <a:gd name="connsiteX193" fmla="*/ 3989938 w 7472601"/>
              <a:gd name="connsiteY193" fmla="*/ 3991685 h 6858000"/>
              <a:gd name="connsiteX194" fmla="*/ 4393907 w 7472601"/>
              <a:gd name="connsiteY194" fmla="*/ 4261258 h 6858000"/>
              <a:gd name="connsiteX195" fmla="*/ 4648051 w 7472601"/>
              <a:gd name="connsiteY195" fmla="*/ 4374051 h 6858000"/>
              <a:gd name="connsiteX196" fmla="*/ 4383389 w 7472601"/>
              <a:gd name="connsiteY196" fmla="*/ 4184369 h 6858000"/>
              <a:gd name="connsiteX197" fmla="*/ 4165508 w 7472601"/>
              <a:gd name="connsiteY197" fmla="*/ 4035196 h 6858000"/>
              <a:gd name="connsiteX198" fmla="*/ 4068162 w 7472601"/>
              <a:gd name="connsiteY198" fmla="*/ 3953394 h 6858000"/>
              <a:gd name="connsiteX199" fmla="*/ 3981416 w 7472601"/>
              <a:gd name="connsiteY199" fmla="*/ 3880482 h 6858000"/>
              <a:gd name="connsiteX200" fmla="*/ 3800147 w 7472601"/>
              <a:gd name="connsiteY200" fmla="*/ 3749872 h 6858000"/>
              <a:gd name="connsiteX201" fmla="*/ 3655073 w 7472601"/>
              <a:gd name="connsiteY201" fmla="*/ 3650884 h 6858000"/>
              <a:gd name="connsiteX202" fmla="*/ 3670252 w 7472601"/>
              <a:gd name="connsiteY202" fmla="*/ 3622798 h 6858000"/>
              <a:gd name="connsiteX203" fmla="*/ 3817258 w 7472601"/>
              <a:gd name="connsiteY203" fmla="*/ 3723577 h 6858000"/>
              <a:gd name="connsiteX204" fmla="*/ 4000461 w 7472601"/>
              <a:gd name="connsiteY204" fmla="*/ 3855966 h 6858000"/>
              <a:gd name="connsiteX205" fmla="*/ 4088180 w 7472601"/>
              <a:gd name="connsiteY205" fmla="*/ 3929774 h 6858000"/>
              <a:gd name="connsiteX206" fmla="*/ 4184555 w 7472601"/>
              <a:gd name="connsiteY206" fmla="*/ 4010683 h 6858000"/>
              <a:gd name="connsiteX207" fmla="*/ 4399563 w 7472601"/>
              <a:gd name="connsiteY207" fmla="*/ 4158106 h 6858000"/>
              <a:gd name="connsiteX208" fmla="*/ 4684469 w 7472601"/>
              <a:gd name="connsiteY208" fmla="*/ 4364680 h 6858000"/>
              <a:gd name="connsiteX209" fmla="*/ 4690271 w 7472601"/>
              <a:gd name="connsiteY209" fmla="*/ 4370034 h 6858000"/>
              <a:gd name="connsiteX210" fmla="*/ 4136093 w 7472601"/>
              <a:gd name="connsiteY210" fmla="*/ 3858466 h 6858000"/>
              <a:gd name="connsiteX211" fmla="*/ 3670252 w 7472601"/>
              <a:gd name="connsiteY211" fmla="*/ 3622798 h 6858000"/>
              <a:gd name="connsiteX212" fmla="*/ 4440129 w 7472601"/>
              <a:gd name="connsiteY212" fmla="*/ 3448571 h 6858000"/>
              <a:gd name="connsiteX213" fmla="*/ 4856525 w 7472601"/>
              <a:gd name="connsiteY213" fmla="*/ 3915351 h 6858000"/>
              <a:gd name="connsiteX214" fmla="*/ 5059055 w 7472601"/>
              <a:gd name="connsiteY214" fmla="*/ 4108918 h 6858000"/>
              <a:gd name="connsiteX215" fmla="*/ 5290070 w 7472601"/>
              <a:gd name="connsiteY215" fmla="*/ 4263619 h 6858000"/>
              <a:gd name="connsiteX216" fmla="*/ 4834991 w 7472601"/>
              <a:gd name="connsiteY216" fmla="*/ 3830985 h 6858000"/>
              <a:gd name="connsiteX217" fmla="*/ 4440129 w 7472601"/>
              <a:gd name="connsiteY217" fmla="*/ 3448571 h 6858000"/>
              <a:gd name="connsiteX218" fmla="*/ 4441737 w 7472601"/>
              <a:gd name="connsiteY218" fmla="*/ 3399734 h 6858000"/>
              <a:gd name="connsiteX219" fmla="*/ 4431236 w 7472601"/>
              <a:gd name="connsiteY219" fmla="*/ 3400954 h 6858000"/>
              <a:gd name="connsiteX220" fmla="*/ 4557150 w 7472601"/>
              <a:gd name="connsiteY220" fmla="*/ 3510023 h 6858000"/>
              <a:gd name="connsiteX221" fmla="*/ 4856936 w 7472601"/>
              <a:gd name="connsiteY221" fmla="*/ 3809146 h 6858000"/>
              <a:gd name="connsiteX222" fmla="*/ 5111996 w 7472601"/>
              <a:gd name="connsiteY222" fmla="*/ 4065759 h 6858000"/>
              <a:gd name="connsiteX223" fmla="*/ 5388878 w 7472601"/>
              <a:gd name="connsiteY223" fmla="*/ 4300185 h 6858000"/>
              <a:gd name="connsiteX224" fmla="*/ 5425556 w 7472601"/>
              <a:gd name="connsiteY224" fmla="*/ 4308967 h 6858000"/>
              <a:gd name="connsiteX225" fmla="*/ 4943646 w 7472601"/>
              <a:gd name="connsiteY225" fmla="*/ 3822916 h 6858000"/>
              <a:gd name="connsiteX226" fmla="*/ 4594837 w 7472601"/>
              <a:gd name="connsiteY226" fmla="*/ 3532274 h 6858000"/>
              <a:gd name="connsiteX227" fmla="*/ 4441737 w 7472601"/>
              <a:gd name="connsiteY227" fmla="*/ 3399734 h 6858000"/>
              <a:gd name="connsiteX228" fmla="*/ 5425834 w 7472601"/>
              <a:gd name="connsiteY228" fmla="*/ 3162785 h 6858000"/>
              <a:gd name="connsiteX229" fmla="*/ 5401644 w 7472601"/>
              <a:gd name="connsiteY229" fmla="*/ 3617847 h 6858000"/>
              <a:gd name="connsiteX230" fmla="*/ 5467256 w 7472601"/>
              <a:gd name="connsiteY230" fmla="*/ 4175494 h 6858000"/>
              <a:gd name="connsiteX231" fmla="*/ 5448069 w 7472601"/>
              <a:gd name="connsiteY231" fmla="*/ 3567554 h 6858000"/>
              <a:gd name="connsiteX232" fmla="*/ 5425834 w 7472601"/>
              <a:gd name="connsiteY232" fmla="*/ 3162785 h 6858000"/>
              <a:gd name="connsiteX233" fmla="*/ 1318687 w 7472601"/>
              <a:gd name="connsiteY233" fmla="*/ 3113840 h 6858000"/>
              <a:gd name="connsiteX234" fmla="*/ 1066793 w 7472601"/>
              <a:gd name="connsiteY234" fmla="*/ 3212171 h 6858000"/>
              <a:gd name="connsiteX235" fmla="*/ 993319 w 7472601"/>
              <a:gd name="connsiteY235" fmla="*/ 3247648 h 6858000"/>
              <a:gd name="connsiteX236" fmla="*/ 853081 w 7472601"/>
              <a:gd name="connsiteY236" fmla="*/ 3312410 h 6858000"/>
              <a:gd name="connsiteX237" fmla="*/ 805957 w 7472601"/>
              <a:gd name="connsiteY237" fmla="*/ 3330443 h 6858000"/>
              <a:gd name="connsiteX238" fmla="*/ 1318687 w 7472601"/>
              <a:gd name="connsiteY238" fmla="*/ 3113840 h 6858000"/>
              <a:gd name="connsiteX239" fmla="*/ 5453702 w 7472601"/>
              <a:gd name="connsiteY239" fmla="*/ 3090882 h 6858000"/>
              <a:gd name="connsiteX240" fmla="*/ 5480135 w 7472601"/>
              <a:gd name="connsiteY240" fmla="*/ 3565802 h 6858000"/>
              <a:gd name="connsiteX241" fmla="*/ 5499023 w 7472601"/>
              <a:gd name="connsiteY241" fmla="*/ 4166310 h 6858000"/>
              <a:gd name="connsiteX242" fmla="*/ 5547022 w 7472601"/>
              <a:gd name="connsiteY242" fmla="*/ 3607838 h 6858000"/>
              <a:gd name="connsiteX243" fmla="*/ 5515964 w 7472601"/>
              <a:gd name="connsiteY243" fmla="*/ 3378541 h 6858000"/>
              <a:gd name="connsiteX244" fmla="*/ 5453702 w 7472601"/>
              <a:gd name="connsiteY244" fmla="*/ 3090882 h 6858000"/>
              <a:gd name="connsiteX245" fmla="*/ 1238695 w 7472601"/>
              <a:gd name="connsiteY245" fmla="*/ 3076820 h 6858000"/>
              <a:gd name="connsiteX246" fmla="*/ 716371 w 7472601"/>
              <a:gd name="connsiteY246" fmla="*/ 3293249 h 6858000"/>
              <a:gd name="connsiteX247" fmla="*/ 579522 w 7472601"/>
              <a:gd name="connsiteY247" fmla="*/ 3371759 h 6858000"/>
              <a:gd name="connsiteX248" fmla="*/ 600288 w 7472601"/>
              <a:gd name="connsiteY248" fmla="*/ 3365555 h 6858000"/>
              <a:gd name="connsiteX249" fmla="*/ 840692 w 7472601"/>
              <a:gd name="connsiteY249" fmla="*/ 3284921 h 6858000"/>
              <a:gd name="connsiteX250" fmla="*/ 979248 w 7472601"/>
              <a:gd name="connsiteY250" fmla="*/ 3221003 h 6858000"/>
              <a:gd name="connsiteX251" fmla="*/ 1053282 w 7472601"/>
              <a:gd name="connsiteY251" fmla="*/ 3185247 h 6858000"/>
              <a:gd name="connsiteX252" fmla="*/ 1320603 w 7472601"/>
              <a:gd name="connsiteY252" fmla="*/ 3081281 h 6858000"/>
              <a:gd name="connsiteX253" fmla="*/ 1238695 w 7472601"/>
              <a:gd name="connsiteY253" fmla="*/ 3076820 h 6858000"/>
              <a:gd name="connsiteX254" fmla="*/ 5425627 w 7472601"/>
              <a:gd name="connsiteY254" fmla="*/ 2954192 h 6858000"/>
              <a:gd name="connsiteX255" fmla="*/ 5470770 w 7472601"/>
              <a:gd name="connsiteY255" fmla="*/ 3005435 h 6858000"/>
              <a:gd name="connsiteX256" fmla="*/ 5519779 w 7472601"/>
              <a:gd name="connsiteY256" fmla="*/ 4359223 h 6858000"/>
              <a:gd name="connsiteX257" fmla="*/ 5520293 w 7472601"/>
              <a:gd name="connsiteY257" fmla="*/ 4360602 h 6858000"/>
              <a:gd name="connsiteX258" fmla="*/ 5767221 w 7472601"/>
              <a:gd name="connsiteY258" fmla="*/ 4665564 h 6858000"/>
              <a:gd name="connsiteX259" fmla="*/ 6937169 w 7472601"/>
              <a:gd name="connsiteY259" fmla="*/ 4815941 h 6858000"/>
              <a:gd name="connsiteX260" fmla="*/ 6953922 w 7472601"/>
              <a:gd name="connsiteY260" fmla="*/ 4890068 h 6858000"/>
              <a:gd name="connsiteX261" fmla="*/ 6071359 w 7472601"/>
              <a:gd name="connsiteY261" fmla="*/ 4770770 h 6858000"/>
              <a:gd name="connsiteX262" fmla="*/ 6038839 w 7472601"/>
              <a:gd name="connsiteY262" fmla="*/ 4764474 h 6858000"/>
              <a:gd name="connsiteX263" fmla="*/ 6038706 w 7472601"/>
              <a:gd name="connsiteY263" fmla="*/ 4763847 h 6858000"/>
              <a:gd name="connsiteX264" fmla="*/ 6037784 w 7472601"/>
              <a:gd name="connsiteY264" fmla="*/ 4764270 h 6858000"/>
              <a:gd name="connsiteX265" fmla="*/ 6038839 w 7472601"/>
              <a:gd name="connsiteY265" fmla="*/ 4764474 h 6858000"/>
              <a:gd name="connsiteX266" fmla="*/ 6040338 w 7472601"/>
              <a:gd name="connsiteY266" fmla="*/ 4771418 h 6858000"/>
              <a:gd name="connsiteX267" fmla="*/ 6024488 w 7472601"/>
              <a:gd name="connsiteY267" fmla="*/ 4809903 h 6858000"/>
              <a:gd name="connsiteX268" fmla="*/ 5599771 w 7472601"/>
              <a:gd name="connsiteY268" fmla="*/ 5509652 h 6858000"/>
              <a:gd name="connsiteX269" fmla="*/ 5548843 w 7472601"/>
              <a:gd name="connsiteY269" fmla="*/ 5563845 h 6858000"/>
              <a:gd name="connsiteX270" fmla="*/ 5940952 w 7472601"/>
              <a:gd name="connsiteY270" fmla="*/ 6250028 h 6858000"/>
              <a:gd name="connsiteX271" fmla="*/ 6043441 w 7472601"/>
              <a:gd name="connsiteY271" fmla="*/ 6665847 h 6858000"/>
              <a:gd name="connsiteX272" fmla="*/ 6093432 w 7472601"/>
              <a:gd name="connsiteY272" fmla="*/ 6858000 h 6858000"/>
              <a:gd name="connsiteX273" fmla="*/ 6034344 w 7472601"/>
              <a:gd name="connsiteY273" fmla="*/ 6858000 h 6858000"/>
              <a:gd name="connsiteX274" fmla="*/ 6026679 w 7472601"/>
              <a:gd name="connsiteY274" fmla="*/ 6836959 h 6858000"/>
              <a:gd name="connsiteX275" fmla="*/ 5800441 w 7472601"/>
              <a:gd name="connsiteY275" fmla="*/ 6335286 h 6858000"/>
              <a:gd name="connsiteX276" fmla="*/ 5526562 w 7472601"/>
              <a:gd name="connsiteY276" fmla="*/ 5705388 h 6858000"/>
              <a:gd name="connsiteX277" fmla="*/ 5519640 w 7472601"/>
              <a:gd name="connsiteY277" fmla="*/ 5683774 h 6858000"/>
              <a:gd name="connsiteX278" fmla="*/ 5844559 w 7472601"/>
              <a:gd name="connsiteY278" fmla="*/ 6553349 h 6858000"/>
              <a:gd name="connsiteX279" fmla="*/ 5975994 w 7472601"/>
              <a:gd name="connsiteY279" fmla="*/ 6858000 h 6858000"/>
              <a:gd name="connsiteX280" fmla="*/ 5898547 w 7472601"/>
              <a:gd name="connsiteY280" fmla="*/ 6858000 h 6858000"/>
              <a:gd name="connsiteX281" fmla="*/ 5682041 w 7472601"/>
              <a:gd name="connsiteY281" fmla="*/ 6355860 h 6858000"/>
              <a:gd name="connsiteX282" fmla="*/ 5461758 w 7472601"/>
              <a:gd name="connsiteY282" fmla="*/ 5820220 h 6858000"/>
              <a:gd name="connsiteX283" fmla="*/ 5237282 w 7472601"/>
              <a:gd name="connsiteY283" fmla="*/ 6579086 h 6858000"/>
              <a:gd name="connsiteX284" fmla="*/ 5115009 w 7472601"/>
              <a:gd name="connsiteY284" fmla="*/ 6858000 h 6858000"/>
              <a:gd name="connsiteX285" fmla="*/ 5028074 w 7472601"/>
              <a:gd name="connsiteY285" fmla="*/ 6858000 h 6858000"/>
              <a:gd name="connsiteX286" fmla="*/ 5079508 w 7472601"/>
              <a:gd name="connsiteY286" fmla="*/ 6749074 h 6858000"/>
              <a:gd name="connsiteX287" fmla="*/ 5371846 w 7472601"/>
              <a:gd name="connsiteY287" fmla="*/ 5924413 h 6858000"/>
              <a:gd name="connsiteX288" fmla="*/ 5270512 w 7472601"/>
              <a:gd name="connsiteY288" fmla="*/ 6138975 h 6858000"/>
              <a:gd name="connsiteX289" fmla="*/ 5062409 w 7472601"/>
              <a:gd name="connsiteY289" fmla="*/ 6653544 h 6858000"/>
              <a:gd name="connsiteX290" fmla="*/ 5036628 w 7472601"/>
              <a:gd name="connsiteY290" fmla="*/ 6754247 h 6858000"/>
              <a:gd name="connsiteX291" fmla="*/ 5009112 w 7472601"/>
              <a:gd name="connsiteY291" fmla="*/ 6858000 h 6858000"/>
              <a:gd name="connsiteX292" fmla="*/ 4976679 w 7472601"/>
              <a:gd name="connsiteY292" fmla="*/ 6858000 h 6858000"/>
              <a:gd name="connsiteX293" fmla="*/ 5006537 w 7472601"/>
              <a:gd name="connsiteY293" fmla="*/ 6747068 h 6858000"/>
              <a:gd name="connsiteX294" fmla="*/ 5032723 w 7472601"/>
              <a:gd name="connsiteY294" fmla="*/ 6644957 h 6858000"/>
              <a:gd name="connsiteX295" fmla="*/ 5242949 w 7472601"/>
              <a:gd name="connsiteY295" fmla="*/ 6125175 h 6858000"/>
              <a:gd name="connsiteX296" fmla="*/ 5286321 w 7472601"/>
              <a:gd name="connsiteY296" fmla="*/ 6033555 h 6858000"/>
              <a:gd name="connsiteX297" fmla="*/ 5008210 w 7472601"/>
              <a:gd name="connsiteY297" fmla="*/ 6649194 h 6858000"/>
              <a:gd name="connsiteX298" fmla="*/ 4986321 w 7472601"/>
              <a:gd name="connsiteY298" fmla="*/ 6765687 h 6858000"/>
              <a:gd name="connsiteX299" fmla="*/ 4973474 w 7472601"/>
              <a:gd name="connsiteY299" fmla="*/ 6858000 h 6858000"/>
              <a:gd name="connsiteX300" fmla="*/ 4907178 w 7472601"/>
              <a:gd name="connsiteY300" fmla="*/ 6858000 h 6858000"/>
              <a:gd name="connsiteX301" fmla="*/ 4910810 w 7472601"/>
              <a:gd name="connsiteY301" fmla="*/ 6829660 h 6858000"/>
              <a:gd name="connsiteX302" fmla="*/ 4987461 w 7472601"/>
              <a:gd name="connsiteY302" fmla="*/ 6432994 h 6858000"/>
              <a:gd name="connsiteX303" fmla="*/ 5179262 w 7472601"/>
              <a:gd name="connsiteY303" fmla="*/ 6035044 h 6858000"/>
              <a:gd name="connsiteX304" fmla="*/ 4689678 w 7472601"/>
              <a:gd name="connsiteY304" fmla="*/ 6440241 h 6858000"/>
              <a:gd name="connsiteX305" fmla="*/ 4477543 w 7472601"/>
              <a:gd name="connsiteY305" fmla="*/ 6674836 h 6858000"/>
              <a:gd name="connsiteX306" fmla="*/ 4329957 w 7472601"/>
              <a:gd name="connsiteY306" fmla="*/ 6858000 h 6858000"/>
              <a:gd name="connsiteX307" fmla="*/ 4218595 w 7472601"/>
              <a:gd name="connsiteY307" fmla="*/ 6858000 h 6858000"/>
              <a:gd name="connsiteX308" fmla="*/ 4368888 w 7472601"/>
              <a:gd name="connsiteY308" fmla="*/ 6668412 h 6858000"/>
              <a:gd name="connsiteX309" fmla="*/ 4563091 w 7472601"/>
              <a:gd name="connsiteY309" fmla="*/ 6442508 h 6858000"/>
              <a:gd name="connsiteX310" fmla="*/ 5387324 w 7472601"/>
              <a:gd name="connsiteY310" fmla="*/ 5705830 h 6858000"/>
              <a:gd name="connsiteX311" fmla="*/ 5073620 w 7472601"/>
              <a:gd name="connsiteY311" fmla="*/ 5955437 h 6858000"/>
              <a:gd name="connsiteX312" fmla="*/ 4689789 w 7472601"/>
              <a:gd name="connsiteY312" fmla="*/ 6268382 h 6858000"/>
              <a:gd name="connsiteX313" fmla="*/ 4418722 w 7472601"/>
              <a:gd name="connsiteY313" fmla="*/ 6570886 h 6858000"/>
              <a:gd name="connsiteX314" fmla="*/ 4214944 w 7472601"/>
              <a:gd name="connsiteY314" fmla="*/ 6858000 h 6858000"/>
              <a:gd name="connsiteX315" fmla="*/ 4177898 w 7472601"/>
              <a:gd name="connsiteY315" fmla="*/ 6858000 h 6858000"/>
              <a:gd name="connsiteX316" fmla="*/ 4391597 w 7472601"/>
              <a:gd name="connsiteY316" fmla="*/ 6556370 h 6858000"/>
              <a:gd name="connsiteX317" fmla="*/ 4668889 w 7472601"/>
              <a:gd name="connsiteY317" fmla="*/ 6246399 h 6858000"/>
              <a:gd name="connsiteX318" fmla="*/ 5055427 w 7472601"/>
              <a:gd name="connsiteY318" fmla="*/ 5931476 h 6858000"/>
              <a:gd name="connsiteX319" fmla="*/ 5371814 w 7472601"/>
              <a:gd name="connsiteY319" fmla="*/ 5678975 h 6858000"/>
              <a:gd name="connsiteX320" fmla="*/ 4987918 w 7472601"/>
              <a:gd name="connsiteY320" fmla="*/ 5838701 h 6858000"/>
              <a:gd name="connsiteX321" fmla="*/ 4317146 w 7472601"/>
              <a:gd name="connsiteY321" fmla="*/ 6587716 h 6858000"/>
              <a:gd name="connsiteX322" fmla="*/ 4171627 w 7472601"/>
              <a:gd name="connsiteY322" fmla="*/ 6858000 h 6858000"/>
              <a:gd name="connsiteX323" fmla="*/ 4081585 w 7472601"/>
              <a:gd name="connsiteY323" fmla="*/ 6858000 h 6858000"/>
              <a:gd name="connsiteX324" fmla="*/ 4238603 w 7472601"/>
              <a:gd name="connsiteY324" fmla="*/ 6559341 h 6858000"/>
              <a:gd name="connsiteX325" fmla="*/ 4778333 w 7472601"/>
              <a:gd name="connsiteY325" fmla="*/ 5873626 h 6858000"/>
              <a:gd name="connsiteX326" fmla="*/ 5414185 w 7472601"/>
              <a:gd name="connsiteY326" fmla="*/ 5573882 h 6858000"/>
              <a:gd name="connsiteX327" fmla="*/ 5959648 w 7472601"/>
              <a:gd name="connsiteY327" fmla="*/ 4760797 h 6858000"/>
              <a:gd name="connsiteX328" fmla="*/ 5355019 w 7472601"/>
              <a:gd name="connsiteY328" fmla="*/ 4734672 h 6858000"/>
              <a:gd name="connsiteX329" fmla="*/ 5083565 w 7472601"/>
              <a:gd name="connsiteY329" fmla="*/ 5179121 h 6858000"/>
              <a:gd name="connsiteX330" fmla="*/ 4713577 w 7472601"/>
              <a:gd name="connsiteY330" fmla="*/ 5616803 h 6858000"/>
              <a:gd name="connsiteX331" fmla="*/ 3989559 w 7472601"/>
              <a:gd name="connsiteY331" fmla="*/ 6145945 h 6858000"/>
              <a:gd name="connsiteX332" fmla="*/ 3939824 w 7472601"/>
              <a:gd name="connsiteY332" fmla="*/ 6066900 h 6858000"/>
              <a:gd name="connsiteX333" fmla="*/ 4584537 w 7472601"/>
              <a:gd name="connsiteY333" fmla="*/ 5324826 h 6858000"/>
              <a:gd name="connsiteX334" fmla="*/ 5037105 w 7472601"/>
              <a:gd name="connsiteY334" fmla="*/ 5088765 h 6858000"/>
              <a:gd name="connsiteX335" fmla="*/ 5039930 w 7472601"/>
              <a:gd name="connsiteY335" fmla="*/ 5089585 h 6858000"/>
              <a:gd name="connsiteX336" fmla="*/ 5263764 w 7472601"/>
              <a:gd name="connsiteY336" fmla="*/ 4735525 h 6858000"/>
              <a:gd name="connsiteX337" fmla="*/ 4086300 w 7472601"/>
              <a:gd name="connsiteY337" fmla="*/ 4884599 h 6858000"/>
              <a:gd name="connsiteX338" fmla="*/ 4085485 w 7472601"/>
              <a:gd name="connsiteY338" fmla="*/ 4899070 h 6858000"/>
              <a:gd name="connsiteX339" fmla="*/ 3871915 w 7472601"/>
              <a:gd name="connsiteY339" fmla="*/ 5253645 h 6858000"/>
              <a:gd name="connsiteX340" fmla="*/ 3799374 w 7472601"/>
              <a:gd name="connsiteY340" fmla="*/ 5466127 h 6858000"/>
              <a:gd name="connsiteX341" fmla="*/ 3498850 w 7472601"/>
              <a:gd name="connsiteY341" fmla="*/ 6661888 h 6858000"/>
              <a:gd name="connsiteX342" fmla="*/ 3399216 w 7472601"/>
              <a:gd name="connsiteY342" fmla="*/ 6858000 h 6858000"/>
              <a:gd name="connsiteX343" fmla="*/ 3303688 w 7472601"/>
              <a:gd name="connsiteY343" fmla="*/ 6858000 h 6858000"/>
              <a:gd name="connsiteX344" fmla="*/ 3391774 w 7472601"/>
              <a:gd name="connsiteY344" fmla="*/ 6697181 h 6858000"/>
              <a:gd name="connsiteX345" fmla="*/ 3735540 w 7472601"/>
              <a:gd name="connsiteY345" fmla="*/ 5546923 h 6858000"/>
              <a:gd name="connsiteX346" fmla="*/ 3729438 w 7472601"/>
              <a:gd name="connsiteY346" fmla="*/ 5569058 h 6858000"/>
              <a:gd name="connsiteX347" fmla="*/ 3707782 w 7472601"/>
              <a:gd name="connsiteY347" fmla="*/ 5644908 h 6858000"/>
              <a:gd name="connsiteX348" fmla="*/ 3583827 w 7472601"/>
              <a:gd name="connsiteY348" fmla="*/ 6039215 h 6858000"/>
              <a:gd name="connsiteX349" fmla="*/ 3547861 w 7472601"/>
              <a:gd name="connsiteY349" fmla="*/ 6129609 h 6858000"/>
              <a:gd name="connsiteX350" fmla="*/ 3490905 w 7472601"/>
              <a:gd name="connsiteY350" fmla="*/ 6277660 h 6858000"/>
              <a:gd name="connsiteX351" fmla="*/ 3455859 w 7472601"/>
              <a:gd name="connsiteY351" fmla="*/ 6391301 h 6858000"/>
              <a:gd name="connsiteX352" fmla="*/ 3429112 w 7472601"/>
              <a:gd name="connsiteY352" fmla="*/ 6479469 h 6858000"/>
              <a:gd name="connsiteX353" fmla="*/ 3304862 w 7472601"/>
              <a:gd name="connsiteY353" fmla="*/ 6796476 h 6858000"/>
              <a:gd name="connsiteX354" fmla="*/ 3276071 w 7472601"/>
              <a:gd name="connsiteY354" fmla="*/ 6858000 h 6858000"/>
              <a:gd name="connsiteX355" fmla="*/ 3240805 w 7472601"/>
              <a:gd name="connsiteY355" fmla="*/ 6858000 h 6858000"/>
              <a:gd name="connsiteX356" fmla="*/ 3275917 w 7472601"/>
              <a:gd name="connsiteY356" fmla="*/ 6783192 h 6858000"/>
              <a:gd name="connsiteX357" fmla="*/ 3399358 w 7472601"/>
              <a:gd name="connsiteY357" fmla="*/ 6469011 h 6858000"/>
              <a:gd name="connsiteX358" fmla="*/ 3425650 w 7472601"/>
              <a:gd name="connsiteY358" fmla="*/ 6381333 h 6858000"/>
              <a:gd name="connsiteX359" fmla="*/ 3460661 w 7472601"/>
              <a:gd name="connsiteY359" fmla="*/ 6266763 h 6858000"/>
              <a:gd name="connsiteX360" fmla="*/ 3518021 w 7472601"/>
              <a:gd name="connsiteY360" fmla="*/ 6117298 h 6858000"/>
              <a:gd name="connsiteX361" fmla="*/ 3554035 w 7472601"/>
              <a:gd name="connsiteY361" fmla="*/ 6027832 h 6858000"/>
              <a:gd name="connsiteX362" fmla="*/ 3677174 w 7472601"/>
              <a:gd name="connsiteY362" fmla="*/ 5636351 h 6858000"/>
              <a:gd name="connsiteX363" fmla="*/ 3698819 w 7472601"/>
              <a:gd name="connsiteY363" fmla="*/ 5560503 h 6858000"/>
              <a:gd name="connsiteX364" fmla="*/ 3702094 w 7472601"/>
              <a:gd name="connsiteY364" fmla="*/ 5549194 h 6858000"/>
              <a:gd name="connsiteX365" fmla="*/ 3398355 w 7472601"/>
              <a:gd name="connsiteY365" fmla="*/ 6094603 h 6858000"/>
              <a:gd name="connsiteX366" fmla="*/ 3193941 w 7472601"/>
              <a:gd name="connsiteY366" fmla="*/ 6798775 h 6858000"/>
              <a:gd name="connsiteX367" fmla="*/ 3184140 w 7472601"/>
              <a:gd name="connsiteY367" fmla="*/ 6858000 h 6858000"/>
              <a:gd name="connsiteX368" fmla="*/ 3099978 w 7472601"/>
              <a:gd name="connsiteY368" fmla="*/ 6858000 h 6858000"/>
              <a:gd name="connsiteX369" fmla="*/ 3101556 w 7472601"/>
              <a:gd name="connsiteY369" fmla="*/ 6843337 h 6858000"/>
              <a:gd name="connsiteX370" fmla="*/ 3370162 w 7472601"/>
              <a:gd name="connsiteY370" fmla="*/ 5785550 h 6858000"/>
              <a:gd name="connsiteX371" fmla="*/ 3746477 w 7472601"/>
              <a:gd name="connsiteY371" fmla="*/ 5377889 h 6858000"/>
              <a:gd name="connsiteX372" fmla="*/ 3863399 w 7472601"/>
              <a:gd name="connsiteY372" fmla="*/ 5087257 h 6858000"/>
              <a:gd name="connsiteX373" fmla="*/ 3968712 w 7472601"/>
              <a:gd name="connsiteY373" fmla="*/ 4913989 h 6858000"/>
              <a:gd name="connsiteX374" fmla="*/ 2792390 w 7472601"/>
              <a:gd name="connsiteY374" fmla="*/ 5382974 h 6858000"/>
              <a:gd name="connsiteX375" fmla="*/ 2714982 w 7472601"/>
              <a:gd name="connsiteY375" fmla="*/ 5427051 h 6858000"/>
              <a:gd name="connsiteX376" fmla="*/ 2813361 w 7472601"/>
              <a:gd name="connsiteY376" fmla="*/ 6023912 h 6858000"/>
              <a:gd name="connsiteX377" fmla="*/ 2688430 w 7472601"/>
              <a:gd name="connsiteY377" fmla="*/ 6801564 h 6858000"/>
              <a:gd name="connsiteX378" fmla="*/ 2629626 w 7472601"/>
              <a:gd name="connsiteY378" fmla="*/ 6763394 h 6858000"/>
              <a:gd name="connsiteX379" fmla="*/ 2565328 w 7472601"/>
              <a:gd name="connsiteY379" fmla="*/ 5516399 h 6858000"/>
              <a:gd name="connsiteX380" fmla="*/ 1922999 w 7472601"/>
              <a:gd name="connsiteY380" fmla="*/ 5980343 h 6858000"/>
              <a:gd name="connsiteX381" fmla="*/ 1950261 w 7472601"/>
              <a:gd name="connsiteY381" fmla="*/ 6405858 h 6858000"/>
              <a:gd name="connsiteX382" fmla="*/ 2365554 w 7472601"/>
              <a:gd name="connsiteY382" fmla="*/ 6759107 h 6858000"/>
              <a:gd name="connsiteX383" fmla="*/ 2424142 w 7472601"/>
              <a:gd name="connsiteY383" fmla="*/ 6858000 h 6858000"/>
              <a:gd name="connsiteX384" fmla="*/ 2395994 w 7472601"/>
              <a:gd name="connsiteY384" fmla="*/ 6858000 h 6858000"/>
              <a:gd name="connsiteX385" fmla="*/ 2392863 w 7472601"/>
              <a:gd name="connsiteY385" fmla="*/ 6852964 h 6858000"/>
              <a:gd name="connsiteX386" fmla="*/ 2017589 w 7472601"/>
              <a:gd name="connsiteY386" fmla="*/ 6493982 h 6858000"/>
              <a:gd name="connsiteX387" fmla="*/ 2147336 w 7472601"/>
              <a:gd name="connsiteY387" fmla="*/ 6594052 h 6858000"/>
              <a:gd name="connsiteX388" fmla="*/ 2207047 w 7472601"/>
              <a:gd name="connsiteY388" fmla="*/ 6654540 h 6858000"/>
              <a:gd name="connsiteX389" fmla="*/ 2299106 w 7472601"/>
              <a:gd name="connsiteY389" fmla="*/ 6778931 h 6858000"/>
              <a:gd name="connsiteX390" fmla="*/ 2314430 w 7472601"/>
              <a:gd name="connsiteY390" fmla="*/ 6801144 h 6858000"/>
              <a:gd name="connsiteX391" fmla="*/ 2352406 w 7472601"/>
              <a:gd name="connsiteY391" fmla="*/ 6858000 h 6858000"/>
              <a:gd name="connsiteX392" fmla="*/ 2314492 w 7472601"/>
              <a:gd name="connsiteY392" fmla="*/ 6858000 h 6858000"/>
              <a:gd name="connsiteX393" fmla="*/ 2288095 w 7472601"/>
              <a:gd name="connsiteY393" fmla="*/ 6818030 h 6858000"/>
              <a:gd name="connsiteX394" fmla="*/ 2272768 w 7472601"/>
              <a:gd name="connsiteY394" fmla="*/ 6795822 h 6858000"/>
              <a:gd name="connsiteX395" fmla="*/ 2182715 w 7472601"/>
              <a:gd name="connsiteY395" fmla="*/ 6675071 h 6858000"/>
              <a:gd name="connsiteX396" fmla="*/ 2032061 w 7472601"/>
              <a:gd name="connsiteY396" fmla="*/ 6541380 h 6858000"/>
              <a:gd name="connsiteX397" fmla="*/ 2257220 w 7472601"/>
              <a:gd name="connsiteY397" fmla="*/ 6826257 h 6858000"/>
              <a:gd name="connsiteX398" fmla="*/ 2281324 w 7472601"/>
              <a:gd name="connsiteY398" fmla="*/ 6858000 h 6858000"/>
              <a:gd name="connsiteX399" fmla="*/ 2242860 w 7472601"/>
              <a:gd name="connsiteY399" fmla="*/ 6858000 h 6858000"/>
              <a:gd name="connsiteX400" fmla="*/ 2232818 w 7472601"/>
              <a:gd name="connsiteY400" fmla="*/ 6844926 h 6858000"/>
              <a:gd name="connsiteX401" fmla="*/ 1990172 w 7472601"/>
              <a:gd name="connsiteY401" fmla="*/ 6542121 h 6858000"/>
              <a:gd name="connsiteX402" fmla="*/ 2124090 w 7472601"/>
              <a:gd name="connsiteY402" fmla="*/ 6761017 h 6858000"/>
              <a:gd name="connsiteX403" fmla="*/ 2200380 w 7472601"/>
              <a:gd name="connsiteY403" fmla="*/ 6858000 h 6858000"/>
              <a:gd name="connsiteX404" fmla="*/ 2147507 w 7472601"/>
              <a:gd name="connsiteY404" fmla="*/ 6858000 h 6858000"/>
              <a:gd name="connsiteX405" fmla="*/ 2070668 w 7472601"/>
              <a:gd name="connsiteY405" fmla="*/ 6761520 h 6858000"/>
              <a:gd name="connsiteX406" fmla="*/ 1975142 w 7472601"/>
              <a:gd name="connsiteY406" fmla="*/ 6585570 h 6858000"/>
              <a:gd name="connsiteX407" fmla="*/ 2050035 w 7472601"/>
              <a:gd name="connsiteY407" fmla="*/ 6813345 h 6858000"/>
              <a:gd name="connsiteX408" fmla="*/ 2063025 w 7472601"/>
              <a:gd name="connsiteY408" fmla="*/ 6858000 h 6858000"/>
              <a:gd name="connsiteX409" fmla="*/ 2021675 w 7472601"/>
              <a:gd name="connsiteY409" fmla="*/ 6858000 h 6858000"/>
              <a:gd name="connsiteX410" fmla="*/ 2019308 w 7472601"/>
              <a:gd name="connsiteY410" fmla="*/ 6847118 h 6858000"/>
              <a:gd name="connsiteX411" fmla="*/ 1938835 w 7472601"/>
              <a:gd name="connsiteY411" fmla="*/ 6551160 h 6858000"/>
              <a:gd name="connsiteX412" fmla="*/ 1953230 w 7472601"/>
              <a:gd name="connsiteY412" fmla="*/ 6759699 h 6858000"/>
              <a:gd name="connsiteX413" fmla="*/ 1956763 w 7472601"/>
              <a:gd name="connsiteY413" fmla="*/ 6778191 h 6858000"/>
              <a:gd name="connsiteX414" fmla="*/ 1967925 w 7472601"/>
              <a:gd name="connsiteY414" fmla="*/ 6858000 h 6858000"/>
              <a:gd name="connsiteX415" fmla="*/ 1936622 w 7472601"/>
              <a:gd name="connsiteY415" fmla="*/ 6858000 h 6858000"/>
              <a:gd name="connsiteX416" fmla="*/ 1926261 w 7472601"/>
              <a:gd name="connsiteY416" fmla="*/ 6784064 h 6858000"/>
              <a:gd name="connsiteX417" fmla="*/ 1922724 w 7472601"/>
              <a:gd name="connsiteY417" fmla="*/ 6765577 h 6858000"/>
              <a:gd name="connsiteX418" fmla="*/ 1904650 w 7472601"/>
              <a:gd name="connsiteY418" fmla="*/ 6639616 h 6858000"/>
              <a:gd name="connsiteX419" fmla="*/ 1885273 w 7472601"/>
              <a:gd name="connsiteY419" fmla="*/ 6858000 h 6858000"/>
              <a:gd name="connsiteX420" fmla="*/ 1854363 w 7472601"/>
              <a:gd name="connsiteY420" fmla="*/ 6858000 h 6858000"/>
              <a:gd name="connsiteX421" fmla="*/ 1880391 w 7472601"/>
              <a:gd name="connsiteY421" fmla="*/ 6603796 h 6858000"/>
              <a:gd name="connsiteX422" fmla="*/ 1818273 w 7472601"/>
              <a:gd name="connsiteY422" fmla="*/ 6715729 h 6858000"/>
              <a:gd name="connsiteX423" fmla="*/ 1794691 w 7472601"/>
              <a:gd name="connsiteY423" fmla="*/ 6843239 h 6858000"/>
              <a:gd name="connsiteX424" fmla="*/ 1794914 w 7472601"/>
              <a:gd name="connsiteY424" fmla="*/ 6858000 h 6858000"/>
              <a:gd name="connsiteX425" fmla="*/ 1746128 w 7472601"/>
              <a:gd name="connsiteY425" fmla="*/ 6858000 h 6858000"/>
              <a:gd name="connsiteX426" fmla="*/ 1753934 w 7472601"/>
              <a:gd name="connsiteY426" fmla="*/ 6724796 h 6858000"/>
              <a:gd name="connsiteX427" fmla="*/ 1792053 w 7472601"/>
              <a:gd name="connsiteY427" fmla="*/ 6572396 h 6858000"/>
              <a:gd name="connsiteX428" fmla="*/ 1862248 w 7472601"/>
              <a:gd name="connsiteY428" fmla="*/ 6266397 h 6858000"/>
              <a:gd name="connsiteX429" fmla="*/ 1862250 w 7472601"/>
              <a:gd name="connsiteY429" fmla="*/ 6033531 h 6858000"/>
              <a:gd name="connsiteX430" fmla="*/ 1211999 w 7472601"/>
              <a:gd name="connsiteY430" fmla="*/ 6683610 h 6858000"/>
              <a:gd name="connsiteX431" fmla="*/ 1213266 w 7472601"/>
              <a:gd name="connsiteY431" fmla="*/ 6691947 h 6858000"/>
              <a:gd name="connsiteX432" fmla="*/ 1203370 w 7472601"/>
              <a:gd name="connsiteY432" fmla="*/ 6850676 h 6858000"/>
              <a:gd name="connsiteX433" fmla="*/ 1203671 w 7472601"/>
              <a:gd name="connsiteY433" fmla="*/ 6858000 h 6858000"/>
              <a:gd name="connsiteX434" fmla="*/ 1143180 w 7472601"/>
              <a:gd name="connsiteY434" fmla="*/ 6858000 h 6858000"/>
              <a:gd name="connsiteX435" fmla="*/ 1142176 w 7472601"/>
              <a:gd name="connsiteY435" fmla="*/ 6766045 h 6858000"/>
              <a:gd name="connsiteX436" fmla="*/ 1067484 w 7472601"/>
              <a:gd name="connsiteY436" fmla="*/ 6858000 h 6858000"/>
              <a:gd name="connsiteX437" fmla="*/ 953928 w 7472601"/>
              <a:gd name="connsiteY437" fmla="*/ 6858000 h 6858000"/>
              <a:gd name="connsiteX438" fmla="*/ 959715 w 7472601"/>
              <a:gd name="connsiteY438" fmla="*/ 6850185 h 6858000"/>
              <a:gd name="connsiteX439" fmla="*/ 1483788 w 7472601"/>
              <a:gd name="connsiteY439" fmla="*/ 6259174 h 6858000"/>
              <a:gd name="connsiteX440" fmla="*/ 1100671 w 7472601"/>
              <a:gd name="connsiteY440" fmla="*/ 6252137 h 6858000"/>
              <a:gd name="connsiteX441" fmla="*/ 1090144 w 7472601"/>
              <a:gd name="connsiteY441" fmla="*/ 6256748 h 6858000"/>
              <a:gd name="connsiteX442" fmla="*/ 1095872 w 7472601"/>
              <a:gd name="connsiteY442" fmla="*/ 6271892 h 6858000"/>
              <a:gd name="connsiteX443" fmla="*/ 262785 w 7472601"/>
              <a:gd name="connsiteY443" fmla="*/ 6845450 h 6858000"/>
              <a:gd name="connsiteX444" fmla="*/ 209968 w 7472601"/>
              <a:gd name="connsiteY444" fmla="*/ 6770713 h 6858000"/>
              <a:gd name="connsiteX445" fmla="*/ 873460 w 7472601"/>
              <a:gd name="connsiteY445" fmla="*/ 6253768 h 6858000"/>
              <a:gd name="connsiteX446" fmla="*/ 192686 w 7472601"/>
              <a:gd name="connsiteY446" fmla="*/ 5849257 h 6858000"/>
              <a:gd name="connsiteX447" fmla="*/ 4696 w 7472601"/>
              <a:gd name="connsiteY447" fmla="*/ 5697668 h 6858000"/>
              <a:gd name="connsiteX448" fmla="*/ 0 w 7472601"/>
              <a:gd name="connsiteY448" fmla="*/ 5689984 h 6858000"/>
              <a:gd name="connsiteX449" fmla="*/ 0 w 7472601"/>
              <a:gd name="connsiteY449" fmla="*/ 5513472 h 6858000"/>
              <a:gd name="connsiteX450" fmla="*/ 174101 w 7472601"/>
              <a:gd name="connsiteY450" fmla="*/ 5620277 h 6858000"/>
              <a:gd name="connsiteX451" fmla="*/ 891800 w 7472601"/>
              <a:gd name="connsiteY451" fmla="*/ 6036935 h 6858000"/>
              <a:gd name="connsiteX452" fmla="*/ 1072219 w 7472601"/>
              <a:gd name="connsiteY452" fmla="*/ 6169443 h 6858000"/>
              <a:gd name="connsiteX453" fmla="*/ 1074117 w 7472601"/>
              <a:gd name="connsiteY453" fmla="*/ 6170301 h 6858000"/>
              <a:gd name="connsiteX454" fmla="*/ 1083114 w 7472601"/>
              <a:gd name="connsiteY454" fmla="*/ 6174131 h 6858000"/>
              <a:gd name="connsiteX455" fmla="*/ 1543010 w 7472601"/>
              <a:gd name="connsiteY455" fmla="*/ 6191140 h 6858000"/>
              <a:gd name="connsiteX456" fmla="*/ 1551080 w 7472601"/>
              <a:gd name="connsiteY456" fmla="*/ 6195006 h 6858000"/>
              <a:gd name="connsiteX457" fmla="*/ 2345443 w 7472601"/>
              <a:gd name="connsiteY457" fmla="*/ 5549882 h 6858000"/>
              <a:gd name="connsiteX458" fmla="*/ 1721499 w 7472601"/>
              <a:gd name="connsiteY458" fmla="*/ 5599969 h 6858000"/>
              <a:gd name="connsiteX459" fmla="*/ 767716 w 7472601"/>
              <a:gd name="connsiteY459" fmla="*/ 5472768 h 6858000"/>
              <a:gd name="connsiteX460" fmla="*/ 722147 w 7472601"/>
              <a:gd name="connsiteY460" fmla="*/ 5393091 h 6858000"/>
              <a:gd name="connsiteX461" fmla="*/ 1485552 w 7472601"/>
              <a:gd name="connsiteY461" fmla="*/ 5313202 h 6858000"/>
              <a:gd name="connsiteX462" fmla="*/ 2143004 w 7472601"/>
              <a:gd name="connsiteY462" fmla="*/ 5402420 h 6858000"/>
              <a:gd name="connsiteX463" fmla="*/ 1933391 w 7472601"/>
              <a:gd name="connsiteY463" fmla="*/ 5156971 h 6858000"/>
              <a:gd name="connsiteX464" fmla="*/ 1827118 w 7472601"/>
              <a:gd name="connsiteY464" fmla="*/ 4968410 h 6858000"/>
              <a:gd name="connsiteX465" fmla="*/ 1837349 w 7472601"/>
              <a:gd name="connsiteY465" fmla="*/ 4956357 h 6858000"/>
              <a:gd name="connsiteX466" fmla="*/ 2162835 w 7472601"/>
              <a:gd name="connsiteY466" fmla="*/ 5187853 h 6858000"/>
              <a:gd name="connsiteX467" fmla="*/ 2257167 w 7472601"/>
              <a:gd name="connsiteY467" fmla="*/ 5462123 h 6858000"/>
              <a:gd name="connsiteX468" fmla="*/ 2261598 w 7472601"/>
              <a:gd name="connsiteY468" fmla="*/ 5467998 h 6858000"/>
              <a:gd name="connsiteX469" fmla="*/ 2437177 w 7472601"/>
              <a:gd name="connsiteY469" fmla="*/ 5479608 h 6858000"/>
              <a:gd name="connsiteX470" fmla="*/ 2445247 w 7472601"/>
              <a:gd name="connsiteY470" fmla="*/ 5483476 h 6858000"/>
              <a:gd name="connsiteX471" fmla="*/ 2743626 w 7472601"/>
              <a:gd name="connsiteY471" fmla="*/ 5304819 h 6858000"/>
              <a:gd name="connsiteX472" fmla="*/ 3048102 w 7472601"/>
              <a:gd name="connsiteY472" fmla="*/ 5150595 h 6858000"/>
              <a:gd name="connsiteX473" fmla="*/ 1799414 w 7472601"/>
              <a:gd name="connsiteY473" fmla="*/ 4694732 h 6858000"/>
              <a:gd name="connsiteX474" fmla="*/ 1771735 w 7472601"/>
              <a:gd name="connsiteY474" fmla="*/ 4619929 h 6858000"/>
              <a:gd name="connsiteX475" fmla="*/ 3104273 w 7472601"/>
              <a:gd name="connsiteY475" fmla="*/ 5076159 h 6858000"/>
              <a:gd name="connsiteX476" fmla="*/ 3113245 w 7472601"/>
              <a:gd name="connsiteY476" fmla="*/ 5090705 h 6858000"/>
              <a:gd name="connsiteX477" fmla="*/ 3126294 w 7472601"/>
              <a:gd name="connsiteY477" fmla="*/ 5114400 h 6858000"/>
              <a:gd name="connsiteX478" fmla="*/ 3937433 w 7472601"/>
              <a:gd name="connsiteY478" fmla="*/ 4830473 h 6858000"/>
              <a:gd name="connsiteX479" fmla="*/ 3590475 w 7472601"/>
              <a:gd name="connsiteY479" fmla="*/ 4597974 h 6858000"/>
              <a:gd name="connsiteX480" fmla="*/ 3100264 w 7472601"/>
              <a:gd name="connsiteY480" fmla="*/ 4579845 h 6858000"/>
              <a:gd name="connsiteX481" fmla="*/ 2183576 w 7472601"/>
              <a:gd name="connsiteY481" fmla="*/ 4227150 h 6858000"/>
              <a:gd name="connsiteX482" fmla="*/ 2151029 w 7472601"/>
              <a:gd name="connsiteY482" fmla="*/ 4146947 h 6858000"/>
              <a:gd name="connsiteX483" fmla="*/ 3563434 w 7472601"/>
              <a:gd name="connsiteY483" fmla="*/ 4469115 h 6858000"/>
              <a:gd name="connsiteX484" fmla="*/ 3177952 w 7472601"/>
              <a:gd name="connsiteY484" fmla="*/ 3657386 h 6858000"/>
              <a:gd name="connsiteX485" fmla="*/ 3189263 w 7472601"/>
              <a:gd name="connsiteY485" fmla="*/ 3625726 h 6858000"/>
              <a:gd name="connsiteX486" fmla="*/ 3560912 w 7472601"/>
              <a:gd name="connsiteY486" fmla="*/ 4079863 h 6858000"/>
              <a:gd name="connsiteX487" fmla="*/ 3626636 w 7472601"/>
              <a:gd name="connsiteY487" fmla="*/ 4512230 h 6858000"/>
              <a:gd name="connsiteX488" fmla="*/ 3653088 w 7472601"/>
              <a:gd name="connsiteY488" fmla="*/ 4521417 h 6858000"/>
              <a:gd name="connsiteX489" fmla="*/ 3988128 w 7472601"/>
              <a:gd name="connsiteY489" fmla="*/ 4817267 h 6858000"/>
              <a:gd name="connsiteX490" fmla="*/ 4830582 w 7472601"/>
              <a:gd name="connsiteY490" fmla="*/ 4676000 h 6858000"/>
              <a:gd name="connsiteX491" fmla="*/ 4830100 w 7472601"/>
              <a:gd name="connsiteY491" fmla="*/ 4675554 h 6858000"/>
              <a:gd name="connsiteX492" fmla="*/ 4036318 w 7472601"/>
              <a:gd name="connsiteY492" fmla="*/ 4147013 h 6858000"/>
              <a:gd name="connsiteX493" fmla="*/ 3432098 w 7472601"/>
              <a:gd name="connsiteY493" fmla="*/ 3537312 h 6858000"/>
              <a:gd name="connsiteX494" fmla="*/ 3446761 w 7472601"/>
              <a:gd name="connsiteY494" fmla="*/ 3461278 h 6858000"/>
              <a:gd name="connsiteX495" fmla="*/ 4419733 w 7472601"/>
              <a:gd name="connsiteY495" fmla="*/ 3963555 h 6858000"/>
              <a:gd name="connsiteX496" fmla="*/ 4781371 w 7472601"/>
              <a:gd name="connsiteY496" fmla="*/ 4458604 h 6858000"/>
              <a:gd name="connsiteX497" fmla="*/ 4780440 w 7472601"/>
              <a:gd name="connsiteY497" fmla="*/ 4470290 h 6858000"/>
              <a:gd name="connsiteX498" fmla="*/ 4898954 w 7472601"/>
              <a:gd name="connsiteY498" fmla="*/ 4662092 h 6858000"/>
              <a:gd name="connsiteX499" fmla="*/ 4900699 w 7472601"/>
              <a:gd name="connsiteY499" fmla="*/ 4670867 h 6858000"/>
              <a:gd name="connsiteX500" fmla="*/ 5714511 w 7472601"/>
              <a:gd name="connsiteY500" fmla="*/ 4663483 h 6858000"/>
              <a:gd name="connsiteX501" fmla="*/ 5464793 w 7472601"/>
              <a:gd name="connsiteY501" fmla="*/ 4393556 h 6858000"/>
              <a:gd name="connsiteX502" fmla="*/ 5461897 w 7472601"/>
              <a:gd name="connsiteY502" fmla="*/ 4390879 h 6858000"/>
              <a:gd name="connsiteX503" fmla="*/ 4294126 w 7472601"/>
              <a:gd name="connsiteY503" fmla="*/ 3303048 h 6858000"/>
              <a:gd name="connsiteX504" fmla="*/ 4305321 w 7472601"/>
              <a:gd name="connsiteY504" fmla="*/ 3256953 h 6858000"/>
              <a:gd name="connsiteX505" fmla="*/ 4949299 w 7472601"/>
              <a:gd name="connsiteY505" fmla="*/ 3766336 h 6858000"/>
              <a:gd name="connsiteX506" fmla="*/ 5291452 w 7472601"/>
              <a:gd name="connsiteY506" fmla="*/ 4076801 h 6858000"/>
              <a:gd name="connsiteX507" fmla="*/ 5434998 w 7472601"/>
              <a:gd name="connsiteY507" fmla="*/ 4254100 h 6858000"/>
              <a:gd name="connsiteX508" fmla="*/ 5351015 w 7472601"/>
              <a:gd name="connsiteY508" fmla="*/ 3760989 h 6858000"/>
              <a:gd name="connsiteX509" fmla="*/ 5413780 w 7472601"/>
              <a:gd name="connsiteY509" fmla="*/ 2966265 h 6858000"/>
              <a:gd name="connsiteX510" fmla="*/ 5425627 w 7472601"/>
              <a:gd name="connsiteY510" fmla="*/ 2954192 h 6858000"/>
              <a:gd name="connsiteX511" fmla="*/ 6604735 w 7472601"/>
              <a:gd name="connsiteY511" fmla="*/ 2041381 h 6858000"/>
              <a:gd name="connsiteX512" fmla="*/ 7204487 w 7472601"/>
              <a:gd name="connsiteY512" fmla="*/ 2742112 h 6858000"/>
              <a:gd name="connsiteX513" fmla="*/ 7131592 w 7472601"/>
              <a:gd name="connsiteY513" fmla="*/ 2672096 h 6858000"/>
              <a:gd name="connsiteX514" fmla="*/ 6996344 w 7472601"/>
              <a:gd name="connsiteY514" fmla="*/ 2518310 h 6858000"/>
              <a:gd name="connsiteX515" fmla="*/ 6735495 w 7472601"/>
              <a:gd name="connsiteY515" fmla="*/ 2196890 h 6858000"/>
              <a:gd name="connsiteX516" fmla="*/ 6721901 w 7472601"/>
              <a:gd name="connsiteY516" fmla="*/ 2179274 h 6858000"/>
              <a:gd name="connsiteX517" fmla="*/ 6604735 w 7472601"/>
              <a:gd name="connsiteY517" fmla="*/ 2041381 h 6858000"/>
              <a:gd name="connsiteX518" fmla="*/ 6591670 w 7472601"/>
              <a:gd name="connsiteY518" fmla="*/ 1988277 h 6858000"/>
              <a:gd name="connsiteX519" fmla="*/ 6747349 w 7472601"/>
              <a:gd name="connsiteY519" fmla="*/ 2160069 h 6858000"/>
              <a:gd name="connsiteX520" fmla="*/ 6760943 w 7472601"/>
              <a:gd name="connsiteY520" fmla="*/ 2177686 h 6858000"/>
              <a:gd name="connsiteX521" fmla="*/ 7021065 w 7472601"/>
              <a:gd name="connsiteY521" fmla="*/ 2498102 h 6858000"/>
              <a:gd name="connsiteX522" fmla="*/ 7155223 w 7472601"/>
              <a:gd name="connsiteY522" fmla="*/ 2650386 h 6858000"/>
              <a:gd name="connsiteX523" fmla="*/ 7203167 w 7472601"/>
              <a:gd name="connsiteY523" fmla="*/ 2697288 h 6858000"/>
              <a:gd name="connsiteX524" fmla="*/ 6937703 w 7472601"/>
              <a:gd name="connsiteY524" fmla="*/ 2321981 h 6858000"/>
              <a:gd name="connsiteX525" fmla="*/ 6591670 w 7472601"/>
              <a:gd name="connsiteY525" fmla="*/ 1988277 h 6858000"/>
              <a:gd name="connsiteX526" fmla="*/ 5798671 w 7472601"/>
              <a:gd name="connsiteY526" fmla="*/ 1981601 h 6858000"/>
              <a:gd name="connsiteX527" fmla="*/ 5754709 w 7472601"/>
              <a:gd name="connsiteY527" fmla="*/ 2071454 h 6858000"/>
              <a:gd name="connsiteX528" fmla="*/ 5763044 w 7472601"/>
              <a:gd name="connsiteY528" fmla="*/ 2842206 h 6858000"/>
              <a:gd name="connsiteX529" fmla="*/ 5764974 w 7472601"/>
              <a:gd name="connsiteY529" fmla="*/ 2799609 h 6858000"/>
              <a:gd name="connsiteX530" fmla="*/ 5767665 w 7472601"/>
              <a:gd name="connsiteY530" fmla="*/ 2666409 h 6858000"/>
              <a:gd name="connsiteX531" fmla="*/ 5763055 w 7472601"/>
              <a:gd name="connsiteY531" fmla="*/ 2579705 h 6858000"/>
              <a:gd name="connsiteX532" fmla="*/ 5758079 w 7472601"/>
              <a:gd name="connsiteY532" fmla="*/ 2492508 h 6858000"/>
              <a:gd name="connsiteX533" fmla="*/ 5779325 w 7472601"/>
              <a:gd name="connsiteY533" fmla="*/ 2197069 h 6858000"/>
              <a:gd name="connsiteX534" fmla="*/ 5798671 w 7472601"/>
              <a:gd name="connsiteY534" fmla="*/ 1981601 h 6858000"/>
              <a:gd name="connsiteX535" fmla="*/ 5829202 w 7472601"/>
              <a:gd name="connsiteY535" fmla="*/ 1971679 h 6858000"/>
              <a:gd name="connsiteX536" fmla="*/ 5809558 w 7472601"/>
              <a:gd name="connsiteY536" fmla="*/ 2198043 h 6858000"/>
              <a:gd name="connsiteX537" fmla="*/ 5788653 w 7472601"/>
              <a:gd name="connsiteY537" fmla="*/ 2489430 h 6858000"/>
              <a:gd name="connsiteX538" fmla="*/ 5793439 w 7472601"/>
              <a:gd name="connsiteY538" fmla="*/ 2575235 h 6858000"/>
              <a:gd name="connsiteX539" fmla="*/ 5796837 w 7472601"/>
              <a:gd name="connsiteY539" fmla="*/ 2637633 h 6858000"/>
              <a:gd name="connsiteX540" fmla="*/ 5818614 w 7472601"/>
              <a:gd name="connsiteY540" fmla="*/ 2473055 h 6858000"/>
              <a:gd name="connsiteX541" fmla="*/ 5829202 w 7472601"/>
              <a:gd name="connsiteY541" fmla="*/ 1971679 h 6858000"/>
              <a:gd name="connsiteX542" fmla="*/ 5911389 w 7472601"/>
              <a:gd name="connsiteY542" fmla="*/ 1898371 h 6858000"/>
              <a:gd name="connsiteX543" fmla="*/ 6237627 w 7472601"/>
              <a:gd name="connsiteY543" fmla="*/ 2231921 h 6858000"/>
              <a:gd name="connsiteX544" fmla="*/ 5911389 w 7472601"/>
              <a:gd name="connsiteY544" fmla="*/ 1898371 h 6858000"/>
              <a:gd name="connsiteX545" fmla="*/ 6944437 w 7472601"/>
              <a:gd name="connsiteY545" fmla="*/ 1575402 h 6858000"/>
              <a:gd name="connsiteX546" fmla="*/ 6304730 w 7472601"/>
              <a:gd name="connsiteY546" fmla="*/ 1766654 h 6858000"/>
              <a:gd name="connsiteX547" fmla="*/ 6944437 w 7472601"/>
              <a:gd name="connsiteY547" fmla="*/ 1575402 h 6858000"/>
              <a:gd name="connsiteX548" fmla="*/ 7019523 w 7472601"/>
              <a:gd name="connsiteY548" fmla="*/ 1519450 h 6858000"/>
              <a:gd name="connsiteX549" fmla="*/ 6298091 w 7472601"/>
              <a:gd name="connsiteY549" fmla="*/ 1737122 h 6858000"/>
              <a:gd name="connsiteX550" fmla="*/ 7019523 w 7472601"/>
              <a:gd name="connsiteY550" fmla="*/ 1519450 h 6858000"/>
              <a:gd name="connsiteX551" fmla="*/ 2399523 w 7472601"/>
              <a:gd name="connsiteY551" fmla="*/ 1428234 h 6858000"/>
              <a:gd name="connsiteX552" fmla="*/ 2224982 w 7472601"/>
              <a:gd name="connsiteY552" fmla="*/ 1826201 h 6858000"/>
              <a:gd name="connsiteX553" fmla="*/ 2096099 w 7472601"/>
              <a:gd name="connsiteY553" fmla="*/ 2345900 h 6858000"/>
              <a:gd name="connsiteX554" fmla="*/ 2283317 w 7472601"/>
              <a:gd name="connsiteY554" fmla="*/ 1796925 h 6858000"/>
              <a:gd name="connsiteX555" fmla="*/ 2399523 w 7472601"/>
              <a:gd name="connsiteY555" fmla="*/ 1428234 h 6858000"/>
              <a:gd name="connsiteX556" fmla="*/ 2448558 w 7472601"/>
              <a:gd name="connsiteY556" fmla="*/ 1373435 h 6858000"/>
              <a:gd name="connsiteX557" fmla="*/ 2312521 w 7472601"/>
              <a:gd name="connsiteY557" fmla="*/ 1806140 h 6858000"/>
              <a:gd name="connsiteX558" fmla="*/ 2127533 w 7472601"/>
              <a:gd name="connsiteY558" fmla="*/ 2348380 h 6858000"/>
              <a:gd name="connsiteX559" fmla="*/ 2358080 w 7472601"/>
              <a:gd name="connsiteY559" fmla="*/ 1866134 h 6858000"/>
              <a:gd name="connsiteX560" fmla="*/ 2407436 w 7472601"/>
              <a:gd name="connsiteY560" fmla="*/ 1651070 h 6858000"/>
              <a:gd name="connsiteX561" fmla="*/ 2448558 w 7472601"/>
              <a:gd name="connsiteY561" fmla="*/ 1373435 h 6858000"/>
              <a:gd name="connsiteX562" fmla="*/ 278707 w 7472601"/>
              <a:gd name="connsiteY562" fmla="*/ 1352270 h 6858000"/>
              <a:gd name="connsiteX563" fmla="*/ 321570 w 7472601"/>
              <a:gd name="connsiteY563" fmla="*/ 1861610 h 6858000"/>
              <a:gd name="connsiteX564" fmla="*/ 294281 w 7472601"/>
              <a:gd name="connsiteY564" fmla="*/ 1440658 h 6858000"/>
              <a:gd name="connsiteX565" fmla="*/ 278707 w 7472601"/>
              <a:gd name="connsiteY565" fmla="*/ 1352270 h 6858000"/>
              <a:gd name="connsiteX566" fmla="*/ 1423821 w 7472601"/>
              <a:gd name="connsiteY566" fmla="*/ 1351958 h 6858000"/>
              <a:gd name="connsiteX567" fmla="*/ 1638521 w 7472601"/>
              <a:gd name="connsiteY567" fmla="*/ 1908470 h 6858000"/>
              <a:gd name="connsiteX568" fmla="*/ 1754199 w 7472601"/>
              <a:gd name="connsiteY568" fmla="*/ 2149284 h 6858000"/>
              <a:gd name="connsiteX569" fmla="*/ 1908359 w 7472601"/>
              <a:gd name="connsiteY569" fmla="*/ 2364988 h 6858000"/>
              <a:gd name="connsiteX570" fmla="*/ 1647661 w 7472601"/>
              <a:gd name="connsiteY570" fmla="*/ 1825945 h 6858000"/>
              <a:gd name="connsiteX571" fmla="*/ 1423821 w 7472601"/>
              <a:gd name="connsiteY571" fmla="*/ 1351958 h 6858000"/>
              <a:gd name="connsiteX572" fmla="*/ 1431890 w 7472601"/>
              <a:gd name="connsiteY572" fmla="*/ 1306475 h 6858000"/>
              <a:gd name="connsiteX573" fmla="*/ 1507597 w 7472601"/>
              <a:gd name="connsiteY573" fmla="*/ 1446132 h 6858000"/>
              <a:gd name="connsiteX574" fmla="*/ 1674586 w 7472601"/>
              <a:gd name="connsiteY574" fmla="*/ 1813832 h 6858000"/>
              <a:gd name="connsiteX575" fmla="*/ 1815950 w 7472601"/>
              <a:gd name="connsiteY575" fmla="*/ 2128564 h 6858000"/>
              <a:gd name="connsiteX576" fmla="*/ 1984242 w 7472601"/>
              <a:gd name="connsiteY576" fmla="*/ 2430829 h 6858000"/>
              <a:gd name="connsiteX577" fmla="*/ 2014023 w 7472601"/>
              <a:gd name="connsiteY577" fmla="*/ 2450995 h 6858000"/>
              <a:gd name="connsiteX578" fmla="*/ 1747337 w 7472601"/>
              <a:gd name="connsiteY578" fmla="*/ 1855264 h 6858000"/>
              <a:gd name="connsiteX579" fmla="*/ 1533749 w 7472601"/>
              <a:gd name="connsiteY579" fmla="*/ 1478656 h 6858000"/>
              <a:gd name="connsiteX580" fmla="*/ 1431890 w 7472601"/>
              <a:gd name="connsiteY580" fmla="*/ 1306475 h 6858000"/>
              <a:gd name="connsiteX581" fmla="*/ 5052692 w 7472601"/>
              <a:gd name="connsiteY581" fmla="*/ 1292994 h 6858000"/>
              <a:gd name="connsiteX582" fmla="*/ 5200661 w 7472601"/>
              <a:gd name="connsiteY582" fmla="*/ 1635186 h 6858000"/>
              <a:gd name="connsiteX583" fmla="*/ 5297138 w 7472601"/>
              <a:gd name="connsiteY583" fmla="*/ 1906351 h 6858000"/>
              <a:gd name="connsiteX584" fmla="*/ 5052692 w 7472601"/>
              <a:gd name="connsiteY584" fmla="*/ 1292994 h 6858000"/>
              <a:gd name="connsiteX585" fmla="*/ 5009948 w 7472601"/>
              <a:gd name="connsiteY585" fmla="*/ 1273619 h 6858000"/>
              <a:gd name="connsiteX586" fmla="*/ 5121777 w 7472601"/>
              <a:gd name="connsiteY586" fmla="*/ 1654213 h 6858000"/>
              <a:gd name="connsiteX587" fmla="*/ 5293545 w 7472601"/>
              <a:gd name="connsiteY587" fmla="*/ 2072247 h 6858000"/>
              <a:gd name="connsiteX588" fmla="*/ 5294042 w 7472601"/>
              <a:gd name="connsiteY588" fmla="*/ 2065019 h 6858000"/>
              <a:gd name="connsiteX589" fmla="*/ 5171936 w 7472601"/>
              <a:gd name="connsiteY589" fmla="*/ 1647613 h 6858000"/>
              <a:gd name="connsiteX590" fmla="*/ 5009948 w 7472601"/>
              <a:gd name="connsiteY590" fmla="*/ 1273619 h 6858000"/>
              <a:gd name="connsiteX591" fmla="*/ 655236 w 7472601"/>
              <a:gd name="connsiteY591" fmla="*/ 1268632 h 6858000"/>
              <a:gd name="connsiteX592" fmla="*/ 839521 w 7472601"/>
              <a:gd name="connsiteY592" fmla="*/ 1685315 h 6858000"/>
              <a:gd name="connsiteX593" fmla="*/ 1109416 w 7472601"/>
              <a:gd name="connsiteY593" fmla="*/ 2061663 h 6858000"/>
              <a:gd name="connsiteX594" fmla="*/ 1298300 w 7472601"/>
              <a:gd name="connsiteY594" fmla="*/ 2247742 h 6858000"/>
              <a:gd name="connsiteX595" fmla="*/ 1125871 w 7472601"/>
              <a:gd name="connsiteY595" fmla="*/ 1989513 h 6858000"/>
              <a:gd name="connsiteX596" fmla="*/ 981574 w 7472601"/>
              <a:gd name="connsiteY596" fmla="*/ 1783157 h 6858000"/>
              <a:gd name="connsiteX597" fmla="*/ 922198 w 7472601"/>
              <a:gd name="connsiteY597" fmla="*/ 1677437 h 6858000"/>
              <a:gd name="connsiteX598" fmla="*/ 869293 w 7472601"/>
              <a:gd name="connsiteY598" fmla="*/ 1583214 h 6858000"/>
              <a:gd name="connsiteX599" fmla="*/ 751431 w 7472601"/>
              <a:gd name="connsiteY599" fmla="*/ 1405731 h 6858000"/>
              <a:gd name="connsiteX600" fmla="*/ 655236 w 7472601"/>
              <a:gd name="connsiteY600" fmla="*/ 1268632 h 6858000"/>
              <a:gd name="connsiteX601" fmla="*/ 6516292 w 7472601"/>
              <a:gd name="connsiteY601" fmla="*/ 1263064 h 6858000"/>
              <a:gd name="connsiteX602" fmla="*/ 5736320 w 7472601"/>
              <a:gd name="connsiteY602" fmla="*/ 1501803 h 6858000"/>
              <a:gd name="connsiteX603" fmla="*/ 6516292 w 7472601"/>
              <a:gd name="connsiteY603" fmla="*/ 1263064 h 6858000"/>
              <a:gd name="connsiteX604" fmla="*/ 291466 w 7472601"/>
              <a:gd name="connsiteY604" fmla="*/ 1250369 h 6858000"/>
              <a:gd name="connsiteX605" fmla="*/ 323180 w 7472601"/>
              <a:gd name="connsiteY605" fmla="*/ 1435283 h 6858000"/>
              <a:gd name="connsiteX606" fmla="*/ 349381 w 7472601"/>
              <a:gd name="connsiteY606" fmla="*/ 1875041 h 6858000"/>
              <a:gd name="connsiteX607" fmla="*/ 374363 w 7472601"/>
              <a:gd name="connsiteY607" fmla="*/ 1506494 h 6858000"/>
              <a:gd name="connsiteX608" fmla="*/ 302168 w 7472601"/>
              <a:gd name="connsiteY608" fmla="*/ 1274495 h 6858000"/>
              <a:gd name="connsiteX609" fmla="*/ 291466 w 7472601"/>
              <a:gd name="connsiteY609" fmla="*/ 1250369 h 6858000"/>
              <a:gd name="connsiteX610" fmla="*/ 678222 w 7472601"/>
              <a:gd name="connsiteY610" fmla="*/ 1248670 h 6858000"/>
              <a:gd name="connsiteX611" fmla="*/ 775536 w 7472601"/>
              <a:gd name="connsiteY611" fmla="*/ 1388015 h 6858000"/>
              <a:gd name="connsiteX612" fmla="*/ 894529 w 7472601"/>
              <a:gd name="connsiteY612" fmla="*/ 1567739 h 6858000"/>
              <a:gd name="connsiteX613" fmla="*/ 948000 w 7472601"/>
              <a:gd name="connsiteY613" fmla="*/ 1663088 h 6858000"/>
              <a:gd name="connsiteX614" fmla="*/ 1006812 w 7472601"/>
              <a:gd name="connsiteY614" fmla="*/ 1767683 h 6858000"/>
              <a:gd name="connsiteX615" fmla="*/ 1149133 w 7472601"/>
              <a:gd name="connsiteY615" fmla="*/ 1971513 h 6858000"/>
              <a:gd name="connsiteX616" fmla="*/ 1333952 w 7472601"/>
              <a:gd name="connsiteY616" fmla="*/ 2251620 h 6858000"/>
              <a:gd name="connsiteX617" fmla="*/ 1337329 w 7472601"/>
              <a:gd name="connsiteY617" fmla="*/ 2258350 h 6858000"/>
              <a:gd name="connsiteX618" fmla="*/ 1014726 w 7472601"/>
              <a:gd name="connsiteY618" fmla="*/ 1615556 h 6858000"/>
              <a:gd name="connsiteX619" fmla="*/ 678222 w 7472601"/>
              <a:gd name="connsiteY619" fmla="*/ 1248670 h 6858000"/>
              <a:gd name="connsiteX620" fmla="*/ 6691602 w 7472601"/>
              <a:gd name="connsiteY620" fmla="*/ 1140573 h 6858000"/>
              <a:gd name="connsiteX621" fmla="*/ 6571100 w 7472601"/>
              <a:gd name="connsiteY621" fmla="*/ 1183662 h 6858000"/>
              <a:gd name="connsiteX622" fmla="*/ 6241687 w 7472601"/>
              <a:gd name="connsiteY622" fmla="*/ 1257600 h 6858000"/>
              <a:gd name="connsiteX623" fmla="*/ 5693009 w 7472601"/>
              <a:gd name="connsiteY623" fmla="*/ 1478256 h 6858000"/>
              <a:gd name="connsiteX624" fmla="*/ 6548420 w 7472601"/>
              <a:gd name="connsiteY624" fmla="*/ 1214599 h 6858000"/>
              <a:gd name="connsiteX625" fmla="*/ 6605473 w 7472601"/>
              <a:gd name="connsiteY625" fmla="*/ 1184686 h 6858000"/>
              <a:gd name="connsiteX626" fmla="*/ 6691602 w 7472601"/>
              <a:gd name="connsiteY626" fmla="*/ 1140573 h 6858000"/>
              <a:gd name="connsiteX627" fmla="*/ 4002475 w 7472601"/>
              <a:gd name="connsiteY627" fmla="*/ 1037802 h 6858000"/>
              <a:gd name="connsiteX628" fmla="*/ 4000324 w 7472601"/>
              <a:gd name="connsiteY628" fmla="*/ 1039362 h 6858000"/>
              <a:gd name="connsiteX629" fmla="*/ 4002862 w 7472601"/>
              <a:gd name="connsiteY629" fmla="*/ 1042866 h 6858000"/>
              <a:gd name="connsiteX630" fmla="*/ 4002475 w 7472601"/>
              <a:gd name="connsiteY630" fmla="*/ 1037802 h 6858000"/>
              <a:gd name="connsiteX631" fmla="*/ 506322 w 7472601"/>
              <a:gd name="connsiteY631" fmla="*/ 1020997 h 6858000"/>
              <a:gd name="connsiteX632" fmla="*/ 533068 w 7472601"/>
              <a:gd name="connsiteY632" fmla="*/ 1029409 h 6858000"/>
              <a:gd name="connsiteX633" fmla="*/ 1232525 w 7472601"/>
              <a:gd name="connsiteY633" fmla="*/ 1804675 h 6858000"/>
              <a:gd name="connsiteX634" fmla="*/ 1388858 w 7472601"/>
              <a:gd name="connsiteY634" fmla="*/ 2368011 h 6858000"/>
              <a:gd name="connsiteX635" fmla="*/ 1384098 w 7472601"/>
              <a:gd name="connsiteY635" fmla="*/ 2378125 h 6858000"/>
              <a:gd name="connsiteX636" fmla="*/ 1425393 w 7472601"/>
              <a:gd name="connsiteY636" fmla="*/ 2589124 h 6858000"/>
              <a:gd name="connsiteX637" fmla="*/ 1424001 w 7472601"/>
              <a:gd name="connsiteY637" fmla="*/ 2597541 h 6858000"/>
              <a:gd name="connsiteX638" fmla="*/ 2152729 w 7472601"/>
              <a:gd name="connsiteY638" fmla="*/ 2864487 h 6858000"/>
              <a:gd name="connsiteX639" fmla="*/ 2020609 w 7472601"/>
              <a:gd name="connsiteY639" fmla="*/ 2539671 h 6858000"/>
              <a:gd name="connsiteX640" fmla="*/ 2018920 w 7472601"/>
              <a:gd name="connsiteY640" fmla="*/ 2536309 h 6858000"/>
              <a:gd name="connsiteX641" fmla="*/ 1342441 w 7472601"/>
              <a:gd name="connsiteY641" fmla="*/ 1173017 h 6858000"/>
              <a:gd name="connsiteX642" fmla="*/ 1367925 w 7472601"/>
              <a:gd name="connsiteY642" fmla="*/ 1135648 h 6858000"/>
              <a:gd name="connsiteX643" fmla="*/ 1771401 w 7472601"/>
              <a:gd name="connsiteY643" fmla="*/ 1806673 h 6858000"/>
              <a:gd name="connsiteX644" fmla="*/ 1972385 w 7472601"/>
              <a:gd name="connsiteY644" fmla="*/ 2198735 h 6858000"/>
              <a:gd name="connsiteX645" fmla="*/ 2040892 w 7472601"/>
              <a:gd name="connsiteY645" fmla="*/ 2405205 h 6858000"/>
              <a:gd name="connsiteX646" fmla="*/ 2131689 w 7472601"/>
              <a:gd name="connsiteY646" fmla="*/ 1936926 h 6858000"/>
              <a:gd name="connsiteX647" fmla="*/ 2454820 w 7472601"/>
              <a:gd name="connsiteY647" fmla="*/ 1248808 h 6858000"/>
              <a:gd name="connsiteX648" fmla="*/ 2492512 w 7472601"/>
              <a:gd name="connsiteY648" fmla="*/ 1302920 h 6858000"/>
              <a:gd name="connsiteX649" fmla="*/ 2081216 w 7472601"/>
              <a:gd name="connsiteY649" fmla="*/ 2527513 h 6858000"/>
              <a:gd name="connsiteX650" fmla="*/ 2081211 w 7472601"/>
              <a:gd name="connsiteY650" fmla="*/ 2528916 h 6858000"/>
              <a:gd name="connsiteX651" fmla="*/ 2199067 w 7472601"/>
              <a:gd name="connsiteY651" fmla="*/ 2884061 h 6858000"/>
              <a:gd name="connsiteX652" fmla="*/ 3192586 w 7472601"/>
              <a:gd name="connsiteY652" fmla="*/ 3411496 h 6858000"/>
              <a:gd name="connsiteX653" fmla="*/ 3182620 w 7472601"/>
              <a:gd name="connsiteY653" fmla="*/ 3483279 h 6858000"/>
              <a:gd name="connsiteX654" fmla="*/ 2435119 w 7472601"/>
              <a:gd name="connsiteY654" fmla="*/ 3080173 h 6858000"/>
              <a:gd name="connsiteX655" fmla="*/ 2410152 w 7472601"/>
              <a:gd name="connsiteY655" fmla="*/ 3063751 h 6858000"/>
              <a:gd name="connsiteX656" fmla="*/ 2408099 w 7472601"/>
              <a:gd name="connsiteY656" fmla="*/ 3064403 h 6858000"/>
              <a:gd name="connsiteX657" fmla="*/ 2407218 w 7472601"/>
              <a:gd name="connsiteY657" fmla="*/ 3070324 h 6858000"/>
              <a:gd name="connsiteX658" fmla="*/ 2380138 w 7472601"/>
              <a:gd name="connsiteY658" fmla="*/ 3099341 h 6858000"/>
              <a:gd name="connsiteX659" fmla="*/ 1765923 w 7472601"/>
              <a:gd name="connsiteY659" fmla="*/ 3581043 h 6858000"/>
              <a:gd name="connsiteX660" fmla="*/ 1702258 w 7472601"/>
              <a:gd name="connsiteY660" fmla="*/ 3612286 h 6858000"/>
              <a:gd name="connsiteX661" fmla="*/ 1538370 w 7472601"/>
              <a:gd name="connsiteY661" fmla="*/ 3811804 h 6858000"/>
              <a:gd name="connsiteX662" fmla="*/ 542867 w 7472601"/>
              <a:gd name="connsiteY662" fmla="*/ 4944092 h 6858000"/>
              <a:gd name="connsiteX663" fmla="*/ 515800 w 7472601"/>
              <a:gd name="connsiteY663" fmla="*/ 4862180 h 6858000"/>
              <a:gd name="connsiteX664" fmla="*/ 909145 w 7472601"/>
              <a:gd name="connsiteY664" fmla="*/ 4199225 h 6858000"/>
              <a:gd name="connsiteX665" fmla="*/ 1214067 w 7472601"/>
              <a:gd name="connsiteY665" fmla="*/ 3908561 h 6858000"/>
              <a:gd name="connsiteX666" fmla="*/ 640967 w 7472601"/>
              <a:gd name="connsiteY666" fmla="*/ 4105601 h 6858000"/>
              <a:gd name="connsiteX667" fmla="*/ 112563 w 7472601"/>
              <a:gd name="connsiteY667" fmla="*/ 4396952 h 6858000"/>
              <a:gd name="connsiteX668" fmla="*/ 0 w 7472601"/>
              <a:gd name="connsiteY668" fmla="*/ 4466006 h 6858000"/>
              <a:gd name="connsiteX669" fmla="*/ 0 w 7472601"/>
              <a:gd name="connsiteY669" fmla="*/ 4233763 h 6858000"/>
              <a:gd name="connsiteX670" fmla="*/ 36881 w 7472601"/>
              <a:gd name="connsiteY670" fmla="*/ 4200118 h 6858000"/>
              <a:gd name="connsiteX671" fmla="*/ 910534 w 7472601"/>
              <a:gd name="connsiteY671" fmla="*/ 3629753 h 6858000"/>
              <a:gd name="connsiteX672" fmla="*/ 1578717 w 7472601"/>
              <a:gd name="connsiteY672" fmla="*/ 3575982 h 6858000"/>
              <a:gd name="connsiteX673" fmla="*/ 2338780 w 7472601"/>
              <a:gd name="connsiteY673" fmla="*/ 3033725 h 6858000"/>
              <a:gd name="connsiteX674" fmla="*/ 1807991 w 7472601"/>
              <a:gd name="connsiteY674" fmla="*/ 2807184 h 6858000"/>
              <a:gd name="connsiteX675" fmla="*/ 1416358 w 7472601"/>
              <a:gd name="connsiteY675" fmla="*/ 3112571 h 6858000"/>
              <a:gd name="connsiteX676" fmla="*/ 939066 w 7472601"/>
              <a:gd name="connsiteY676" fmla="*/ 3378798 h 6858000"/>
              <a:gd name="connsiteX677" fmla="*/ 115099 w 7472601"/>
              <a:gd name="connsiteY677" fmla="*/ 3607650 h 6858000"/>
              <a:gd name="connsiteX678" fmla="*/ 97284 w 7472601"/>
              <a:gd name="connsiteY678" fmla="*/ 3520393 h 6858000"/>
              <a:gd name="connsiteX679" fmla="*/ 922050 w 7472601"/>
              <a:gd name="connsiteY679" fmla="*/ 3074867 h 6858000"/>
              <a:gd name="connsiteX680" fmla="*/ 1405265 w 7472601"/>
              <a:gd name="connsiteY680" fmla="*/ 3016319 h 6858000"/>
              <a:gd name="connsiteX681" fmla="*/ 1407512 w 7472601"/>
              <a:gd name="connsiteY681" fmla="*/ 3018001 h 6858000"/>
              <a:gd name="connsiteX682" fmla="*/ 1726266 w 7472601"/>
              <a:gd name="connsiteY682" fmla="*/ 2777274 h 6858000"/>
              <a:gd name="connsiteX683" fmla="*/ 625390 w 7472601"/>
              <a:gd name="connsiteY683" fmla="*/ 2514541 h 6858000"/>
              <a:gd name="connsiteX684" fmla="*/ 619799 w 7472601"/>
              <a:gd name="connsiteY684" fmla="*/ 2527180 h 6858000"/>
              <a:gd name="connsiteX685" fmla="*/ 310030 w 7472601"/>
              <a:gd name="connsiteY685" fmla="*/ 2771818 h 6858000"/>
              <a:gd name="connsiteX686" fmla="*/ 173877 w 7472601"/>
              <a:gd name="connsiteY686" fmla="*/ 2937056 h 6858000"/>
              <a:gd name="connsiteX687" fmla="*/ 77889 w 7472601"/>
              <a:gd name="connsiteY687" fmla="*/ 3138440 h 6858000"/>
              <a:gd name="connsiteX688" fmla="*/ 0 w 7472601"/>
              <a:gd name="connsiteY688" fmla="*/ 3271395 h 6858000"/>
              <a:gd name="connsiteX689" fmla="*/ 0 w 7472601"/>
              <a:gd name="connsiteY689" fmla="*/ 3153002 h 6858000"/>
              <a:gd name="connsiteX690" fmla="*/ 2386 w 7472601"/>
              <a:gd name="connsiteY690" fmla="*/ 3149203 h 6858000"/>
              <a:gd name="connsiteX691" fmla="*/ 89753 w 7472601"/>
              <a:gd name="connsiteY691" fmla="*/ 2987702 h 6858000"/>
              <a:gd name="connsiteX692" fmla="*/ 76869 w 7472601"/>
              <a:gd name="connsiteY692" fmla="*/ 3005404 h 6858000"/>
              <a:gd name="connsiteX693" fmla="*/ 32049 w 7472601"/>
              <a:gd name="connsiteY693" fmla="*/ 3065814 h 6858000"/>
              <a:gd name="connsiteX694" fmla="*/ 0 w 7472601"/>
              <a:gd name="connsiteY694" fmla="*/ 3108744 h 6858000"/>
              <a:gd name="connsiteX695" fmla="*/ 0 w 7472601"/>
              <a:gd name="connsiteY695" fmla="*/ 3058059 h 6858000"/>
              <a:gd name="connsiteX696" fmla="*/ 7610 w 7472601"/>
              <a:gd name="connsiteY696" fmla="*/ 3047889 h 6858000"/>
              <a:gd name="connsiteX697" fmla="*/ 52419 w 7472601"/>
              <a:gd name="connsiteY697" fmla="*/ 2987479 h 6858000"/>
              <a:gd name="connsiteX698" fmla="*/ 59142 w 7472601"/>
              <a:gd name="connsiteY698" fmla="*/ 2978488 h 6858000"/>
              <a:gd name="connsiteX699" fmla="*/ 0 w 7472601"/>
              <a:gd name="connsiteY699" fmla="*/ 3015334 h 6858000"/>
              <a:gd name="connsiteX700" fmla="*/ 0 w 7472601"/>
              <a:gd name="connsiteY700" fmla="*/ 2914286 h 6858000"/>
              <a:gd name="connsiteX701" fmla="*/ 36383 w 7472601"/>
              <a:gd name="connsiteY701" fmla="*/ 2901128 h 6858000"/>
              <a:gd name="connsiteX702" fmla="*/ 156329 w 7472601"/>
              <a:gd name="connsiteY702" fmla="*/ 2840533 h 6858000"/>
              <a:gd name="connsiteX703" fmla="*/ 358355 w 7472601"/>
              <a:gd name="connsiteY703" fmla="*/ 2620471 h 6858000"/>
              <a:gd name="connsiteX704" fmla="*/ 510577 w 7472601"/>
              <a:gd name="connsiteY704" fmla="*/ 2501244 h 6858000"/>
              <a:gd name="connsiteX705" fmla="*/ 211967 w 7472601"/>
              <a:gd name="connsiteY705" fmla="*/ 2479171 h 6858000"/>
              <a:gd name="connsiteX706" fmla="*/ 0 w 7472601"/>
              <a:gd name="connsiteY706" fmla="*/ 2476398 h 6858000"/>
              <a:gd name="connsiteX707" fmla="*/ 0 w 7472601"/>
              <a:gd name="connsiteY707" fmla="*/ 2389189 h 6858000"/>
              <a:gd name="connsiteX708" fmla="*/ 103062 w 7472601"/>
              <a:gd name="connsiteY708" fmla="*/ 2389518 h 6858000"/>
              <a:gd name="connsiteX709" fmla="*/ 510734 w 7472601"/>
              <a:gd name="connsiteY709" fmla="*/ 2416201 h 6858000"/>
              <a:gd name="connsiteX710" fmla="*/ 279257 w 7472601"/>
              <a:gd name="connsiteY710" fmla="*/ 2092102 h 6858000"/>
              <a:gd name="connsiteX711" fmla="*/ 65265 w 7472601"/>
              <a:gd name="connsiteY711" fmla="*/ 2006049 h 6858000"/>
              <a:gd name="connsiteX712" fmla="*/ 0 w 7472601"/>
              <a:gd name="connsiteY712" fmla="*/ 1982532 h 6858000"/>
              <a:gd name="connsiteX713" fmla="*/ 0 w 7472601"/>
              <a:gd name="connsiteY713" fmla="*/ 1912789 h 6858000"/>
              <a:gd name="connsiteX714" fmla="*/ 97460 w 7472601"/>
              <a:gd name="connsiteY714" fmla="*/ 1953725 h 6858000"/>
              <a:gd name="connsiteX715" fmla="*/ 221272 w 7472601"/>
              <a:gd name="connsiteY715" fmla="*/ 1980766 h 6858000"/>
              <a:gd name="connsiteX716" fmla="*/ 116765 w 7472601"/>
              <a:gd name="connsiteY716" fmla="*/ 1911033 h 6858000"/>
              <a:gd name="connsiteX717" fmla="*/ 16405 w 7472601"/>
              <a:gd name="connsiteY717" fmla="*/ 1803412 h 6858000"/>
              <a:gd name="connsiteX718" fmla="*/ 0 w 7472601"/>
              <a:gd name="connsiteY718" fmla="*/ 1784777 h 6858000"/>
              <a:gd name="connsiteX719" fmla="*/ 0 w 7472601"/>
              <a:gd name="connsiteY719" fmla="*/ 1740082 h 6858000"/>
              <a:gd name="connsiteX720" fmla="*/ 39394 w 7472601"/>
              <a:gd name="connsiteY720" fmla="*/ 1784856 h 6858000"/>
              <a:gd name="connsiteX721" fmla="*/ 135813 w 7472601"/>
              <a:gd name="connsiteY721" fmla="*/ 1888838 h 6858000"/>
              <a:gd name="connsiteX722" fmla="*/ 242575 w 7472601"/>
              <a:gd name="connsiteY722" fmla="*/ 1958841 h 6858000"/>
              <a:gd name="connsiteX723" fmla="*/ 82197 w 7472601"/>
              <a:gd name="connsiteY723" fmla="*/ 1754826 h 6858000"/>
              <a:gd name="connsiteX724" fmla="*/ 0 w 7472601"/>
              <a:gd name="connsiteY724" fmla="*/ 1679650 h 6858000"/>
              <a:gd name="connsiteX725" fmla="*/ 0 w 7472601"/>
              <a:gd name="connsiteY725" fmla="*/ 1602463 h 6858000"/>
              <a:gd name="connsiteX726" fmla="*/ 84689 w 7472601"/>
              <a:gd name="connsiteY726" fmla="*/ 1677442 h 6858000"/>
              <a:gd name="connsiteX727" fmla="*/ 298437 w 7472601"/>
              <a:gd name="connsiteY727" fmla="*/ 1968019 h 6858000"/>
              <a:gd name="connsiteX728" fmla="*/ 227269 w 7472601"/>
              <a:gd name="connsiteY728" fmla="*/ 1114064 h 6858000"/>
              <a:gd name="connsiteX729" fmla="*/ 248003 w 7472601"/>
              <a:gd name="connsiteY729" fmla="*/ 1089613 h 6858000"/>
              <a:gd name="connsiteX730" fmla="*/ 427020 w 7472601"/>
              <a:gd name="connsiteY730" fmla="*/ 1619803 h 6858000"/>
              <a:gd name="connsiteX731" fmla="*/ 340345 w 7472601"/>
              <a:gd name="connsiteY731" fmla="*/ 2027739 h 6858000"/>
              <a:gd name="connsiteX732" fmla="*/ 360865 w 7472601"/>
              <a:gd name="connsiteY732" fmla="*/ 2044827 h 6858000"/>
              <a:gd name="connsiteX733" fmla="*/ 560414 w 7472601"/>
              <a:gd name="connsiteY733" fmla="*/ 2421457 h 6858000"/>
              <a:gd name="connsiteX734" fmla="*/ 1359703 w 7472601"/>
              <a:gd name="connsiteY734" fmla="*/ 2578554 h 6858000"/>
              <a:gd name="connsiteX735" fmla="*/ 1359422 w 7472601"/>
              <a:gd name="connsiteY735" fmla="*/ 2577994 h 6858000"/>
              <a:gd name="connsiteX736" fmla="*/ 828701 w 7472601"/>
              <a:gd name="connsiteY736" fmla="*/ 1839520 h 6858000"/>
              <a:gd name="connsiteX737" fmla="*/ 494427 w 7472601"/>
              <a:gd name="connsiteY737" fmla="*/ 1092333 h 6858000"/>
              <a:gd name="connsiteX738" fmla="*/ 506322 w 7472601"/>
              <a:gd name="connsiteY738" fmla="*/ 1020997 h 6858000"/>
              <a:gd name="connsiteX739" fmla="*/ 4570198 w 7472601"/>
              <a:gd name="connsiteY739" fmla="*/ 978081 h 6858000"/>
              <a:gd name="connsiteX740" fmla="*/ 4523691 w 7472601"/>
              <a:gd name="connsiteY740" fmla="*/ 1127776 h 6858000"/>
              <a:gd name="connsiteX741" fmla="*/ 4509875 w 7472601"/>
              <a:gd name="connsiteY741" fmla="*/ 1167552 h 6858000"/>
              <a:gd name="connsiteX742" fmla="*/ 4478168 w 7472601"/>
              <a:gd name="connsiteY742" fmla="*/ 1260735 h 6858000"/>
              <a:gd name="connsiteX743" fmla="*/ 4409309 w 7472601"/>
              <a:gd name="connsiteY743" fmla="*/ 1666996 h 6858000"/>
              <a:gd name="connsiteX744" fmla="*/ 4370031 w 7472601"/>
              <a:gd name="connsiteY744" fmla="*/ 1955666 h 6858000"/>
              <a:gd name="connsiteX745" fmla="*/ 4570198 w 7472601"/>
              <a:gd name="connsiteY745" fmla="*/ 978081 h 6858000"/>
              <a:gd name="connsiteX746" fmla="*/ 4557898 w 7472601"/>
              <a:gd name="connsiteY746" fmla="*/ 900011 h 6858000"/>
              <a:gd name="connsiteX747" fmla="*/ 4344840 w 7472601"/>
              <a:gd name="connsiteY747" fmla="*/ 1922038 h 6858000"/>
              <a:gd name="connsiteX748" fmla="*/ 4378710 w 7472601"/>
              <a:gd name="connsiteY748" fmla="*/ 1665516 h 6858000"/>
              <a:gd name="connsiteX749" fmla="*/ 4448798 w 7472601"/>
              <a:gd name="connsiteY749" fmla="*/ 1253024 h 6858000"/>
              <a:gd name="connsiteX750" fmla="*/ 4480315 w 7472601"/>
              <a:gd name="connsiteY750" fmla="*/ 1158454 h 6858000"/>
              <a:gd name="connsiteX751" fmla="*/ 4494133 w 7472601"/>
              <a:gd name="connsiteY751" fmla="*/ 1118676 h 6858000"/>
              <a:gd name="connsiteX752" fmla="*/ 4557898 w 7472601"/>
              <a:gd name="connsiteY752" fmla="*/ 900011 h 6858000"/>
              <a:gd name="connsiteX753" fmla="*/ 5870151 w 7472601"/>
              <a:gd name="connsiteY753" fmla="*/ 898890 h 6858000"/>
              <a:gd name="connsiteX754" fmla="*/ 5861335 w 7472601"/>
              <a:gd name="connsiteY754" fmla="*/ 899177 h 6858000"/>
              <a:gd name="connsiteX755" fmla="*/ 5843702 w 7472601"/>
              <a:gd name="connsiteY755" fmla="*/ 899748 h 6858000"/>
              <a:gd name="connsiteX756" fmla="*/ 5651107 w 7472601"/>
              <a:gd name="connsiteY756" fmla="*/ 920306 h 6858000"/>
              <a:gd name="connsiteX757" fmla="*/ 5459407 w 7472601"/>
              <a:gd name="connsiteY757" fmla="*/ 940975 h 6858000"/>
              <a:gd name="connsiteX758" fmla="*/ 5374846 w 7472601"/>
              <a:gd name="connsiteY758" fmla="*/ 941988 h 6858000"/>
              <a:gd name="connsiteX759" fmla="*/ 5256105 w 7472601"/>
              <a:gd name="connsiteY759" fmla="*/ 945632 h 6858000"/>
              <a:gd name="connsiteX760" fmla="*/ 5107071 w 7472601"/>
              <a:gd name="connsiteY760" fmla="*/ 969720 h 6858000"/>
              <a:gd name="connsiteX761" fmla="*/ 4998681 w 7472601"/>
              <a:gd name="connsiteY761" fmla="*/ 988771 h 6858000"/>
              <a:gd name="connsiteX762" fmla="*/ 5870151 w 7472601"/>
              <a:gd name="connsiteY762" fmla="*/ 898890 h 6858000"/>
              <a:gd name="connsiteX763" fmla="*/ 5504425 w 7472601"/>
              <a:gd name="connsiteY763" fmla="*/ 848067 h 6858000"/>
              <a:gd name="connsiteX764" fmla="*/ 4968849 w 7472601"/>
              <a:gd name="connsiteY764" fmla="*/ 962318 h 6858000"/>
              <a:gd name="connsiteX765" fmla="*/ 5104039 w 7472601"/>
              <a:gd name="connsiteY765" fmla="*/ 940634 h 6858000"/>
              <a:gd name="connsiteX766" fmla="*/ 5256311 w 7472601"/>
              <a:gd name="connsiteY766" fmla="*/ 916490 h 6858000"/>
              <a:gd name="connsiteX767" fmla="*/ 5377381 w 7472601"/>
              <a:gd name="connsiteY767" fmla="*/ 912671 h 6858000"/>
              <a:gd name="connsiteX768" fmla="*/ 5460148 w 7472601"/>
              <a:gd name="connsiteY768" fmla="*/ 911442 h 6858000"/>
              <a:gd name="connsiteX769" fmla="*/ 5648971 w 7472601"/>
              <a:gd name="connsiteY769" fmla="*/ 891331 h 6858000"/>
              <a:gd name="connsiteX770" fmla="*/ 5844807 w 7472601"/>
              <a:gd name="connsiteY770" fmla="*/ 870718 h 6858000"/>
              <a:gd name="connsiteX771" fmla="*/ 5862975 w 7472601"/>
              <a:gd name="connsiteY771" fmla="*/ 869756 h 6858000"/>
              <a:gd name="connsiteX772" fmla="*/ 5920887 w 7472601"/>
              <a:gd name="connsiteY772" fmla="*/ 865929 h 6858000"/>
              <a:gd name="connsiteX773" fmla="*/ 5504425 w 7472601"/>
              <a:gd name="connsiteY773" fmla="*/ 848067 h 6858000"/>
              <a:gd name="connsiteX774" fmla="*/ 3607114 w 7472601"/>
              <a:gd name="connsiteY774" fmla="*/ 467441 h 6858000"/>
              <a:gd name="connsiteX775" fmla="*/ 3296242 w 7472601"/>
              <a:gd name="connsiteY775" fmla="*/ 807991 h 6858000"/>
              <a:gd name="connsiteX776" fmla="*/ 3174674 w 7472601"/>
              <a:gd name="connsiteY776" fmla="*/ 919759 h 6858000"/>
              <a:gd name="connsiteX777" fmla="*/ 3042978 w 7472601"/>
              <a:gd name="connsiteY777" fmla="*/ 1054894 h 6858000"/>
              <a:gd name="connsiteX778" fmla="*/ 2968914 w 7472601"/>
              <a:gd name="connsiteY778" fmla="*/ 1133756 h 6858000"/>
              <a:gd name="connsiteX779" fmla="*/ 3103823 w 7472601"/>
              <a:gd name="connsiteY779" fmla="*/ 1026814 h 6858000"/>
              <a:gd name="connsiteX780" fmla="*/ 3607114 w 7472601"/>
              <a:gd name="connsiteY780" fmla="*/ 467441 h 6858000"/>
              <a:gd name="connsiteX781" fmla="*/ 3744487 w 7472601"/>
              <a:gd name="connsiteY781" fmla="*/ 383136 h 6858000"/>
              <a:gd name="connsiteX782" fmla="*/ 3970213 w 7472601"/>
              <a:gd name="connsiteY782" fmla="*/ 995559 h 6858000"/>
              <a:gd name="connsiteX783" fmla="*/ 3744487 w 7472601"/>
              <a:gd name="connsiteY783" fmla="*/ 383136 h 6858000"/>
              <a:gd name="connsiteX784" fmla="*/ 3624562 w 7472601"/>
              <a:gd name="connsiteY784" fmla="*/ 367041 h 6858000"/>
              <a:gd name="connsiteX785" fmla="*/ 3489712 w 7472601"/>
              <a:gd name="connsiteY785" fmla="*/ 485386 h 6858000"/>
              <a:gd name="connsiteX786" fmla="*/ 3182994 w 7472601"/>
              <a:gd name="connsiteY786" fmla="*/ 828265 h 6858000"/>
              <a:gd name="connsiteX787" fmla="*/ 2892114 w 7472601"/>
              <a:gd name="connsiteY787" fmla="*/ 1172635 h 6858000"/>
              <a:gd name="connsiteX788" fmla="*/ 3021459 w 7472601"/>
              <a:gd name="connsiteY788" fmla="*/ 1035385 h 6858000"/>
              <a:gd name="connsiteX789" fmla="*/ 3153873 w 7472601"/>
              <a:gd name="connsiteY789" fmla="*/ 898971 h 6858000"/>
              <a:gd name="connsiteX790" fmla="*/ 3276511 w 7472601"/>
              <a:gd name="connsiteY790" fmla="*/ 786423 h 6858000"/>
              <a:gd name="connsiteX791" fmla="*/ 3584154 w 7472601"/>
              <a:gd name="connsiteY791" fmla="*/ 448218 h 6858000"/>
              <a:gd name="connsiteX792" fmla="*/ 3624562 w 7472601"/>
              <a:gd name="connsiteY792" fmla="*/ 367041 h 6858000"/>
              <a:gd name="connsiteX793" fmla="*/ 3766672 w 7472601"/>
              <a:gd name="connsiteY793" fmla="*/ 359429 h 6858000"/>
              <a:gd name="connsiteX794" fmla="*/ 3996338 w 7472601"/>
              <a:gd name="connsiteY794" fmla="*/ 968237 h 6858000"/>
              <a:gd name="connsiteX795" fmla="*/ 3766672 w 7472601"/>
              <a:gd name="connsiteY795" fmla="*/ 359429 h 6858000"/>
              <a:gd name="connsiteX796" fmla="*/ 5805386 w 7472601"/>
              <a:gd name="connsiteY796" fmla="*/ 239240 h 6858000"/>
              <a:gd name="connsiteX797" fmla="*/ 5736947 w 7472601"/>
              <a:gd name="connsiteY797" fmla="*/ 261367 h 6858000"/>
              <a:gd name="connsiteX798" fmla="*/ 5427012 w 7472601"/>
              <a:gd name="connsiteY798" fmla="*/ 311272 h 6858000"/>
              <a:gd name="connsiteX799" fmla="*/ 5147818 w 7472601"/>
              <a:gd name="connsiteY799" fmla="*/ 322112 h 6858000"/>
              <a:gd name="connsiteX800" fmla="*/ 5060854 w 7472601"/>
              <a:gd name="connsiteY800" fmla="*/ 311882 h 6858000"/>
              <a:gd name="connsiteX801" fmla="*/ 4945989 w 7472601"/>
              <a:gd name="connsiteY801" fmla="*/ 300516 h 6858000"/>
              <a:gd name="connsiteX802" fmla="*/ 5410479 w 7472601"/>
              <a:gd name="connsiteY802" fmla="*/ 348434 h 6858000"/>
              <a:gd name="connsiteX803" fmla="*/ 5805386 w 7472601"/>
              <a:gd name="connsiteY803" fmla="*/ 239240 h 6858000"/>
              <a:gd name="connsiteX804" fmla="*/ 5905192 w 7472601"/>
              <a:gd name="connsiteY804" fmla="*/ 163079 h 6858000"/>
              <a:gd name="connsiteX805" fmla="*/ 5865655 w 7472601"/>
              <a:gd name="connsiteY805" fmla="*/ 171901 h 6858000"/>
              <a:gd name="connsiteX806" fmla="*/ 5259740 w 7472601"/>
              <a:gd name="connsiteY806" fmla="*/ 257013 h 6858000"/>
              <a:gd name="connsiteX807" fmla="*/ 5208466 w 7472601"/>
              <a:gd name="connsiteY807" fmla="*/ 257550 h 6858000"/>
              <a:gd name="connsiteX808" fmla="*/ 4980204 w 7472601"/>
              <a:gd name="connsiteY808" fmla="*/ 271903 h 6858000"/>
              <a:gd name="connsiteX809" fmla="*/ 5068068 w 7472601"/>
              <a:gd name="connsiteY809" fmla="*/ 282244 h 6858000"/>
              <a:gd name="connsiteX810" fmla="*/ 5153231 w 7472601"/>
              <a:gd name="connsiteY810" fmla="*/ 292240 h 6858000"/>
              <a:gd name="connsiteX811" fmla="*/ 5426491 w 7472601"/>
              <a:gd name="connsiteY811" fmla="*/ 281128 h 6858000"/>
              <a:gd name="connsiteX812" fmla="*/ 5731212 w 7472601"/>
              <a:gd name="connsiteY812" fmla="*/ 231951 h 6858000"/>
              <a:gd name="connsiteX813" fmla="*/ 5905192 w 7472601"/>
              <a:gd name="connsiteY813" fmla="*/ 163079 h 6858000"/>
              <a:gd name="connsiteX814" fmla="*/ 5944437 w 7472601"/>
              <a:gd name="connsiteY814" fmla="*/ 113829 h 6858000"/>
              <a:gd name="connsiteX815" fmla="*/ 5825032 w 7472601"/>
              <a:gd name="connsiteY815" fmla="*/ 146405 h 6858000"/>
              <a:gd name="connsiteX816" fmla="*/ 4955599 w 7472601"/>
              <a:gd name="connsiteY816" fmla="*/ 247008 h 6858000"/>
              <a:gd name="connsiteX817" fmla="*/ 5210104 w 7472601"/>
              <a:gd name="connsiteY817" fmla="*/ 228123 h 6858000"/>
              <a:gd name="connsiteX818" fmla="*/ 5261015 w 7472601"/>
              <a:gd name="connsiteY818" fmla="*/ 227087 h 6858000"/>
              <a:gd name="connsiteX819" fmla="*/ 5861181 w 7472601"/>
              <a:gd name="connsiteY819" fmla="*/ 143093 h 6858000"/>
              <a:gd name="connsiteX820" fmla="*/ 5961252 w 7472601"/>
              <a:gd name="connsiteY820" fmla="*/ 114820 h 6858000"/>
              <a:gd name="connsiteX821" fmla="*/ 5944437 w 7472601"/>
              <a:gd name="connsiteY821" fmla="*/ 113829 h 6858000"/>
              <a:gd name="connsiteX822" fmla="*/ 3882765 w 7472601"/>
              <a:gd name="connsiteY822" fmla="*/ 0 h 6858000"/>
              <a:gd name="connsiteX823" fmla="*/ 3995099 w 7472601"/>
              <a:gd name="connsiteY823" fmla="*/ 0 h 6858000"/>
              <a:gd name="connsiteX824" fmla="*/ 4163818 w 7472601"/>
              <a:gd name="connsiteY824" fmla="*/ 234104 h 6858000"/>
              <a:gd name="connsiteX825" fmla="*/ 4172099 w 7472601"/>
              <a:gd name="connsiteY825" fmla="*/ 234207 h 6858000"/>
              <a:gd name="connsiteX826" fmla="*/ 4784282 w 7472601"/>
              <a:gd name="connsiteY826" fmla="*/ 276561 h 6858000"/>
              <a:gd name="connsiteX827" fmla="*/ 4801687 w 7472601"/>
              <a:gd name="connsiteY827" fmla="*/ 267764 h 6858000"/>
              <a:gd name="connsiteX828" fmla="*/ 6082788 w 7472601"/>
              <a:gd name="connsiteY828" fmla="*/ 64119 h 6858000"/>
              <a:gd name="connsiteX829" fmla="*/ 6099442 w 7472601"/>
              <a:gd name="connsiteY829" fmla="*/ 82568 h 6858000"/>
              <a:gd name="connsiteX830" fmla="*/ 4804137 w 7472601"/>
              <a:gd name="connsiteY830" fmla="*/ 320931 h 6858000"/>
              <a:gd name="connsiteX831" fmla="*/ 4227047 w 7472601"/>
              <a:gd name="connsiteY831" fmla="*/ 313415 h 6858000"/>
              <a:gd name="connsiteX832" fmla="*/ 4346041 w 7472601"/>
              <a:gd name="connsiteY832" fmla="*/ 456086 h 6858000"/>
              <a:gd name="connsiteX833" fmla="*/ 4870967 w 7472601"/>
              <a:gd name="connsiteY833" fmla="*/ 963061 h 6858000"/>
              <a:gd name="connsiteX834" fmla="*/ 4889647 w 7472601"/>
              <a:gd name="connsiteY834" fmla="*/ 957147 h 6858000"/>
              <a:gd name="connsiteX835" fmla="*/ 5422504 w 7472601"/>
              <a:gd name="connsiteY835" fmla="*/ 805191 h 6858000"/>
              <a:gd name="connsiteX836" fmla="*/ 6087656 w 7472601"/>
              <a:gd name="connsiteY836" fmla="*/ 826703 h 6858000"/>
              <a:gd name="connsiteX837" fmla="*/ 6058717 w 7472601"/>
              <a:gd name="connsiteY837" fmla="*/ 865992 h 6858000"/>
              <a:gd name="connsiteX838" fmla="*/ 4974153 w 7472601"/>
              <a:gd name="connsiteY838" fmla="*/ 1045456 h 6858000"/>
              <a:gd name="connsiteX839" fmla="*/ 5627835 w 7472601"/>
              <a:gd name="connsiteY839" fmla="*/ 1472077 h 6858000"/>
              <a:gd name="connsiteX840" fmla="*/ 5629817 w 7472601"/>
              <a:gd name="connsiteY840" fmla="*/ 1471412 h 6858000"/>
              <a:gd name="connsiteX841" fmla="*/ 5634124 w 7472601"/>
              <a:gd name="connsiteY841" fmla="*/ 1470572 h 6858000"/>
              <a:gd name="connsiteX842" fmla="*/ 5755832 w 7472601"/>
              <a:gd name="connsiteY842" fmla="*/ 1383886 h 6858000"/>
              <a:gd name="connsiteX843" fmla="*/ 6014186 w 7472601"/>
              <a:gd name="connsiteY843" fmla="*/ 1279799 h 6858000"/>
              <a:gd name="connsiteX844" fmla="*/ 6901619 w 7472601"/>
              <a:gd name="connsiteY844" fmla="*/ 1047874 h 6858000"/>
              <a:gd name="connsiteX845" fmla="*/ 6931566 w 7472601"/>
              <a:gd name="connsiteY845" fmla="*/ 1062034 h 6858000"/>
              <a:gd name="connsiteX846" fmla="*/ 5790982 w 7472601"/>
              <a:gd name="connsiteY846" fmla="*/ 1561380 h 6858000"/>
              <a:gd name="connsiteX847" fmla="*/ 6188971 w 7472601"/>
              <a:gd name="connsiteY847" fmla="*/ 1755168 h 6858000"/>
              <a:gd name="connsiteX848" fmla="*/ 6202446 w 7472601"/>
              <a:gd name="connsiteY848" fmla="*/ 1752268 h 6858000"/>
              <a:gd name="connsiteX849" fmla="*/ 7179560 w 7472601"/>
              <a:gd name="connsiteY849" fmla="*/ 1467551 h 6858000"/>
              <a:gd name="connsiteX850" fmla="*/ 7158730 w 7472601"/>
              <a:gd name="connsiteY850" fmla="*/ 1507835 h 6858000"/>
              <a:gd name="connsiteX851" fmla="*/ 6326959 w 7472601"/>
              <a:gd name="connsiteY851" fmla="*/ 1817686 h 6858000"/>
              <a:gd name="connsiteX852" fmla="*/ 6537433 w 7472601"/>
              <a:gd name="connsiteY852" fmla="*/ 1907790 h 6858000"/>
              <a:gd name="connsiteX853" fmla="*/ 6550221 w 7472601"/>
              <a:gd name="connsiteY853" fmla="*/ 1910729 h 6858000"/>
              <a:gd name="connsiteX854" fmla="*/ 6964438 w 7472601"/>
              <a:gd name="connsiteY854" fmla="*/ 2209505 h 6858000"/>
              <a:gd name="connsiteX855" fmla="*/ 7367862 w 7472601"/>
              <a:gd name="connsiteY855" fmla="*/ 2806833 h 6858000"/>
              <a:gd name="connsiteX856" fmla="*/ 7364329 w 7472601"/>
              <a:gd name="connsiteY856" fmla="*/ 2826907 h 6858000"/>
              <a:gd name="connsiteX857" fmla="*/ 7290545 w 7472601"/>
              <a:gd name="connsiteY857" fmla="*/ 2850663 h 6858000"/>
              <a:gd name="connsiteX858" fmla="*/ 6472036 w 7472601"/>
              <a:gd name="connsiteY858" fmla="*/ 1959003 h 6858000"/>
              <a:gd name="connsiteX859" fmla="*/ 5792897 w 7472601"/>
              <a:gd name="connsiteY859" fmla="*/ 1647747 h 6858000"/>
              <a:gd name="connsiteX860" fmla="*/ 5842751 w 7472601"/>
              <a:gd name="connsiteY860" fmla="*/ 1816112 h 6858000"/>
              <a:gd name="connsiteX861" fmla="*/ 5847424 w 7472601"/>
              <a:gd name="connsiteY861" fmla="*/ 1815776 h 6858000"/>
              <a:gd name="connsiteX862" fmla="*/ 6399821 w 7472601"/>
              <a:gd name="connsiteY862" fmla="*/ 2344799 h 6858000"/>
              <a:gd name="connsiteX863" fmla="*/ 6323232 w 7472601"/>
              <a:gd name="connsiteY863" fmla="*/ 2389634 h 6858000"/>
              <a:gd name="connsiteX864" fmla="*/ 5942958 w 7472601"/>
              <a:gd name="connsiteY864" fmla="*/ 2077708 h 6858000"/>
              <a:gd name="connsiteX865" fmla="*/ 5921559 w 7472601"/>
              <a:gd name="connsiteY865" fmla="*/ 2378596 h 6858000"/>
              <a:gd name="connsiteX866" fmla="*/ 5817651 w 7472601"/>
              <a:gd name="connsiteY866" fmla="*/ 3023919 h 6858000"/>
              <a:gd name="connsiteX867" fmla="*/ 5729634 w 7472601"/>
              <a:gd name="connsiteY867" fmla="*/ 3051849 h 6858000"/>
              <a:gd name="connsiteX868" fmla="*/ 5611018 w 7472601"/>
              <a:gd name="connsiteY868" fmla="*/ 2316769 h 6858000"/>
              <a:gd name="connsiteX869" fmla="*/ 5687608 w 7472601"/>
              <a:gd name="connsiteY869" fmla="*/ 2039972 h 6858000"/>
              <a:gd name="connsiteX870" fmla="*/ 5657554 w 7472601"/>
              <a:gd name="connsiteY870" fmla="*/ 1576445 h 6858000"/>
              <a:gd name="connsiteX871" fmla="*/ 5150475 w 7472601"/>
              <a:gd name="connsiteY871" fmla="*/ 1274012 h 6858000"/>
              <a:gd name="connsiteX872" fmla="*/ 5349142 w 7472601"/>
              <a:gd name="connsiteY872" fmla="*/ 2204405 h 6858000"/>
              <a:gd name="connsiteX873" fmla="*/ 5262214 w 7472601"/>
              <a:gd name="connsiteY873" fmla="*/ 2233836 h 6858000"/>
              <a:gd name="connsiteX874" fmla="*/ 4981539 w 7472601"/>
              <a:gd name="connsiteY874" fmla="*/ 1542201 h 6858000"/>
              <a:gd name="connsiteX875" fmla="*/ 4958461 w 7472601"/>
              <a:gd name="connsiteY875" fmla="*/ 1136957 h 6858000"/>
              <a:gd name="connsiteX876" fmla="*/ 4655015 w 7472601"/>
              <a:gd name="connsiteY876" fmla="*/ 891426 h 6858000"/>
              <a:gd name="connsiteX877" fmla="*/ 4348002 w 7472601"/>
              <a:gd name="connsiteY877" fmla="*/ 2205895 h 6858000"/>
              <a:gd name="connsiteX878" fmla="*/ 4262250 w 7472601"/>
              <a:gd name="connsiteY878" fmla="*/ 2219972 h 6858000"/>
              <a:gd name="connsiteX879" fmla="*/ 4550611 w 7472601"/>
              <a:gd name="connsiteY879" fmla="*/ 817540 h 6858000"/>
              <a:gd name="connsiteX880" fmla="*/ 4564418 w 7472601"/>
              <a:gd name="connsiteY880" fmla="*/ 808293 h 6858000"/>
              <a:gd name="connsiteX881" fmla="*/ 4266388 w 7472601"/>
              <a:gd name="connsiteY881" fmla="*/ 500083 h 6858000"/>
              <a:gd name="connsiteX882" fmla="*/ 4032842 w 7472601"/>
              <a:gd name="connsiteY882" fmla="*/ 211809 h 6858000"/>
              <a:gd name="connsiteX883" fmla="*/ 3882765 w 7472601"/>
              <a:gd name="connsiteY883" fmla="*/ 0 h 6858000"/>
              <a:gd name="connsiteX884" fmla="*/ 3721337 w 7472601"/>
              <a:gd name="connsiteY884" fmla="*/ 0 h 6858000"/>
              <a:gd name="connsiteX885" fmla="*/ 3797544 w 7472601"/>
              <a:gd name="connsiteY885" fmla="*/ 0 h 6858000"/>
              <a:gd name="connsiteX886" fmla="*/ 3775734 w 7472601"/>
              <a:gd name="connsiteY886" fmla="*/ 95131 h 6858000"/>
              <a:gd name="connsiteX887" fmla="*/ 3724807 w 7472601"/>
              <a:gd name="connsiteY887" fmla="*/ 272257 h 6858000"/>
              <a:gd name="connsiteX888" fmla="*/ 3726844 w 7472601"/>
              <a:gd name="connsiteY888" fmla="*/ 282988 h 6858000"/>
              <a:gd name="connsiteX889" fmla="*/ 3742664 w 7472601"/>
              <a:gd name="connsiteY889" fmla="*/ 279918 h 6858000"/>
              <a:gd name="connsiteX890" fmla="*/ 4103910 w 7472601"/>
              <a:gd name="connsiteY890" fmla="*/ 1161917 h 6858000"/>
              <a:gd name="connsiteX891" fmla="*/ 4020269 w 7472601"/>
              <a:gd name="connsiteY891" fmla="*/ 1200406 h 6858000"/>
              <a:gd name="connsiteX892" fmla="*/ 3674882 w 7472601"/>
              <a:gd name="connsiteY892" fmla="*/ 488524 h 6858000"/>
              <a:gd name="connsiteX893" fmla="*/ 3132682 w 7472601"/>
              <a:gd name="connsiteY893" fmla="*/ 1072284 h 6858000"/>
              <a:gd name="connsiteX894" fmla="*/ 2716346 w 7472601"/>
              <a:gd name="connsiteY894" fmla="*/ 1276376 h 6858000"/>
              <a:gd name="connsiteX895" fmla="*/ 2716772 w 7472601"/>
              <a:gd name="connsiteY895" fmla="*/ 1255462 h 6858000"/>
              <a:gd name="connsiteX896" fmla="*/ 3471096 w 7472601"/>
              <a:gd name="connsiteY896" fmla="*/ 437072 h 6858000"/>
              <a:gd name="connsiteX897" fmla="*/ 3639057 w 7472601"/>
              <a:gd name="connsiteY897" fmla="*/ 286334 h 6858000"/>
              <a:gd name="connsiteX898" fmla="*/ 3640309 w 7472601"/>
              <a:gd name="connsiteY898" fmla="*/ 284664 h 6858000"/>
              <a:gd name="connsiteX899" fmla="*/ 3646022 w 7472601"/>
              <a:gd name="connsiteY899" fmla="*/ 276711 h 6858000"/>
              <a:gd name="connsiteX900" fmla="*/ 3707943 w 7472601"/>
              <a:gd name="connsiteY900" fmla="*/ 65958 h 6858000"/>
              <a:gd name="connsiteX901" fmla="*/ 3721337 w 7472601"/>
              <a:gd name="connsiteY901" fmla="*/ 0 h 6858000"/>
              <a:gd name="connsiteX902" fmla="*/ 2867960 w 7472601"/>
              <a:gd name="connsiteY902" fmla="*/ 0 h 6858000"/>
              <a:gd name="connsiteX903" fmla="*/ 2926351 w 7472601"/>
              <a:gd name="connsiteY903" fmla="*/ 0 h 6858000"/>
              <a:gd name="connsiteX904" fmla="*/ 2902823 w 7472601"/>
              <a:gd name="connsiteY904" fmla="*/ 262929 h 6858000"/>
              <a:gd name="connsiteX905" fmla="*/ 2940663 w 7472601"/>
              <a:gd name="connsiteY905" fmla="*/ 140884 h 6858000"/>
              <a:gd name="connsiteX906" fmla="*/ 2947039 w 7472601"/>
              <a:gd name="connsiteY906" fmla="*/ 122524 h 6858000"/>
              <a:gd name="connsiteX907" fmla="*/ 2984316 w 7472601"/>
              <a:gd name="connsiteY907" fmla="*/ 0 h 6858000"/>
              <a:gd name="connsiteX908" fmla="*/ 3016114 w 7472601"/>
              <a:gd name="connsiteY908" fmla="*/ 0 h 6858000"/>
              <a:gd name="connsiteX909" fmla="*/ 2979949 w 7472601"/>
              <a:gd name="connsiteY909" fmla="*/ 119274 h 6858000"/>
              <a:gd name="connsiteX910" fmla="*/ 3023879 w 7472601"/>
              <a:gd name="connsiteY910" fmla="*/ 0 h 6858000"/>
              <a:gd name="connsiteX911" fmla="*/ 3105400 w 7472601"/>
              <a:gd name="connsiteY911" fmla="*/ 0 h 6858000"/>
              <a:gd name="connsiteX912" fmla="*/ 3094669 w 7472601"/>
              <a:gd name="connsiteY912" fmla="*/ 30308 h 6858000"/>
              <a:gd name="connsiteX913" fmla="*/ 2901945 w 7472601"/>
              <a:gd name="connsiteY913" fmla="*/ 466538 h 6858000"/>
              <a:gd name="connsiteX914" fmla="*/ 2815209 w 7472601"/>
              <a:gd name="connsiteY914" fmla="*/ 497361 h 6858000"/>
              <a:gd name="connsiteX915" fmla="*/ 2844845 w 7472601"/>
              <a:gd name="connsiteY915" fmla="*/ 127638 h 6858000"/>
              <a:gd name="connsiteX916" fmla="*/ 2867960 w 7472601"/>
              <a:gd name="connsiteY916" fmla="*/ 0 h 6858000"/>
              <a:gd name="connsiteX917" fmla="*/ 1057230 w 7472601"/>
              <a:gd name="connsiteY917" fmla="*/ 0 h 6858000"/>
              <a:gd name="connsiteX918" fmla="*/ 1111003 w 7472601"/>
              <a:gd name="connsiteY918" fmla="*/ 0 h 6858000"/>
              <a:gd name="connsiteX919" fmla="*/ 1125553 w 7472601"/>
              <a:gd name="connsiteY919" fmla="*/ 52588 h 6858000"/>
              <a:gd name="connsiteX920" fmla="*/ 1304276 w 7472601"/>
              <a:gd name="connsiteY920" fmla="*/ 476275 h 6858000"/>
              <a:gd name="connsiteX921" fmla="*/ 1492066 w 7472601"/>
              <a:gd name="connsiteY921" fmla="*/ 886333 h 6858000"/>
              <a:gd name="connsiteX922" fmla="*/ 1423698 w 7472601"/>
              <a:gd name="connsiteY922" fmla="*/ 710817 h 6858000"/>
              <a:gd name="connsiteX923" fmla="*/ 1357609 w 7472601"/>
              <a:gd name="connsiteY923" fmla="*/ 532892 h 6858000"/>
              <a:gd name="connsiteX924" fmla="*/ 1309550 w 7472601"/>
              <a:gd name="connsiteY924" fmla="*/ 374031 h 6858000"/>
              <a:gd name="connsiteX925" fmla="*/ 1193673 w 7472601"/>
              <a:gd name="connsiteY925" fmla="*/ 49533 h 6858000"/>
              <a:gd name="connsiteX926" fmla="*/ 1164391 w 7472601"/>
              <a:gd name="connsiteY926" fmla="*/ 0 h 6858000"/>
              <a:gd name="connsiteX927" fmla="*/ 1200666 w 7472601"/>
              <a:gd name="connsiteY927" fmla="*/ 0 h 6858000"/>
              <a:gd name="connsiteX928" fmla="*/ 1223408 w 7472601"/>
              <a:gd name="connsiteY928" fmla="*/ 38996 h 6858000"/>
              <a:gd name="connsiteX929" fmla="*/ 1339635 w 7472601"/>
              <a:gd name="connsiteY929" fmla="*/ 365517 h 6858000"/>
              <a:gd name="connsiteX930" fmla="*/ 1387469 w 7472601"/>
              <a:gd name="connsiteY930" fmla="*/ 523079 h 6858000"/>
              <a:gd name="connsiteX931" fmla="*/ 1452685 w 7472601"/>
              <a:gd name="connsiteY931" fmla="*/ 699806 h 6858000"/>
              <a:gd name="connsiteX932" fmla="*/ 1492092 w 7472601"/>
              <a:gd name="connsiteY932" fmla="*/ 800424 h 6858000"/>
              <a:gd name="connsiteX933" fmla="*/ 1455302 w 7472601"/>
              <a:gd name="connsiteY933" fmla="*/ 632913 h 6858000"/>
              <a:gd name="connsiteX934" fmla="*/ 1222336 w 7472601"/>
              <a:gd name="connsiteY934" fmla="*/ 9480 h 6858000"/>
              <a:gd name="connsiteX935" fmla="*/ 1214634 w 7472601"/>
              <a:gd name="connsiteY935" fmla="*/ 0 h 6858000"/>
              <a:gd name="connsiteX936" fmla="*/ 1289827 w 7472601"/>
              <a:gd name="connsiteY936" fmla="*/ 0 h 6858000"/>
              <a:gd name="connsiteX937" fmla="*/ 1321076 w 7472601"/>
              <a:gd name="connsiteY937" fmla="*/ 59722 h 6858000"/>
              <a:gd name="connsiteX938" fmla="*/ 1512579 w 7472601"/>
              <a:gd name="connsiteY938" fmla="*/ 626441 h 6858000"/>
              <a:gd name="connsiteX939" fmla="*/ 1506076 w 7472601"/>
              <a:gd name="connsiteY939" fmla="*/ 1089289 h 6858000"/>
              <a:gd name="connsiteX940" fmla="*/ 1486346 w 7472601"/>
              <a:gd name="connsiteY940" fmla="*/ 1079919 h 6858000"/>
              <a:gd name="connsiteX941" fmla="*/ 1070511 w 7472601"/>
              <a:gd name="connsiteY941" fmla="*/ 48609 h 6858000"/>
              <a:gd name="connsiteX942" fmla="*/ 1057230 w 7472601"/>
              <a:gd name="connsiteY942" fmla="*/ 0 h 6858000"/>
              <a:gd name="connsiteX943" fmla="*/ 43151 w 7472601"/>
              <a:gd name="connsiteY943" fmla="*/ 0 h 6858000"/>
              <a:gd name="connsiteX944" fmla="*/ 95283 w 7472601"/>
              <a:gd name="connsiteY944" fmla="*/ 0 h 6858000"/>
              <a:gd name="connsiteX945" fmla="*/ 300708 w 7472601"/>
              <a:gd name="connsiteY945" fmla="*/ 154571 h 6858000"/>
              <a:gd name="connsiteX946" fmla="*/ 530414 w 7472601"/>
              <a:gd name="connsiteY946" fmla="*/ 354673 h 6858000"/>
              <a:gd name="connsiteX947" fmla="*/ 333785 w 7472601"/>
              <a:gd name="connsiteY947" fmla="*/ 161564 h 6858000"/>
              <a:gd name="connsiteX948" fmla="*/ 147005 w 7472601"/>
              <a:gd name="connsiteY948" fmla="*/ 0 h 6858000"/>
              <a:gd name="connsiteX949" fmla="*/ 272509 w 7472601"/>
              <a:gd name="connsiteY949" fmla="*/ 0 h 6858000"/>
              <a:gd name="connsiteX950" fmla="*/ 326276 w 7472601"/>
              <a:gd name="connsiteY950" fmla="*/ 45847 h 6858000"/>
              <a:gd name="connsiteX951" fmla="*/ 823759 w 7472601"/>
              <a:gd name="connsiteY951" fmla="*/ 574145 h 6858000"/>
              <a:gd name="connsiteX952" fmla="*/ 811254 w 7472601"/>
              <a:gd name="connsiteY952" fmla="*/ 665546 h 6858000"/>
              <a:gd name="connsiteX953" fmla="*/ 154042 w 7472601"/>
              <a:gd name="connsiteY953" fmla="*/ 261522 h 6858000"/>
              <a:gd name="connsiteX954" fmla="*/ 13550 w 7472601"/>
              <a:gd name="connsiteY954" fmla="*/ 158423 h 6858000"/>
              <a:gd name="connsiteX955" fmla="*/ 0 w 7472601"/>
              <a:gd name="connsiteY955" fmla="*/ 146618 h 6858000"/>
              <a:gd name="connsiteX956" fmla="*/ 0 w 7472601"/>
              <a:gd name="connsiteY956" fmla="*/ 59161 h 6858000"/>
              <a:gd name="connsiteX957" fmla="*/ 45427 w 7472601"/>
              <a:gd name="connsiteY957" fmla="*/ 101078 h 6858000"/>
              <a:gd name="connsiteX958" fmla="*/ 630103 w 7472601"/>
              <a:gd name="connsiteY958" fmla="*/ 485885 h 6858000"/>
              <a:gd name="connsiteX959" fmla="*/ 532040 w 7472601"/>
              <a:gd name="connsiteY959" fmla="*/ 399359 h 6858000"/>
              <a:gd name="connsiteX960" fmla="*/ 517618 w 7472601"/>
              <a:gd name="connsiteY960" fmla="*/ 385726 h 6858000"/>
              <a:gd name="connsiteX961" fmla="*/ 285074 w 7472601"/>
              <a:gd name="connsiteY961" fmla="*/ 182755 h 6858000"/>
              <a:gd name="connsiteX962" fmla="*/ 43151 w 7472601"/>
              <a:gd name="connsiteY962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48321 w 7472601"/>
              <a:gd name="connsiteY79" fmla="*/ 6190991 h 6858000"/>
              <a:gd name="connsiteX80" fmla="*/ 7467600 w 7472601"/>
              <a:gd name="connsiteY80" fmla="*/ 6221686 h 6858000"/>
              <a:gd name="connsiteX81" fmla="*/ 7467600 w 7472601"/>
              <a:gd name="connsiteY81" fmla="*/ 6334256 h 6858000"/>
              <a:gd name="connsiteX82" fmla="*/ 7454976 w 7472601"/>
              <a:gd name="connsiteY82" fmla="*/ 6318297 h 6858000"/>
              <a:gd name="connsiteX83" fmla="*/ 1456157 w 7472601"/>
              <a:gd name="connsiteY83" fmla="*/ 5371404 h 6858000"/>
              <a:gd name="connsiteX84" fmla="*/ 1244432 w 7472601"/>
              <a:gd name="connsiteY84" fmla="*/ 5385601 h 6858000"/>
              <a:gd name="connsiteX85" fmla="*/ 973990 w 7472601"/>
              <a:gd name="connsiteY85" fmla="*/ 5424940 h 6858000"/>
              <a:gd name="connsiteX86" fmla="*/ 1103809 w 7472601"/>
              <a:gd name="connsiteY86" fmla="*/ 5433720 h 6858000"/>
              <a:gd name="connsiteX87" fmla="*/ 1123454 w 7472601"/>
              <a:gd name="connsiteY87" fmla="*/ 5435727 h 6858000"/>
              <a:gd name="connsiteX88" fmla="*/ 1737017 w 7472601"/>
              <a:gd name="connsiteY88" fmla="*/ 5452183 h 6858000"/>
              <a:gd name="connsiteX89" fmla="*/ 1824397 w 7472601"/>
              <a:gd name="connsiteY89" fmla="*/ 5447757 h 6858000"/>
              <a:gd name="connsiteX90" fmla="*/ 2070059 w 7472601"/>
              <a:gd name="connsiteY90" fmla="*/ 5441660 h 6858000"/>
              <a:gd name="connsiteX91" fmla="*/ 1456157 w 7472601"/>
              <a:gd name="connsiteY91" fmla="*/ 5371404 h 6858000"/>
              <a:gd name="connsiteX92" fmla="*/ 4988186 w 7472601"/>
              <a:gd name="connsiteY92" fmla="*/ 5216467 h 6858000"/>
              <a:gd name="connsiteX93" fmla="*/ 4777334 w 7472601"/>
              <a:gd name="connsiteY93" fmla="*/ 5406072 h 6858000"/>
              <a:gd name="connsiteX94" fmla="*/ 4718341 w 7472601"/>
              <a:gd name="connsiteY94" fmla="*/ 5468043 h 6858000"/>
              <a:gd name="connsiteX95" fmla="*/ 4604655 w 7472601"/>
              <a:gd name="connsiteY95" fmla="*/ 5583434 h 6858000"/>
              <a:gd name="connsiteX96" fmla="*/ 4565074 w 7472601"/>
              <a:gd name="connsiteY96" fmla="*/ 5618550 h 6858000"/>
              <a:gd name="connsiteX97" fmla="*/ 4988186 w 7472601"/>
              <a:gd name="connsiteY97" fmla="*/ 5216467 h 6858000"/>
              <a:gd name="connsiteX98" fmla="*/ 4978032 w 7472601"/>
              <a:gd name="connsiteY98" fmla="*/ 5183809 h 6858000"/>
              <a:gd name="connsiteX99" fmla="*/ 4463413 w 7472601"/>
              <a:gd name="connsiteY99" fmla="*/ 5615162 h 6858000"/>
              <a:gd name="connsiteX100" fmla="*/ 4358134 w 7472601"/>
              <a:gd name="connsiteY100" fmla="*/ 5742791 h 6858000"/>
              <a:gd name="connsiteX101" fmla="*/ 4376219 w 7472601"/>
              <a:gd name="connsiteY101" fmla="*/ 5729027 h 6858000"/>
              <a:gd name="connsiteX102" fmla="*/ 4582340 w 7472601"/>
              <a:gd name="connsiteY102" fmla="*/ 5561037 h 6858000"/>
              <a:gd name="connsiteX103" fmla="*/ 4694684 w 7472601"/>
              <a:gd name="connsiteY103" fmla="*/ 5447098 h 6858000"/>
              <a:gd name="connsiteX104" fmla="*/ 4754123 w 7472601"/>
              <a:gd name="connsiteY104" fmla="*/ 5384643 h 6858000"/>
              <a:gd name="connsiteX105" fmla="*/ 4978032 w 7472601"/>
              <a:gd name="connsiteY105" fmla="*/ 5183809 h 6858000"/>
              <a:gd name="connsiteX106" fmla="*/ 1903353 w 7472601"/>
              <a:gd name="connsiteY106" fmla="*/ 5044827 h 6858000"/>
              <a:gd name="connsiteX107" fmla="*/ 1936931 w 7472601"/>
              <a:gd name="connsiteY107" fmla="*/ 5093954 h 6858000"/>
              <a:gd name="connsiteX108" fmla="*/ 2195868 w 7472601"/>
              <a:gd name="connsiteY108" fmla="*/ 5396574 h 6858000"/>
              <a:gd name="connsiteX109" fmla="*/ 2088852 w 7472601"/>
              <a:gd name="connsiteY109" fmla="*/ 5166123 h 6858000"/>
              <a:gd name="connsiteX110" fmla="*/ 1958241 w 7472601"/>
              <a:gd name="connsiteY110" fmla="*/ 5067955 h 6858000"/>
              <a:gd name="connsiteX111" fmla="*/ 1903353 w 7472601"/>
              <a:gd name="connsiteY111" fmla="*/ 5044827 h 6858000"/>
              <a:gd name="connsiteX112" fmla="*/ 1979378 w 7472601"/>
              <a:gd name="connsiteY112" fmla="*/ 4769504 h 6858000"/>
              <a:gd name="connsiteX113" fmla="*/ 2882120 w 7472601"/>
              <a:gd name="connsiteY113" fmla="*/ 5064547 h 6858000"/>
              <a:gd name="connsiteX114" fmla="*/ 2793103 w 7472601"/>
              <a:gd name="connsiteY114" fmla="*/ 5039699 h 6858000"/>
              <a:gd name="connsiteX115" fmla="*/ 2770041 w 7472601"/>
              <a:gd name="connsiteY115" fmla="*/ 5033634 h 6858000"/>
              <a:gd name="connsiteX116" fmla="*/ 1979378 w 7472601"/>
              <a:gd name="connsiteY116" fmla="*/ 4769504 h 6858000"/>
              <a:gd name="connsiteX117" fmla="*/ 1927410 w 7472601"/>
              <a:gd name="connsiteY117" fmla="*/ 4716164 h 6858000"/>
              <a:gd name="connsiteX118" fmla="*/ 1959587 w 7472601"/>
              <a:gd name="connsiteY118" fmla="*/ 4728849 h 6858000"/>
              <a:gd name="connsiteX119" fmla="*/ 2777707 w 7472601"/>
              <a:gd name="connsiteY119" fmla="*/ 5003991 h 6858000"/>
              <a:gd name="connsiteX120" fmla="*/ 2800768 w 7472601"/>
              <a:gd name="connsiteY120" fmla="*/ 5010056 h 6858000"/>
              <a:gd name="connsiteX121" fmla="*/ 2879408 w 7472601"/>
              <a:gd name="connsiteY121" fmla="*/ 5031590 h 6858000"/>
              <a:gd name="connsiteX122" fmla="*/ 2862295 w 7472601"/>
              <a:gd name="connsiteY122" fmla="*/ 5022958 h 6858000"/>
              <a:gd name="connsiteX123" fmla="*/ 2813343 w 7472601"/>
              <a:gd name="connsiteY123" fmla="*/ 4998369 h 6858000"/>
              <a:gd name="connsiteX124" fmla="*/ 2646245 w 7472601"/>
              <a:gd name="connsiteY124" fmla="*/ 4930999 h 6858000"/>
              <a:gd name="connsiteX125" fmla="*/ 1999243 w 7472601"/>
              <a:gd name="connsiteY125" fmla="*/ 4730524 h 6858000"/>
              <a:gd name="connsiteX126" fmla="*/ 1979527 w 7472601"/>
              <a:gd name="connsiteY126" fmla="*/ 4726651 h 6858000"/>
              <a:gd name="connsiteX127" fmla="*/ 1927410 w 7472601"/>
              <a:gd name="connsiteY127" fmla="*/ 4716164 h 6858000"/>
              <a:gd name="connsiteX128" fmla="*/ 1997014 w 7472601"/>
              <a:gd name="connsiteY128" fmla="*/ 4698007 h 6858000"/>
              <a:gd name="connsiteX129" fmla="*/ 2005458 w 7472601"/>
              <a:gd name="connsiteY129" fmla="*/ 4699540 h 6858000"/>
              <a:gd name="connsiteX130" fmla="*/ 2657186 w 7472601"/>
              <a:gd name="connsiteY130" fmla="*/ 4901687 h 6858000"/>
              <a:gd name="connsiteX131" fmla="*/ 2826662 w 7472601"/>
              <a:gd name="connsiteY131" fmla="*/ 4970362 h 6858000"/>
              <a:gd name="connsiteX132" fmla="*/ 2876100 w 7472601"/>
              <a:gd name="connsiteY132" fmla="*/ 4995397 h 6858000"/>
              <a:gd name="connsiteX133" fmla="*/ 3042600 w 7472601"/>
              <a:gd name="connsiteY133" fmla="*/ 5059532 h 6858000"/>
              <a:gd name="connsiteX134" fmla="*/ 1997014 w 7472601"/>
              <a:gd name="connsiteY134" fmla="*/ 4698007 h 6858000"/>
              <a:gd name="connsiteX135" fmla="*/ 2305292 w 7472601"/>
              <a:gd name="connsiteY135" fmla="*/ 4219492 h 6858000"/>
              <a:gd name="connsiteX136" fmla="*/ 3360922 w 7472601"/>
              <a:gd name="connsiteY136" fmla="*/ 4529373 h 6858000"/>
              <a:gd name="connsiteX137" fmla="*/ 3492420 w 7472601"/>
              <a:gd name="connsiteY137" fmla="*/ 4510145 h 6858000"/>
              <a:gd name="connsiteX138" fmla="*/ 3364086 w 7472601"/>
              <a:gd name="connsiteY138" fmla="*/ 4480340 h 6858000"/>
              <a:gd name="connsiteX139" fmla="*/ 3225818 w 7472601"/>
              <a:gd name="connsiteY139" fmla="*/ 4411822 h 6858000"/>
              <a:gd name="connsiteX140" fmla="*/ 3129696 w 7472601"/>
              <a:gd name="connsiteY140" fmla="*/ 4360704 h 6858000"/>
              <a:gd name="connsiteX141" fmla="*/ 2814545 w 7472601"/>
              <a:gd name="connsiteY141" fmla="*/ 4282955 h 6858000"/>
              <a:gd name="connsiteX142" fmla="*/ 2305292 w 7472601"/>
              <a:gd name="connsiteY142" fmla="*/ 4219492 h 6858000"/>
              <a:gd name="connsiteX143" fmla="*/ 2626982 w 7472601"/>
              <a:gd name="connsiteY143" fmla="*/ 4206450 h 6858000"/>
              <a:gd name="connsiteX144" fmla="*/ 2490617 w 7472601"/>
              <a:gd name="connsiteY144" fmla="*/ 4206951 h 6858000"/>
              <a:gd name="connsiteX145" fmla="*/ 2819869 w 7472601"/>
              <a:gd name="connsiteY145" fmla="*/ 4252936 h 6858000"/>
              <a:gd name="connsiteX146" fmla="*/ 3143018 w 7472601"/>
              <a:gd name="connsiteY146" fmla="*/ 4332698 h 6858000"/>
              <a:gd name="connsiteX147" fmla="*/ 3241520 w 7472601"/>
              <a:gd name="connsiteY147" fmla="*/ 4385112 h 6858000"/>
              <a:gd name="connsiteX148" fmla="*/ 3374575 w 7472601"/>
              <a:gd name="connsiteY148" fmla="*/ 4451517 h 6858000"/>
              <a:gd name="connsiteX149" fmla="*/ 3505221 w 7472601"/>
              <a:gd name="connsiteY149" fmla="*/ 4480757 h 6858000"/>
              <a:gd name="connsiteX150" fmla="*/ 2626982 w 7472601"/>
              <a:gd name="connsiteY150" fmla="*/ 4206450 h 6858000"/>
              <a:gd name="connsiteX151" fmla="*/ 1310106 w 7472601"/>
              <a:gd name="connsiteY151" fmla="*/ 3943217 h 6858000"/>
              <a:gd name="connsiteX152" fmla="*/ 854994 w 7472601"/>
              <a:gd name="connsiteY152" fmla="*/ 4399136 h 6858000"/>
              <a:gd name="connsiteX153" fmla="*/ 742462 w 7472601"/>
              <a:gd name="connsiteY153" fmla="*/ 4594648 h 6858000"/>
              <a:gd name="connsiteX154" fmla="*/ 820602 w 7472601"/>
              <a:gd name="connsiteY154" fmla="*/ 4485915 h 6858000"/>
              <a:gd name="connsiteX155" fmla="*/ 878295 w 7472601"/>
              <a:gd name="connsiteY155" fmla="*/ 4403594 h 6858000"/>
              <a:gd name="connsiteX156" fmla="*/ 1240607 w 7472601"/>
              <a:gd name="connsiteY156" fmla="*/ 4010401 h 6858000"/>
              <a:gd name="connsiteX157" fmla="*/ 1310106 w 7472601"/>
              <a:gd name="connsiteY157" fmla="*/ 3943217 h 6858000"/>
              <a:gd name="connsiteX158" fmla="*/ 1423113 w 7472601"/>
              <a:gd name="connsiteY158" fmla="*/ 3874565 h 6858000"/>
              <a:gd name="connsiteX159" fmla="*/ 1260565 w 7472601"/>
              <a:gd name="connsiteY159" fmla="*/ 4031982 h 6858000"/>
              <a:gd name="connsiteX160" fmla="*/ 901900 w 7472601"/>
              <a:gd name="connsiteY160" fmla="*/ 4421236 h 6858000"/>
              <a:gd name="connsiteX161" fmla="*/ 845044 w 7472601"/>
              <a:gd name="connsiteY161" fmla="*/ 4502436 h 6858000"/>
              <a:gd name="connsiteX162" fmla="*/ 685926 w 7472601"/>
              <a:gd name="connsiteY162" fmla="*/ 4703069 h 6858000"/>
              <a:gd name="connsiteX163" fmla="*/ 684248 w 7472601"/>
              <a:gd name="connsiteY163" fmla="*/ 4706721 h 6858000"/>
              <a:gd name="connsiteX164" fmla="*/ 1423113 w 7472601"/>
              <a:gd name="connsiteY164" fmla="*/ 3874565 h 6858000"/>
              <a:gd name="connsiteX165" fmla="*/ 3316479 w 7472601"/>
              <a:gd name="connsiteY165" fmla="*/ 3872136 h 6858000"/>
              <a:gd name="connsiteX166" fmla="*/ 3546806 w 7472601"/>
              <a:gd name="connsiteY166" fmla="*/ 4356139 h 6858000"/>
              <a:gd name="connsiteX167" fmla="*/ 3364433 w 7472601"/>
              <a:gd name="connsiteY167" fmla="*/ 3953121 h 6858000"/>
              <a:gd name="connsiteX168" fmla="*/ 3316479 w 7472601"/>
              <a:gd name="connsiteY168" fmla="*/ 3872136 h 6858000"/>
              <a:gd name="connsiteX169" fmla="*/ 3291335 w 7472601"/>
              <a:gd name="connsiteY169" fmla="*/ 3767420 h 6858000"/>
              <a:gd name="connsiteX170" fmla="*/ 3390805 w 7472601"/>
              <a:gd name="connsiteY170" fmla="*/ 3937163 h 6858000"/>
              <a:gd name="connsiteX171" fmla="*/ 3579062 w 7472601"/>
              <a:gd name="connsiteY171" fmla="*/ 4359040 h 6858000"/>
              <a:gd name="connsiteX172" fmla="*/ 3467355 w 7472601"/>
              <a:gd name="connsiteY172" fmla="*/ 3988130 h 6858000"/>
              <a:gd name="connsiteX173" fmla="*/ 3310753 w 7472601"/>
              <a:gd name="connsiteY173" fmla="*/ 3787140 h 6858000"/>
              <a:gd name="connsiteX174" fmla="*/ 3291335 w 7472601"/>
              <a:gd name="connsiteY174" fmla="*/ 3767420 h 6858000"/>
              <a:gd name="connsiteX175" fmla="*/ 1635889 w 7472601"/>
              <a:gd name="connsiteY175" fmla="*/ 3709494 h 6858000"/>
              <a:gd name="connsiteX176" fmla="*/ 1634800 w 7472601"/>
              <a:gd name="connsiteY176" fmla="*/ 3731111 h 6858000"/>
              <a:gd name="connsiteX177" fmla="*/ 1635889 w 7472601"/>
              <a:gd name="connsiteY177" fmla="*/ 3709494 h 6858000"/>
              <a:gd name="connsiteX178" fmla="*/ 1510397 w 7472601"/>
              <a:gd name="connsiteY178" fmla="*/ 3684705 h 6858000"/>
              <a:gd name="connsiteX179" fmla="*/ 1146550 w 7472601"/>
              <a:gd name="connsiteY179" fmla="*/ 3802012 h 6858000"/>
              <a:gd name="connsiteX180" fmla="*/ 698834 w 7472601"/>
              <a:gd name="connsiteY180" fmla="*/ 3952272 h 6858000"/>
              <a:gd name="connsiteX181" fmla="*/ 34256 w 7472601"/>
              <a:gd name="connsiteY181" fmla="*/ 4347603 h 6858000"/>
              <a:gd name="connsiteX182" fmla="*/ 527241 w 7472601"/>
              <a:gd name="connsiteY182" fmla="*/ 4065078 h 6858000"/>
              <a:gd name="connsiteX183" fmla="*/ 1510397 w 7472601"/>
              <a:gd name="connsiteY183" fmla="*/ 3684705 h 6858000"/>
              <a:gd name="connsiteX184" fmla="*/ 1313114 w 7472601"/>
              <a:gd name="connsiteY184" fmla="*/ 3655216 h 6858000"/>
              <a:gd name="connsiteX185" fmla="*/ 1109304 w 7472601"/>
              <a:gd name="connsiteY185" fmla="*/ 3669030 h 6858000"/>
              <a:gd name="connsiteX186" fmla="*/ 8129 w 7472601"/>
              <a:gd name="connsiteY186" fmla="*/ 4330519 h 6858000"/>
              <a:gd name="connsiteX187" fmla="*/ 687572 w 7472601"/>
              <a:gd name="connsiteY187" fmla="*/ 3925629 h 6858000"/>
              <a:gd name="connsiteX188" fmla="*/ 1138365 w 7472601"/>
              <a:gd name="connsiteY188" fmla="*/ 3774515 h 6858000"/>
              <a:gd name="connsiteX189" fmla="*/ 1505579 w 7472601"/>
              <a:gd name="connsiteY189" fmla="*/ 3655526 h 6858000"/>
              <a:gd name="connsiteX190" fmla="*/ 1313114 w 7472601"/>
              <a:gd name="connsiteY190" fmla="*/ 3655216 h 6858000"/>
              <a:gd name="connsiteX191" fmla="*/ 3655073 w 7472601"/>
              <a:gd name="connsiteY191" fmla="*/ 3650884 h 6858000"/>
              <a:gd name="connsiteX192" fmla="*/ 3989938 w 7472601"/>
              <a:gd name="connsiteY192" fmla="*/ 3991685 h 6858000"/>
              <a:gd name="connsiteX193" fmla="*/ 4393907 w 7472601"/>
              <a:gd name="connsiteY193" fmla="*/ 4261258 h 6858000"/>
              <a:gd name="connsiteX194" fmla="*/ 4648051 w 7472601"/>
              <a:gd name="connsiteY194" fmla="*/ 4374051 h 6858000"/>
              <a:gd name="connsiteX195" fmla="*/ 4383389 w 7472601"/>
              <a:gd name="connsiteY195" fmla="*/ 4184369 h 6858000"/>
              <a:gd name="connsiteX196" fmla="*/ 4165508 w 7472601"/>
              <a:gd name="connsiteY196" fmla="*/ 4035196 h 6858000"/>
              <a:gd name="connsiteX197" fmla="*/ 4068162 w 7472601"/>
              <a:gd name="connsiteY197" fmla="*/ 3953394 h 6858000"/>
              <a:gd name="connsiteX198" fmla="*/ 3981416 w 7472601"/>
              <a:gd name="connsiteY198" fmla="*/ 3880482 h 6858000"/>
              <a:gd name="connsiteX199" fmla="*/ 3800147 w 7472601"/>
              <a:gd name="connsiteY199" fmla="*/ 3749872 h 6858000"/>
              <a:gd name="connsiteX200" fmla="*/ 3655073 w 7472601"/>
              <a:gd name="connsiteY200" fmla="*/ 3650884 h 6858000"/>
              <a:gd name="connsiteX201" fmla="*/ 3670252 w 7472601"/>
              <a:gd name="connsiteY201" fmla="*/ 3622798 h 6858000"/>
              <a:gd name="connsiteX202" fmla="*/ 3817258 w 7472601"/>
              <a:gd name="connsiteY202" fmla="*/ 3723577 h 6858000"/>
              <a:gd name="connsiteX203" fmla="*/ 4000461 w 7472601"/>
              <a:gd name="connsiteY203" fmla="*/ 3855966 h 6858000"/>
              <a:gd name="connsiteX204" fmla="*/ 4088180 w 7472601"/>
              <a:gd name="connsiteY204" fmla="*/ 3929774 h 6858000"/>
              <a:gd name="connsiteX205" fmla="*/ 4184555 w 7472601"/>
              <a:gd name="connsiteY205" fmla="*/ 4010683 h 6858000"/>
              <a:gd name="connsiteX206" fmla="*/ 4399563 w 7472601"/>
              <a:gd name="connsiteY206" fmla="*/ 4158106 h 6858000"/>
              <a:gd name="connsiteX207" fmla="*/ 4684469 w 7472601"/>
              <a:gd name="connsiteY207" fmla="*/ 4364680 h 6858000"/>
              <a:gd name="connsiteX208" fmla="*/ 4690271 w 7472601"/>
              <a:gd name="connsiteY208" fmla="*/ 4370034 h 6858000"/>
              <a:gd name="connsiteX209" fmla="*/ 4136093 w 7472601"/>
              <a:gd name="connsiteY209" fmla="*/ 3858466 h 6858000"/>
              <a:gd name="connsiteX210" fmla="*/ 3670252 w 7472601"/>
              <a:gd name="connsiteY210" fmla="*/ 3622798 h 6858000"/>
              <a:gd name="connsiteX211" fmla="*/ 4440129 w 7472601"/>
              <a:gd name="connsiteY211" fmla="*/ 3448571 h 6858000"/>
              <a:gd name="connsiteX212" fmla="*/ 4856525 w 7472601"/>
              <a:gd name="connsiteY212" fmla="*/ 3915351 h 6858000"/>
              <a:gd name="connsiteX213" fmla="*/ 5059055 w 7472601"/>
              <a:gd name="connsiteY213" fmla="*/ 4108918 h 6858000"/>
              <a:gd name="connsiteX214" fmla="*/ 5290070 w 7472601"/>
              <a:gd name="connsiteY214" fmla="*/ 4263619 h 6858000"/>
              <a:gd name="connsiteX215" fmla="*/ 4834991 w 7472601"/>
              <a:gd name="connsiteY215" fmla="*/ 3830985 h 6858000"/>
              <a:gd name="connsiteX216" fmla="*/ 4440129 w 7472601"/>
              <a:gd name="connsiteY216" fmla="*/ 3448571 h 6858000"/>
              <a:gd name="connsiteX217" fmla="*/ 4441737 w 7472601"/>
              <a:gd name="connsiteY217" fmla="*/ 3399734 h 6858000"/>
              <a:gd name="connsiteX218" fmla="*/ 4431236 w 7472601"/>
              <a:gd name="connsiteY218" fmla="*/ 3400954 h 6858000"/>
              <a:gd name="connsiteX219" fmla="*/ 4557150 w 7472601"/>
              <a:gd name="connsiteY219" fmla="*/ 3510023 h 6858000"/>
              <a:gd name="connsiteX220" fmla="*/ 4856936 w 7472601"/>
              <a:gd name="connsiteY220" fmla="*/ 3809146 h 6858000"/>
              <a:gd name="connsiteX221" fmla="*/ 5111996 w 7472601"/>
              <a:gd name="connsiteY221" fmla="*/ 4065759 h 6858000"/>
              <a:gd name="connsiteX222" fmla="*/ 5388878 w 7472601"/>
              <a:gd name="connsiteY222" fmla="*/ 4300185 h 6858000"/>
              <a:gd name="connsiteX223" fmla="*/ 5425556 w 7472601"/>
              <a:gd name="connsiteY223" fmla="*/ 4308967 h 6858000"/>
              <a:gd name="connsiteX224" fmla="*/ 4943646 w 7472601"/>
              <a:gd name="connsiteY224" fmla="*/ 3822916 h 6858000"/>
              <a:gd name="connsiteX225" fmla="*/ 4594837 w 7472601"/>
              <a:gd name="connsiteY225" fmla="*/ 3532274 h 6858000"/>
              <a:gd name="connsiteX226" fmla="*/ 4441737 w 7472601"/>
              <a:gd name="connsiteY226" fmla="*/ 3399734 h 6858000"/>
              <a:gd name="connsiteX227" fmla="*/ 5425834 w 7472601"/>
              <a:gd name="connsiteY227" fmla="*/ 3162785 h 6858000"/>
              <a:gd name="connsiteX228" fmla="*/ 5401644 w 7472601"/>
              <a:gd name="connsiteY228" fmla="*/ 3617847 h 6858000"/>
              <a:gd name="connsiteX229" fmla="*/ 5467256 w 7472601"/>
              <a:gd name="connsiteY229" fmla="*/ 4175494 h 6858000"/>
              <a:gd name="connsiteX230" fmla="*/ 5448069 w 7472601"/>
              <a:gd name="connsiteY230" fmla="*/ 3567554 h 6858000"/>
              <a:gd name="connsiteX231" fmla="*/ 5425834 w 7472601"/>
              <a:gd name="connsiteY231" fmla="*/ 3162785 h 6858000"/>
              <a:gd name="connsiteX232" fmla="*/ 1318687 w 7472601"/>
              <a:gd name="connsiteY232" fmla="*/ 3113840 h 6858000"/>
              <a:gd name="connsiteX233" fmla="*/ 1066793 w 7472601"/>
              <a:gd name="connsiteY233" fmla="*/ 3212171 h 6858000"/>
              <a:gd name="connsiteX234" fmla="*/ 993319 w 7472601"/>
              <a:gd name="connsiteY234" fmla="*/ 3247648 h 6858000"/>
              <a:gd name="connsiteX235" fmla="*/ 853081 w 7472601"/>
              <a:gd name="connsiteY235" fmla="*/ 3312410 h 6858000"/>
              <a:gd name="connsiteX236" fmla="*/ 805957 w 7472601"/>
              <a:gd name="connsiteY236" fmla="*/ 3330443 h 6858000"/>
              <a:gd name="connsiteX237" fmla="*/ 1318687 w 7472601"/>
              <a:gd name="connsiteY237" fmla="*/ 3113840 h 6858000"/>
              <a:gd name="connsiteX238" fmla="*/ 5453702 w 7472601"/>
              <a:gd name="connsiteY238" fmla="*/ 3090882 h 6858000"/>
              <a:gd name="connsiteX239" fmla="*/ 5480135 w 7472601"/>
              <a:gd name="connsiteY239" fmla="*/ 3565802 h 6858000"/>
              <a:gd name="connsiteX240" fmla="*/ 5499023 w 7472601"/>
              <a:gd name="connsiteY240" fmla="*/ 4166310 h 6858000"/>
              <a:gd name="connsiteX241" fmla="*/ 5547022 w 7472601"/>
              <a:gd name="connsiteY241" fmla="*/ 3607838 h 6858000"/>
              <a:gd name="connsiteX242" fmla="*/ 5515964 w 7472601"/>
              <a:gd name="connsiteY242" fmla="*/ 3378541 h 6858000"/>
              <a:gd name="connsiteX243" fmla="*/ 5453702 w 7472601"/>
              <a:gd name="connsiteY243" fmla="*/ 3090882 h 6858000"/>
              <a:gd name="connsiteX244" fmla="*/ 1238695 w 7472601"/>
              <a:gd name="connsiteY244" fmla="*/ 3076820 h 6858000"/>
              <a:gd name="connsiteX245" fmla="*/ 716371 w 7472601"/>
              <a:gd name="connsiteY245" fmla="*/ 3293249 h 6858000"/>
              <a:gd name="connsiteX246" fmla="*/ 579522 w 7472601"/>
              <a:gd name="connsiteY246" fmla="*/ 3371759 h 6858000"/>
              <a:gd name="connsiteX247" fmla="*/ 600288 w 7472601"/>
              <a:gd name="connsiteY247" fmla="*/ 3365555 h 6858000"/>
              <a:gd name="connsiteX248" fmla="*/ 840692 w 7472601"/>
              <a:gd name="connsiteY248" fmla="*/ 3284921 h 6858000"/>
              <a:gd name="connsiteX249" fmla="*/ 979248 w 7472601"/>
              <a:gd name="connsiteY249" fmla="*/ 3221003 h 6858000"/>
              <a:gd name="connsiteX250" fmla="*/ 1053282 w 7472601"/>
              <a:gd name="connsiteY250" fmla="*/ 3185247 h 6858000"/>
              <a:gd name="connsiteX251" fmla="*/ 1320603 w 7472601"/>
              <a:gd name="connsiteY251" fmla="*/ 3081281 h 6858000"/>
              <a:gd name="connsiteX252" fmla="*/ 1238695 w 7472601"/>
              <a:gd name="connsiteY252" fmla="*/ 3076820 h 6858000"/>
              <a:gd name="connsiteX253" fmla="*/ 5425627 w 7472601"/>
              <a:gd name="connsiteY253" fmla="*/ 2954192 h 6858000"/>
              <a:gd name="connsiteX254" fmla="*/ 5470770 w 7472601"/>
              <a:gd name="connsiteY254" fmla="*/ 3005435 h 6858000"/>
              <a:gd name="connsiteX255" fmla="*/ 5519779 w 7472601"/>
              <a:gd name="connsiteY255" fmla="*/ 4359223 h 6858000"/>
              <a:gd name="connsiteX256" fmla="*/ 5520293 w 7472601"/>
              <a:gd name="connsiteY256" fmla="*/ 4360602 h 6858000"/>
              <a:gd name="connsiteX257" fmla="*/ 5767221 w 7472601"/>
              <a:gd name="connsiteY257" fmla="*/ 4665564 h 6858000"/>
              <a:gd name="connsiteX258" fmla="*/ 6937169 w 7472601"/>
              <a:gd name="connsiteY258" fmla="*/ 4815941 h 6858000"/>
              <a:gd name="connsiteX259" fmla="*/ 6953922 w 7472601"/>
              <a:gd name="connsiteY259" fmla="*/ 4890068 h 6858000"/>
              <a:gd name="connsiteX260" fmla="*/ 6071359 w 7472601"/>
              <a:gd name="connsiteY260" fmla="*/ 4770770 h 6858000"/>
              <a:gd name="connsiteX261" fmla="*/ 6038839 w 7472601"/>
              <a:gd name="connsiteY261" fmla="*/ 4764474 h 6858000"/>
              <a:gd name="connsiteX262" fmla="*/ 6038706 w 7472601"/>
              <a:gd name="connsiteY262" fmla="*/ 4763847 h 6858000"/>
              <a:gd name="connsiteX263" fmla="*/ 6037784 w 7472601"/>
              <a:gd name="connsiteY263" fmla="*/ 4764270 h 6858000"/>
              <a:gd name="connsiteX264" fmla="*/ 6038839 w 7472601"/>
              <a:gd name="connsiteY264" fmla="*/ 4764474 h 6858000"/>
              <a:gd name="connsiteX265" fmla="*/ 6040338 w 7472601"/>
              <a:gd name="connsiteY265" fmla="*/ 4771418 h 6858000"/>
              <a:gd name="connsiteX266" fmla="*/ 6024488 w 7472601"/>
              <a:gd name="connsiteY266" fmla="*/ 4809903 h 6858000"/>
              <a:gd name="connsiteX267" fmla="*/ 5599771 w 7472601"/>
              <a:gd name="connsiteY267" fmla="*/ 5509652 h 6858000"/>
              <a:gd name="connsiteX268" fmla="*/ 5548843 w 7472601"/>
              <a:gd name="connsiteY268" fmla="*/ 5563845 h 6858000"/>
              <a:gd name="connsiteX269" fmla="*/ 5940952 w 7472601"/>
              <a:gd name="connsiteY269" fmla="*/ 6250028 h 6858000"/>
              <a:gd name="connsiteX270" fmla="*/ 6043441 w 7472601"/>
              <a:gd name="connsiteY270" fmla="*/ 6665847 h 6858000"/>
              <a:gd name="connsiteX271" fmla="*/ 6093432 w 7472601"/>
              <a:gd name="connsiteY271" fmla="*/ 6858000 h 6858000"/>
              <a:gd name="connsiteX272" fmla="*/ 6034344 w 7472601"/>
              <a:gd name="connsiteY272" fmla="*/ 6858000 h 6858000"/>
              <a:gd name="connsiteX273" fmla="*/ 6026679 w 7472601"/>
              <a:gd name="connsiteY273" fmla="*/ 6836959 h 6858000"/>
              <a:gd name="connsiteX274" fmla="*/ 5800441 w 7472601"/>
              <a:gd name="connsiteY274" fmla="*/ 6335286 h 6858000"/>
              <a:gd name="connsiteX275" fmla="*/ 5526562 w 7472601"/>
              <a:gd name="connsiteY275" fmla="*/ 5705388 h 6858000"/>
              <a:gd name="connsiteX276" fmla="*/ 5519640 w 7472601"/>
              <a:gd name="connsiteY276" fmla="*/ 5683774 h 6858000"/>
              <a:gd name="connsiteX277" fmla="*/ 5844559 w 7472601"/>
              <a:gd name="connsiteY277" fmla="*/ 6553349 h 6858000"/>
              <a:gd name="connsiteX278" fmla="*/ 5975994 w 7472601"/>
              <a:gd name="connsiteY278" fmla="*/ 6858000 h 6858000"/>
              <a:gd name="connsiteX279" fmla="*/ 5898547 w 7472601"/>
              <a:gd name="connsiteY279" fmla="*/ 6858000 h 6858000"/>
              <a:gd name="connsiteX280" fmla="*/ 5682041 w 7472601"/>
              <a:gd name="connsiteY280" fmla="*/ 6355860 h 6858000"/>
              <a:gd name="connsiteX281" fmla="*/ 5461758 w 7472601"/>
              <a:gd name="connsiteY281" fmla="*/ 5820220 h 6858000"/>
              <a:gd name="connsiteX282" fmla="*/ 5237282 w 7472601"/>
              <a:gd name="connsiteY282" fmla="*/ 6579086 h 6858000"/>
              <a:gd name="connsiteX283" fmla="*/ 5115009 w 7472601"/>
              <a:gd name="connsiteY283" fmla="*/ 6858000 h 6858000"/>
              <a:gd name="connsiteX284" fmla="*/ 5028074 w 7472601"/>
              <a:gd name="connsiteY284" fmla="*/ 6858000 h 6858000"/>
              <a:gd name="connsiteX285" fmla="*/ 5079508 w 7472601"/>
              <a:gd name="connsiteY285" fmla="*/ 6749074 h 6858000"/>
              <a:gd name="connsiteX286" fmla="*/ 5371846 w 7472601"/>
              <a:gd name="connsiteY286" fmla="*/ 5924413 h 6858000"/>
              <a:gd name="connsiteX287" fmla="*/ 5270512 w 7472601"/>
              <a:gd name="connsiteY287" fmla="*/ 6138975 h 6858000"/>
              <a:gd name="connsiteX288" fmla="*/ 5062409 w 7472601"/>
              <a:gd name="connsiteY288" fmla="*/ 6653544 h 6858000"/>
              <a:gd name="connsiteX289" fmla="*/ 5036628 w 7472601"/>
              <a:gd name="connsiteY289" fmla="*/ 6754247 h 6858000"/>
              <a:gd name="connsiteX290" fmla="*/ 5009112 w 7472601"/>
              <a:gd name="connsiteY290" fmla="*/ 6858000 h 6858000"/>
              <a:gd name="connsiteX291" fmla="*/ 4976679 w 7472601"/>
              <a:gd name="connsiteY291" fmla="*/ 6858000 h 6858000"/>
              <a:gd name="connsiteX292" fmla="*/ 5006537 w 7472601"/>
              <a:gd name="connsiteY292" fmla="*/ 6747068 h 6858000"/>
              <a:gd name="connsiteX293" fmla="*/ 5032723 w 7472601"/>
              <a:gd name="connsiteY293" fmla="*/ 6644957 h 6858000"/>
              <a:gd name="connsiteX294" fmla="*/ 5242949 w 7472601"/>
              <a:gd name="connsiteY294" fmla="*/ 6125175 h 6858000"/>
              <a:gd name="connsiteX295" fmla="*/ 5286321 w 7472601"/>
              <a:gd name="connsiteY295" fmla="*/ 6033555 h 6858000"/>
              <a:gd name="connsiteX296" fmla="*/ 5008210 w 7472601"/>
              <a:gd name="connsiteY296" fmla="*/ 6649194 h 6858000"/>
              <a:gd name="connsiteX297" fmla="*/ 4986321 w 7472601"/>
              <a:gd name="connsiteY297" fmla="*/ 6765687 h 6858000"/>
              <a:gd name="connsiteX298" fmla="*/ 4973474 w 7472601"/>
              <a:gd name="connsiteY298" fmla="*/ 6858000 h 6858000"/>
              <a:gd name="connsiteX299" fmla="*/ 4907178 w 7472601"/>
              <a:gd name="connsiteY299" fmla="*/ 6858000 h 6858000"/>
              <a:gd name="connsiteX300" fmla="*/ 4910810 w 7472601"/>
              <a:gd name="connsiteY300" fmla="*/ 6829660 h 6858000"/>
              <a:gd name="connsiteX301" fmla="*/ 4987461 w 7472601"/>
              <a:gd name="connsiteY301" fmla="*/ 6432994 h 6858000"/>
              <a:gd name="connsiteX302" fmla="*/ 5179262 w 7472601"/>
              <a:gd name="connsiteY302" fmla="*/ 6035044 h 6858000"/>
              <a:gd name="connsiteX303" fmla="*/ 4689678 w 7472601"/>
              <a:gd name="connsiteY303" fmla="*/ 6440241 h 6858000"/>
              <a:gd name="connsiteX304" fmla="*/ 4477543 w 7472601"/>
              <a:gd name="connsiteY304" fmla="*/ 6674836 h 6858000"/>
              <a:gd name="connsiteX305" fmla="*/ 4329957 w 7472601"/>
              <a:gd name="connsiteY305" fmla="*/ 6858000 h 6858000"/>
              <a:gd name="connsiteX306" fmla="*/ 4218595 w 7472601"/>
              <a:gd name="connsiteY306" fmla="*/ 6858000 h 6858000"/>
              <a:gd name="connsiteX307" fmla="*/ 4368888 w 7472601"/>
              <a:gd name="connsiteY307" fmla="*/ 6668412 h 6858000"/>
              <a:gd name="connsiteX308" fmla="*/ 4563091 w 7472601"/>
              <a:gd name="connsiteY308" fmla="*/ 6442508 h 6858000"/>
              <a:gd name="connsiteX309" fmla="*/ 5387324 w 7472601"/>
              <a:gd name="connsiteY309" fmla="*/ 5705830 h 6858000"/>
              <a:gd name="connsiteX310" fmla="*/ 5073620 w 7472601"/>
              <a:gd name="connsiteY310" fmla="*/ 5955437 h 6858000"/>
              <a:gd name="connsiteX311" fmla="*/ 4689789 w 7472601"/>
              <a:gd name="connsiteY311" fmla="*/ 6268382 h 6858000"/>
              <a:gd name="connsiteX312" fmla="*/ 4418722 w 7472601"/>
              <a:gd name="connsiteY312" fmla="*/ 6570886 h 6858000"/>
              <a:gd name="connsiteX313" fmla="*/ 4214944 w 7472601"/>
              <a:gd name="connsiteY313" fmla="*/ 6858000 h 6858000"/>
              <a:gd name="connsiteX314" fmla="*/ 4177898 w 7472601"/>
              <a:gd name="connsiteY314" fmla="*/ 6858000 h 6858000"/>
              <a:gd name="connsiteX315" fmla="*/ 4391597 w 7472601"/>
              <a:gd name="connsiteY315" fmla="*/ 6556370 h 6858000"/>
              <a:gd name="connsiteX316" fmla="*/ 4668889 w 7472601"/>
              <a:gd name="connsiteY316" fmla="*/ 6246399 h 6858000"/>
              <a:gd name="connsiteX317" fmla="*/ 5055427 w 7472601"/>
              <a:gd name="connsiteY317" fmla="*/ 5931476 h 6858000"/>
              <a:gd name="connsiteX318" fmla="*/ 5371814 w 7472601"/>
              <a:gd name="connsiteY318" fmla="*/ 5678975 h 6858000"/>
              <a:gd name="connsiteX319" fmla="*/ 4987918 w 7472601"/>
              <a:gd name="connsiteY319" fmla="*/ 5838701 h 6858000"/>
              <a:gd name="connsiteX320" fmla="*/ 4317146 w 7472601"/>
              <a:gd name="connsiteY320" fmla="*/ 6587716 h 6858000"/>
              <a:gd name="connsiteX321" fmla="*/ 4171627 w 7472601"/>
              <a:gd name="connsiteY321" fmla="*/ 6858000 h 6858000"/>
              <a:gd name="connsiteX322" fmla="*/ 4081585 w 7472601"/>
              <a:gd name="connsiteY322" fmla="*/ 6858000 h 6858000"/>
              <a:gd name="connsiteX323" fmla="*/ 4238603 w 7472601"/>
              <a:gd name="connsiteY323" fmla="*/ 6559341 h 6858000"/>
              <a:gd name="connsiteX324" fmla="*/ 4778333 w 7472601"/>
              <a:gd name="connsiteY324" fmla="*/ 5873626 h 6858000"/>
              <a:gd name="connsiteX325" fmla="*/ 5414185 w 7472601"/>
              <a:gd name="connsiteY325" fmla="*/ 5573882 h 6858000"/>
              <a:gd name="connsiteX326" fmla="*/ 5959648 w 7472601"/>
              <a:gd name="connsiteY326" fmla="*/ 4760797 h 6858000"/>
              <a:gd name="connsiteX327" fmla="*/ 5355019 w 7472601"/>
              <a:gd name="connsiteY327" fmla="*/ 4734672 h 6858000"/>
              <a:gd name="connsiteX328" fmla="*/ 5083565 w 7472601"/>
              <a:gd name="connsiteY328" fmla="*/ 5179121 h 6858000"/>
              <a:gd name="connsiteX329" fmla="*/ 4713577 w 7472601"/>
              <a:gd name="connsiteY329" fmla="*/ 5616803 h 6858000"/>
              <a:gd name="connsiteX330" fmla="*/ 3989559 w 7472601"/>
              <a:gd name="connsiteY330" fmla="*/ 6145945 h 6858000"/>
              <a:gd name="connsiteX331" fmla="*/ 3939824 w 7472601"/>
              <a:gd name="connsiteY331" fmla="*/ 6066900 h 6858000"/>
              <a:gd name="connsiteX332" fmla="*/ 4584537 w 7472601"/>
              <a:gd name="connsiteY332" fmla="*/ 5324826 h 6858000"/>
              <a:gd name="connsiteX333" fmla="*/ 5037105 w 7472601"/>
              <a:gd name="connsiteY333" fmla="*/ 5088765 h 6858000"/>
              <a:gd name="connsiteX334" fmla="*/ 5039930 w 7472601"/>
              <a:gd name="connsiteY334" fmla="*/ 5089585 h 6858000"/>
              <a:gd name="connsiteX335" fmla="*/ 5263764 w 7472601"/>
              <a:gd name="connsiteY335" fmla="*/ 4735525 h 6858000"/>
              <a:gd name="connsiteX336" fmla="*/ 4086300 w 7472601"/>
              <a:gd name="connsiteY336" fmla="*/ 4884599 h 6858000"/>
              <a:gd name="connsiteX337" fmla="*/ 4085485 w 7472601"/>
              <a:gd name="connsiteY337" fmla="*/ 4899070 h 6858000"/>
              <a:gd name="connsiteX338" fmla="*/ 3871915 w 7472601"/>
              <a:gd name="connsiteY338" fmla="*/ 5253645 h 6858000"/>
              <a:gd name="connsiteX339" fmla="*/ 3799374 w 7472601"/>
              <a:gd name="connsiteY339" fmla="*/ 5466127 h 6858000"/>
              <a:gd name="connsiteX340" fmla="*/ 3498850 w 7472601"/>
              <a:gd name="connsiteY340" fmla="*/ 6661888 h 6858000"/>
              <a:gd name="connsiteX341" fmla="*/ 3399216 w 7472601"/>
              <a:gd name="connsiteY341" fmla="*/ 6858000 h 6858000"/>
              <a:gd name="connsiteX342" fmla="*/ 3303688 w 7472601"/>
              <a:gd name="connsiteY342" fmla="*/ 6858000 h 6858000"/>
              <a:gd name="connsiteX343" fmla="*/ 3391774 w 7472601"/>
              <a:gd name="connsiteY343" fmla="*/ 6697181 h 6858000"/>
              <a:gd name="connsiteX344" fmla="*/ 3735540 w 7472601"/>
              <a:gd name="connsiteY344" fmla="*/ 5546923 h 6858000"/>
              <a:gd name="connsiteX345" fmla="*/ 3729438 w 7472601"/>
              <a:gd name="connsiteY345" fmla="*/ 5569058 h 6858000"/>
              <a:gd name="connsiteX346" fmla="*/ 3707782 w 7472601"/>
              <a:gd name="connsiteY346" fmla="*/ 5644908 h 6858000"/>
              <a:gd name="connsiteX347" fmla="*/ 3583827 w 7472601"/>
              <a:gd name="connsiteY347" fmla="*/ 6039215 h 6858000"/>
              <a:gd name="connsiteX348" fmla="*/ 3547861 w 7472601"/>
              <a:gd name="connsiteY348" fmla="*/ 6129609 h 6858000"/>
              <a:gd name="connsiteX349" fmla="*/ 3490905 w 7472601"/>
              <a:gd name="connsiteY349" fmla="*/ 6277660 h 6858000"/>
              <a:gd name="connsiteX350" fmla="*/ 3455859 w 7472601"/>
              <a:gd name="connsiteY350" fmla="*/ 6391301 h 6858000"/>
              <a:gd name="connsiteX351" fmla="*/ 3429112 w 7472601"/>
              <a:gd name="connsiteY351" fmla="*/ 6479469 h 6858000"/>
              <a:gd name="connsiteX352" fmla="*/ 3304862 w 7472601"/>
              <a:gd name="connsiteY352" fmla="*/ 6796476 h 6858000"/>
              <a:gd name="connsiteX353" fmla="*/ 3276071 w 7472601"/>
              <a:gd name="connsiteY353" fmla="*/ 6858000 h 6858000"/>
              <a:gd name="connsiteX354" fmla="*/ 3240805 w 7472601"/>
              <a:gd name="connsiteY354" fmla="*/ 6858000 h 6858000"/>
              <a:gd name="connsiteX355" fmla="*/ 3275917 w 7472601"/>
              <a:gd name="connsiteY355" fmla="*/ 6783192 h 6858000"/>
              <a:gd name="connsiteX356" fmla="*/ 3399358 w 7472601"/>
              <a:gd name="connsiteY356" fmla="*/ 6469011 h 6858000"/>
              <a:gd name="connsiteX357" fmla="*/ 3425650 w 7472601"/>
              <a:gd name="connsiteY357" fmla="*/ 6381333 h 6858000"/>
              <a:gd name="connsiteX358" fmla="*/ 3460661 w 7472601"/>
              <a:gd name="connsiteY358" fmla="*/ 6266763 h 6858000"/>
              <a:gd name="connsiteX359" fmla="*/ 3518021 w 7472601"/>
              <a:gd name="connsiteY359" fmla="*/ 6117298 h 6858000"/>
              <a:gd name="connsiteX360" fmla="*/ 3554035 w 7472601"/>
              <a:gd name="connsiteY360" fmla="*/ 6027832 h 6858000"/>
              <a:gd name="connsiteX361" fmla="*/ 3677174 w 7472601"/>
              <a:gd name="connsiteY361" fmla="*/ 5636351 h 6858000"/>
              <a:gd name="connsiteX362" fmla="*/ 3698819 w 7472601"/>
              <a:gd name="connsiteY362" fmla="*/ 5560503 h 6858000"/>
              <a:gd name="connsiteX363" fmla="*/ 3702094 w 7472601"/>
              <a:gd name="connsiteY363" fmla="*/ 5549194 h 6858000"/>
              <a:gd name="connsiteX364" fmla="*/ 3398355 w 7472601"/>
              <a:gd name="connsiteY364" fmla="*/ 6094603 h 6858000"/>
              <a:gd name="connsiteX365" fmla="*/ 3193941 w 7472601"/>
              <a:gd name="connsiteY365" fmla="*/ 6798775 h 6858000"/>
              <a:gd name="connsiteX366" fmla="*/ 3184140 w 7472601"/>
              <a:gd name="connsiteY366" fmla="*/ 6858000 h 6858000"/>
              <a:gd name="connsiteX367" fmla="*/ 3099978 w 7472601"/>
              <a:gd name="connsiteY367" fmla="*/ 6858000 h 6858000"/>
              <a:gd name="connsiteX368" fmla="*/ 3101556 w 7472601"/>
              <a:gd name="connsiteY368" fmla="*/ 6843337 h 6858000"/>
              <a:gd name="connsiteX369" fmla="*/ 3370162 w 7472601"/>
              <a:gd name="connsiteY369" fmla="*/ 5785550 h 6858000"/>
              <a:gd name="connsiteX370" fmla="*/ 3746477 w 7472601"/>
              <a:gd name="connsiteY370" fmla="*/ 5377889 h 6858000"/>
              <a:gd name="connsiteX371" fmla="*/ 3863399 w 7472601"/>
              <a:gd name="connsiteY371" fmla="*/ 5087257 h 6858000"/>
              <a:gd name="connsiteX372" fmla="*/ 3968712 w 7472601"/>
              <a:gd name="connsiteY372" fmla="*/ 4913989 h 6858000"/>
              <a:gd name="connsiteX373" fmla="*/ 2792390 w 7472601"/>
              <a:gd name="connsiteY373" fmla="*/ 5382974 h 6858000"/>
              <a:gd name="connsiteX374" fmla="*/ 2714982 w 7472601"/>
              <a:gd name="connsiteY374" fmla="*/ 5427051 h 6858000"/>
              <a:gd name="connsiteX375" fmla="*/ 2813361 w 7472601"/>
              <a:gd name="connsiteY375" fmla="*/ 6023912 h 6858000"/>
              <a:gd name="connsiteX376" fmla="*/ 2688430 w 7472601"/>
              <a:gd name="connsiteY376" fmla="*/ 6801564 h 6858000"/>
              <a:gd name="connsiteX377" fmla="*/ 2629626 w 7472601"/>
              <a:gd name="connsiteY377" fmla="*/ 6763394 h 6858000"/>
              <a:gd name="connsiteX378" fmla="*/ 2565328 w 7472601"/>
              <a:gd name="connsiteY378" fmla="*/ 5516399 h 6858000"/>
              <a:gd name="connsiteX379" fmla="*/ 1922999 w 7472601"/>
              <a:gd name="connsiteY379" fmla="*/ 5980343 h 6858000"/>
              <a:gd name="connsiteX380" fmla="*/ 1950261 w 7472601"/>
              <a:gd name="connsiteY380" fmla="*/ 6405858 h 6858000"/>
              <a:gd name="connsiteX381" fmla="*/ 2365554 w 7472601"/>
              <a:gd name="connsiteY381" fmla="*/ 6759107 h 6858000"/>
              <a:gd name="connsiteX382" fmla="*/ 2424142 w 7472601"/>
              <a:gd name="connsiteY382" fmla="*/ 6858000 h 6858000"/>
              <a:gd name="connsiteX383" fmla="*/ 2395994 w 7472601"/>
              <a:gd name="connsiteY383" fmla="*/ 6858000 h 6858000"/>
              <a:gd name="connsiteX384" fmla="*/ 2392863 w 7472601"/>
              <a:gd name="connsiteY384" fmla="*/ 6852964 h 6858000"/>
              <a:gd name="connsiteX385" fmla="*/ 2017589 w 7472601"/>
              <a:gd name="connsiteY385" fmla="*/ 6493982 h 6858000"/>
              <a:gd name="connsiteX386" fmla="*/ 2147336 w 7472601"/>
              <a:gd name="connsiteY386" fmla="*/ 6594052 h 6858000"/>
              <a:gd name="connsiteX387" fmla="*/ 2207047 w 7472601"/>
              <a:gd name="connsiteY387" fmla="*/ 6654540 h 6858000"/>
              <a:gd name="connsiteX388" fmla="*/ 2299106 w 7472601"/>
              <a:gd name="connsiteY388" fmla="*/ 6778931 h 6858000"/>
              <a:gd name="connsiteX389" fmla="*/ 2314430 w 7472601"/>
              <a:gd name="connsiteY389" fmla="*/ 6801144 h 6858000"/>
              <a:gd name="connsiteX390" fmla="*/ 2352406 w 7472601"/>
              <a:gd name="connsiteY390" fmla="*/ 6858000 h 6858000"/>
              <a:gd name="connsiteX391" fmla="*/ 2314492 w 7472601"/>
              <a:gd name="connsiteY391" fmla="*/ 6858000 h 6858000"/>
              <a:gd name="connsiteX392" fmla="*/ 2288095 w 7472601"/>
              <a:gd name="connsiteY392" fmla="*/ 6818030 h 6858000"/>
              <a:gd name="connsiteX393" fmla="*/ 2272768 w 7472601"/>
              <a:gd name="connsiteY393" fmla="*/ 6795822 h 6858000"/>
              <a:gd name="connsiteX394" fmla="*/ 2182715 w 7472601"/>
              <a:gd name="connsiteY394" fmla="*/ 6675071 h 6858000"/>
              <a:gd name="connsiteX395" fmla="*/ 2032061 w 7472601"/>
              <a:gd name="connsiteY395" fmla="*/ 6541380 h 6858000"/>
              <a:gd name="connsiteX396" fmla="*/ 2257220 w 7472601"/>
              <a:gd name="connsiteY396" fmla="*/ 6826257 h 6858000"/>
              <a:gd name="connsiteX397" fmla="*/ 2281324 w 7472601"/>
              <a:gd name="connsiteY397" fmla="*/ 6858000 h 6858000"/>
              <a:gd name="connsiteX398" fmla="*/ 2242860 w 7472601"/>
              <a:gd name="connsiteY398" fmla="*/ 6858000 h 6858000"/>
              <a:gd name="connsiteX399" fmla="*/ 2232818 w 7472601"/>
              <a:gd name="connsiteY399" fmla="*/ 6844926 h 6858000"/>
              <a:gd name="connsiteX400" fmla="*/ 1990172 w 7472601"/>
              <a:gd name="connsiteY400" fmla="*/ 6542121 h 6858000"/>
              <a:gd name="connsiteX401" fmla="*/ 2124090 w 7472601"/>
              <a:gd name="connsiteY401" fmla="*/ 6761017 h 6858000"/>
              <a:gd name="connsiteX402" fmla="*/ 2200380 w 7472601"/>
              <a:gd name="connsiteY402" fmla="*/ 6858000 h 6858000"/>
              <a:gd name="connsiteX403" fmla="*/ 2147507 w 7472601"/>
              <a:gd name="connsiteY403" fmla="*/ 6858000 h 6858000"/>
              <a:gd name="connsiteX404" fmla="*/ 2070668 w 7472601"/>
              <a:gd name="connsiteY404" fmla="*/ 6761520 h 6858000"/>
              <a:gd name="connsiteX405" fmla="*/ 1975142 w 7472601"/>
              <a:gd name="connsiteY405" fmla="*/ 6585570 h 6858000"/>
              <a:gd name="connsiteX406" fmla="*/ 2050035 w 7472601"/>
              <a:gd name="connsiteY406" fmla="*/ 6813345 h 6858000"/>
              <a:gd name="connsiteX407" fmla="*/ 2063025 w 7472601"/>
              <a:gd name="connsiteY407" fmla="*/ 6858000 h 6858000"/>
              <a:gd name="connsiteX408" fmla="*/ 2021675 w 7472601"/>
              <a:gd name="connsiteY408" fmla="*/ 6858000 h 6858000"/>
              <a:gd name="connsiteX409" fmla="*/ 2019308 w 7472601"/>
              <a:gd name="connsiteY409" fmla="*/ 6847118 h 6858000"/>
              <a:gd name="connsiteX410" fmla="*/ 1938835 w 7472601"/>
              <a:gd name="connsiteY410" fmla="*/ 6551160 h 6858000"/>
              <a:gd name="connsiteX411" fmla="*/ 1953230 w 7472601"/>
              <a:gd name="connsiteY411" fmla="*/ 6759699 h 6858000"/>
              <a:gd name="connsiteX412" fmla="*/ 1956763 w 7472601"/>
              <a:gd name="connsiteY412" fmla="*/ 6778191 h 6858000"/>
              <a:gd name="connsiteX413" fmla="*/ 1967925 w 7472601"/>
              <a:gd name="connsiteY413" fmla="*/ 6858000 h 6858000"/>
              <a:gd name="connsiteX414" fmla="*/ 1936622 w 7472601"/>
              <a:gd name="connsiteY414" fmla="*/ 6858000 h 6858000"/>
              <a:gd name="connsiteX415" fmla="*/ 1926261 w 7472601"/>
              <a:gd name="connsiteY415" fmla="*/ 6784064 h 6858000"/>
              <a:gd name="connsiteX416" fmla="*/ 1922724 w 7472601"/>
              <a:gd name="connsiteY416" fmla="*/ 6765577 h 6858000"/>
              <a:gd name="connsiteX417" fmla="*/ 1904650 w 7472601"/>
              <a:gd name="connsiteY417" fmla="*/ 6639616 h 6858000"/>
              <a:gd name="connsiteX418" fmla="*/ 1885273 w 7472601"/>
              <a:gd name="connsiteY418" fmla="*/ 6858000 h 6858000"/>
              <a:gd name="connsiteX419" fmla="*/ 1854363 w 7472601"/>
              <a:gd name="connsiteY419" fmla="*/ 6858000 h 6858000"/>
              <a:gd name="connsiteX420" fmla="*/ 1880391 w 7472601"/>
              <a:gd name="connsiteY420" fmla="*/ 6603796 h 6858000"/>
              <a:gd name="connsiteX421" fmla="*/ 1818273 w 7472601"/>
              <a:gd name="connsiteY421" fmla="*/ 6715729 h 6858000"/>
              <a:gd name="connsiteX422" fmla="*/ 1794691 w 7472601"/>
              <a:gd name="connsiteY422" fmla="*/ 6843239 h 6858000"/>
              <a:gd name="connsiteX423" fmla="*/ 1794914 w 7472601"/>
              <a:gd name="connsiteY423" fmla="*/ 6858000 h 6858000"/>
              <a:gd name="connsiteX424" fmla="*/ 1746128 w 7472601"/>
              <a:gd name="connsiteY424" fmla="*/ 6858000 h 6858000"/>
              <a:gd name="connsiteX425" fmla="*/ 1753934 w 7472601"/>
              <a:gd name="connsiteY425" fmla="*/ 6724796 h 6858000"/>
              <a:gd name="connsiteX426" fmla="*/ 1792053 w 7472601"/>
              <a:gd name="connsiteY426" fmla="*/ 6572396 h 6858000"/>
              <a:gd name="connsiteX427" fmla="*/ 1862248 w 7472601"/>
              <a:gd name="connsiteY427" fmla="*/ 6266397 h 6858000"/>
              <a:gd name="connsiteX428" fmla="*/ 1862250 w 7472601"/>
              <a:gd name="connsiteY428" fmla="*/ 6033531 h 6858000"/>
              <a:gd name="connsiteX429" fmla="*/ 1211999 w 7472601"/>
              <a:gd name="connsiteY429" fmla="*/ 6683610 h 6858000"/>
              <a:gd name="connsiteX430" fmla="*/ 1213266 w 7472601"/>
              <a:gd name="connsiteY430" fmla="*/ 6691947 h 6858000"/>
              <a:gd name="connsiteX431" fmla="*/ 1203370 w 7472601"/>
              <a:gd name="connsiteY431" fmla="*/ 6850676 h 6858000"/>
              <a:gd name="connsiteX432" fmla="*/ 1203671 w 7472601"/>
              <a:gd name="connsiteY432" fmla="*/ 6858000 h 6858000"/>
              <a:gd name="connsiteX433" fmla="*/ 1143180 w 7472601"/>
              <a:gd name="connsiteY433" fmla="*/ 6858000 h 6858000"/>
              <a:gd name="connsiteX434" fmla="*/ 1142176 w 7472601"/>
              <a:gd name="connsiteY434" fmla="*/ 6766045 h 6858000"/>
              <a:gd name="connsiteX435" fmla="*/ 1067484 w 7472601"/>
              <a:gd name="connsiteY435" fmla="*/ 6858000 h 6858000"/>
              <a:gd name="connsiteX436" fmla="*/ 953928 w 7472601"/>
              <a:gd name="connsiteY436" fmla="*/ 6858000 h 6858000"/>
              <a:gd name="connsiteX437" fmla="*/ 959715 w 7472601"/>
              <a:gd name="connsiteY437" fmla="*/ 6850185 h 6858000"/>
              <a:gd name="connsiteX438" fmla="*/ 1483788 w 7472601"/>
              <a:gd name="connsiteY438" fmla="*/ 6259174 h 6858000"/>
              <a:gd name="connsiteX439" fmla="*/ 1100671 w 7472601"/>
              <a:gd name="connsiteY439" fmla="*/ 6252137 h 6858000"/>
              <a:gd name="connsiteX440" fmla="*/ 1090144 w 7472601"/>
              <a:gd name="connsiteY440" fmla="*/ 6256748 h 6858000"/>
              <a:gd name="connsiteX441" fmla="*/ 1095872 w 7472601"/>
              <a:gd name="connsiteY441" fmla="*/ 6271892 h 6858000"/>
              <a:gd name="connsiteX442" fmla="*/ 262785 w 7472601"/>
              <a:gd name="connsiteY442" fmla="*/ 6845450 h 6858000"/>
              <a:gd name="connsiteX443" fmla="*/ 209968 w 7472601"/>
              <a:gd name="connsiteY443" fmla="*/ 6770713 h 6858000"/>
              <a:gd name="connsiteX444" fmla="*/ 873460 w 7472601"/>
              <a:gd name="connsiteY444" fmla="*/ 6253768 h 6858000"/>
              <a:gd name="connsiteX445" fmla="*/ 192686 w 7472601"/>
              <a:gd name="connsiteY445" fmla="*/ 5849257 h 6858000"/>
              <a:gd name="connsiteX446" fmla="*/ 4696 w 7472601"/>
              <a:gd name="connsiteY446" fmla="*/ 5697668 h 6858000"/>
              <a:gd name="connsiteX447" fmla="*/ 0 w 7472601"/>
              <a:gd name="connsiteY447" fmla="*/ 5689984 h 6858000"/>
              <a:gd name="connsiteX448" fmla="*/ 0 w 7472601"/>
              <a:gd name="connsiteY448" fmla="*/ 5513472 h 6858000"/>
              <a:gd name="connsiteX449" fmla="*/ 174101 w 7472601"/>
              <a:gd name="connsiteY449" fmla="*/ 5620277 h 6858000"/>
              <a:gd name="connsiteX450" fmla="*/ 891800 w 7472601"/>
              <a:gd name="connsiteY450" fmla="*/ 6036935 h 6858000"/>
              <a:gd name="connsiteX451" fmla="*/ 1072219 w 7472601"/>
              <a:gd name="connsiteY451" fmla="*/ 6169443 h 6858000"/>
              <a:gd name="connsiteX452" fmla="*/ 1074117 w 7472601"/>
              <a:gd name="connsiteY452" fmla="*/ 6170301 h 6858000"/>
              <a:gd name="connsiteX453" fmla="*/ 1083114 w 7472601"/>
              <a:gd name="connsiteY453" fmla="*/ 6174131 h 6858000"/>
              <a:gd name="connsiteX454" fmla="*/ 1543010 w 7472601"/>
              <a:gd name="connsiteY454" fmla="*/ 6191140 h 6858000"/>
              <a:gd name="connsiteX455" fmla="*/ 1551080 w 7472601"/>
              <a:gd name="connsiteY455" fmla="*/ 6195006 h 6858000"/>
              <a:gd name="connsiteX456" fmla="*/ 2345443 w 7472601"/>
              <a:gd name="connsiteY456" fmla="*/ 5549882 h 6858000"/>
              <a:gd name="connsiteX457" fmla="*/ 1721499 w 7472601"/>
              <a:gd name="connsiteY457" fmla="*/ 5599969 h 6858000"/>
              <a:gd name="connsiteX458" fmla="*/ 767716 w 7472601"/>
              <a:gd name="connsiteY458" fmla="*/ 5472768 h 6858000"/>
              <a:gd name="connsiteX459" fmla="*/ 722147 w 7472601"/>
              <a:gd name="connsiteY459" fmla="*/ 5393091 h 6858000"/>
              <a:gd name="connsiteX460" fmla="*/ 1485552 w 7472601"/>
              <a:gd name="connsiteY460" fmla="*/ 5313202 h 6858000"/>
              <a:gd name="connsiteX461" fmla="*/ 2143004 w 7472601"/>
              <a:gd name="connsiteY461" fmla="*/ 5402420 h 6858000"/>
              <a:gd name="connsiteX462" fmla="*/ 1933391 w 7472601"/>
              <a:gd name="connsiteY462" fmla="*/ 5156971 h 6858000"/>
              <a:gd name="connsiteX463" fmla="*/ 1827118 w 7472601"/>
              <a:gd name="connsiteY463" fmla="*/ 4968410 h 6858000"/>
              <a:gd name="connsiteX464" fmla="*/ 1837349 w 7472601"/>
              <a:gd name="connsiteY464" fmla="*/ 4956357 h 6858000"/>
              <a:gd name="connsiteX465" fmla="*/ 2162835 w 7472601"/>
              <a:gd name="connsiteY465" fmla="*/ 5187853 h 6858000"/>
              <a:gd name="connsiteX466" fmla="*/ 2257167 w 7472601"/>
              <a:gd name="connsiteY466" fmla="*/ 5462123 h 6858000"/>
              <a:gd name="connsiteX467" fmla="*/ 2261598 w 7472601"/>
              <a:gd name="connsiteY467" fmla="*/ 5467998 h 6858000"/>
              <a:gd name="connsiteX468" fmla="*/ 2437177 w 7472601"/>
              <a:gd name="connsiteY468" fmla="*/ 5479608 h 6858000"/>
              <a:gd name="connsiteX469" fmla="*/ 2445247 w 7472601"/>
              <a:gd name="connsiteY469" fmla="*/ 5483476 h 6858000"/>
              <a:gd name="connsiteX470" fmla="*/ 2743626 w 7472601"/>
              <a:gd name="connsiteY470" fmla="*/ 5304819 h 6858000"/>
              <a:gd name="connsiteX471" fmla="*/ 3048102 w 7472601"/>
              <a:gd name="connsiteY471" fmla="*/ 5150595 h 6858000"/>
              <a:gd name="connsiteX472" fmla="*/ 1799414 w 7472601"/>
              <a:gd name="connsiteY472" fmla="*/ 4694732 h 6858000"/>
              <a:gd name="connsiteX473" fmla="*/ 1771735 w 7472601"/>
              <a:gd name="connsiteY473" fmla="*/ 4619929 h 6858000"/>
              <a:gd name="connsiteX474" fmla="*/ 3104273 w 7472601"/>
              <a:gd name="connsiteY474" fmla="*/ 5076159 h 6858000"/>
              <a:gd name="connsiteX475" fmla="*/ 3113245 w 7472601"/>
              <a:gd name="connsiteY475" fmla="*/ 5090705 h 6858000"/>
              <a:gd name="connsiteX476" fmla="*/ 3126294 w 7472601"/>
              <a:gd name="connsiteY476" fmla="*/ 5114400 h 6858000"/>
              <a:gd name="connsiteX477" fmla="*/ 3937433 w 7472601"/>
              <a:gd name="connsiteY477" fmla="*/ 4830473 h 6858000"/>
              <a:gd name="connsiteX478" fmla="*/ 3590475 w 7472601"/>
              <a:gd name="connsiteY478" fmla="*/ 4597974 h 6858000"/>
              <a:gd name="connsiteX479" fmla="*/ 3100264 w 7472601"/>
              <a:gd name="connsiteY479" fmla="*/ 4579845 h 6858000"/>
              <a:gd name="connsiteX480" fmla="*/ 2183576 w 7472601"/>
              <a:gd name="connsiteY480" fmla="*/ 4227150 h 6858000"/>
              <a:gd name="connsiteX481" fmla="*/ 2151029 w 7472601"/>
              <a:gd name="connsiteY481" fmla="*/ 4146947 h 6858000"/>
              <a:gd name="connsiteX482" fmla="*/ 3563434 w 7472601"/>
              <a:gd name="connsiteY482" fmla="*/ 4469115 h 6858000"/>
              <a:gd name="connsiteX483" fmla="*/ 3177952 w 7472601"/>
              <a:gd name="connsiteY483" fmla="*/ 3657386 h 6858000"/>
              <a:gd name="connsiteX484" fmla="*/ 3189263 w 7472601"/>
              <a:gd name="connsiteY484" fmla="*/ 3625726 h 6858000"/>
              <a:gd name="connsiteX485" fmla="*/ 3560912 w 7472601"/>
              <a:gd name="connsiteY485" fmla="*/ 4079863 h 6858000"/>
              <a:gd name="connsiteX486" fmla="*/ 3626636 w 7472601"/>
              <a:gd name="connsiteY486" fmla="*/ 4512230 h 6858000"/>
              <a:gd name="connsiteX487" fmla="*/ 3653088 w 7472601"/>
              <a:gd name="connsiteY487" fmla="*/ 4521417 h 6858000"/>
              <a:gd name="connsiteX488" fmla="*/ 3988128 w 7472601"/>
              <a:gd name="connsiteY488" fmla="*/ 4817267 h 6858000"/>
              <a:gd name="connsiteX489" fmla="*/ 4830582 w 7472601"/>
              <a:gd name="connsiteY489" fmla="*/ 4676000 h 6858000"/>
              <a:gd name="connsiteX490" fmla="*/ 4830100 w 7472601"/>
              <a:gd name="connsiteY490" fmla="*/ 4675554 h 6858000"/>
              <a:gd name="connsiteX491" fmla="*/ 4036318 w 7472601"/>
              <a:gd name="connsiteY491" fmla="*/ 4147013 h 6858000"/>
              <a:gd name="connsiteX492" fmla="*/ 3432098 w 7472601"/>
              <a:gd name="connsiteY492" fmla="*/ 3537312 h 6858000"/>
              <a:gd name="connsiteX493" fmla="*/ 3446761 w 7472601"/>
              <a:gd name="connsiteY493" fmla="*/ 3461278 h 6858000"/>
              <a:gd name="connsiteX494" fmla="*/ 4419733 w 7472601"/>
              <a:gd name="connsiteY494" fmla="*/ 3963555 h 6858000"/>
              <a:gd name="connsiteX495" fmla="*/ 4781371 w 7472601"/>
              <a:gd name="connsiteY495" fmla="*/ 4458604 h 6858000"/>
              <a:gd name="connsiteX496" fmla="*/ 4780440 w 7472601"/>
              <a:gd name="connsiteY496" fmla="*/ 4470290 h 6858000"/>
              <a:gd name="connsiteX497" fmla="*/ 4898954 w 7472601"/>
              <a:gd name="connsiteY497" fmla="*/ 4662092 h 6858000"/>
              <a:gd name="connsiteX498" fmla="*/ 4900699 w 7472601"/>
              <a:gd name="connsiteY498" fmla="*/ 4670867 h 6858000"/>
              <a:gd name="connsiteX499" fmla="*/ 5714511 w 7472601"/>
              <a:gd name="connsiteY499" fmla="*/ 4663483 h 6858000"/>
              <a:gd name="connsiteX500" fmla="*/ 5464793 w 7472601"/>
              <a:gd name="connsiteY500" fmla="*/ 4393556 h 6858000"/>
              <a:gd name="connsiteX501" fmla="*/ 5461897 w 7472601"/>
              <a:gd name="connsiteY501" fmla="*/ 4390879 h 6858000"/>
              <a:gd name="connsiteX502" fmla="*/ 4294126 w 7472601"/>
              <a:gd name="connsiteY502" fmla="*/ 3303048 h 6858000"/>
              <a:gd name="connsiteX503" fmla="*/ 4305321 w 7472601"/>
              <a:gd name="connsiteY503" fmla="*/ 3256953 h 6858000"/>
              <a:gd name="connsiteX504" fmla="*/ 4949299 w 7472601"/>
              <a:gd name="connsiteY504" fmla="*/ 3766336 h 6858000"/>
              <a:gd name="connsiteX505" fmla="*/ 5291452 w 7472601"/>
              <a:gd name="connsiteY505" fmla="*/ 4076801 h 6858000"/>
              <a:gd name="connsiteX506" fmla="*/ 5434998 w 7472601"/>
              <a:gd name="connsiteY506" fmla="*/ 4254100 h 6858000"/>
              <a:gd name="connsiteX507" fmla="*/ 5351015 w 7472601"/>
              <a:gd name="connsiteY507" fmla="*/ 3760989 h 6858000"/>
              <a:gd name="connsiteX508" fmla="*/ 5413780 w 7472601"/>
              <a:gd name="connsiteY508" fmla="*/ 2966265 h 6858000"/>
              <a:gd name="connsiteX509" fmla="*/ 5425627 w 7472601"/>
              <a:gd name="connsiteY509" fmla="*/ 2954192 h 6858000"/>
              <a:gd name="connsiteX510" fmla="*/ 6604735 w 7472601"/>
              <a:gd name="connsiteY510" fmla="*/ 2041381 h 6858000"/>
              <a:gd name="connsiteX511" fmla="*/ 7204487 w 7472601"/>
              <a:gd name="connsiteY511" fmla="*/ 2742112 h 6858000"/>
              <a:gd name="connsiteX512" fmla="*/ 7131592 w 7472601"/>
              <a:gd name="connsiteY512" fmla="*/ 2672096 h 6858000"/>
              <a:gd name="connsiteX513" fmla="*/ 6996344 w 7472601"/>
              <a:gd name="connsiteY513" fmla="*/ 2518310 h 6858000"/>
              <a:gd name="connsiteX514" fmla="*/ 6735495 w 7472601"/>
              <a:gd name="connsiteY514" fmla="*/ 2196890 h 6858000"/>
              <a:gd name="connsiteX515" fmla="*/ 6721901 w 7472601"/>
              <a:gd name="connsiteY515" fmla="*/ 2179274 h 6858000"/>
              <a:gd name="connsiteX516" fmla="*/ 6604735 w 7472601"/>
              <a:gd name="connsiteY516" fmla="*/ 2041381 h 6858000"/>
              <a:gd name="connsiteX517" fmla="*/ 6591670 w 7472601"/>
              <a:gd name="connsiteY517" fmla="*/ 1988277 h 6858000"/>
              <a:gd name="connsiteX518" fmla="*/ 6747349 w 7472601"/>
              <a:gd name="connsiteY518" fmla="*/ 2160069 h 6858000"/>
              <a:gd name="connsiteX519" fmla="*/ 6760943 w 7472601"/>
              <a:gd name="connsiteY519" fmla="*/ 2177686 h 6858000"/>
              <a:gd name="connsiteX520" fmla="*/ 7021065 w 7472601"/>
              <a:gd name="connsiteY520" fmla="*/ 2498102 h 6858000"/>
              <a:gd name="connsiteX521" fmla="*/ 7155223 w 7472601"/>
              <a:gd name="connsiteY521" fmla="*/ 2650386 h 6858000"/>
              <a:gd name="connsiteX522" fmla="*/ 7203167 w 7472601"/>
              <a:gd name="connsiteY522" fmla="*/ 2697288 h 6858000"/>
              <a:gd name="connsiteX523" fmla="*/ 6937703 w 7472601"/>
              <a:gd name="connsiteY523" fmla="*/ 2321981 h 6858000"/>
              <a:gd name="connsiteX524" fmla="*/ 6591670 w 7472601"/>
              <a:gd name="connsiteY524" fmla="*/ 1988277 h 6858000"/>
              <a:gd name="connsiteX525" fmla="*/ 5798671 w 7472601"/>
              <a:gd name="connsiteY525" fmla="*/ 1981601 h 6858000"/>
              <a:gd name="connsiteX526" fmla="*/ 5754709 w 7472601"/>
              <a:gd name="connsiteY526" fmla="*/ 2071454 h 6858000"/>
              <a:gd name="connsiteX527" fmla="*/ 5763044 w 7472601"/>
              <a:gd name="connsiteY527" fmla="*/ 2842206 h 6858000"/>
              <a:gd name="connsiteX528" fmla="*/ 5764974 w 7472601"/>
              <a:gd name="connsiteY528" fmla="*/ 2799609 h 6858000"/>
              <a:gd name="connsiteX529" fmla="*/ 5767665 w 7472601"/>
              <a:gd name="connsiteY529" fmla="*/ 2666409 h 6858000"/>
              <a:gd name="connsiteX530" fmla="*/ 5763055 w 7472601"/>
              <a:gd name="connsiteY530" fmla="*/ 2579705 h 6858000"/>
              <a:gd name="connsiteX531" fmla="*/ 5758079 w 7472601"/>
              <a:gd name="connsiteY531" fmla="*/ 2492508 h 6858000"/>
              <a:gd name="connsiteX532" fmla="*/ 5779325 w 7472601"/>
              <a:gd name="connsiteY532" fmla="*/ 2197069 h 6858000"/>
              <a:gd name="connsiteX533" fmla="*/ 5798671 w 7472601"/>
              <a:gd name="connsiteY533" fmla="*/ 1981601 h 6858000"/>
              <a:gd name="connsiteX534" fmla="*/ 5829202 w 7472601"/>
              <a:gd name="connsiteY534" fmla="*/ 1971679 h 6858000"/>
              <a:gd name="connsiteX535" fmla="*/ 5809558 w 7472601"/>
              <a:gd name="connsiteY535" fmla="*/ 2198043 h 6858000"/>
              <a:gd name="connsiteX536" fmla="*/ 5788653 w 7472601"/>
              <a:gd name="connsiteY536" fmla="*/ 2489430 h 6858000"/>
              <a:gd name="connsiteX537" fmla="*/ 5793439 w 7472601"/>
              <a:gd name="connsiteY537" fmla="*/ 2575235 h 6858000"/>
              <a:gd name="connsiteX538" fmla="*/ 5796837 w 7472601"/>
              <a:gd name="connsiteY538" fmla="*/ 2637633 h 6858000"/>
              <a:gd name="connsiteX539" fmla="*/ 5818614 w 7472601"/>
              <a:gd name="connsiteY539" fmla="*/ 2473055 h 6858000"/>
              <a:gd name="connsiteX540" fmla="*/ 5829202 w 7472601"/>
              <a:gd name="connsiteY540" fmla="*/ 1971679 h 6858000"/>
              <a:gd name="connsiteX541" fmla="*/ 5911389 w 7472601"/>
              <a:gd name="connsiteY541" fmla="*/ 1898371 h 6858000"/>
              <a:gd name="connsiteX542" fmla="*/ 6237627 w 7472601"/>
              <a:gd name="connsiteY542" fmla="*/ 2231921 h 6858000"/>
              <a:gd name="connsiteX543" fmla="*/ 5911389 w 7472601"/>
              <a:gd name="connsiteY543" fmla="*/ 1898371 h 6858000"/>
              <a:gd name="connsiteX544" fmla="*/ 6944437 w 7472601"/>
              <a:gd name="connsiteY544" fmla="*/ 1575402 h 6858000"/>
              <a:gd name="connsiteX545" fmla="*/ 6304730 w 7472601"/>
              <a:gd name="connsiteY545" fmla="*/ 1766654 h 6858000"/>
              <a:gd name="connsiteX546" fmla="*/ 6944437 w 7472601"/>
              <a:gd name="connsiteY546" fmla="*/ 1575402 h 6858000"/>
              <a:gd name="connsiteX547" fmla="*/ 7019523 w 7472601"/>
              <a:gd name="connsiteY547" fmla="*/ 1519450 h 6858000"/>
              <a:gd name="connsiteX548" fmla="*/ 6298091 w 7472601"/>
              <a:gd name="connsiteY548" fmla="*/ 1737122 h 6858000"/>
              <a:gd name="connsiteX549" fmla="*/ 7019523 w 7472601"/>
              <a:gd name="connsiteY549" fmla="*/ 1519450 h 6858000"/>
              <a:gd name="connsiteX550" fmla="*/ 2399523 w 7472601"/>
              <a:gd name="connsiteY550" fmla="*/ 1428234 h 6858000"/>
              <a:gd name="connsiteX551" fmla="*/ 2224982 w 7472601"/>
              <a:gd name="connsiteY551" fmla="*/ 1826201 h 6858000"/>
              <a:gd name="connsiteX552" fmla="*/ 2096099 w 7472601"/>
              <a:gd name="connsiteY552" fmla="*/ 2345900 h 6858000"/>
              <a:gd name="connsiteX553" fmla="*/ 2283317 w 7472601"/>
              <a:gd name="connsiteY553" fmla="*/ 1796925 h 6858000"/>
              <a:gd name="connsiteX554" fmla="*/ 2399523 w 7472601"/>
              <a:gd name="connsiteY554" fmla="*/ 1428234 h 6858000"/>
              <a:gd name="connsiteX555" fmla="*/ 2448558 w 7472601"/>
              <a:gd name="connsiteY555" fmla="*/ 1373435 h 6858000"/>
              <a:gd name="connsiteX556" fmla="*/ 2312521 w 7472601"/>
              <a:gd name="connsiteY556" fmla="*/ 1806140 h 6858000"/>
              <a:gd name="connsiteX557" fmla="*/ 2127533 w 7472601"/>
              <a:gd name="connsiteY557" fmla="*/ 2348380 h 6858000"/>
              <a:gd name="connsiteX558" fmla="*/ 2358080 w 7472601"/>
              <a:gd name="connsiteY558" fmla="*/ 1866134 h 6858000"/>
              <a:gd name="connsiteX559" fmla="*/ 2407436 w 7472601"/>
              <a:gd name="connsiteY559" fmla="*/ 1651070 h 6858000"/>
              <a:gd name="connsiteX560" fmla="*/ 2448558 w 7472601"/>
              <a:gd name="connsiteY560" fmla="*/ 1373435 h 6858000"/>
              <a:gd name="connsiteX561" fmla="*/ 278707 w 7472601"/>
              <a:gd name="connsiteY561" fmla="*/ 1352270 h 6858000"/>
              <a:gd name="connsiteX562" fmla="*/ 321570 w 7472601"/>
              <a:gd name="connsiteY562" fmla="*/ 1861610 h 6858000"/>
              <a:gd name="connsiteX563" fmla="*/ 294281 w 7472601"/>
              <a:gd name="connsiteY563" fmla="*/ 1440658 h 6858000"/>
              <a:gd name="connsiteX564" fmla="*/ 278707 w 7472601"/>
              <a:gd name="connsiteY564" fmla="*/ 1352270 h 6858000"/>
              <a:gd name="connsiteX565" fmla="*/ 1423821 w 7472601"/>
              <a:gd name="connsiteY565" fmla="*/ 1351958 h 6858000"/>
              <a:gd name="connsiteX566" fmla="*/ 1638521 w 7472601"/>
              <a:gd name="connsiteY566" fmla="*/ 1908470 h 6858000"/>
              <a:gd name="connsiteX567" fmla="*/ 1754199 w 7472601"/>
              <a:gd name="connsiteY567" fmla="*/ 2149284 h 6858000"/>
              <a:gd name="connsiteX568" fmla="*/ 1908359 w 7472601"/>
              <a:gd name="connsiteY568" fmla="*/ 2364988 h 6858000"/>
              <a:gd name="connsiteX569" fmla="*/ 1647661 w 7472601"/>
              <a:gd name="connsiteY569" fmla="*/ 1825945 h 6858000"/>
              <a:gd name="connsiteX570" fmla="*/ 1423821 w 7472601"/>
              <a:gd name="connsiteY570" fmla="*/ 1351958 h 6858000"/>
              <a:gd name="connsiteX571" fmla="*/ 1431890 w 7472601"/>
              <a:gd name="connsiteY571" fmla="*/ 1306475 h 6858000"/>
              <a:gd name="connsiteX572" fmla="*/ 1507597 w 7472601"/>
              <a:gd name="connsiteY572" fmla="*/ 1446132 h 6858000"/>
              <a:gd name="connsiteX573" fmla="*/ 1674586 w 7472601"/>
              <a:gd name="connsiteY573" fmla="*/ 1813832 h 6858000"/>
              <a:gd name="connsiteX574" fmla="*/ 1815950 w 7472601"/>
              <a:gd name="connsiteY574" fmla="*/ 2128564 h 6858000"/>
              <a:gd name="connsiteX575" fmla="*/ 1984242 w 7472601"/>
              <a:gd name="connsiteY575" fmla="*/ 2430829 h 6858000"/>
              <a:gd name="connsiteX576" fmla="*/ 2014023 w 7472601"/>
              <a:gd name="connsiteY576" fmla="*/ 2450995 h 6858000"/>
              <a:gd name="connsiteX577" fmla="*/ 1747337 w 7472601"/>
              <a:gd name="connsiteY577" fmla="*/ 1855264 h 6858000"/>
              <a:gd name="connsiteX578" fmla="*/ 1533749 w 7472601"/>
              <a:gd name="connsiteY578" fmla="*/ 1478656 h 6858000"/>
              <a:gd name="connsiteX579" fmla="*/ 1431890 w 7472601"/>
              <a:gd name="connsiteY579" fmla="*/ 1306475 h 6858000"/>
              <a:gd name="connsiteX580" fmla="*/ 5052692 w 7472601"/>
              <a:gd name="connsiteY580" fmla="*/ 1292994 h 6858000"/>
              <a:gd name="connsiteX581" fmla="*/ 5200661 w 7472601"/>
              <a:gd name="connsiteY581" fmla="*/ 1635186 h 6858000"/>
              <a:gd name="connsiteX582" fmla="*/ 5297138 w 7472601"/>
              <a:gd name="connsiteY582" fmla="*/ 1906351 h 6858000"/>
              <a:gd name="connsiteX583" fmla="*/ 5052692 w 7472601"/>
              <a:gd name="connsiteY583" fmla="*/ 1292994 h 6858000"/>
              <a:gd name="connsiteX584" fmla="*/ 5009948 w 7472601"/>
              <a:gd name="connsiteY584" fmla="*/ 1273619 h 6858000"/>
              <a:gd name="connsiteX585" fmla="*/ 5121777 w 7472601"/>
              <a:gd name="connsiteY585" fmla="*/ 1654213 h 6858000"/>
              <a:gd name="connsiteX586" fmla="*/ 5293545 w 7472601"/>
              <a:gd name="connsiteY586" fmla="*/ 2072247 h 6858000"/>
              <a:gd name="connsiteX587" fmla="*/ 5294042 w 7472601"/>
              <a:gd name="connsiteY587" fmla="*/ 2065019 h 6858000"/>
              <a:gd name="connsiteX588" fmla="*/ 5171936 w 7472601"/>
              <a:gd name="connsiteY588" fmla="*/ 1647613 h 6858000"/>
              <a:gd name="connsiteX589" fmla="*/ 5009948 w 7472601"/>
              <a:gd name="connsiteY589" fmla="*/ 1273619 h 6858000"/>
              <a:gd name="connsiteX590" fmla="*/ 655236 w 7472601"/>
              <a:gd name="connsiteY590" fmla="*/ 1268632 h 6858000"/>
              <a:gd name="connsiteX591" fmla="*/ 839521 w 7472601"/>
              <a:gd name="connsiteY591" fmla="*/ 1685315 h 6858000"/>
              <a:gd name="connsiteX592" fmla="*/ 1109416 w 7472601"/>
              <a:gd name="connsiteY592" fmla="*/ 2061663 h 6858000"/>
              <a:gd name="connsiteX593" fmla="*/ 1298300 w 7472601"/>
              <a:gd name="connsiteY593" fmla="*/ 2247742 h 6858000"/>
              <a:gd name="connsiteX594" fmla="*/ 1125871 w 7472601"/>
              <a:gd name="connsiteY594" fmla="*/ 1989513 h 6858000"/>
              <a:gd name="connsiteX595" fmla="*/ 981574 w 7472601"/>
              <a:gd name="connsiteY595" fmla="*/ 1783157 h 6858000"/>
              <a:gd name="connsiteX596" fmla="*/ 922198 w 7472601"/>
              <a:gd name="connsiteY596" fmla="*/ 1677437 h 6858000"/>
              <a:gd name="connsiteX597" fmla="*/ 869293 w 7472601"/>
              <a:gd name="connsiteY597" fmla="*/ 1583214 h 6858000"/>
              <a:gd name="connsiteX598" fmla="*/ 751431 w 7472601"/>
              <a:gd name="connsiteY598" fmla="*/ 1405731 h 6858000"/>
              <a:gd name="connsiteX599" fmla="*/ 655236 w 7472601"/>
              <a:gd name="connsiteY599" fmla="*/ 1268632 h 6858000"/>
              <a:gd name="connsiteX600" fmla="*/ 6516292 w 7472601"/>
              <a:gd name="connsiteY600" fmla="*/ 1263064 h 6858000"/>
              <a:gd name="connsiteX601" fmla="*/ 5736320 w 7472601"/>
              <a:gd name="connsiteY601" fmla="*/ 1501803 h 6858000"/>
              <a:gd name="connsiteX602" fmla="*/ 6516292 w 7472601"/>
              <a:gd name="connsiteY602" fmla="*/ 1263064 h 6858000"/>
              <a:gd name="connsiteX603" fmla="*/ 291466 w 7472601"/>
              <a:gd name="connsiteY603" fmla="*/ 1250369 h 6858000"/>
              <a:gd name="connsiteX604" fmla="*/ 323180 w 7472601"/>
              <a:gd name="connsiteY604" fmla="*/ 1435283 h 6858000"/>
              <a:gd name="connsiteX605" fmla="*/ 349381 w 7472601"/>
              <a:gd name="connsiteY605" fmla="*/ 1875041 h 6858000"/>
              <a:gd name="connsiteX606" fmla="*/ 374363 w 7472601"/>
              <a:gd name="connsiteY606" fmla="*/ 1506494 h 6858000"/>
              <a:gd name="connsiteX607" fmla="*/ 302168 w 7472601"/>
              <a:gd name="connsiteY607" fmla="*/ 1274495 h 6858000"/>
              <a:gd name="connsiteX608" fmla="*/ 291466 w 7472601"/>
              <a:gd name="connsiteY608" fmla="*/ 1250369 h 6858000"/>
              <a:gd name="connsiteX609" fmla="*/ 678222 w 7472601"/>
              <a:gd name="connsiteY609" fmla="*/ 1248670 h 6858000"/>
              <a:gd name="connsiteX610" fmla="*/ 775536 w 7472601"/>
              <a:gd name="connsiteY610" fmla="*/ 1388015 h 6858000"/>
              <a:gd name="connsiteX611" fmla="*/ 894529 w 7472601"/>
              <a:gd name="connsiteY611" fmla="*/ 1567739 h 6858000"/>
              <a:gd name="connsiteX612" fmla="*/ 948000 w 7472601"/>
              <a:gd name="connsiteY612" fmla="*/ 1663088 h 6858000"/>
              <a:gd name="connsiteX613" fmla="*/ 1006812 w 7472601"/>
              <a:gd name="connsiteY613" fmla="*/ 1767683 h 6858000"/>
              <a:gd name="connsiteX614" fmla="*/ 1149133 w 7472601"/>
              <a:gd name="connsiteY614" fmla="*/ 1971513 h 6858000"/>
              <a:gd name="connsiteX615" fmla="*/ 1333952 w 7472601"/>
              <a:gd name="connsiteY615" fmla="*/ 2251620 h 6858000"/>
              <a:gd name="connsiteX616" fmla="*/ 1337329 w 7472601"/>
              <a:gd name="connsiteY616" fmla="*/ 2258350 h 6858000"/>
              <a:gd name="connsiteX617" fmla="*/ 1014726 w 7472601"/>
              <a:gd name="connsiteY617" fmla="*/ 1615556 h 6858000"/>
              <a:gd name="connsiteX618" fmla="*/ 678222 w 7472601"/>
              <a:gd name="connsiteY618" fmla="*/ 1248670 h 6858000"/>
              <a:gd name="connsiteX619" fmla="*/ 6691602 w 7472601"/>
              <a:gd name="connsiteY619" fmla="*/ 1140573 h 6858000"/>
              <a:gd name="connsiteX620" fmla="*/ 6571100 w 7472601"/>
              <a:gd name="connsiteY620" fmla="*/ 1183662 h 6858000"/>
              <a:gd name="connsiteX621" fmla="*/ 6241687 w 7472601"/>
              <a:gd name="connsiteY621" fmla="*/ 1257600 h 6858000"/>
              <a:gd name="connsiteX622" fmla="*/ 5693009 w 7472601"/>
              <a:gd name="connsiteY622" fmla="*/ 1478256 h 6858000"/>
              <a:gd name="connsiteX623" fmla="*/ 6548420 w 7472601"/>
              <a:gd name="connsiteY623" fmla="*/ 1214599 h 6858000"/>
              <a:gd name="connsiteX624" fmla="*/ 6605473 w 7472601"/>
              <a:gd name="connsiteY624" fmla="*/ 1184686 h 6858000"/>
              <a:gd name="connsiteX625" fmla="*/ 6691602 w 7472601"/>
              <a:gd name="connsiteY625" fmla="*/ 1140573 h 6858000"/>
              <a:gd name="connsiteX626" fmla="*/ 4002475 w 7472601"/>
              <a:gd name="connsiteY626" fmla="*/ 1037802 h 6858000"/>
              <a:gd name="connsiteX627" fmla="*/ 4000324 w 7472601"/>
              <a:gd name="connsiteY627" fmla="*/ 1039362 h 6858000"/>
              <a:gd name="connsiteX628" fmla="*/ 4002862 w 7472601"/>
              <a:gd name="connsiteY628" fmla="*/ 1042866 h 6858000"/>
              <a:gd name="connsiteX629" fmla="*/ 4002475 w 7472601"/>
              <a:gd name="connsiteY629" fmla="*/ 1037802 h 6858000"/>
              <a:gd name="connsiteX630" fmla="*/ 506322 w 7472601"/>
              <a:gd name="connsiteY630" fmla="*/ 1020997 h 6858000"/>
              <a:gd name="connsiteX631" fmla="*/ 533068 w 7472601"/>
              <a:gd name="connsiteY631" fmla="*/ 1029409 h 6858000"/>
              <a:gd name="connsiteX632" fmla="*/ 1232525 w 7472601"/>
              <a:gd name="connsiteY632" fmla="*/ 1804675 h 6858000"/>
              <a:gd name="connsiteX633" fmla="*/ 1388858 w 7472601"/>
              <a:gd name="connsiteY633" fmla="*/ 2368011 h 6858000"/>
              <a:gd name="connsiteX634" fmla="*/ 1384098 w 7472601"/>
              <a:gd name="connsiteY634" fmla="*/ 2378125 h 6858000"/>
              <a:gd name="connsiteX635" fmla="*/ 1425393 w 7472601"/>
              <a:gd name="connsiteY635" fmla="*/ 2589124 h 6858000"/>
              <a:gd name="connsiteX636" fmla="*/ 1424001 w 7472601"/>
              <a:gd name="connsiteY636" fmla="*/ 2597541 h 6858000"/>
              <a:gd name="connsiteX637" fmla="*/ 2152729 w 7472601"/>
              <a:gd name="connsiteY637" fmla="*/ 2864487 h 6858000"/>
              <a:gd name="connsiteX638" fmla="*/ 2020609 w 7472601"/>
              <a:gd name="connsiteY638" fmla="*/ 2539671 h 6858000"/>
              <a:gd name="connsiteX639" fmla="*/ 2018920 w 7472601"/>
              <a:gd name="connsiteY639" fmla="*/ 2536309 h 6858000"/>
              <a:gd name="connsiteX640" fmla="*/ 1342441 w 7472601"/>
              <a:gd name="connsiteY640" fmla="*/ 1173017 h 6858000"/>
              <a:gd name="connsiteX641" fmla="*/ 1367925 w 7472601"/>
              <a:gd name="connsiteY641" fmla="*/ 1135648 h 6858000"/>
              <a:gd name="connsiteX642" fmla="*/ 1771401 w 7472601"/>
              <a:gd name="connsiteY642" fmla="*/ 1806673 h 6858000"/>
              <a:gd name="connsiteX643" fmla="*/ 1972385 w 7472601"/>
              <a:gd name="connsiteY643" fmla="*/ 2198735 h 6858000"/>
              <a:gd name="connsiteX644" fmla="*/ 2040892 w 7472601"/>
              <a:gd name="connsiteY644" fmla="*/ 2405205 h 6858000"/>
              <a:gd name="connsiteX645" fmla="*/ 2131689 w 7472601"/>
              <a:gd name="connsiteY645" fmla="*/ 1936926 h 6858000"/>
              <a:gd name="connsiteX646" fmla="*/ 2454820 w 7472601"/>
              <a:gd name="connsiteY646" fmla="*/ 1248808 h 6858000"/>
              <a:gd name="connsiteX647" fmla="*/ 2492512 w 7472601"/>
              <a:gd name="connsiteY647" fmla="*/ 1302920 h 6858000"/>
              <a:gd name="connsiteX648" fmla="*/ 2081216 w 7472601"/>
              <a:gd name="connsiteY648" fmla="*/ 2527513 h 6858000"/>
              <a:gd name="connsiteX649" fmla="*/ 2081211 w 7472601"/>
              <a:gd name="connsiteY649" fmla="*/ 2528916 h 6858000"/>
              <a:gd name="connsiteX650" fmla="*/ 2199067 w 7472601"/>
              <a:gd name="connsiteY650" fmla="*/ 2884061 h 6858000"/>
              <a:gd name="connsiteX651" fmla="*/ 3192586 w 7472601"/>
              <a:gd name="connsiteY651" fmla="*/ 3411496 h 6858000"/>
              <a:gd name="connsiteX652" fmla="*/ 3182620 w 7472601"/>
              <a:gd name="connsiteY652" fmla="*/ 3483279 h 6858000"/>
              <a:gd name="connsiteX653" fmla="*/ 2435119 w 7472601"/>
              <a:gd name="connsiteY653" fmla="*/ 3080173 h 6858000"/>
              <a:gd name="connsiteX654" fmla="*/ 2410152 w 7472601"/>
              <a:gd name="connsiteY654" fmla="*/ 3063751 h 6858000"/>
              <a:gd name="connsiteX655" fmla="*/ 2408099 w 7472601"/>
              <a:gd name="connsiteY655" fmla="*/ 3064403 h 6858000"/>
              <a:gd name="connsiteX656" fmla="*/ 2407218 w 7472601"/>
              <a:gd name="connsiteY656" fmla="*/ 3070324 h 6858000"/>
              <a:gd name="connsiteX657" fmla="*/ 2380138 w 7472601"/>
              <a:gd name="connsiteY657" fmla="*/ 3099341 h 6858000"/>
              <a:gd name="connsiteX658" fmla="*/ 1765923 w 7472601"/>
              <a:gd name="connsiteY658" fmla="*/ 3581043 h 6858000"/>
              <a:gd name="connsiteX659" fmla="*/ 1702258 w 7472601"/>
              <a:gd name="connsiteY659" fmla="*/ 3612286 h 6858000"/>
              <a:gd name="connsiteX660" fmla="*/ 1538370 w 7472601"/>
              <a:gd name="connsiteY660" fmla="*/ 3811804 h 6858000"/>
              <a:gd name="connsiteX661" fmla="*/ 542867 w 7472601"/>
              <a:gd name="connsiteY661" fmla="*/ 4944092 h 6858000"/>
              <a:gd name="connsiteX662" fmla="*/ 515800 w 7472601"/>
              <a:gd name="connsiteY662" fmla="*/ 4862180 h 6858000"/>
              <a:gd name="connsiteX663" fmla="*/ 909145 w 7472601"/>
              <a:gd name="connsiteY663" fmla="*/ 4199225 h 6858000"/>
              <a:gd name="connsiteX664" fmla="*/ 1214067 w 7472601"/>
              <a:gd name="connsiteY664" fmla="*/ 3908561 h 6858000"/>
              <a:gd name="connsiteX665" fmla="*/ 640967 w 7472601"/>
              <a:gd name="connsiteY665" fmla="*/ 4105601 h 6858000"/>
              <a:gd name="connsiteX666" fmla="*/ 112563 w 7472601"/>
              <a:gd name="connsiteY666" fmla="*/ 4396952 h 6858000"/>
              <a:gd name="connsiteX667" fmla="*/ 0 w 7472601"/>
              <a:gd name="connsiteY667" fmla="*/ 4466006 h 6858000"/>
              <a:gd name="connsiteX668" fmla="*/ 0 w 7472601"/>
              <a:gd name="connsiteY668" fmla="*/ 4233763 h 6858000"/>
              <a:gd name="connsiteX669" fmla="*/ 36881 w 7472601"/>
              <a:gd name="connsiteY669" fmla="*/ 4200118 h 6858000"/>
              <a:gd name="connsiteX670" fmla="*/ 910534 w 7472601"/>
              <a:gd name="connsiteY670" fmla="*/ 3629753 h 6858000"/>
              <a:gd name="connsiteX671" fmla="*/ 1578717 w 7472601"/>
              <a:gd name="connsiteY671" fmla="*/ 3575982 h 6858000"/>
              <a:gd name="connsiteX672" fmla="*/ 2338780 w 7472601"/>
              <a:gd name="connsiteY672" fmla="*/ 3033725 h 6858000"/>
              <a:gd name="connsiteX673" fmla="*/ 1807991 w 7472601"/>
              <a:gd name="connsiteY673" fmla="*/ 2807184 h 6858000"/>
              <a:gd name="connsiteX674" fmla="*/ 1416358 w 7472601"/>
              <a:gd name="connsiteY674" fmla="*/ 3112571 h 6858000"/>
              <a:gd name="connsiteX675" fmla="*/ 939066 w 7472601"/>
              <a:gd name="connsiteY675" fmla="*/ 3378798 h 6858000"/>
              <a:gd name="connsiteX676" fmla="*/ 115099 w 7472601"/>
              <a:gd name="connsiteY676" fmla="*/ 3607650 h 6858000"/>
              <a:gd name="connsiteX677" fmla="*/ 97284 w 7472601"/>
              <a:gd name="connsiteY677" fmla="*/ 3520393 h 6858000"/>
              <a:gd name="connsiteX678" fmla="*/ 922050 w 7472601"/>
              <a:gd name="connsiteY678" fmla="*/ 3074867 h 6858000"/>
              <a:gd name="connsiteX679" fmla="*/ 1405265 w 7472601"/>
              <a:gd name="connsiteY679" fmla="*/ 3016319 h 6858000"/>
              <a:gd name="connsiteX680" fmla="*/ 1407512 w 7472601"/>
              <a:gd name="connsiteY680" fmla="*/ 3018001 h 6858000"/>
              <a:gd name="connsiteX681" fmla="*/ 1726266 w 7472601"/>
              <a:gd name="connsiteY681" fmla="*/ 2777274 h 6858000"/>
              <a:gd name="connsiteX682" fmla="*/ 625390 w 7472601"/>
              <a:gd name="connsiteY682" fmla="*/ 2514541 h 6858000"/>
              <a:gd name="connsiteX683" fmla="*/ 619799 w 7472601"/>
              <a:gd name="connsiteY683" fmla="*/ 2527180 h 6858000"/>
              <a:gd name="connsiteX684" fmla="*/ 310030 w 7472601"/>
              <a:gd name="connsiteY684" fmla="*/ 2771818 h 6858000"/>
              <a:gd name="connsiteX685" fmla="*/ 173877 w 7472601"/>
              <a:gd name="connsiteY685" fmla="*/ 2937056 h 6858000"/>
              <a:gd name="connsiteX686" fmla="*/ 77889 w 7472601"/>
              <a:gd name="connsiteY686" fmla="*/ 3138440 h 6858000"/>
              <a:gd name="connsiteX687" fmla="*/ 0 w 7472601"/>
              <a:gd name="connsiteY687" fmla="*/ 3271395 h 6858000"/>
              <a:gd name="connsiteX688" fmla="*/ 0 w 7472601"/>
              <a:gd name="connsiteY688" fmla="*/ 3153002 h 6858000"/>
              <a:gd name="connsiteX689" fmla="*/ 2386 w 7472601"/>
              <a:gd name="connsiteY689" fmla="*/ 3149203 h 6858000"/>
              <a:gd name="connsiteX690" fmla="*/ 89753 w 7472601"/>
              <a:gd name="connsiteY690" fmla="*/ 2987702 h 6858000"/>
              <a:gd name="connsiteX691" fmla="*/ 76869 w 7472601"/>
              <a:gd name="connsiteY691" fmla="*/ 3005404 h 6858000"/>
              <a:gd name="connsiteX692" fmla="*/ 32049 w 7472601"/>
              <a:gd name="connsiteY692" fmla="*/ 3065814 h 6858000"/>
              <a:gd name="connsiteX693" fmla="*/ 0 w 7472601"/>
              <a:gd name="connsiteY693" fmla="*/ 3108744 h 6858000"/>
              <a:gd name="connsiteX694" fmla="*/ 0 w 7472601"/>
              <a:gd name="connsiteY694" fmla="*/ 3058059 h 6858000"/>
              <a:gd name="connsiteX695" fmla="*/ 7610 w 7472601"/>
              <a:gd name="connsiteY695" fmla="*/ 3047889 h 6858000"/>
              <a:gd name="connsiteX696" fmla="*/ 52419 w 7472601"/>
              <a:gd name="connsiteY696" fmla="*/ 2987479 h 6858000"/>
              <a:gd name="connsiteX697" fmla="*/ 59142 w 7472601"/>
              <a:gd name="connsiteY697" fmla="*/ 2978488 h 6858000"/>
              <a:gd name="connsiteX698" fmla="*/ 0 w 7472601"/>
              <a:gd name="connsiteY698" fmla="*/ 3015334 h 6858000"/>
              <a:gd name="connsiteX699" fmla="*/ 0 w 7472601"/>
              <a:gd name="connsiteY699" fmla="*/ 2914286 h 6858000"/>
              <a:gd name="connsiteX700" fmla="*/ 36383 w 7472601"/>
              <a:gd name="connsiteY700" fmla="*/ 2901128 h 6858000"/>
              <a:gd name="connsiteX701" fmla="*/ 156329 w 7472601"/>
              <a:gd name="connsiteY701" fmla="*/ 2840533 h 6858000"/>
              <a:gd name="connsiteX702" fmla="*/ 358355 w 7472601"/>
              <a:gd name="connsiteY702" fmla="*/ 2620471 h 6858000"/>
              <a:gd name="connsiteX703" fmla="*/ 510577 w 7472601"/>
              <a:gd name="connsiteY703" fmla="*/ 2501244 h 6858000"/>
              <a:gd name="connsiteX704" fmla="*/ 211967 w 7472601"/>
              <a:gd name="connsiteY704" fmla="*/ 2479171 h 6858000"/>
              <a:gd name="connsiteX705" fmla="*/ 0 w 7472601"/>
              <a:gd name="connsiteY705" fmla="*/ 2476398 h 6858000"/>
              <a:gd name="connsiteX706" fmla="*/ 0 w 7472601"/>
              <a:gd name="connsiteY706" fmla="*/ 2389189 h 6858000"/>
              <a:gd name="connsiteX707" fmla="*/ 103062 w 7472601"/>
              <a:gd name="connsiteY707" fmla="*/ 2389518 h 6858000"/>
              <a:gd name="connsiteX708" fmla="*/ 510734 w 7472601"/>
              <a:gd name="connsiteY708" fmla="*/ 2416201 h 6858000"/>
              <a:gd name="connsiteX709" fmla="*/ 279257 w 7472601"/>
              <a:gd name="connsiteY709" fmla="*/ 2092102 h 6858000"/>
              <a:gd name="connsiteX710" fmla="*/ 65265 w 7472601"/>
              <a:gd name="connsiteY710" fmla="*/ 2006049 h 6858000"/>
              <a:gd name="connsiteX711" fmla="*/ 0 w 7472601"/>
              <a:gd name="connsiteY711" fmla="*/ 1982532 h 6858000"/>
              <a:gd name="connsiteX712" fmla="*/ 0 w 7472601"/>
              <a:gd name="connsiteY712" fmla="*/ 1912789 h 6858000"/>
              <a:gd name="connsiteX713" fmla="*/ 97460 w 7472601"/>
              <a:gd name="connsiteY713" fmla="*/ 1953725 h 6858000"/>
              <a:gd name="connsiteX714" fmla="*/ 221272 w 7472601"/>
              <a:gd name="connsiteY714" fmla="*/ 1980766 h 6858000"/>
              <a:gd name="connsiteX715" fmla="*/ 116765 w 7472601"/>
              <a:gd name="connsiteY715" fmla="*/ 1911033 h 6858000"/>
              <a:gd name="connsiteX716" fmla="*/ 16405 w 7472601"/>
              <a:gd name="connsiteY716" fmla="*/ 1803412 h 6858000"/>
              <a:gd name="connsiteX717" fmla="*/ 0 w 7472601"/>
              <a:gd name="connsiteY717" fmla="*/ 1784777 h 6858000"/>
              <a:gd name="connsiteX718" fmla="*/ 0 w 7472601"/>
              <a:gd name="connsiteY718" fmla="*/ 1740082 h 6858000"/>
              <a:gd name="connsiteX719" fmla="*/ 39394 w 7472601"/>
              <a:gd name="connsiteY719" fmla="*/ 1784856 h 6858000"/>
              <a:gd name="connsiteX720" fmla="*/ 135813 w 7472601"/>
              <a:gd name="connsiteY720" fmla="*/ 1888838 h 6858000"/>
              <a:gd name="connsiteX721" fmla="*/ 242575 w 7472601"/>
              <a:gd name="connsiteY721" fmla="*/ 1958841 h 6858000"/>
              <a:gd name="connsiteX722" fmla="*/ 82197 w 7472601"/>
              <a:gd name="connsiteY722" fmla="*/ 1754826 h 6858000"/>
              <a:gd name="connsiteX723" fmla="*/ 0 w 7472601"/>
              <a:gd name="connsiteY723" fmla="*/ 1679650 h 6858000"/>
              <a:gd name="connsiteX724" fmla="*/ 0 w 7472601"/>
              <a:gd name="connsiteY724" fmla="*/ 1602463 h 6858000"/>
              <a:gd name="connsiteX725" fmla="*/ 84689 w 7472601"/>
              <a:gd name="connsiteY725" fmla="*/ 1677442 h 6858000"/>
              <a:gd name="connsiteX726" fmla="*/ 298437 w 7472601"/>
              <a:gd name="connsiteY726" fmla="*/ 1968019 h 6858000"/>
              <a:gd name="connsiteX727" fmla="*/ 227269 w 7472601"/>
              <a:gd name="connsiteY727" fmla="*/ 1114064 h 6858000"/>
              <a:gd name="connsiteX728" fmla="*/ 248003 w 7472601"/>
              <a:gd name="connsiteY728" fmla="*/ 1089613 h 6858000"/>
              <a:gd name="connsiteX729" fmla="*/ 427020 w 7472601"/>
              <a:gd name="connsiteY729" fmla="*/ 1619803 h 6858000"/>
              <a:gd name="connsiteX730" fmla="*/ 340345 w 7472601"/>
              <a:gd name="connsiteY730" fmla="*/ 2027739 h 6858000"/>
              <a:gd name="connsiteX731" fmla="*/ 360865 w 7472601"/>
              <a:gd name="connsiteY731" fmla="*/ 2044827 h 6858000"/>
              <a:gd name="connsiteX732" fmla="*/ 560414 w 7472601"/>
              <a:gd name="connsiteY732" fmla="*/ 2421457 h 6858000"/>
              <a:gd name="connsiteX733" fmla="*/ 1359703 w 7472601"/>
              <a:gd name="connsiteY733" fmla="*/ 2578554 h 6858000"/>
              <a:gd name="connsiteX734" fmla="*/ 1359422 w 7472601"/>
              <a:gd name="connsiteY734" fmla="*/ 2577994 h 6858000"/>
              <a:gd name="connsiteX735" fmla="*/ 828701 w 7472601"/>
              <a:gd name="connsiteY735" fmla="*/ 1839520 h 6858000"/>
              <a:gd name="connsiteX736" fmla="*/ 494427 w 7472601"/>
              <a:gd name="connsiteY736" fmla="*/ 1092333 h 6858000"/>
              <a:gd name="connsiteX737" fmla="*/ 506322 w 7472601"/>
              <a:gd name="connsiteY737" fmla="*/ 1020997 h 6858000"/>
              <a:gd name="connsiteX738" fmla="*/ 4570198 w 7472601"/>
              <a:gd name="connsiteY738" fmla="*/ 978081 h 6858000"/>
              <a:gd name="connsiteX739" fmla="*/ 4523691 w 7472601"/>
              <a:gd name="connsiteY739" fmla="*/ 1127776 h 6858000"/>
              <a:gd name="connsiteX740" fmla="*/ 4509875 w 7472601"/>
              <a:gd name="connsiteY740" fmla="*/ 1167552 h 6858000"/>
              <a:gd name="connsiteX741" fmla="*/ 4478168 w 7472601"/>
              <a:gd name="connsiteY741" fmla="*/ 1260735 h 6858000"/>
              <a:gd name="connsiteX742" fmla="*/ 4409309 w 7472601"/>
              <a:gd name="connsiteY742" fmla="*/ 1666996 h 6858000"/>
              <a:gd name="connsiteX743" fmla="*/ 4370031 w 7472601"/>
              <a:gd name="connsiteY743" fmla="*/ 1955666 h 6858000"/>
              <a:gd name="connsiteX744" fmla="*/ 4570198 w 7472601"/>
              <a:gd name="connsiteY744" fmla="*/ 978081 h 6858000"/>
              <a:gd name="connsiteX745" fmla="*/ 4557898 w 7472601"/>
              <a:gd name="connsiteY745" fmla="*/ 900011 h 6858000"/>
              <a:gd name="connsiteX746" fmla="*/ 4344840 w 7472601"/>
              <a:gd name="connsiteY746" fmla="*/ 1922038 h 6858000"/>
              <a:gd name="connsiteX747" fmla="*/ 4378710 w 7472601"/>
              <a:gd name="connsiteY747" fmla="*/ 1665516 h 6858000"/>
              <a:gd name="connsiteX748" fmla="*/ 4448798 w 7472601"/>
              <a:gd name="connsiteY748" fmla="*/ 1253024 h 6858000"/>
              <a:gd name="connsiteX749" fmla="*/ 4480315 w 7472601"/>
              <a:gd name="connsiteY749" fmla="*/ 1158454 h 6858000"/>
              <a:gd name="connsiteX750" fmla="*/ 4494133 w 7472601"/>
              <a:gd name="connsiteY750" fmla="*/ 1118676 h 6858000"/>
              <a:gd name="connsiteX751" fmla="*/ 4557898 w 7472601"/>
              <a:gd name="connsiteY751" fmla="*/ 900011 h 6858000"/>
              <a:gd name="connsiteX752" fmla="*/ 5870151 w 7472601"/>
              <a:gd name="connsiteY752" fmla="*/ 898890 h 6858000"/>
              <a:gd name="connsiteX753" fmla="*/ 5861335 w 7472601"/>
              <a:gd name="connsiteY753" fmla="*/ 899177 h 6858000"/>
              <a:gd name="connsiteX754" fmla="*/ 5843702 w 7472601"/>
              <a:gd name="connsiteY754" fmla="*/ 899748 h 6858000"/>
              <a:gd name="connsiteX755" fmla="*/ 5651107 w 7472601"/>
              <a:gd name="connsiteY755" fmla="*/ 920306 h 6858000"/>
              <a:gd name="connsiteX756" fmla="*/ 5459407 w 7472601"/>
              <a:gd name="connsiteY756" fmla="*/ 940975 h 6858000"/>
              <a:gd name="connsiteX757" fmla="*/ 5374846 w 7472601"/>
              <a:gd name="connsiteY757" fmla="*/ 941988 h 6858000"/>
              <a:gd name="connsiteX758" fmla="*/ 5256105 w 7472601"/>
              <a:gd name="connsiteY758" fmla="*/ 945632 h 6858000"/>
              <a:gd name="connsiteX759" fmla="*/ 5107071 w 7472601"/>
              <a:gd name="connsiteY759" fmla="*/ 969720 h 6858000"/>
              <a:gd name="connsiteX760" fmla="*/ 4998681 w 7472601"/>
              <a:gd name="connsiteY760" fmla="*/ 988771 h 6858000"/>
              <a:gd name="connsiteX761" fmla="*/ 5870151 w 7472601"/>
              <a:gd name="connsiteY761" fmla="*/ 898890 h 6858000"/>
              <a:gd name="connsiteX762" fmla="*/ 5504425 w 7472601"/>
              <a:gd name="connsiteY762" fmla="*/ 848067 h 6858000"/>
              <a:gd name="connsiteX763" fmla="*/ 4968849 w 7472601"/>
              <a:gd name="connsiteY763" fmla="*/ 962318 h 6858000"/>
              <a:gd name="connsiteX764" fmla="*/ 5104039 w 7472601"/>
              <a:gd name="connsiteY764" fmla="*/ 940634 h 6858000"/>
              <a:gd name="connsiteX765" fmla="*/ 5256311 w 7472601"/>
              <a:gd name="connsiteY765" fmla="*/ 916490 h 6858000"/>
              <a:gd name="connsiteX766" fmla="*/ 5377381 w 7472601"/>
              <a:gd name="connsiteY766" fmla="*/ 912671 h 6858000"/>
              <a:gd name="connsiteX767" fmla="*/ 5460148 w 7472601"/>
              <a:gd name="connsiteY767" fmla="*/ 911442 h 6858000"/>
              <a:gd name="connsiteX768" fmla="*/ 5648971 w 7472601"/>
              <a:gd name="connsiteY768" fmla="*/ 891331 h 6858000"/>
              <a:gd name="connsiteX769" fmla="*/ 5844807 w 7472601"/>
              <a:gd name="connsiteY769" fmla="*/ 870718 h 6858000"/>
              <a:gd name="connsiteX770" fmla="*/ 5862975 w 7472601"/>
              <a:gd name="connsiteY770" fmla="*/ 869756 h 6858000"/>
              <a:gd name="connsiteX771" fmla="*/ 5920887 w 7472601"/>
              <a:gd name="connsiteY771" fmla="*/ 865929 h 6858000"/>
              <a:gd name="connsiteX772" fmla="*/ 5504425 w 7472601"/>
              <a:gd name="connsiteY772" fmla="*/ 848067 h 6858000"/>
              <a:gd name="connsiteX773" fmla="*/ 3607114 w 7472601"/>
              <a:gd name="connsiteY773" fmla="*/ 467441 h 6858000"/>
              <a:gd name="connsiteX774" fmla="*/ 3296242 w 7472601"/>
              <a:gd name="connsiteY774" fmla="*/ 807991 h 6858000"/>
              <a:gd name="connsiteX775" fmla="*/ 3174674 w 7472601"/>
              <a:gd name="connsiteY775" fmla="*/ 919759 h 6858000"/>
              <a:gd name="connsiteX776" fmla="*/ 3042978 w 7472601"/>
              <a:gd name="connsiteY776" fmla="*/ 1054894 h 6858000"/>
              <a:gd name="connsiteX777" fmla="*/ 2968914 w 7472601"/>
              <a:gd name="connsiteY777" fmla="*/ 1133756 h 6858000"/>
              <a:gd name="connsiteX778" fmla="*/ 3103823 w 7472601"/>
              <a:gd name="connsiteY778" fmla="*/ 1026814 h 6858000"/>
              <a:gd name="connsiteX779" fmla="*/ 3607114 w 7472601"/>
              <a:gd name="connsiteY779" fmla="*/ 467441 h 6858000"/>
              <a:gd name="connsiteX780" fmla="*/ 3744487 w 7472601"/>
              <a:gd name="connsiteY780" fmla="*/ 383136 h 6858000"/>
              <a:gd name="connsiteX781" fmla="*/ 3970213 w 7472601"/>
              <a:gd name="connsiteY781" fmla="*/ 995559 h 6858000"/>
              <a:gd name="connsiteX782" fmla="*/ 3744487 w 7472601"/>
              <a:gd name="connsiteY782" fmla="*/ 383136 h 6858000"/>
              <a:gd name="connsiteX783" fmla="*/ 3624562 w 7472601"/>
              <a:gd name="connsiteY783" fmla="*/ 367041 h 6858000"/>
              <a:gd name="connsiteX784" fmla="*/ 3489712 w 7472601"/>
              <a:gd name="connsiteY784" fmla="*/ 485386 h 6858000"/>
              <a:gd name="connsiteX785" fmla="*/ 3182994 w 7472601"/>
              <a:gd name="connsiteY785" fmla="*/ 828265 h 6858000"/>
              <a:gd name="connsiteX786" fmla="*/ 2892114 w 7472601"/>
              <a:gd name="connsiteY786" fmla="*/ 1172635 h 6858000"/>
              <a:gd name="connsiteX787" fmla="*/ 3021459 w 7472601"/>
              <a:gd name="connsiteY787" fmla="*/ 1035385 h 6858000"/>
              <a:gd name="connsiteX788" fmla="*/ 3153873 w 7472601"/>
              <a:gd name="connsiteY788" fmla="*/ 898971 h 6858000"/>
              <a:gd name="connsiteX789" fmla="*/ 3276511 w 7472601"/>
              <a:gd name="connsiteY789" fmla="*/ 786423 h 6858000"/>
              <a:gd name="connsiteX790" fmla="*/ 3584154 w 7472601"/>
              <a:gd name="connsiteY790" fmla="*/ 448218 h 6858000"/>
              <a:gd name="connsiteX791" fmla="*/ 3624562 w 7472601"/>
              <a:gd name="connsiteY791" fmla="*/ 367041 h 6858000"/>
              <a:gd name="connsiteX792" fmla="*/ 3766672 w 7472601"/>
              <a:gd name="connsiteY792" fmla="*/ 359429 h 6858000"/>
              <a:gd name="connsiteX793" fmla="*/ 3996338 w 7472601"/>
              <a:gd name="connsiteY793" fmla="*/ 968237 h 6858000"/>
              <a:gd name="connsiteX794" fmla="*/ 3766672 w 7472601"/>
              <a:gd name="connsiteY794" fmla="*/ 359429 h 6858000"/>
              <a:gd name="connsiteX795" fmla="*/ 5805386 w 7472601"/>
              <a:gd name="connsiteY795" fmla="*/ 239240 h 6858000"/>
              <a:gd name="connsiteX796" fmla="*/ 5736947 w 7472601"/>
              <a:gd name="connsiteY796" fmla="*/ 261367 h 6858000"/>
              <a:gd name="connsiteX797" fmla="*/ 5427012 w 7472601"/>
              <a:gd name="connsiteY797" fmla="*/ 311272 h 6858000"/>
              <a:gd name="connsiteX798" fmla="*/ 5147818 w 7472601"/>
              <a:gd name="connsiteY798" fmla="*/ 322112 h 6858000"/>
              <a:gd name="connsiteX799" fmla="*/ 5060854 w 7472601"/>
              <a:gd name="connsiteY799" fmla="*/ 311882 h 6858000"/>
              <a:gd name="connsiteX800" fmla="*/ 4945989 w 7472601"/>
              <a:gd name="connsiteY800" fmla="*/ 300516 h 6858000"/>
              <a:gd name="connsiteX801" fmla="*/ 5410479 w 7472601"/>
              <a:gd name="connsiteY801" fmla="*/ 348434 h 6858000"/>
              <a:gd name="connsiteX802" fmla="*/ 5805386 w 7472601"/>
              <a:gd name="connsiteY802" fmla="*/ 239240 h 6858000"/>
              <a:gd name="connsiteX803" fmla="*/ 5905192 w 7472601"/>
              <a:gd name="connsiteY803" fmla="*/ 163079 h 6858000"/>
              <a:gd name="connsiteX804" fmla="*/ 5865655 w 7472601"/>
              <a:gd name="connsiteY804" fmla="*/ 171901 h 6858000"/>
              <a:gd name="connsiteX805" fmla="*/ 5259740 w 7472601"/>
              <a:gd name="connsiteY805" fmla="*/ 257013 h 6858000"/>
              <a:gd name="connsiteX806" fmla="*/ 5208466 w 7472601"/>
              <a:gd name="connsiteY806" fmla="*/ 257550 h 6858000"/>
              <a:gd name="connsiteX807" fmla="*/ 4980204 w 7472601"/>
              <a:gd name="connsiteY807" fmla="*/ 271903 h 6858000"/>
              <a:gd name="connsiteX808" fmla="*/ 5068068 w 7472601"/>
              <a:gd name="connsiteY808" fmla="*/ 282244 h 6858000"/>
              <a:gd name="connsiteX809" fmla="*/ 5153231 w 7472601"/>
              <a:gd name="connsiteY809" fmla="*/ 292240 h 6858000"/>
              <a:gd name="connsiteX810" fmla="*/ 5426491 w 7472601"/>
              <a:gd name="connsiteY810" fmla="*/ 281128 h 6858000"/>
              <a:gd name="connsiteX811" fmla="*/ 5731212 w 7472601"/>
              <a:gd name="connsiteY811" fmla="*/ 231951 h 6858000"/>
              <a:gd name="connsiteX812" fmla="*/ 5905192 w 7472601"/>
              <a:gd name="connsiteY812" fmla="*/ 163079 h 6858000"/>
              <a:gd name="connsiteX813" fmla="*/ 5944437 w 7472601"/>
              <a:gd name="connsiteY813" fmla="*/ 113829 h 6858000"/>
              <a:gd name="connsiteX814" fmla="*/ 5825032 w 7472601"/>
              <a:gd name="connsiteY814" fmla="*/ 146405 h 6858000"/>
              <a:gd name="connsiteX815" fmla="*/ 4955599 w 7472601"/>
              <a:gd name="connsiteY815" fmla="*/ 247008 h 6858000"/>
              <a:gd name="connsiteX816" fmla="*/ 5210104 w 7472601"/>
              <a:gd name="connsiteY816" fmla="*/ 228123 h 6858000"/>
              <a:gd name="connsiteX817" fmla="*/ 5261015 w 7472601"/>
              <a:gd name="connsiteY817" fmla="*/ 227087 h 6858000"/>
              <a:gd name="connsiteX818" fmla="*/ 5861181 w 7472601"/>
              <a:gd name="connsiteY818" fmla="*/ 143093 h 6858000"/>
              <a:gd name="connsiteX819" fmla="*/ 5961252 w 7472601"/>
              <a:gd name="connsiteY819" fmla="*/ 114820 h 6858000"/>
              <a:gd name="connsiteX820" fmla="*/ 5944437 w 7472601"/>
              <a:gd name="connsiteY820" fmla="*/ 113829 h 6858000"/>
              <a:gd name="connsiteX821" fmla="*/ 3882765 w 7472601"/>
              <a:gd name="connsiteY821" fmla="*/ 0 h 6858000"/>
              <a:gd name="connsiteX822" fmla="*/ 3995099 w 7472601"/>
              <a:gd name="connsiteY822" fmla="*/ 0 h 6858000"/>
              <a:gd name="connsiteX823" fmla="*/ 4163818 w 7472601"/>
              <a:gd name="connsiteY823" fmla="*/ 234104 h 6858000"/>
              <a:gd name="connsiteX824" fmla="*/ 4172099 w 7472601"/>
              <a:gd name="connsiteY824" fmla="*/ 234207 h 6858000"/>
              <a:gd name="connsiteX825" fmla="*/ 4784282 w 7472601"/>
              <a:gd name="connsiteY825" fmla="*/ 276561 h 6858000"/>
              <a:gd name="connsiteX826" fmla="*/ 4801687 w 7472601"/>
              <a:gd name="connsiteY826" fmla="*/ 267764 h 6858000"/>
              <a:gd name="connsiteX827" fmla="*/ 6082788 w 7472601"/>
              <a:gd name="connsiteY827" fmla="*/ 64119 h 6858000"/>
              <a:gd name="connsiteX828" fmla="*/ 6099442 w 7472601"/>
              <a:gd name="connsiteY828" fmla="*/ 82568 h 6858000"/>
              <a:gd name="connsiteX829" fmla="*/ 4804137 w 7472601"/>
              <a:gd name="connsiteY829" fmla="*/ 320931 h 6858000"/>
              <a:gd name="connsiteX830" fmla="*/ 4227047 w 7472601"/>
              <a:gd name="connsiteY830" fmla="*/ 313415 h 6858000"/>
              <a:gd name="connsiteX831" fmla="*/ 4346041 w 7472601"/>
              <a:gd name="connsiteY831" fmla="*/ 456086 h 6858000"/>
              <a:gd name="connsiteX832" fmla="*/ 4870967 w 7472601"/>
              <a:gd name="connsiteY832" fmla="*/ 963061 h 6858000"/>
              <a:gd name="connsiteX833" fmla="*/ 4889647 w 7472601"/>
              <a:gd name="connsiteY833" fmla="*/ 957147 h 6858000"/>
              <a:gd name="connsiteX834" fmla="*/ 5422504 w 7472601"/>
              <a:gd name="connsiteY834" fmla="*/ 805191 h 6858000"/>
              <a:gd name="connsiteX835" fmla="*/ 6087656 w 7472601"/>
              <a:gd name="connsiteY835" fmla="*/ 826703 h 6858000"/>
              <a:gd name="connsiteX836" fmla="*/ 6058717 w 7472601"/>
              <a:gd name="connsiteY836" fmla="*/ 865992 h 6858000"/>
              <a:gd name="connsiteX837" fmla="*/ 4974153 w 7472601"/>
              <a:gd name="connsiteY837" fmla="*/ 1045456 h 6858000"/>
              <a:gd name="connsiteX838" fmla="*/ 5627835 w 7472601"/>
              <a:gd name="connsiteY838" fmla="*/ 1472077 h 6858000"/>
              <a:gd name="connsiteX839" fmla="*/ 5629817 w 7472601"/>
              <a:gd name="connsiteY839" fmla="*/ 1471412 h 6858000"/>
              <a:gd name="connsiteX840" fmla="*/ 5634124 w 7472601"/>
              <a:gd name="connsiteY840" fmla="*/ 1470572 h 6858000"/>
              <a:gd name="connsiteX841" fmla="*/ 5755832 w 7472601"/>
              <a:gd name="connsiteY841" fmla="*/ 1383886 h 6858000"/>
              <a:gd name="connsiteX842" fmla="*/ 6014186 w 7472601"/>
              <a:gd name="connsiteY842" fmla="*/ 1279799 h 6858000"/>
              <a:gd name="connsiteX843" fmla="*/ 6901619 w 7472601"/>
              <a:gd name="connsiteY843" fmla="*/ 1047874 h 6858000"/>
              <a:gd name="connsiteX844" fmla="*/ 6931566 w 7472601"/>
              <a:gd name="connsiteY844" fmla="*/ 1062034 h 6858000"/>
              <a:gd name="connsiteX845" fmla="*/ 5790982 w 7472601"/>
              <a:gd name="connsiteY845" fmla="*/ 1561380 h 6858000"/>
              <a:gd name="connsiteX846" fmla="*/ 6188971 w 7472601"/>
              <a:gd name="connsiteY846" fmla="*/ 1755168 h 6858000"/>
              <a:gd name="connsiteX847" fmla="*/ 6202446 w 7472601"/>
              <a:gd name="connsiteY847" fmla="*/ 1752268 h 6858000"/>
              <a:gd name="connsiteX848" fmla="*/ 7179560 w 7472601"/>
              <a:gd name="connsiteY848" fmla="*/ 1467551 h 6858000"/>
              <a:gd name="connsiteX849" fmla="*/ 7158730 w 7472601"/>
              <a:gd name="connsiteY849" fmla="*/ 1507835 h 6858000"/>
              <a:gd name="connsiteX850" fmla="*/ 6326959 w 7472601"/>
              <a:gd name="connsiteY850" fmla="*/ 1817686 h 6858000"/>
              <a:gd name="connsiteX851" fmla="*/ 6537433 w 7472601"/>
              <a:gd name="connsiteY851" fmla="*/ 1907790 h 6858000"/>
              <a:gd name="connsiteX852" fmla="*/ 6550221 w 7472601"/>
              <a:gd name="connsiteY852" fmla="*/ 1910729 h 6858000"/>
              <a:gd name="connsiteX853" fmla="*/ 6964438 w 7472601"/>
              <a:gd name="connsiteY853" fmla="*/ 2209505 h 6858000"/>
              <a:gd name="connsiteX854" fmla="*/ 7367862 w 7472601"/>
              <a:gd name="connsiteY854" fmla="*/ 2806833 h 6858000"/>
              <a:gd name="connsiteX855" fmla="*/ 7364329 w 7472601"/>
              <a:gd name="connsiteY855" fmla="*/ 2826907 h 6858000"/>
              <a:gd name="connsiteX856" fmla="*/ 7290545 w 7472601"/>
              <a:gd name="connsiteY856" fmla="*/ 2850663 h 6858000"/>
              <a:gd name="connsiteX857" fmla="*/ 6472036 w 7472601"/>
              <a:gd name="connsiteY857" fmla="*/ 1959003 h 6858000"/>
              <a:gd name="connsiteX858" fmla="*/ 5792897 w 7472601"/>
              <a:gd name="connsiteY858" fmla="*/ 1647747 h 6858000"/>
              <a:gd name="connsiteX859" fmla="*/ 5842751 w 7472601"/>
              <a:gd name="connsiteY859" fmla="*/ 1816112 h 6858000"/>
              <a:gd name="connsiteX860" fmla="*/ 5847424 w 7472601"/>
              <a:gd name="connsiteY860" fmla="*/ 1815776 h 6858000"/>
              <a:gd name="connsiteX861" fmla="*/ 6399821 w 7472601"/>
              <a:gd name="connsiteY861" fmla="*/ 2344799 h 6858000"/>
              <a:gd name="connsiteX862" fmla="*/ 6323232 w 7472601"/>
              <a:gd name="connsiteY862" fmla="*/ 2389634 h 6858000"/>
              <a:gd name="connsiteX863" fmla="*/ 5942958 w 7472601"/>
              <a:gd name="connsiteY863" fmla="*/ 2077708 h 6858000"/>
              <a:gd name="connsiteX864" fmla="*/ 5921559 w 7472601"/>
              <a:gd name="connsiteY864" fmla="*/ 2378596 h 6858000"/>
              <a:gd name="connsiteX865" fmla="*/ 5817651 w 7472601"/>
              <a:gd name="connsiteY865" fmla="*/ 3023919 h 6858000"/>
              <a:gd name="connsiteX866" fmla="*/ 5729634 w 7472601"/>
              <a:gd name="connsiteY866" fmla="*/ 3051849 h 6858000"/>
              <a:gd name="connsiteX867" fmla="*/ 5611018 w 7472601"/>
              <a:gd name="connsiteY867" fmla="*/ 2316769 h 6858000"/>
              <a:gd name="connsiteX868" fmla="*/ 5687608 w 7472601"/>
              <a:gd name="connsiteY868" fmla="*/ 2039972 h 6858000"/>
              <a:gd name="connsiteX869" fmla="*/ 5657554 w 7472601"/>
              <a:gd name="connsiteY869" fmla="*/ 1576445 h 6858000"/>
              <a:gd name="connsiteX870" fmla="*/ 5150475 w 7472601"/>
              <a:gd name="connsiteY870" fmla="*/ 1274012 h 6858000"/>
              <a:gd name="connsiteX871" fmla="*/ 5349142 w 7472601"/>
              <a:gd name="connsiteY871" fmla="*/ 2204405 h 6858000"/>
              <a:gd name="connsiteX872" fmla="*/ 5262214 w 7472601"/>
              <a:gd name="connsiteY872" fmla="*/ 2233836 h 6858000"/>
              <a:gd name="connsiteX873" fmla="*/ 4981539 w 7472601"/>
              <a:gd name="connsiteY873" fmla="*/ 1542201 h 6858000"/>
              <a:gd name="connsiteX874" fmla="*/ 4958461 w 7472601"/>
              <a:gd name="connsiteY874" fmla="*/ 1136957 h 6858000"/>
              <a:gd name="connsiteX875" fmla="*/ 4655015 w 7472601"/>
              <a:gd name="connsiteY875" fmla="*/ 891426 h 6858000"/>
              <a:gd name="connsiteX876" fmla="*/ 4348002 w 7472601"/>
              <a:gd name="connsiteY876" fmla="*/ 2205895 h 6858000"/>
              <a:gd name="connsiteX877" fmla="*/ 4262250 w 7472601"/>
              <a:gd name="connsiteY877" fmla="*/ 2219972 h 6858000"/>
              <a:gd name="connsiteX878" fmla="*/ 4550611 w 7472601"/>
              <a:gd name="connsiteY878" fmla="*/ 817540 h 6858000"/>
              <a:gd name="connsiteX879" fmla="*/ 4564418 w 7472601"/>
              <a:gd name="connsiteY879" fmla="*/ 808293 h 6858000"/>
              <a:gd name="connsiteX880" fmla="*/ 4266388 w 7472601"/>
              <a:gd name="connsiteY880" fmla="*/ 500083 h 6858000"/>
              <a:gd name="connsiteX881" fmla="*/ 4032842 w 7472601"/>
              <a:gd name="connsiteY881" fmla="*/ 211809 h 6858000"/>
              <a:gd name="connsiteX882" fmla="*/ 3882765 w 7472601"/>
              <a:gd name="connsiteY882" fmla="*/ 0 h 6858000"/>
              <a:gd name="connsiteX883" fmla="*/ 3721337 w 7472601"/>
              <a:gd name="connsiteY883" fmla="*/ 0 h 6858000"/>
              <a:gd name="connsiteX884" fmla="*/ 3797544 w 7472601"/>
              <a:gd name="connsiteY884" fmla="*/ 0 h 6858000"/>
              <a:gd name="connsiteX885" fmla="*/ 3775734 w 7472601"/>
              <a:gd name="connsiteY885" fmla="*/ 95131 h 6858000"/>
              <a:gd name="connsiteX886" fmla="*/ 3724807 w 7472601"/>
              <a:gd name="connsiteY886" fmla="*/ 272257 h 6858000"/>
              <a:gd name="connsiteX887" fmla="*/ 3726844 w 7472601"/>
              <a:gd name="connsiteY887" fmla="*/ 282988 h 6858000"/>
              <a:gd name="connsiteX888" fmla="*/ 3742664 w 7472601"/>
              <a:gd name="connsiteY888" fmla="*/ 279918 h 6858000"/>
              <a:gd name="connsiteX889" fmla="*/ 4103910 w 7472601"/>
              <a:gd name="connsiteY889" fmla="*/ 1161917 h 6858000"/>
              <a:gd name="connsiteX890" fmla="*/ 4020269 w 7472601"/>
              <a:gd name="connsiteY890" fmla="*/ 1200406 h 6858000"/>
              <a:gd name="connsiteX891" fmla="*/ 3674882 w 7472601"/>
              <a:gd name="connsiteY891" fmla="*/ 488524 h 6858000"/>
              <a:gd name="connsiteX892" fmla="*/ 3132682 w 7472601"/>
              <a:gd name="connsiteY892" fmla="*/ 1072284 h 6858000"/>
              <a:gd name="connsiteX893" fmla="*/ 2716346 w 7472601"/>
              <a:gd name="connsiteY893" fmla="*/ 1276376 h 6858000"/>
              <a:gd name="connsiteX894" fmla="*/ 2716772 w 7472601"/>
              <a:gd name="connsiteY894" fmla="*/ 1255462 h 6858000"/>
              <a:gd name="connsiteX895" fmla="*/ 3471096 w 7472601"/>
              <a:gd name="connsiteY895" fmla="*/ 437072 h 6858000"/>
              <a:gd name="connsiteX896" fmla="*/ 3639057 w 7472601"/>
              <a:gd name="connsiteY896" fmla="*/ 286334 h 6858000"/>
              <a:gd name="connsiteX897" fmla="*/ 3640309 w 7472601"/>
              <a:gd name="connsiteY897" fmla="*/ 284664 h 6858000"/>
              <a:gd name="connsiteX898" fmla="*/ 3646022 w 7472601"/>
              <a:gd name="connsiteY898" fmla="*/ 276711 h 6858000"/>
              <a:gd name="connsiteX899" fmla="*/ 3707943 w 7472601"/>
              <a:gd name="connsiteY899" fmla="*/ 65958 h 6858000"/>
              <a:gd name="connsiteX900" fmla="*/ 3721337 w 7472601"/>
              <a:gd name="connsiteY900" fmla="*/ 0 h 6858000"/>
              <a:gd name="connsiteX901" fmla="*/ 2867960 w 7472601"/>
              <a:gd name="connsiteY901" fmla="*/ 0 h 6858000"/>
              <a:gd name="connsiteX902" fmla="*/ 2926351 w 7472601"/>
              <a:gd name="connsiteY902" fmla="*/ 0 h 6858000"/>
              <a:gd name="connsiteX903" fmla="*/ 2902823 w 7472601"/>
              <a:gd name="connsiteY903" fmla="*/ 262929 h 6858000"/>
              <a:gd name="connsiteX904" fmla="*/ 2940663 w 7472601"/>
              <a:gd name="connsiteY904" fmla="*/ 140884 h 6858000"/>
              <a:gd name="connsiteX905" fmla="*/ 2947039 w 7472601"/>
              <a:gd name="connsiteY905" fmla="*/ 122524 h 6858000"/>
              <a:gd name="connsiteX906" fmla="*/ 2984316 w 7472601"/>
              <a:gd name="connsiteY906" fmla="*/ 0 h 6858000"/>
              <a:gd name="connsiteX907" fmla="*/ 3016114 w 7472601"/>
              <a:gd name="connsiteY907" fmla="*/ 0 h 6858000"/>
              <a:gd name="connsiteX908" fmla="*/ 2979949 w 7472601"/>
              <a:gd name="connsiteY908" fmla="*/ 119274 h 6858000"/>
              <a:gd name="connsiteX909" fmla="*/ 3023879 w 7472601"/>
              <a:gd name="connsiteY909" fmla="*/ 0 h 6858000"/>
              <a:gd name="connsiteX910" fmla="*/ 3105400 w 7472601"/>
              <a:gd name="connsiteY910" fmla="*/ 0 h 6858000"/>
              <a:gd name="connsiteX911" fmla="*/ 3094669 w 7472601"/>
              <a:gd name="connsiteY911" fmla="*/ 30308 h 6858000"/>
              <a:gd name="connsiteX912" fmla="*/ 2901945 w 7472601"/>
              <a:gd name="connsiteY912" fmla="*/ 466538 h 6858000"/>
              <a:gd name="connsiteX913" fmla="*/ 2815209 w 7472601"/>
              <a:gd name="connsiteY913" fmla="*/ 497361 h 6858000"/>
              <a:gd name="connsiteX914" fmla="*/ 2844845 w 7472601"/>
              <a:gd name="connsiteY914" fmla="*/ 127638 h 6858000"/>
              <a:gd name="connsiteX915" fmla="*/ 2867960 w 7472601"/>
              <a:gd name="connsiteY915" fmla="*/ 0 h 6858000"/>
              <a:gd name="connsiteX916" fmla="*/ 1057230 w 7472601"/>
              <a:gd name="connsiteY916" fmla="*/ 0 h 6858000"/>
              <a:gd name="connsiteX917" fmla="*/ 1111003 w 7472601"/>
              <a:gd name="connsiteY917" fmla="*/ 0 h 6858000"/>
              <a:gd name="connsiteX918" fmla="*/ 1125553 w 7472601"/>
              <a:gd name="connsiteY918" fmla="*/ 52588 h 6858000"/>
              <a:gd name="connsiteX919" fmla="*/ 1304276 w 7472601"/>
              <a:gd name="connsiteY919" fmla="*/ 476275 h 6858000"/>
              <a:gd name="connsiteX920" fmla="*/ 1492066 w 7472601"/>
              <a:gd name="connsiteY920" fmla="*/ 886333 h 6858000"/>
              <a:gd name="connsiteX921" fmla="*/ 1423698 w 7472601"/>
              <a:gd name="connsiteY921" fmla="*/ 710817 h 6858000"/>
              <a:gd name="connsiteX922" fmla="*/ 1357609 w 7472601"/>
              <a:gd name="connsiteY922" fmla="*/ 532892 h 6858000"/>
              <a:gd name="connsiteX923" fmla="*/ 1309550 w 7472601"/>
              <a:gd name="connsiteY923" fmla="*/ 374031 h 6858000"/>
              <a:gd name="connsiteX924" fmla="*/ 1193673 w 7472601"/>
              <a:gd name="connsiteY924" fmla="*/ 49533 h 6858000"/>
              <a:gd name="connsiteX925" fmla="*/ 1164391 w 7472601"/>
              <a:gd name="connsiteY925" fmla="*/ 0 h 6858000"/>
              <a:gd name="connsiteX926" fmla="*/ 1200666 w 7472601"/>
              <a:gd name="connsiteY926" fmla="*/ 0 h 6858000"/>
              <a:gd name="connsiteX927" fmla="*/ 1223408 w 7472601"/>
              <a:gd name="connsiteY927" fmla="*/ 38996 h 6858000"/>
              <a:gd name="connsiteX928" fmla="*/ 1339635 w 7472601"/>
              <a:gd name="connsiteY928" fmla="*/ 365517 h 6858000"/>
              <a:gd name="connsiteX929" fmla="*/ 1387469 w 7472601"/>
              <a:gd name="connsiteY929" fmla="*/ 523079 h 6858000"/>
              <a:gd name="connsiteX930" fmla="*/ 1452685 w 7472601"/>
              <a:gd name="connsiteY930" fmla="*/ 699806 h 6858000"/>
              <a:gd name="connsiteX931" fmla="*/ 1492092 w 7472601"/>
              <a:gd name="connsiteY931" fmla="*/ 800424 h 6858000"/>
              <a:gd name="connsiteX932" fmla="*/ 1455302 w 7472601"/>
              <a:gd name="connsiteY932" fmla="*/ 632913 h 6858000"/>
              <a:gd name="connsiteX933" fmla="*/ 1222336 w 7472601"/>
              <a:gd name="connsiteY933" fmla="*/ 9480 h 6858000"/>
              <a:gd name="connsiteX934" fmla="*/ 1214634 w 7472601"/>
              <a:gd name="connsiteY934" fmla="*/ 0 h 6858000"/>
              <a:gd name="connsiteX935" fmla="*/ 1289827 w 7472601"/>
              <a:gd name="connsiteY935" fmla="*/ 0 h 6858000"/>
              <a:gd name="connsiteX936" fmla="*/ 1321076 w 7472601"/>
              <a:gd name="connsiteY936" fmla="*/ 59722 h 6858000"/>
              <a:gd name="connsiteX937" fmla="*/ 1512579 w 7472601"/>
              <a:gd name="connsiteY937" fmla="*/ 626441 h 6858000"/>
              <a:gd name="connsiteX938" fmla="*/ 1506076 w 7472601"/>
              <a:gd name="connsiteY938" fmla="*/ 1089289 h 6858000"/>
              <a:gd name="connsiteX939" fmla="*/ 1486346 w 7472601"/>
              <a:gd name="connsiteY939" fmla="*/ 1079919 h 6858000"/>
              <a:gd name="connsiteX940" fmla="*/ 1070511 w 7472601"/>
              <a:gd name="connsiteY940" fmla="*/ 48609 h 6858000"/>
              <a:gd name="connsiteX941" fmla="*/ 1057230 w 7472601"/>
              <a:gd name="connsiteY941" fmla="*/ 0 h 6858000"/>
              <a:gd name="connsiteX942" fmla="*/ 43151 w 7472601"/>
              <a:gd name="connsiteY942" fmla="*/ 0 h 6858000"/>
              <a:gd name="connsiteX943" fmla="*/ 95283 w 7472601"/>
              <a:gd name="connsiteY943" fmla="*/ 0 h 6858000"/>
              <a:gd name="connsiteX944" fmla="*/ 300708 w 7472601"/>
              <a:gd name="connsiteY944" fmla="*/ 154571 h 6858000"/>
              <a:gd name="connsiteX945" fmla="*/ 530414 w 7472601"/>
              <a:gd name="connsiteY945" fmla="*/ 354673 h 6858000"/>
              <a:gd name="connsiteX946" fmla="*/ 333785 w 7472601"/>
              <a:gd name="connsiteY946" fmla="*/ 161564 h 6858000"/>
              <a:gd name="connsiteX947" fmla="*/ 147005 w 7472601"/>
              <a:gd name="connsiteY947" fmla="*/ 0 h 6858000"/>
              <a:gd name="connsiteX948" fmla="*/ 272509 w 7472601"/>
              <a:gd name="connsiteY948" fmla="*/ 0 h 6858000"/>
              <a:gd name="connsiteX949" fmla="*/ 326276 w 7472601"/>
              <a:gd name="connsiteY949" fmla="*/ 45847 h 6858000"/>
              <a:gd name="connsiteX950" fmla="*/ 823759 w 7472601"/>
              <a:gd name="connsiteY950" fmla="*/ 574145 h 6858000"/>
              <a:gd name="connsiteX951" fmla="*/ 811254 w 7472601"/>
              <a:gd name="connsiteY951" fmla="*/ 665546 h 6858000"/>
              <a:gd name="connsiteX952" fmla="*/ 154042 w 7472601"/>
              <a:gd name="connsiteY952" fmla="*/ 261522 h 6858000"/>
              <a:gd name="connsiteX953" fmla="*/ 13550 w 7472601"/>
              <a:gd name="connsiteY953" fmla="*/ 158423 h 6858000"/>
              <a:gd name="connsiteX954" fmla="*/ 0 w 7472601"/>
              <a:gd name="connsiteY954" fmla="*/ 146618 h 6858000"/>
              <a:gd name="connsiteX955" fmla="*/ 0 w 7472601"/>
              <a:gd name="connsiteY955" fmla="*/ 59161 h 6858000"/>
              <a:gd name="connsiteX956" fmla="*/ 45427 w 7472601"/>
              <a:gd name="connsiteY956" fmla="*/ 101078 h 6858000"/>
              <a:gd name="connsiteX957" fmla="*/ 630103 w 7472601"/>
              <a:gd name="connsiteY957" fmla="*/ 485885 h 6858000"/>
              <a:gd name="connsiteX958" fmla="*/ 532040 w 7472601"/>
              <a:gd name="connsiteY958" fmla="*/ 399359 h 6858000"/>
              <a:gd name="connsiteX959" fmla="*/ 517618 w 7472601"/>
              <a:gd name="connsiteY959" fmla="*/ 385726 h 6858000"/>
              <a:gd name="connsiteX960" fmla="*/ 285074 w 7472601"/>
              <a:gd name="connsiteY960" fmla="*/ 182755 h 6858000"/>
              <a:gd name="connsiteX961" fmla="*/ 43151 w 7472601"/>
              <a:gd name="connsiteY961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63634 h 6858000"/>
              <a:gd name="connsiteX78" fmla="*/ 7448321 w 7472601"/>
              <a:gd name="connsiteY78" fmla="*/ 6190991 h 6858000"/>
              <a:gd name="connsiteX79" fmla="*/ 7467600 w 7472601"/>
              <a:gd name="connsiteY79" fmla="*/ 6221686 h 6858000"/>
              <a:gd name="connsiteX80" fmla="*/ 7467600 w 7472601"/>
              <a:gd name="connsiteY80" fmla="*/ 6334256 h 6858000"/>
              <a:gd name="connsiteX81" fmla="*/ 7454976 w 7472601"/>
              <a:gd name="connsiteY81" fmla="*/ 6318297 h 6858000"/>
              <a:gd name="connsiteX82" fmla="*/ 1456157 w 7472601"/>
              <a:gd name="connsiteY82" fmla="*/ 5371404 h 6858000"/>
              <a:gd name="connsiteX83" fmla="*/ 1244432 w 7472601"/>
              <a:gd name="connsiteY83" fmla="*/ 5385601 h 6858000"/>
              <a:gd name="connsiteX84" fmla="*/ 973990 w 7472601"/>
              <a:gd name="connsiteY84" fmla="*/ 5424940 h 6858000"/>
              <a:gd name="connsiteX85" fmla="*/ 1103809 w 7472601"/>
              <a:gd name="connsiteY85" fmla="*/ 5433720 h 6858000"/>
              <a:gd name="connsiteX86" fmla="*/ 1123454 w 7472601"/>
              <a:gd name="connsiteY86" fmla="*/ 5435727 h 6858000"/>
              <a:gd name="connsiteX87" fmla="*/ 1737017 w 7472601"/>
              <a:gd name="connsiteY87" fmla="*/ 5452183 h 6858000"/>
              <a:gd name="connsiteX88" fmla="*/ 1824397 w 7472601"/>
              <a:gd name="connsiteY88" fmla="*/ 5447757 h 6858000"/>
              <a:gd name="connsiteX89" fmla="*/ 2070059 w 7472601"/>
              <a:gd name="connsiteY89" fmla="*/ 5441660 h 6858000"/>
              <a:gd name="connsiteX90" fmla="*/ 1456157 w 7472601"/>
              <a:gd name="connsiteY90" fmla="*/ 5371404 h 6858000"/>
              <a:gd name="connsiteX91" fmla="*/ 4988186 w 7472601"/>
              <a:gd name="connsiteY91" fmla="*/ 5216467 h 6858000"/>
              <a:gd name="connsiteX92" fmla="*/ 4777334 w 7472601"/>
              <a:gd name="connsiteY92" fmla="*/ 5406072 h 6858000"/>
              <a:gd name="connsiteX93" fmla="*/ 4718341 w 7472601"/>
              <a:gd name="connsiteY93" fmla="*/ 5468043 h 6858000"/>
              <a:gd name="connsiteX94" fmla="*/ 4604655 w 7472601"/>
              <a:gd name="connsiteY94" fmla="*/ 5583434 h 6858000"/>
              <a:gd name="connsiteX95" fmla="*/ 4565074 w 7472601"/>
              <a:gd name="connsiteY95" fmla="*/ 5618550 h 6858000"/>
              <a:gd name="connsiteX96" fmla="*/ 4988186 w 7472601"/>
              <a:gd name="connsiteY96" fmla="*/ 5216467 h 6858000"/>
              <a:gd name="connsiteX97" fmla="*/ 4978032 w 7472601"/>
              <a:gd name="connsiteY97" fmla="*/ 5183809 h 6858000"/>
              <a:gd name="connsiteX98" fmla="*/ 4463413 w 7472601"/>
              <a:gd name="connsiteY98" fmla="*/ 5615162 h 6858000"/>
              <a:gd name="connsiteX99" fmla="*/ 4358134 w 7472601"/>
              <a:gd name="connsiteY99" fmla="*/ 5742791 h 6858000"/>
              <a:gd name="connsiteX100" fmla="*/ 4376219 w 7472601"/>
              <a:gd name="connsiteY100" fmla="*/ 5729027 h 6858000"/>
              <a:gd name="connsiteX101" fmla="*/ 4582340 w 7472601"/>
              <a:gd name="connsiteY101" fmla="*/ 5561037 h 6858000"/>
              <a:gd name="connsiteX102" fmla="*/ 4694684 w 7472601"/>
              <a:gd name="connsiteY102" fmla="*/ 5447098 h 6858000"/>
              <a:gd name="connsiteX103" fmla="*/ 4754123 w 7472601"/>
              <a:gd name="connsiteY103" fmla="*/ 5384643 h 6858000"/>
              <a:gd name="connsiteX104" fmla="*/ 4978032 w 7472601"/>
              <a:gd name="connsiteY104" fmla="*/ 5183809 h 6858000"/>
              <a:gd name="connsiteX105" fmla="*/ 1903353 w 7472601"/>
              <a:gd name="connsiteY105" fmla="*/ 5044827 h 6858000"/>
              <a:gd name="connsiteX106" fmla="*/ 1936931 w 7472601"/>
              <a:gd name="connsiteY106" fmla="*/ 5093954 h 6858000"/>
              <a:gd name="connsiteX107" fmla="*/ 2195868 w 7472601"/>
              <a:gd name="connsiteY107" fmla="*/ 5396574 h 6858000"/>
              <a:gd name="connsiteX108" fmla="*/ 2088852 w 7472601"/>
              <a:gd name="connsiteY108" fmla="*/ 5166123 h 6858000"/>
              <a:gd name="connsiteX109" fmla="*/ 1958241 w 7472601"/>
              <a:gd name="connsiteY109" fmla="*/ 5067955 h 6858000"/>
              <a:gd name="connsiteX110" fmla="*/ 1903353 w 7472601"/>
              <a:gd name="connsiteY110" fmla="*/ 5044827 h 6858000"/>
              <a:gd name="connsiteX111" fmla="*/ 1979378 w 7472601"/>
              <a:gd name="connsiteY111" fmla="*/ 4769504 h 6858000"/>
              <a:gd name="connsiteX112" fmla="*/ 2882120 w 7472601"/>
              <a:gd name="connsiteY112" fmla="*/ 5064547 h 6858000"/>
              <a:gd name="connsiteX113" fmla="*/ 2793103 w 7472601"/>
              <a:gd name="connsiteY113" fmla="*/ 5039699 h 6858000"/>
              <a:gd name="connsiteX114" fmla="*/ 2770041 w 7472601"/>
              <a:gd name="connsiteY114" fmla="*/ 5033634 h 6858000"/>
              <a:gd name="connsiteX115" fmla="*/ 1979378 w 7472601"/>
              <a:gd name="connsiteY115" fmla="*/ 4769504 h 6858000"/>
              <a:gd name="connsiteX116" fmla="*/ 1927410 w 7472601"/>
              <a:gd name="connsiteY116" fmla="*/ 4716164 h 6858000"/>
              <a:gd name="connsiteX117" fmla="*/ 1959587 w 7472601"/>
              <a:gd name="connsiteY117" fmla="*/ 4728849 h 6858000"/>
              <a:gd name="connsiteX118" fmla="*/ 2777707 w 7472601"/>
              <a:gd name="connsiteY118" fmla="*/ 5003991 h 6858000"/>
              <a:gd name="connsiteX119" fmla="*/ 2800768 w 7472601"/>
              <a:gd name="connsiteY119" fmla="*/ 5010056 h 6858000"/>
              <a:gd name="connsiteX120" fmla="*/ 2879408 w 7472601"/>
              <a:gd name="connsiteY120" fmla="*/ 5031590 h 6858000"/>
              <a:gd name="connsiteX121" fmla="*/ 2862295 w 7472601"/>
              <a:gd name="connsiteY121" fmla="*/ 5022958 h 6858000"/>
              <a:gd name="connsiteX122" fmla="*/ 2813343 w 7472601"/>
              <a:gd name="connsiteY122" fmla="*/ 4998369 h 6858000"/>
              <a:gd name="connsiteX123" fmla="*/ 2646245 w 7472601"/>
              <a:gd name="connsiteY123" fmla="*/ 4930999 h 6858000"/>
              <a:gd name="connsiteX124" fmla="*/ 1999243 w 7472601"/>
              <a:gd name="connsiteY124" fmla="*/ 4730524 h 6858000"/>
              <a:gd name="connsiteX125" fmla="*/ 1979527 w 7472601"/>
              <a:gd name="connsiteY125" fmla="*/ 4726651 h 6858000"/>
              <a:gd name="connsiteX126" fmla="*/ 1927410 w 7472601"/>
              <a:gd name="connsiteY126" fmla="*/ 4716164 h 6858000"/>
              <a:gd name="connsiteX127" fmla="*/ 1997014 w 7472601"/>
              <a:gd name="connsiteY127" fmla="*/ 4698007 h 6858000"/>
              <a:gd name="connsiteX128" fmla="*/ 2005458 w 7472601"/>
              <a:gd name="connsiteY128" fmla="*/ 4699540 h 6858000"/>
              <a:gd name="connsiteX129" fmla="*/ 2657186 w 7472601"/>
              <a:gd name="connsiteY129" fmla="*/ 4901687 h 6858000"/>
              <a:gd name="connsiteX130" fmla="*/ 2826662 w 7472601"/>
              <a:gd name="connsiteY130" fmla="*/ 4970362 h 6858000"/>
              <a:gd name="connsiteX131" fmla="*/ 2876100 w 7472601"/>
              <a:gd name="connsiteY131" fmla="*/ 4995397 h 6858000"/>
              <a:gd name="connsiteX132" fmla="*/ 3042600 w 7472601"/>
              <a:gd name="connsiteY132" fmla="*/ 5059532 h 6858000"/>
              <a:gd name="connsiteX133" fmla="*/ 1997014 w 7472601"/>
              <a:gd name="connsiteY133" fmla="*/ 4698007 h 6858000"/>
              <a:gd name="connsiteX134" fmla="*/ 2305292 w 7472601"/>
              <a:gd name="connsiteY134" fmla="*/ 4219492 h 6858000"/>
              <a:gd name="connsiteX135" fmla="*/ 3360922 w 7472601"/>
              <a:gd name="connsiteY135" fmla="*/ 4529373 h 6858000"/>
              <a:gd name="connsiteX136" fmla="*/ 3492420 w 7472601"/>
              <a:gd name="connsiteY136" fmla="*/ 4510145 h 6858000"/>
              <a:gd name="connsiteX137" fmla="*/ 3364086 w 7472601"/>
              <a:gd name="connsiteY137" fmla="*/ 4480340 h 6858000"/>
              <a:gd name="connsiteX138" fmla="*/ 3225818 w 7472601"/>
              <a:gd name="connsiteY138" fmla="*/ 4411822 h 6858000"/>
              <a:gd name="connsiteX139" fmla="*/ 3129696 w 7472601"/>
              <a:gd name="connsiteY139" fmla="*/ 4360704 h 6858000"/>
              <a:gd name="connsiteX140" fmla="*/ 2814545 w 7472601"/>
              <a:gd name="connsiteY140" fmla="*/ 4282955 h 6858000"/>
              <a:gd name="connsiteX141" fmla="*/ 2305292 w 7472601"/>
              <a:gd name="connsiteY141" fmla="*/ 4219492 h 6858000"/>
              <a:gd name="connsiteX142" fmla="*/ 2626982 w 7472601"/>
              <a:gd name="connsiteY142" fmla="*/ 4206450 h 6858000"/>
              <a:gd name="connsiteX143" fmla="*/ 2490617 w 7472601"/>
              <a:gd name="connsiteY143" fmla="*/ 4206951 h 6858000"/>
              <a:gd name="connsiteX144" fmla="*/ 2819869 w 7472601"/>
              <a:gd name="connsiteY144" fmla="*/ 4252936 h 6858000"/>
              <a:gd name="connsiteX145" fmla="*/ 3143018 w 7472601"/>
              <a:gd name="connsiteY145" fmla="*/ 4332698 h 6858000"/>
              <a:gd name="connsiteX146" fmla="*/ 3241520 w 7472601"/>
              <a:gd name="connsiteY146" fmla="*/ 4385112 h 6858000"/>
              <a:gd name="connsiteX147" fmla="*/ 3374575 w 7472601"/>
              <a:gd name="connsiteY147" fmla="*/ 4451517 h 6858000"/>
              <a:gd name="connsiteX148" fmla="*/ 3505221 w 7472601"/>
              <a:gd name="connsiteY148" fmla="*/ 4480757 h 6858000"/>
              <a:gd name="connsiteX149" fmla="*/ 2626982 w 7472601"/>
              <a:gd name="connsiteY149" fmla="*/ 4206450 h 6858000"/>
              <a:gd name="connsiteX150" fmla="*/ 1310106 w 7472601"/>
              <a:gd name="connsiteY150" fmla="*/ 3943217 h 6858000"/>
              <a:gd name="connsiteX151" fmla="*/ 854994 w 7472601"/>
              <a:gd name="connsiteY151" fmla="*/ 4399136 h 6858000"/>
              <a:gd name="connsiteX152" fmla="*/ 742462 w 7472601"/>
              <a:gd name="connsiteY152" fmla="*/ 4594648 h 6858000"/>
              <a:gd name="connsiteX153" fmla="*/ 820602 w 7472601"/>
              <a:gd name="connsiteY153" fmla="*/ 4485915 h 6858000"/>
              <a:gd name="connsiteX154" fmla="*/ 878295 w 7472601"/>
              <a:gd name="connsiteY154" fmla="*/ 4403594 h 6858000"/>
              <a:gd name="connsiteX155" fmla="*/ 1240607 w 7472601"/>
              <a:gd name="connsiteY155" fmla="*/ 4010401 h 6858000"/>
              <a:gd name="connsiteX156" fmla="*/ 1310106 w 7472601"/>
              <a:gd name="connsiteY156" fmla="*/ 3943217 h 6858000"/>
              <a:gd name="connsiteX157" fmla="*/ 1423113 w 7472601"/>
              <a:gd name="connsiteY157" fmla="*/ 3874565 h 6858000"/>
              <a:gd name="connsiteX158" fmla="*/ 1260565 w 7472601"/>
              <a:gd name="connsiteY158" fmla="*/ 4031982 h 6858000"/>
              <a:gd name="connsiteX159" fmla="*/ 901900 w 7472601"/>
              <a:gd name="connsiteY159" fmla="*/ 4421236 h 6858000"/>
              <a:gd name="connsiteX160" fmla="*/ 845044 w 7472601"/>
              <a:gd name="connsiteY160" fmla="*/ 4502436 h 6858000"/>
              <a:gd name="connsiteX161" fmla="*/ 685926 w 7472601"/>
              <a:gd name="connsiteY161" fmla="*/ 4703069 h 6858000"/>
              <a:gd name="connsiteX162" fmla="*/ 684248 w 7472601"/>
              <a:gd name="connsiteY162" fmla="*/ 4706721 h 6858000"/>
              <a:gd name="connsiteX163" fmla="*/ 1423113 w 7472601"/>
              <a:gd name="connsiteY163" fmla="*/ 3874565 h 6858000"/>
              <a:gd name="connsiteX164" fmla="*/ 3316479 w 7472601"/>
              <a:gd name="connsiteY164" fmla="*/ 3872136 h 6858000"/>
              <a:gd name="connsiteX165" fmla="*/ 3546806 w 7472601"/>
              <a:gd name="connsiteY165" fmla="*/ 4356139 h 6858000"/>
              <a:gd name="connsiteX166" fmla="*/ 3364433 w 7472601"/>
              <a:gd name="connsiteY166" fmla="*/ 3953121 h 6858000"/>
              <a:gd name="connsiteX167" fmla="*/ 3316479 w 7472601"/>
              <a:gd name="connsiteY167" fmla="*/ 3872136 h 6858000"/>
              <a:gd name="connsiteX168" fmla="*/ 3291335 w 7472601"/>
              <a:gd name="connsiteY168" fmla="*/ 3767420 h 6858000"/>
              <a:gd name="connsiteX169" fmla="*/ 3390805 w 7472601"/>
              <a:gd name="connsiteY169" fmla="*/ 3937163 h 6858000"/>
              <a:gd name="connsiteX170" fmla="*/ 3579062 w 7472601"/>
              <a:gd name="connsiteY170" fmla="*/ 4359040 h 6858000"/>
              <a:gd name="connsiteX171" fmla="*/ 3467355 w 7472601"/>
              <a:gd name="connsiteY171" fmla="*/ 3988130 h 6858000"/>
              <a:gd name="connsiteX172" fmla="*/ 3310753 w 7472601"/>
              <a:gd name="connsiteY172" fmla="*/ 3787140 h 6858000"/>
              <a:gd name="connsiteX173" fmla="*/ 3291335 w 7472601"/>
              <a:gd name="connsiteY173" fmla="*/ 3767420 h 6858000"/>
              <a:gd name="connsiteX174" fmla="*/ 1635889 w 7472601"/>
              <a:gd name="connsiteY174" fmla="*/ 3709494 h 6858000"/>
              <a:gd name="connsiteX175" fmla="*/ 1634800 w 7472601"/>
              <a:gd name="connsiteY175" fmla="*/ 3731111 h 6858000"/>
              <a:gd name="connsiteX176" fmla="*/ 1635889 w 7472601"/>
              <a:gd name="connsiteY176" fmla="*/ 3709494 h 6858000"/>
              <a:gd name="connsiteX177" fmla="*/ 1510397 w 7472601"/>
              <a:gd name="connsiteY177" fmla="*/ 3684705 h 6858000"/>
              <a:gd name="connsiteX178" fmla="*/ 1146550 w 7472601"/>
              <a:gd name="connsiteY178" fmla="*/ 3802012 h 6858000"/>
              <a:gd name="connsiteX179" fmla="*/ 698834 w 7472601"/>
              <a:gd name="connsiteY179" fmla="*/ 3952272 h 6858000"/>
              <a:gd name="connsiteX180" fmla="*/ 34256 w 7472601"/>
              <a:gd name="connsiteY180" fmla="*/ 4347603 h 6858000"/>
              <a:gd name="connsiteX181" fmla="*/ 527241 w 7472601"/>
              <a:gd name="connsiteY181" fmla="*/ 4065078 h 6858000"/>
              <a:gd name="connsiteX182" fmla="*/ 1510397 w 7472601"/>
              <a:gd name="connsiteY182" fmla="*/ 3684705 h 6858000"/>
              <a:gd name="connsiteX183" fmla="*/ 1313114 w 7472601"/>
              <a:gd name="connsiteY183" fmla="*/ 3655216 h 6858000"/>
              <a:gd name="connsiteX184" fmla="*/ 1109304 w 7472601"/>
              <a:gd name="connsiteY184" fmla="*/ 3669030 h 6858000"/>
              <a:gd name="connsiteX185" fmla="*/ 8129 w 7472601"/>
              <a:gd name="connsiteY185" fmla="*/ 4330519 h 6858000"/>
              <a:gd name="connsiteX186" fmla="*/ 687572 w 7472601"/>
              <a:gd name="connsiteY186" fmla="*/ 3925629 h 6858000"/>
              <a:gd name="connsiteX187" fmla="*/ 1138365 w 7472601"/>
              <a:gd name="connsiteY187" fmla="*/ 3774515 h 6858000"/>
              <a:gd name="connsiteX188" fmla="*/ 1505579 w 7472601"/>
              <a:gd name="connsiteY188" fmla="*/ 3655526 h 6858000"/>
              <a:gd name="connsiteX189" fmla="*/ 1313114 w 7472601"/>
              <a:gd name="connsiteY189" fmla="*/ 3655216 h 6858000"/>
              <a:gd name="connsiteX190" fmla="*/ 3655073 w 7472601"/>
              <a:gd name="connsiteY190" fmla="*/ 3650884 h 6858000"/>
              <a:gd name="connsiteX191" fmla="*/ 3989938 w 7472601"/>
              <a:gd name="connsiteY191" fmla="*/ 3991685 h 6858000"/>
              <a:gd name="connsiteX192" fmla="*/ 4393907 w 7472601"/>
              <a:gd name="connsiteY192" fmla="*/ 4261258 h 6858000"/>
              <a:gd name="connsiteX193" fmla="*/ 4648051 w 7472601"/>
              <a:gd name="connsiteY193" fmla="*/ 4374051 h 6858000"/>
              <a:gd name="connsiteX194" fmla="*/ 4383389 w 7472601"/>
              <a:gd name="connsiteY194" fmla="*/ 4184369 h 6858000"/>
              <a:gd name="connsiteX195" fmla="*/ 4165508 w 7472601"/>
              <a:gd name="connsiteY195" fmla="*/ 4035196 h 6858000"/>
              <a:gd name="connsiteX196" fmla="*/ 4068162 w 7472601"/>
              <a:gd name="connsiteY196" fmla="*/ 3953394 h 6858000"/>
              <a:gd name="connsiteX197" fmla="*/ 3981416 w 7472601"/>
              <a:gd name="connsiteY197" fmla="*/ 3880482 h 6858000"/>
              <a:gd name="connsiteX198" fmla="*/ 3800147 w 7472601"/>
              <a:gd name="connsiteY198" fmla="*/ 3749872 h 6858000"/>
              <a:gd name="connsiteX199" fmla="*/ 3655073 w 7472601"/>
              <a:gd name="connsiteY199" fmla="*/ 3650884 h 6858000"/>
              <a:gd name="connsiteX200" fmla="*/ 3670252 w 7472601"/>
              <a:gd name="connsiteY200" fmla="*/ 3622798 h 6858000"/>
              <a:gd name="connsiteX201" fmla="*/ 3817258 w 7472601"/>
              <a:gd name="connsiteY201" fmla="*/ 3723577 h 6858000"/>
              <a:gd name="connsiteX202" fmla="*/ 4000461 w 7472601"/>
              <a:gd name="connsiteY202" fmla="*/ 3855966 h 6858000"/>
              <a:gd name="connsiteX203" fmla="*/ 4088180 w 7472601"/>
              <a:gd name="connsiteY203" fmla="*/ 3929774 h 6858000"/>
              <a:gd name="connsiteX204" fmla="*/ 4184555 w 7472601"/>
              <a:gd name="connsiteY204" fmla="*/ 4010683 h 6858000"/>
              <a:gd name="connsiteX205" fmla="*/ 4399563 w 7472601"/>
              <a:gd name="connsiteY205" fmla="*/ 4158106 h 6858000"/>
              <a:gd name="connsiteX206" fmla="*/ 4684469 w 7472601"/>
              <a:gd name="connsiteY206" fmla="*/ 4364680 h 6858000"/>
              <a:gd name="connsiteX207" fmla="*/ 4690271 w 7472601"/>
              <a:gd name="connsiteY207" fmla="*/ 4370034 h 6858000"/>
              <a:gd name="connsiteX208" fmla="*/ 4136093 w 7472601"/>
              <a:gd name="connsiteY208" fmla="*/ 3858466 h 6858000"/>
              <a:gd name="connsiteX209" fmla="*/ 3670252 w 7472601"/>
              <a:gd name="connsiteY209" fmla="*/ 3622798 h 6858000"/>
              <a:gd name="connsiteX210" fmla="*/ 4440129 w 7472601"/>
              <a:gd name="connsiteY210" fmla="*/ 3448571 h 6858000"/>
              <a:gd name="connsiteX211" fmla="*/ 4856525 w 7472601"/>
              <a:gd name="connsiteY211" fmla="*/ 3915351 h 6858000"/>
              <a:gd name="connsiteX212" fmla="*/ 5059055 w 7472601"/>
              <a:gd name="connsiteY212" fmla="*/ 4108918 h 6858000"/>
              <a:gd name="connsiteX213" fmla="*/ 5290070 w 7472601"/>
              <a:gd name="connsiteY213" fmla="*/ 4263619 h 6858000"/>
              <a:gd name="connsiteX214" fmla="*/ 4834991 w 7472601"/>
              <a:gd name="connsiteY214" fmla="*/ 3830985 h 6858000"/>
              <a:gd name="connsiteX215" fmla="*/ 4440129 w 7472601"/>
              <a:gd name="connsiteY215" fmla="*/ 3448571 h 6858000"/>
              <a:gd name="connsiteX216" fmla="*/ 4441737 w 7472601"/>
              <a:gd name="connsiteY216" fmla="*/ 3399734 h 6858000"/>
              <a:gd name="connsiteX217" fmla="*/ 4431236 w 7472601"/>
              <a:gd name="connsiteY217" fmla="*/ 3400954 h 6858000"/>
              <a:gd name="connsiteX218" fmla="*/ 4557150 w 7472601"/>
              <a:gd name="connsiteY218" fmla="*/ 3510023 h 6858000"/>
              <a:gd name="connsiteX219" fmla="*/ 4856936 w 7472601"/>
              <a:gd name="connsiteY219" fmla="*/ 3809146 h 6858000"/>
              <a:gd name="connsiteX220" fmla="*/ 5111996 w 7472601"/>
              <a:gd name="connsiteY220" fmla="*/ 4065759 h 6858000"/>
              <a:gd name="connsiteX221" fmla="*/ 5388878 w 7472601"/>
              <a:gd name="connsiteY221" fmla="*/ 4300185 h 6858000"/>
              <a:gd name="connsiteX222" fmla="*/ 5425556 w 7472601"/>
              <a:gd name="connsiteY222" fmla="*/ 4308967 h 6858000"/>
              <a:gd name="connsiteX223" fmla="*/ 4943646 w 7472601"/>
              <a:gd name="connsiteY223" fmla="*/ 3822916 h 6858000"/>
              <a:gd name="connsiteX224" fmla="*/ 4594837 w 7472601"/>
              <a:gd name="connsiteY224" fmla="*/ 3532274 h 6858000"/>
              <a:gd name="connsiteX225" fmla="*/ 4441737 w 7472601"/>
              <a:gd name="connsiteY225" fmla="*/ 3399734 h 6858000"/>
              <a:gd name="connsiteX226" fmla="*/ 5425834 w 7472601"/>
              <a:gd name="connsiteY226" fmla="*/ 3162785 h 6858000"/>
              <a:gd name="connsiteX227" fmla="*/ 5401644 w 7472601"/>
              <a:gd name="connsiteY227" fmla="*/ 3617847 h 6858000"/>
              <a:gd name="connsiteX228" fmla="*/ 5467256 w 7472601"/>
              <a:gd name="connsiteY228" fmla="*/ 4175494 h 6858000"/>
              <a:gd name="connsiteX229" fmla="*/ 5448069 w 7472601"/>
              <a:gd name="connsiteY229" fmla="*/ 3567554 h 6858000"/>
              <a:gd name="connsiteX230" fmla="*/ 5425834 w 7472601"/>
              <a:gd name="connsiteY230" fmla="*/ 3162785 h 6858000"/>
              <a:gd name="connsiteX231" fmla="*/ 1318687 w 7472601"/>
              <a:gd name="connsiteY231" fmla="*/ 3113840 h 6858000"/>
              <a:gd name="connsiteX232" fmla="*/ 1066793 w 7472601"/>
              <a:gd name="connsiteY232" fmla="*/ 3212171 h 6858000"/>
              <a:gd name="connsiteX233" fmla="*/ 993319 w 7472601"/>
              <a:gd name="connsiteY233" fmla="*/ 3247648 h 6858000"/>
              <a:gd name="connsiteX234" fmla="*/ 853081 w 7472601"/>
              <a:gd name="connsiteY234" fmla="*/ 3312410 h 6858000"/>
              <a:gd name="connsiteX235" fmla="*/ 805957 w 7472601"/>
              <a:gd name="connsiteY235" fmla="*/ 3330443 h 6858000"/>
              <a:gd name="connsiteX236" fmla="*/ 1318687 w 7472601"/>
              <a:gd name="connsiteY236" fmla="*/ 3113840 h 6858000"/>
              <a:gd name="connsiteX237" fmla="*/ 5453702 w 7472601"/>
              <a:gd name="connsiteY237" fmla="*/ 3090882 h 6858000"/>
              <a:gd name="connsiteX238" fmla="*/ 5480135 w 7472601"/>
              <a:gd name="connsiteY238" fmla="*/ 3565802 h 6858000"/>
              <a:gd name="connsiteX239" fmla="*/ 5499023 w 7472601"/>
              <a:gd name="connsiteY239" fmla="*/ 4166310 h 6858000"/>
              <a:gd name="connsiteX240" fmla="*/ 5547022 w 7472601"/>
              <a:gd name="connsiteY240" fmla="*/ 3607838 h 6858000"/>
              <a:gd name="connsiteX241" fmla="*/ 5515964 w 7472601"/>
              <a:gd name="connsiteY241" fmla="*/ 3378541 h 6858000"/>
              <a:gd name="connsiteX242" fmla="*/ 5453702 w 7472601"/>
              <a:gd name="connsiteY242" fmla="*/ 3090882 h 6858000"/>
              <a:gd name="connsiteX243" fmla="*/ 1238695 w 7472601"/>
              <a:gd name="connsiteY243" fmla="*/ 3076820 h 6858000"/>
              <a:gd name="connsiteX244" fmla="*/ 716371 w 7472601"/>
              <a:gd name="connsiteY244" fmla="*/ 3293249 h 6858000"/>
              <a:gd name="connsiteX245" fmla="*/ 579522 w 7472601"/>
              <a:gd name="connsiteY245" fmla="*/ 3371759 h 6858000"/>
              <a:gd name="connsiteX246" fmla="*/ 600288 w 7472601"/>
              <a:gd name="connsiteY246" fmla="*/ 3365555 h 6858000"/>
              <a:gd name="connsiteX247" fmla="*/ 840692 w 7472601"/>
              <a:gd name="connsiteY247" fmla="*/ 3284921 h 6858000"/>
              <a:gd name="connsiteX248" fmla="*/ 979248 w 7472601"/>
              <a:gd name="connsiteY248" fmla="*/ 3221003 h 6858000"/>
              <a:gd name="connsiteX249" fmla="*/ 1053282 w 7472601"/>
              <a:gd name="connsiteY249" fmla="*/ 3185247 h 6858000"/>
              <a:gd name="connsiteX250" fmla="*/ 1320603 w 7472601"/>
              <a:gd name="connsiteY250" fmla="*/ 3081281 h 6858000"/>
              <a:gd name="connsiteX251" fmla="*/ 1238695 w 7472601"/>
              <a:gd name="connsiteY251" fmla="*/ 3076820 h 6858000"/>
              <a:gd name="connsiteX252" fmla="*/ 5425627 w 7472601"/>
              <a:gd name="connsiteY252" fmla="*/ 2954192 h 6858000"/>
              <a:gd name="connsiteX253" fmla="*/ 5470770 w 7472601"/>
              <a:gd name="connsiteY253" fmla="*/ 3005435 h 6858000"/>
              <a:gd name="connsiteX254" fmla="*/ 5519779 w 7472601"/>
              <a:gd name="connsiteY254" fmla="*/ 4359223 h 6858000"/>
              <a:gd name="connsiteX255" fmla="*/ 5520293 w 7472601"/>
              <a:gd name="connsiteY255" fmla="*/ 4360602 h 6858000"/>
              <a:gd name="connsiteX256" fmla="*/ 5767221 w 7472601"/>
              <a:gd name="connsiteY256" fmla="*/ 4665564 h 6858000"/>
              <a:gd name="connsiteX257" fmla="*/ 6937169 w 7472601"/>
              <a:gd name="connsiteY257" fmla="*/ 4815941 h 6858000"/>
              <a:gd name="connsiteX258" fmla="*/ 6953922 w 7472601"/>
              <a:gd name="connsiteY258" fmla="*/ 4890068 h 6858000"/>
              <a:gd name="connsiteX259" fmla="*/ 6071359 w 7472601"/>
              <a:gd name="connsiteY259" fmla="*/ 4770770 h 6858000"/>
              <a:gd name="connsiteX260" fmla="*/ 6038839 w 7472601"/>
              <a:gd name="connsiteY260" fmla="*/ 4764474 h 6858000"/>
              <a:gd name="connsiteX261" fmla="*/ 6038706 w 7472601"/>
              <a:gd name="connsiteY261" fmla="*/ 4763847 h 6858000"/>
              <a:gd name="connsiteX262" fmla="*/ 6037784 w 7472601"/>
              <a:gd name="connsiteY262" fmla="*/ 4764270 h 6858000"/>
              <a:gd name="connsiteX263" fmla="*/ 6038839 w 7472601"/>
              <a:gd name="connsiteY263" fmla="*/ 4764474 h 6858000"/>
              <a:gd name="connsiteX264" fmla="*/ 6040338 w 7472601"/>
              <a:gd name="connsiteY264" fmla="*/ 4771418 h 6858000"/>
              <a:gd name="connsiteX265" fmla="*/ 6024488 w 7472601"/>
              <a:gd name="connsiteY265" fmla="*/ 4809903 h 6858000"/>
              <a:gd name="connsiteX266" fmla="*/ 5599771 w 7472601"/>
              <a:gd name="connsiteY266" fmla="*/ 5509652 h 6858000"/>
              <a:gd name="connsiteX267" fmla="*/ 5548843 w 7472601"/>
              <a:gd name="connsiteY267" fmla="*/ 5563845 h 6858000"/>
              <a:gd name="connsiteX268" fmla="*/ 5940952 w 7472601"/>
              <a:gd name="connsiteY268" fmla="*/ 6250028 h 6858000"/>
              <a:gd name="connsiteX269" fmla="*/ 6043441 w 7472601"/>
              <a:gd name="connsiteY269" fmla="*/ 6665847 h 6858000"/>
              <a:gd name="connsiteX270" fmla="*/ 6093432 w 7472601"/>
              <a:gd name="connsiteY270" fmla="*/ 6858000 h 6858000"/>
              <a:gd name="connsiteX271" fmla="*/ 6034344 w 7472601"/>
              <a:gd name="connsiteY271" fmla="*/ 6858000 h 6858000"/>
              <a:gd name="connsiteX272" fmla="*/ 6026679 w 7472601"/>
              <a:gd name="connsiteY272" fmla="*/ 6836959 h 6858000"/>
              <a:gd name="connsiteX273" fmla="*/ 5800441 w 7472601"/>
              <a:gd name="connsiteY273" fmla="*/ 6335286 h 6858000"/>
              <a:gd name="connsiteX274" fmla="*/ 5526562 w 7472601"/>
              <a:gd name="connsiteY274" fmla="*/ 5705388 h 6858000"/>
              <a:gd name="connsiteX275" fmla="*/ 5519640 w 7472601"/>
              <a:gd name="connsiteY275" fmla="*/ 5683774 h 6858000"/>
              <a:gd name="connsiteX276" fmla="*/ 5844559 w 7472601"/>
              <a:gd name="connsiteY276" fmla="*/ 6553349 h 6858000"/>
              <a:gd name="connsiteX277" fmla="*/ 5975994 w 7472601"/>
              <a:gd name="connsiteY277" fmla="*/ 6858000 h 6858000"/>
              <a:gd name="connsiteX278" fmla="*/ 5898547 w 7472601"/>
              <a:gd name="connsiteY278" fmla="*/ 6858000 h 6858000"/>
              <a:gd name="connsiteX279" fmla="*/ 5682041 w 7472601"/>
              <a:gd name="connsiteY279" fmla="*/ 6355860 h 6858000"/>
              <a:gd name="connsiteX280" fmla="*/ 5461758 w 7472601"/>
              <a:gd name="connsiteY280" fmla="*/ 5820220 h 6858000"/>
              <a:gd name="connsiteX281" fmla="*/ 5237282 w 7472601"/>
              <a:gd name="connsiteY281" fmla="*/ 6579086 h 6858000"/>
              <a:gd name="connsiteX282" fmla="*/ 5115009 w 7472601"/>
              <a:gd name="connsiteY282" fmla="*/ 6858000 h 6858000"/>
              <a:gd name="connsiteX283" fmla="*/ 5028074 w 7472601"/>
              <a:gd name="connsiteY283" fmla="*/ 6858000 h 6858000"/>
              <a:gd name="connsiteX284" fmla="*/ 5079508 w 7472601"/>
              <a:gd name="connsiteY284" fmla="*/ 6749074 h 6858000"/>
              <a:gd name="connsiteX285" fmla="*/ 5371846 w 7472601"/>
              <a:gd name="connsiteY285" fmla="*/ 5924413 h 6858000"/>
              <a:gd name="connsiteX286" fmla="*/ 5270512 w 7472601"/>
              <a:gd name="connsiteY286" fmla="*/ 6138975 h 6858000"/>
              <a:gd name="connsiteX287" fmla="*/ 5062409 w 7472601"/>
              <a:gd name="connsiteY287" fmla="*/ 6653544 h 6858000"/>
              <a:gd name="connsiteX288" fmla="*/ 5036628 w 7472601"/>
              <a:gd name="connsiteY288" fmla="*/ 6754247 h 6858000"/>
              <a:gd name="connsiteX289" fmla="*/ 5009112 w 7472601"/>
              <a:gd name="connsiteY289" fmla="*/ 6858000 h 6858000"/>
              <a:gd name="connsiteX290" fmla="*/ 4976679 w 7472601"/>
              <a:gd name="connsiteY290" fmla="*/ 6858000 h 6858000"/>
              <a:gd name="connsiteX291" fmla="*/ 5006537 w 7472601"/>
              <a:gd name="connsiteY291" fmla="*/ 6747068 h 6858000"/>
              <a:gd name="connsiteX292" fmla="*/ 5032723 w 7472601"/>
              <a:gd name="connsiteY292" fmla="*/ 6644957 h 6858000"/>
              <a:gd name="connsiteX293" fmla="*/ 5242949 w 7472601"/>
              <a:gd name="connsiteY293" fmla="*/ 6125175 h 6858000"/>
              <a:gd name="connsiteX294" fmla="*/ 5286321 w 7472601"/>
              <a:gd name="connsiteY294" fmla="*/ 6033555 h 6858000"/>
              <a:gd name="connsiteX295" fmla="*/ 5008210 w 7472601"/>
              <a:gd name="connsiteY295" fmla="*/ 6649194 h 6858000"/>
              <a:gd name="connsiteX296" fmla="*/ 4986321 w 7472601"/>
              <a:gd name="connsiteY296" fmla="*/ 6765687 h 6858000"/>
              <a:gd name="connsiteX297" fmla="*/ 4973474 w 7472601"/>
              <a:gd name="connsiteY297" fmla="*/ 6858000 h 6858000"/>
              <a:gd name="connsiteX298" fmla="*/ 4907178 w 7472601"/>
              <a:gd name="connsiteY298" fmla="*/ 6858000 h 6858000"/>
              <a:gd name="connsiteX299" fmla="*/ 4910810 w 7472601"/>
              <a:gd name="connsiteY299" fmla="*/ 6829660 h 6858000"/>
              <a:gd name="connsiteX300" fmla="*/ 4987461 w 7472601"/>
              <a:gd name="connsiteY300" fmla="*/ 6432994 h 6858000"/>
              <a:gd name="connsiteX301" fmla="*/ 5179262 w 7472601"/>
              <a:gd name="connsiteY301" fmla="*/ 6035044 h 6858000"/>
              <a:gd name="connsiteX302" fmla="*/ 4689678 w 7472601"/>
              <a:gd name="connsiteY302" fmla="*/ 6440241 h 6858000"/>
              <a:gd name="connsiteX303" fmla="*/ 4477543 w 7472601"/>
              <a:gd name="connsiteY303" fmla="*/ 6674836 h 6858000"/>
              <a:gd name="connsiteX304" fmla="*/ 4329957 w 7472601"/>
              <a:gd name="connsiteY304" fmla="*/ 6858000 h 6858000"/>
              <a:gd name="connsiteX305" fmla="*/ 4218595 w 7472601"/>
              <a:gd name="connsiteY305" fmla="*/ 6858000 h 6858000"/>
              <a:gd name="connsiteX306" fmla="*/ 4368888 w 7472601"/>
              <a:gd name="connsiteY306" fmla="*/ 6668412 h 6858000"/>
              <a:gd name="connsiteX307" fmla="*/ 4563091 w 7472601"/>
              <a:gd name="connsiteY307" fmla="*/ 6442508 h 6858000"/>
              <a:gd name="connsiteX308" fmla="*/ 5387324 w 7472601"/>
              <a:gd name="connsiteY308" fmla="*/ 5705830 h 6858000"/>
              <a:gd name="connsiteX309" fmla="*/ 5073620 w 7472601"/>
              <a:gd name="connsiteY309" fmla="*/ 5955437 h 6858000"/>
              <a:gd name="connsiteX310" fmla="*/ 4689789 w 7472601"/>
              <a:gd name="connsiteY310" fmla="*/ 6268382 h 6858000"/>
              <a:gd name="connsiteX311" fmla="*/ 4418722 w 7472601"/>
              <a:gd name="connsiteY311" fmla="*/ 6570886 h 6858000"/>
              <a:gd name="connsiteX312" fmla="*/ 4214944 w 7472601"/>
              <a:gd name="connsiteY312" fmla="*/ 6858000 h 6858000"/>
              <a:gd name="connsiteX313" fmla="*/ 4177898 w 7472601"/>
              <a:gd name="connsiteY313" fmla="*/ 6858000 h 6858000"/>
              <a:gd name="connsiteX314" fmla="*/ 4391597 w 7472601"/>
              <a:gd name="connsiteY314" fmla="*/ 6556370 h 6858000"/>
              <a:gd name="connsiteX315" fmla="*/ 4668889 w 7472601"/>
              <a:gd name="connsiteY315" fmla="*/ 6246399 h 6858000"/>
              <a:gd name="connsiteX316" fmla="*/ 5055427 w 7472601"/>
              <a:gd name="connsiteY316" fmla="*/ 5931476 h 6858000"/>
              <a:gd name="connsiteX317" fmla="*/ 5371814 w 7472601"/>
              <a:gd name="connsiteY317" fmla="*/ 5678975 h 6858000"/>
              <a:gd name="connsiteX318" fmla="*/ 4987918 w 7472601"/>
              <a:gd name="connsiteY318" fmla="*/ 5838701 h 6858000"/>
              <a:gd name="connsiteX319" fmla="*/ 4317146 w 7472601"/>
              <a:gd name="connsiteY319" fmla="*/ 6587716 h 6858000"/>
              <a:gd name="connsiteX320" fmla="*/ 4171627 w 7472601"/>
              <a:gd name="connsiteY320" fmla="*/ 6858000 h 6858000"/>
              <a:gd name="connsiteX321" fmla="*/ 4081585 w 7472601"/>
              <a:gd name="connsiteY321" fmla="*/ 6858000 h 6858000"/>
              <a:gd name="connsiteX322" fmla="*/ 4238603 w 7472601"/>
              <a:gd name="connsiteY322" fmla="*/ 6559341 h 6858000"/>
              <a:gd name="connsiteX323" fmla="*/ 4778333 w 7472601"/>
              <a:gd name="connsiteY323" fmla="*/ 5873626 h 6858000"/>
              <a:gd name="connsiteX324" fmla="*/ 5414185 w 7472601"/>
              <a:gd name="connsiteY324" fmla="*/ 5573882 h 6858000"/>
              <a:gd name="connsiteX325" fmla="*/ 5959648 w 7472601"/>
              <a:gd name="connsiteY325" fmla="*/ 4760797 h 6858000"/>
              <a:gd name="connsiteX326" fmla="*/ 5355019 w 7472601"/>
              <a:gd name="connsiteY326" fmla="*/ 4734672 h 6858000"/>
              <a:gd name="connsiteX327" fmla="*/ 5083565 w 7472601"/>
              <a:gd name="connsiteY327" fmla="*/ 5179121 h 6858000"/>
              <a:gd name="connsiteX328" fmla="*/ 4713577 w 7472601"/>
              <a:gd name="connsiteY328" fmla="*/ 5616803 h 6858000"/>
              <a:gd name="connsiteX329" fmla="*/ 3989559 w 7472601"/>
              <a:gd name="connsiteY329" fmla="*/ 6145945 h 6858000"/>
              <a:gd name="connsiteX330" fmla="*/ 3939824 w 7472601"/>
              <a:gd name="connsiteY330" fmla="*/ 6066900 h 6858000"/>
              <a:gd name="connsiteX331" fmla="*/ 4584537 w 7472601"/>
              <a:gd name="connsiteY331" fmla="*/ 5324826 h 6858000"/>
              <a:gd name="connsiteX332" fmla="*/ 5037105 w 7472601"/>
              <a:gd name="connsiteY332" fmla="*/ 5088765 h 6858000"/>
              <a:gd name="connsiteX333" fmla="*/ 5039930 w 7472601"/>
              <a:gd name="connsiteY333" fmla="*/ 5089585 h 6858000"/>
              <a:gd name="connsiteX334" fmla="*/ 5263764 w 7472601"/>
              <a:gd name="connsiteY334" fmla="*/ 4735525 h 6858000"/>
              <a:gd name="connsiteX335" fmla="*/ 4086300 w 7472601"/>
              <a:gd name="connsiteY335" fmla="*/ 4884599 h 6858000"/>
              <a:gd name="connsiteX336" fmla="*/ 4085485 w 7472601"/>
              <a:gd name="connsiteY336" fmla="*/ 4899070 h 6858000"/>
              <a:gd name="connsiteX337" fmla="*/ 3871915 w 7472601"/>
              <a:gd name="connsiteY337" fmla="*/ 5253645 h 6858000"/>
              <a:gd name="connsiteX338" fmla="*/ 3799374 w 7472601"/>
              <a:gd name="connsiteY338" fmla="*/ 5466127 h 6858000"/>
              <a:gd name="connsiteX339" fmla="*/ 3498850 w 7472601"/>
              <a:gd name="connsiteY339" fmla="*/ 6661888 h 6858000"/>
              <a:gd name="connsiteX340" fmla="*/ 3399216 w 7472601"/>
              <a:gd name="connsiteY340" fmla="*/ 6858000 h 6858000"/>
              <a:gd name="connsiteX341" fmla="*/ 3303688 w 7472601"/>
              <a:gd name="connsiteY341" fmla="*/ 6858000 h 6858000"/>
              <a:gd name="connsiteX342" fmla="*/ 3391774 w 7472601"/>
              <a:gd name="connsiteY342" fmla="*/ 6697181 h 6858000"/>
              <a:gd name="connsiteX343" fmla="*/ 3735540 w 7472601"/>
              <a:gd name="connsiteY343" fmla="*/ 5546923 h 6858000"/>
              <a:gd name="connsiteX344" fmla="*/ 3729438 w 7472601"/>
              <a:gd name="connsiteY344" fmla="*/ 5569058 h 6858000"/>
              <a:gd name="connsiteX345" fmla="*/ 3707782 w 7472601"/>
              <a:gd name="connsiteY345" fmla="*/ 5644908 h 6858000"/>
              <a:gd name="connsiteX346" fmla="*/ 3583827 w 7472601"/>
              <a:gd name="connsiteY346" fmla="*/ 6039215 h 6858000"/>
              <a:gd name="connsiteX347" fmla="*/ 3547861 w 7472601"/>
              <a:gd name="connsiteY347" fmla="*/ 6129609 h 6858000"/>
              <a:gd name="connsiteX348" fmla="*/ 3490905 w 7472601"/>
              <a:gd name="connsiteY348" fmla="*/ 6277660 h 6858000"/>
              <a:gd name="connsiteX349" fmla="*/ 3455859 w 7472601"/>
              <a:gd name="connsiteY349" fmla="*/ 6391301 h 6858000"/>
              <a:gd name="connsiteX350" fmla="*/ 3429112 w 7472601"/>
              <a:gd name="connsiteY350" fmla="*/ 6479469 h 6858000"/>
              <a:gd name="connsiteX351" fmla="*/ 3304862 w 7472601"/>
              <a:gd name="connsiteY351" fmla="*/ 6796476 h 6858000"/>
              <a:gd name="connsiteX352" fmla="*/ 3276071 w 7472601"/>
              <a:gd name="connsiteY352" fmla="*/ 6858000 h 6858000"/>
              <a:gd name="connsiteX353" fmla="*/ 3240805 w 7472601"/>
              <a:gd name="connsiteY353" fmla="*/ 6858000 h 6858000"/>
              <a:gd name="connsiteX354" fmla="*/ 3275917 w 7472601"/>
              <a:gd name="connsiteY354" fmla="*/ 6783192 h 6858000"/>
              <a:gd name="connsiteX355" fmla="*/ 3399358 w 7472601"/>
              <a:gd name="connsiteY355" fmla="*/ 6469011 h 6858000"/>
              <a:gd name="connsiteX356" fmla="*/ 3425650 w 7472601"/>
              <a:gd name="connsiteY356" fmla="*/ 6381333 h 6858000"/>
              <a:gd name="connsiteX357" fmla="*/ 3460661 w 7472601"/>
              <a:gd name="connsiteY357" fmla="*/ 6266763 h 6858000"/>
              <a:gd name="connsiteX358" fmla="*/ 3518021 w 7472601"/>
              <a:gd name="connsiteY358" fmla="*/ 6117298 h 6858000"/>
              <a:gd name="connsiteX359" fmla="*/ 3554035 w 7472601"/>
              <a:gd name="connsiteY359" fmla="*/ 6027832 h 6858000"/>
              <a:gd name="connsiteX360" fmla="*/ 3677174 w 7472601"/>
              <a:gd name="connsiteY360" fmla="*/ 5636351 h 6858000"/>
              <a:gd name="connsiteX361" fmla="*/ 3698819 w 7472601"/>
              <a:gd name="connsiteY361" fmla="*/ 5560503 h 6858000"/>
              <a:gd name="connsiteX362" fmla="*/ 3702094 w 7472601"/>
              <a:gd name="connsiteY362" fmla="*/ 5549194 h 6858000"/>
              <a:gd name="connsiteX363" fmla="*/ 3398355 w 7472601"/>
              <a:gd name="connsiteY363" fmla="*/ 6094603 h 6858000"/>
              <a:gd name="connsiteX364" fmla="*/ 3193941 w 7472601"/>
              <a:gd name="connsiteY364" fmla="*/ 6798775 h 6858000"/>
              <a:gd name="connsiteX365" fmla="*/ 3184140 w 7472601"/>
              <a:gd name="connsiteY365" fmla="*/ 6858000 h 6858000"/>
              <a:gd name="connsiteX366" fmla="*/ 3099978 w 7472601"/>
              <a:gd name="connsiteY366" fmla="*/ 6858000 h 6858000"/>
              <a:gd name="connsiteX367" fmla="*/ 3101556 w 7472601"/>
              <a:gd name="connsiteY367" fmla="*/ 6843337 h 6858000"/>
              <a:gd name="connsiteX368" fmla="*/ 3370162 w 7472601"/>
              <a:gd name="connsiteY368" fmla="*/ 5785550 h 6858000"/>
              <a:gd name="connsiteX369" fmla="*/ 3746477 w 7472601"/>
              <a:gd name="connsiteY369" fmla="*/ 5377889 h 6858000"/>
              <a:gd name="connsiteX370" fmla="*/ 3863399 w 7472601"/>
              <a:gd name="connsiteY370" fmla="*/ 5087257 h 6858000"/>
              <a:gd name="connsiteX371" fmla="*/ 3968712 w 7472601"/>
              <a:gd name="connsiteY371" fmla="*/ 4913989 h 6858000"/>
              <a:gd name="connsiteX372" fmla="*/ 2792390 w 7472601"/>
              <a:gd name="connsiteY372" fmla="*/ 5382974 h 6858000"/>
              <a:gd name="connsiteX373" fmla="*/ 2714982 w 7472601"/>
              <a:gd name="connsiteY373" fmla="*/ 5427051 h 6858000"/>
              <a:gd name="connsiteX374" fmla="*/ 2813361 w 7472601"/>
              <a:gd name="connsiteY374" fmla="*/ 6023912 h 6858000"/>
              <a:gd name="connsiteX375" fmla="*/ 2688430 w 7472601"/>
              <a:gd name="connsiteY375" fmla="*/ 6801564 h 6858000"/>
              <a:gd name="connsiteX376" fmla="*/ 2629626 w 7472601"/>
              <a:gd name="connsiteY376" fmla="*/ 6763394 h 6858000"/>
              <a:gd name="connsiteX377" fmla="*/ 2565328 w 7472601"/>
              <a:gd name="connsiteY377" fmla="*/ 5516399 h 6858000"/>
              <a:gd name="connsiteX378" fmla="*/ 1922999 w 7472601"/>
              <a:gd name="connsiteY378" fmla="*/ 5980343 h 6858000"/>
              <a:gd name="connsiteX379" fmla="*/ 1950261 w 7472601"/>
              <a:gd name="connsiteY379" fmla="*/ 6405858 h 6858000"/>
              <a:gd name="connsiteX380" fmla="*/ 2365554 w 7472601"/>
              <a:gd name="connsiteY380" fmla="*/ 6759107 h 6858000"/>
              <a:gd name="connsiteX381" fmla="*/ 2424142 w 7472601"/>
              <a:gd name="connsiteY381" fmla="*/ 6858000 h 6858000"/>
              <a:gd name="connsiteX382" fmla="*/ 2395994 w 7472601"/>
              <a:gd name="connsiteY382" fmla="*/ 6858000 h 6858000"/>
              <a:gd name="connsiteX383" fmla="*/ 2392863 w 7472601"/>
              <a:gd name="connsiteY383" fmla="*/ 6852964 h 6858000"/>
              <a:gd name="connsiteX384" fmla="*/ 2017589 w 7472601"/>
              <a:gd name="connsiteY384" fmla="*/ 6493982 h 6858000"/>
              <a:gd name="connsiteX385" fmla="*/ 2147336 w 7472601"/>
              <a:gd name="connsiteY385" fmla="*/ 6594052 h 6858000"/>
              <a:gd name="connsiteX386" fmla="*/ 2207047 w 7472601"/>
              <a:gd name="connsiteY386" fmla="*/ 6654540 h 6858000"/>
              <a:gd name="connsiteX387" fmla="*/ 2299106 w 7472601"/>
              <a:gd name="connsiteY387" fmla="*/ 6778931 h 6858000"/>
              <a:gd name="connsiteX388" fmla="*/ 2314430 w 7472601"/>
              <a:gd name="connsiteY388" fmla="*/ 6801144 h 6858000"/>
              <a:gd name="connsiteX389" fmla="*/ 2352406 w 7472601"/>
              <a:gd name="connsiteY389" fmla="*/ 6858000 h 6858000"/>
              <a:gd name="connsiteX390" fmla="*/ 2314492 w 7472601"/>
              <a:gd name="connsiteY390" fmla="*/ 6858000 h 6858000"/>
              <a:gd name="connsiteX391" fmla="*/ 2288095 w 7472601"/>
              <a:gd name="connsiteY391" fmla="*/ 6818030 h 6858000"/>
              <a:gd name="connsiteX392" fmla="*/ 2272768 w 7472601"/>
              <a:gd name="connsiteY392" fmla="*/ 6795822 h 6858000"/>
              <a:gd name="connsiteX393" fmla="*/ 2182715 w 7472601"/>
              <a:gd name="connsiteY393" fmla="*/ 6675071 h 6858000"/>
              <a:gd name="connsiteX394" fmla="*/ 2032061 w 7472601"/>
              <a:gd name="connsiteY394" fmla="*/ 6541380 h 6858000"/>
              <a:gd name="connsiteX395" fmla="*/ 2257220 w 7472601"/>
              <a:gd name="connsiteY395" fmla="*/ 6826257 h 6858000"/>
              <a:gd name="connsiteX396" fmla="*/ 2281324 w 7472601"/>
              <a:gd name="connsiteY396" fmla="*/ 6858000 h 6858000"/>
              <a:gd name="connsiteX397" fmla="*/ 2242860 w 7472601"/>
              <a:gd name="connsiteY397" fmla="*/ 6858000 h 6858000"/>
              <a:gd name="connsiteX398" fmla="*/ 2232818 w 7472601"/>
              <a:gd name="connsiteY398" fmla="*/ 6844926 h 6858000"/>
              <a:gd name="connsiteX399" fmla="*/ 1990172 w 7472601"/>
              <a:gd name="connsiteY399" fmla="*/ 6542121 h 6858000"/>
              <a:gd name="connsiteX400" fmla="*/ 2124090 w 7472601"/>
              <a:gd name="connsiteY400" fmla="*/ 6761017 h 6858000"/>
              <a:gd name="connsiteX401" fmla="*/ 2200380 w 7472601"/>
              <a:gd name="connsiteY401" fmla="*/ 6858000 h 6858000"/>
              <a:gd name="connsiteX402" fmla="*/ 2147507 w 7472601"/>
              <a:gd name="connsiteY402" fmla="*/ 6858000 h 6858000"/>
              <a:gd name="connsiteX403" fmla="*/ 2070668 w 7472601"/>
              <a:gd name="connsiteY403" fmla="*/ 6761520 h 6858000"/>
              <a:gd name="connsiteX404" fmla="*/ 1975142 w 7472601"/>
              <a:gd name="connsiteY404" fmla="*/ 6585570 h 6858000"/>
              <a:gd name="connsiteX405" fmla="*/ 2050035 w 7472601"/>
              <a:gd name="connsiteY405" fmla="*/ 6813345 h 6858000"/>
              <a:gd name="connsiteX406" fmla="*/ 2063025 w 7472601"/>
              <a:gd name="connsiteY406" fmla="*/ 6858000 h 6858000"/>
              <a:gd name="connsiteX407" fmla="*/ 2021675 w 7472601"/>
              <a:gd name="connsiteY407" fmla="*/ 6858000 h 6858000"/>
              <a:gd name="connsiteX408" fmla="*/ 2019308 w 7472601"/>
              <a:gd name="connsiteY408" fmla="*/ 6847118 h 6858000"/>
              <a:gd name="connsiteX409" fmla="*/ 1938835 w 7472601"/>
              <a:gd name="connsiteY409" fmla="*/ 6551160 h 6858000"/>
              <a:gd name="connsiteX410" fmla="*/ 1953230 w 7472601"/>
              <a:gd name="connsiteY410" fmla="*/ 6759699 h 6858000"/>
              <a:gd name="connsiteX411" fmla="*/ 1956763 w 7472601"/>
              <a:gd name="connsiteY411" fmla="*/ 6778191 h 6858000"/>
              <a:gd name="connsiteX412" fmla="*/ 1967925 w 7472601"/>
              <a:gd name="connsiteY412" fmla="*/ 6858000 h 6858000"/>
              <a:gd name="connsiteX413" fmla="*/ 1936622 w 7472601"/>
              <a:gd name="connsiteY413" fmla="*/ 6858000 h 6858000"/>
              <a:gd name="connsiteX414" fmla="*/ 1926261 w 7472601"/>
              <a:gd name="connsiteY414" fmla="*/ 6784064 h 6858000"/>
              <a:gd name="connsiteX415" fmla="*/ 1922724 w 7472601"/>
              <a:gd name="connsiteY415" fmla="*/ 6765577 h 6858000"/>
              <a:gd name="connsiteX416" fmla="*/ 1904650 w 7472601"/>
              <a:gd name="connsiteY416" fmla="*/ 6639616 h 6858000"/>
              <a:gd name="connsiteX417" fmla="*/ 1885273 w 7472601"/>
              <a:gd name="connsiteY417" fmla="*/ 6858000 h 6858000"/>
              <a:gd name="connsiteX418" fmla="*/ 1854363 w 7472601"/>
              <a:gd name="connsiteY418" fmla="*/ 6858000 h 6858000"/>
              <a:gd name="connsiteX419" fmla="*/ 1880391 w 7472601"/>
              <a:gd name="connsiteY419" fmla="*/ 6603796 h 6858000"/>
              <a:gd name="connsiteX420" fmla="*/ 1818273 w 7472601"/>
              <a:gd name="connsiteY420" fmla="*/ 6715729 h 6858000"/>
              <a:gd name="connsiteX421" fmla="*/ 1794691 w 7472601"/>
              <a:gd name="connsiteY421" fmla="*/ 6843239 h 6858000"/>
              <a:gd name="connsiteX422" fmla="*/ 1794914 w 7472601"/>
              <a:gd name="connsiteY422" fmla="*/ 6858000 h 6858000"/>
              <a:gd name="connsiteX423" fmla="*/ 1746128 w 7472601"/>
              <a:gd name="connsiteY423" fmla="*/ 6858000 h 6858000"/>
              <a:gd name="connsiteX424" fmla="*/ 1753934 w 7472601"/>
              <a:gd name="connsiteY424" fmla="*/ 6724796 h 6858000"/>
              <a:gd name="connsiteX425" fmla="*/ 1792053 w 7472601"/>
              <a:gd name="connsiteY425" fmla="*/ 6572396 h 6858000"/>
              <a:gd name="connsiteX426" fmla="*/ 1862248 w 7472601"/>
              <a:gd name="connsiteY426" fmla="*/ 6266397 h 6858000"/>
              <a:gd name="connsiteX427" fmla="*/ 1862250 w 7472601"/>
              <a:gd name="connsiteY427" fmla="*/ 6033531 h 6858000"/>
              <a:gd name="connsiteX428" fmla="*/ 1211999 w 7472601"/>
              <a:gd name="connsiteY428" fmla="*/ 6683610 h 6858000"/>
              <a:gd name="connsiteX429" fmla="*/ 1213266 w 7472601"/>
              <a:gd name="connsiteY429" fmla="*/ 6691947 h 6858000"/>
              <a:gd name="connsiteX430" fmla="*/ 1203370 w 7472601"/>
              <a:gd name="connsiteY430" fmla="*/ 6850676 h 6858000"/>
              <a:gd name="connsiteX431" fmla="*/ 1203671 w 7472601"/>
              <a:gd name="connsiteY431" fmla="*/ 6858000 h 6858000"/>
              <a:gd name="connsiteX432" fmla="*/ 1143180 w 7472601"/>
              <a:gd name="connsiteY432" fmla="*/ 6858000 h 6858000"/>
              <a:gd name="connsiteX433" fmla="*/ 1142176 w 7472601"/>
              <a:gd name="connsiteY433" fmla="*/ 6766045 h 6858000"/>
              <a:gd name="connsiteX434" fmla="*/ 1067484 w 7472601"/>
              <a:gd name="connsiteY434" fmla="*/ 6858000 h 6858000"/>
              <a:gd name="connsiteX435" fmla="*/ 953928 w 7472601"/>
              <a:gd name="connsiteY435" fmla="*/ 6858000 h 6858000"/>
              <a:gd name="connsiteX436" fmla="*/ 959715 w 7472601"/>
              <a:gd name="connsiteY436" fmla="*/ 6850185 h 6858000"/>
              <a:gd name="connsiteX437" fmla="*/ 1483788 w 7472601"/>
              <a:gd name="connsiteY437" fmla="*/ 6259174 h 6858000"/>
              <a:gd name="connsiteX438" fmla="*/ 1100671 w 7472601"/>
              <a:gd name="connsiteY438" fmla="*/ 6252137 h 6858000"/>
              <a:gd name="connsiteX439" fmla="*/ 1090144 w 7472601"/>
              <a:gd name="connsiteY439" fmla="*/ 6256748 h 6858000"/>
              <a:gd name="connsiteX440" fmla="*/ 1095872 w 7472601"/>
              <a:gd name="connsiteY440" fmla="*/ 6271892 h 6858000"/>
              <a:gd name="connsiteX441" fmla="*/ 262785 w 7472601"/>
              <a:gd name="connsiteY441" fmla="*/ 6845450 h 6858000"/>
              <a:gd name="connsiteX442" fmla="*/ 209968 w 7472601"/>
              <a:gd name="connsiteY442" fmla="*/ 6770713 h 6858000"/>
              <a:gd name="connsiteX443" fmla="*/ 873460 w 7472601"/>
              <a:gd name="connsiteY443" fmla="*/ 6253768 h 6858000"/>
              <a:gd name="connsiteX444" fmla="*/ 192686 w 7472601"/>
              <a:gd name="connsiteY444" fmla="*/ 5849257 h 6858000"/>
              <a:gd name="connsiteX445" fmla="*/ 4696 w 7472601"/>
              <a:gd name="connsiteY445" fmla="*/ 5697668 h 6858000"/>
              <a:gd name="connsiteX446" fmla="*/ 0 w 7472601"/>
              <a:gd name="connsiteY446" fmla="*/ 5689984 h 6858000"/>
              <a:gd name="connsiteX447" fmla="*/ 0 w 7472601"/>
              <a:gd name="connsiteY447" fmla="*/ 5513472 h 6858000"/>
              <a:gd name="connsiteX448" fmla="*/ 174101 w 7472601"/>
              <a:gd name="connsiteY448" fmla="*/ 5620277 h 6858000"/>
              <a:gd name="connsiteX449" fmla="*/ 891800 w 7472601"/>
              <a:gd name="connsiteY449" fmla="*/ 6036935 h 6858000"/>
              <a:gd name="connsiteX450" fmla="*/ 1072219 w 7472601"/>
              <a:gd name="connsiteY450" fmla="*/ 6169443 h 6858000"/>
              <a:gd name="connsiteX451" fmla="*/ 1074117 w 7472601"/>
              <a:gd name="connsiteY451" fmla="*/ 6170301 h 6858000"/>
              <a:gd name="connsiteX452" fmla="*/ 1083114 w 7472601"/>
              <a:gd name="connsiteY452" fmla="*/ 6174131 h 6858000"/>
              <a:gd name="connsiteX453" fmla="*/ 1543010 w 7472601"/>
              <a:gd name="connsiteY453" fmla="*/ 6191140 h 6858000"/>
              <a:gd name="connsiteX454" fmla="*/ 1551080 w 7472601"/>
              <a:gd name="connsiteY454" fmla="*/ 6195006 h 6858000"/>
              <a:gd name="connsiteX455" fmla="*/ 2345443 w 7472601"/>
              <a:gd name="connsiteY455" fmla="*/ 5549882 h 6858000"/>
              <a:gd name="connsiteX456" fmla="*/ 1721499 w 7472601"/>
              <a:gd name="connsiteY456" fmla="*/ 5599969 h 6858000"/>
              <a:gd name="connsiteX457" fmla="*/ 767716 w 7472601"/>
              <a:gd name="connsiteY457" fmla="*/ 5472768 h 6858000"/>
              <a:gd name="connsiteX458" fmla="*/ 722147 w 7472601"/>
              <a:gd name="connsiteY458" fmla="*/ 5393091 h 6858000"/>
              <a:gd name="connsiteX459" fmla="*/ 1485552 w 7472601"/>
              <a:gd name="connsiteY459" fmla="*/ 5313202 h 6858000"/>
              <a:gd name="connsiteX460" fmla="*/ 2143004 w 7472601"/>
              <a:gd name="connsiteY460" fmla="*/ 5402420 h 6858000"/>
              <a:gd name="connsiteX461" fmla="*/ 1933391 w 7472601"/>
              <a:gd name="connsiteY461" fmla="*/ 5156971 h 6858000"/>
              <a:gd name="connsiteX462" fmla="*/ 1827118 w 7472601"/>
              <a:gd name="connsiteY462" fmla="*/ 4968410 h 6858000"/>
              <a:gd name="connsiteX463" fmla="*/ 1837349 w 7472601"/>
              <a:gd name="connsiteY463" fmla="*/ 4956357 h 6858000"/>
              <a:gd name="connsiteX464" fmla="*/ 2162835 w 7472601"/>
              <a:gd name="connsiteY464" fmla="*/ 5187853 h 6858000"/>
              <a:gd name="connsiteX465" fmla="*/ 2257167 w 7472601"/>
              <a:gd name="connsiteY465" fmla="*/ 5462123 h 6858000"/>
              <a:gd name="connsiteX466" fmla="*/ 2261598 w 7472601"/>
              <a:gd name="connsiteY466" fmla="*/ 5467998 h 6858000"/>
              <a:gd name="connsiteX467" fmla="*/ 2437177 w 7472601"/>
              <a:gd name="connsiteY467" fmla="*/ 5479608 h 6858000"/>
              <a:gd name="connsiteX468" fmla="*/ 2445247 w 7472601"/>
              <a:gd name="connsiteY468" fmla="*/ 5483476 h 6858000"/>
              <a:gd name="connsiteX469" fmla="*/ 2743626 w 7472601"/>
              <a:gd name="connsiteY469" fmla="*/ 5304819 h 6858000"/>
              <a:gd name="connsiteX470" fmla="*/ 3048102 w 7472601"/>
              <a:gd name="connsiteY470" fmla="*/ 5150595 h 6858000"/>
              <a:gd name="connsiteX471" fmla="*/ 1799414 w 7472601"/>
              <a:gd name="connsiteY471" fmla="*/ 4694732 h 6858000"/>
              <a:gd name="connsiteX472" fmla="*/ 1771735 w 7472601"/>
              <a:gd name="connsiteY472" fmla="*/ 4619929 h 6858000"/>
              <a:gd name="connsiteX473" fmla="*/ 3104273 w 7472601"/>
              <a:gd name="connsiteY473" fmla="*/ 5076159 h 6858000"/>
              <a:gd name="connsiteX474" fmla="*/ 3113245 w 7472601"/>
              <a:gd name="connsiteY474" fmla="*/ 5090705 h 6858000"/>
              <a:gd name="connsiteX475" fmla="*/ 3126294 w 7472601"/>
              <a:gd name="connsiteY475" fmla="*/ 5114400 h 6858000"/>
              <a:gd name="connsiteX476" fmla="*/ 3937433 w 7472601"/>
              <a:gd name="connsiteY476" fmla="*/ 4830473 h 6858000"/>
              <a:gd name="connsiteX477" fmla="*/ 3590475 w 7472601"/>
              <a:gd name="connsiteY477" fmla="*/ 4597974 h 6858000"/>
              <a:gd name="connsiteX478" fmla="*/ 3100264 w 7472601"/>
              <a:gd name="connsiteY478" fmla="*/ 4579845 h 6858000"/>
              <a:gd name="connsiteX479" fmla="*/ 2183576 w 7472601"/>
              <a:gd name="connsiteY479" fmla="*/ 4227150 h 6858000"/>
              <a:gd name="connsiteX480" fmla="*/ 2151029 w 7472601"/>
              <a:gd name="connsiteY480" fmla="*/ 4146947 h 6858000"/>
              <a:gd name="connsiteX481" fmla="*/ 3563434 w 7472601"/>
              <a:gd name="connsiteY481" fmla="*/ 4469115 h 6858000"/>
              <a:gd name="connsiteX482" fmla="*/ 3177952 w 7472601"/>
              <a:gd name="connsiteY482" fmla="*/ 3657386 h 6858000"/>
              <a:gd name="connsiteX483" fmla="*/ 3189263 w 7472601"/>
              <a:gd name="connsiteY483" fmla="*/ 3625726 h 6858000"/>
              <a:gd name="connsiteX484" fmla="*/ 3560912 w 7472601"/>
              <a:gd name="connsiteY484" fmla="*/ 4079863 h 6858000"/>
              <a:gd name="connsiteX485" fmla="*/ 3626636 w 7472601"/>
              <a:gd name="connsiteY485" fmla="*/ 4512230 h 6858000"/>
              <a:gd name="connsiteX486" fmla="*/ 3653088 w 7472601"/>
              <a:gd name="connsiteY486" fmla="*/ 4521417 h 6858000"/>
              <a:gd name="connsiteX487" fmla="*/ 3988128 w 7472601"/>
              <a:gd name="connsiteY487" fmla="*/ 4817267 h 6858000"/>
              <a:gd name="connsiteX488" fmla="*/ 4830582 w 7472601"/>
              <a:gd name="connsiteY488" fmla="*/ 4676000 h 6858000"/>
              <a:gd name="connsiteX489" fmla="*/ 4830100 w 7472601"/>
              <a:gd name="connsiteY489" fmla="*/ 4675554 h 6858000"/>
              <a:gd name="connsiteX490" fmla="*/ 4036318 w 7472601"/>
              <a:gd name="connsiteY490" fmla="*/ 4147013 h 6858000"/>
              <a:gd name="connsiteX491" fmla="*/ 3432098 w 7472601"/>
              <a:gd name="connsiteY491" fmla="*/ 3537312 h 6858000"/>
              <a:gd name="connsiteX492" fmla="*/ 3446761 w 7472601"/>
              <a:gd name="connsiteY492" fmla="*/ 3461278 h 6858000"/>
              <a:gd name="connsiteX493" fmla="*/ 4419733 w 7472601"/>
              <a:gd name="connsiteY493" fmla="*/ 3963555 h 6858000"/>
              <a:gd name="connsiteX494" fmla="*/ 4781371 w 7472601"/>
              <a:gd name="connsiteY494" fmla="*/ 4458604 h 6858000"/>
              <a:gd name="connsiteX495" fmla="*/ 4780440 w 7472601"/>
              <a:gd name="connsiteY495" fmla="*/ 4470290 h 6858000"/>
              <a:gd name="connsiteX496" fmla="*/ 4898954 w 7472601"/>
              <a:gd name="connsiteY496" fmla="*/ 4662092 h 6858000"/>
              <a:gd name="connsiteX497" fmla="*/ 4900699 w 7472601"/>
              <a:gd name="connsiteY497" fmla="*/ 4670867 h 6858000"/>
              <a:gd name="connsiteX498" fmla="*/ 5714511 w 7472601"/>
              <a:gd name="connsiteY498" fmla="*/ 4663483 h 6858000"/>
              <a:gd name="connsiteX499" fmla="*/ 5464793 w 7472601"/>
              <a:gd name="connsiteY499" fmla="*/ 4393556 h 6858000"/>
              <a:gd name="connsiteX500" fmla="*/ 5461897 w 7472601"/>
              <a:gd name="connsiteY500" fmla="*/ 4390879 h 6858000"/>
              <a:gd name="connsiteX501" fmla="*/ 4294126 w 7472601"/>
              <a:gd name="connsiteY501" fmla="*/ 3303048 h 6858000"/>
              <a:gd name="connsiteX502" fmla="*/ 4305321 w 7472601"/>
              <a:gd name="connsiteY502" fmla="*/ 3256953 h 6858000"/>
              <a:gd name="connsiteX503" fmla="*/ 4949299 w 7472601"/>
              <a:gd name="connsiteY503" fmla="*/ 3766336 h 6858000"/>
              <a:gd name="connsiteX504" fmla="*/ 5291452 w 7472601"/>
              <a:gd name="connsiteY504" fmla="*/ 4076801 h 6858000"/>
              <a:gd name="connsiteX505" fmla="*/ 5434998 w 7472601"/>
              <a:gd name="connsiteY505" fmla="*/ 4254100 h 6858000"/>
              <a:gd name="connsiteX506" fmla="*/ 5351015 w 7472601"/>
              <a:gd name="connsiteY506" fmla="*/ 3760989 h 6858000"/>
              <a:gd name="connsiteX507" fmla="*/ 5413780 w 7472601"/>
              <a:gd name="connsiteY507" fmla="*/ 2966265 h 6858000"/>
              <a:gd name="connsiteX508" fmla="*/ 5425627 w 7472601"/>
              <a:gd name="connsiteY508" fmla="*/ 2954192 h 6858000"/>
              <a:gd name="connsiteX509" fmla="*/ 6604735 w 7472601"/>
              <a:gd name="connsiteY509" fmla="*/ 2041381 h 6858000"/>
              <a:gd name="connsiteX510" fmla="*/ 7204487 w 7472601"/>
              <a:gd name="connsiteY510" fmla="*/ 2742112 h 6858000"/>
              <a:gd name="connsiteX511" fmla="*/ 7131592 w 7472601"/>
              <a:gd name="connsiteY511" fmla="*/ 2672096 h 6858000"/>
              <a:gd name="connsiteX512" fmla="*/ 6996344 w 7472601"/>
              <a:gd name="connsiteY512" fmla="*/ 2518310 h 6858000"/>
              <a:gd name="connsiteX513" fmla="*/ 6735495 w 7472601"/>
              <a:gd name="connsiteY513" fmla="*/ 2196890 h 6858000"/>
              <a:gd name="connsiteX514" fmla="*/ 6721901 w 7472601"/>
              <a:gd name="connsiteY514" fmla="*/ 2179274 h 6858000"/>
              <a:gd name="connsiteX515" fmla="*/ 6604735 w 7472601"/>
              <a:gd name="connsiteY515" fmla="*/ 2041381 h 6858000"/>
              <a:gd name="connsiteX516" fmla="*/ 6591670 w 7472601"/>
              <a:gd name="connsiteY516" fmla="*/ 1988277 h 6858000"/>
              <a:gd name="connsiteX517" fmla="*/ 6747349 w 7472601"/>
              <a:gd name="connsiteY517" fmla="*/ 2160069 h 6858000"/>
              <a:gd name="connsiteX518" fmla="*/ 6760943 w 7472601"/>
              <a:gd name="connsiteY518" fmla="*/ 2177686 h 6858000"/>
              <a:gd name="connsiteX519" fmla="*/ 7021065 w 7472601"/>
              <a:gd name="connsiteY519" fmla="*/ 2498102 h 6858000"/>
              <a:gd name="connsiteX520" fmla="*/ 7155223 w 7472601"/>
              <a:gd name="connsiteY520" fmla="*/ 2650386 h 6858000"/>
              <a:gd name="connsiteX521" fmla="*/ 7203167 w 7472601"/>
              <a:gd name="connsiteY521" fmla="*/ 2697288 h 6858000"/>
              <a:gd name="connsiteX522" fmla="*/ 6937703 w 7472601"/>
              <a:gd name="connsiteY522" fmla="*/ 2321981 h 6858000"/>
              <a:gd name="connsiteX523" fmla="*/ 6591670 w 7472601"/>
              <a:gd name="connsiteY523" fmla="*/ 1988277 h 6858000"/>
              <a:gd name="connsiteX524" fmla="*/ 5798671 w 7472601"/>
              <a:gd name="connsiteY524" fmla="*/ 1981601 h 6858000"/>
              <a:gd name="connsiteX525" fmla="*/ 5754709 w 7472601"/>
              <a:gd name="connsiteY525" fmla="*/ 2071454 h 6858000"/>
              <a:gd name="connsiteX526" fmla="*/ 5763044 w 7472601"/>
              <a:gd name="connsiteY526" fmla="*/ 2842206 h 6858000"/>
              <a:gd name="connsiteX527" fmla="*/ 5764974 w 7472601"/>
              <a:gd name="connsiteY527" fmla="*/ 2799609 h 6858000"/>
              <a:gd name="connsiteX528" fmla="*/ 5767665 w 7472601"/>
              <a:gd name="connsiteY528" fmla="*/ 2666409 h 6858000"/>
              <a:gd name="connsiteX529" fmla="*/ 5763055 w 7472601"/>
              <a:gd name="connsiteY529" fmla="*/ 2579705 h 6858000"/>
              <a:gd name="connsiteX530" fmla="*/ 5758079 w 7472601"/>
              <a:gd name="connsiteY530" fmla="*/ 2492508 h 6858000"/>
              <a:gd name="connsiteX531" fmla="*/ 5779325 w 7472601"/>
              <a:gd name="connsiteY531" fmla="*/ 2197069 h 6858000"/>
              <a:gd name="connsiteX532" fmla="*/ 5798671 w 7472601"/>
              <a:gd name="connsiteY532" fmla="*/ 1981601 h 6858000"/>
              <a:gd name="connsiteX533" fmla="*/ 5829202 w 7472601"/>
              <a:gd name="connsiteY533" fmla="*/ 1971679 h 6858000"/>
              <a:gd name="connsiteX534" fmla="*/ 5809558 w 7472601"/>
              <a:gd name="connsiteY534" fmla="*/ 2198043 h 6858000"/>
              <a:gd name="connsiteX535" fmla="*/ 5788653 w 7472601"/>
              <a:gd name="connsiteY535" fmla="*/ 2489430 h 6858000"/>
              <a:gd name="connsiteX536" fmla="*/ 5793439 w 7472601"/>
              <a:gd name="connsiteY536" fmla="*/ 2575235 h 6858000"/>
              <a:gd name="connsiteX537" fmla="*/ 5796837 w 7472601"/>
              <a:gd name="connsiteY537" fmla="*/ 2637633 h 6858000"/>
              <a:gd name="connsiteX538" fmla="*/ 5818614 w 7472601"/>
              <a:gd name="connsiteY538" fmla="*/ 2473055 h 6858000"/>
              <a:gd name="connsiteX539" fmla="*/ 5829202 w 7472601"/>
              <a:gd name="connsiteY539" fmla="*/ 1971679 h 6858000"/>
              <a:gd name="connsiteX540" fmla="*/ 5911389 w 7472601"/>
              <a:gd name="connsiteY540" fmla="*/ 1898371 h 6858000"/>
              <a:gd name="connsiteX541" fmla="*/ 6237627 w 7472601"/>
              <a:gd name="connsiteY541" fmla="*/ 2231921 h 6858000"/>
              <a:gd name="connsiteX542" fmla="*/ 5911389 w 7472601"/>
              <a:gd name="connsiteY542" fmla="*/ 1898371 h 6858000"/>
              <a:gd name="connsiteX543" fmla="*/ 6944437 w 7472601"/>
              <a:gd name="connsiteY543" fmla="*/ 1575402 h 6858000"/>
              <a:gd name="connsiteX544" fmla="*/ 6304730 w 7472601"/>
              <a:gd name="connsiteY544" fmla="*/ 1766654 h 6858000"/>
              <a:gd name="connsiteX545" fmla="*/ 6944437 w 7472601"/>
              <a:gd name="connsiteY545" fmla="*/ 1575402 h 6858000"/>
              <a:gd name="connsiteX546" fmla="*/ 7019523 w 7472601"/>
              <a:gd name="connsiteY546" fmla="*/ 1519450 h 6858000"/>
              <a:gd name="connsiteX547" fmla="*/ 6298091 w 7472601"/>
              <a:gd name="connsiteY547" fmla="*/ 1737122 h 6858000"/>
              <a:gd name="connsiteX548" fmla="*/ 7019523 w 7472601"/>
              <a:gd name="connsiteY548" fmla="*/ 1519450 h 6858000"/>
              <a:gd name="connsiteX549" fmla="*/ 2399523 w 7472601"/>
              <a:gd name="connsiteY549" fmla="*/ 1428234 h 6858000"/>
              <a:gd name="connsiteX550" fmla="*/ 2224982 w 7472601"/>
              <a:gd name="connsiteY550" fmla="*/ 1826201 h 6858000"/>
              <a:gd name="connsiteX551" fmla="*/ 2096099 w 7472601"/>
              <a:gd name="connsiteY551" fmla="*/ 2345900 h 6858000"/>
              <a:gd name="connsiteX552" fmla="*/ 2283317 w 7472601"/>
              <a:gd name="connsiteY552" fmla="*/ 1796925 h 6858000"/>
              <a:gd name="connsiteX553" fmla="*/ 2399523 w 7472601"/>
              <a:gd name="connsiteY553" fmla="*/ 1428234 h 6858000"/>
              <a:gd name="connsiteX554" fmla="*/ 2448558 w 7472601"/>
              <a:gd name="connsiteY554" fmla="*/ 1373435 h 6858000"/>
              <a:gd name="connsiteX555" fmla="*/ 2312521 w 7472601"/>
              <a:gd name="connsiteY555" fmla="*/ 1806140 h 6858000"/>
              <a:gd name="connsiteX556" fmla="*/ 2127533 w 7472601"/>
              <a:gd name="connsiteY556" fmla="*/ 2348380 h 6858000"/>
              <a:gd name="connsiteX557" fmla="*/ 2358080 w 7472601"/>
              <a:gd name="connsiteY557" fmla="*/ 1866134 h 6858000"/>
              <a:gd name="connsiteX558" fmla="*/ 2407436 w 7472601"/>
              <a:gd name="connsiteY558" fmla="*/ 1651070 h 6858000"/>
              <a:gd name="connsiteX559" fmla="*/ 2448558 w 7472601"/>
              <a:gd name="connsiteY559" fmla="*/ 1373435 h 6858000"/>
              <a:gd name="connsiteX560" fmla="*/ 278707 w 7472601"/>
              <a:gd name="connsiteY560" fmla="*/ 1352270 h 6858000"/>
              <a:gd name="connsiteX561" fmla="*/ 321570 w 7472601"/>
              <a:gd name="connsiteY561" fmla="*/ 1861610 h 6858000"/>
              <a:gd name="connsiteX562" fmla="*/ 294281 w 7472601"/>
              <a:gd name="connsiteY562" fmla="*/ 1440658 h 6858000"/>
              <a:gd name="connsiteX563" fmla="*/ 278707 w 7472601"/>
              <a:gd name="connsiteY563" fmla="*/ 1352270 h 6858000"/>
              <a:gd name="connsiteX564" fmla="*/ 1423821 w 7472601"/>
              <a:gd name="connsiteY564" fmla="*/ 1351958 h 6858000"/>
              <a:gd name="connsiteX565" fmla="*/ 1638521 w 7472601"/>
              <a:gd name="connsiteY565" fmla="*/ 1908470 h 6858000"/>
              <a:gd name="connsiteX566" fmla="*/ 1754199 w 7472601"/>
              <a:gd name="connsiteY566" fmla="*/ 2149284 h 6858000"/>
              <a:gd name="connsiteX567" fmla="*/ 1908359 w 7472601"/>
              <a:gd name="connsiteY567" fmla="*/ 2364988 h 6858000"/>
              <a:gd name="connsiteX568" fmla="*/ 1647661 w 7472601"/>
              <a:gd name="connsiteY568" fmla="*/ 1825945 h 6858000"/>
              <a:gd name="connsiteX569" fmla="*/ 1423821 w 7472601"/>
              <a:gd name="connsiteY569" fmla="*/ 1351958 h 6858000"/>
              <a:gd name="connsiteX570" fmla="*/ 1431890 w 7472601"/>
              <a:gd name="connsiteY570" fmla="*/ 1306475 h 6858000"/>
              <a:gd name="connsiteX571" fmla="*/ 1507597 w 7472601"/>
              <a:gd name="connsiteY571" fmla="*/ 1446132 h 6858000"/>
              <a:gd name="connsiteX572" fmla="*/ 1674586 w 7472601"/>
              <a:gd name="connsiteY572" fmla="*/ 1813832 h 6858000"/>
              <a:gd name="connsiteX573" fmla="*/ 1815950 w 7472601"/>
              <a:gd name="connsiteY573" fmla="*/ 2128564 h 6858000"/>
              <a:gd name="connsiteX574" fmla="*/ 1984242 w 7472601"/>
              <a:gd name="connsiteY574" fmla="*/ 2430829 h 6858000"/>
              <a:gd name="connsiteX575" fmla="*/ 2014023 w 7472601"/>
              <a:gd name="connsiteY575" fmla="*/ 2450995 h 6858000"/>
              <a:gd name="connsiteX576" fmla="*/ 1747337 w 7472601"/>
              <a:gd name="connsiteY576" fmla="*/ 1855264 h 6858000"/>
              <a:gd name="connsiteX577" fmla="*/ 1533749 w 7472601"/>
              <a:gd name="connsiteY577" fmla="*/ 1478656 h 6858000"/>
              <a:gd name="connsiteX578" fmla="*/ 1431890 w 7472601"/>
              <a:gd name="connsiteY578" fmla="*/ 1306475 h 6858000"/>
              <a:gd name="connsiteX579" fmla="*/ 5052692 w 7472601"/>
              <a:gd name="connsiteY579" fmla="*/ 1292994 h 6858000"/>
              <a:gd name="connsiteX580" fmla="*/ 5200661 w 7472601"/>
              <a:gd name="connsiteY580" fmla="*/ 1635186 h 6858000"/>
              <a:gd name="connsiteX581" fmla="*/ 5297138 w 7472601"/>
              <a:gd name="connsiteY581" fmla="*/ 1906351 h 6858000"/>
              <a:gd name="connsiteX582" fmla="*/ 5052692 w 7472601"/>
              <a:gd name="connsiteY582" fmla="*/ 1292994 h 6858000"/>
              <a:gd name="connsiteX583" fmla="*/ 5009948 w 7472601"/>
              <a:gd name="connsiteY583" fmla="*/ 1273619 h 6858000"/>
              <a:gd name="connsiteX584" fmla="*/ 5121777 w 7472601"/>
              <a:gd name="connsiteY584" fmla="*/ 1654213 h 6858000"/>
              <a:gd name="connsiteX585" fmla="*/ 5293545 w 7472601"/>
              <a:gd name="connsiteY585" fmla="*/ 2072247 h 6858000"/>
              <a:gd name="connsiteX586" fmla="*/ 5294042 w 7472601"/>
              <a:gd name="connsiteY586" fmla="*/ 2065019 h 6858000"/>
              <a:gd name="connsiteX587" fmla="*/ 5171936 w 7472601"/>
              <a:gd name="connsiteY587" fmla="*/ 1647613 h 6858000"/>
              <a:gd name="connsiteX588" fmla="*/ 5009948 w 7472601"/>
              <a:gd name="connsiteY588" fmla="*/ 1273619 h 6858000"/>
              <a:gd name="connsiteX589" fmla="*/ 655236 w 7472601"/>
              <a:gd name="connsiteY589" fmla="*/ 1268632 h 6858000"/>
              <a:gd name="connsiteX590" fmla="*/ 839521 w 7472601"/>
              <a:gd name="connsiteY590" fmla="*/ 1685315 h 6858000"/>
              <a:gd name="connsiteX591" fmla="*/ 1109416 w 7472601"/>
              <a:gd name="connsiteY591" fmla="*/ 2061663 h 6858000"/>
              <a:gd name="connsiteX592" fmla="*/ 1298300 w 7472601"/>
              <a:gd name="connsiteY592" fmla="*/ 2247742 h 6858000"/>
              <a:gd name="connsiteX593" fmla="*/ 1125871 w 7472601"/>
              <a:gd name="connsiteY593" fmla="*/ 1989513 h 6858000"/>
              <a:gd name="connsiteX594" fmla="*/ 981574 w 7472601"/>
              <a:gd name="connsiteY594" fmla="*/ 1783157 h 6858000"/>
              <a:gd name="connsiteX595" fmla="*/ 922198 w 7472601"/>
              <a:gd name="connsiteY595" fmla="*/ 1677437 h 6858000"/>
              <a:gd name="connsiteX596" fmla="*/ 869293 w 7472601"/>
              <a:gd name="connsiteY596" fmla="*/ 1583214 h 6858000"/>
              <a:gd name="connsiteX597" fmla="*/ 751431 w 7472601"/>
              <a:gd name="connsiteY597" fmla="*/ 1405731 h 6858000"/>
              <a:gd name="connsiteX598" fmla="*/ 655236 w 7472601"/>
              <a:gd name="connsiteY598" fmla="*/ 1268632 h 6858000"/>
              <a:gd name="connsiteX599" fmla="*/ 6516292 w 7472601"/>
              <a:gd name="connsiteY599" fmla="*/ 1263064 h 6858000"/>
              <a:gd name="connsiteX600" fmla="*/ 5736320 w 7472601"/>
              <a:gd name="connsiteY600" fmla="*/ 1501803 h 6858000"/>
              <a:gd name="connsiteX601" fmla="*/ 6516292 w 7472601"/>
              <a:gd name="connsiteY601" fmla="*/ 1263064 h 6858000"/>
              <a:gd name="connsiteX602" fmla="*/ 291466 w 7472601"/>
              <a:gd name="connsiteY602" fmla="*/ 1250369 h 6858000"/>
              <a:gd name="connsiteX603" fmla="*/ 323180 w 7472601"/>
              <a:gd name="connsiteY603" fmla="*/ 1435283 h 6858000"/>
              <a:gd name="connsiteX604" fmla="*/ 349381 w 7472601"/>
              <a:gd name="connsiteY604" fmla="*/ 1875041 h 6858000"/>
              <a:gd name="connsiteX605" fmla="*/ 374363 w 7472601"/>
              <a:gd name="connsiteY605" fmla="*/ 1506494 h 6858000"/>
              <a:gd name="connsiteX606" fmla="*/ 302168 w 7472601"/>
              <a:gd name="connsiteY606" fmla="*/ 1274495 h 6858000"/>
              <a:gd name="connsiteX607" fmla="*/ 291466 w 7472601"/>
              <a:gd name="connsiteY607" fmla="*/ 1250369 h 6858000"/>
              <a:gd name="connsiteX608" fmla="*/ 678222 w 7472601"/>
              <a:gd name="connsiteY608" fmla="*/ 1248670 h 6858000"/>
              <a:gd name="connsiteX609" fmla="*/ 775536 w 7472601"/>
              <a:gd name="connsiteY609" fmla="*/ 1388015 h 6858000"/>
              <a:gd name="connsiteX610" fmla="*/ 894529 w 7472601"/>
              <a:gd name="connsiteY610" fmla="*/ 1567739 h 6858000"/>
              <a:gd name="connsiteX611" fmla="*/ 948000 w 7472601"/>
              <a:gd name="connsiteY611" fmla="*/ 1663088 h 6858000"/>
              <a:gd name="connsiteX612" fmla="*/ 1006812 w 7472601"/>
              <a:gd name="connsiteY612" fmla="*/ 1767683 h 6858000"/>
              <a:gd name="connsiteX613" fmla="*/ 1149133 w 7472601"/>
              <a:gd name="connsiteY613" fmla="*/ 1971513 h 6858000"/>
              <a:gd name="connsiteX614" fmla="*/ 1333952 w 7472601"/>
              <a:gd name="connsiteY614" fmla="*/ 2251620 h 6858000"/>
              <a:gd name="connsiteX615" fmla="*/ 1337329 w 7472601"/>
              <a:gd name="connsiteY615" fmla="*/ 2258350 h 6858000"/>
              <a:gd name="connsiteX616" fmla="*/ 1014726 w 7472601"/>
              <a:gd name="connsiteY616" fmla="*/ 1615556 h 6858000"/>
              <a:gd name="connsiteX617" fmla="*/ 678222 w 7472601"/>
              <a:gd name="connsiteY617" fmla="*/ 1248670 h 6858000"/>
              <a:gd name="connsiteX618" fmla="*/ 6691602 w 7472601"/>
              <a:gd name="connsiteY618" fmla="*/ 1140573 h 6858000"/>
              <a:gd name="connsiteX619" fmla="*/ 6571100 w 7472601"/>
              <a:gd name="connsiteY619" fmla="*/ 1183662 h 6858000"/>
              <a:gd name="connsiteX620" fmla="*/ 6241687 w 7472601"/>
              <a:gd name="connsiteY620" fmla="*/ 1257600 h 6858000"/>
              <a:gd name="connsiteX621" fmla="*/ 5693009 w 7472601"/>
              <a:gd name="connsiteY621" fmla="*/ 1478256 h 6858000"/>
              <a:gd name="connsiteX622" fmla="*/ 6548420 w 7472601"/>
              <a:gd name="connsiteY622" fmla="*/ 1214599 h 6858000"/>
              <a:gd name="connsiteX623" fmla="*/ 6605473 w 7472601"/>
              <a:gd name="connsiteY623" fmla="*/ 1184686 h 6858000"/>
              <a:gd name="connsiteX624" fmla="*/ 6691602 w 7472601"/>
              <a:gd name="connsiteY624" fmla="*/ 1140573 h 6858000"/>
              <a:gd name="connsiteX625" fmla="*/ 4002475 w 7472601"/>
              <a:gd name="connsiteY625" fmla="*/ 1037802 h 6858000"/>
              <a:gd name="connsiteX626" fmla="*/ 4000324 w 7472601"/>
              <a:gd name="connsiteY626" fmla="*/ 1039362 h 6858000"/>
              <a:gd name="connsiteX627" fmla="*/ 4002862 w 7472601"/>
              <a:gd name="connsiteY627" fmla="*/ 1042866 h 6858000"/>
              <a:gd name="connsiteX628" fmla="*/ 4002475 w 7472601"/>
              <a:gd name="connsiteY628" fmla="*/ 1037802 h 6858000"/>
              <a:gd name="connsiteX629" fmla="*/ 506322 w 7472601"/>
              <a:gd name="connsiteY629" fmla="*/ 1020997 h 6858000"/>
              <a:gd name="connsiteX630" fmla="*/ 533068 w 7472601"/>
              <a:gd name="connsiteY630" fmla="*/ 1029409 h 6858000"/>
              <a:gd name="connsiteX631" fmla="*/ 1232525 w 7472601"/>
              <a:gd name="connsiteY631" fmla="*/ 1804675 h 6858000"/>
              <a:gd name="connsiteX632" fmla="*/ 1388858 w 7472601"/>
              <a:gd name="connsiteY632" fmla="*/ 2368011 h 6858000"/>
              <a:gd name="connsiteX633" fmla="*/ 1384098 w 7472601"/>
              <a:gd name="connsiteY633" fmla="*/ 2378125 h 6858000"/>
              <a:gd name="connsiteX634" fmla="*/ 1425393 w 7472601"/>
              <a:gd name="connsiteY634" fmla="*/ 2589124 h 6858000"/>
              <a:gd name="connsiteX635" fmla="*/ 1424001 w 7472601"/>
              <a:gd name="connsiteY635" fmla="*/ 2597541 h 6858000"/>
              <a:gd name="connsiteX636" fmla="*/ 2152729 w 7472601"/>
              <a:gd name="connsiteY636" fmla="*/ 2864487 h 6858000"/>
              <a:gd name="connsiteX637" fmla="*/ 2020609 w 7472601"/>
              <a:gd name="connsiteY637" fmla="*/ 2539671 h 6858000"/>
              <a:gd name="connsiteX638" fmla="*/ 2018920 w 7472601"/>
              <a:gd name="connsiteY638" fmla="*/ 2536309 h 6858000"/>
              <a:gd name="connsiteX639" fmla="*/ 1342441 w 7472601"/>
              <a:gd name="connsiteY639" fmla="*/ 1173017 h 6858000"/>
              <a:gd name="connsiteX640" fmla="*/ 1367925 w 7472601"/>
              <a:gd name="connsiteY640" fmla="*/ 1135648 h 6858000"/>
              <a:gd name="connsiteX641" fmla="*/ 1771401 w 7472601"/>
              <a:gd name="connsiteY641" fmla="*/ 1806673 h 6858000"/>
              <a:gd name="connsiteX642" fmla="*/ 1972385 w 7472601"/>
              <a:gd name="connsiteY642" fmla="*/ 2198735 h 6858000"/>
              <a:gd name="connsiteX643" fmla="*/ 2040892 w 7472601"/>
              <a:gd name="connsiteY643" fmla="*/ 2405205 h 6858000"/>
              <a:gd name="connsiteX644" fmla="*/ 2131689 w 7472601"/>
              <a:gd name="connsiteY644" fmla="*/ 1936926 h 6858000"/>
              <a:gd name="connsiteX645" fmla="*/ 2454820 w 7472601"/>
              <a:gd name="connsiteY645" fmla="*/ 1248808 h 6858000"/>
              <a:gd name="connsiteX646" fmla="*/ 2492512 w 7472601"/>
              <a:gd name="connsiteY646" fmla="*/ 1302920 h 6858000"/>
              <a:gd name="connsiteX647" fmla="*/ 2081216 w 7472601"/>
              <a:gd name="connsiteY647" fmla="*/ 2527513 h 6858000"/>
              <a:gd name="connsiteX648" fmla="*/ 2081211 w 7472601"/>
              <a:gd name="connsiteY648" fmla="*/ 2528916 h 6858000"/>
              <a:gd name="connsiteX649" fmla="*/ 2199067 w 7472601"/>
              <a:gd name="connsiteY649" fmla="*/ 2884061 h 6858000"/>
              <a:gd name="connsiteX650" fmla="*/ 3192586 w 7472601"/>
              <a:gd name="connsiteY650" fmla="*/ 3411496 h 6858000"/>
              <a:gd name="connsiteX651" fmla="*/ 3182620 w 7472601"/>
              <a:gd name="connsiteY651" fmla="*/ 3483279 h 6858000"/>
              <a:gd name="connsiteX652" fmla="*/ 2435119 w 7472601"/>
              <a:gd name="connsiteY652" fmla="*/ 3080173 h 6858000"/>
              <a:gd name="connsiteX653" fmla="*/ 2410152 w 7472601"/>
              <a:gd name="connsiteY653" fmla="*/ 3063751 h 6858000"/>
              <a:gd name="connsiteX654" fmla="*/ 2408099 w 7472601"/>
              <a:gd name="connsiteY654" fmla="*/ 3064403 h 6858000"/>
              <a:gd name="connsiteX655" fmla="*/ 2407218 w 7472601"/>
              <a:gd name="connsiteY655" fmla="*/ 3070324 h 6858000"/>
              <a:gd name="connsiteX656" fmla="*/ 2380138 w 7472601"/>
              <a:gd name="connsiteY656" fmla="*/ 3099341 h 6858000"/>
              <a:gd name="connsiteX657" fmla="*/ 1765923 w 7472601"/>
              <a:gd name="connsiteY657" fmla="*/ 3581043 h 6858000"/>
              <a:gd name="connsiteX658" fmla="*/ 1702258 w 7472601"/>
              <a:gd name="connsiteY658" fmla="*/ 3612286 h 6858000"/>
              <a:gd name="connsiteX659" fmla="*/ 1538370 w 7472601"/>
              <a:gd name="connsiteY659" fmla="*/ 3811804 h 6858000"/>
              <a:gd name="connsiteX660" fmla="*/ 542867 w 7472601"/>
              <a:gd name="connsiteY660" fmla="*/ 4944092 h 6858000"/>
              <a:gd name="connsiteX661" fmla="*/ 515800 w 7472601"/>
              <a:gd name="connsiteY661" fmla="*/ 4862180 h 6858000"/>
              <a:gd name="connsiteX662" fmla="*/ 909145 w 7472601"/>
              <a:gd name="connsiteY662" fmla="*/ 4199225 h 6858000"/>
              <a:gd name="connsiteX663" fmla="*/ 1214067 w 7472601"/>
              <a:gd name="connsiteY663" fmla="*/ 3908561 h 6858000"/>
              <a:gd name="connsiteX664" fmla="*/ 640967 w 7472601"/>
              <a:gd name="connsiteY664" fmla="*/ 4105601 h 6858000"/>
              <a:gd name="connsiteX665" fmla="*/ 112563 w 7472601"/>
              <a:gd name="connsiteY665" fmla="*/ 4396952 h 6858000"/>
              <a:gd name="connsiteX666" fmla="*/ 0 w 7472601"/>
              <a:gd name="connsiteY666" fmla="*/ 4466006 h 6858000"/>
              <a:gd name="connsiteX667" fmla="*/ 0 w 7472601"/>
              <a:gd name="connsiteY667" fmla="*/ 4233763 h 6858000"/>
              <a:gd name="connsiteX668" fmla="*/ 36881 w 7472601"/>
              <a:gd name="connsiteY668" fmla="*/ 4200118 h 6858000"/>
              <a:gd name="connsiteX669" fmla="*/ 910534 w 7472601"/>
              <a:gd name="connsiteY669" fmla="*/ 3629753 h 6858000"/>
              <a:gd name="connsiteX670" fmla="*/ 1578717 w 7472601"/>
              <a:gd name="connsiteY670" fmla="*/ 3575982 h 6858000"/>
              <a:gd name="connsiteX671" fmla="*/ 2338780 w 7472601"/>
              <a:gd name="connsiteY671" fmla="*/ 3033725 h 6858000"/>
              <a:gd name="connsiteX672" fmla="*/ 1807991 w 7472601"/>
              <a:gd name="connsiteY672" fmla="*/ 2807184 h 6858000"/>
              <a:gd name="connsiteX673" fmla="*/ 1416358 w 7472601"/>
              <a:gd name="connsiteY673" fmla="*/ 3112571 h 6858000"/>
              <a:gd name="connsiteX674" fmla="*/ 939066 w 7472601"/>
              <a:gd name="connsiteY674" fmla="*/ 3378798 h 6858000"/>
              <a:gd name="connsiteX675" fmla="*/ 115099 w 7472601"/>
              <a:gd name="connsiteY675" fmla="*/ 3607650 h 6858000"/>
              <a:gd name="connsiteX676" fmla="*/ 97284 w 7472601"/>
              <a:gd name="connsiteY676" fmla="*/ 3520393 h 6858000"/>
              <a:gd name="connsiteX677" fmla="*/ 922050 w 7472601"/>
              <a:gd name="connsiteY677" fmla="*/ 3074867 h 6858000"/>
              <a:gd name="connsiteX678" fmla="*/ 1405265 w 7472601"/>
              <a:gd name="connsiteY678" fmla="*/ 3016319 h 6858000"/>
              <a:gd name="connsiteX679" fmla="*/ 1407512 w 7472601"/>
              <a:gd name="connsiteY679" fmla="*/ 3018001 h 6858000"/>
              <a:gd name="connsiteX680" fmla="*/ 1726266 w 7472601"/>
              <a:gd name="connsiteY680" fmla="*/ 2777274 h 6858000"/>
              <a:gd name="connsiteX681" fmla="*/ 625390 w 7472601"/>
              <a:gd name="connsiteY681" fmla="*/ 2514541 h 6858000"/>
              <a:gd name="connsiteX682" fmla="*/ 619799 w 7472601"/>
              <a:gd name="connsiteY682" fmla="*/ 2527180 h 6858000"/>
              <a:gd name="connsiteX683" fmla="*/ 310030 w 7472601"/>
              <a:gd name="connsiteY683" fmla="*/ 2771818 h 6858000"/>
              <a:gd name="connsiteX684" fmla="*/ 173877 w 7472601"/>
              <a:gd name="connsiteY684" fmla="*/ 2937056 h 6858000"/>
              <a:gd name="connsiteX685" fmla="*/ 77889 w 7472601"/>
              <a:gd name="connsiteY685" fmla="*/ 3138440 h 6858000"/>
              <a:gd name="connsiteX686" fmla="*/ 0 w 7472601"/>
              <a:gd name="connsiteY686" fmla="*/ 3271395 h 6858000"/>
              <a:gd name="connsiteX687" fmla="*/ 0 w 7472601"/>
              <a:gd name="connsiteY687" fmla="*/ 3153002 h 6858000"/>
              <a:gd name="connsiteX688" fmla="*/ 2386 w 7472601"/>
              <a:gd name="connsiteY688" fmla="*/ 3149203 h 6858000"/>
              <a:gd name="connsiteX689" fmla="*/ 89753 w 7472601"/>
              <a:gd name="connsiteY689" fmla="*/ 2987702 h 6858000"/>
              <a:gd name="connsiteX690" fmla="*/ 76869 w 7472601"/>
              <a:gd name="connsiteY690" fmla="*/ 3005404 h 6858000"/>
              <a:gd name="connsiteX691" fmla="*/ 32049 w 7472601"/>
              <a:gd name="connsiteY691" fmla="*/ 3065814 h 6858000"/>
              <a:gd name="connsiteX692" fmla="*/ 0 w 7472601"/>
              <a:gd name="connsiteY692" fmla="*/ 3108744 h 6858000"/>
              <a:gd name="connsiteX693" fmla="*/ 0 w 7472601"/>
              <a:gd name="connsiteY693" fmla="*/ 3058059 h 6858000"/>
              <a:gd name="connsiteX694" fmla="*/ 7610 w 7472601"/>
              <a:gd name="connsiteY694" fmla="*/ 3047889 h 6858000"/>
              <a:gd name="connsiteX695" fmla="*/ 52419 w 7472601"/>
              <a:gd name="connsiteY695" fmla="*/ 2987479 h 6858000"/>
              <a:gd name="connsiteX696" fmla="*/ 59142 w 7472601"/>
              <a:gd name="connsiteY696" fmla="*/ 2978488 h 6858000"/>
              <a:gd name="connsiteX697" fmla="*/ 0 w 7472601"/>
              <a:gd name="connsiteY697" fmla="*/ 3015334 h 6858000"/>
              <a:gd name="connsiteX698" fmla="*/ 0 w 7472601"/>
              <a:gd name="connsiteY698" fmla="*/ 2914286 h 6858000"/>
              <a:gd name="connsiteX699" fmla="*/ 36383 w 7472601"/>
              <a:gd name="connsiteY699" fmla="*/ 2901128 h 6858000"/>
              <a:gd name="connsiteX700" fmla="*/ 156329 w 7472601"/>
              <a:gd name="connsiteY700" fmla="*/ 2840533 h 6858000"/>
              <a:gd name="connsiteX701" fmla="*/ 358355 w 7472601"/>
              <a:gd name="connsiteY701" fmla="*/ 2620471 h 6858000"/>
              <a:gd name="connsiteX702" fmla="*/ 510577 w 7472601"/>
              <a:gd name="connsiteY702" fmla="*/ 2501244 h 6858000"/>
              <a:gd name="connsiteX703" fmla="*/ 211967 w 7472601"/>
              <a:gd name="connsiteY703" fmla="*/ 2479171 h 6858000"/>
              <a:gd name="connsiteX704" fmla="*/ 0 w 7472601"/>
              <a:gd name="connsiteY704" fmla="*/ 2476398 h 6858000"/>
              <a:gd name="connsiteX705" fmla="*/ 0 w 7472601"/>
              <a:gd name="connsiteY705" fmla="*/ 2389189 h 6858000"/>
              <a:gd name="connsiteX706" fmla="*/ 103062 w 7472601"/>
              <a:gd name="connsiteY706" fmla="*/ 2389518 h 6858000"/>
              <a:gd name="connsiteX707" fmla="*/ 510734 w 7472601"/>
              <a:gd name="connsiteY707" fmla="*/ 2416201 h 6858000"/>
              <a:gd name="connsiteX708" fmla="*/ 279257 w 7472601"/>
              <a:gd name="connsiteY708" fmla="*/ 2092102 h 6858000"/>
              <a:gd name="connsiteX709" fmla="*/ 65265 w 7472601"/>
              <a:gd name="connsiteY709" fmla="*/ 2006049 h 6858000"/>
              <a:gd name="connsiteX710" fmla="*/ 0 w 7472601"/>
              <a:gd name="connsiteY710" fmla="*/ 1982532 h 6858000"/>
              <a:gd name="connsiteX711" fmla="*/ 0 w 7472601"/>
              <a:gd name="connsiteY711" fmla="*/ 1912789 h 6858000"/>
              <a:gd name="connsiteX712" fmla="*/ 97460 w 7472601"/>
              <a:gd name="connsiteY712" fmla="*/ 1953725 h 6858000"/>
              <a:gd name="connsiteX713" fmla="*/ 221272 w 7472601"/>
              <a:gd name="connsiteY713" fmla="*/ 1980766 h 6858000"/>
              <a:gd name="connsiteX714" fmla="*/ 116765 w 7472601"/>
              <a:gd name="connsiteY714" fmla="*/ 1911033 h 6858000"/>
              <a:gd name="connsiteX715" fmla="*/ 16405 w 7472601"/>
              <a:gd name="connsiteY715" fmla="*/ 1803412 h 6858000"/>
              <a:gd name="connsiteX716" fmla="*/ 0 w 7472601"/>
              <a:gd name="connsiteY716" fmla="*/ 1784777 h 6858000"/>
              <a:gd name="connsiteX717" fmla="*/ 0 w 7472601"/>
              <a:gd name="connsiteY717" fmla="*/ 1740082 h 6858000"/>
              <a:gd name="connsiteX718" fmla="*/ 39394 w 7472601"/>
              <a:gd name="connsiteY718" fmla="*/ 1784856 h 6858000"/>
              <a:gd name="connsiteX719" fmla="*/ 135813 w 7472601"/>
              <a:gd name="connsiteY719" fmla="*/ 1888838 h 6858000"/>
              <a:gd name="connsiteX720" fmla="*/ 242575 w 7472601"/>
              <a:gd name="connsiteY720" fmla="*/ 1958841 h 6858000"/>
              <a:gd name="connsiteX721" fmla="*/ 82197 w 7472601"/>
              <a:gd name="connsiteY721" fmla="*/ 1754826 h 6858000"/>
              <a:gd name="connsiteX722" fmla="*/ 0 w 7472601"/>
              <a:gd name="connsiteY722" fmla="*/ 1679650 h 6858000"/>
              <a:gd name="connsiteX723" fmla="*/ 0 w 7472601"/>
              <a:gd name="connsiteY723" fmla="*/ 1602463 h 6858000"/>
              <a:gd name="connsiteX724" fmla="*/ 84689 w 7472601"/>
              <a:gd name="connsiteY724" fmla="*/ 1677442 h 6858000"/>
              <a:gd name="connsiteX725" fmla="*/ 298437 w 7472601"/>
              <a:gd name="connsiteY725" fmla="*/ 1968019 h 6858000"/>
              <a:gd name="connsiteX726" fmla="*/ 227269 w 7472601"/>
              <a:gd name="connsiteY726" fmla="*/ 1114064 h 6858000"/>
              <a:gd name="connsiteX727" fmla="*/ 248003 w 7472601"/>
              <a:gd name="connsiteY727" fmla="*/ 1089613 h 6858000"/>
              <a:gd name="connsiteX728" fmla="*/ 427020 w 7472601"/>
              <a:gd name="connsiteY728" fmla="*/ 1619803 h 6858000"/>
              <a:gd name="connsiteX729" fmla="*/ 340345 w 7472601"/>
              <a:gd name="connsiteY729" fmla="*/ 2027739 h 6858000"/>
              <a:gd name="connsiteX730" fmla="*/ 360865 w 7472601"/>
              <a:gd name="connsiteY730" fmla="*/ 2044827 h 6858000"/>
              <a:gd name="connsiteX731" fmla="*/ 560414 w 7472601"/>
              <a:gd name="connsiteY731" fmla="*/ 2421457 h 6858000"/>
              <a:gd name="connsiteX732" fmla="*/ 1359703 w 7472601"/>
              <a:gd name="connsiteY732" fmla="*/ 2578554 h 6858000"/>
              <a:gd name="connsiteX733" fmla="*/ 1359422 w 7472601"/>
              <a:gd name="connsiteY733" fmla="*/ 2577994 h 6858000"/>
              <a:gd name="connsiteX734" fmla="*/ 828701 w 7472601"/>
              <a:gd name="connsiteY734" fmla="*/ 1839520 h 6858000"/>
              <a:gd name="connsiteX735" fmla="*/ 494427 w 7472601"/>
              <a:gd name="connsiteY735" fmla="*/ 1092333 h 6858000"/>
              <a:gd name="connsiteX736" fmla="*/ 506322 w 7472601"/>
              <a:gd name="connsiteY736" fmla="*/ 1020997 h 6858000"/>
              <a:gd name="connsiteX737" fmla="*/ 4570198 w 7472601"/>
              <a:gd name="connsiteY737" fmla="*/ 978081 h 6858000"/>
              <a:gd name="connsiteX738" fmla="*/ 4523691 w 7472601"/>
              <a:gd name="connsiteY738" fmla="*/ 1127776 h 6858000"/>
              <a:gd name="connsiteX739" fmla="*/ 4509875 w 7472601"/>
              <a:gd name="connsiteY739" fmla="*/ 1167552 h 6858000"/>
              <a:gd name="connsiteX740" fmla="*/ 4478168 w 7472601"/>
              <a:gd name="connsiteY740" fmla="*/ 1260735 h 6858000"/>
              <a:gd name="connsiteX741" fmla="*/ 4409309 w 7472601"/>
              <a:gd name="connsiteY741" fmla="*/ 1666996 h 6858000"/>
              <a:gd name="connsiteX742" fmla="*/ 4370031 w 7472601"/>
              <a:gd name="connsiteY742" fmla="*/ 1955666 h 6858000"/>
              <a:gd name="connsiteX743" fmla="*/ 4570198 w 7472601"/>
              <a:gd name="connsiteY743" fmla="*/ 978081 h 6858000"/>
              <a:gd name="connsiteX744" fmla="*/ 4557898 w 7472601"/>
              <a:gd name="connsiteY744" fmla="*/ 900011 h 6858000"/>
              <a:gd name="connsiteX745" fmla="*/ 4344840 w 7472601"/>
              <a:gd name="connsiteY745" fmla="*/ 1922038 h 6858000"/>
              <a:gd name="connsiteX746" fmla="*/ 4378710 w 7472601"/>
              <a:gd name="connsiteY746" fmla="*/ 1665516 h 6858000"/>
              <a:gd name="connsiteX747" fmla="*/ 4448798 w 7472601"/>
              <a:gd name="connsiteY747" fmla="*/ 1253024 h 6858000"/>
              <a:gd name="connsiteX748" fmla="*/ 4480315 w 7472601"/>
              <a:gd name="connsiteY748" fmla="*/ 1158454 h 6858000"/>
              <a:gd name="connsiteX749" fmla="*/ 4494133 w 7472601"/>
              <a:gd name="connsiteY749" fmla="*/ 1118676 h 6858000"/>
              <a:gd name="connsiteX750" fmla="*/ 4557898 w 7472601"/>
              <a:gd name="connsiteY750" fmla="*/ 900011 h 6858000"/>
              <a:gd name="connsiteX751" fmla="*/ 5870151 w 7472601"/>
              <a:gd name="connsiteY751" fmla="*/ 898890 h 6858000"/>
              <a:gd name="connsiteX752" fmla="*/ 5861335 w 7472601"/>
              <a:gd name="connsiteY752" fmla="*/ 899177 h 6858000"/>
              <a:gd name="connsiteX753" fmla="*/ 5843702 w 7472601"/>
              <a:gd name="connsiteY753" fmla="*/ 899748 h 6858000"/>
              <a:gd name="connsiteX754" fmla="*/ 5651107 w 7472601"/>
              <a:gd name="connsiteY754" fmla="*/ 920306 h 6858000"/>
              <a:gd name="connsiteX755" fmla="*/ 5459407 w 7472601"/>
              <a:gd name="connsiteY755" fmla="*/ 940975 h 6858000"/>
              <a:gd name="connsiteX756" fmla="*/ 5374846 w 7472601"/>
              <a:gd name="connsiteY756" fmla="*/ 941988 h 6858000"/>
              <a:gd name="connsiteX757" fmla="*/ 5256105 w 7472601"/>
              <a:gd name="connsiteY757" fmla="*/ 945632 h 6858000"/>
              <a:gd name="connsiteX758" fmla="*/ 5107071 w 7472601"/>
              <a:gd name="connsiteY758" fmla="*/ 969720 h 6858000"/>
              <a:gd name="connsiteX759" fmla="*/ 4998681 w 7472601"/>
              <a:gd name="connsiteY759" fmla="*/ 988771 h 6858000"/>
              <a:gd name="connsiteX760" fmla="*/ 5870151 w 7472601"/>
              <a:gd name="connsiteY760" fmla="*/ 898890 h 6858000"/>
              <a:gd name="connsiteX761" fmla="*/ 5504425 w 7472601"/>
              <a:gd name="connsiteY761" fmla="*/ 848067 h 6858000"/>
              <a:gd name="connsiteX762" fmla="*/ 4968849 w 7472601"/>
              <a:gd name="connsiteY762" fmla="*/ 962318 h 6858000"/>
              <a:gd name="connsiteX763" fmla="*/ 5104039 w 7472601"/>
              <a:gd name="connsiteY763" fmla="*/ 940634 h 6858000"/>
              <a:gd name="connsiteX764" fmla="*/ 5256311 w 7472601"/>
              <a:gd name="connsiteY764" fmla="*/ 916490 h 6858000"/>
              <a:gd name="connsiteX765" fmla="*/ 5377381 w 7472601"/>
              <a:gd name="connsiteY765" fmla="*/ 912671 h 6858000"/>
              <a:gd name="connsiteX766" fmla="*/ 5460148 w 7472601"/>
              <a:gd name="connsiteY766" fmla="*/ 911442 h 6858000"/>
              <a:gd name="connsiteX767" fmla="*/ 5648971 w 7472601"/>
              <a:gd name="connsiteY767" fmla="*/ 891331 h 6858000"/>
              <a:gd name="connsiteX768" fmla="*/ 5844807 w 7472601"/>
              <a:gd name="connsiteY768" fmla="*/ 870718 h 6858000"/>
              <a:gd name="connsiteX769" fmla="*/ 5862975 w 7472601"/>
              <a:gd name="connsiteY769" fmla="*/ 869756 h 6858000"/>
              <a:gd name="connsiteX770" fmla="*/ 5920887 w 7472601"/>
              <a:gd name="connsiteY770" fmla="*/ 865929 h 6858000"/>
              <a:gd name="connsiteX771" fmla="*/ 5504425 w 7472601"/>
              <a:gd name="connsiteY771" fmla="*/ 848067 h 6858000"/>
              <a:gd name="connsiteX772" fmla="*/ 3607114 w 7472601"/>
              <a:gd name="connsiteY772" fmla="*/ 467441 h 6858000"/>
              <a:gd name="connsiteX773" fmla="*/ 3296242 w 7472601"/>
              <a:gd name="connsiteY773" fmla="*/ 807991 h 6858000"/>
              <a:gd name="connsiteX774" fmla="*/ 3174674 w 7472601"/>
              <a:gd name="connsiteY774" fmla="*/ 919759 h 6858000"/>
              <a:gd name="connsiteX775" fmla="*/ 3042978 w 7472601"/>
              <a:gd name="connsiteY775" fmla="*/ 1054894 h 6858000"/>
              <a:gd name="connsiteX776" fmla="*/ 2968914 w 7472601"/>
              <a:gd name="connsiteY776" fmla="*/ 1133756 h 6858000"/>
              <a:gd name="connsiteX777" fmla="*/ 3103823 w 7472601"/>
              <a:gd name="connsiteY777" fmla="*/ 1026814 h 6858000"/>
              <a:gd name="connsiteX778" fmla="*/ 3607114 w 7472601"/>
              <a:gd name="connsiteY778" fmla="*/ 467441 h 6858000"/>
              <a:gd name="connsiteX779" fmla="*/ 3744487 w 7472601"/>
              <a:gd name="connsiteY779" fmla="*/ 383136 h 6858000"/>
              <a:gd name="connsiteX780" fmla="*/ 3970213 w 7472601"/>
              <a:gd name="connsiteY780" fmla="*/ 995559 h 6858000"/>
              <a:gd name="connsiteX781" fmla="*/ 3744487 w 7472601"/>
              <a:gd name="connsiteY781" fmla="*/ 383136 h 6858000"/>
              <a:gd name="connsiteX782" fmla="*/ 3624562 w 7472601"/>
              <a:gd name="connsiteY782" fmla="*/ 367041 h 6858000"/>
              <a:gd name="connsiteX783" fmla="*/ 3489712 w 7472601"/>
              <a:gd name="connsiteY783" fmla="*/ 485386 h 6858000"/>
              <a:gd name="connsiteX784" fmla="*/ 3182994 w 7472601"/>
              <a:gd name="connsiteY784" fmla="*/ 828265 h 6858000"/>
              <a:gd name="connsiteX785" fmla="*/ 2892114 w 7472601"/>
              <a:gd name="connsiteY785" fmla="*/ 1172635 h 6858000"/>
              <a:gd name="connsiteX786" fmla="*/ 3021459 w 7472601"/>
              <a:gd name="connsiteY786" fmla="*/ 1035385 h 6858000"/>
              <a:gd name="connsiteX787" fmla="*/ 3153873 w 7472601"/>
              <a:gd name="connsiteY787" fmla="*/ 898971 h 6858000"/>
              <a:gd name="connsiteX788" fmla="*/ 3276511 w 7472601"/>
              <a:gd name="connsiteY788" fmla="*/ 786423 h 6858000"/>
              <a:gd name="connsiteX789" fmla="*/ 3584154 w 7472601"/>
              <a:gd name="connsiteY789" fmla="*/ 448218 h 6858000"/>
              <a:gd name="connsiteX790" fmla="*/ 3624562 w 7472601"/>
              <a:gd name="connsiteY790" fmla="*/ 367041 h 6858000"/>
              <a:gd name="connsiteX791" fmla="*/ 3766672 w 7472601"/>
              <a:gd name="connsiteY791" fmla="*/ 359429 h 6858000"/>
              <a:gd name="connsiteX792" fmla="*/ 3996338 w 7472601"/>
              <a:gd name="connsiteY792" fmla="*/ 968237 h 6858000"/>
              <a:gd name="connsiteX793" fmla="*/ 3766672 w 7472601"/>
              <a:gd name="connsiteY793" fmla="*/ 359429 h 6858000"/>
              <a:gd name="connsiteX794" fmla="*/ 5805386 w 7472601"/>
              <a:gd name="connsiteY794" fmla="*/ 239240 h 6858000"/>
              <a:gd name="connsiteX795" fmla="*/ 5736947 w 7472601"/>
              <a:gd name="connsiteY795" fmla="*/ 261367 h 6858000"/>
              <a:gd name="connsiteX796" fmla="*/ 5427012 w 7472601"/>
              <a:gd name="connsiteY796" fmla="*/ 311272 h 6858000"/>
              <a:gd name="connsiteX797" fmla="*/ 5147818 w 7472601"/>
              <a:gd name="connsiteY797" fmla="*/ 322112 h 6858000"/>
              <a:gd name="connsiteX798" fmla="*/ 5060854 w 7472601"/>
              <a:gd name="connsiteY798" fmla="*/ 311882 h 6858000"/>
              <a:gd name="connsiteX799" fmla="*/ 4945989 w 7472601"/>
              <a:gd name="connsiteY799" fmla="*/ 300516 h 6858000"/>
              <a:gd name="connsiteX800" fmla="*/ 5410479 w 7472601"/>
              <a:gd name="connsiteY800" fmla="*/ 348434 h 6858000"/>
              <a:gd name="connsiteX801" fmla="*/ 5805386 w 7472601"/>
              <a:gd name="connsiteY801" fmla="*/ 239240 h 6858000"/>
              <a:gd name="connsiteX802" fmla="*/ 5905192 w 7472601"/>
              <a:gd name="connsiteY802" fmla="*/ 163079 h 6858000"/>
              <a:gd name="connsiteX803" fmla="*/ 5865655 w 7472601"/>
              <a:gd name="connsiteY803" fmla="*/ 171901 h 6858000"/>
              <a:gd name="connsiteX804" fmla="*/ 5259740 w 7472601"/>
              <a:gd name="connsiteY804" fmla="*/ 257013 h 6858000"/>
              <a:gd name="connsiteX805" fmla="*/ 5208466 w 7472601"/>
              <a:gd name="connsiteY805" fmla="*/ 257550 h 6858000"/>
              <a:gd name="connsiteX806" fmla="*/ 4980204 w 7472601"/>
              <a:gd name="connsiteY806" fmla="*/ 271903 h 6858000"/>
              <a:gd name="connsiteX807" fmla="*/ 5068068 w 7472601"/>
              <a:gd name="connsiteY807" fmla="*/ 282244 h 6858000"/>
              <a:gd name="connsiteX808" fmla="*/ 5153231 w 7472601"/>
              <a:gd name="connsiteY808" fmla="*/ 292240 h 6858000"/>
              <a:gd name="connsiteX809" fmla="*/ 5426491 w 7472601"/>
              <a:gd name="connsiteY809" fmla="*/ 281128 h 6858000"/>
              <a:gd name="connsiteX810" fmla="*/ 5731212 w 7472601"/>
              <a:gd name="connsiteY810" fmla="*/ 231951 h 6858000"/>
              <a:gd name="connsiteX811" fmla="*/ 5905192 w 7472601"/>
              <a:gd name="connsiteY811" fmla="*/ 163079 h 6858000"/>
              <a:gd name="connsiteX812" fmla="*/ 5944437 w 7472601"/>
              <a:gd name="connsiteY812" fmla="*/ 113829 h 6858000"/>
              <a:gd name="connsiteX813" fmla="*/ 5825032 w 7472601"/>
              <a:gd name="connsiteY813" fmla="*/ 146405 h 6858000"/>
              <a:gd name="connsiteX814" fmla="*/ 4955599 w 7472601"/>
              <a:gd name="connsiteY814" fmla="*/ 247008 h 6858000"/>
              <a:gd name="connsiteX815" fmla="*/ 5210104 w 7472601"/>
              <a:gd name="connsiteY815" fmla="*/ 228123 h 6858000"/>
              <a:gd name="connsiteX816" fmla="*/ 5261015 w 7472601"/>
              <a:gd name="connsiteY816" fmla="*/ 227087 h 6858000"/>
              <a:gd name="connsiteX817" fmla="*/ 5861181 w 7472601"/>
              <a:gd name="connsiteY817" fmla="*/ 143093 h 6858000"/>
              <a:gd name="connsiteX818" fmla="*/ 5961252 w 7472601"/>
              <a:gd name="connsiteY818" fmla="*/ 114820 h 6858000"/>
              <a:gd name="connsiteX819" fmla="*/ 5944437 w 7472601"/>
              <a:gd name="connsiteY819" fmla="*/ 113829 h 6858000"/>
              <a:gd name="connsiteX820" fmla="*/ 3882765 w 7472601"/>
              <a:gd name="connsiteY820" fmla="*/ 0 h 6858000"/>
              <a:gd name="connsiteX821" fmla="*/ 3995099 w 7472601"/>
              <a:gd name="connsiteY821" fmla="*/ 0 h 6858000"/>
              <a:gd name="connsiteX822" fmla="*/ 4163818 w 7472601"/>
              <a:gd name="connsiteY822" fmla="*/ 234104 h 6858000"/>
              <a:gd name="connsiteX823" fmla="*/ 4172099 w 7472601"/>
              <a:gd name="connsiteY823" fmla="*/ 234207 h 6858000"/>
              <a:gd name="connsiteX824" fmla="*/ 4784282 w 7472601"/>
              <a:gd name="connsiteY824" fmla="*/ 276561 h 6858000"/>
              <a:gd name="connsiteX825" fmla="*/ 4801687 w 7472601"/>
              <a:gd name="connsiteY825" fmla="*/ 267764 h 6858000"/>
              <a:gd name="connsiteX826" fmla="*/ 6082788 w 7472601"/>
              <a:gd name="connsiteY826" fmla="*/ 64119 h 6858000"/>
              <a:gd name="connsiteX827" fmla="*/ 6099442 w 7472601"/>
              <a:gd name="connsiteY827" fmla="*/ 82568 h 6858000"/>
              <a:gd name="connsiteX828" fmla="*/ 4804137 w 7472601"/>
              <a:gd name="connsiteY828" fmla="*/ 320931 h 6858000"/>
              <a:gd name="connsiteX829" fmla="*/ 4227047 w 7472601"/>
              <a:gd name="connsiteY829" fmla="*/ 313415 h 6858000"/>
              <a:gd name="connsiteX830" fmla="*/ 4346041 w 7472601"/>
              <a:gd name="connsiteY830" fmla="*/ 456086 h 6858000"/>
              <a:gd name="connsiteX831" fmla="*/ 4870967 w 7472601"/>
              <a:gd name="connsiteY831" fmla="*/ 963061 h 6858000"/>
              <a:gd name="connsiteX832" fmla="*/ 4889647 w 7472601"/>
              <a:gd name="connsiteY832" fmla="*/ 957147 h 6858000"/>
              <a:gd name="connsiteX833" fmla="*/ 5422504 w 7472601"/>
              <a:gd name="connsiteY833" fmla="*/ 805191 h 6858000"/>
              <a:gd name="connsiteX834" fmla="*/ 6087656 w 7472601"/>
              <a:gd name="connsiteY834" fmla="*/ 826703 h 6858000"/>
              <a:gd name="connsiteX835" fmla="*/ 6058717 w 7472601"/>
              <a:gd name="connsiteY835" fmla="*/ 865992 h 6858000"/>
              <a:gd name="connsiteX836" fmla="*/ 4974153 w 7472601"/>
              <a:gd name="connsiteY836" fmla="*/ 1045456 h 6858000"/>
              <a:gd name="connsiteX837" fmla="*/ 5627835 w 7472601"/>
              <a:gd name="connsiteY837" fmla="*/ 1472077 h 6858000"/>
              <a:gd name="connsiteX838" fmla="*/ 5629817 w 7472601"/>
              <a:gd name="connsiteY838" fmla="*/ 1471412 h 6858000"/>
              <a:gd name="connsiteX839" fmla="*/ 5634124 w 7472601"/>
              <a:gd name="connsiteY839" fmla="*/ 1470572 h 6858000"/>
              <a:gd name="connsiteX840" fmla="*/ 5755832 w 7472601"/>
              <a:gd name="connsiteY840" fmla="*/ 1383886 h 6858000"/>
              <a:gd name="connsiteX841" fmla="*/ 6014186 w 7472601"/>
              <a:gd name="connsiteY841" fmla="*/ 1279799 h 6858000"/>
              <a:gd name="connsiteX842" fmla="*/ 6901619 w 7472601"/>
              <a:gd name="connsiteY842" fmla="*/ 1047874 h 6858000"/>
              <a:gd name="connsiteX843" fmla="*/ 6931566 w 7472601"/>
              <a:gd name="connsiteY843" fmla="*/ 1062034 h 6858000"/>
              <a:gd name="connsiteX844" fmla="*/ 5790982 w 7472601"/>
              <a:gd name="connsiteY844" fmla="*/ 1561380 h 6858000"/>
              <a:gd name="connsiteX845" fmla="*/ 6188971 w 7472601"/>
              <a:gd name="connsiteY845" fmla="*/ 1755168 h 6858000"/>
              <a:gd name="connsiteX846" fmla="*/ 6202446 w 7472601"/>
              <a:gd name="connsiteY846" fmla="*/ 1752268 h 6858000"/>
              <a:gd name="connsiteX847" fmla="*/ 7179560 w 7472601"/>
              <a:gd name="connsiteY847" fmla="*/ 1467551 h 6858000"/>
              <a:gd name="connsiteX848" fmla="*/ 7158730 w 7472601"/>
              <a:gd name="connsiteY848" fmla="*/ 1507835 h 6858000"/>
              <a:gd name="connsiteX849" fmla="*/ 6326959 w 7472601"/>
              <a:gd name="connsiteY849" fmla="*/ 1817686 h 6858000"/>
              <a:gd name="connsiteX850" fmla="*/ 6537433 w 7472601"/>
              <a:gd name="connsiteY850" fmla="*/ 1907790 h 6858000"/>
              <a:gd name="connsiteX851" fmla="*/ 6550221 w 7472601"/>
              <a:gd name="connsiteY851" fmla="*/ 1910729 h 6858000"/>
              <a:gd name="connsiteX852" fmla="*/ 6964438 w 7472601"/>
              <a:gd name="connsiteY852" fmla="*/ 2209505 h 6858000"/>
              <a:gd name="connsiteX853" fmla="*/ 7367862 w 7472601"/>
              <a:gd name="connsiteY853" fmla="*/ 2806833 h 6858000"/>
              <a:gd name="connsiteX854" fmla="*/ 7364329 w 7472601"/>
              <a:gd name="connsiteY854" fmla="*/ 2826907 h 6858000"/>
              <a:gd name="connsiteX855" fmla="*/ 7290545 w 7472601"/>
              <a:gd name="connsiteY855" fmla="*/ 2850663 h 6858000"/>
              <a:gd name="connsiteX856" fmla="*/ 6472036 w 7472601"/>
              <a:gd name="connsiteY856" fmla="*/ 1959003 h 6858000"/>
              <a:gd name="connsiteX857" fmla="*/ 5792897 w 7472601"/>
              <a:gd name="connsiteY857" fmla="*/ 1647747 h 6858000"/>
              <a:gd name="connsiteX858" fmla="*/ 5842751 w 7472601"/>
              <a:gd name="connsiteY858" fmla="*/ 1816112 h 6858000"/>
              <a:gd name="connsiteX859" fmla="*/ 5847424 w 7472601"/>
              <a:gd name="connsiteY859" fmla="*/ 1815776 h 6858000"/>
              <a:gd name="connsiteX860" fmla="*/ 6399821 w 7472601"/>
              <a:gd name="connsiteY860" fmla="*/ 2344799 h 6858000"/>
              <a:gd name="connsiteX861" fmla="*/ 6323232 w 7472601"/>
              <a:gd name="connsiteY861" fmla="*/ 2389634 h 6858000"/>
              <a:gd name="connsiteX862" fmla="*/ 5942958 w 7472601"/>
              <a:gd name="connsiteY862" fmla="*/ 2077708 h 6858000"/>
              <a:gd name="connsiteX863" fmla="*/ 5921559 w 7472601"/>
              <a:gd name="connsiteY863" fmla="*/ 2378596 h 6858000"/>
              <a:gd name="connsiteX864" fmla="*/ 5817651 w 7472601"/>
              <a:gd name="connsiteY864" fmla="*/ 3023919 h 6858000"/>
              <a:gd name="connsiteX865" fmla="*/ 5729634 w 7472601"/>
              <a:gd name="connsiteY865" fmla="*/ 3051849 h 6858000"/>
              <a:gd name="connsiteX866" fmla="*/ 5611018 w 7472601"/>
              <a:gd name="connsiteY866" fmla="*/ 2316769 h 6858000"/>
              <a:gd name="connsiteX867" fmla="*/ 5687608 w 7472601"/>
              <a:gd name="connsiteY867" fmla="*/ 2039972 h 6858000"/>
              <a:gd name="connsiteX868" fmla="*/ 5657554 w 7472601"/>
              <a:gd name="connsiteY868" fmla="*/ 1576445 h 6858000"/>
              <a:gd name="connsiteX869" fmla="*/ 5150475 w 7472601"/>
              <a:gd name="connsiteY869" fmla="*/ 1274012 h 6858000"/>
              <a:gd name="connsiteX870" fmla="*/ 5349142 w 7472601"/>
              <a:gd name="connsiteY870" fmla="*/ 2204405 h 6858000"/>
              <a:gd name="connsiteX871" fmla="*/ 5262214 w 7472601"/>
              <a:gd name="connsiteY871" fmla="*/ 2233836 h 6858000"/>
              <a:gd name="connsiteX872" fmla="*/ 4981539 w 7472601"/>
              <a:gd name="connsiteY872" fmla="*/ 1542201 h 6858000"/>
              <a:gd name="connsiteX873" fmla="*/ 4958461 w 7472601"/>
              <a:gd name="connsiteY873" fmla="*/ 1136957 h 6858000"/>
              <a:gd name="connsiteX874" fmla="*/ 4655015 w 7472601"/>
              <a:gd name="connsiteY874" fmla="*/ 891426 h 6858000"/>
              <a:gd name="connsiteX875" fmla="*/ 4348002 w 7472601"/>
              <a:gd name="connsiteY875" fmla="*/ 2205895 h 6858000"/>
              <a:gd name="connsiteX876" fmla="*/ 4262250 w 7472601"/>
              <a:gd name="connsiteY876" fmla="*/ 2219972 h 6858000"/>
              <a:gd name="connsiteX877" fmla="*/ 4550611 w 7472601"/>
              <a:gd name="connsiteY877" fmla="*/ 817540 h 6858000"/>
              <a:gd name="connsiteX878" fmla="*/ 4564418 w 7472601"/>
              <a:gd name="connsiteY878" fmla="*/ 808293 h 6858000"/>
              <a:gd name="connsiteX879" fmla="*/ 4266388 w 7472601"/>
              <a:gd name="connsiteY879" fmla="*/ 500083 h 6858000"/>
              <a:gd name="connsiteX880" fmla="*/ 4032842 w 7472601"/>
              <a:gd name="connsiteY880" fmla="*/ 211809 h 6858000"/>
              <a:gd name="connsiteX881" fmla="*/ 3882765 w 7472601"/>
              <a:gd name="connsiteY881" fmla="*/ 0 h 6858000"/>
              <a:gd name="connsiteX882" fmla="*/ 3721337 w 7472601"/>
              <a:gd name="connsiteY882" fmla="*/ 0 h 6858000"/>
              <a:gd name="connsiteX883" fmla="*/ 3797544 w 7472601"/>
              <a:gd name="connsiteY883" fmla="*/ 0 h 6858000"/>
              <a:gd name="connsiteX884" fmla="*/ 3775734 w 7472601"/>
              <a:gd name="connsiteY884" fmla="*/ 95131 h 6858000"/>
              <a:gd name="connsiteX885" fmla="*/ 3724807 w 7472601"/>
              <a:gd name="connsiteY885" fmla="*/ 272257 h 6858000"/>
              <a:gd name="connsiteX886" fmla="*/ 3726844 w 7472601"/>
              <a:gd name="connsiteY886" fmla="*/ 282988 h 6858000"/>
              <a:gd name="connsiteX887" fmla="*/ 3742664 w 7472601"/>
              <a:gd name="connsiteY887" fmla="*/ 279918 h 6858000"/>
              <a:gd name="connsiteX888" fmla="*/ 4103910 w 7472601"/>
              <a:gd name="connsiteY888" fmla="*/ 1161917 h 6858000"/>
              <a:gd name="connsiteX889" fmla="*/ 4020269 w 7472601"/>
              <a:gd name="connsiteY889" fmla="*/ 1200406 h 6858000"/>
              <a:gd name="connsiteX890" fmla="*/ 3674882 w 7472601"/>
              <a:gd name="connsiteY890" fmla="*/ 488524 h 6858000"/>
              <a:gd name="connsiteX891" fmla="*/ 3132682 w 7472601"/>
              <a:gd name="connsiteY891" fmla="*/ 1072284 h 6858000"/>
              <a:gd name="connsiteX892" fmla="*/ 2716346 w 7472601"/>
              <a:gd name="connsiteY892" fmla="*/ 1276376 h 6858000"/>
              <a:gd name="connsiteX893" fmla="*/ 2716772 w 7472601"/>
              <a:gd name="connsiteY893" fmla="*/ 1255462 h 6858000"/>
              <a:gd name="connsiteX894" fmla="*/ 3471096 w 7472601"/>
              <a:gd name="connsiteY894" fmla="*/ 437072 h 6858000"/>
              <a:gd name="connsiteX895" fmla="*/ 3639057 w 7472601"/>
              <a:gd name="connsiteY895" fmla="*/ 286334 h 6858000"/>
              <a:gd name="connsiteX896" fmla="*/ 3640309 w 7472601"/>
              <a:gd name="connsiteY896" fmla="*/ 284664 h 6858000"/>
              <a:gd name="connsiteX897" fmla="*/ 3646022 w 7472601"/>
              <a:gd name="connsiteY897" fmla="*/ 276711 h 6858000"/>
              <a:gd name="connsiteX898" fmla="*/ 3707943 w 7472601"/>
              <a:gd name="connsiteY898" fmla="*/ 65958 h 6858000"/>
              <a:gd name="connsiteX899" fmla="*/ 3721337 w 7472601"/>
              <a:gd name="connsiteY899" fmla="*/ 0 h 6858000"/>
              <a:gd name="connsiteX900" fmla="*/ 2867960 w 7472601"/>
              <a:gd name="connsiteY900" fmla="*/ 0 h 6858000"/>
              <a:gd name="connsiteX901" fmla="*/ 2926351 w 7472601"/>
              <a:gd name="connsiteY901" fmla="*/ 0 h 6858000"/>
              <a:gd name="connsiteX902" fmla="*/ 2902823 w 7472601"/>
              <a:gd name="connsiteY902" fmla="*/ 262929 h 6858000"/>
              <a:gd name="connsiteX903" fmla="*/ 2940663 w 7472601"/>
              <a:gd name="connsiteY903" fmla="*/ 140884 h 6858000"/>
              <a:gd name="connsiteX904" fmla="*/ 2947039 w 7472601"/>
              <a:gd name="connsiteY904" fmla="*/ 122524 h 6858000"/>
              <a:gd name="connsiteX905" fmla="*/ 2984316 w 7472601"/>
              <a:gd name="connsiteY905" fmla="*/ 0 h 6858000"/>
              <a:gd name="connsiteX906" fmla="*/ 3016114 w 7472601"/>
              <a:gd name="connsiteY906" fmla="*/ 0 h 6858000"/>
              <a:gd name="connsiteX907" fmla="*/ 2979949 w 7472601"/>
              <a:gd name="connsiteY907" fmla="*/ 119274 h 6858000"/>
              <a:gd name="connsiteX908" fmla="*/ 3023879 w 7472601"/>
              <a:gd name="connsiteY908" fmla="*/ 0 h 6858000"/>
              <a:gd name="connsiteX909" fmla="*/ 3105400 w 7472601"/>
              <a:gd name="connsiteY909" fmla="*/ 0 h 6858000"/>
              <a:gd name="connsiteX910" fmla="*/ 3094669 w 7472601"/>
              <a:gd name="connsiteY910" fmla="*/ 30308 h 6858000"/>
              <a:gd name="connsiteX911" fmla="*/ 2901945 w 7472601"/>
              <a:gd name="connsiteY911" fmla="*/ 466538 h 6858000"/>
              <a:gd name="connsiteX912" fmla="*/ 2815209 w 7472601"/>
              <a:gd name="connsiteY912" fmla="*/ 497361 h 6858000"/>
              <a:gd name="connsiteX913" fmla="*/ 2844845 w 7472601"/>
              <a:gd name="connsiteY913" fmla="*/ 127638 h 6858000"/>
              <a:gd name="connsiteX914" fmla="*/ 2867960 w 7472601"/>
              <a:gd name="connsiteY914" fmla="*/ 0 h 6858000"/>
              <a:gd name="connsiteX915" fmla="*/ 1057230 w 7472601"/>
              <a:gd name="connsiteY915" fmla="*/ 0 h 6858000"/>
              <a:gd name="connsiteX916" fmla="*/ 1111003 w 7472601"/>
              <a:gd name="connsiteY916" fmla="*/ 0 h 6858000"/>
              <a:gd name="connsiteX917" fmla="*/ 1125553 w 7472601"/>
              <a:gd name="connsiteY917" fmla="*/ 52588 h 6858000"/>
              <a:gd name="connsiteX918" fmla="*/ 1304276 w 7472601"/>
              <a:gd name="connsiteY918" fmla="*/ 476275 h 6858000"/>
              <a:gd name="connsiteX919" fmla="*/ 1492066 w 7472601"/>
              <a:gd name="connsiteY919" fmla="*/ 886333 h 6858000"/>
              <a:gd name="connsiteX920" fmla="*/ 1423698 w 7472601"/>
              <a:gd name="connsiteY920" fmla="*/ 710817 h 6858000"/>
              <a:gd name="connsiteX921" fmla="*/ 1357609 w 7472601"/>
              <a:gd name="connsiteY921" fmla="*/ 532892 h 6858000"/>
              <a:gd name="connsiteX922" fmla="*/ 1309550 w 7472601"/>
              <a:gd name="connsiteY922" fmla="*/ 374031 h 6858000"/>
              <a:gd name="connsiteX923" fmla="*/ 1193673 w 7472601"/>
              <a:gd name="connsiteY923" fmla="*/ 49533 h 6858000"/>
              <a:gd name="connsiteX924" fmla="*/ 1164391 w 7472601"/>
              <a:gd name="connsiteY924" fmla="*/ 0 h 6858000"/>
              <a:gd name="connsiteX925" fmla="*/ 1200666 w 7472601"/>
              <a:gd name="connsiteY925" fmla="*/ 0 h 6858000"/>
              <a:gd name="connsiteX926" fmla="*/ 1223408 w 7472601"/>
              <a:gd name="connsiteY926" fmla="*/ 38996 h 6858000"/>
              <a:gd name="connsiteX927" fmla="*/ 1339635 w 7472601"/>
              <a:gd name="connsiteY927" fmla="*/ 365517 h 6858000"/>
              <a:gd name="connsiteX928" fmla="*/ 1387469 w 7472601"/>
              <a:gd name="connsiteY928" fmla="*/ 523079 h 6858000"/>
              <a:gd name="connsiteX929" fmla="*/ 1452685 w 7472601"/>
              <a:gd name="connsiteY929" fmla="*/ 699806 h 6858000"/>
              <a:gd name="connsiteX930" fmla="*/ 1492092 w 7472601"/>
              <a:gd name="connsiteY930" fmla="*/ 800424 h 6858000"/>
              <a:gd name="connsiteX931" fmla="*/ 1455302 w 7472601"/>
              <a:gd name="connsiteY931" fmla="*/ 632913 h 6858000"/>
              <a:gd name="connsiteX932" fmla="*/ 1222336 w 7472601"/>
              <a:gd name="connsiteY932" fmla="*/ 9480 h 6858000"/>
              <a:gd name="connsiteX933" fmla="*/ 1214634 w 7472601"/>
              <a:gd name="connsiteY933" fmla="*/ 0 h 6858000"/>
              <a:gd name="connsiteX934" fmla="*/ 1289827 w 7472601"/>
              <a:gd name="connsiteY934" fmla="*/ 0 h 6858000"/>
              <a:gd name="connsiteX935" fmla="*/ 1321076 w 7472601"/>
              <a:gd name="connsiteY935" fmla="*/ 59722 h 6858000"/>
              <a:gd name="connsiteX936" fmla="*/ 1512579 w 7472601"/>
              <a:gd name="connsiteY936" fmla="*/ 626441 h 6858000"/>
              <a:gd name="connsiteX937" fmla="*/ 1506076 w 7472601"/>
              <a:gd name="connsiteY937" fmla="*/ 1089289 h 6858000"/>
              <a:gd name="connsiteX938" fmla="*/ 1486346 w 7472601"/>
              <a:gd name="connsiteY938" fmla="*/ 1079919 h 6858000"/>
              <a:gd name="connsiteX939" fmla="*/ 1070511 w 7472601"/>
              <a:gd name="connsiteY939" fmla="*/ 48609 h 6858000"/>
              <a:gd name="connsiteX940" fmla="*/ 1057230 w 7472601"/>
              <a:gd name="connsiteY940" fmla="*/ 0 h 6858000"/>
              <a:gd name="connsiteX941" fmla="*/ 43151 w 7472601"/>
              <a:gd name="connsiteY941" fmla="*/ 0 h 6858000"/>
              <a:gd name="connsiteX942" fmla="*/ 95283 w 7472601"/>
              <a:gd name="connsiteY942" fmla="*/ 0 h 6858000"/>
              <a:gd name="connsiteX943" fmla="*/ 300708 w 7472601"/>
              <a:gd name="connsiteY943" fmla="*/ 154571 h 6858000"/>
              <a:gd name="connsiteX944" fmla="*/ 530414 w 7472601"/>
              <a:gd name="connsiteY944" fmla="*/ 354673 h 6858000"/>
              <a:gd name="connsiteX945" fmla="*/ 333785 w 7472601"/>
              <a:gd name="connsiteY945" fmla="*/ 161564 h 6858000"/>
              <a:gd name="connsiteX946" fmla="*/ 147005 w 7472601"/>
              <a:gd name="connsiteY946" fmla="*/ 0 h 6858000"/>
              <a:gd name="connsiteX947" fmla="*/ 272509 w 7472601"/>
              <a:gd name="connsiteY947" fmla="*/ 0 h 6858000"/>
              <a:gd name="connsiteX948" fmla="*/ 326276 w 7472601"/>
              <a:gd name="connsiteY948" fmla="*/ 45847 h 6858000"/>
              <a:gd name="connsiteX949" fmla="*/ 823759 w 7472601"/>
              <a:gd name="connsiteY949" fmla="*/ 574145 h 6858000"/>
              <a:gd name="connsiteX950" fmla="*/ 811254 w 7472601"/>
              <a:gd name="connsiteY950" fmla="*/ 665546 h 6858000"/>
              <a:gd name="connsiteX951" fmla="*/ 154042 w 7472601"/>
              <a:gd name="connsiteY951" fmla="*/ 261522 h 6858000"/>
              <a:gd name="connsiteX952" fmla="*/ 13550 w 7472601"/>
              <a:gd name="connsiteY952" fmla="*/ 158423 h 6858000"/>
              <a:gd name="connsiteX953" fmla="*/ 0 w 7472601"/>
              <a:gd name="connsiteY953" fmla="*/ 146618 h 6858000"/>
              <a:gd name="connsiteX954" fmla="*/ 0 w 7472601"/>
              <a:gd name="connsiteY954" fmla="*/ 59161 h 6858000"/>
              <a:gd name="connsiteX955" fmla="*/ 45427 w 7472601"/>
              <a:gd name="connsiteY955" fmla="*/ 101078 h 6858000"/>
              <a:gd name="connsiteX956" fmla="*/ 630103 w 7472601"/>
              <a:gd name="connsiteY956" fmla="*/ 485885 h 6858000"/>
              <a:gd name="connsiteX957" fmla="*/ 532040 w 7472601"/>
              <a:gd name="connsiteY957" fmla="*/ 399359 h 6858000"/>
              <a:gd name="connsiteX958" fmla="*/ 517618 w 7472601"/>
              <a:gd name="connsiteY958" fmla="*/ 385726 h 6858000"/>
              <a:gd name="connsiteX959" fmla="*/ 285074 w 7472601"/>
              <a:gd name="connsiteY959" fmla="*/ 182755 h 6858000"/>
              <a:gd name="connsiteX960" fmla="*/ 43151 w 7472601"/>
              <a:gd name="connsiteY960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467600 w 7472601"/>
              <a:gd name="connsiteY76" fmla="*/ 6163634 h 6858000"/>
              <a:gd name="connsiteX77" fmla="*/ 7448321 w 7472601"/>
              <a:gd name="connsiteY77" fmla="*/ 6190991 h 6858000"/>
              <a:gd name="connsiteX78" fmla="*/ 7467600 w 7472601"/>
              <a:gd name="connsiteY78" fmla="*/ 6221686 h 6858000"/>
              <a:gd name="connsiteX79" fmla="*/ 7467600 w 7472601"/>
              <a:gd name="connsiteY79" fmla="*/ 6334256 h 6858000"/>
              <a:gd name="connsiteX80" fmla="*/ 7454976 w 7472601"/>
              <a:gd name="connsiteY80" fmla="*/ 6318297 h 6858000"/>
              <a:gd name="connsiteX81" fmla="*/ 1456157 w 7472601"/>
              <a:gd name="connsiteY81" fmla="*/ 5371404 h 6858000"/>
              <a:gd name="connsiteX82" fmla="*/ 1244432 w 7472601"/>
              <a:gd name="connsiteY82" fmla="*/ 5385601 h 6858000"/>
              <a:gd name="connsiteX83" fmla="*/ 973990 w 7472601"/>
              <a:gd name="connsiteY83" fmla="*/ 5424940 h 6858000"/>
              <a:gd name="connsiteX84" fmla="*/ 1103809 w 7472601"/>
              <a:gd name="connsiteY84" fmla="*/ 5433720 h 6858000"/>
              <a:gd name="connsiteX85" fmla="*/ 1123454 w 7472601"/>
              <a:gd name="connsiteY85" fmla="*/ 5435727 h 6858000"/>
              <a:gd name="connsiteX86" fmla="*/ 1737017 w 7472601"/>
              <a:gd name="connsiteY86" fmla="*/ 5452183 h 6858000"/>
              <a:gd name="connsiteX87" fmla="*/ 1824397 w 7472601"/>
              <a:gd name="connsiteY87" fmla="*/ 5447757 h 6858000"/>
              <a:gd name="connsiteX88" fmla="*/ 2070059 w 7472601"/>
              <a:gd name="connsiteY88" fmla="*/ 5441660 h 6858000"/>
              <a:gd name="connsiteX89" fmla="*/ 1456157 w 7472601"/>
              <a:gd name="connsiteY89" fmla="*/ 5371404 h 6858000"/>
              <a:gd name="connsiteX90" fmla="*/ 4988186 w 7472601"/>
              <a:gd name="connsiteY90" fmla="*/ 5216467 h 6858000"/>
              <a:gd name="connsiteX91" fmla="*/ 4777334 w 7472601"/>
              <a:gd name="connsiteY91" fmla="*/ 5406072 h 6858000"/>
              <a:gd name="connsiteX92" fmla="*/ 4718341 w 7472601"/>
              <a:gd name="connsiteY92" fmla="*/ 5468043 h 6858000"/>
              <a:gd name="connsiteX93" fmla="*/ 4604655 w 7472601"/>
              <a:gd name="connsiteY93" fmla="*/ 5583434 h 6858000"/>
              <a:gd name="connsiteX94" fmla="*/ 4565074 w 7472601"/>
              <a:gd name="connsiteY94" fmla="*/ 5618550 h 6858000"/>
              <a:gd name="connsiteX95" fmla="*/ 4988186 w 7472601"/>
              <a:gd name="connsiteY95" fmla="*/ 5216467 h 6858000"/>
              <a:gd name="connsiteX96" fmla="*/ 4978032 w 7472601"/>
              <a:gd name="connsiteY96" fmla="*/ 5183809 h 6858000"/>
              <a:gd name="connsiteX97" fmla="*/ 4463413 w 7472601"/>
              <a:gd name="connsiteY97" fmla="*/ 5615162 h 6858000"/>
              <a:gd name="connsiteX98" fmla="*/ 4358134 w 7472601"/>
              <a:gd name="connsiteY98" fmla="*/ 5742791 h 6858000"/>
              <a:gd name="connsiteX99" fmla="*/ 4376219 w 7472601"/>
              <a:gd name="connsiteY99" fmla="*/ 5729027 h 6858000"/>
              <a:gd name="connsiteX100" fmla="*/ 4582340 w 7472601"/>
              <a:gd name="connsiteY100" fmla="*/ 5561037 h 6858000"/>
              <a:gd name="connsiteX101" fmla="*/ 4694684 w 7472601"/>
              <a:gd name="connsiteY101" fmla="*/ 5447098 h 6858000"/>
              <a:gd name="connsiteX102" fmla="*/ 4754123 w 7472601"/>
              <a:gd name="connsiteY102" fmla="*/ 5384643 h 6858000"/>
              <a:gd name="connsiteX103" fmla="*/ 4978032 w 7472601"/>
              <a:gd name="connsiteY103" fmla="*/ 5183809 h 6858000"/>
              <a:gd name="connsiteX104" fmla="*/ 1903353 w 7472601"/>
              <a:gd name="connsiteY104" fmla="*/ 5044827 h 6858000"/>
              <a:gd name="connsiteX105" fmla="*/ 1936931 w 7472601"/>
              <a:gd name="connsiteY105" fmla="*/ 5093954 h 6858000"/>
              <a:gd name="connsiteX106" fmla="*/ 2195868 w 7472601"/>
              <a:gd name="connsiteY106" fmla="*/ 5396574 h 6858000"/>
              <a:gd name="connsiteX107" fmla="*/ 2088852 w 7472601"/>
              <a:gd name="connsiteY107" fmla="*/ 5166123 h 6858000"/>
              <a:gd name="connsiteX108" fmla="*/ 1958241 w 7472601"/>
              <a:gd name="connsiteY108" fmla="*/ 5067955 h 6858000"/>
              <a:gd name="connsiteX109" fmla="*/ 1903353 w 7472601"/>
              <a:gd name="connsiteY109" fmla="*/ 5044827 h 6858000"/>
              <a:gd name="connsiteX110" fmla="*/ 1979378 w 7472601"/>
              <a:gd name="connsiteY110" fmla="*/ 4769504 h 6858000"/>
              <a:gd name="connsiteX111" fmla="*/ 2882120 w 7472601"/>
              <a:gd name="connsiteY111" fmla="*/ 5064547 h 6858000"/>
              <a:gd name="connsiteX112" fmla="*/ 2793103 w 7472601"/>
              <a:gd name="connsiteY112" fmla="*/ 5039699 h 6858000"/>
              <a:gd name="connsiteX113" fmla="*/ 2770041 w 7472601"/>
              <a:gd name="connsiteY113" fmla="*/ 5033634 h 6858000"/>
              <a:gd name="connsiteX114" fmla="*/ 1979378 w 7472601"/>
              <a:gd name="connsiteY114" fmla="*/ 4769504 h 6858000"/>
              <a:gd name="connsiteX115" fmla="*/ 1927410 w 7472601"/>
              <a:gd name="connsiteY115" fmla="*/ 4716164 h 6858000"/>
              <a:gd name="connsiteX116" fmla="*/ 1959587 w 7472601"/>
              <a:gd name="connsiteY116" fmla="*/ 4728849 h 6858000"/>
              <a:gd name="connsiteX117" fmla="*/ 2777707 w 7472601"/>
              <a:gd name="connsiteY117" fmla="*/ 5003991 h 6858000"/>
              <a:gd name="connsiteX118" fmla="*/ 2800768 w 7472601"/>
              <a:gd name="connsiteY118" fmla="*/ 5010056 h 6858000"/>
              <a:gd name="connsiteX119" fmla="*/ 2879408 w 7472601"/>
              <a:gd name="connsiteY119" fmla="*/ 5031590 h 6858000"/>
              <a:gd name="connsiteX120" fmla="*/ 2862295 w 7472601"/>
              <a:gd name="connsiteY120" fmla="*/ 5022958 h 6858000"/>
              <a:gd name="connsiteX121" fmla="*/ 2813343 w 7472601"/>
              <a:gd name="connsiteY121" fmla="*/ 4998369 h 6858000"/>
              <a:gd name="connsiteX122" fmla="*/ 2646245 w 7472601"/>
              <a:gd name="connsiteY122" fmla="*/ 4930999 h 6858000"/>
              <a:gd name="connsiteX123" fmla="*/ 1999243 w 7472601"/>
              <a:gd name="connsiteY123" fmla="*/ 4730524 h 6858000"/>
              <a:gd name="connsiteX124" fmla="*/ 1979527 w 7472601"/>
              <a:gd name="connsiteY124" fmla="*/ 4726651 h 6858000"/>
              <a:gd name="connsiteX125" fmla="*/ 1927410 w 7472601"/>
              <a:gd name="connsiteY125" fmla="*/ 4716164 h 6858000"/>
              <a:gd name="connsiteX126" fmla="*/ 1997014 w 7472601"/>
              <a:gd name="connsiteY126" fmla="*/ 4698007 h 6858000"/>
              <a:gd name="connsiteX127" fmla="*/ 2005458 w 7472601"/>
              <a:gd name="connsiteY127" fmla="*/ 4699540 h 6858000"/>
              <a:gd name="connsiteX128" fmla="*/ 2657186 w 7472601"/>
              <a:gd name="connsiteY128" fmla="*/ 4901687 h 6858000"/>
              <a:gd name="connsiteX129" fmla="*/ 2826662 w 7472601"/>
              <a:gd name="connsiteY129" fmla="*/ 4970362 h 6858000"/>
              <a:gd name="connsiteX130" fmla="*/ 2876100 w 7472601"/>
              <a:gd name="connsiteY130" fmla="*/ 4995397 h 6858000"/>
              <a:gd name="connsiteX131" fmla="*/ 3042600 w 7472601"/>
              <a:gd name="connsiteY131" fmla="*/ 5059532 h 6858000"/>
              <a:gd name="connsiteX132" fmla="*/ 1997014 w 7472601"/>
              <a:gd name="connsiteY132" fmla="*/ 4698007 h 6858000"/>
              <a:gd name="connsiteX133" fmla="*/ 2305292 w 7472601"/>
              <a:gd name="connsiteY133" fmla="*/ 4219492 h 6858000"/>
              <a:gd name="connsiteX134" fmla="*/ 3360922 w 7472601"/>
              <a:gd name="connsiteY134" fmla="*/ 4529373 h 6858000"/>
              <a:gd name="connsiteX135" fmla="*/ 3492420 w 7472601"/>
              <a:gd name="connsiteY135" fmla="*/ 4510145 h 6858000"/>
              <a:gd name="connsiteX136" fmla="*/ 3364086 w 7472601"/>
              <a:gd name="connsiteY136" fmla="*/ 4480340 h 6858000"/>
              <a:gd name="connsiteX137" fmla="*/ 3225818 w 7472601"/>
              <a:gd name="connsiteY137" fmla="*/ 4411822 h 6858000"/>
              <a:gd name="connsiteX138" fmla="*/ 3129696 w 7472601"/>
              <a:gd name="connsiteY138" fmla="*/ 4360704 h 6858000"/>
              <a:gd name="connsiteX139" fmla="*/ 2814545 w 7472601"/>
              <a:gd name="connsiteY139" fmla="*/ 4282955 h 6858000"/>
              <a:gd name="connsiteX140" fmla="*/ 2305292 w 7472601"/>
              <a:gd name="connsiteY140" fmla="*/ 4219492 h 6858000"/>
              <a:gd name="connsiteX141" fmla="*/ 2626982 w 7472601"/>
              <a:gd name="connsiteY141" fmla="*/ 4206450 h 6858000"/>
              <a:gd name="connsiteX142" fmla="*/ 2490617 w 7472601"/>
              <a:gd name="connsiteY142" fmla="*/ 4206951 h 6858000"/>
              <a:gd name="connsiteX143" fmla="*/ 2819869 w 7472601"/>
              <a:gd name="connsiteY143" fmla="*/ 4252936 h 6858000"/>
              <a:gd name="connsiteX144" fmla="*/ 3143018 w 7472601"/>
              <a:gd name="connsiteY144" fmla="*/ 4332698 h 6858000"/>
              <a:gd name="connsiteX145" fmla="*/ 3241520 w 7472601"/>
              <a:gd name="connsiteY145" fmla="*/ 4385112 h 6858000"/>
              <a:gd name="connsiteX146" fmla="*/ 3374575 w 7472601"/>
              <a:gd name="connsiteY146" fmla="*/ 4451517 h 6858000"/>
              <a:gd name="connsiteX147" fmla="*/ 3505221 w 7472601"/>
              <a:gd name="connsiteY147" fmla="*/ 4480757 h 6858000"/>
              <a:gd name="connsiteX148" fmla="*/ 2626982 w 7472601"/>
              <a:gd name="connsiteY148" fmla="*/ 4206450 h 6858000"/>
              <a:gd name="connsiteX149" fmla="*/ 1310106 w 7472601"/>
              <a:gd name="connsiteY149" fmla="*/ 3943217 h 6858000"/>
              <a:gd name="connsiteX150" fmla="*/ 854994 w 7472601"/>
              <a:gd name="connsiteY150" fmla="*/ 4399136 h 6858000"/>
              <a:gd name="connsiteX151" fmla="*/ 742462 w 7472601"/>
              <a:gd name="connsiteY151" fmla="*/ 4594648 h 6858000"/>
              <a:gd name="connsiteX152" fmla="*/ 820602 w 7472601"/>
              <a:gd name="connsiteY152" fmla="*/ 4485915 h 6858000"/>
              <a:gd name="connsiteX153" fmla="*/ 878295 w 7472601"/>
              <a:gd name="connsiteY153" fmla="*/ 4403594 h 6858000"/>
              <a:gd name="connsiteX154" fmla="*/ 1240607 w 7472601"/>
              <a:gd name="connsiteY154" fmla="*/ 4010401 h 6858000"/>
              <a:gd name="connsiteX155" fmla="*/ 1310106 w 7472601"/>
              <a:gd name="connsiteY155" fmla="*/ 3943217 h 6858000"/>
              <a:gd name="connsiteX156" fmla="*/ 1423113 w 7472601"/>
              <a:gd name="connsiteY156" fmla="*/ 3874565 h 6858000"/>
              <a:gd name="connsiteX157" fmla="*/ 1260565 w 7472601"/>
              <a:gd name="connsiteY157" fmla="*/ 4031982 h 6858000"/>
              <a:gd name="connsiteX158" fmla="*/ 901900 w 7472601"/>
              <a:gd name="connsiteY158" fmla="*/ 4421236 h 6858000"/>
              <a:gd name="connsiteX159" fmla="*/ 845044 w 7472601"/>
              <a:gd name="connsiteY159" fmla="*/ 4502436 h 6858000"/>
              <a:gd name="connsiteX160" fmla="*/ 685926 w 7472601"/>
              <a:gd name="connsiteY160" fmla="*/ 4703069 h 6858000"/>
              <a:gd name="connsiteX161" fmla="*/ 684248 w 7472601"/>
              <a:gd name="connsiteY161" fmla="*/ 4706721 h 6858000"/>
              <a:gd name="connsiteX162" fmla="*/ 1423113 w 7472601"/>
              <a:gd name="connsiteY162" fmla="*/ 3874565 h 6858000"/>
              <a:gd name="connsiteX163" fmla="*/ 3316479 w 7472601"/>
              <a:gd name="connsiteY163" fmla="*/ 3872136 h 6858000"/>
              <a:gd name="connsiteX164" fmla="*/ 3546806 w 7472601"/>
              <a:gd name="connsiteY164" fmla="*/ 4356139 h 6858000"/>
              <a:gd name="connsiteX165" fmla="*/ 3364433 w 7472601"/>
              <a:gd name="connsiteY165" fmla="*/ 3953121 h 6858000"/>
              <a:gd name="connsiteX166" fmla="*/ 3316479 w 7472601"/>
              <a:gd name="connsiteY166" fmla="*/ 3872136 h 6858000"/>
              <a:gd name="connsiteX167" fmla="*/ 3291335 w 7472601"/>
              <a:gd name="connsiteY167" fmla="*/ 3767420 h 6858000"/>
              <a:gd name="connsiteX168" fmla="*/ 3390805 w 7472601"/>
              <a:gd name="connsiteY168" fmla="*/ 3937163 h 6858000"/>
              <a:gd name="connsiteX169" fmla="*/ 3579062 w 7472601"/>
              <a:gd name="connsiteY169" fmla="*/ 4359040 h 6858000"/>
              <a:gd name="connsiteX170" fmla="*/ 3467355 w 7472601"/>
              <a:gd name="connsiteY170" fmla="*/ 3988130 h 6858000"/>
              <a:gd name="connsiteX171" fmla="*/ 3310753 w 7472601"/>
              <a:gd name="connsiteY171" fmla="*/ 3787140 h 6858000"/>
              <a:gd name="connsiteX172" fmla="*/ 3291335 w 7472601"/>
              <a:gd name="connsiteY172" fmla="*/ 3767420 h 6858000"/>
              <a:gd name="connsiteX173" fmla="*/ 1635889 w 7472601"/>
              <a:gd name="connsiteY173" fmla="*/ 3709494 h 6858000"/>
              <a:gd name="connsiteX174" fmla="*/ 1634800 w 7472601"/>
              <a:gd name="connsiteY174" fmla="*/ 3731111 h 6858000"/>
              <a:gd name="connsiteX175" fmla="*/ 1635889 w 7472601"/>
              <a:gd name="connsiteY175" fmla="*/ 3709494 h 6858000"/>
              <a:gd name="connsiteX176" fmla="*/ 1510397 w 7472601"/>
              <a:gd name="connsiteY176" fmla="*/ 3684705 h 6858000"/>
              <a:gd name="connsiteX177" fmla="*/ 1146550 w 7472601"/>
              <a:gd name="connsiteY177" fmla="*/ 3802012 h 6858000"/>
              <a:gd name="connsiteX178" fmla="*/ 698834 w 7472601"/>
              <a:gd name="connsiteY178" fmla="*/ 3952272 h 6858000"/>
              <a:gd name="connsiteX179" fmla="*/ 34256 w 7472601"/>
              <a:gd name="connsiteY179" fmla="*/ 4347603 h 6858000"/>
              <a:gd name="connsiteX180" fmla="*/ 527241 w 7472601"/>
              <a:gd name="connsiteY180" fmla="*/ 4065078 h 6858000"/>
              <a:gd name="connsiteX181" fmla="*/ 1510397 w 7472601"/>
              <a:gd name="connsiteY181" fmla="*/ 3684705 h 6858000"/>
              <a:gd name="connsiteX182" fmla="*/ 1313114 w 7472601"/>
              <a:gd name="connsiteY182" fmla="*/ 3655216 h 6858000"/>
              <a:gd name="connsiteX183" fmla="*/ 1109304 w 7472601"/>
              <a:gd name="connsiteY183" fmla="*/ 3669030 h 6858000"/>
              <a:gd name="connsiteX184" fmla="*/ 8129 w 7472601"/>
              <a:gd name="connsiteY184" fmla="*/ 4330519 h 6858000"/>
              <a:gd name="connsiteX185" fmla="*/ 687572 w 7472601"/>
              <a:gd name="connsiteY185" fmla="*/ 3925629 h 6858000"/>
              <a:gd name="connsiteX186" fmla="*/ 1138365 w 7472601"/>
              <a:gd name="connsiteY186" fmla="*/ 3774515 h 6858000"/>
              <a:gd name="connsiteX187" fmla="*/ 1505579 w 7472601"/>
              <a:gd name="connsiteY187" fmla="*/ 3655526 h 6858000"/>
              <a:gd name="connsiteX188" fmla="*/ 1313114 w 7472601"/>
              <a:gd name="connsiteY188" fmla="*/ 3655216 h 6858000"/>
              <a:gd name="connsiteX189" fmla="*/ 3655073 w 7472601"/>
              <a:gd name="connsiteY189" fmla="*/ 3650884 h 6858000"/>
              <a:gd name="connsiteX190" fmla="*/ 3989938 w 7472601"/>
              <a:gd name="connsiteY190" fmla="*/ 3991685 h 6858000"/>
              <a:gd name="connsiteX191" fmla="*/ 4393907 w 7472601"/>
              <a:gd name="connsiteY191" fmla="*/ 4261258 h 6858000"/>
              <a:gd name="connsiteX192" fmla="*/ 4648051 w 7472601"/>
              <a:gd name="connsiteY192" fmla="*/ 4374051 h 6858000"/>
              <a:gd name="connsiteX193" fmla="*/ 4383389 w 7472601"/>
              <a:gd name="connsiteY193" fmla="*/ 4184369 h 6858000"/>
              <a:gd name="connsiteX194" fmla="*/ 4165508 w 7472601"/>
              <a:gd name="connsiteY194" fmla="*/ 4035196 h 6858000"/>
              <a:gd name="connsiteX195" fmla="*/ 4068162 w 7472601"/>
              <a:gd name="connsiteY195" fmla="*/ 3953394 h 6858000"/>
              <a:gd name="connsiteX196" fmla="*/ 3981416 w 7472601"/>
              <a:gd name="connsiteY196" fmla="*/ 3880482 h 6858000"/>
              <a:gd name="connsiteX197" fmla="*/ 3800147 w 7472601"/>
              <a:gd name="connsiteY197" fmla="*/ 3749872 h 6858000"/>
              <a:gd name="connsiteX198" fmla="*/ 3655073 w 7472601"/>
              <a:gd name="connsiteY198" fmla="*/ 3650884 h 6858000"/>
              <a:gd name="connsiteX199" fmla="*/ 3670252 w 7472601"/>
              <a:gd name="connsiteY199" fmla="*/ 3622798 h 6858000"/>
              <a:gd name="connsiteX200" fmla="*/ 3817258 w 7472601"/>
              <a:gd name="connsiteY200" fmla="*/ 3723577 h 6858000"/>
              <a:gd name="connsiteX201" fmla="*/ 4000461 w 7472601"/>
              <a:gd name="connsiteY201" fmla="*/ 3855966 h 6858000"/>
              <a:gd name="connsiteX202" fmla="*/ 4088180 w 7472601"/>
              <a:gd name="connsiteY202" fmla="*/ 3929774 h 6858000"/>
              <a:gd name="connsiteX203" fmla="*/ 4184555 w 7472601"/>
              <a:gd name="connsiteY203" fmla="*/ 4010683 h 6858000"/>
              <a:gd name="connsiteX204" fmla="*/ 4399563 w 7472601"/>
              <a:gd name="connsiteY204" fmla="*/ 4158106 h 6858000"/>
              <a:gd name="connsiteX205" fmla="*/ 4684469 w 7472601"/>
              <a:gd name="connsiteY205" fmla="*/ 4364680 h 6858000"/>
              <a:gd name="connsiteX206" fmla="*/ 4690271 w 7472601"/>
              <a:gd name="connsiteY206" fmla="*/ 4370034 h 6858000"/>
              <a:gd name="connsiteX207" fmla="*/ 4136093 w 7472601"/>
              <a:gd name="connsiteY207" fmla="*/ 3858466 h 6858000"/>
              <a:gd name="connsiteX208" fmla="*/ 3670252 w 7472601"/>
              <a:gd name="connsiteY208" fmla="*/ 3622798 h 6858000"/>
              <a:gd name="connsiteX209" fmla="*/ 4440129 w 7472601"/>
              <a:gd name="connsiteY209" fmla="*/ 3448571 h 6858000"/>
              <a:gd name="connsiteX210" fmla="*/ 4856525 w 7472601"/>
              <a:gd name="connsiteY210" fmla="*/ 3915351 h 6858000"/>
              <a:gd name="connsiteX211" fmla="*/ 5059055 w 7472601"/>
              <a:gd name="connsiteY211" fmla="*/ 4108918 h 6858000"/>
              <a:gd name="connsiteX212" fmla="*/ 5290070 w 7472601"/>
              <a:gd name="connsiteY212" fmla="*/ 4263619 h 6858000"/>
              <a:gd name="connsiteX213" fmla="*/ 4834991 w 7472601"/>
              <a:gd name="connsiteY213" fmla="*/ 3830985 h 6858000"/>
              <a:gd name="connsiteX214" fmla="*/ 4440129 w 7472601"/>
              <a:gd name="connsiteY214" fmla="*/ 3448571 h 6858000"/>
              <a:gd name="connsiteX215" fmla="*/ 4441737 w 7472601"/>
              <a:gd name="connsiteY215" fmla="*/ 3399734 h 6858000"/>
              <a:gd name="connsiteX216" fmla="*/ 4431236 w 7472601"/>
              <a:gd name="connsiteY216" fmla="*/ 3400954 h 6858000"/>
              <a:gd name="connsiteX217" fmla="*/ 4557150 w 7472601"/>
              <a:gd name="connsiteY217" fmla="*/ 3510023 h 6858000"/>
              <a:gd name="connsiteX218" fmla="*/ 4856936 w 7472601"/>
              <a:gd name="connsiteY218" fmla="*/ 3809146 h 6858000"/>
              <a:gd name="connsiteX219" fmla="*/ 5111996 w 7472601"/>
              <a:gd name="connsiteY219" fmla="*/ 4065759 h 6858000"/>
              <a:gd name="connsiteX220" fmla="*/ 5388878 w 7472601"/>
              <a:gd name="connsiteY220" fmla="*/ 4300185 h 6858000"/>
              <a:gd name="connsiteX221" fmla="*/ 5425556 w 7472601"/>
              <a:gd name="connsiteY221" fmla="*/ 4308967 h 6858000"/>
              <a:gd name="connsiteX222" fmla="*/ 4943646 w 7472601"/>
              <a:gd name="connsiteY222" fmla="*/ 3822916 h 6858000"/>
              <a:gd name="connsiteX223" fmla="*/ 4594837 w 7472601"/>
              <a:gd name="connsiteY223" fmla="*/ 3532274 h 6858000"/>
              <a:gd name="connsiteX224" fmla="*/ 4441737 w 7472601"/>
              <a:gd name="connsiteY224" fmla="*/ 3399734 h 6858000"/>
              <a:gd name="connsiteX225" fmla="*/ 5425834 w 7472601"/>
              <a:gd name="connsiteY225" fmla="*/ 3162785 h 6858000"/>
              <a:gd name="connsiteX226" fmla="*/ 5401644 w 7472601"/>
              <a:gd name="connsiteY226" fmla="*/ 3617847 h 6858000"/>
              <a:gd name="connsiteX227" fmla="*/ 5467256 w 7472601"/>
              <a:gd name="connsiteY227" fmla="*/ 4175494 h 6858000"/>
              <a:gd name="connsiteX228" fmla="*/ 5448069 w 7472601"/>
              <a:gd name="connsiteY228" fmla="*/ 3567554 h 6858000"/>
              <a:gd name="connsiteX229" fmla="*/ 5425834 w 7472601"/>
              <a:gd name="connsiteY229" fmla="*/ 3162785 h 6858000"/>
              <a:gd name="connsiteX230" fmla="*/ 1318687 w 7472601"/>
              <a:gd name="connsiteY230" fmla="*/ 3113840 h 6858000"/>
              <a:gd name="connsiteX231" fmla="*/ 1066793 w 7472601"/>
              <a:gd name="connsiteY231" fmla="*/ 3212171 h 6858000"/>
              <a:gd name="connsiteX232" fmla="*/ 993319 w 7472601"/>
              <a:gd name="connsiteY232" fmla="*/ 3247648 h 6858000"/>
              <a:gd name="connsiteX233" fmla="*/ 853081 w 7472601"/>
              <a:gd name="connsiteY233" fmla="*/ 3312410 h 6858000"/>
              <a:gd name="connsiteX234" fmla="*/ 805957 w 7472601"/>
              <a:gd name="connsiteY234" fmla="*/ 3330443 h 6858000"/>
              <a:gd name="connsiteX235" fmla="*/ 1318687 w 7472601"/>
              <a:gd name="connsiteY235" fmla="*/ 3113840 h 6858000"/>
              <a:gd name="connsiteX236" fmla="*/ 5453702 w 7472601"/>
              <a:gd name="connsiteY236" fmla="*/ 3090882 h 6858000"/>
              <a:gd name="connsiteX237" fmla="*/ 5480135 w 7472601"/>
              <a:gd name="connsiteY237" fmla="*/ 3565802 h 6858000"/>
              <a:gd name="connsiteX238" fmla="*/ 5499023 w 7472601"/>
              <a:gd name="connsiteY238" fmla="*/ 4166310 h 6858000"/>
              <a:gd name="connsiteX239" fmla="*/ 5547022 w 7472601"/>
              <a:gd name="connsiteY239" fmla="*/ 3607838 h 6858000"/>
              <a:gd name="connsiteX240" fmla="*/ 5515964 w 7472601"/>
              <a:gd name="connsiteY240" fmla="*/ 3378541 h 6858000"/>
              <a:gd name="connsiteX241" fmla="*/ 5453702 w 7472601"/>
              <a:gd name="connsiteY241" fmla="*/ 3090882 h 6858000"/>
              <a:gd name="connsiteX242" fmla="*/ 1238695 w 7472601"/>
              <a:gd name="connsiteY242" fmla="*/ 3076820 h 6858000"/>
              <a:gd name="connsiteX243" fmla="*/ 716371 w 7472601"/>
              <a:gd name="connsiteY243" fmla="*/ 3293249 h 6858000"/>
              <a:gd name="connsiteX244" fmla="*/ 579522 w 7472601"/>
              <a:gd name="connsiteY244" fmla="*/ 3371759 h 6858000"/>
              <a:gd name="connsiteX245" fmla="*/ 600288 w 7472601"/>
              <a:gd name="connsiteY245" fmla="*/ 3365555 h 6858000"/>
              <a:gd name="connsiteX246" fmla="*/ 840692 w 7472601"/>
              <a:gd name="connsiteY246" fmla="*/ 3284921 h 6858000"/>
              <a:gd name="connsiteX247" fmla="*/ 979248 w 7472601"/>
              <a:gd name="connsiteY247" fmla="*/ 3221003 h 6858000"/>
              <a:gd name="connsiteX248" fmla="*/ 1053282 w 7472601"/>
              <a:gd name="connsiteY248" fmla="*/ 3185247 h 6858000"/>
              <a:gd name="connsiteX249" fmla="*/ 1320603 w 7472601"/>
              <a:gd name="connsiteY249" fmla="*/ 3081281 h 6858000"/>
              <a:gd name="connsiteX250" fmla="*/ 1238695 w 7472601"/>
              <a:gd name="connsiteY250" fmla="*/ 3076820 h 6858000"/>
              <a:gd name="connsiteX251" fmla="*/ 5425627 w 7472601"/>
              <a:gd name="connsiteY251" fmla="*/ 2954192 h 6858000"/>
              <a:gd name="connsiteX252" fmla="*/ 5470770 w 7472601"/>
              <a:gd name="connsiteY252" fmla="*/ 3005435 h 6858000"/>
              <a:gd name="connsiteX253" fmla="*/ 5519779 w 7472601"/>
              <a:gd name="connsiteY253" fmla="*/ 4359223 h 6858000"/>
              <a:gd name="connsiteX254" fmla="*/ 5520293 w 7472601"/>
              <a:gd name="connsiteY254" fmla="*/ 4360602 h 6858000"/>
              <a:gd name="connsiteX255" fmla="*/ 5767221 w 7472601"/>
              <a:gd name="connsiteY255" fmla="*/ 4665564 h 6858000"/>
              <a:gd name="connsiteX256" fmla="*/ 6937169 w 7472601"/>
              <a:gd name="connsiteY256" fmla="*/ 4815941 h 6858000"/>
              <a:gd name="connsiteX257" fmla="*/ 6953922 w 7472601"/>
              <a:gd name="connsiteY257" fmla="*/ 4890068 h 6858000"/>
              <a:gd name="connsiteX258" fmla="*/ 6071359 w 7472601"/>
              <a:gd name="connsiteY258" fmla="*/ 4770770 h 6858000"/>
              <a:gd name="connsiteX259" fmla="*/ 6038839 w 7472601"/>
              <a:gd name="connsiteY259" fmla="*/ 4764474 h 6858000"/>
              <a:gd name="connsiteX260" fmla="*/ 6038706 w 7472601"/>
              <a:gd name="connsiteY260" fmla="*/ 4763847 h 6858000"/>
              <a:gd name="connsiteX261" fmla="*/ 6037784 w 7472601"/>
              <a:gd name="connsiteY261" fmla="*/ 4764270 h 6858000"/>
              <a:gd name="connsiteX262" fmla="*/ 6038839 w 7472601"/>
              <a:gd name="connsiteY262" fmla="*/ 4764474 h 6858000"/>
              <a:gd name="connsiteX263" fmla="*/ 6040338 w 7472601"/>
              <a:gd name="connsiteY263" fmla="*/ 4771418 h 6858000"/>
              <a:gd name="connsiteX264" fmla="*/ 6024488 w 7472601"/>
              <a:gd name="connsiteY264" fmla="*/ 4809903 h 6858000"/>
              <a:gd name="connsiteX265" fmla="*/ 5599771 w 7472601"/>
              <a:gd name="connsiteY265" fmla="*/ 5509652 h 6858000"/>
              <a:gd name="connsiteX266" fmla="*/ 5548843 w 7472601"/>
              <a:gd name="connsiteY266" fmla="*/ 5563845 h 6858000"/>
              <a:gd name="connsiteX267" fmla="*/ 5940952 w 7472601"/>
              <a:gd name="connsiteY267" fmla="*/ 6250028 h 6858000"/>
              <a:gd name="connsiteX268" fmla="*/ 6043441 w 7472601"/>
              <a:gd name="connsiteY268" fmla="*/ 6665847 h 6858000"/>
              <a:gd name="connsiteX269" fmla="*/ 6093432 w 7472601"/>
              <a:gd name="connsiteY269" fmla="*/ 6858000 h 6858000"/>
              <a:gd name="connsiteX270" fmla="*/ 6034344 w 7472601"/>
              <a:gd name="connsiteY270" fmla="*/ 6858000 h 6858000"/>
              <a:gd name="connsiteX271" fmla="*/ 6026679 w 7472601"/>
              <a:gd name="connsiteY271" fmla="*/ 6836959 h 6858000"/>
              <a:gd name="connsiteX272" fmla="*/ 5800441 w 7472601"/>
              <a:gd name="connsiteY272" fmla="*/ 6335286 h 6858000"/>
              <a:gd name="connsiteX273" fmla="*/ 5526562 w 7472601"/>
              <a:gd name="connsiteY273" fmla="*/ 5705388 h 6858000"/>
              <a:gd name="connsiteX274" fmla="*/ 5519640 w 7472601"/>
              <a:gd name="connsiteY274" fmla="*/ 5683774 h 6858000"/>
              <a:gd name="connsiteX275" fmla="*/ 5844559 w 7472601"/>
              <a:gd name="connsiteY275" fmla="*/ 6553349 h 6858000"/>
              <a:gd name="connsiteX276" fmla="*/ 5975994 w 7472601"/>
              <a:gd name="connsiteY276" fmla="*/ 6858000 h 6858000"/>
              <a:gd name="connsiteX277" fmla="*/ 5898547 w 7472601"/>
              <a:gd name="connsiteY277" fmla="*/ 6858000 h 6858000"/>
              <a:gd name="connsiteX278" fmla="*/ 5682041 w 7472601"/>
              <a:gd name="connsiteY278" fmla="*/ 6355860 h 6858000"/>
              <a:gd name="connsiteX279" fmla="*/ 5461758 w 7472601"/>
              <a:gd name="connsiteY279" fmla="*/ 5820220 h 6858000"/>
              <a:gd name="connsiteX280" fmla="*/ 5237282 w 7472601"/>
              <a:gd name="connsiteY280" fmla="*/ 6579086 h 6858000"/>
              <a:gd name="connsiteX281" fmla="*/ 5115009 w 7472601"/>
              <a:gd name="connsiteY281" fmla="*/ 6858000 h 6858000"/>
              <a:gd name="connsiteX282" fmla="*/ 5028074 w 7472601"/>
              <a:gd name="connsiteY282" fmla="*/ 6858000 h 6858000"/>
              <a:gd name="connsiteX283" fmla="*/ 5079508 w 7472601"/>
              <a:gd name="connsiteY283" fmla="*/ 6749074 h 6858000"/>
              <a:gd name="connsiteX284" fmla="*/ 5371846 w 7472601"/>
              <a:gd name="connsiteY284" fmla="*/ 5924413 h 6858000"/>
              <a:gd name="connsiteX285" fmla="*/ 5270512 w 7472601"/>
              <a:gd name="connsiteY285" fmla="*/ 6138975 h 6858000"/>
              <a:gd name="connsiteX286" fmla="*/ 5062409 w 7472601"/>
              <a:gd name="connsiteY286" fmla="*/ 6653544 h 6858000"/>
              <a:gd name="connsiteX287" fmla="*/ 5036628 w 7472601"/>
              <a:gd name="connsiteY287" fmla="*/ 6754247 h 6858000"/>
              <a:gd name="connsiteX288" fmla="*/ 5009112 w 7472601"/>
              <a:gd name="connsiteY288" fmla="*/ 6858000 h 6858000"/>
              <a:gd name="connsiteX289" fmla="*/ 4976679 w 7472601"/>
              <a:gd name="connsiteY289" fmla="*/ 6858000 h 6858000"/>
              <a:gd name="connsiteX290" fmla="*/ 5006537 w 7472601"/>
              <a:gd name="connsiteY290" fmla="*/ 6747068 h 6858000"/>
              <a:gd name="connsiteX291" fmla="*/ 5032723 w 7472601"/>
              <a:gd name="connsiteY291" fmla="*/ 6644957 h 6858000"/>
              <a:gd name="connsiteX292" fmla="*/ 5242949 w 7472601"/>
              <a:gd name="connsiteY292" fmla="*/ 6125175 h 6858000"/>
              <a:gd name="connsiteX293" fmla="*/ 5286321 w 7472601"/>
              <a:gd name="connsiteY293" fmla="*/ 6033555 h 6858000"/>
              <a:gd name="connsiteX294" fmla="*/ 5008210 w 7472601"/>
              <a:gd name="connsiteY294" fmla="*/ 6649194 h 6858000"/>
              <a:gd name="connsiteX295" fmla="*/ 4986321 w 7472601"/>
              <a:gd name="connsiteY295" fmla="*/ 6765687 h 6858000"/>
              <a:gd name="connsiteX296" fmla="*/ 4973474 w 7472601"/>
              <a:gd name="connsiteY296" fmla="*/ 6858000 h 6858000"/>
              <a:gd name="connsiteX297" fmla="*/ 4907178 w 7472601"/>
              <a:gd name="connsiteY297" fmla="*/ 6858000 h 6858000"/>
              <a:gd name="connsiteX298" fmla="*/ 4910810 w 7472601"/>
              <a:gd name="connsiteY298" fmla="*/ 6829660 h 6858000"/>
              <a:gd name="connsiteX299" fmla="*/ 4987461 w 7472601"/>
              <a:gd name="connsiteY299" fmla="*/ 6432994 h 6858000"/>
              <a:gd name="connsiteX300" fmla="*/ 5179262 w 7472601"/>
              <a:gd name="connsiteY300" fmla="*/ 6035044 h 6858000"/>
              <a:gd name="connsiteX301" fmla="*/ 4689678 w 7472601"/>
              <a:gd name="connsiteY301" fmla="*/ 6440241 h 6858000"/>
              <a:gd name="connsiteX302" fmla="*/ 4477543 w 7472601"/>
              <a:gd name="connsiteY302" fmla="*/ 6674836 h 6858000"/>
              <a:gd name="connsiteX303" fmla="*/ 4329957 w 7472601"/>
              <a:gd name="connsiteY303" fmla="*/ 6858000 h 6858000"/>
              <a:gd name="connsiteX304" fmla="*/ 4218595 w 7472601"/>
              <a:gd name="connsiteY304" fmla="*/ 6858000 h 6858000"/>
              <a:gd name="connsiteX305" fmla="*/ 4368888 w 7472601"/>
              <a:gd name="connsiteY305" fmla="*/ 6668412 h 6858000"/>
              <a:gd name="connsiteX306" fmla="*/ 4563091 w 7472601"/>
              <a:gd name="connsiteY306" fmla="*/ 6442508 h 6858000"/>
              <a:gd name="connsiteX307" fmla="*/ 5387324 w 7472601"/>
              <a:gd name="connsiteY307" fmla="*/ 5705830 h 6858000"/>
              <a:gd name="connsiteX308" fmla="*/ 5073620 w 7472601"/>
              <a:gd name="connsiteY308" fmla="*/ 5955437 h 6858000"/>
              <a:gd name="connsiteX309" fmla="*/ 4689789 w 7472601"/>
              <a:gd name="connsiteY309" fmla="*/ 6268382 h 6858000"/>
              <a:gd name="connsiteX310" fmla="*/ 4418722 w 7472601"/>
              <a:gd name="connsiteY310" fmla="*/ 6570886 h 6858000"/>
              <a:gd name="connsiteX311" fmla="*/ 4214944 w 7472601"/>
              <a:gd name="connsiteY311" fmla="*/ 6858000 h 6858000"/>
              <a:gd name="connsiteX312" fmla="*/ 4177898 w 7472601"/>
              <a:gd name="connsiteY312" fmla="*/ 6858000 h 6858000"/>
              <a:gd name="connsiteX313" fmla="*/ 4391597 w 7472601"/>
              <a:gd name="connsiteY313" fmla="*/ 6556370 h 6858000"/>
              <a:gd name="connsiteX314" fmla="*/ 4668889 w 7472601"/>
              <a:gd name="connsiteY314" fmla="*/ 6246399 h 6858000"/>
              <a:gd name="connsiteX315" fmla="*/ 5055427 w 7472601"/>
              <a:gd name="connsiteY315" fmla="*/ 5931476 h 6858000"/>
              <a:gd name="connsiteX316" fmla="*/ 5371814 w 7472601"/>
              <a:gd name="connsiteY316" fmla="*/ 5678975 h 6858000"/>
              <a:gd name="connsiteX317" fmla="*/ 4987918 w 7472601"/>
              <a:gd name="connsiteY317" fmla="*/ 5838701 h 6858000"/>
              <a:gd name="connsiteX318" fmla="*/ 4317146 w 7472601"/>
              <a:gd name="connsiteY318" fmla="*/ 6587716 h 6858000"/>
              <a:gd name="connsiteX319" fmla="*/ 4171627 w 7472601"/>
              <a:gd name="connsiteY319" fmla="*/ 6858000 h 6858000"/>
              <a:gd name="connsiteX320" fmla="*/ 4081585 w 7472601"/>
              <a:gd name="connsiteY320" fmla="*/ 6858000 h 6858000"/>
              <a:gd name="connsiteX321" fmla="*/ 4238603 w 7472601"/>
              <a:gd name="connsiteY321" fmla="*/ 6559341 h 6858000"/>
              <a:gd name="connsiteX322" fmla="*/ 4778333 w 7472601"/>
              <a:gd name="connsiteY322" fmla="*/ 5873626 h 6858000"/>
              <a:gd name="connsiteX323" fmla="*/ 5414185 w 7472601"/>
              <a:gd name="connsiteY323" fmla="*/ 5573882 h 6858000"/>
              <a:gd name="connsiteX324" fmla="*/ 5959648 w 7472601"/>
              <a:gd name="connsiteY324" fmla="*/ 4760797 h 6858000"/>
              <a:gd name="connsiteX325" fmla="*/ 5355019 w 7472601"/>
              <a:gd name="connsiteY325" fmla="*/ 4734672 h 6858000"/>
              <a:gd name="connsiteX326" fmla="*/ 5083565 w 7472601"/>
              <a:gd name="connsiteY326" fmla="*/ 5179121 h 6858000"/>
              <a:gd name="connsiteX327" fmla="*/ 4713577 w 7472601"/>
              <a:gd name="connsiteY327" fmla="*/ 5616803 h 6858000"/>
              <a:gd name="connsiteX328" fmla="*/ 3989559 w 7472601"/>
              <a:gd name="connsiteY328" fmla="*/ 6145945 h 6858000"/>
              <a:gd name="connsiteX329" fmla="*/ 3939824 w 7472601"/>
              <a:gd name="connsiteY329" fmla="*/ 6066900 h 6858000"/>
              <a:gd name="connsiteX330" fmla="*/ 4584537 w 7472601"/>
              <a:gd name="connsiteY330" fmla="*/ 5324826 h 6858000"/>
              <a:gd name="connsiteX331" fmla="*/ 5037105 w 7472601"/>
              <a:gd name="connsiteY331" fmla="*/ 5088765 h 6858000"/>
              <a:gd name="connsiteX332" fmla="*/ 5039930 w 7472601"/>
              <a:gd name="connsiteY332" fmla="*/ 5089585 h 6858000"/>
              <a:gd name="connsiteX333" fmla="*/ 5263764 w 7472601"/>
              <a:gd name="connsiteY333" fmla="*/ 4735525 h 6858000"/>
              <a:gd name="connsiteX334" fmla="*/ 4086300 w 7472601"/>
              <a:gd name="connsiteY334" fmla="*/ 4884599 h 6858000"/>
              <a:gd name="connsiteX335" fmla="*/ 4085485 w 7472601"/>
              <a:gd name="connsiteY335" fmla="*/ 4899070 h 6858000"/>
              <a:gd name="connsiteX336" fmla="*/ 3871915 w 7472601"/>
              <a:gd name="connsiteY336" fmla="*/ 5253645 h 6858000"/>
              <a:gd name="connsiteX337" fmla="*/ 3799374 w 7472601"/>
              <a:gd name="connsiteY337" fmla="*/ 5466127 h 6858000"/>
              <a:gd name="connsiteX338" fmla="*/ 3498850 w 7472601"/>
              <a:gd name="connsiteY338" fmla="*/ 6661888 h 6858000"/>
              <a:gd name="connsiteX339" fmla="*/ 3399216 w 7472601"/>
              <a:gd name="connsiteY339" fmla="*/ 6858000 h 6858000"/>
              <a:gd name="connsiteX340" fmla="*/ 3303688 w 7472601"/>
              <a:gd name="connsiteY340" fmla="*/ 6858000 h 6858000"/>
              <a:gd name="connsiteX341" fmla="*/ 3391774 w 7472601"/>
              <a:gd name="connsiteY341" fmla="*/ 6697181 h 6858000"/>
              <a:gd name="connsiteX342" fmla="*/ 3735540 w 7472601"/>
              <a:gd name="connsiteY342" fmla="*/ 5546923 h 6858000"/>
              <a:gd name="connsiteX343" fmla="*/ 3729438 w 7472601"/>
              <a:gd name="connsiteY343" fmla="*/ 5569058 h 6858000"/>
              <a:gd name="connsiteX344" fmla="*/ 3707782 w 7472601"/>
              <a:gd name="connsiteY344" fmla="*/ 5644908 h 6858000"/>
              <a:gd name="connsiteX345" fmla="*/ 3583827 w 7472601"/>
              <a:gd name="connsiteY345" fmla="*/ 6039215 h 6858000"/>
              <a:gd name="connsiteX346" fmla="*/ 3547861 w 7472601"/>
              <a:gd name="connsiteY346" fmla="*/ 6129609 h 6858000"/>
              <a:gd name="connsiteX347" fmla="*/ 3490905 w 7472601"/>
              <a:gd name="connsiteY347" fmla="*/ 6277660 h 6858000"/>
              <a:gd name="connsiteX348" fmla="*/ 3455859 w 7472601"/>
              <a:gd name="connsiteY348" fmla="*/ 6391301 h 6858000"/>
              <a:gd name="connsiteX349" fmla="*/ 3429112 w 7472601"/>
              <a:gd name="connsiteY349" fmla="*/ 6479469 h 6858000"/>
              <a:gd name="connsiteX350" fmla="*/ 3304862 w 7472601"/>
              <a:gd name="connsiteY350" fmla="*/ 6796476 h 6858000"/>
              <a:gd name="connsiteX351" fmla="*/ 3276071 w 7472601"/>
              <a:gd name="connsiteY351" fmla="*/ 6858000 h 6858000"/>
              <a:gd name="connsiteX352" fmla="*/ 3240805 w 7472601"/>
              <a:gd name="connsiteY352" fmla="*/ 6858000 h 6858000"/>
              <a:gd name="connsiteX353" fmla="*/ 3275917 w 7472601"/>
              <a:gd name="connsiteY353" fmla="*/ 6783192 h 6858000"/>
              <a:gd name="connsiteX354" fmla="*/ 3399358 w 7472601"/>
              <a:gd name="connsiteY354" fmla="*/ 6469011 h 6858000"/>
              <a:gd name="connsiteX355" fmla="*/ 3425650 w 7472601"/>
              <a:gd name="connsiteY355" fmla="*/ 6381333 h 6858000"/>
              <a:gd name="connsiteX356" fmla="*/ 3460661 w 7472601"/>
              <a:gd name="connsiteY356" fmla="*/ 6266763 h 6858000"/>
              <a:gd name="connsiteX357" fmla="*/ 3518021 w 7472601"/>
              <a:gd name="connsiteY357" fmla="*/ 6117298 h 6858000"/>
              <a:gd name="connsiteX358" fmla="*/ 3554035 w 7472601"/>
              <a:gd name="connsiteY358" fmla="*/ 6027832 h 6858000"/>
              <a:gd name="connsiteX359" fmla="*/ 3677174 w 7472601"/>
              <a:gd name="connsiteY359" fmla="*/ 5636351 h 6858000"/>
              <a:gd name="connsiteX360" fmla="*/ 3698819 w 7472601"/>
              <a:gd name="connsiteY360" fmla="*/ 5560503 h 6858000"/>
              <a:gd name="connsiteX361" fmla="*/ 3702094 w 7472601"/>
              <a:gd name="connsiteY361" fmla="*/ 5549194 h 6858000"/>
              <a:gd name="connsiteX362" fmla="*/ 3398355 w 7472601"/>
              <a:gd name="connsiteY362" fmla="*/ 6094603 h 6858000"/>
              <a:gd name="connsiteX363" fmla="*/ 3193941 w 7472601"/>
              <a:gd name="connsiteY363" fmla="*/ 6798775 h 6858000"/>
              <a:gd name="connsiteX364" fmla="*/ 3184140 w 7472601"/>
              <a:gd name="connsiteY364" fmla="*/ 6858000 h 6858000"/>
              <a:gd name="connsiteX365" fmla="*/ 3099978 w 7472601"/>
              <a:gd name="connsiteY365" fmla="*/ 6858000 h 6858000"/>
              <a:gd name="connsiteX366" fmla="*/ 3101556 w 7472601"/>
              <a:gd name="connsiteY366" fmla="*/ 6843337 h 6858000"/>
              <a:gd name="connsiteX367" fmla="*/ 3370162 w 7472601"/>
              <a:gd name="connsiteY367" fmla="*/ 5785550 h 6858000"/>
              <a:gd name="connsiteX368" fmla="*/ 3746477 w 7472601"/>
              <a:gd name="connsiteY368" fmla="*/ 5377889 h 6858000"/>
              <a:gd name="connsiteX369" fmla="*/ 3863399 w 7472601"/>
              <a:gd name="connsiteY369" fmla="*/ 5087257 h 6858000"/>
              <a:gd name="connsiteX370" fmla="*/ 3968712 w 7472601"/>
              <a:gd name="connsiteY370" fmla="*/ 4913989 h 6858000"/>
              <a:gd name="connsiteX371" fmla="*/ 2792390 w 7472601"/>
              <a:gd name="connsiteY371" fmla="*/ 5382974 h 6858000"/>
              <a:gd name="connsiteX372" fmla="*/ 2714982 w 7472601"/>
              <a:gd name="connsiteY372" fmla="*/ 5427051 h 6858000"/>
              <a:gd name="connsiteX373" fmla="*/ 2813361 w 7472601"/>
              <a:gd name="connsiteY373" fmla="*/ 6023912 h 6858000"/>
              <a:gd name="connsiteX374" fmla="*/ 2688430 w 7472601"/>
              <a:gd name="connsiteY374" fmla="*/ 6801564 h 6858000"/>
              <a:gd name="connsiteX375" fmla="*/ 2629626 w 7472601"/>
              <a:gd name="connsiteY375" fmla="*/ 6763394 h 6858000"/>
              <a:gd name="connsiteX376" fmla="*/ 2565328 w 7472601"/>
              <a:gd name="connsiteY376" fmla="*/ 5516399 h 6858000"/>
              <a:gd name="connsiteX377" fmla="*/ 1922999 w 7472601"/>
              <a:gd name="connsiteY377" fmla="*/ 5980343 h 6858000"/>
              <a:gd name="connsiteX378" fmla="*/ 1950261 w 7472601"/>
              <a:gd name="connsiteY378" fmla="*/ 6405858 h 6858000"/>
              <a:gd name="connsiteX379" fmla="*/ 2365554 w 7472601"/>
              <a:gd name="connsiteY379" fmla="*/ 6759107 h 6858000"/>
              <a:gd name="connsiteX380" fmla="*/ 2424142 w 7472601"/>
              <a:gd name="connsiteY380" fmla="*/ 6858000 h 6858000"/>
              <a:gd name="connsiteX381" fmla="*/ 2395994 w 7472601"/>
              <a:gd name="connsiteY381" fmla="*/ 6858000 h 6858000"/>
              <a:gd name="connsiteX382" fmla="*/ 2392863 w 7472601"/>
              <a:gd name="connsiteY382" fmla="*/ 6852964 h 6858000"/>
              <a:gd name="connsiteX383" fmla="*/ 2017589 w 7472601"/>
              <a:gd name="connsiteY383" fmla="*/ 6493982 h 6858000"/>
              <a:gd name="connsiteX384" fmla="*/ 2147336 w 7472601"/>
              <a:gd name="connsiteY384" fmla="*/ 6594052 h 6858000"/>
              <a:gd name="connsiteX385" fmla="*/ 2207047 w 7472601"/>
              <a:gd name="connsiteY385" fmla="*/ 6654540 h 6858000"/>
              <a:gd name="connsiteX386" fmla="*/ 2299106 w 7472601"/>
              <a:gd name="connsiteY386" fmla="*/ 6778931 h 6858000"/>
              <a:gd name="connsiteX387" fmla="*/ 2314430 w 7472601"/>
              <a:gd name="connsiteY387" fmla="*/ 6801144 h 6858000"/>
              <a:gd name="connsiteX388" fmla="*/ 2352406 w 7472601"/>
              <a:gd name="connsiteY388" fmla="*/ 6858000 h 6858000"/>
              <a:gd name="connsiteX389" fmla="*/ 2314492 w 7472601"/>
              <a:gd name="connsiteY389" fmla="*/ 6858000 h 6858000"/>
              <a:gd name="connsiteX390" fmla="*/ 2288095 w 7472601"/>
              <a:gd name="connsiteY390" fmla="*/ 6818030 h 6858000"/>
              <a:gd name="connsiteX391" fmla="*/ 2272768 w 7472601"/>
              <a:gd name="connsiteY391" fmla="*/ 6795822 h 6858000"/>
              <a:gd name="connsiteX392" fmla="*/ 2182715 w 7472601"/>
              <a:gd name="connsiteY392" fmla="*/ 6675071 h 6858000"/>
              <a:gd name="connsiteX393" fmla="*/ 2032061 w 7472601"/>
              <a:gd name="connsiteY393" fmla="*/ 6541380 h 6858000"/>
              <a:gd name="connsiteX394" fmla="*/ 2257220 w 7472601"/>
              <a:gd name="connsiteY394" fmla="*/ 6826257 h 6858000"/>
              <a:gd name="connsiteX395" fmla="*/ 2281324 w 7472601"/>
              <a:gd name="connsiteY395" fmla="*/ 6858000 h 6858000"/>
              <a:gd name="connsiteX396" fmla="*/ 2242860 w 7472601"/>
              <a:gd name="connsiteY396" fmla="*/ 6858000 h 6858000"/>
              <a:gd name="connsiteX397" fmla="*/ 2232818 w 7472601"/>
              <a:gd name="connsiteY397" fmla="*/ 6844926 h 6858000"/>
              <a:gd name="connsiteX398" fmla="*/ 1990172 w 7472601"/>
              <a:gd name="connsiteY398" fmla="*/ 6542121 h 6858000"/>
              <a:gd name="connsiteX399" fmla="*/ 2124090 w 7472601"/>
              <a:gd name="connsiteY399" fmla="*/ 6761017 h 6858000"/>
              <a:gd name="connsiteX400" fmla="*/ 2200380 w 7472601"/>
              <a:gd name="connsiteY400" fmla="*/ 6858000 h 6858000"/>
              <a:gd name="connsiteX401" fmla="*/ 2147507 w 7472601"/>
              <a:gd name="connsiteY401" fmla="*/ 6858000 h 6858000"/>
              <a:gd name="connsiteX402" fmla="*/ 2070668 w 7472601"/>
              <a:gd name="connsiteY402" fmla="*/ 6761520 h 6858000"/>
              <a:gd name="connsiteX403" fmla="*/ 1975142 w 7472601"/>
              <a:gd name="connsiteY403" fmla="*/ 6585570 h 6858000"/>
              <a:gd name="connsiteX404" fmla="*/ 2050035 w 7472601"/>
              <a:gd name="connsiteY404" fmla="*/ 6813345 h 6858000"/>
              <a:gd name="connsiteX405" fmla="*/ 2063025 w 7472601"/>
              <a:gd name="connsiteY405" fmla="*/ 6858000 h 6858000"/>
              <a:gd name="connsiteX406" fmla="*/ 2021675 w 7472601"/>
              <a:gd name="connsiteY406" fmla="*/ 6858000 h 6858000"/>
              <a:gd name="connsiteX407" fmla="*/ 2019308 w 7472601"/>
              <a:gd name="connsiteY407" fmla="*/ 6847118 h 6858000"/>
              <a:gd name="connsiteX408" fmla="*/ 1938835 w 7472601"/>
              <a:gd name="connsiteY408" fmla="*/ 6551160 h 6858000"/>
              <a:gd name="connsiteX409" fmla="*/ 1953230 w 7472601"/>
              <a:gd name="connsiteY409" fmla="*/ 6759699 h 6858000"/>
              <a:gd name="connsiteX410" fmla="*/ 1956763 w 7472601"/>
              <a:gd name="connsiteY410" fmla="*/ 6778191 h 6858000"/>
              <a:gd name="connsiteX411" fmla="*/ 1967925 w 7472601"/>
              <a:gd name="connsiteY411" fmla="*/ 6858000 h 6858000"/>
              <a:gd name="connsiteX412" fmla="*/ 1936622 w 7472601"/>
              <a:gd name="connsiteY412" fmla="*/ 6858000 h 6858000"/>
              <a:gd name="connsiteX413" fmla="*/ 1926261 w 7472601"/>
              <a:gd name="connsiteY413" fmla="*/ 6784064 h 6858000"/>
              <a:gd name="connsiteX414" fmla="*/ 1922724 w 7472601"/>
              <a:gd name="connsiteY414" fmla="*/ 6765577 h 6858000"/>
              <a:gd name="connsiteX415" fmla="*/ 1904650 w 7472601"/>
              <a:gd name="connsiteY415" fmla="*/ 6639616 h 6858000"/>
              <a:gd name="connsiteX416" fmla="*/ 1885273 w 7472601"/>
              <a:gd name="connsiteY416" fmla="*/ 6858000 h 6858000"/>
              <a:gd name="connsiteX417" fmla="*/ 1854363 w 7472601"/>
              <a:gd name="connsiteY417" fmla="*/ 6858000 h 6858000"/>
              <a:gd name="connsiteX418" fmla="*/ 1880391 w 7472601"/>
              <a:gd name="connsiteY418" fmla="*/ 6603796 h 6858000"/>
              <a:gd name="connsiteX419" fmla="*/ 1818273 w 7472601"/>
              <a:gd name="connsiteY419" fmla="*/ 6715729 h 6858000"/>
              <a:gd name="connsiteX420" fmla="*/ 1794691 w 7472601"/>
              <a:gd name="connsiteY420" fmla="*/ 6843239 h 6858000"/>
              <a:gd name="connsiteX421" fmla="*/ 1794914 w 7472601"/>
              <a:gd name="connsiteY421" fmla="*/ 6858000 h 6858000"/>
              <a:gd name="connsiteX422" fmla="*/ 1746128 w 7472601"/>
              <a:gd name="connsiteY422" fmla="*/ 6858000 h 6858000"/>
              <a:gd name="connsiteX423" fmla="*/ 1753934 w 7472601"/>
              <a:gd name="connsiteY423" fmla="*/ 6724796 h 6858000"/>
              <a:gd name="connsiteX424" fmla="*/ 1792053 w 7472601"/>
              <a:gd name="connsiteY424" fmla="*/ 6572396 h 6858000"/>
              <a:gd name="connsiteX425" fmla="*/ 1862248 w 7472601"/>
              <a:gd name="connsiteY425" fmla="*/ 6266397 h 6858000"/>
              <a:gd name="connsiteX426" fmla="*/ 1862250 w 7472601"/>
              <a:gd name="connsiteY426" fmla="*/ 6033531 h 6858000"/>
              <a:gd name="connsiteX427" fmla="*/ 1211999 w 7472601"/>
              <a:gd name="connsiteY427" fmla="*/ 6683610 h 6858000"/>
              <a:gd name="connsiteX428" fmla="*/ 1213266 w 7472601"/>
              <a:gd name="connsiteY428" fmla="*/ 6691947 h 6858000"/>
              <a:gd name="connsiteX429" fmla="*/ 1203370 w 7472601"/>
              <a:gd name="connsiteY429" fmla="*/ 6850676 h 6858000"/>
              <a:gd name="connsiteX430" fmla="*/ 1203671 w 7472601"/>
              <a:gd name="connsiteY430" fmla="*/ 6858000 h 6858000"/>
              <a:gd name="connsiteX431" fmla="*/ 1143180 w 7472601"/>
              <a:gd name="connsiteY431" fmla="*/ 6858000 h 6858000"/>
              <a:gd name="connsiteX432" fmla="*/ 1142176 w 7472601"/>
              <a:gd name="connsiteY432" fmla="*/ 6766045 h 6858000"/>
              <a:gd name="connsiteX433" fmla="*/ 1067484 w 7472601"/>
              <a:gd name="connsiteY433" fmla="*/ 6858000 h 6858000"/>
              <a:gd name="connsiteX434" fmla="*/ 953928 w 7472601"/>
              <a:gd name="connsiteY434" fmla="*/ 6858000 h 6858000"/>
              <a:gd name="connsiteX435" fmla="*/ 959715 w 7472601"/>
              <a:gd name="connsiteY435" fmla="*/ 6850185 h 6858000"/>
              <a:gd name="connsiteX436" fmla="*/ 1483788 w 7472601"/>
              <a:gd name="connsiteY436" fmla="*/ 6259174 h 6858000"/>
              <a:gd name="connsiteX437" fmla="*/ 1100671 w 7472601"/>
              <a:gd name="connsiteY437" fmla="*/ 6252137 h 6858000"/>
              <a:gd name="connsiteX438" fmla="*/ 1090144 w 7472601"/>
              <a:gd name="connsiteY438" fmla="*/ 6256748 h 6858000"/>
              <a:gd name="connsiteX439" fmla="*/ 1095872 w 7472601"/>
              <a:gd name="connsiteY439" fmla="*/ 6271892 h 6858000"/>
              <a:gd name="connsiteX440" fmla="*/ 262785 w 7472601"/>
              <a:gd name="connsiteY440" fmla="*/ 6845450 h 6858000"/>
              <a:gd name="connsiteX441" fmla="*/ 209968 w 7472601"/>
              <a:gd name="connsiteY441" fmla="*/ 6770713 h 6858000"/>
              <a:gd name="connsiteX442" fmla="*/ 873460 w 7472601"/>
              <a:gd name="connsiteY442" fmla="*/ 6253768 h 6858000"/>
              <a:gd name="connsiteX443" fmla="*/ 192686 w 7472601"/>
              <a:gd name="connsiteY443" fmla="*/ 5849257 h 6858000"/>
              <a:gd name="connsiteX444" fmla="*/ 4696 w 7472601"/>
              <a:gd name="connsiteY444" fmla="*/ 5697668 h 6858000"/>
              <a:gd name="connsiteX445" fmla="*/ 0 w 7472601"/>
              <a:gd name="connsiteY445" fmla="*/ 5689984 h 6858000"/>
              <a:gd name="connsiteX446" fmla="*/ 0 w 7472601"/>
              <a:gd name="connsiteY446" fmla="*/ 5513472 h 6858000"/>
              <a:gd name="connsiteX447" fmla="*/ 174101 w 7472601"/>
              <a:gd name="connsiteY447" fmla="*/ 5620277 h 6858000"/>
              <a:gd name="connsiteX448" fmla="*/ 891800 w 7472601"/>
              <a:gd name="connsiteY448" fmla="*/ 6036935 h 6858000"/>
              <a:gd name="connsiteX449" fmla="*/ 1072219 w 7472601"/>
              <a:gd name="connsiteY449" fmla="*/ 6169443 h 6858000"/>
              <a:gd name="connsiteX450" fmla="*/ 1074117 w 7472601"/>
              <a:gd name="connsiteY450" fmla="*/ 6170301 h 6858000"/>
              <a:gd name="connsiteX451" fmla="*/ 1083114 w 7472601"/>
              <a:gd name="connsiteY451" fmla="*/ 6174131 h 6858000"/>
              <a:gd name="connsiteX452" fmla="*/ 1543010 w 7472601"/>
              <a:gd name="connsiteY452" fmla="*/ 6191140 h 6858000"/>
              <a:gd name="connsiteX453" fmla="*/ 1551080 w 7472601"/>
              <a:gd name="connsiteY453" fmla="*/ 6195006 h 6858000"/>
              <a:gd name="connsiteX454" fmla="*/ 2345443 w 7472601"/>
              <a:gd name="connsiteY454" fmla="*/ 5549882 h 6858000"/>
              <a:gd name="connsiteX455" fmla="*/ 1721499 w 7472601"/>
              <a:gd name="connsiteY455" fmla="*/ 5599969 h 6858000"/>
              <a:gd name="connsiteX456" fmla="*/ 767716 w 7472601"/>
              <a:gd name="connsiteY456" fmla="*/ 5472768 h 6858000"/>
              <a:gd name="connsiteX457" fmla="*/ 722147 w 7472601"/>
              <a:gd name="connsiteY457" fmla="*/ 5393091 h 6858000"/>
              <a:gd name="connsiteX458" fmla="*/ 1485552 w 7472601"/>
              <a:gd name="connsiteY458" fmla="*/ 5313202 h 6858000"/>
              <a:gd name="connsiteX459" fmla="*/ 2143004 w 7472601"/>
              <a:gd name="connsiteY459" fmla="*/ 5402420 h 6858000"/>
              <a:gd name="connsiteX460" fmla="*/ 1933391 w 7472601"/>
              <a:gd name="connsiteY460" fmla="*/ 5156971 h 6858000"/>
              <a:gd name="connsiteX461" fmla="*/ 1827118 w 7472601"/>
              <a:gd name="connsiteY461" fmla="*/ 4968410 h 6858000"/>
              <a:gd name="connsiteX462" fmla="*/ 1837349 w 7472601"/>
              <a:gd name="connsiteY462" fmla="*/ 4956357 h 6858000"/>
              <a:gd name="connsiteX463" fmla="*/ 2162835 w 7472601"/>
              <a:gd name="connsiteY463" fmla="*/ 5187853 h 6858000"/>
              <a:gd name="connsiteX464" fmla="*/ 2257167 w 7472601"/>
              <a:gd name="connsiteY464" fmla="*/ 5462123 h 6858000"/>
              <a:gd name="connsiteX465" fmla="*/ 2261598 w 7472601"/>
              <a:gd name="connsiteY465" fmla="*/ 5467998 h 6858000"/>
              <a:gd name="connsiteX466" fmla="*/ 2437177 w 7472601"/>
              <a:gd name="connsiteY466" fmla="*/ 5479608 h 6858000"/>
              <a:gd name="connsiteX467" fmla="*/ 2445247 w 7472601"/>
              <a:gd name="connsiteY467" fmla="*/ 5483476 h 6858000"/>
              <a:gd name="connsiteX468" fmla="*/ 2743626 w 7472601"/>
              <a:gd name="connsiteY468" fmla="*/ 5304819 h 6858000"/>
              <a:gd name="connsiteX469" fmla="*/ 3048102 w 7472601"/>
              <a:gd name="connsiteY469" fmla="*/ 5150595 h 6858000"/>
              <a:gd name="connsiteX470" fmla="*/ 1799414 w 7472601"/>
              <a:gd name="connsiteY470" fmla="*/ 4694732 h 6858000"/>
              <a:gd name="connsiteX471" fmla="*/ 1771735 w 7472601"/>
              <a:gd name="connsiteY471" fmla="*/ 4619929 h 6858000"/>
              <a:gd name="connsiteX472" fmla="*/ 3104273 w 7472601"/>
              <a:gd name="connsiteY472" fmla="*/ 5076159 h 6858000"/>
              <a:gd name="connsiteX473" fmla="*/ 3113245 w 7472601"/>
              <a:gd name="connsiteY473" fmla="*/ 5090705 h 6858000"/>
              <a:gd name="connsiteX474" fmla="*/ 3126294 w 7472601"/>
              <a:gd name="connsiteY474" fmla="*/ 5114400 h 6858000"/>
              <a:gd name="connsiteX475" fmla="*/ 3937433 w 7472601"/>
              <a:gd name="connsiteY475" fmla="*/ 4830473 h 6858000"/>
              <a:gd name="connsiteX476" fmla="*/ 3590475 w 7472601"/>
              <a:gd name="connsiteY476" fmla="*/ 4597974 h 6858000"/>
              <a:gd name="connsiteX477" fmla="*/ 3100264 w 7472601"/>
              <a:gd name="connsiteY477" fmla="*/ 4579845 h 6858000"/>
              <a:gd name="connsiteX478" fmla="*/ 2183576 w 7472601"/>
              <a:gd name="connsiteY478" fmla="*/ 4227150 h 6858000"/>
              <a:gd name="connsiteX479" fmla="*/ 2151029 w 7472601"/>
              <a:gd name="connsiteY479" fmla="*/ 4146947 h 6858000"/>
              <a:gd name="connsiteX480" fmla="*/ 3563434 w 7472601"/>
              <a:gd name="connsiteY480" fmla="*/ 4469115 h 6858000"/>
              <a:gd name="connsiteX481" fmla="*/ 3177952 w 7472601"/>
              <a:gd name="connsiteY481" fmla="*/ 3657386 h 6858000"/>
              <a:gd name="connsiteX482" fmla="*/ 3189263 w 7472601"/>
              <a:gd name="connsiteY482" fmla="*/ 3625726 h 6858000"/>
              <a:gd name="connsiteX483" fmla="*/ 3560912 w 7472601"/>
              <a:gd name="connsiteY483" fmla="*/ 4079863 h 6858000"/>
              <a:gd name="connsiteX484" fmla="*/ 3626636 w 7472601"/>
              <a:gd name="connsiteY484" fmla="*/ 4512230 h 6858000"/>
              <a:gd name="connsiteX485" fmla="*/ 3653088 w 7472601"/>
              <a:gd name="connsiteY485" fmla="*/ 4521417 h 6858000"/>
              <a:gd name="connsiteX486" fmla="*/ 3988128 w 7472601"/>
              <a:gd name="connsiteY486" fmla="*/ 4817267 h 6858000"/>
              <a:gd name="connsiteX487" fmla="*/ 4830582 w 7472601"/>
              <a:gd name="connsiteY487" fmla="*/ 4676000 h 6858000"/>
              <a:gd name="connsiteX488" fmla="*/ 4830100 w 7472601"/>
              <a:gd name="connsiteY488" fmla="*/ 4675554 h 6858000"/>
              <a:gd name="connsiteX489" fmla="*/ 4036318 w 7472601"/>
              <a:gd name="connsiteY489" fmla="*/ 4147013 h 6858000"/>
              <a:gd name="connsiteX490" fmla="*/ 3432098 w 7472601"/>
              <a:gd name="connsiteY490" fmla="*/ 3537312 h 6858000"/>
              <a:gd name="connsiteX491" fmla="*/ 3446761 w 7472601"/>
              <a:gd name="connsiteY491" fmla="*/ 3461278 h 6858000"/>
              <a:gd name="connsiteX492" fmla="*/ 4419733 w 7472601"/>
              <a:gd name="connsiteY492" fmla="*/ 3963555 h 6858000"/>
              <a:gd name="connsiteX493" fmla="*/ 4781371 w 7472601"/>
              <a:gd name="connsiteY493" fmla="*/ 4458604 h 6858000"/>
              <a:gd name="connsiteX494" fmla="*/ 4780440 w 7472601"/>
              <a:gd name="connsiteY494" fmla="*/ 4470290 h 6858000"/>
              <a:gd name="connsiteX495" fmla="*/ 4898954 w 7472601"/>
              <a:gd name="connsiteY495" fmla="*/ 4662092 h 6858000"/>
              <a:gd name="connsiteX496" fmla="*/ 4900699 w 7472601"/>
              <a:gd name="connsiteY496" fmla="*/ 4670867 h 6858000"/>
              <a:gd name="connsiteX497" fmla="*/ 5714511 w 7472601"/>
              <a:gd name="connsiteY497" fmla="*/ 4663483 h 6858000"/>
              <a:gd name="connsiteX498" fmla="*/ 5464793 w 7472601"/>
              <a:gd name="connsiteY498" fmla="*/ 4393556 h 6858000"/>
              <a:gd name="connsiteX499" fmla="*/ 5461897 w 7472601"/>
              <a:gd name="connsiteY499" fmla="*/ 4390879 h 6858000"/>
              <a:gd name="connsiteX500" fmla="*/ 4294126 w 7472601"/>
              <a:gd name="connsiteY500" fmla="*/ 3303048 h 6858000"/>
              <a:gd name="connsiteX501" fmla="*/ 4305321 w 7472601"/>
              <a:gd name="connsiteY501" fmla="*/ 3256953 h 6858000"/>
              <a:gd name="connsiteX502" fmla="*/ 4949299 w 7472601"/>
              <a:gd name="connsiteY502" fmla="*/ 3766336 h 6858000"/>
              <a:gd name="connsiteX503" fmla="*/ 5291452 w 7472601"/>
              <a:gd name="connsiteY503" fmla="*/ 4076801 h 6858000"/>
              <a:gd name="connsiteX504" fmla="*/ 5434998 w 7472601"/>
              <a:gd name="connsiteY504" fmla="*/ 4254100 h 6858000"/>
              <a:gd name="connsiteX505" fmla="*/ 5351015 w 7472601"/>
              <a:gd name="connsiteY505" fmla="*/ 3760989 h 6858000"/>
              <a:gd name="connsiteX506" fmla="*/ 5413780 w 7472601"/>
              <a:gd name="connsiteY506" fmla="*/ 2966265 h 6858000"/>
              <a:gd name="connsiteX507" fmla="*/ 5425627 w 7472601"/>
              <a:gd name="connsiteY507" fmla="*/ 2954192 h 6858000"/>
              <a:gd name="connsiteX508" fmla="*/ 6604735 w 7472601"/>
              <a:gd name="connsiteY508" fmla="*/ 2041381 h 6858000"/>
              <a:gd name="connsiteX509" fmla="*/ 7204487 w 7472601"/>
              <a:gd name="connsiteY509" fmla="*/ 2742112 h 6858000"/>
              <a:gd name="connsiteX510" fmla="*/ 7131592 w 7472601"/>
              <a:gd name="connsiteY510" fmla="*/ 2672096 h 6858000"/>
              <a:gd name="connsiteX511" fmla="*/ 6996344 w 7472601"/>
              <a:gd name="connsiteY511" fmla="*/ 2518310 h 6858000"/>
              <a:gd name="connsiteX512" fmla="*/ 6735495 w 7472601"/>
              <a:gd name="connsiteY512" fmla="*/ 2196890 h 6858000"/>
              <a:gd name="connsiteX513" fmla="*/ 6721901 w 7472601"/>
              <a:gd name="connsiteY513" fmla="*/ 2179274 h 6858000"/>
              <a:gd name="connsiteX514" fmla="*/ 6604735 w 7472601"/>
              <a:gd name="connsiteY514" fmla="*/ 2041381 h 6858000"/>
              <a:gd name="connsiteX515" fmla="*/ 6591670 w 7472601"/>
              <a:gd name="connsiteY515" fmla="*/ 1988277 h 6858000"/>
              <a:gd name="connsiteX516" fmla="*/ 6747349 w 7472601"/>
              <a:gd name="connsiteY516" fmla="*/ 2160069 h 6858000"/>
              <a:gd name="connsiteX517" fmla="*/ 6760943 w 7472601"/>
              <a:gd name="connsiteY517" fmla="*/ 2177686 h 6858000"/>
              <a:gd name="connsiteX518" fmla="*/ 7021065 w 7472601"/>
              <a:gd name="connsiteY518" fmla="*/ 2498102 h 6858000"/>
              <a:gd name="connsiteX519" fmla="*/ 7155223 w 7472601"/>
              <a:gd name="connsiteY519" fmla="*/ 2650386 h 6858000"/>
              <a:gd name="connsiteX520" fmla="*/ 7203167 w 7472601"/>
              <a:gd name="connsiteY520" fmla="*/ 2697288 h 6858000"/>
              <a:gd name="connsiteX521" fmla="*/ 6937703 w 7472601"/>
              <a:gd name="connsiteY521" fmla="*/ 2321981 h 6858000"/>
              <a:gd name="connsiteX522" fmla="*/ 6591670 w 7472601"/>
              <a:gd name="connsiteY522" fmla="*/ 1988277 h 6858000"/>
              <a:gd name="connsiteX523" fmla="*/ 5798671 w 7472601"/>
              <a:gd name="connsiteY523" fmla="*/ 1981601 h 6858000"/>
              <a:gd name="connsiteX524" fmla="*/ 5754709 w 7472601"/>
              <a:gd name="connsiteY524" fmla="*/ 2071454 h 6858000"/>
              <a:gd name="connsiteX525" fmla="*/ 5763044 w 7472601"/>
              <a:gd name="connsiteY525" fmla="*/ 2842206 h 6858000"/>
              <a:gd name="connsiteX526" fmla="*/ 5764974 w 7472601"/>
              <a:gd name="connsiteY526" fmla="*/ 2799609 h 6858000"/>
              <a:gd name="connsiteX527" fmla="*/ 5767665 w 7472601"/>
              <a:gd name="connsiteY527" fmla="*/ 2666409 h 6858000"/>
              <a:gd name="connsiteX528" fmla="*/ 5763055 w 7472601"/>
              <a:gd name="connsiteY528" fmla="*/ 2579705 h 6858000"/>
              <a:gd name="connsiteX529" fmla="*/ 5758079 w 7472601"/>
              <a:gd name="connsiteY529" fmla="*/ 2492508 h 6858000"/>
              <a:gd name="connsiteX530" fmla="*/ 5779325 w 7472601"/>
              <a:gd name="connsiteY530" fmla="*/ 2197069 h 6858000"/>
              <a:gd name="connsiteX531" fmla="*/ 5798671 w 7472601"/>
              <a:gd name="connsiteY531" fmla="*/ 1981601 h 6858000"/>
              <a:gd name="connsiteX532" fmla="*/ 5829202 w 7472601"/>
              <a:gd name="connsiteY532" fmla="*/ 1971679 h 6858000"/>
              <a:gd name="connsiteX533" fmla="*/ 5809558 w 7472601"/>
              <a:gd name="connsiteY533" fmla="*/ 2198043 h 6858000"/>
              <a:gd name="connsiteX534" fmla="*/ 5788653 w 7472601"/>
              <a:gd name="connsiteY534" fmla="*/ 2489430 h 6858000"/>
              <a:gd name="connsiteX535" fmla="*/ 5793439 w 7472601"/>
              <a:gd name="connsiteY535" fmla="*/ 2575235 h 6858000"/>
              <a:gd name="connsiteX536" fmla="*/ 5796837 w 7472601"/>
              <a:gd name="connsiteY536" fmla="*/ 2637633 h 6858000"/>
              <a:gd name="connsiteX537" fmla="*/ 5818614 w 7472601"/>
              <a:gd name="connsiteY537" fmla="*/ 2473055 h 6858000"/>
              <a:gd name="connsiteX538" fmla="*/ 5829202 w 7472601"/>
              <a:gd name="connsiteY538" fmla="*/ 1971679 h 6858000"/>
              <a:gd name="connsiteX539" fmla="*/ 5911389 w 7472601"/>
              <a:gd name="connsiteY539" fmla="*/ 1898371 h 6858000"/>
              <a:gd name="connsiteX540" fmla="*/ 6237627 w 7472601"/>
              <a:gd name="connsiteY540" fmla="*/ 2231921 h 6858000"/>
              <a:gd name="connsiteX541" fmla="*/ 5911389 w 7472601"/>
              <a:gd name="connsiteY541" fmla="*/ 1898371 h 6858000"/>
              <a:gd name="connsiteX542" fmla="*/ 6944437 w 7472601"/>
              <a:gd name="connsiteY542" fmla="*/ 1575402 h 6858000"/>
              <a:gd name="connsiteX543" fmla="*/ 6304730 w 7472601"/>
              <a:gd name="connsiteY543" fmla="*/ 1766654 h 6858000"/>
              <a:gd name="connsiteX544" fmla="*/ 6944437 w 7472601"/>
              <a:gd name="connsiteY544" fmla="*/ 1575402 h 6858000"/>
              <a:gd name="connsiteX545" fmla="*/ 7019523 w 7472601"/>
              <a:gd name="connsiteY545" fmla="*/ 1519450 h 6858000"/>
              <a:gd name="connsiteX546" fmla="*/ 6298091 w 7472601"/>
              <a:gd name="connsiteY546" fmla="*/ 1737122 h 6858000"/>
              <a:gd name="connsiteX547" fmla="*/ 7019523 w 7472601"/>
              <a:gd name="connsiteY547" fmla="*/ 1519450 h 6858000"/>
              <a:gd name="connsiteX548" fmla="*/ 2399523 w 7472601"/>
              <a:gd name="connsiteY548" fmla="*/ 1428234 h 6858000"/>
              <a:gd name="connsiteX549" fmla="*/ 2224982 w 7472601"/>
              <a:gd name="connsiteY549" fmla="*/ 1826201 h 6858000"/>
              <a:gd name="connsiteX550" fmla="*/ 2096099 w 7472601"/>
              <a:gd name="connsiteY550" fmla="*/ 2345900 h 6858000"/>
              <a:gd name="connsiteX551" fmla="*/ 2283317 w 7472601"/>
              <a:gd name="connsiteY551" fmla="*/ 1796925 h 6858000"/>
              <a:gd name="connsiteX552" fmla="*/ 2399523 w 7472601"/>
              <a:gd name="connsiteY552" fmla="*/ 1428234 h 6858000"/>
              <a:gd name="connsiteX553" fmla="*/ 2448558 w 7472601"/>
              <a:gd name="connsiteY553" fmla="*/ 1373435 h 6858000"/>
              <a:gd name="connsiteX554" fmla="*/ 2312521 w 7472601"/>
              <a:gd name="connsiteY554" fmla="*/ 1806140 h 6858000"/>
              <a:gd name="connsiteX555" fmla="*/ 2127533 w 7472601"/>
              <a:gd name="connsiteY555" fmla="*/ 2348380 h 6858000"/>
              <a:gd name="connsiteX556" fmla="*/ 2358080 w 7472601"/>
              <a:gd name="connsiteY556" fmla="*/ 1866134 h 6858000"/>
              <a:gd name="connsiteX557" fmla="*/ 2407436 w 7472601"/>
              <a:gd name="connsiteY557" fmla="*/ 1651070 h 6858000"/>
              <a:gd name="connsiteX558" fmla="*/ 2448558 w 7472601"/>
              <a:gd name="connsiteY558" fmla="*/ 1373435 h 6858000"/>
              <a:gd name="connsiteX559" fmla="*/ 278707 w 7472601"/>
              <a:gd name="connsiteY559" fmla="*/ 1352270 h 6858000"/>
              <a:gd name="connsiteX560" fmla="*/ 321570 w 7472601"/>
              <a:gd name="connsiteY560" fmla="*/ 1861610 h 6858000"/>
              <a:gd name="connsiteX561" fmla="*/ 294281 w 7472601"/>
              <a:gd name="connsiteY561" fmla="*/ 1440658 h 6858000"/>
              <a:gd name="connsiteX562" fmla="*/ 278707 w 7472601"/>
              <a:gd name="connsiteY562" fmla="*/ 1352270 h 6858000"/>
              <a:gd name="connsiteX563" fmla="*/ 1423821 w 7472601"/>
              <a:gd name="connsiteY563" fmla="*/ 1351958 h 6858000"/>
              <a:gd name="connsiteX564" fmla="*/ 1638521 w 7472601"/>
              <a:gd name="connsiteY564" fmla="*/ 1908470 h 6858000"/>
              <a:gd name="connsiteX565" fmla="*/ 1754199 w 7472601"/>
              <a:gd name="connsiteY565" fmla="*/ 2149284 h 6858000"/>
              <a:gd name="connsiteX566" fmla="*/ 1908359 w 7472601"/>
              <a:gd name="connsiteY566" fmla="*/ 2364988 h 6858000"/>
              <a:gd name="connsiteX567" fmla="*/ 1647661 w 7472601"/>
              <a:gd name="connsiteY567" fmla="*/ 1825945 h 6858000"/>
              <a:gd name="connsiteX568" fmla="*/ 1423821 w 7472601"/>
              <a:gd name="connsiteY568" fmla="*/ 1351958 h 6858000"/>
              <a:gd name="connsiteX569" fmla="*/ 1431890 w 7472601"/>
              <a:gd name="connsiteY569" fmla="*/ 1306475 h 6858000"/>
              <a:gd name="connsiteX570" fmla="*/ 1507597 w 7472601"/>
              <a:gd name="connsiteY570" fmla="*/ 1446132 h 6858000"/>
              <a:gd name="connsiteX571" fmla="*/ 1674586 w 7472601"/>
              <a:gd name="connsiteY571" fmla="*/ 1813832 h 6858000"/>
              <a:gd name="connsiteX572" fmla="*/ 1815950 w 7472601"/>
              <a:gd name="connsiteY572" fmla="*/ 2128564 h 6858000"/>
              <a:gd name="connsiteX573" fmla="*/ 1984242 w 7472601"/>
              <a:gd name="connsiteY573" fmla="*/ 2430829 h 6858000"/>
              <a:gd name="connsiteX574" fmla="*/ 2014023 w 7472601"/>
              <a:gd name="connsiteY574" fmla="*/ 2450995 h 6858000"/>
              <a:gd name="connsiteX575" fmla="*/ 1747337 w 7472601"/>
              <a:gd name="connsiteY575" fmla="*/ 1855264 h 6858000"/>
              <a:gd name="connsiteX576" fmla="*/ 1533749 w 7472601"/>
              <a:gd name="connsiteY576" fmla="*/ 1478656 h 6858000"/>
              <a:gd name="connsiteX577" fmla="*/ 1431890 w 7472601"/>
              <a:gd name="connsiteY577" fmla="*/ 1306475 h 6858000"/>
              <a:gd name="connsiteX578" fmla="*/ 5052692 w 7472601"/>
              <a:gd name="connsiteY578" fmla="*/ 1292994 h 6858000"/>
              <a:gd name="connsiteX579" fmla="*/ 5200661 w 7472601"/>
              <a:gd name="connsiteY579" fmla="*/ 1635186 h 6858000"/>
              <a:gd name="connsiteX580" fmla="*/ 5297138 w 7472601"/>
              <a:gd name="connsiteY580" fmla="*/ 1906351 h 6858000"/>
              <a:gd name="connsiteX581" fmla="*/ 5052692 w 7472601"/>
              <a:gd name="connsiteY581" fmla="*/ 1292994 h 6858000"/>
              <a:gd name="connsiteX582" fmla="*/ 5009948 w 7472601"/>
              <a:gd name="connsiteY582" fmla="*/ 1273619 h 6858000"/>
              <a:gd name="connsiteX583" fmla="*/ 5121777 w 7472601"/>
              <a:gd name="connsiteY583" fmla="*/ 1654213 h 6858000"/>
              <a:gd name="connsiteX584" fmla="*/ 5293545 w 7472601"/>
              <a:gd name="connsiteY584" fmla="*/ 2072247 h 6858000"/>
              <a:gd name="connsiteX585" fmla="*/ 5294042 w 7472601"/>
              <a:gd name="connsiteY585" fmla="*/ 2065019 h 6858000"/>
              <a:gd name="connsiteX586" fmla="*/ 5171936 w 7472601"/>
              <a:gd name="connsiteY586" fmla="*/ 1647613 h 6858000"/>
              <a:gd name="connsiteX587" fmla="*/ 5009948 w 7472601"/>
              <a:gd name="connsiteY587" fmla="*/ 1273619 h 6858000"/>
              <a:gd name="connsiteX588" fmla="*/ 655236 w 7472601"/>
              <a:gd name="connsiteY588" fmla="*/ 1268632 h 6858000"/>
              <a:gd name="connsiteX589" fmla="*/ 839521 w 7472601"/>
              <a:gd name="connsiteY589" fmla="*/ 1685315 h 6858000"/>
              <a:gd name="connsiteX590" fmla="*/ 1109416 w 7472601"/>
              <a:gd name="connsiteY590" fmla="*/ 2061663 h 6858000"/>
              <a:gd name="connsiteX591" fmla="*/ 1298300 w 7472601"/>
              <a:gd name="connsiteY591" fmla="*/ 2247742 h 6858000"/>
              <a:gd name="connsiteX592" fmla="*/ 1125871 w 7472601"/>
              <a:gd name="connsiteY592" fmla="*/ 1989513 h 6858000"/>
              <a:gd name="connsiteX593" fmla="*/ 981574 w 7472601"/>
              <a:gd name="connsiteY593" fmla="*/ 1783157 h 6858000"/>
              <a:gd name="connsiteX594" fmla="*/ 922198 w 7472601"/>
              <a:gd name="connsiteY594" fmla="*/ 1677437 h 6858000"/>
              <a:gd name="connsiteX595" fmla="*/ 869293 w 7472601"/>
              <a:gd name="connsiteY595" fmla="*/ 1583214 h 6858000"/>
              <a:gd name="connsiteX596" fmla="*/ 751431 w 7472601"/>
              <a:gd name="connsiteY596" fmla="*/ 1405731 h 6858000"/>
              <a:gd name="connsiteX597" fmla="*/ 655236 w 7472601"/>
              <a:gd name="connsiteY597" fmla="*/ 1268632 h 6858000"/>
              <a:gd name="connsiteX598" fmla="*/ 6516292 w 7472601"/>
              <a:gd name="connsiteY598" fmla="*/ 1263064 h 6858000"/>
              <a:gd name="connsiteX599" fmla="*/ 5736320 w 7472601"/>
              <a:gd name="connsiteY599" fmla="*/ 1501803 h 6858000"/>
              <a:gd name="connsiteX600" fmla="*/ 6516292 w 7472601"/>
              <a:gd name="connsiteY600" fmla="*/ 1263064 h 6858000"/>
              <a:gd name="connsiteX601" fmla="*/ 291466 w 7472601"/>
              <a:gd name="connsiteY601" fmla="*/ 1250369 h 6858000"/>
              <a:gd name="connsiteX602" fmla="*/ 323180 w 7472601"/>
              <a:gd name="connsiteY602" fmla="*/ 1435283 h 6858000"/>
              <a:gd name="connsiteX603" fmla="*/ 349381 w 7472601"/>
              <a:gd name="connsiteY603" fmla="*/ 1875041 h 6858000"/>
              <a:gd name="connsiteX604" fmla="*/ 374363 w 7472601"/>
              <a:gd name="connsiteY604" fmla="*/ 1506494 h 6858000"/>
              <a:gd name="connsiteX605" fmla="*/ 302168 w 7472601"/>
              <a:gd name="connsiteY605" fmla="*/ 1274495 h 6858000"/>
              <a:gd name="connsiteX606" fmla="*/ 291466 w 7472601"/>
              <a:gd name="connsiteY606" fmla="*/ 1250369 h 6858000"/>
              <a:gd name="connsiteX607" fmla="*/ 678222 w 7472601"/>
              <a:gd name="connsiteY607" fmla="*/ 1248670 h 6858000"/>
              <a:gd name="connsiteX608" fmla="*/ 775536 w 7472601"/>
              <a:gd name="connsiteY608" fmla="*/ 1388015 h 6858000"/>
              <a:gd name="connsiteX609" fmla="*/ 894529 w 7472601"/>
              <a:gd name="connsiteY609" fmla="*/ 1567739 h 6858000"/>
              <a:gd name="connsiteX610" fmla="*/ 948000 w 7472601"/>
              <a:gd name="connsiteY610" fmla="*/ 1663088 h 6858000"/>
              <a:gd name="connsiteX611" fmla="*/ 1006812 w 7472601"/>
              <a:gd name="connsiteY611" fmla="*/ 1767683 h 6858000"/>
              <a:gd name="connsiteX612" fmla="*/ 1149133 w 7472601"/>
              <a:gd name="connsiteY612" fmla="*/ 1971513 h 6858000"/>
              <a:gd name="connsiteX613" fmla="*/ 1333952 w 7472601"/>
              <a:gd name="connsiteY613" fmla="*/ 2251620 h 6858000"/>
              <a:gd name="connsiteX614" fmla="*/ 1337329 w 7472601"/>
              <a:gd name="connsiteY614" fmla="*/ 2258350 h 6858000"/>
              <a:gd name="connsiteX615" fmla="*/ 1014726 w 7472601"/>
              <a:gd name="connsiteY615" fmla="*/ 1615556 h 6858000"/>
              <a:gd name="connsiteX616" fmla="*/ 678222 w 7472601"/>
              <a:gd name="connsiteY616" fmla="*/ 1248670 h 6858000"/>
              <a:gd name="connsiteX617" fmla="*/ 6691602 w 7472601"/>
              <a:gd name="connsiteY617" fmla="*/ 1140573 h 6858000"/>
              <a:gd name="connsiteX618" fmla="*/ 6571100 w 7472601"/>
              <a:gd name="connsiteY618" fmla="*/ 1183662 h 6858000"/>
              <a:gd name="connsiteX619" fmla="*/ 6241687 w 7472601"/>
              <a:gd name="connsiteY619" fmla="*/ 1257600 h 6858000"/>
              <a:gd name="connsiteX620" fmla="*/ 5693009 w 7472601"/>
              <a:gd name="connsiteY620" fmla="*/ 1478256 h 6858000"/>
              <a:gd name="connsiteX621" fmla="*/ 6548420 w 7472601"/>
              <a:gd name="connsiteY621" fmla="*/ 1214599 h 6858000"/>
              <a:gd name="connsiteX622" fmla="*/ 6605473 w 7472601"/>
              <a:gd name="connsiteY622" fmla="*/ 1184686 h 6858000"/>
              <a:gd name="connsiteX623" fmla="*/ 6691602 w 7472601"/>
              <a:gd name="connsiteY623" fmla="*/ 1140573 h 6858000"/>
              <a:gd name="connsiteX624" fmla="*/ 4002475 w 7472601"/>
              <a:gd name="connsiteY624" fmla="*/ 1037802 h 6858000"/>
              <a:gd name="connsiteX625" fmla="*/ 4000324 w 7472601"/>
              <a:gd name="connsiteY625" fmla="*/ 1039362 h 6858000"/>
              <a:gd name="connsiteX626" fmla="*/ 4002862 w 7472601"/>
              <a:gd name="connsiteY626" fmla="*/ 1042866 h 6858000"/>
              <a:gd name="connsiteX627" fmla="*/ 4002475 w 7472601"/>
              <a:gd name="connsiteY627" fmla="*/ 1037802 h 6858000"/>
              <a:gd name="connsiteX628" fmla="*/ 506322 w 7472601"/>
              <a:gd name="connsiteY628" fmla="*/ 1020997 h 6858000"/>
              <a:gd name="connsiteX629" fmla="*/ 533068 w 7472601"/>
              <a:gd name="connsiteY629" fmla="*/ 1029409 h 6858000"/>
              <a:gd name="connsiteX630" fmla="*/ 1232525 w 7472601"/>
              <a:gd name="connsiteY630" fmla="*/ 1804675 h 6858000"/>
              <a:gd name="connsiteX631" fmla="*/ 1388858 w 7472601"/>
              <a:gd name="connsiteY631" fmla="*/ 2368011 h 6858000"/>
              <a:gd name="connsiteX632" fmla="*/ 1384098 w 7472601"/>
              <a:gd name="connsiteY632" fmla="*/ 2378125 h 6858000"/>
              <a:gd name="connsiteX633" fmla="*/ 1425393 w 7472601"/>
              <a:gd name="connsiteY633" fmla="*/ 2589124 h 6858000"/>
              <a:gd name="connsiteX634" fmla="*/ 1424001 w 7472601"/>
              <a:gd name="connsiteY634" fmla="*/ 2597541 h 6858000"/>
              <a:gd name="connsiteX635" fmla="*/ 2152729 w 7472601"/>
              <a:gd name="connsiteY635" fmla="*/ 2864487 h 6858000"/>
              <a:gd name="connsiteX636" fmla="*/ 2020609 w 7472601"/>
              <a:gd name="connsiteY636" fmla="*/ 2539671 h 6858000"/>
              <a:gd name="connsiteX637" fmla="*/ 2018920 w 7472601"/>
              <a:gd name="connsiteY637" fmla="*/ 2536309 h 6858000"/>
              <a:gd name="connsiteX638" fmla="*/ 1342441 w 7472601"/>
              <a:gd name="connsiteY638" fmla="*/ 1173017 h 6858000"/>
              <a:gd name="connsiteX639" fmla="*/ 1367925 w 7472601"/>
              <a:gd name="connsiteY639" fmla="*/ 1135648 h 6858000"/>
              <a:gd name="connsiteX640" fmla="*/ 1771401 w 7472601"/>
              <a:gd name="connsiteY640" fmla="*/ 1806673 h 6858000"/>
              <a:gd name="connsiteX641" fmla="*/ 1972385 w 7472601"/>
              <a:gd name="connsiteY641" fmla="*/ 2198735 h 6858000"/>
              <a:gd name="connsiteX642" fmla="*/ 2040892 w 7472601"/>
              <a:gd name="connsiteY642" fmla="*/ 2405205 h 6858000"/>
              <a:gd name="connsiteX643" fmla="*/ 2131689 w 7472601"/>
              <a:gd name="connsiteY643" fmla="*/ 1936926 h 6858000"/>
              <a:gd name="connsiteX644" fmla="*/ 2454820 w 7472601"/>
              <a:gd name="connsiteY644" fmla="*/ 1248808 h 6858000"/>
              <a:gd name="connsiteX645" fmla="*/ 2492512 w 7472601"/>
              <a:gd name="connsiteY645" fmla="*/ 1302920 h 6858000"/>
              <a:gd name="connsiteX646" fmla="*/ 2081216 w 7472601"/>
              <a:gd name="connsiteY646" fmla="*/ 2527513 h 6858000"/>
              <a:gd name="connsiteX647" fmla="*/ 2081211 w 7472601"/>
              <a:gd name="connsiteY647" fmla="*/ 2528916 h 6858000"/>
              <a:gd name="connsiteX648" fmla="*/ 2199067 w 7472601"/>
              <a:gd name="connsiteY648" fmla="*/ 2884061 h 6858000"/>
              <a:gd name="connsiteX649" fmla="*/ 3192586 w 7472601"/>
              <a:gd name="connsiteY649" fmla="*/ 3411496 h 6858000"/>
              <a:gd name="connsiteX650" fmla="*/ 3182620 w 7472601"/>
              <a:gd name="connsiteY650" fmla="*/ 3483279 h 6858000"/>
              <a:gd name="connsiteX651" fmla="*/ 2435119 w 7472601"/>
              <a:gd name="connsiteY651" fmla="*/ 3080173 h 6858000"/>
              <a:gd name="connsiteX652" fmla="*/ 2410152 w 7472601"/>
              <a:gd name="connsiteY652" fmla="*/ 3063751 h 6858000"/>
              <a:gd name="connsiteX653" fmla="*/ 2408099 w 7472601"/>
              <a:gd name="connsiteY653" fmla="*/ 3064403 h 6858000"/>
              <a:gd name="connsiteX654" fmla="*/ 2407218 w 7472601"/>
              <a:gd name="connsiteY654" fmla="*/ 3070324 h 6858000"/>
              <a:gd name="connsiteX655" fmla="*/ 2380138 w 7472601"/>
              <a:gd name="connsiteY655" fmla="*/ 3099341 h 6858000"/>
              <a:gd name="connsiteX656" fmla="*/ 1765923 w 7472601"/>
              <a:gd name="connsiteY656" fmla="*/ 3581043 h 6858000"/>
              <a:gd name="connsiteX657" fmla="*/ 1702258 w 7472601"/>
              <a:gd name="connsiteY657" fmla="*/ 3612286 h 6858000"/>
              <a:gd name="connsiteX658" fmla="*/ 1538370 w 7472601"/>
              <a:gd name="connsiteY658" fmla="*/ 3811804 h 6858000"/>
              <a:gd name="connsiteX659" fmla="*/ 542867 w 7472601"/>
              <a:gd name="connsiteY659" fmla="*/ 4944092 h 6858000"/>
              <a:gd name="connsiteX660" fmla="*/ 515800 w 7472601"/>
              <a:gd name="connsiteY660" fmla="*/ 4862180 h 6858000"/>
              <a:gd name="connsiteX661" fmla="*/ 909145 w 7472601"/>
              <a:gd name="connsiteY661" fmla="*/ 4199225 h 6858000"/>
              <a:gd name="connsiteX662" fmla="*/ 1214067 w 7472601"/>
              <a:gd name="connsiteY662" fmla="*/ 3908561 h 6858000"/>
              <a:gd name="connsiteX663" fmla="*/ 640967 w 7472601"/>
              <a:gd name="connsiteY663" fmla="*/ 4105601 h 6858000"/>
              <a:gd name="connsiteX664" fmla="*/ 112563 w 7472601"/>
              <a:gd name="connsiteY664" fmla="*/ 4396952 h 6858000"/>
              <a:gd name="connsiteX665" fmla="*/ 0 w 7472601"/>
              <a:gd name="connsiteY665" fmla="*/ 4466006 h 6858000"/>
              <a:gd name="connsiteX666" fmla="*/ 0 w 7472601"/>
              <a:gd name="connsiteY666" fmla="*/ 4233763 h 6858000"/>
              <a:gd name="connsiteX667" fmla="*/ 36881 w 7472601"/>
              <a:gd name="connsiteY667" fmla="*/ 4200118 h 6858000"/>
              <a:gd name="connsiteX668" fmla="*/ 910534 w 7472601"/>
              <a:gd name="connsiteY668" fmla="*/ 3629753 h 6858000"/>
              <a:gd name="connsiteX669" fmla="*/ 1578717 w 7472601"/>
              <a:gd name="connsiteY669" fmla="*/ 3575982 h 6858000"/>
              <a:gd name="connsiteX670" fmla="*/ 2338780 w 7472601"/>
              <a:gd name="connsiteY670" fmla="*/ 3033725 h 6858000"/>
              <a:gd name="connsiteX671" fmla="*/ 1807991 w 7472601"/>
              <a:gd name="connsiteY671" fmla="*/ 2807184 h 6858000"/>
              <a:gd name="connsiteX672" fmla="*/ 1416358 w 7472601"/>
              <a:gd name="connsiteY672" fmla="*/ 3112571 h 6858000"/>
              <a:gd name="connsiteX673" fmla="*/ 939066 w 7472601"/>
              <a:gd name="connsiteY673" fmla="*/ 3378798 h 6858000"/>
              <a:gd name="connsiteX674" fmla="*/ 115099 w 7472601"/>
              <a:gd name="connsiteY674" fmla="*/ 3607650 h 6858000"/>
              <a:gd name="connsiteX675" fmla="*/ 97284 w 7472601"/>
              <a:gd name="connsiteY675" fmla="*/ 3520393 h 6858000"/>
              <a:gd name="connsiteX676" fmla="*/ 922050 w 7472601"/>
              <a:gd name="connsiteY676" fmla="*/ 3074867 h 6858000"/>
              <a:gd name="connsiteX677" fmla="*/ 1405265 w 7472601"/>
              <a:gd name="connsiteY677" fmla="*/ 3016319 h 6858000"/>
              <a:gd name="connsiteX678" fmla="*/ 1407512 w 7472601"/>
              <a:gd name="connsiteY678" fmla="*/ 3018001 h 6858000"/>
              <a:gd name="connsiteX679" fmla="*/ 1726266 w 7472601"/>
              <a:gd name="connsiteY679" fmla="*/ 2777274 h 6858000"/>
              <a:gd name="connsiteX680" fmla="*/ 625390 w 7472601"/>
              <a:gd name="connsiteY680" fmla="*/ 2514541 h 6858000"/>
              <a:gd name="connsiteX681" fmla="*/ 619799 w 7472601"/>
              <a:gd name="connsiteY681" fmla="*/ 2527180 h 6858000"/>
              <a:gd name="connsiteX682" fmla="*/ 310030 w 7472601"/>
              <a:gd name="connsiteY682" fmla="*/ 2771818 h 6858000"/>
              <a:gd name="connsiteX683" fmla="*/ 173877 w 7472601"/>
              <a:gd name="connsiteY683" fmla="*/ 2937056 h 6858000"/>
              <a:gd name="connsiteX684" fmla="*/ 77889 w 7472601"/>
              <a:gd name="connsiteY684" fmla="*/ 3138440 h 6858000"/>
              <a:gd name="connsiteX685" fmla="*/ 0 w 7472601"/>
              <a:gd name="connsiteY685" fmla="*/ 3271395 h 6858000"/>
              <a:gd name="connsiteX686" fmla="*/ 0 w 7472601"/>
              <a:gd name="connsiteY686" fmla="*/ 3153002 h 6858000"/>
              <a:gd name="connsiteX687" fmla="*/ 2386 w 7472601"/>
              <a:gd name="connsiteY687" fmla="*/ 3149203 h 6858000"/>
              <a:gd name="connsiteX688" fmla="*/ 89753 w 7472601"/>
              <a:gd name="connsiteY688" fmla="*/ 2987702 h 6858000"/>
              <a:gd name="connsiteX689" fmla="*/ 76869 w 7472601"/>
              <a:gd name="connsiteY689" fmla="*/ 3005404 h 6858000"/>
              <a:gd name="connsiteX690" fmla="*/ 32049 w 7472601"/>
              <a:gd name="connsiteY690" fmla="*/ 3065814 h 6858000"/>
              <a:gd name="connsiteX691" fmla="*/ 0 w 7472601"/>
              <a:gd name="connsiteY691" fmla="*/ 3108744 h 6858000"/>
              <a:gd name="connsiteX692" fmla="*/ 0 w 7472601"/>
              <a:gd name="connsiteY692" fmla="*/ 3058059 h 6858000"/>
              <a:gd name="connsiteX693" fmla="*/ 7610 w 7472601"/>
              <a:gd name="connsiteY693" fmla="*/ 3047889 h 6858000"/>
              <a:gd name="connsiteX694" fmla="*/ 52419 w 7472601"/>
              <a:gd name="connsiteY694" fmla="*/ 2987479 h 6858000"/>
              <a:gd name="connsiteX695" fmla="*/ 59142 w 7472601"/>
              <a:gd name="connsiteY695" fmla="*/ 2978488 h 6858000"/>
              <a:gd name="connsiteX696" fmla="*/ 0 w 7472601"/>
              <a:gd name="connsiteY696" fmla="*/ 3015334 h 6858000"/>
              <a:gd name="connsiteX697" fmla="*/ 0 w 7472601"/>
              <a:gd name="connsiteY697" fmla="*/ 2914286 h 6858000"/>
              <a:gd name="connsiteX698" fmla="*/ 36383 w 7472601"/>
              <a:gd name="connsiteY698" fmla="*/ 2901128 h 6858000"/>
              <a:gd name="connsiteX699" fmla="*/ 156329 w 7472601"/>
              <a:gd name="connsiteY699" fmla="*/ 2840533 h 6858000"/>
              <a:gd name="connsiteX700" fmla="*/ 358355 w 7472601"/>
              <a:gd name="connsiteY700" fmla="*/ 2620471 h 6858000"/>
              <a:gd name="connsiteX701" fmla="*/ 510577 w 7472601"/>
              <a:gd name="connsiteY701" fmla="*/ 2501244 h 6858000"/>
              <a:gd name="connsiteX702" fmla="*/ 211967 w 7472601"/>
              <a:gd name="connsiteY702" fmla="*/ 2479171 h 6858000"/>
              <a:gd name="connsiteX703" fmla="*/ 0 w 7472601"/>
              <a:gd name="connsiteY703" fmla="*/ 2476398 h 6858000"/>
              <a:gd name="connsiteX704" fmla="*/ 0 w 7472601"/>
              <a:gd name="connsiteY704" fmla="*/ 2389189 h 6858000"/>
              <a:gd name="connsiteX705" fmla="*/ 103062 w 7472601"/>
              <a:gd name="connsiteY705" fmla="*/ 2389518 h 6858000"/>
              <a:gd name="connsiteX706" fmla="*/ 510734 w 7472601"/>
              <a:gd name="connsiteY706" fmla="*/ 2416201 h 6858000"/>
              <a:gd name="connsiteX707" fmla="*/ 279257 w 7472601"/>
              <a:gd name="connsiteY707" fmla="*/ 2092102 h 6858000"/>
              <a:gd name="connsiteX708" fmla="*/ 65265 w 7472601"/>
              <a:gd name="connsiteY708" fmla="*/ 2006049 h 6858000"/>
              <a:gd name="connsiteX709" fmla="*/ 0 w 7472601"/>
              <a:gd name="connsiteY709" fmla="*/ 1982532 h 6858000"/>
              <a:gd name="connsiteX710" fmla="*/ 0 w 7472601"/>
              <a:gd name="connsiteY710" fmla="*/ 1912789 h 6858000"/>
              <a:gd name="connsiteX711" fmla="*/ 97460 w 7472601"/>
              <a:gd name="connsiteY711" fmla="*/ 1953725 h 6858000"/>
              <a:gd name="connsiteX712" fmla="*/ 221272 w 7472601"/>
              <a:gd name="connsiteY712" fmla="*/ 1980766 h 6858000"/>
              <a:gd name="connsiteX713" fmla="*/ 116765 w 7472601"/>
              <a:gd name="connsiteY713" fmla="*/ 1911033 h 6858000"/>
              <a:gd name="connsiteX714" fmla="*/ 16405 w 7472601"/>
              <a:gd name="connsiteY714" fmla="*/ 1803412 h 6858000"/>
              <a:gd name="connsiteX715" fmla="*/ 0 w 7472601"/>
              <a:gd name="connsiteY715" fmla="*/ 1784777 h 6858000"/>
              <a:gd name="connsiteX716" fmla="*/ 0 w 7472601"/>
              <a:gd name="connsiteY716" fmla="*/ 1740082 h 6858000"/>
              <a:gd name="connsiteX717" fmla="*/ 39394 w 7472601"/>
              <a:gd name="connsiteY717" fmla="*/ 1784856 h 6858000"/>
              <a:gd name="connsiteX718" fmla="*/ 135813 w 7472601"/>
              <a:gd name="connsiteY718" fmla="*/ 1888838 h 6858000"/>
              <a:gd name="connsiteX719" fmla="*/ 242575 w 7472601"/>
              <a:gd name="connsiteY719" fmla="*/ 1958841 h 6858000"/>
              <a:gd name="connsiteX720" fmla="*/ 82197 w 7472601"/>
              <a:gd name="connsiteY720" fmla="*/ 1754826 h 6858000"/>
              <a:gd name="connsiteX721" fmla="*/ 0 w 7472601"/>
              <a:gd name="connsiteY721" fmla="*/ 1679650 h 6858000"/>
              <a:gd name="connsiteX722" fmla="*/ 0 w 7472601"/>
              <a:gd name="connsiteY722" fmla="*/ 1602463 h 6858000"/>
              <a:gd name="connsiteX723" fmla="*/ 84689 w 7472601"/>
              <a:gd name="connsiteY723" fmla="*/ 1677442 h 6858000"/>
              <a:gd name="connsiteX724" fmla="*/ 298437 w 7472601"/>
              <a:gd name="connsiteY724" fmla="*/ 1968019 h 6858000"/>
              <a:gd name="connsiteX725" fmla="*/ 227269 w 7472601"/>
              <a:gd name="connsiteY725" fmla="*/ 1114064 h 6858000"/>
              <a:gd name="connsiteX726" fmla="*/ 248003 w 7472601"/>
              <a:gd name="connsiteY726" fmla="*/ 1089613 h 6858000"/>
              <a:gd name="connsiteX727" fmla="*/ 427020 w 7472601"/>
              <a:gd name="connsiteY727" fmla="*/ 1619803 h 6858000"/>
              <a:gd name="connsiteX728" fmla="*/ 340345 w 7472601"/>
              <a:gd name="connsiteY728" fmla="*/ 2027739 h 6858000"/>
              <a:gd name="connsiteX729" fmla="*/ 360865 w 7472601"/>
              <a:gd name="connsiteY729" fmla="*/ 2044827 h 6858000"/>
              <a:gd name="connsiteX730" fmla="*/ 560414 w 7472601"/>
              <a:gd name="connsiteY730" fmla="*/ 2421457 h 6858000"/>
              <a:gd name="connsiteX731" fmla="*/ 1359703 w 7472601"/>
              <a:gd name="connsiteY731" fmla="*/ 2578554 h 6858000"/>
              <a:gd name="connsiteX732" fmla="*/ 1359422 w 7472601"/>
              <a:gd name="connsiteY732" fmla="*/ 2577994 h 6858000"/>
              <a:gd name="connsiteX733" fmla="*/ 828701 w 7472601"/>
              <a:gd name="connsiteY733" fmla="*/ 1839520 h 6858000"/>
              <a:gd name="connsiteX734" fmla="*/ 494427 w 7472601"/>
              <a:gd name="connsiteY734" fmla="*/ 1092333 h 6858000"/>
              <a:gd name="connsiteX735" fmla="*/ 506322 w 7472601"/>
              <a:gd name="connsiteY735" fmla="*/ 1020997 h 6858000"/>
              <a:gd name="connsiteX736" fmla="*/ 4570198 w 7472601"/>
              <a:gd name="connsiteY736" fmla="*/ 978081 h 6858000"/>
              <a:gd name="connsiteX737" fmla="*/ 4523691 w 7472601"/>
              <a:gd name="connsiteY737" fmla="*/ 1127776 h 6858000"/>
              <a:gd name="connsiteX738" fmla="*/ 4509875 w 7472601"/>
              <a:gd name="connsiteY738" fmla="*/ 1167552 h 6858000"/>
              <a:gd name="connsiteX739" fmla="*/ 4478168 w 7472601"/>
              <a:gd name="connsiteY739" fmla="*/ 1260735 h 6858000"/>
              <a:gd name="connsiteX740" fmla="*/ 4409309 w 7472601"/>
              <a:gd name="connsiteY740" fmla="*/ 1666996 h 6858000"/>
              <a:gd name="connsiteX741" fmla="*/ 4370031 w 7472601"/>
              <a:gd name="connsiteY741" fmla="*/ 1955666 h 6858000"/>
              <a:gd name="connsiteX742" fmla="*/ 4570198 w 7472601"/>
              <a:gd name="connsiteY742" fmla="*/ 978081 h 6858000"/>
              <a:gd name="connsiteX743" fmla="*/ 4557898 w 7472601"/>
              <a:gd name="connsiteY743" fmla="*/ 900011 h 6858000"/>
              <a:gd name="connsiteX744" fmla="*/ 4344840 w 7472601"/>
              <a:gd name="connsiteY744" fmla="*/ 1922038 h 6858000"/>
              <a:gd name="connsiteX745" fmla="*/ 4378710 w 7472601"/>
              <a:gd name="connsiteY745" fmla="*/ 1665516 h 6858000"/>
              <a:gd name="connsiteX746" fmla="*/ 4448798 w 7472601"/>
              <a:gd name="connsiteY746" fmla="*/ 1253024 h 6858000"/>
              <a:gd name="connsiteX747" fmla="*/ 4480315 w 7472601"/>
              <a:gd name="connsiteY747" fmla="*/ 1158454 h 6858000"/>
              <a:gd name="connsiteX748" fmla="*/ 4494133 w 7472601"/>
              <a:gd name="connsiteY748" fmla="*/ 1118676 h 6858000"/>
              <a:gd name="connsiteX749" fmla="*/ 4557898 w 7472601"/>
              <a:gd name="connsiteY749" fmla="*/ 900011 h 6858000"/>
              <a:gd name="connsiteX750" fmla="*/ 5870151 w 7472601"/>
              <a:gd name="connsiteY750" fmla="*/ 898890 h 6858000"/>
              <a:gd name="connsiteX751" fmla="*/ 5861335 w 7472601"/>
              <a:gd name="connsiteY751" fmla="*/ 899177 h 6858000"/>
              <a:gd name="connsiteX752" fmla="*/ 5843702 w 7472601"/>
              <a:gd name="connsiteY752" fmla="*/ 899748 h 6858000"/>
              <a:gd name="connsiteX753" fmla="*/ 5651107 w 7472601"/>
              <a:gd name="connsiteY753" fmla="*/ 920306 h 6858000"/>
              <a:gd name="connsiteX754" fmla="*/ 5459407 w 7472601"/>
              <a:gd name="connsiteY754" fmla="*/ 940975 h 6858000"/>
              <a:gd name="connsiteX755" fmla="*/ 5374846 w 7472601"/>
              <a:gd name="connsiteY755" fmla="*/ 941988 h 6858000"/>
              <a:gd name="connsiteX756" fmla="*/ 5256105 w 7472601"/>
              <a:gd name="connsiteY756" fmla="*/ 945632 h 6858000"/>
              <a:gd name="connsiteX757" fmla="*/ 5107071 w 7472601"/>
              <a:gd name="connsiteY757" fmla="*/ 969720 h 6858000"/>
              <a:gd name="connsiteX758" fmla="*/ 4998681 w 7472601"/>
              <a:gd name="connsiteY758" fmla="*/ 988771 h 6858000"/>
              <a:gd name="connsiteX759" fmla="*/ 5870151 w 7472601"/>
              <a:gd name="connsiteY759" fmla="*/ 898890 h 6858000"/>
              <a:gd name="connsiteX760" fmla="*/ 5504425 w 7472601"/>
              <a:gd name="connsiteY760" fmla="*/ 848067 h 6858000"/>
              <a:gd name="connsiteX761" fmla="*/ 4968849 w 7472601"/>
              <a:gd name="connsiteY761" fmla="*/ 962318 h 6858000"/>
              <a:gd name="connsiteX762" fmla="*/ 5104039 w 7472601"/>
              <a:gd name="connsiteY762" fmla="*/ 940634 h 6858000"/>
              <a:gd name="connsiteX763" fmla="*/ 5256311 w 7472601"/>
              <a:gd name="connsiteY763" fmla="*/ 916490 h 6858000"/>
              <a:gd name="connsiteX764" fmla="*/ 5377381 w 7472601"/>
              <a:gd name="connsiteY764" fmla="*/ 912671 h 6858000"/>
              <a:gd name="connsiteX765" fmla="*/ 5460148 w 7472601"/>
              <a:gd name="connsiteY765" fmla="*/ 911442 h 6858000"/>
              <a:gd name="connsiteX766" fmla="*/ 5648971 w 7472601"/>
              <a:gd name="connsiteY766" fmla="*/ 891331 h 6858000"/>
              <a:gd name="connsiteX767" fmla="*/ 5844807 w 7472601"/>
              <a:gd name="connsiteY767" fmla="*/ 870718 h 6858000"/>
              <a:gd name="connsiteX768" fmla="*/ 5862975 w 7472601"/>
              <a:gd name="connsiteY768" fmla="*/ 869756 h 6858000"/>
              <a:gd name="connsiteX769" fmla="*/ 5920887 w 7472601"/>
              <a:gd name="connsiteY769" fmla="*/ 865929 h 6858000"/>
              <a:gd name="connsiteX770" fmla="*/ 5504425 w 7472601"/>
              <a:gd name="connsiteY770" fmla="*/ 848067 h 6858000"/>
              <a:gd name="connsiteX771" fmla="*/ 3607114 w 7472601"/>
              <a:gd name="connsiteY771" fmla="*/ 467441 h 6858000"/>
              <a:gd name="connsiteX772" fmla="*/ 3296242 w 7472601"/>
              <a:gd name="connsiteY772" fmla="*/ 807991 h 6858000"/>
              <a:gd name="connsiteX773" fmla="*/ 3174674 w 7472601"/>
              <a:gd name="connsiteY773" fmla="*/ 919759 h 6858000"/>
              <a:gd name="connsiteX774" fmla="*/ 3042978 w 7472601"/>
              <a:gd name="connsiteY774" fmla="*/ 1054894 h 6858000"/>
              <a:gd name="connsiteX775" fmla="*/ 2968914 w 7472601"/>
              <a:gd name="connsiteY775" fmla="*/ 1133756 h 6858000"/>
              <a:gd name="connsiteX776" fmla="*/ 3103823 w 7472601"/>
              <a:gd name="connsiteY776" fmla="*/ 1026814 h 6858000"/>
              <a:gd name="connsiteX777" fmla="*/ 3607114 w 7472601"/>
              <a:gd name="connsiteY777" fmla="*/ 467441 h 6858000"/>
              <a:gd name="connsiteX778" fmla="*/ 3744487 w 7472601"/>
              <a:gd name="connsiteY778" fmla="*/ 383136 h 6858000"/>
              <a:gd name="connsiteX779" fmla="*/ 3970213 w 7472601"/>
              <a:gd name="connsiteY779" fmla="*/ 995559 h 6858000"/>
              <a:gd name="connsiteX780" fmla="*/ 3744487 w 7472601"/>
              <a:gd name="connsiteY780" fmla="*/ 383136 h 6858000"/>
              <a:gd name="connsiteX781" fmla="*/ 3624562 w 7472601"/>
              <a:gd name="connsiteY781" fmla="*/ 367041 h 6858000"/>
              <a:gd name="connsiteX782" fmla="*/ 3489712 w 7472601"/>
              <a:gd name="connsiteY782" fmla="*/ 485386 h 6858000"/>
              <a:gd name="connsiteX783" fmla="*/ 3182994 w 7472601"/>
              <a:gd name="connsiteY783" fmla="*/ 828265 h 6858000"/>
              <a:gd name="connsiteX784" fmla="*/ 2892114 w 7472601"/>
              <a:gd name="connsiteY784" fmla="*/ 1172635 h 6858000"/>
              <a:gd name="connsiteX785" fmla="*/ 3021459 w 7472601"/>
              <a:gd name="connsiteY785" fmla="*/ 1035385 h 6858000"/>
              <a:gd name="connsiteX786" fmla="*/ 3153873 w 7472601"/>
              <a:gd name="connsiteY786" fmla="*/ 898971 h 6858000"/>
              <a:gd name="connsiteX787" fmla="*/ 3276511 w 7472601"/>
              <a:gd name="connsiteY787" fmla="*/ 786423 h 6858000"/>
              <a:gd name="connsiteX788" fmla="*/ 3584154 w 7472601"/>
              <a:gd name="connsiteY788" fmla="*/ 448218 h 6858000"/>
              <a:gd name="connsiteX789" fmla="*/ 3624562 w 7472601"/>
              <a:gd name="connsiteY789" fmla="*/ 367041 h 6858000"/>
              <a:gd name="connsiteX790" fmla="*/ 3766672 w 7472601"/>
              <a:gd name="connsiteY790" fmla="*/ 359429 h 6858000"/>
              <a:gd name="connsiteX791" fmla="*/ 3996338 w 7472601"/>
              <a:gd name="connsiteY791" fmla="*/ 968237 h 6858000"/>
              <a:gd name="connsiteX792" fmla="*/ 3766672 w 7472601"/>
              <a:gd name="connsiteY792" fmla="*/ 359429 h 6858000"/>
              <a:gd name="connsiteX793" fmla="*/ 5805386 w 7472601"/>
              <a:gd name="connsiteY793" fmla="*/ 239240 h 6858000"/>
              <a:gd name="connsiteX794" fmla="*/ 5736947 w 7472601"/>
              <a:gd name="connsiteY794" fmla="*/ 261367 h 6858000"/>
              <a:gd name="connsiteX795" fmla="*/ 5427012 w 7472601"/>
              <a:gd name="connsiteY795" fmla="*/ 311272 h 6858000"/>
              <a:gd name="connsiteX796" fmla="*/ 5147818 w 7472601"/>
              <a:gd name="connsiteY796" fmla="*/ 322112 h 6858000"/>
              <a:gd name="connsiteX797" fmla="*/ 5060854 w 7472601"/>
              <a:gd name="connsiteY797" fmla="*/ 311882 h 6858000"/>
              <a:gd name="connsiteX798" fmla="*/ 4945989 w 7472601"/>
              <a:gd name="connsiteY798" fmla="*/ 300516 h 6858000"/>
              <a:gd name="connsiteX799" fmla="*/ 5410479 w 7472601"/>
              <a:gd name="connsiteY799" fmla="*/ 348434 h 6858000"/>
              <a:gd name="connsiteX800" fmla="*/ 5805386 w 7472601"/>
              <a:gd name="connsiteY800" fmla="*/ 239240 h 6858000"/>
              <a:gd name="connsiteX801" fmla="*/ 5905192 w 7472601"/>
              <a:gd name="connsiteY801" fmla="*/ 163079 h 6858000"/>
              <a:gd name="connsiteX802" fmla="*/ 5865655 w 7472601"/>
              <a:gd name="connsiteY802" fmla="*/ 171901 h 6858000"/>
              <a:gd name="connsiteX803" fmla="*/ 5259740 w 7472601"/>
              <a:gd name="connsiteY803" fmla="*/ 257013 h 6858000"/>
              <a:gd name="connsiteX804" fmla="*/ 5208466 w 7472601"/>
              <a:gd name="connsiteY804" fmla="*/ 257550 h 6858000"/>
              <a:gd name="connsiteX805" fmla="*/ 4980204 w 7472601"/>
              <a:gd name="connsiteY805" fmla="*/ 271903 h 6858000"/>
              <a:gd name="connsiteX806" fmla="*/ 5068068 w 7472601"/>
              <a:gd name="connsiteY806" fmla="*/ 282244 h 6858000"/>
              <a:gd name="connsiteX807" fmla="*/ 5153231 w 7472601"/>
              <a:gd name="connsiteY807" fmla="*/ 292240 h 6858000"/>
              <a:gd name="connsiteX808" fmla="*/ 5426491 w 7472601"/>
              <a:gd name="connsiteY808" fmla="*/ 281128 h 6858000"/>
              <a:gd name="connsiteX809" fmla="*/ 5731212 w 7472601"/>
              <a:gd name="connsiteY809" fmla="*/ 231951 h 6858000"/>
              <a:gd name="connsiteX810" fmla="*/ 5905192 w 7472601"/>
              <a:gd name="connsiteY810" fmla="*/ 163079 h 6858000"/>
              <a:gd name="connsiteX811" fmla="*/ 5944437 w 7472601"/>
              <a:gd name="connsiteY811" fmla="*/ 113829 h 6858000"/>
              <a:gd name="connsiteX812" fmla="*/ 5825032 w 7472601"/>
              <a:gd name="connsiteY812" fmla="*/ 146405 h 6858000"/>
              <a:gd name="connsiteX813" fmla="*/ 4955599 w 7472601"/>
              <a:gd name="connsiteY813" fmla="*/ 247008 h 6858000"/>
              <a:gd name="connsiteX814" fmla="*/ 5210104 w 7472601"/>
              <a:gd name="connsiteY814" fmla="*/ 228123 h 6858000"/>
              <a:gd name="connsiteX815" fmla="*/ 5261015 w 7472601"/>
              <a:gd name="connsiteY815" fmla="*/ 227087 h 6858000"/>
              <a:gd name="connsiteX816" fmla="*/ 5861181 w 7472601"/>
              <a:gd name="connsiteY816" fmla="*/ 143093 h 6858000"/>
              <a:gd name="connsiteX817" fmla="*/ 5961252 w 7472601"/>
              <a:gd name="connsiteY817" fmla="*/ 114820 h 6858000"/>
              <a:gd name="connsiteX818" fmla="*/ 5944437 w 7472601"/>
              <a:gd name="connsiteY818" fmla="*/ 113829 h 6858000"/>
              <a:gd name="connsiteX819" fmla="*/ 3882765 w 7472601"/>
              <a:gd name="connsiteY819" fmla="*/ 0 h 6858000"/>
              <a:gd name="connsiteX820" fmla="*/ 3995099 w 7472601"/>
              <a:gd name="connsiteY820" fmla="*/ 0 h 6858000"/>
              <a:gd name="connsiteX821" fmla="*/ 4163818 w 7472601"/>
              <a:gd name="connsiteY821" fmla="*/ 234104 h 6858000"/>
              <a:gd name="connsiteX822" fmla="*/ 4172099 w 7472601"/>
              <a:gd name="connsiteY822" fmla="*/ 234207 h 6858000"/>
              <a:gd name="connsiteX823" fmla="*/ 4784282 w 7472601"/>
              <a:gd name="connsiteY823" fmla="*/ 276561 h 6858000"/>
              <a:gd name="connsiteX824" fmla="*/ 4801687 w 7472601"/>
              <a:gd name="connsiteY824" fmla="*/ 267764 h 6858000"/>
              <a:gd name="connsiteX825" fmla="*/ 6082788 w 7472601"/>
              <a:gd name="connsiteY825" fmla="*/ 64119 h 6858000"/>
              <a:gd name="connsiteX826" fmla="*/ 6099442 w 7472601"/>
              <a:gd name="connsiteY826" fmla="*/ 82568 h 6858000"/>
              <a:gd name="connsiteX827" fmla="*/ 4804137 w 7472601"/>
              <a:gd name="connsiteY827" fmla="*/ 320931 h 6858000"/>
              <a:gd name="connsiteX828" fmla="*/ 4227047 w 7472601"/>
              <a:gd name="connsiteY828" fmla="*/ 313415 h 6858000"/>
              <a:gd name="connsiteX829" fmla="*/ 4346041 w 7472601"/>
              <a:gd name="connsiteY829" fmla="*/ 456086 h 6858000"/>
              <a:gd name="connsiteX830" fmla="*/ 4870967 w 7472601"/>
              <a:gd name="connsiteY830" fmla="*/ 963061 h 6858000"/>
              <a:gd name="connsiteX831" fmla="*/ 4889647 w 7472601"/>
              <a:gd name="connsiteY831" fmla="*/ 957147 h 6858000"/>
              <a:gd name="connsiteX832" fmla="*/ 5422504 w 7472601"/>
              <a:gd name="connsiteY832" fmla="*/ 805191 h 6858000"/>
              <a:gd name="connsiteX833" fmla="*/ 6087656 w 7472601"/>
              <a:gd name="connsiteY833" fmla="*/ 826703 h 6858000"/>
              <a:gd name="connsiteX834" fmla="*/ 6058717 w 7472601"/>
              <a:gd name="connsiteY834" fmla="*/ 865992 h 6858000"/>
              <a:gd name="connsiteX835" fmla="*/ 4974153 w 7472601"/>
              <a:gd name="connsiteY835" fmla="*/ 1045456 h 6858000"/>
              <a:gd name="connsiteX836" fmla="*/ 5627835 w 7472601"/>
              <a:gd name="connsiteY836" fmla="*/ 1472077 h 6858000"/>
              <a:gd name="connsiteX837" fmla="*/ 5629817 w 7472601"/>
              <a:gd name="connsiteY837" fmla="*/ 1471412 h 6858000"/>
              <a:gd name="connsiteX838" fmla="*/ 5634124 w 7472601"/>
              <a:gd name="connsiteY838" fmla="*/ 1470572 h 6858000"/>
              <a:gd name="connsiteX839" fmla="*/ 5755832 w 7472601"/>
              <a:gd name="connsiteY839" fmla="*/ 1383886 h 6858000"/>
              <a:gd name="connsiteX840" fmla="*/ 6014186 w 7472601"/>
              <a:gd name="connsiteY840" fmla="*/ 1279799 h 6858000"/>
              <a:gd name="connsiteX841" fmla="*/ 6901619 w 7472601"/>
              <a:gd name="connsiteY841" fmla="*/ 1047874 h 6858000"/>
              <a:gd name="connsiteX842" fmla="*/ 6931566 w 7472601"/>
              <a:gd name="connsiteY842" fmla="*/ 1062034 h 6858000"/>
              <a:gd name="connsiteX843" fmla="*/ 5790982 w 7472601"/>
              <a:gd name="connsiteY843" fmla="*/ 1561380 h 6858000"/>
              <a:gd name="connsiteX844" fmla="*/ 6188971 w 7472601"/>
              <a:gd name="connsiteY844" fmla="*/ 1755168 h 6858000"/>
              <a:gd name="connsiteX845" fmla="*/ 6202446 w 7472601"/>
              <a:gd name="connsiteY845" fmla="*/ 1752268 h 6858000"/>
              <a:gd name="connsiteX846" fmla="*/ 7179560 w 7472601"/>
              <a:gd name="connsiteY846" fmla="*/ 1467551 h 6858000"/>
              <a:gd name="connsiteX847" fmla="*/ 7158730 w 7472601"/>
              <a:gd name="connsiteY847" fmla="*/ 1507835 h 6858000"/>
              <a:gd name="connsiteX848" fmla="*/ 6326959 w 7472601"/>
              <a:gd name="connsiteY848" fmla="*/ 1817686 h 6858000"/>
              <a:gd name="connsiteX849" fmla="*/ 6537433 w 7472601"/>
              <a:gd name="connsiteY849" fmla="*/ 1907790 h 6858000"/>
              <a:gd name="connsiteX850" fmla="*/ 6550221 w 7472601"/>
              <a:gd name="connsiteY850" fmla="*/ 1910729 h 6858000"/>
              <a:gd name="connsiteX851" fmla="*/ 6964438 w 7472601"/>
              <a:gd name="connsiteY851" fmla="*/ 2209505 h 6858000"/>
              <a:gd name="connsiteX852" fmla="*/ 7367862 w 7472601"/>
              <a:gd name="connsiteY852" fmla="*/ 2806833 h 6858000"/>
              <a:gd name="connsiteX853" fmla="*/ 7364329 w 7472601"/>
              <a:gd name="connsiteY853" fmla="*/ 2826907 h 6858000"/>
              <a:gd name="connsiteX854" fmla="*/ 7290545 w 7472601"/>
              <a:gd name="connsiteY854" fmla="*/ 2850663 h 6858000"/>
              <a:gd name="connsiteX855" fmla="*/ 6472036 w 7472601"/>
              <a:gd name="connsiteY855" fmla="*/ 1959003 h 6858000"/>
              <a:gd name="connsiteX856" fmla="*/ 5792897 w 7472601"/>
              <a:gd name="connsiteY856" fmla="*/ 1647747 h 6858000"/>
              <a:gd name="connsiteX857" fmla="*/ 5842751 w 7472601"/>
              <a:gd name="connsiteY857" fmla="*/ 1816112 h 6858000"/>
              <a:gd name="connsiteX858" fmla="*/ 5847424 w 7472601"/>
              <a:gd name="connsiteY858" fmla="*/ 1815776 h 6858000"/>
              <a:gd name="connsiteX859" fmla="*/ 6399821 w 7472601"/>
              <a:gd name="connsiteY859" fmla="*/ 2344799 h 6858000"/>
              <a:gd name="connsiteX860" fmla="*/ 6323232 w 7472601"/>
              <a:gd name="connsiteY860" fmla="*/ 2389634 h 6858000"/>
              <a:gd name="connsiteX861" fmla="*/ 5942958 w 7472601"/>
              <a:gd name="connsiteY861" fmla="*/ 2077708 h 6858000"/>
              <a:gd name="connsiteX862" fmla="*/ 5921559 w 7472601"/>
              <a:gd name="connsiteY862" fmla="*/ 2378596 h 6858000"/>
              <a:gd name="connsiteX863" fmla="*/ 5817651 w 7472601"/>
              <a:gd name="connsiteY863" fmla="*/ 3023919 h 6858000"/>
              <a:gd name="connsiteX864" fmla="*/ 5729634 w 7472601"/>
              <a:gd name="connsiteY864" fmla="*/ 3051849 h 6858000"/>
              <a:gd name="connsiteX865" fmla="*/ 5611018 w 7472601"/>
              <a:gd name="connsiteY865" fmla="*/ 2316769 h 6858000"/>
              <a:gd name="connsiteX866" fmla="*/ 5687608 w 7472601"/>
              <a:gd name="connsiteY866" fmla="*/ 2039972 h 6858000"/>
              <a:gd name="connsiteX867" fmla="*/ 5657554 w 7472601"/>
              <a:gd name="connsiteY867" fmla="*/ 1576445 h 6858000"/>
              <a:gd name="connsiteX868" fmla="*/ 5150475 w 7472601"/>
              <a:gd name="connsiteY868" fmla="*/ 1274012 h 6858000"/>
              <a:gd name="connsiteX869" fmla="*/ 5349142 w 7472601"/>
              <a:gd name="connsiteY869" fmla="*/ 2204405 h 6858000"/>
              <a:gd name="connsiteX870" fmla="*/ 5262214 w 7472601"/>
              <a:gd name="connsiteY870" fmla="*/ 2233836 h 6858000"/>
              <a:gd name="connsiteX871" fmla="*/ 4981539 w 7472601"/>
              <a:gd name="connsiteY871" fmla="*/ 1542201 h 6858000"/>
              <a:gd name="connsiteX872" fmla="*/ 4958461 w 7472601"/>
              <a:gd name="connsiteY872" fmla="*/ 1136957 h 6858000"/>
              <a:gd name="connsiteX873" fmla="*/ 4655015 w 7472601"/>
              <a:gd name="connsiteY873" fmla="*/ 891426 h 6858000"/>
              <a:gd name="connsiteX874" fmla="*/ 4348002 w 7472601"/>
              <a:gd name="connsiteY874" fmla="*/ 2205895 h 6858000"/>
              <a:gd name="connsiteX875" fmla="*/ 4262250 w 7472601"/>
              <a:gd name="connsiteY875" fmla="*/ 2219972 h 6858000"/>
              <a:gd name="connsiteX876" fmla="*/ 4550611 w 7472601"/>
              <a:gd name="connsiteY876" fmla="*/ 817540 h 6858000"/>
              <a:gd name="connsiteX877" fmla="*/ 4564418 w 7472601"/>
              <a:gd name="connsiteY877" fmla="*/ 808293 h 6858000"/>
              <a:gd name="connsiteX878" fmla="*/ 4266388 w 7472601"/>
              <a:gd name="connsiteY878" fmla="*/ 500083 h 6858000"/>
              <a:gd name="connsiteX879" fmla="*/ 4032842 w 7472601"/>
              <a:gd name="connsiteY879" fmla="*/ 211809 h 6858000"/>
              <a:gd name="connsiteX880" fmla="*/ 3882765 w 7472601"/>
              <a:gd name="connsiteY880" fmla="*/ 0 h 6858000"/>
              <a:gd name="connsiteX881" fmla="*/ 3721337 w 7472601"/>
              <a:gd name="connsiteY881" fmla="*/ 0 h 6858000"/>
              <a:gd name="connsiteX882" fmla="*/ 3797544 w 7472601"/>
              <a:gd name="connsiteY882" fmla="*/ 0 h 6858000"/>
              <a:gd name="connsiteX883" fmla="*/ 3775734 w 7472601"/>
              <a:gd name="connsiteY883" fmla="*/ 95131 h 6858000"/>
              <a:gd name="connsiteX884" fmla="*/ 3724807 w 7472601"/>
              <a:gd name="connsiteY884" fmla="*/ 272257 h 6858000"/>
              <a:gd name="connsiteX885" fmla="*/ 3726844 w 7472601"/>
              <a:gd name="connsiteY885" fmla="*/ 282988 h 6858000"/>
              <a:gd name="connsiteX886" fmla="*/ 3742664 w 7472601"/>
              <a:gd name="connsiteY886" fmla="*/ 279918 h 6858000"/>
              <a:gd name="connsiteX887" fmla="*/ 4103910 w 7472601"/>
              <a:gd name="connsiteY887" fmla="*/ 1161917 h 6858000"/>
              <a:gd name="connsiteX888" fmla="*/ 4020269 w 7472601"/>
              <a:gd name="connsiteY888" fmla="*/ 1200406 h 6858000"/>
              <a:gd name="connsiteX889" fmla="*/ 3674882 w 7472601"/>
              <a:gd name="connsiteY889" fmla="*/ 488524 h 6858000"/>
              <a:gd name="connsiteX890" fmla="*/ 3132682 w 7472601"/>
              <a:gd name="connsiteY890" fmla="*/ 1072284 h 6858000"/>
              <a:gd name="connsiteX891" fmla="*/ 2716346 w 7472601"/>
              <a:gd name="connsiteY891" fmla="*/ 1276376 h 6858000"/>
              <a:gd name="connsiteX892" fmla="*/ 2716772 w 7472601"/>
              <a:gd name="connsiteY892" fmla="*/ 1255462 h 6858000"/>
              <a:gd name="connsiteX893" fmla="*/ 3471096 w 7472601"/>
              <a:gd name="connsiteY893" fmla="*/ 437072 h 6858000"/>
              <a:gd name="connsiteX894" fmla="*/ 3639057 w 7472601"/>
              <a:gd name="connsiteY894" fmla="*/ 286334 h 6858000"/>
              <a:gd name="connsiteX895" fmla="*/ 3640309 w 7472601"/>
              <a:gd name="connsiteY895" fmla="*/ 284664 h 6858000"/>
              <a:gd name="connsiteX896" fmla="*/ 3646022 w 7472601"/>
              <a:gd name="connsiteY896" fmla="*/ 276711 h 6858000"/>
              <a:gd name="connsiteX897" fmla="*/ 3707943 w 7472601"/>
              <a:gd name="connsiteY897" fmla="*/ 65958 h 6858000"/>
              <a:gd name="connsiteX898" fmla="*/ 3721337 w 7472601"/>
              <a:gd name="connsiteY898" fmla="*/ 0 h 6858000"/>
              <a:gd name="connsiteX899" fmla="*/ 2867960 w 7472601"/>
              <a:gd name="connsiteY899" fmla="*/ 0 h 6858000"/>
              <a:gd name="connsiteX900" fmla="*/ 2926351 w 7472601"/>
              <a:gd name="connsiteY900" fmla="*/ 0 h 6858000"/>
              <a:gd name="connsiteX901" fmla="*/ 2902823 w 7472601"/>
              <a:gd name="connsiteY901" fmla="*/ 262929 h 6858000"/>
              <a:gd name="connsiteX902" fmla="*/ 2940663 w 7472601"/>
              <a:gd name="connsiteY902" fmla="*/ 140884 h 6858000"/>
              <a:gd name="connsiteX903" fmla="*/ 2947039 w 7472601"/>
              <a:gd name="connsiteY903" fmla="*/ 122524 h 6858000"/>
              <a:gd name="connsiteX904" fmla="*/ 2984316 w 7472601"/>
              <a:gd name="connsiteY904" fmla="*/ 0 h 6858000"/>
              <a:gd name="connsiteX905" fmla="*/ 3016114 w 7472601"/>
              <a:gd name="connsiteY905" fmla="*/ 0 h 6858000"/>
              <a:gd name="connsiteX906" fmla="*/ 2979949 w 7472601"/>
              <a:gd name="connsiteY906" fmla="*/ 119274 h 6858000"/>
              <a:gd name="connsiteX907" fmla="*/ 3023879 w 7472601"/>
              <a:gd name="connsiteY907" fmla="*/ 0 h 6858000"/>
              <a:gd name="connsiteX908" fmla="*/ 3105400 w 7472601"/>
              <a:gd name="connsiteY908" fmla="*/ 0 h 6858000"/>
              <a:gd name="connsiteX909" fmla="*/ 3094669 w 7472601"/>
              <a:gd name="connsiteY909" fmla="*/ 30308 h 6858000"/>
              <a:gd name="connsiteX910" fmla="*/ 2901945 w 7472601"/>
              <a:gd name="connsiteY910" fmla="*/ 466538 h 6858000"/>
              <a:gd name="connsiteX911" fmla="*/ 2815209 w 7472601"/>
              <a:gd name="connsiteY911" fmla="*/ 497361 h 6858000"/>
              <a:gd name="connsiteX912" fmla="*/ 2844845 w 7472601"/>
              <a:gd name="connsiteY912" fmla="*/ 127638 h 6858000"/>
              <a:gd name="connsiteX913" fmla="*/ 2867960 w 7472601"/>
              <a:gd name="connsiteY913" fmla="*/ 0 h 6858000"/>
              <a:gd name="connsiteX914" fmla="*/ 1057230 w 7472601"/>
              <a:gd name="connsiteY914" fmla="*/ 0 h 6858000"/>
              <a:gd name="connsiteX915" fmla="*/ 1111003 w 7472601"/>
              <a:gd name="connsiteY915" fmla="*/ 0 h 6858000"/>
              <a:gd name="connsiteX916" fmla="*/ 1125553 w 7472601"/>
              <a:gd name="connsiteY916" fmla="*/ 52588 h 6858000"/>
              <a:gd name="connsiteX917" fmla="*/ 1304276 w 7472601"/>
              <a:gd name="connsiteY917" fmla="*/ 476275 h 6858000"/>
              <a:gd name="connsiteX918" fmla="*/ 1492066 w 7472601"/>
              <a:gd name="connsiteY918" fmla="*/ 886333 h 6858000"/>
              <a:gd name="connsiteX919" fmla="*/ 1423698 w 7472601"/>
              <a:gd name="connsiteY919" fmla="*/ 710817 h 6858000"/>
              <a:gd name="connsiteX920" fmla="*/ 1357609 w 7472601"/>
              <a:gd name="connsiteY920" fmla="*/ 532892 h 6858000"/>
              <a:gd name="connsiteX921" fmla="*/ 1309550 w 7472601"/>
              <a:gd name="connsiteY921" fmla="*/ 374031 h 6858000"/>
              <a:gd name="connsiteX922" fmla="*/ 1193673 w 7472601"/>
              <a:gd name="connsiteY922" fmla="*/ 49533 h 6858000"/>
              <a:gd name="connsiteX923" fmla="*/ 1164391 w 7472601"/>
              <a:gd name="connsiteY923" fmla="*/ 0 h 6858000"/>
              <a:gd name="connsiteX924" fmla="*/ 1200666 w 7472601"/>
              <a:gd name="connsiteY924" fmla="*/ 0 h 6858000"/>
              <a:gd name="connsiteX925" fmla="*/ 1223408 w 7472601"/>
              <a:gd name="connsiteY925" fmla="*/ 38996 h 6858000"/>
              <a:gd name="connsiteX926" fmla="*/ 1339635 w 7472601"/>
              <a:gd name="connsiteY926" fmla="*/ 365517 h 6858000"/>
              <a:gd name="connsiteX927" fmla="*/ 1387469 w 7472601"/>
              <a:gd name="connsiteY927" fmla="*/ 523079 h 6858000"/>
              <a:gd name="connsiteX928" fmla="*/ 1452685 w 7472601"/>
              <a:gd name="connsiteY928" fmla="*/ 699806 h 6858000"/>
              <a:gd name="connsiteX929" fmla="*/ 1492092 w 7472601"/>
              <a:gd name="connsiteY929" fmla="*/ 800424 h 6858000"/>
              <a:gd name="connsiteX930" fmla="*/ 1455302 w 7472601"/>
              <a:gd name="connsiteY930" fmla="*/ 632913 h 6858000"/>
              <a:gd name="connsiteX931" fmla="*/ 1222336 w 7472601"/>
              <a:gd name="connsiteY931" fmla="*/ 9480 h 6858000"/>
              <a:gd name="connsiteX932" fmla="*/ 1214634 w 7472601"/>
              <a:gd name="connsiteY932" fmla="*/ 0 h 6858000"/>
              <a:gd name="connsiteX933" fmla="*/ 1289827 w 7472601"/>
              <a:gd name="connsiteY933" fmla="*/ 0 h 6858000"/>
              <a:gd name="connsiteX934" fmla="*/ 1321076 w 7472601"/>
              <a:gd name="connsiteY934" fmla="*/ 59722 h 6858000"/>
              <a:gd name="connsiteX935" fmla="*/ 1512579 w 7472601"/>
              <a:gd name="connsiteY935" fmla="*/ 626441 h 6858000"/>
              <a:gd name="connsiteX936" fmla="*/ 1506076 w 7472601"/>
              <a:gd name="connsiteY936" fmla="*/ 1089289 h 6858000"/>
              <a:gd name="connsiteX937" fmla="*/ 1486346 w 7472601"/>
              <a:gd name="connsiteY937" fmla="*/ 1079919 h 6858000"/>
              <a:gd name="connsiteX938" fmla="*/ 1070511 w 7472601"/>
              <a:gd name="connsiteY938" fmla="*/ 48609 h 6858000"/>
              <a:gd name="connsiteX939" fmla="*/ 1057230 w 7472601"/>
              <a:gd name="connsiteY939" fmla="*/ 0 h 6858000"/>
              <a:gd name="connsiteX940" fmla="*/ 43151 w 7472601"/>
              <a:gd name="connsiteY940" fmla="*/ 0 h 6858000"/>
              <a:gd name="connsiteX941" fmla="*/ 95283 w 7472601"/>
              <a:gd name="connsiteY941" fmla="*/ 0 h 6858000"/>
              <a:gd name="connsiteX942" fmla="*/ 300708 w 7472601"/>
              <a:gd name="connsiteY942" fmla="*/ 154571 h 6858000"/>
              <a:gd name="connsiteX943" fmla="*/ 530414 w 7472601"/>
              <a:gd name="connsiteY943" fmla="*/ 354673 h 6858000"/>
              <a:gd name="connsiteX944" fmla="*/ 333785 w 7472601"/>
              <a:gd name="connsiteY944" fmla="*/ 161564 h 6858000"/>
              <a:gd name="connsiteX945" fmla="*/ 147005 w 7472601"/>
              <a:gd name="connsiteY945" fmla="*/ 0 h 6858000"/>
              <a:gd name="connsiteX946" fmla="*/ 272509 w 7472601"/>
              <a:gd name="connsiteY946" fmla="*/ 0 h 6858000"/>
              <a:gd name="connsiteX947" fmla="*/ 326276 w 7472601"/>
              <a:gd name="connsiteY947" fmla="*/ 45847 h 6858000"/>
              <a:gd name="connsiteX948" fmla="*/ 823759 w 7472601"/>
              <a:gd name="connsiteY948" fmla="*/ 574145 h 6858000"/>
              <a:gd name="connsiteX949" fmla="*/ 811254 w 7472601"/>
              <a:gd name="connsiteY949" fmla="*/ 665546 h 6858000"/>
              <a:gd name="connsiteX950" fmla="*/ 154042 w 7472601"/>
              <a:gd name="connsiteY950" fmla="*/ 261522 h 6858000"/>
              <a:gd name="connsiteX951" fmla="*/ 13550 w 7472601"/>
              <a:gd name="connsiteY951" fmla="*/ 158423 h 6858000"/>
              <a:gd name="connsiteX952" fmla="*/ 0 w 7472601"/>
              <a:gd name="connsiteY952" fmla="*/ 146618 h 6858000"/>
              <a:gd name="connsiteX953" fmla="*/ 0 w 7472601"/>
              <a:gd name="connsiteY953" fmla="*/ 59161 h 6858000"/>
              <a:gd name="connsiteX954" fmla="*/ 45427 w 7472601"/>
              <a:gd name="connsiteY954" fmla="*/ 101078 h 6858000"/>
              <a:gd name="connsiteX955" fmla="*/ 630103 w 7472601"/>
              <a:gd name="connsiteY955" fmla="*/ 485885 h 6858000"/>
              <a:gd name="connsiteX956" fmla="*/ 532040 w 7472601"/>
              <a:gd name="connsiteY956" fmla="*/ 399359 h 6858000"/>
              <a:gd name="connsiteX957" fmla="*/ 517618 w 7472601"/>
              <a:gd name="connsiteY957" fmla="*/ 385726 h 6858000"/>
              <a:gd name="connsiteX958" fmla="*/ 285074 w 7472601"/>
              <a:gd name="connsiteY958" fmla="*/ 182755 h 6858000"/>
              <a:gd name="connsiteX959" fmla="*/ 43151 w 7472601"/>
              <a:gd name="connsiteY959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221686 h 6858000"/>
              <a:gd name="connsiteX78" fmla="*/ 7467600 w 7467663"/>
              <a:gd name="connsiteY78" fmla="*/ 6334256 h 6858000"/>
              <a:gd name="connsiteX79" fmla="*/ 7454976 w 7467663"/>
              <a:gd name="connsiteY79" fmla="*/ 6318297 h 6858000"/>
              <a:gd name="connsiteX80" fmla="*/ 1456157 w 7467663"/>
              <a:gd name="connsiteY80" fmla="*/ 5371404 h 6858000"/>
              <a:gd name="connsiteX81" fmla="*/ 1244432 w 7467663"/>
              <a:gd name="connsiteY81" fmla="*/ 5385601 h 6858000"/>
              <a:gd name="connsiteX82" fmla="*/ 973990 w 7467663"/>
              <a:gd name="connsiteY82" fmla="*/ 5424940 h 6858000"/>
              <a:gd name="connsiteX83" fmla="*/ 1103809 w 7467663"/>
              <a:gd name="connsiteY83" fmla="*/ 5433720 h 6858000"/>
              <a:gd name="connsiteX84" fmla="*/ 1123454 w 7467663"/>
              <a:gd name="connsiteY84" fmla="*/ 5435727 h 6858000"/>
              <a:gd name="connsiteX85" fmla="*/ 1737017 w 7467663"/>
              <a:gd name="connsiteY85" fmla="*/ 5452183 h 6858000"/>
              <a:gd name="connsiteX86" fmla="*/ 1824397 w 7467663"/>
              <a:gd name="connsiteY86" fmla="*/ 5447757 h 6858000"/>
              <a:gd name="connsiteX87" fmla="*/ 2070059 w 7467663"/>
              <a:gd name="connsiteY87" fmla="*/ 5441660 h 6858000"/>
              <a:gd name="connsiteX88" fmla="*/ 1456157 w 7467663"/>
              <a:gd name="connsiteY88" fmla="*/ 5371404 h 6858000"/>
              <a:gd name="connsiteX89" fmla="*/ 4988186 w 7467663"/>
              <a:gd name="connsiteY89" fmla="*/ 5216467 h 6858000"/>
              <a:gd name="connsiteX90" fmla="*/ 4777334 w 7467663"/>
              <a:gd name="connsiteY90" fmla="*/ 5406072 h 6858000"/>
              <a:gd name="connsiteX91" fmla="*/ 4718341 w 7467663"/>
              <a:gd name="connsiteY91" fmla="*/ 5468043 h 6858000"/>
              <a:gd name="connsiteX92" fmla="*/ 4604655 w 7467663"/>
              <a:gd name="connsiteY92" fmla="*/ 5583434 h 6858000"/>
              <a:gd name="connsiteX93" fmla="*/ 4565074 w 7467663"/>
              <a:gd name="connsiteY93" fmla="*/ 5618550 h 6858000"/>
              <a:gd name="connsiteX94" fmla="*/ 4988186 w 7467663"/>
              <a:gd name="connsiteY94" fmla="*/ 5216467 h 6858000"/>
              <a:gd name="connsiteX95" fmla="*/ 4978032 w 7467663"/>
              <a:gd name="connsiteY95" fmla="*/ 5183809 h 6858000"/>
              <a:gd name="connsiteX96" fmla="*/ 4463413 w 7467663"/>
              <a:gd name="connsiteY96" fmla="*/ 5615162 h 6858000"/>
              <a:gd name="connsiteX97" fmla="*/ 4358134 w 7467663"/>
              <a:gd name="connsiteY97" fmla="*/ 5742791 h 6858000"/>
              <a:gd name="connsiteX98" fmla="*/ 4376219 w 7467663"/>
              <a:gd name="connsiteY98" fmla="*/ 5729027 h 6858000"/>
              <a:gd name="connsiteX99" fmla="*/ 4582340 w 7467663"/>
              <a:gd name="connsiteY99" fmla="*/ 5561037 h 6858000"/>
              <a:gd name="connsiteX100" fmla="*/ 4694684 w 7467663"/>
              <a:gd name="connsiteY100" fmla="*/ 5447098 h 6858000"/>
              <a:gd name="connsiteX101" fmla="*/ 4754123 w 7467663"/>
              <a:gd name="connsiteY101" fmla="*/ 5384643 h 6858000"/>
              <a:gd name="connsiteX102" fmla="*/ 4978032 w 7467663"/>
              <a:gd name="connsiteY102" fmla="*/ 5183809 h 6858000"/>
              <a:gd name="connsiteX103" fmla="*/ 1903353 w 7467663"/>
              <a:gd name="connsiteY103" fmla="*/ 5044827 h 6858000"/>
              <a:gd name="connsiteX104" fmla="*/ 1936931 w 7467663"/>
              <a:gd name="connsiteY104" fmla="*/ 5093954 h 6858000"/>
              <a:gd name="connsiteX105" fmla="*/ 2195868 w 7467663"/>
              <a:gd name="connsiteY105" fmla="*/ 5396574 h 6858000"/>
              <a:gd name="connsiteX106" fmla="*/ 2088852 w 7467663"/>
              <a:gd name="connsiteY106" fmla="*/ 5166123 h 6858000"/>
              <a:gd name="connsiteX107" fmla="*/ 1958241 w 7467663"/>
              <a:gd name="connsiteY107" fmla="*/ 5067955 h 6858000"/>
              <a:gd name="connsiteX108" fmla="*/ 1903353 w 7467663"/>
              <a:gd name="connsiteY108" fmla="*/ 5044827 h 6858000"/>
              <a:gd name="connsiteX109" fmla="*/ 1979378 w 7467663"/>
              <a:gd name="connsiteY109" fmla="*/ 4769504 h 6858000"/>
              <a:gd name="connsiteX110" fmla="*/ 2882120 w 7467663"/>
              <a:gd name="connsiteY110" fmla="*/ 5064547 h 6858000"/>
              <a:gd name="connsiteX111" fmla="*/ 2793103 w 7467663"/>
              <a:gd name="connsiteY111" fmla="*/ 5039699 h 6858000"/>
              <a:gd name="connsiteX112" fmla="*/ 2770041 w 7467663"/>
              <a:gd name="connsiteY112" fmla="*/ 5033634 h 6858000"/>
              <a:gd name="connsiteX113" fmla="*/ 1979378 w 7467663"/>
              <a:gd name="connsiteY113" fmla="*/ 4769504 h 6858000"/>
              <a:gd name="connsiteX114" fmla="*/ 1927410 w 7467663"/>
              <a:gd name="connsiteY114" fmla="*/ 4716164 h 6858000"/>
              <a:gd name="connsiteX115" fmla="*/ 1959587 w 7467663"/>
              <a:gd name="connsiteY115" fmla="*/ 4728849 h 6858000"/>
              <a:gd name="connsiteX116" fmla="*/ 2777707 w 7467663"/>
              <a:gd name="connsiteY116" fmla="*/ 5003991 h 6858000"/>
              <a:gd name="connsiteX117" fmla="*/ 2800768 w 7467663"/>
              <a:gd name="connsiteY117" fmla="*/ 5010056 h 6858000"/>
              <a:gd name="connsiteX118" fmla="*/ 2879408 w 7467663"/>
              <a:gd name="connsiteY118" fmla="*/ 5031590 h 6858000"/>
              <a:gd name="connsiteX119" fmla="*/ 2862295 w 7467663"/>
              <a:gd name="connsiteY119" fmla="*/ 5022958 h 6858000"/>
              <a:gd name="connsiteX120" fmla="*/ 2813343 w 7467663"/>
              <a:gd name="connsiteY120" fmla="*/ 4998369 h 6858000"/>
              <a:gd name="connsiteX121" fmla="*/ 2646245 w 7467663"/>
              <a:gd name="connsiteY121" fmla="*/ 4930999 h 6858000"/>
              <a:gd name="connsiteX122" fmla="*/ 1999243 w 7467663"/>
              <a:gd name="connsiteY122" fmla="*/ 4730524 h 6858000"/>
              <a:gd name="connsiteX123" fmla="*/ 1979527 w 7467663"/>
              <a:gd name="connsiteY123" fmla="*/ 4726651 h 6858000"/>
              <a:gd name="connsiteX124" fmla="*/ 1927410 w 7467663"/>
              <a:gd name="connsiteY124" fmla="*/ 4716164 h 6858000"/>
              <a:gd name="connsiteX125" fmla="*/ 1997014 w 7467663"/>
              <a:gd name="connsiteY125" fmla="*/ 4698007 h 6858000"/>
              <a:gd name="connsiteX126" fmla="*/ 2005458 w 7467663"/>
              <a:gd name="connsiteY126" fmla="*/ 4699540 h 6858000"/>
              <a:gd name="connsiteX127" fmla="*/ 2657186 w 7467663"/>
              <a:gd name="connsiteY127" fmla="*/ 4901687 h 6858000"/>
              <a:gd name="connsiteX128" fmla="*/ 2826662 w 7467663"/>
              <a:gd name="connsiteY128" fmla="*/ 4970362 h 6858000"/>
              <a:gd name="connsiteX129" fmla="*/ 2876100 w 7467663"/>
              <a:gd name="connsiteY129" fmla="*/ 4995397 h 6858000"/>
              <a:gd name="connsiteX130" fmla="*/ 3042600 w 7467663"/>
              <a:gd name="connsiteY130" fmla="*/ 5059532 h 6858000"/>
              <a:gd name="connsiteX131" fmla="*/ 1997014 w 7467663"/>
              <a:gd name="connsiteY131" fmla="*/ 4698007 h 6858000"/>
              <a:gd name="connsiteX132" fmla="*/ 2305292 w 7467663"/>
              <a:gd name="connsiteY132" fmla="*/ 4219492 h 6858000"/>
              <a:gd name="connsiteX133" fmla="*/ 3360922 w 7467663"/>
              <a:gd name="connsiteY133" fmla="*/ 4529373 h 6858000"/>
              <a:gd name="connsiteX134" fmla="*/ 3492420 w 7467663"/>
              <a:gd name="connsiteY134" fmla="*/ 4510145 h 6858000"/>
              <a:gd name="connsiteX135" fmla="*/ 3364086 w 7467663"/>
              <a:gd name="connsiteY135" fmla="*/ 4480340 h 6858000"/>
              <a:gd name="connsiteX136" fmla="*/ 3225818 w 7467663"/>
              <a:gd name="connsiteY136" fmla="*/ 4411822 h 6858000"/>
              <a:gd name="connsiteX137" fmla="*/ 3129696 w 7467663"/>
              <a:gd name="connsiteY137" fmla="*/ 4360704 h 6858000"/>
              <a:gd name="connsiteX138" fmla="*/ 2814545 w 7467663"/>
              <a:gd name="connsiteY138" fmla="*/ 4282955 h 6858000"/>
              <a:gd name="connsiteX139" fmla="*/ 2305292 w 7467663"/>
              <a:gd name="connsiteY139" fmla="*/ 4219492 h 6858000"/>
              <a:gd name="connsiteX140" fmla="*/ 2626982 w 7467663"/>
              <a:gd name="connsiteY140" fmla="*/ 4206450 h 6858000"/>
              <a:gd name="connsiteX141" fmla="*/ 2490617 w 7467663"/>
              <a:gd name="connsiteY141" fmla="*/ 4206951 h 6858000"/>
              <a:gd name="connsiteX142" fmla="*/ 2819869 w 7467663"/>
              <a:gd name="connsiteY142" fmla="*/ 4252936 h 6858000"/>
              <a:gd name="connsiteX143" fmla="*/ 3143018 w 7467663"/>
              <a:gd name="connsiteY143" fmla="*/ 4332698 h 6858000"/>
              <a:gd name="connsiteX144" fmla="*/ 3241520 w 7467663"/>
              <a:gd name="connsiteY144" fmla="*/ 4385112 h 6858000"/>
              <a:gd name="connsiteX145" fmla="*/ 3374575 w 7467663"/>
              <a:gd name="connsiteY145" fmla="*/ 4451517 h 6858000"/>
              <a:gd name="connsiteX146" fmla="*/ 3505221 w 7467663"/>
              <a:gd name="connsiteY146" fmla="*/ 4480757 h 6858000"/>
              <a:gd name="connsiteX147" fmla="*/ 2626982 w 7467663"/>
              <a:gd name="connsiteY147" fmla="*/ 4206450 h 6858000"/>
              <a:gd name="connsiteX148" fmla="*/ 1310106 w 7467663"/>
              <a:gd name="connsiteY148" fmla="*/ 3943217 h 6858000"/>
              <a:gd name="connsiteX149" fmla="*/ 854994 w 7467663"/>
              <a:gd name="connsiteY149" fmla="*/ 4399136 h 6858000"/>
              <a:gd name="connsiteX150" fmla="*/ 742462 w 7467663"/>
              <a:gd name="connsiteY150" fmla="*/ 4594648 h 6858000"/>
              <a:gd name="connsiteX151" fmla="*/ 820602 w 7467663"/>
              <a:gd name="connsiteY151" fmla="*/ 4485915 h 6858000"/>
              <a:gd name="connsiteX152" fmla="*/ 878295 w 7467663"/>
              <a:gd name="connsiteY152" fmla="*/ 4403594 h 6858000"/>
              <a:gd name="connsiteX153" fmla="*/ 1240607 w 7467663"/>
              <a:gd name="connsiteY153" fmla="*/ 4010401 h 6858000"/>
              <a:gd name="connsiteX154" fmla="*/ 1310106 w 7467663"/>
              <a:gd name="connsiteY154" fmla="*/ 3943217 h 6858000"/>
              <a:gd name="connsiteX155" fmla="*/ 1423113 w 7467663"/>
              <a:gd name="connsiteY155" fmla="*/ 3874565 h 6858000"/>
              <a:gd name="connsiteX156" fmla="*/ 1260565 w 7467663"/>
              <a:gd name="connsiteY156" fmla="*/ 4031982 h 6858000"/>
              <a:gd name="connsiteX157" fmla="*/ 901900 w 7467663"/>
              <a:gd name="connsiteY157" fmla="*/ 4421236 h 6858000"/>
              <a:gd name="connsiteX158" fmla="*/ 845044 w 7467663"/>
              <a:gd name="connsiteY158" fmla="*/ 4502436 h 6858000"/>
              <a:gd name="connsiteX159" fmla="*/ 685926 w 7467663"/>
              <a:gd name="connsiteY159" fmla="*/ 4703069 h 6858000"/>
              <a:gd name="connsiteX160" fmla="*/ 684248 w 7467663"/>
              <a:gd name="connsiteY160" fmla="*/ 4706721 h 6858000"/>
              <a:gd name="connsiteX161" fmla="*/ 1423113 w 7467663"/>
              <a:gd name="connsiteY161" fmla="*/ 3874565 h 6858000"/>
              <a:gd name="connsiteX162" fmla="*/ 3316479 w 7467663"/>
              <a:gd name="connsiteY162" fmla="*/ 3872136 h 6858000"/>
              <a:gd name="connsiteX163" fmla="*/ 3546806 w 7467663"/>
              <a:gd name="connsiteY163" fmla="*/ 4356139 h 6858000"/>
              <a:gd name="connsiteX164" fmla="*/ 3364433 w 7467663"/>
              <a:gd name="connsiteY164" fmla="*/ 3953121 h 6858000"/>
              <a:gd name="connsiteX165" fmla="*/ 3316479 w 7467663"/>
              <a:gd name="connsiteY165" fmla="*/ 3872136 h 6858000"/>
              <a:gd name="connsiteX166" fmla="*/ 3291335 w 7467663"/>
              <a:gd name="connsiteY166" fmla="*/ 3767420 h 6858000"/>
              <a:gd name="connsiteX167" fmla="*/ 3390805 w 7467663"/>
              <a:gd name="connsiteY167" fmla="*/ 3937163 h 6858000"/>
              <a:gd name="connsiteX168" fmla="*/ 3579062 w 7467663"/>
              <a:gd name="connsiteY168" fmla="*/ 4359040 h 6858000"/>
              <a:gd name="connsiteX169" fmla="*/ 3467355 w 7467663"/>
              <a:gd name="connsiteY169" fmla="*/ 3988130 h 6858000"/>
              <a:gd name="connsiteX170" fmla="*/ 3310753 w 7467663"/>
              <a:gd name="connsiteY170" fmla="*/ 3787140 h 6858000"/>
              <a:gd name="connsiteX171" fmla="*/ 3291335 w 7467663"/>
              <a:gd name="connsiteY171" fmla="*/ 3767420 h 6858000"/>
              <a:gd name="connsiteX172" fmla="*/ 1635889 w 7467663"/>
              <a:gd name="connsiteY172" fmla="*/ 3709494 h 6858000"/>
              <a:gd name="connsiteX173" fmla="*/ 1634800 w 7467663"/>
              <a:gd name="connsiteY173" fmla="*/ 3731111 h 6858000"/>
              <a:gd name="connsiteX174" fmla="*/ 1635889 w 7467663"/>
              <a:gd name="connsiteY174" fmla="*/ 3709494 h 6858000"/>
              <a:gd name="connsiteX175" fmla="*/ 1510397 w 7467663"/>
              <a:gd name="connsiteY175" fmla="*/ 3684705 h 6858000"/>
              <a:gd name="connsiteX176" fmla="*/ 1146550 w 7467663"/>
              <a:gd name="connsiteY176" fmla="*/ 3802012 h 6858000"/>
              <a:gd name="connsiteX177" fmla="*/ 698834 w 7467663"/>
              <a:gd name="connsiteY177" fmla="*/ 3952272 h 6858000"/>
              <a:gd name="connsiteX178" fmla="*/ 34256 w 7467663"/>
              <a:gd name="connsiteY178" fmla="*/ 4347603 h 6858000"/>
              <a:gd name="connsiteX179" fmla="*/ 527241 w 7467663"/>
              <a:gd name="connsiteY179" fmla="*/ 4065078 h 6858000"/>
              <a:gd name="connsiteX180" fmla="*/ 1510397 w 7467663"/>
              <a:gd name="connsiteY180" fmla="*/ 3684705 h 6858000"/>
              <a:gd name="connsiteX181" fmla="*/ 1313114 w 7467663"/>
              <a:gd name="connsiteY181" fmla="*/ 3655216 h 6858000"/>
              <a:gd name="connsiteX182" fmla="*/ 1109304 w 7467663"/>
              <a:gd name="connsiteY182" fmla="*/ 3669030 h 6858000"/>
              <a:gd name="connsiteX183" fmla="*/ 8129 w 7467663"/>
              <a:gd name="connsiteY183" fmla="*/ 4330519 h 6858000"/>
              <a:gd name="connsiteX184" fmla="*/ 687572 w 7467663"/>
              <a:gd name="connsiteY184" fmla="*/ 3925629 h 6858000"/>
              <a:gd name="connsiteX185" fmla="*/ 1138365 w 7467663"/>
              <a:gd name="connsiteY185" fmla="*/ 3774515 h 6858000"/>
              <a:gd name="connsiteX186" fmla="*/ 1505579 w 7467663"/>
              <a:gd name="connsiteY186" fmla="*/ 3655526 h 6858000"/>
              <a:gd name="connsiteX187" fmla="*/ 1313114 w 7467663"/>
              <a:gd name="connsiteY187" fmla="*/ 3655216 h 6858000"/>
              <a:gd name="connsiteX188" fmla="*/ 3655073 w 7467663"/>
              <a:gd name="connsiteY188" fmla="*/ 3650884 h 6858000"/>
              <a:gd name="connsiteX189" fmla="*/ 3989938 w 7467663"/>
              <a:gd name="connsiteY189" fmla="*/ 3991685 h 6858000"/>
              <a:gd name="connsiteX190" fmla="*/ 4393907 w 7467663"/>
              <a:gd name="connsiteY190" fmla="*/ 4261258 h 6858000"/>
              <a:gd name="connsiteX191" fmla="*/ 4648051 w 7467663"/>
              <a:gd name="connsiteY191" fmla="*/ 4374051 h 6858000"/>
              <a:gd name="connsiteX192" fmla="*/ 4383389 w 7467663"/>
              <a:gd name="connsiteY192" fmla="*/ 4184369 h 6858000"/>
              <a:gd name="connsiteX193" fmla="*/ 4165508 w 7467663"/>
              <a:gd name="connsiteY193" fmla="*/ 4035196 h 6858000"/>
              <a:gd name="connsiteX194" fmla="*/ 4068162 w 7467663"/>
              <a:gd name="connsiteY194" fmla="*/ 3953394 h 6858000"/>
              <a:gd name="connsiteX195" fmla="*/ 3981416 w 7467663"/>
              <a:gd name="connsiteY195" fmla="*/ 3880482 h 6858000"/>
              <a:gd name="connsiteX196" fmla="*/ 3800147 w 7467663"/>
              <a:gd name="connsiteY196" fmla="*/ 3749872 h 6858000"/>
              <a:gd name="connsiteX197" fmla="*/ 3655073 w 7467663"/>
              <a:gd name="connsiteY197" fmla="*/ 3650884 h 6858000"/>
              <a:gd name="connsiteX198" fmla="*/ 3670252 w 7467663"/>
              <a:gd name="connsiteY198" fmla="*/ 3622798 h 6858000"/>
              <a:gd name="connsiteX199" fmla="*/ 3817258 w 7467663"/>
              <a:gd name="connsiteY199" fmla="*/ 3723577 h 6858000"/>
              <a:gd name="connsiteX200" fmla="*/ 4000461 w 7467663"/>
              <a:gd name="connsiteY200" fmla="*/ 3855966 h 6858000"/>
              <a:gd name="connsiteX201" fmla="*/ 4088180 w 7467663"/>
              <a:gd name="connsiteY201" fmla="*/ 3929774 h 6858000"/>
              <a:gd name="connsiteX202" fmla="*/ 4184555 w 7467663"/>
              <a:gd name="connsiteY202" fmla="*/ 4010683 h 6858000"/>
              <a:gd name="connsiteX203" fmla="*/ 4399563 w 7467663"/>
              <a:gd name="connsiteY203" fmla="*/ 4158106 h 6858000"/>
              <a:gd name="connsiteX204" fmla="*/ 4684469 w 7467663"/>
              <a:gd name="connsiteY204" fmla="*/ 4364680 h 6858000"/>
              <a:gd name="connsiteX205" fmla="*/ 4690271 w 7467663"/>
              <a:gd name="connsiteY205" fmla="*/ 4370034 h 6858000"/>
              <a:gd name="connsiteX206" fmla="*/ 4136093 w 7467663"/>
              <a:gd name="connsiteY206" fmla="*/ 3858466 h 6858000"/>
              <a:gd name="connsiteX207" fmla="*/ 3670252 w 7467663"/>
              <a:gd name="connsiteY207" fmla="*/ 3622798 h 6858000"/>
              <a:gd name="connsiteX208" fmla="*/ 4440129 w 7467663"/>
              <a:gd name="connsiteY208" fmla="*/ 3448571 h 6858000"/>
              <a:gd name="connsiteX209" fmla="*/ 4856525 w 7467663"/>
              <a:gd name="connsiteY209" fmla="*/ 3915351 h 6858000"/>
              <a:gd name="connsiteX210" fmla="*/ 5059055 w 7467663"/>
              <a:gd name="connsiteY210" fmla="*/ 4108918 h 6858000"/>
              <a:gd name="connsiteX211" fmla="*/ 5290070 w 7467663"/>
              <a:gd name="connsiteY211" fmla="*/ 4263619 h 6858000"/>
              <a:gd name="connsiteX212" fmla="*/ 4834991 w 7467663"/>
              <a:gd name="connsiteY212" fmla="*/ 3830985 h 6858000"/>
              <a:gd name="connsiteX213" fmla="*/ 4440129 w 7467663"/>
              <a:gd name="connsiteY213" fmla="*/ 3448571 h 6858000"/>
              <a:gd name="connsiteX214" fmla="*/ 4441737 w 7467663"/>
              <a:gd name="connsiteY214" fmla="*/ 3399734 h 6858000"/>
              <a:gd name="connsiteX215" fmla="*/ 4431236 w 7467663"/>
              <a:gd name="connsiteY215" fmla="*/ 3400954 h 6858000"/>
              <a:gd name="connsiteX216" fmla="*/ 4557150 w 7467663"/>
              <a:gd name="connsiteY216" fmla="*/ 3510023 h 6858000"/>
              <a:gd name="connsiteX217" fmla="*/ 4856936 w 7467663"/>
              <a:gd name="connsiteY217" fmla="*/ 3809146 h 6858000"/>
              <a:gd name="connsiteX218" fmla="*/ 5111996 w 7467663"/>
              <a:gd name="connsiteY218" fmla="*/ 4065759 h 6858000"/>
              <a:gd name="connsiteX219" fmla="*/ 5388878 w 7467663"/>
              <a:gd name="connsiteY219" fmla="*/ 4300185 h 6858000"/>
              <a:gd name="connsiteX220" fmla="*/ 5425556 w 7467663"/>
              <a:gd name="connsiteY220" fmla="*/ 4308967 h 6858000"/>
              <a:gd name="connsiteX221" fmla="*/ 4943646 w 7467663"/>
              <a:gd name="connsiteY221" fmla="*/ 3822916 h 6858000"/>
              <a:gd name="connsiteX222" fmla="*/ 4594837 w 7467663"/>
              <a:gd name="connsiteY222" fmla="*/ 3532274 h 6858000"/>
              <a:gd name="connsiteX223" fmla="*/ 4441737 w 7467663"/>
              <a:gd name="connsiteY223" fmla="*/ 3399734 h 6858000"/>
              <a:gd name="connsiteX224" fmla="*/ 5425834 w 7467663"/>
              <a:gd name="connsiteY224" fmla="*/ 3162785 h 6858000"/>
              <a:gd name="connsiteX225" fmla="*/ 5401644 w 7467663"/>
              <a:gd name="connsiteY225" fmla="*/ 3617847 h 6858000"/>
              <a:gd name="connsiteX226" fmla="*/ 5467256 w 7467663"/>
              <a:gd name="connsiteY226" fmla="*/ 4175494 h 6858000"/>
              <a:gd name="connsiteX227" fmla="*/ 5448069 w 7467663"/>
              <a:gd name="connsiteY227" fmla="*/ 3567554 h 6858000"/>
              <a:gd name="connsiteX228" fmla="*/ 5425834 w 7467663"/>
              <a:gd name="connsiteY228" fmla="*/ 3162785 h 6858000"/>
              <a:gd name="connsiteX229" fmla="*/ 1318687 w 7467663"/>
              <a:gd name="connsiteY229" fmla="*/ 3113840 h 6858000"/>
              <a:gd name="connsiteX230" fmla="*/ 1066793 w 7467663"/>
              <a:gd name="connsiteY230" fmla="*/ 3212171 h 6858000"/>
              <a:gd name="connsiteX231" fmla="*/ 993319 w 7467663"/>
              <a:gd name="connsiteY231" fmla="*/ 3247648 h 6858000"/>
              <a:gd name="connsiteX232" fmla="*/ 853081 w 7467663"/>
              <a:gd name="connsiteY232" fmla="*/ 3312410 h 6858000"/>
              <a:gd name="connsiteX233" fmla="*/ 805957 w 7467663"/>
              <a:gd name="connsiteY233" fmla="*/ 3330443 h 6858000"/>
              <a:gd name="connsiteX234" fmla="*/ 1318687 w 7467663"/>
              <a:gd name="connsiteY234" fmla="*/ 3113840 h 6858000"/>
              <a:gd name="connsiteX235" fmla="*/ 5453702 w 7467663"/>
              <a:gd name="connsiteY235" fmla="*/ 3090882 h 6858000"/>
              <a:gd name="connsiteX236" fmla="*/ 5480135 w 7467663"/>
              <a:gd name="connsiteY236" fmla="*/ 3565802 h 6858000"/>
              <a:gd name="connsiteX237" fmla="*/ 5499023 w 7467663"/>
              <a:gd name="connsiteY237" fmla="*/ 4166310 h 6858000"/>
              <a:gd name="connsiteX238" fmla="*/ 5547022 w 7467663"/>
              <a:gd name="connsiteY238" fmla="*/ 3607838 h 6858000"/>
              <a:gd name="connsiteX239" fmla="*/ 5515964 w 7467663"/>
              <a:gd name="connsiteY239" fmla="*/ 3378541 h 6858000"/>
              <a:gd name="connsiteX240" fmla="*/ 5453702 w 7467663"/>
              <a:gd name="connsiteY240" fmla="*/ 3090882 h 6858000"/>
              <a:gd name="connsiteX241" fmla="*/ 1238695 w 7467663"/>
              <a:gd name="connsiteY241" fmla="*/ 3076820 h 6858000"/>
              <a:gd name="connsiteX242" fmla="*/ 716371 w 7467663"/>
              <a:gd name="connsiteY242" fmla="*/ 3293249 h 6858000"/>
              <a:gd name="connsiteX243" fmla="*/ 579522 w 7467663"/>
              <a:gd name="connsiteY243" fmla="*/ 3371759 h 6858000"/>
              <a:gd name="connsiteX244" fmla="*/ 600288 w 7467663"/>
              <a:gd name="connsiteY244" fmla="*/ 3365555 h 6858000"/>
              <a:gd name="connsiteX245" fmla="*/ 840692 w 7467663"/>
              <a:gd name="connsiteY245" fmla="*/ 3284921 h 6858000"/>
              <a:gd name="connsiteX246" fmla="*/ 979248 w 7467663"/>
              <a:gd name="connsiteY246" fmla="*/ 3221003 h 6858000"/>
              <a:gd name="connsiteX247" fmla="*/ 1053282 w 7467663"/>
              <a:gd name="connsiteY247" fmla="*/ 3185247 h 6858000"/>
              <a:gd name="connsiteX248" fmla="*/ 1320603 w 7467663"/>
              <a:gd name="connsiteY248" fmla="*/ 3081281 h 6858000"/>
              <a:gd name="connsiteX249" fmla="*/ 1238695 w 7467663"/>
              <a:gd name="connsiteY249" fmla="*/ 3076820 h 6858000"/>
              <a:gd name="connsiteX250" fmla="*/ 5425627 w 7467663"/>
              <a:gd name="connsiteY250" fmla="*/ 2954192 h 6858000"/>
              <a:gd name="connsiteX251" fmla="*/ 5470770 w 7467663"/>
              <a:gd name="connsiteY251" fmla="*/ 3005435 h 6858000"/>
              <a:gd name="connsiteX252" fmla="*/ 5519779 w 7467663"/>
              <a:gd name="connsiteY252" fmla="*/ 4359223 h 6858000"/>
              <a:gd name="connsiteX253" fmla="*/ 5520293 w 7467663"/>
              <a:gd name="connsiteY253" fmla="*/ 4360602 h 6858000"/>
              <a:gd name="connsiteX254" fmla="*/ 5767221 w 7467663"/>
              <a:gd name="connsiteY254" fmla="*/ 4665564 h 6858000"/>
              <a:gd name="connsiteX255" fmla="*/ 6937169 w 7467663"/>
              <a:gd name="connsiteY255" fmla="*/ 4815941 h 6858000"/>
              <a:gd name="connsiteX256" fmla="*/ 6953922 w 7467663"/>
              <a:gd name="connsiteY256" fmla="*/ 4890068 h 6858000"/>
              <a:gd name="connsiteX257" fmla="*/ 6071359 w 7467663"/>
              <a:gd name="connsiteY257" fmla="*/ 4770770 h 6858000"/>
              <a:gd name="connsiteX258" fmla="*/ 6038839 w 7467663"/>
              <a:gd name="connsiteY258" fmla="*/ 4764474 h 6858000"/>
              <a:gd name="connsiteX259" fmla="*/ 6038706 w 7467663"/>
              <a:gd name="connsiteY259" fmla="*/ 4763847 h 6858000"/>
              <a:gd name="connsiteX260" fmla="*/ 6037784 w 7467663"/>
              <a:gd name="connsiteY260" fmla="*/ 4764270 h 6858000"/>
              <a:gd name="connsiteX261" fmla="*/ 6038839 w 7467663"/>
              <a:gd name="connsiteY261" fmla="*/ 4764474 h 6858000"/>
              <a:gd name="connsiteX262" fmla="*/ 6040338 w 7467663"/>
              <a:gd name="connsiteY262" fmla="*/ 4771418 h 6858000"/>
              <a:gd name="connsiteX263" fmla="*/ 6024488 w 7467663"/>
              <a:gd name="connsiteY263" fmla="*/ 4809903 h 6858000"/>
              <a:gd name="connsiteX264" fmla="*/ 5599771 w 7467663"/>
              <a:gd name="connsiteY264" fmla="*/ 5509652 h 6858000"/>
              <a:gd name="connsiteX265" fmla="*/ 5548843 w 7467663"/>
              <a:gd name="connsiteY265" fmla="*/ 5563845 h 6858000"/>
              <a:gd name="connsiteX266" fmla="*/ 5940952 w 7467663"/>
              <a:gd name="connsiteY266" fmla="*/ 6250028 h 6858000"/>
              <a:gd name="connsiteX267" fmla="*/ 6043441 w 7467663"/>
              <a:gd name="connsiteY267" fmla="*/ 6665847 h 6858000"/>
              <a:gd name="connsiteX268" fmla="*/ 6093432 w 7467663"/>
              <a:gd name="connsiteY268" fmla="*/ 6858000 h 6858000"/>
              <a:gd name="connsiteX269" fmla="*/ 6034344 w 7467663"/>
              <a:gd name="connsiteY269" fmla="*/ 6858000 h 6858000"/>
              <a:gd name="connsiteX270" fmla="*/ 6026679 w 7467663"/>
              <a:gd name="connsiteY270" fmla="*/ 6836959 h 6858000"/>
              <a:gd name="connsiteX271" fmla="*/ 5800441 w 7467663"/>
              <a:gd name="connsiteY271" fmla="*/ 6335286 h 6858000"/>
              <a:gd name="connsiteX272" fmla="*/ 5526562 w 7467663"/>
              <a:gd name="connsiteY272" fmla="*/ 5705388 h 6858000"/>
              <a:gd name="connsiteX273" fmla="*/ 5519640 w 7467663"/>
              <a:gd name="connsiteY273" fmla="*/ 5683774 h 6858000"/>
              <a:gd name="connsiteX274" fmla="*/ 5844559 w 7467663"/>
              <a:gd name="connsiteY274" fmla="*/ 6553349 h 6858000"/>
              <a:gd name="connsiteX275" fmla="*/ 5975994 w 7467663"/>
              <a:gd name="connsiteY275" fmla="*/ 6858000 h 6858000"/>
              <a:gd name="connsiteX276" fmla="*/ 5898547 w 7467663"/>
              <a:gd name="connsiteY276" fmla="*/ 6858000 h 6858000"/>
              <a:gd name="connsiteX277" fmla="*/ 5682041 w 7467663"/>
              <a:gd name="connsiteY277" fmla="*/ 6355860 h 6858000"/>
              <a:gd name="connsiteX278" fmla="*/ 5461758 w 7467663"/>
              <a:gd name="connsiteY278" fmla="*/ 5820220 h 6858000"/>
              <a:gd name="connsiteX279" fmla="*/ 5237282 w 7467663"/>
              <a:gd name="connsiteY279" fmla="*/ 6579086 h 6858000"/>
              <a:gd name="connsiteX280" fmla="*/ 5115009 w 7467663"/>
              <a:gd name="connsiteY280" fmla="*/ 6858000 h 6858000"/>
              <a:gd name="connsiteX281" fmla="*/ 5028074 w 7467663"/>
              <a:gd name="connsiteY281" fmla="*/ 6858000 h 6858000"/>
              <a:gd name="connsiteX282" fmla="*/ 5079508 w 7467663"/>
              <a:gd name="connsiteY282" fmla="*/ 6749074 h 6858000"/>
              <a:gd name="connsiteX283" fmla="*/ 5371846 w 7467663"/>
              <a:gd name="connsiteY283" fmla="*/ 5924413 h 6858000"/>
              <a:gd name="connsiteX284" fmla="*/ 5270512 w 7467663"/>
              <a:gd name="connsiteY284" fmla="*/ 6138975 h 6858000"/>
              <a:gd name="connsiteX285" fmla="*/ 5062409 w 7467663"/>
              <a:gd name="connsiteY285" fmla="*/ 6653544 h 6858000"/>
              <a:gd name="connsiteX286" fmla="*/ 5036628 w 7467663"/>
              <a:gd name="connsiteY286" fmla="*/ 6754247 h 6858000"/>
              <a:gd name="connsiteX287" fmla="*/ 5009112 w 7467663"/>
              <a:gd name="connsiteY287" fmla="*/ 6858000 h 6858000"/>
              <a:gd name="connsiteX288" fmla="*/ 4976679 w 7467663"/>
              <a:gd name="connsiteY288" fmla="*/ 6858000 h 6858000"/>
              <a:gd name="connsiteX289" fmla="*/ 5006537 w 7467663"/>
              <a:gd name="connsiteY289" fmla="*/ 6747068 h 6858000"/>
              <a:gd name="connsiteX290" fmla="*/ 5032723 w 7467663"/>
              <a:gd name="connsiteY290" fmla="*/ 6644957 h 6858000"/>
              <a:gd name="connsiteX291" fmla="*/ 5242949 w 7467663"/>
              <a:gd name="connsiteY291" fmla="*/ 6125175 h 6858000"/>
              <a:gd name="connsiteX292" fmla="*/ 5286321 w 7467663"/>
              <a:gd name="connsiteY292" fmla="*/ 6033555 h 6858000"/>
              <a:gd name="connsiteX293" fmla="*/ 5008210 w 7467663"/>
              <a:gd name="connsiteY293" fmla="*/ 6649194 h 6858000"/>
              <a:gd name="connsiteX294" fmla="*/ 4986321 w 7467663"/>
              <a:gd name="connsiteY294" fmla="*/ 6765687 h 6858000"/>
              <a:gd name="connsiteX295" fmla="*/ 4973474 w 7467663"/>
              <a:gd name="connsiteY295" fmla="*/ 6858000 h 6858000"/>
              <a:gd name="connsiteX296" fmla="*/ 4907178 w 7467663"/>
              <a:gd name="connsiteY296" fmla="*/ 6858000 h 6858000"/>
              <a:gd name="connsiteX297" fmla="*/ 4910810 w 7467663"/>
              <a:gd name="connsiteY297" fmla="*/ 6829660 h 6858000"/>
              <a:gd name="connsiteX298" fmla="*/ 4987461 w 7467663"/>
              <a:gd name="connsiteY298" fmla="*/ 6432994 h 6858000"/>
              <a:gd name="connsiteX299" fmla="*/ 5179262 w 7467663"/>
              <a:gd name="connsiteY299" fmla="*/ 6035044 h 6858000"/>
              <a:gd name="connsiteX300" fmla="*/ 4689678 w 7467663"/>
              <a:gd name="connsiteY300" fmla="*/ 6440241 h 6858000"/>
              <a:gd name="connsiteX301" fmla="*/ 4477543 w 7467663"/>
              <a:gd name="connsiteY301" fmla="*/ 6674836 h 6858000"/>
              <a:gd name="connsiteX302" fmla="*/ 4329957 w 7467663"/>
              <a:gd name="connsiteY302" fmla="*/ 6858000 h 6858000"/>
              <a:gd name="connsiteX303" fmla="*/ 4218595 w 7467663"/>
              <a:gd name="connsiteY303" fmla="*/ 6858000 h 6858000"/>
              <a:gd name="connsiteX304" fmla="*/ 4368888 w 7467663"/>
              <a:gd name="connsiteY304" fmla="*/ 6668412 h 6858000"/>
              <a:gd name="connsiteX305" fmla="*/ 4563091 w 7467663"/>
              <a:gd name="connsiteY305" fmla="*/ 6442508 h 6858000"/>
              <a:gd name="connsiteX306" fmla="*/ 5387324 w 7467663"/>
              <a:gd name="connsiteY306" fmla="*/ 5705830 h 6858000"/>
              <a:gd name="connsiteX307" fmla="*/ 5073620 w 7467663"/>
              <a:gd name="connsiteY307" fmla="*/ 5955437 h 6858000"/>
              <a:gd name="connsiteX308" fmla="*/ 4689789 w 7467663"/>
              <a:gd name="connsiteY308" fmla="*/ 6268382 h 6858000"/>
              <a:gd name="connsiteX309" fmla="*/ 4418722 w 7467663"/>
              <a:gd name="connsiteY309" fmla="*/ 6570886 h 6858000"/>
              <a:gd name="connsiteX310" fmla="*/ 4214944 w 7467663"/>
              <a:gd name="connsiteY310" fmla="*/ 6858000 h 6858000"/>
              <a:gd name="connsiteX311" fmla="*/ 4177898 w 7467663"/>
              <a:gd name="connsiteY311" fmla="*/ 6858000 h 6858000"/>
              <a:gd name="connsiteX312" fmla="*/ 4391597 w 7467663"/>
              <a:gd name="connsiteY312" fmla="*/ 6556370 h 6858000"/>
              <a:gd name="connsiteX313" fmla="*/ 4668889 w 7467663"/>
              <a:gd name="connsiteY313" fmla="*/ 6246399 h 6858000"/>
              <a:gd name="connsiteX314" fmla="*/ 5055427 w 7467663"/>
              <a:gd name="connsiteY314" fmla="*/ 5931476 h 6858000"/>
              <a:gd name="connsiteX315" fmla="*/ 5371814 w 7467663"/>
              <a:gd name="connsiteY315" fmla="*/ 5678975 h 6858000"/>
              <a:gd name="connsiteX316" fmla="*/ 4987918 w 7467663"/>
              <a:gd name="connsiteY316" fmla="*/ 5838701 h 6858000"/>
              <a:gd name="connsiteX317" fmla="*/ 4317146 w 7467663"/>
              <a:gd name="connsiteY317" fmla="*/ 6587716 h 6858000"/>
              <a:gd name="connsiteX318" fmla="*/ 4171627 w 7467663"/>
              <a:gd name="connsiteY318" fmla="*/ 6858000 h 6858000"/>
              <a:gd name="connsiteX319" fmla="*/ 4081585 w 7467663"/>
              <a:gd name="connsiteY319" fmla="*/ 6858000 h 6858000"/>
              <a:gd name="connsiteX320" fmla="*/ 4238603 w 7467663"/>
              <a:gd name="connsiteY320" fmla="*/ 6559341 h 6858000"/>
              <a:gd name="connsiteX321" fmla="*/ 4778333 w 7467663"/>
              <a:gd name="connsiteY321" fmla="*/ 5873626 h 6858000"/>
              <a:gd name="connsiteX322" fmla="*/ 5414185 w 7467663"/>
              <a:gd name="connsiteY322" fmla="*/ 5573882 h 6858000"/>
              <a:gd name="connsiteX323" fmla="*/ 5959648 w 7467663"/>
              <a:gd name="connsiteY323" fmla="*/ 4760797 h 6858000"/>
              <a:gd name="connsiteX324" fmla="*/ 5355019 w 7467663"/>
              <a:gd name="connsiteY324" fmla="*/ 4734672 h 6858000"/>
              <a:gd name="connsiteX325" fmla="*/ 5083565 w 7467663"/>
              <a:gd name="connsiteY325" fmla="*/ 5179121 h 6858000"/>
              <a:gd name="connsiteX326" fmla="*/ 4713577 w 7467663"/>
              <a:gd name="connsiteY326" fmla="*/ 5616803 h 6858000"/>
              <a:gd name="connsiteX327" fmla="*/ 3989559 w 7467663"/>
              <a:gd name="connsiteY327" fmla="*/ 6145945 h 6858000"/>
              <a:gd name="connsiteX328" fmla="*/ 3939824 w 7467663"/>
              <a:gd name="connsiteY328" fmla="*/ 6066900 h 6858000"/>
              <a:gd name="connsiteX329" fmla="*/ 4584537 w 7467663"/>
              <a:gd name="connsiteY329" fmla="*/ 5324826 h 6858000"/>
              <a:gd name="connsiteX330" fmla="*/ 5037105 w 7467663"/>
              <a:gd name="connsiteY330" fmla="*/ 5088765 h 6858000"/>
              <a:gd name="connsiteX331" fmla="*/ 5039930 w 7467663"/>
              <a:gd name="connsiteY331" fmla="*/ 5089585 h 6858000"/>
              <a:gd name="connsiteX332" fmla="*/ 5263764 w 7467663"/>
              <a:gd name="connsiteY332" fmla="*/ 4735525 h 6858000"/>
              <a:gd name="connsiteX333" fmla="*/ 4086300 w 7467663"/>
              <a:gd name="connsiteY333" fmla="*/ 4884599 h 6858000"/>
              <a:gd name="connsiteX334" fmla="*/ 4085485 w 7467663"/>
              <a:gd name="connsiteY334" fmla="*/ 4899070 h 6858000"/>
              <a:gd name="connsiteX335" fmla="*/ 3871915 w 7467663"/>
              <a:gd name="connsiteY335" fmla="*/ 5253645 h 6858000"/>
              <a:gd name="connsiteX336" fmla="*/ 3799374 w 7467663"/>
              <a:gd name="connsiteY336" fmla="*/ 5466127 h 6858000"/>
              <a:gd name="connsiteX337" fmla="*/ 3498850 w 7467663"/>
              <a:gd name="connsiteY337" fmla="*/ 6661888 h 6858000"/>
              <a:gd name="connsiteX338" fmla="*/ 3399216 w 7467663"/>
              <a:gd name="connsiteY338" fmla="*/ 6858000 h 6858000"/>
              <a:gd name="connsiteX339" fmla="*/ 3303688 w 7467663"/>
              <a:gd name="connsiteY339" fmla="*/ 6858000 h 6858000"/>
              <a:gd name="connsiteX340" fmla="*/ 3391774 w 7467663"/>
              <a:gd name="connsiteY340" fmla="*/ 6697181 h 6858000"/>
              <a:gd name="connsiteX341" fmla="*/ 3735540 w 7467663"/>
              <a:gd name="connsiteY341" fmla="*/ 5546923 h 6858000"/>
              <a:gd name="connsiteX342" fmla="*/ 3729438 w 7467663"/>
              <a:gd name="connsiteY342" fmla="*/ 5569058 h 6858000"/>
              <a:gd name="connsiteX343" fmla="*/ 3707782 w 7467663"/>
              <a:gd name="connsiteY343" fmla="*/ 5644908 h 6858000"/>
              <a:gd name="connsiteX344" fmla="*/ 3583827 w 7467663"/>
              <a:gd name="connsiteY344" fmla="*/ 6039215 h 6858000"/>
              <a:gd name="connsiteX345" fmla="*/ 3547861 w 7467663"/>
              <a:gd name="connsiteY345" fmla="*/ 6129609 h 6858000"/>
              <a:gd name="connsiteX346" fmla="*/ 3490905 w 7467663"/>
              <a:gd name="connsiteY346" fmla="*/ 6277660 h 6858000"/>
              <a:gd name="connsiteX347" fmla="*/ 3455859 w 7467663"/>
              <a:gd name="connsiteY347" fmla="*/ 6391301 h 6858000"/>
              <a:gd name="connsiteX348" fmla="*/ 3429112 w 7467663"/>
              <a:gd name="connsiteY348" fmla="*/ 6479469 h 6858000"/>
              <a:gd name="connsiteX349" fmla="*/ 3304862 w 7467663"/>
              <a:gd name="connsiteY349" fmla="*/ 6796476 h 6858000"/>
              <a:gd name="connsiteX350" fmla="*/ 3276071 w 7467663"/>
              <a:gd name="connsiteY350" fmla="*/ 6858000 h 6858000"/>
              <a:gd name="connsiteX351" fmla="*/ 3240805 w 7467663"/>
              <a:gd name="connsiteY351" fmla="*/ 6858000 h 6858000"/>
              <a:gd name="connsiteX352" fmla="*/ 3275917 w 7467663"/>
              <a:gd name="connsiteY352" fmla="*/ 6783192 h 6858000"/>
              <a:gd name="connsiteX353" fmla="*/ 3399358 w 7467663"/>
              <a:gd name="connsiteY353" fmla="*/ 6469011 h 6858000"/>
              <a:gd name="connsiteX354" fmla="*/ 3425650 w 7467663"/>
              <a:gd name="connsiteY354" fmla="*/ 6381333 h 6858000"/>
              <a:gd name="connsiteX355" fmla="*/ 3460661 w 7467663"/>
              <a:gd name="connsiteY355" fmla="*/ 6266763 h 6858000"/>
              <a:gd name="connsiteX356" fmla="*/ 3518021 w 7467663"/>
              <a:gd name="connsiteY356" fmla="*/ 6117298 h 6858000"/>
              <a:gd name="connsiteX357" fmla="*/ 3554035 w 7467663"/>
              <a:gd name="connsiteY357" fmla="*/ 6027832 h 6858000"/>
              <a:gd name="connsiteX358" fmla="*/ 3677174 w 7467663"/>
              <a:gd name="connsiteY358" fmla="*/ 5636351 h 6858000"/>
              <a:gd name="connsiteX359" fmla="*/ 3698819 w 7467663"/>
              <a:gd name="connsiteY359" fmla="*/ 5560503 h 6858000"/>
              <a:gd name="connsiteX360" fmla="*/ 3702094 w 7467663"/>
              <a:gd name="connsiteY360" fmla="*/ 5549194 h 6858000"/>
              <a:gd name="connsiteX361" fmla="*/ 3398355 w 7467663"/>
              <a:gd name="connsiteY361" fmla="*/ 6094603 h 6858000"/>
              <a:gd name="connsiteX362" fmla="*/ 3193941 w 7467663"/>
              <a:gd name="connsiteY362" fmla="*/ 6798775 h 6858000"/>
              <a:gd name="connsiteX363" fmla="*/ 3184140 w 7467663"/>
              <a:gd name="connsiteY363" fmla="*/ 6858000 h 6858000"/>
              <a:gd name="connsiteX364" fmla="*/ 3099978 w 7467663"/>
              <a:gd name="connsiteY364" fmla="*/ 6858000 h 6858000"/>
              <a:gd name="connsiteX365" fmla="*/ 3101556 w 7467663"/>
              <a:gd name="connsiteY365" fmla="*/ 6843337 h 6858000"/>
              <a:gd name="connsiteX366" fmla="*/ 3370162 w 7467663"/>
              <a:gd name="connsiteY366" fmla="*/ 5785550 h 6858000"/>
              <a:gd name="connsiteX367" fmla="*/ 3746477 w 7467663"/>
              <a:gd name="connsiteY367" fmla="*/ 5377889 h 6858000"/>
              <a:gd name="connsiteX368" fmla="*/ 3863399 w 7467663"/>
              <a:gd name="connsiteY368" fmla="*/ 5087257 h 6858000"/>
              <a:gd name="connsiteX369" fmla="*/ 3968712 w 7467663"/>
              <a:gd name="connsiteY369" fmla="*/ 4913989 h 6858000"/>
              <a:gd name="connsiteX370" fmla="*/ 2792390 w 7467663"/>
              <a:gd name="connsiteY370" fmla="*/ 5382974 h 6858000"/>
              <a:gd name="connsiteX371" fmla="*/ 2714982 w 7467663"/>
              <a:gd name="connsiteY371" fmla="*/ 5427051 h 6858000"/>
              <a:gd name="connsiteX372" fmla="*/ 2813361 w 7467663"/>
              <a:gd name="connsiteY372" fmla="*/ 6023912 h 6858000"/>
              <a:gd name="connsiteX373" fmla="*/ 2688430 w 7467663"/>
              <a:gd name="connsiteY373" fmla="*/ 6801564 h 6858000"/>
              <a:gd name="connsiteX374" fmla="*/ 2629626 w 7467663"/>
              <a:gd name="connsiteY374" fmla="*/ 6763394 h 6858000"/>
              <a:gd name="connsiteX375" fmla="*/ 2565328 w 7467663"/>
              <a:gd name="connsiteY375" fmla="*/ 5516399 h 6858000"/>
              <a:gd name="connsiteX376" fmla="*/ 1922999 w 7467663"/>
              <a:gd name="connsiteY376" fmla="*/ 5980343 h 6858000"/>
              <a:gd name="connsiteX377" fmla="*/ 1950261 w 7467663"/>
              <a:gd name="connsiteY377" fmla="*/ 6405858 h 6858000"/>
              <a:gd name="connsiteX378" fmla="*/ 2365554 w 7467663"/>
              <a:gd name="connsiteY378" fmla="*/ 6759107 h 6858000"/>
              <a:gd name="connsiteX379" fmla="*/ 2424142 w 7467663"/>
              <a:gd name="connsiteY379" fmla="*/ 6858000 h 6858000"/>
              <a:gd name="connsiteX380" fmla="*/ 2395994 w 7467663"/>
              <a:gd name="connsiteY380" fmla="*/ 6858000 h 6858000"/>
              <a:gd name="connsiteX381" fmla="*/ 2392863 w 7467663"/>
              <a:gd name="connsiteY381" fmla="*/ 6852964 h 6858000"/>
              <a:gd name="connsiteX382" fmla="*/ 2017589 w 7467663"/>
              <a:gd name="connsiteY382" fmla="*/ 6493982 h 6858000"/>
              <a:gd name="connsiteX383" fmla="*/ 2147336 w 7467663"/>
              <a:gd name="connsiteY383" fmla="*/ 6594052 h 6858000"/>
              <a:gd name="connsiteX384" fmla="*/ 2207047 w 7467663"/>
              <a:gd name="connsiteY384" fmla="*/ 6654540 h 6858000"/>
              <a:gd name="connsiteX385" fmla="*/ 2299106 w 7467663"/>
              <a:gd name="connsiteY385" fmla="*/ 6778931 h 6858000"/>
              <a:gd name="connsiteX386" fmla="*/ 2314430 w 7467663"/>
              <a:gd name="connsiteY386" fmla="*/ 6801144 h 6858000"/>
              <a:gd name="connsiteX387" fmla="*/ 2352406 w 7467663"/>
              <a:gd name="connsiteY387" fmla="*/ 6858000 h 6858000"/>
              <a:gd name="connsiteX388" fmla="*/ 2314492 w 7467663"/>
              <a:gd name="connsiteY388" fmla="*/ 6858000 h 6858000"/>
              <a:gd name="connsiteX389" fmla="*/ 2288095 w 7467663"/>
              <a:gd name="connsiteY389" fmla="*/ 6818030 h 6858000"/>
              <a:gd name="connsiteX390" fmla="*/ 2272768 w 7467663"/>
              <a:gd name="connsiteY390" fmla="*/ 6795822 h 6858000"/>
              <a:gd name="connsiteX391" fmla="*/ 2182715 w 7467663"/>
              <a:gd name="connsiteY391" fmla="*/ 6675071 h 6858000"/>
              <a:gd name="connsiteX392" fmla="*/ 2032061 w 7467663"/>
              <a:gd name="connsiteY392" fmla="*/ 6541380 h 6858000"/>
              <a:gd name="connsiteX393" fmla="*/ 2257220 w 7467663"/>
              <a:gd name="connsiteY393" fmla="*/ 6826257 h 6858000"/>
              <a:gd name="connsiteX394" fmla="*/ 2281324 w 7467663"/>
              <a:gd name="connsiteY394" fmla="*/ 6858000 h 6858000"/>
              <a:gd name="connsiteX395" fmla="*/ 2242860 w 7467663"/>
              <a:gd name="connsiteY395" fmla="*/ 6858000 h 6858000"/>
              <a:gd name="connsiteX396" fmla="*/ 2232818 w 7467663"/>
              <a:gd name="connsiteY396" fmla="*/ 6844926 h 6858000"/>
              <a:gd name="connsiteX397" fmla="*/ 1990172 w 7467663"/>
              <a:gd name="connsiteY397" fmla="*/ 6542121 h 6858000"/>
              <a:gd name="connsiteX398" fmla="*/ 2124090 w 7467663"/>
              <a:gd name="connsiteY398" fmla="*/ 6761017 h 6858000"/>
              <a:gd name="connsiteX399" fmla="*/ 2200380 w 7467663"/>
              <a:gd name="connsiteY399" fmla="*/ 6858000 h 6858000"/>
              <a:gd name="connsiteX400" fmla="*/ 2147507 w 7467663"/>
              <a:gd name="connsiteY400" fmla="*/ 6858000 h 6858000"/>
              <a:gd name="connsiteX401" fmla="*/ 2070668 w 7467663"/>
              <a:gd name="connsiteY401" fmla="*/ 6761520 h 6858000"/>
              <a:gd name="connsiteX402" fmla="*/ 1975142 w 7467663"/>
              <a:gd name="connsiteY402" fmla="*/ 6585570 h 6858000"/>
              <a:gd name="connsiteX403" fmla="*/ 2050035 w 7467663"/>
              <a:gd name="connsiteY403" fmla="*/ 6813345 h 6858000"/>
              <a:gd name="connsiteX404" fmla="*/ 2063025 w 7467663"/>
              <a:gd name="connsiteY404" fmla="*/ 6858000 h 6858000"/>
              <a:gd name="connsiteX405" fmla="*/ 2021675 w 7467663"/>
              <a:gd name="connsiteY405" fmla="*/ 6858000 h 6858000"/>
              <a:gd name="connsiteX406" fmla="*/ 2019308 w 7467663"/>
              <a:gd name="connsiteY406" fmla="*/ 6847118 h 6858000"/>
              <a:gd name="connsiteX407" fmla="*/ 1938835 w 7467663"/>
              <a:gd name="connsiteY407" fmla="*/ 6551160 h 6858000"/>
              <a:gd name="connsiteX408" fmla="*/ 1953230 w 7467663"/>
              <a:gd name="connsiteY408" fmla="*/ 6759699 h 6858000"/>
              <a:gd name="connsiteX409" fmla="*/ 1956763 w 7467663"/>
              <a:gd name="connsiteY409" fmla="*/ 6778191 h 6858000"/>
              <a:gd name="connsiteX410" fmla="*/ 1967925 w 7467663"/>
              <a:gd name="connsiteY410" fmla="*/ 6858000 h 6858000"/>
              <a:gd name="connsiteX411" fmla="*/ 1936622 w 7467663"/>
              <a:gd name="connsiteY411" fmla="*/ 6858000 h 6858000"/>
              <a:gd name="connsiteX412" fmla="*/ 1926261 w 7467663"/>
              <a:gd name="connsiteY412" fmla="*/ 6784064 h 6858000"/>
              <a:gd name="connsiteX413" fmla="*/ 1922724 w 7467663"/>
              <a:gd name="connsiteY413" fmla="*/ 6765577 h 6858000"/>
              <a:gd name="connsiteX414" fmla="*/ 1904650 w 7467663"/>
              <a:gd name="connsiteY414" fmla="*/ 6639616 h 6858000"/>
              <a:gd name="connsiteX415" fmla="*/ 1885273 w 7467663"/>
              <a:gd name="connsiteY415" fmla="*/ 6858000 h 6858000"/>
              <a:gd name="connsiteX416" fmla="*/ 1854363 w 7467663"/>
              <a:gd name="connsiteY416" fmla="*/ 6858000 h 6858000"/>
              <a:gd name="connsiteX417" fmla="*/ 1880391 w 7467663"/>
              <a:gd name="connsiteY417" fmla="*/ 6603796 h 6858000"/>
              <a:gd name="connsiteX418" fmla="*/ 1818273 w 7467663"/>
              <a:gd name="connsiteY418" fmla="*/ 6715729 h 6858000"/>
              <a:gd name="connsiteX419" fmla="*/ 1794691 w 7467663"/>
              <a:gd name="connsiteY419" fmla="*/ 6843239 h 6858000"/>
              <a:gd name="connsiteX420" fmla="*/ 1794914 w 7467663"/>
              <a:gd name="connsiteY420" fmla="*/ 6858000 h 6858000"/>
              <a:gd name="connsiteX421" fmla="*/ 1746128 w 7467663"/>
              <a:gd name="connsiteY421" fmla="*/ 6858000 h 6858000"/>
              <a:gd name="connsiteX422" fmla="*/ 1753934 w 7467663"/>
              <a:gd name="connsiteY422" fmla="*/ 6724796 h 6858000"/>
              <a:gd name="connsiteX423" fmla="*/ 1792053 w 7467663"/>
              <a:gd name="connsiteY423" fmla="*/ 6572396 h 6858000"/>
              <a:gd name="connsiteX424" fmla="*/ 1862248 w 7467663"/>
              <a:gd name="connsiteY424" fmla="*/ 6266397 h 6858000"/>
              <a:gd name="connsiteX425" fmla="*/ 1862250 w 7467663"/>
              <a:gd name="connsiteY425" fmla="*/ 6033531 h 6858000"/>
              <a:gd name="connsiteX426" fmla="*/ 1211999 w 7467663"/>
              <a:gd name="connsiteY426" fmla="*/ 6683610 h 6858000"/>
              <a:gd name="connsiteX427" fmla="*/ 1213266 w 7467663"/>
              <a:gd name="connsiteY427" fmla="*/ 6691947 h 6858000"/>
              <a:gd name="connsiteX428" fmla="*/ 1203370 w 7467663"/>
              <a:gd name="connsiteY428" fmla="*/ 6850676 h 6858000"/>
              <a:gd name="connsiteX429" fmla="*/ 1203671 w 7467663"/>
              <a:gd name="connsiteY429" fmla="*/ 6858000 h 6858000"/>
              <a:gd name="connsiteX430" fmla="*/ 1143180 w 7467663"/>
              <a:gd name="connsiteY430" fmla="*/ 6858000 h 6858000"/>
              <a:gd name="connsiteX431" fmla="*/ 1142176 w 7467663"/>
              <a:gd name="connsiteY431" fmla="*/ 6766045 h 6858000"/>
              <a:gd name="connsiteX432" fmla="*/ 1067484 w 7467663"/>
              <a:gd name="connsiteY432" fmla="*/ 6858000 h 6858000"/>
              <a:gd name="connsiteX433" fmla="*/ 953928 w 7467663"/>
              <a:gd name="connsiteY433" fmla="*/ 6858000 h 6858000"/>
              <a:gd name="connsiteX434" fmla="*/ 959715 w 7467663"/>
              <a:gd name="connsiteY434" fmla="*/ 6850185 h 6858000"/>
              <a:gd name="connsiteX435" fmla="*/ 1483788 w 7467663"/>
              <a:gd name="connsiteY435" fmla="*/ 6259174 h 6858000"/>
              <a:gd name="connsiteX436" fmla="*/ 1100671 w 7467663"/>
              <a:gd name="connsiteY436" fmla="*/ 6252137 h 6858000"/>
              <a:gd name="connsiteX437" fmla="*/ 1090144 w 7467663"/>
              <a:gd name="connsiteY437" fmla="*/ 6256748 h 6858000"/>
              <a:gd name="connsiteX438" fmla="*/ 1095872 w 7467663"/>
              <a:gd name="connsiteY438" fmla="*/ 6271892 h 6858000"/>
              <a:gd name="connsiteX439" fmla="*/ 262785 w 7467663"/>
              <a:gd name="connsiteY439" fmla="*/ 6845450 h 6858000"/>
              <a:gd name="connsiteX440" fmla="*/ 209968 w 7467663"/>
              <a:gd name="connsiteY440" fmla="*/ 6770713 h 6858000"/>
              <a:gd name="connsiteX441" fmla="*/ 873460 w 7467663"/>
              <a:gd name="connsiteY441" fmla="*/ 6253768 h 6858000"/>
              <a:gd name="connsiteX442" fmla="*/ 192686 w 7467663"/>
              <a:gd name="connsiteY442" fmla="*/ 5849257 h 6858000"/>
              <a:gd name="connsiteX443" fmla="*/ 4696 w 7467663"/>
              <a:gd name="connsiteY443" fmla="*/ 5697668 h 6858000"/>
              <a:gd name="connsiteX444" fmla="*/ 0 w 7467663"/>
              <a:gd name="connsiteY444" fmla="*/ 5689984 h 6858000"/>
              <a:gd name="connsiteX445" fmla="*/ 0 w 7467663"/>
              <a:gd name="connsiteY445" fmla="*/ 5513472 h 6858000"/>
              <a:gd name="connsiteX446" fmla="*/ 174101 w 7467663"/>
              <a:gd name="connsiteY446" fmla="*/ 5620277 h 6858000"/>
              <a:gd name="connsiteX447" fmla="*/ 891800 w 7467663"/>
              <a:gd name="connsiteY447" fmla="*/ 6036935 h 6858000"/>
              <a:gd name="connsiteX448" fmla="*/ 1072219 w 7467663"/>
              <a:gd name="connsiteY448" fmla="*/ 6169443 h 6858000"/>
              <a:gd name="connsiteX449" fmla="*/ 1074117 w 7467663"/>
              <a:gd name="connsiteY449" fmla="*/ 6170301 h 6858000"/>
              <a:gd name="connsiteX450" fmla="*/ 1083114 w 7467663"/>
              <a:gd name="connsiteY450" fmla="*/ 6174131 h 6858000"/>
              <a:gd name="connsiteX451" fmla="*/ 1543010 w 7467663"/>
              <a:gd name="connsiteY451" fmla="*/ 6191140 h 6858000"/>
              <a:gd name="connsiteX452" fmla="*/ 1551080 w 7467663"/>
              <a:gd name="connsiteY452" fmla="*/ 6195006 h 6858000"/>
              <a:gd name="connsiteX453" fmla="*/ 2345443 w 7467663"/>
              <a:gd name="connsiteY453" fmla="*/ 5549882 h 6858000"/>
              <a:gd name="connsiteX454" fmla="*/ 1721499 w 7467663"/>
              <a:gd name="connsiteY454" fmla="*/ 5599969 h 6858000"/>
              <a:gd name="connsiteX455" fmla="*/ 767716 w 7467663"/>
              <a:gd name="connsiteY455" fmla="*/ 5472768 h 6858000"/>
              <a:gd name="connsiteX456" fmla="*/ 722147 w 7467663"/>
              <a:gd name="connsiteY456" fmla="*/ 5393091 h 6858000"/>
              <a:gd name="connsiteX457" fmla="*/ 1485552 w 7467663"/>
              <a:gd name="connsiteY457" fmla="*/ 5313202 h 6858000"/>
              <a:gd name="connsiteX458" fmla="*/ 2143004 w 7467663"/>
              <a:gd name="connsiteY458" fmla="*/ 5402420 h 6858000"/>
              <a:gd name="connsiteX459" fmla="*/ 1933391 w 7467663"/>
              <a:gd name="connsiteY459" fmla="*/ 5156971 h 6858000"/>
              <a:gd name="connsiteX460" fmla="*/ 1827118 w 7467663"/>
              <a:gd name="connsiteY460" fmla="*/ 4968410 h 6858000"/>
              <a:gd name="connsiteX461" fmla="*/ 1837349 w 7467663"/>
              <a:gd name="connsiteY461" fmla="*/ 4956357 h 6858000"/>
              <a:gd name="connsiteX462" fmla="*/ 2162835 w 7467663"/>
              <a:gd name="connsiteY462" fmla="*/ 5187853 h 6858000"/>
              <a:gd name="connsiteX463" fmla="*/ 2257167 w 7467663"/>
              <a:gd name="connsiteY463" fmla="*/ 5462123 h 6858000"/>
              <a:gd name="connsiteX464" fmla="*/ 2261598 w 7467663"/>
              <a:gd name="connsiteY464" fmla="*/ 5467998 h 6858000"/>
              <a:gd name="connsiteX465" fmla="*/ 2437177 w 7467663"/>
              <a:gd name="connsiteY465" fmla="*/ 5479608 h 6858000"/>
              <a:gd name="connsiteX466" fmla="*/ 2445247 w 7467663"/>
              <a:gd name="connsiteY466" fmla="*/ 5483476 h 6858000"/>
              <a:gd name="connsiteX467" fmla="*/ 2743626 w 7467663"/>
              <a:gd name="connsiteY467" fmla="*/ 5304819 h 6858000"/>
              <a:gd name="connsiteX468" fmla="*/ 3048102 w 7467663"/>
              <a:gd name="connsiteY468" fmla="*/ 5150595 h 6858000"/>
              <a:gd name="connsiteX469" fmla="*/ 1799414 w 7467663"/>
              <a:gd name="connsiteY469" fmla="*/ 4694732 h 6858000"/>
              <a:gd name="connsiteX470" fmla="*/ 1771735 w 7467663"/>
              <a:gd name="connsiteY470" fmla="*/ 4619929 h 6858000"/>
              <a:gd name="connsiteX471" fmla="*/ 3104273 w 7467663"/>
              <a:gd name="connsiteY471" fmla="*/ 5076159 h 6858000"/>
              <a:gd name="connsiteX472" fmla="*/ 3113245 w 7467663"/>
              <a:gd name="connsiteY472" fmla="*/ 5090705 h 6858000"/>
              <a:gd name="connsiteX473" fmla="*/ 3126294 w 7467663"/>
              <a:gd name="connsiteY473" fmla="*/ 5114400 h 6858000"/>
              <a:gd name="connsiteX474" fmla="*/ 3937433 w 7467663"/>
              <a:gd name="connsiteY474" fmla="*/ 4830473 h 6858000"/>
              <a:gd name="connsiteX475" fmla="*/ 3590475 w 7467663"/>
              <a:gd name="connsiteY475" fmla="*/ 4597974 h 6858000"/>
              <a:gd name="connsiteX476" fmla="*/ 3100264 w 7467663"/>
              <a:gd name="connsiteY476" fmla="*/ 4579845 h 6858000"/>
              <a:gd name="connsiteX477" fmla="*/ 2183576 w 7467663"/>
              <a:gd name="connsiteY477" fmla="*/ 4227150 h 6858000"/>
              <a:gd name="connsiteX478" fmla="*/ 2151029 w 7467663"/>
              <a:gd name="connsiteY478" fmla="*/ 4146947 h 6858000"/>
              <a:gd name="connsiteX479" fmla="*/ 3563434 w 7467663"/>
              <a:gd name="connsiteY479" fmla="*/ 4469115 h 6858000"/>
              <a:gd name="connsiteX480" fmla="*/ 3177952 w 7467663"/>
              <a:gd name="connsiteY480" fmla="*/ 3657386 h 6858000"/>
              <a:gd name="connsiteX481" fmla="*/ 3189263 w 7467663"/>
              <a:gd name="connsiteY481" fmla="*/ 3625726 h 6858000"/>
              <a:gd name="connsiteX482" fmla="*/ 3560912 w 7467663"/>
              <a:gd name="connsiteY482" fmla="*/ 4079863 h 6858000"/>
              <a:gd name="connsiteX483" fmla="*/ 3626636 w 7467663"/>
              <a:gd name="connsiteY483" fmla="*/ 4512230 h 6858000"/>
              <a:gd name="connsiteX484" fmla="*/ 3653088 w 7467663"/>
              <a:gd name="connsiteY484" fmla="*/ 4521417 h 6858000"/>
              <a:gd name="connsiteX485" fmla="*/ 3988128 w 7467663"/>
              <a:gd name="connsiteY485" fmla="*/ 4817267 h 6858000"/>
              <a:gd name="connsiteX486" fmla="*/ 4830582 w 7467663"/>
              <a:gd name="connsiteY486" fmla="*/ 4676000 h 6858000"/>
              <a:gd name="connsiteX487" fmla="*/ 4830100 w 7467663"/>
              <a:gd name="connsiteY487" fmla="*/ 4675554 h 6858000"/>
              <a:gd name="connsiteX488" fmla="*/ 4036318 w 7467663"/>
              <a:gd name="connsiteY488" fmla="*/ 4147013 h 6858000"/>
              <a:gd name="connsiteX489" fmla="*/ 3432098 w 7467663"/>
              <a:gd name="connsiteY489" fmla="*/ 3537312 h 6858000"/>
              <a:gd name="connsiteX490" fmla="*/ 3446761 w 7467663"/>
              <a:gd name="connsiteY490" fmla="*/ 3461278 h 6858000"/>
              <a:gd name="connsiteX491" fmla="*/ 4419733 w 7467663"/>
              <a:gd name="connsiteY491" fmla="*/ 3963555 h 6858000"/>
              <a:gd name="connsiteX492" fmla="*/ 4781371 w 7467663"/>
              <a:gd name="connsiteY492" fmla="*/ 4458604 h 6858000"/>
              <a:gd name="connsiteX493" fmla="*/ 4780440 w 7467663"/>
              <a:gd name="connsiteY493" fmla="*/ 4470290 h 6858000"/>
              <a:gd name="connsiteX494" fmla="*/ 4898954 w 7467663"/>
              <a:gd name="connsiteY494" fmla="*/ 4662092 h 6858000"/>
              <a:gd name="connsiteX495" fmla="*/ 4900699 w 7467663"/>
              <a:gd name="connsiteY495" fmla="*/ 4670867 h 6858000"/>
              <a:gd name="connsiteX496" fmla="*/ 5714511 w 7467663"/>
              <a:gd name="connsiteY496" fmla="*/ 4663483 h 6858000"/>
              <a:gd name="connsiteX497" fmla="*/ 5464793 w 7467663"/>
              <a:gd name="connsiteY497" fmla="*/ 4393556 h 6858000"/>
              <a:gd name="connsiteX498" fmla="*/ 5461897 w 7467663"/>
              <a:gd name="connsiteY498" fmla="*/ 4390879 h 6858000"/>
              <a:gd name="connsiteX499" fmla="*/ 4294126 w 7467663"/>
              <a:gd name="connsiteY499" fmla="*/ 3303048 h 6858000"/>
              <a:gd name="connsiteX500" fmla="*/ 4305321 w 7467663"/>
              <a:gd name="connsiteY500" fmla="*/ 3256953 h 6858000"/>
              <a:gd name="connsiteX501" fmla="*/ 4949299 w 7467663"/>
              <a:gd name="connsiteY501" fmla="*/ 3766336 h 6858000"/>
              <a:gd name="connsiteX502" fmla="*/ 5291452 w 7467663"/>
              <a:gd name="connsiteY502" fmla="*/ 4076801 h 6858000"/>
              <a:gd name="connsiteX503" fmla="*/ 5434998 w 7467663"/>
              <a:gd name="connsiteY503" fmla="*/ 4254100 h 6858000"/>
              <a:gd name="connsiteX504" fmla="*/ 5351015 w 7467663"/>
              <a:gd name="connsiteY504" fmla="*/ 3760989 h 6858000"/>
              <a:gd name="connsiteX505" fmla="*/ 5413780 w 7467663"/>
              <a:gd name="connsiteY505" fmla="*/ 2966265 h 6858000"/>
              <a:gd name="connsiteX506" fmla="*/ 5425627 w 7467663"/>
              <a:gd name="connsiteY506" fmla="*/ 2954192 h 6858000"/>
              <a:gd name="connsiteX507" fmla="*/ 6604735 w 7467663"/>
              <a:gd name="connsiteY507" fmla="*/ 2041381 h 6858000"/>
              <a:gd name="connsiteX508" fmla="*/ 7204487 w 7467663"/>
              <a:gd name="connsiteY508" fmla="*/ 2742112 h 6858000"/>
              <a:gd name="connsiteX509" fmla="*/ 7131592 w 7467663"/>
              <a:gd name="connsiteY509" fmla="*/ 2672096 h 6858000"/>
              <a:gd name="connsiteX510" fmla="*/ 6996344 w 7467663"/>
              <a:gd name="connsiteY510" fmla="*/ 2518310 h 6858000"/>
              <a:gd name="connsiteX511" fmla="*/ 6735495 w 7467663"/>
              <a:gd name="connsiteY511" fmla="*/ 2196890 h 6858000"/>
              <a:gd name="connsiteX512" fmla="*/ 6721901 w 7467663"/>
              <a:gd name="connsiteY512" fmla="*/ 2179274 h 6858000"/>
              <a:gd name="connsiteX513" fmla="*/ 6604735 w 7467663"/>
              <a:gd name="connsiteY513" fmla="*/ 2041381 h 6858000"/>
              <a:gd name="connsiteX514" fmla="*/ 6591670 w 7467663"/>
              <a:gd name="connsiteY514" fmla="*/ 1988277 h 6858000"/>
              <a:gd name="connsiteX515" fmla="*/ 6747349 w 7467663"/>
              <a:gd name="connsiteY515" fmla="*/ 2160069 h 6858000"/>
              <a:gd name="connsiteX516" fmla="*/ 6760943 w 7467663"/>
              <a:gd name="connsiteY516" fmla="*/ 2177686 h 6858000"/>
              <a:gd name="connsiteX517" fmla="*/ 7021065 w 7467663"/>
              <a:gd name="connsiteY517" fmla="*/ 2498102 h 6858000"/>
              <a:gd name="connsiteX518" fmla="*/ 7155223 w 7467663"/>
              <a:gd name="connsiteY518" fmla="*/ 2650386 h 6858000"/>
              <a:gd name="connsiteX519" fmla="*/ 7203167 w 7467663"/>
              <a:gd name="connsiteY519" fmla="*/ 2697288 h 6858000"/>
              <a:gd name="connsiteX520" fmla="*/ 6937703 w 7467663"/>
              <a:gd name="connsiteY520" fmla="*/ 2321981 h 6858000"/>
              <a:gd name="connsiteX521" fmla="*/ 6591670 w 7467663"/>
              <a:gd name="connsiteY521" fmla="*/ 1988277 h 6858000"/>
              <a:gd name="connsiteX522" fmla="*/ 5798671 w 7467663"/>
              <a:gd name="connsiteY522" fmla="*/ 1981601 h 6858000"/>
              <a:gd name="connsiteX523" fmla="*/ 5754709 w 7467663"/>
              <a:gd name="connsiteY523" fmla="*/ 2071454 h 6858000"/>
              <a:gd name="connsiteX524" fmla="*/ 5763044 w 7467663"/>
              <a:gd name="connsiteY524" fmla="*/ 2842206 h 6858000"/>
              <a:gd name="connsiteX525" fmla="*/ 5764974 w 7467663"/>
              <a:gd name="connsiteY525" fmla="*/ 2799609 h 6858000"/>
              <a:gd name="connsiteX526" fmla="*/ 5767665 w 7467663"/>
              <a:gd name="connsiteY526" fmla="*/ 2666409 h 6858000"/>
              <a:gd name="connsiteX527" fmla="*/ 5763055 w 7467663"/>
              <a:gd name="connsiteY527" fmla="*/ 2579705 h 6858000"/>
              <a:gd name="connsiteX528" fmla="*/ 5758079 w 7467663"/>
              <a:gd name="connsiteY528" fmla="*/ 2492508 h 6858000"/>
              <a:gd name="connsiteX529" fmla="*/ 5779325 w 7467663"/>
              <a:gd name="connsiteY529" fmla="*/ 2197069 h 6858000"/>
              <a:gd name="connsiteX530" fmla="*/ 5798671 w 7467663"/>
              <a:gd name="connsiteY530" fmla="*/ 1981601 h 6858000"/>
              <a:gd name="connsiteX531" fmla="*/ 5829202 w 7467663"/>
              <a:gd name="connsiteY531" fmla="*/ 1971679 h 6858000"/>
              <a:gd name="connsiteX532" fmla="*/ 5809558 w 7467663"/>
              <a:gd name="connsiteY532" fmla="*/ 2198043 h 6858000"/>
              <a:gd name="connsiteX533" fmla="*/ 5788653 w 7467663"/>
              <a:gd name="connsiteY533" fmla="*/ 2489430 h 6858000"/>
              <a:gd name="connsiteX534" fmla="*/ 5793439 w 7467663"/>
              <a:gd name="connsiteY534" fmla="*/ 2575235 h 6858000"/>
              <a:gd name="connsiteX535" fmla="*/ 5796837 w 7467663"/>
              <a:gd name="connsiteY535" fmla="*/ 2637633 h 6858000"/>
              <a:gd name="connsiteX536" fmla="*/ 5818614 w 7467663"/>
              <a:gd name="connsiteY536" fmla="*/ 2473055 h 6858000"/>
              <a:gd name="connsiteX537" fmla="*/ 5829202 w 7467663"/>
              <a:gd name="connsiteY537" fmla="*/ 1971679 h 6858000"/>
              <a:gd name="connsiteX538" fmla="*/ 5911389 w 7467663"/>
              <a:gd name="connsiteY538" fmla="*/ 1898371 h 6858000"/>
              <a:gd name="connsiteX539" fmla="*/ 6237627 w 7467663"/>
              <a:gd name="connsiteY539" fmla="*/ 2231921 h 6858000"/>
              <a:gd name="connsiteX540" fmla="*/ 5911389 w 7467663"/>
              <a:gd name="connsiteY540" fmla="*/ 1898371 h 6858000"/>
              <a:gd name="connsiteX541" fmla="*/ 6944437 w 7467663"/>
              <a:gd name="connsiteY541" fmla="*/ 1575402 h 6858000"/>
              <a:gd name="connsiteX542" fmla="*/ 6304730 w 7467663"/>
              <a:gd name="connsiteY542" fmla="*/ 1766654 h 6858000"/>
              <a:gd name="connsiteX543" fmla="*/ 6944437 w 7467663"/>
              <a:gd name="connsiteY543" fmla="*/ 1575402 h 6858000"/>
              <a:gd name="connsiteX544" fmla="*/ 7019523 w 7467663"/>
              <a:gd name="connsiteY544" fmla="*/ 1519450 h 6858000"/>
              <a:gd name="connsiteX545" fmla="*/ 6298091 w 7467663"/>
              <a:gd name="connsiteY545" fmla="*/ 1737122 h 6858000"/>
              <a:gd name="connsiteX546" fmla="*/ 7019523 w 7467663"/>
              <a:gd name="connsiteY546" fmla="*/ 1519450 h 6858000"/>
              <a:gd name="connsiteX547" fmla="*/ 2399523 w 7467663"/>
              <a:gd name="connsiteY547" fmla="*/ 1428234 h 6858000"/>
              <a:gd name="connsiteX548" fmla="*/ 2224982 w 7467663"/>
              <a:gd name="connsiteY548" fmla="*/ 1826201 h 6858000"/>
              <a:gd name="connsiteX549" fmla="*/ 2096099 w 7467663"/>
              <a:gd name="connsiteY549" fmla="*/ 2345900 h 6858000"/>
              <a:gd name="connsiteX550" fmla="*/ 2283317 w 7467663"/>
              <a:gd name="connsiteY550" fmla="*/ 1796925 h 6858000"/>
              <a:gd name="connsiteX551" fmla="*/ 2399523 w 7467663"/>
              <a:gd name="connsiteY551" fmla="*/ 1428234 h 6858000"/>
              <a:gd name="connsiteX552" fmla="*/ 2448558 w 7467663"/>
              <a:gd name="connsiteY552" fmla="*/ 1373435 h 6858000"/>
              <a:gd name="connsiteX553" fmla="*/ 2312521 w 7467663"/>
              <a:gd name="connsiteY553" fmla="*/ 1806140 h 6858000"/>
              <a:gd name="connsiteX554" fmla="*/ 2127533 w 7467663"/>
              <a:gd name="connsiteY554" fmla="*/ 2348380 h 6858000"/>
              <a:gd name="connsiteX555" fmla="*/ 2358080 w 7467663"/>
              <a:gd name="connsiteY555" fmla="*/ 1866134 h 6858000"/>
              <a:gd name="connsiteX556" fmla="*/ 2407436 w 7467663"/>
              <a:gd name="connsiteY556" fmla="*/ 1651070 h 6858000"/>
              <a:gd name="connsiteX557" fmla="*/ 2448558 w 7467663"/>
              <a:gd name="connsiteY557" fmla="*/ 1373435 h 6858000"/>
              <a:gd name="connsiteX558" fmla="*/ 278707 w 7467663"/>
              <a:gd name="connsiteY558" fmla="*/ 1352270 h 6858000"/>
              <a:gd name="connsiteX559" fmla="*/ 321570 w 7467663"/>
              <a:gd name="connsiteY559" fmla="*/ 1861610 h 6858000"/>
              <a:gd name="connsiteX560" fmla="*/ 294281 w 7467663"/>
              <a:gd name="connsiteY560" fmla="*/ 1440658 h 6858000"/>
              <a:gd name="connsiteX561" fmla="*/ 278707 w 7467663"/>
              <a:gd name="connsiteY561" fmla="*/ 1352270 h 6858000"/>
              <a:gd name="connsiteX562" fmla="*/ 1423821 w 7467663"/>
              <a:gd name="connsiteY562" fmla="*/ 1351958 h 6858000"/>
              <a:gd name="connsiteX563" fmla="*/ 1638521 w 7467663"/>
              <a:gd name="connsiteY563" fmla="*/ 1908470 h 6858000"/>
              <a:gd name="connsiteX564" fmla="*/ 1754199 w 7467663"/>
              <a:gd name="connsiteY564" fmla="*/ 2149284 h 6858000"/>
              <a:gd name="connsiteX565" fmla="*/ 1908359 w 7467663"/>
              <a:gd name="connsiteY565" fmla="*/ 2364988 h 6858000"/>
              <a:gd name="connsiteX566" fmla="*/ 1647661 w 7467663"/>
              <a:gd name="connsiteY566" fmla="*/ 1825945 h 6858000"/>
              <a:gd name="connsiteX567" fmla="*/ 1423821 w 7467663"/>
              <a:gd name="connsiteY567" fmla="*/ 1351958 h 6858000"/>
              <a:gd name="connsiteX568" fmla="*/ 1431890 w 7467663"/>
              <a:gd name="connsiteY568" fmla="*/ 1306475 h 6858000"/>
              <a:gd name="connsiteX569" fmla="*/ 1507597 w 7467663"/>
              <a:gd name="connsiteY569" fmla="*/ 1446132 h 6858000"/>
              <a:gd name="connsiteX570" fmla="*/ 1674586 w 7467663"/>
              <a:gd name="connsiteY570" fmla="*/ 1813832 h 6858000"/>
              <a:gd name="connsiteX571" fmla="*/ 1815950 w 7467663"/>
              <a:gd name="connsiteY571" fmla="*/ 2128564 h 6858000"/>
              <a:gd name="connsiteX572" fmla="*/ 1984242 w 7467663"/>
              <a:gd name="connsiteY572" fmla="*/ 2430829 h 6858000"/>
              <a:gd name="connsiteX573" fmla="*/ 2014023 w 7467663"/>
              <a:gd name="connsiteY573" fmla="*/ 2450995 h 6858000"/>
              <a:gd name="connsiteX574" fmla="*/ 1747337 w 7467663"/>
              <a:gd name="connsiteY574" fmla="*/ 1855264 h 6858000"/>
              <a:gd name="connsiteX575" fmla="*/ 1533749 w 7467663"/>
              <a:gd name="connsiteY575" fmla="*/ 1478656 h 6858000"/>
              <a:gd name="connsiteX576" fmla="*/ 1431890 w 7467663"/>
              <a:gd name="connsiteY576" fmla="*/ 1306475 h 6858000"/>
              <a:gd name="connsiteX577" fmla="*/ 5052692 w 7467663"/>
              <a:gd name="connsiteY577" fmla="*/ 1292994 h 6858000"/>
              <a:gd name="connsiteX578" fmla="*/ 5200661 w 7467663"/>
              <a:gd name="connsiteY578" fmla="*/ 1635186 h 6858000"/>
              <a:gd name="connsiteX579" fmla="*/ 5297138 w 7467663"/>
              <a:gd name="connsiteY579" fmla="*/ 1906351 h 6858000"/>
              <a:gd name="connsiteX580" fmla="*/ 5052692 w 7467663"/>
              <a:gd name="connsiteY580" fmla="*/ 1292994 h 6858000"/>
              <a:gd name="connsiteX581" fmla="*/ 5009948 w 7467663"/>
              <a:gd name="connsiteY581" fmla="*/ 1273619 h 6858000"/>
              <a:gd name="connsiteX582" fmla="*/ 5121777 w 7467663"/>
              <a:gd name="connsiteY582" fmla="*/ 1654213 h 6858000"/>
              <a:gd name="connsiteX583" fmla="*/ 5293545 w 7467663"/>
              <a:gd name="connsiteY583" fmla="*/ 2072247 h 6858000"/>
              <a:gd name="connsiteX584" fmla="*/ 5294042 w 7467663"/>
              <a:gd name="connsiteY584" fmla="*/ 2065019 h 6858000"/>
              <a:gd name="connsiteX585" fmla="*/ 5171936 w 7467663"/>
              <a:gd name="connsiteY585" fmla="*/ 1647613 h 6858000"/>
              <a:gd name="connsiteX586" fmla="*/ 5009948 w 7467663"/>
              <a:gd name="connsiteY586" fmla="*/ 1273619 h 6858000"/>
              <a:gd name="connsiteX587" fmla="*/ 655236 w 7467663"/>
              <a:gd name="connsiteY587" fmla="*/ 1268632 h 6858000"/>
              <a:gd name="connsiteX588" fmla="*/ 839521 w 7467663"/>
              <a:gd name="connsiteY588" fmla="*/ 1685315 h 6858000"/>
              <a:gd name="connsiteX589" fmla="*/ 1109416 w 7467663"/>
              <a:gd name="connsiteY589" fmla="*/ 2061663 h 6858000"/>
              <a:gd name="connsiteX590" fmla="*/ 1298300 w 7467663"/>
              <a:gd name="connsiteY590" fmla="*/ 2247742 h 6858000"/>
              <a:gd name="connsiteX591" fmla="*/ 1125871 w 7467663"/>
              <a:gd name="connsiteY591" fmla="*/ 1989513 h 6858000"/>
              <a:gd name="connsiteX592" fmla="*/ 981574 w 7467663"/>
              <a:gd name="connsiteY592" fmla="*/ 1783157 h 6858000"/>
              <a:gd name="connsiteX593" fmla="*/ 922198 w 7467663"/>
              <a:gd name="connsiteY593" fmla="*/ 1677437 h 6858000"/>
              <a:gd name="connsiteX594" fmla="*/ 869293 w 7467663"/>
              <a:gd name="connsiteY594" fmla="*/ 1583214 h 6858000"/>
              <a:gd name="connsiteX595" fmla="*/ 751431 w 7467663"/>
              <a:gd name="connsiteY595" fmla="*/ 1405731 h 6858000"/>
              <a:gd name="connsiteX596" fmla="*/ 655236 w 7467663"/>
              <a:gd name="connsiteY596" fmla="*/ 1268632 h 6858000"/>
              <a:gd name="connsiteX597" fmla="*/ 6516292 w 7467663"/>
              <a:gd name="connsiteY597" fmla="*/ 1263064 h 6858000"/>
              <a:gd name="connsiteX598" fmla="*/ 5736320 w 7467663"/>
              <a:gd name="connsiteY598" fmla="*/ 1501803 h 6858000"/>
              <a:gd name="connsiteX599" fmla="*/ 6516292 w 7467663"/>
              <a:gd name="connsiteY599" fmla="*/ 1263064 h 6858000"/>
              <a:gd name="connsiteX600" fmla="*/ 291466 w 7467663"/>
              <a:gd name="connsiteY600" fmla="*/ 1250369 h 6858000"/>
              <a:gd name="connsiteX601" fmla="*/ 323180 w 7467663"/>
              <a:gd name="connsiteY601" fmla="*/ 1435283 h 6858000"/>
              <a:gd name="connsiteX602" fmla="*/ 349381 w 7467663"/>
              <a:gd name="connsiteY602" fmla="*/ 1875041 h 6858000"/>
              <a:gd name="connsiteX603" fmla="*/ 374363 w 7467663"/>
              <a:gd name="connsiteY603" fmla="*/ 1506494 h 6858000"/>
              <a:gd name="connsiteX604" fmla="*/ 302168 w 7467663"/>
              <a:gd name="connsiteY604" fmla="*/ 1274495 h 6858000"/>
              <a:gd name="connsiteX605" fmla="*/ 291466 w 7467663"/>
              <a:gd name="connsiteY605" fmla="*/ 1250369 h 6858000"/>
              <a:gd name="connsiteX606" fmla="*/ 678222 w 7467663"/>
              <a:gd name="connsiteY606" fmla="*/ 1248670 h 6858000"/>
              <a:gd name="connsiteX607" fmla="*/ 775536 w 7467663"/>
              <a:gd name="connsiteY607" fmla="*/ 1388015 h 6858000"/>
              <a:gd name="connsiteX608" fmla="*/ 894529 w 7467663"/>
              <a:gd name="connsiteY608" fmla="*/ 1567739 h 6858000"/>
              <a:gd name="connsiteX609" fmla="*/ 948000 w 7467663"/>
              <a:gd name="connsiteY609" fmla="*/ 1663088 h 6858000"/>
              <a:gd name="connsiteX610" fmla="*/ 1006812 w 7467663"/>
              <a:gd name="connsiteY610" fmla="*/ 1767683 h 6858000"/>
              <a:gd name="connsiteX611" fmla="*/ 1149133 w 7467663"/>
              <a:gd name="connsiteY611" fmla="*/ 1971513 h 6858000"/>
              <a:gd name="connsiteX612" fmla="*/ 1333952 w 7467663"/>
              <a:gd name="connsiteY612" fmla="*/ 2251620 h 6858000"/>
              <a:gd name="connsiteX613" fmla="*/ 1337329 w 7467663"/>
              <a:gd name="connsiteY613" fmla="*/ 2258350 h 6858000"/>
              <a:gd name="connsiteX614" fmla="*/ 1014726 w 7467663"/>
              <a:gd name="connsiteY614" fmla="*/ 1615556 h 6858000"/>
              <a:gd name="connsiteX615" fmla="*/ 678222 w 7467663"/>
              <a:gd name="connsiteY615" fmla="*/ 1248670 h 6858000"/>
              <a:gd name="connsiteX616" fmla="*/ 6691602 w 7467663"/>
              <a:gd name="connsiteY616" fmla="*/ 1140573 h 6858000"/>
              <a:gd name="connsiteX617" fmla="*/ 6571100 w 7467663"/>
              <a:gd name="connsiteY617" fmla="*/ 1183662 h 6858000"/>
              <a:gd name="connsiteX618" fmla="*/ 6241687 w 7467663"/>
              <a:gd name="connsiteY618" fmla="*/ 1257600 h 6858000"/>
              <a:gd name="connsiteX619" fmla="*/ 5693009 w 7467663"/>
              <a:gd name="connsiteY619" fmla="*/ 1478256 h 6858000"/>
              <a:gd name="connsiteX620" fmla="*/ 6548420 w 7467663"/>
              <a:gd name="connsiteY620" fmla="*/ 1214599 h 6858000"/>
              <a:gd name="connsiteX621" fmla="*/ 6605473 w 7467663"/>
              <a:gd name="connsiteY621" fmla="*/ 1184686 h 6858000"/>
              <a:gd name="connsiteX622" fmla="*/ 6691602 w 7467663"/>
              <a:gd name="connsiteY622" fmla="*/ 1140573 h 6858000"/>
              <a:gd name="connsiteX623" fmla="*/ 4002475 w 7467663"/>
              <a:gd name="connsiteY623" fmla="*/ 1037802 h 6858000"/>
              <a:gd name="connsiteX624" fmla="*/ 4000324 w 7467663"/>
              <a:gd name="connsiteY624" fmla="*/ 1039362 h 6858000"/>
              <a:gd name="connsiteX625" fmla="*/ 4002862 w 7467663"/>
              <a:gd name="connsiteY625" fmla="*/ 1042866 h 6858000"/>
              <a:gd name="connsiteX626" fmla="*/ 4002475 w 7467663"/>
              <a:gd name="connsiteY626" fmla="*/ 1037802 h 6858000"/>
              <a:gd name="connsiteX627" fmla="*/ 506322 w 7467663"/>
              <a:gd name="connsiteY627" fmla="*/ 1020997 h 6858000"/>
              <a:gd name="connsiteX628" fmla="*/ 533068 w 7467663"/>
              <a:gd name="connsiteY628" fmla="*/ 1029409 h 6858000"/>
              <a:gd name="connsiteX629" fmla="*/ 1232525 w 7467663"/>
              <a:gd name="connsiteY629" fmla="*/ 1804675 h 6858000"/>
              <a:gd name="connsiteX630" fmla="*/ 1388858 w 7467663"/>
              <a:gd name="connsiteY630" fmla="*/ 2368011 h 6858000"/>
              <a:gd name="connsiteX631" fmla="*/ 1384098 w 7467663"/>
              <a:gd name="connsiteY631" fmla="*/ 2378125 h 6858000"/>
              <a:gd name="connsiteX632" fmla="*/ 1425393 w 7467663"/>
              <a:gd name="connsiteY632" fmla="*/ 2589124 h 6858000"/>
              <a:gd name="connsiteX633" fmla="*/ 1424001 w 7467663"/>
              <a:gd name="connsiteY633" fmla="*/ 2597541 h 6858000"/>
              <a:gd name="connsiteX634" fmla="*/ 2152729 w 7467663"/>
              <a:gd name="connsiteY634" fmla="*/ 2864487 h 6858000"/>
              <a:gd name="connsiteX635" fmla="*/ 2020609 w 7467663"/>
              <a:gd name="connsiteY635" fmla="*/ 2539671 h 6858000"/>
              <a:gd name="connsiteX636" fmla="*/ 2018920 w 7467663"/>
              <a:gd name="connsiteY636" fmla="*/ 2536309 h 6858000"/>
              <a:gd name="connsiteX637" fmla="*/ 1342441 w 7467663"/>
              <a:gd name="connsiteY637" fmla="*/ 1173017 h 6858000"/>
              <a:gd name="connsiteX638" fmla="*/ 1367925 w 7467663"/>
              <a:gd name="connsiteY638" fmla="*/ 1135648 h 6858000"/>
              <a:gd name="connsiteX639" fmla="*/ 1771401 w 7467663"/>
              <a:gd name="connsiteY639" fmla="*/ 1806673 h 6858000"/>
              <a:gd name="connsiteX640" fmla="*/ 1972385 w 7467663"/>
              <a:gd name="connsiteY640" fmla="*/ 2198735 h 6858000"/>
              <a:gd name="connsiteX641" fmla="*/ 2040892 w 7467663"/>
              <a:gd name="connsiteY641" fmla="*/ 2405205 h 6858000"/>
              <a:gd name="connsiteX642" fmla="*/ 2131689 w 7467663"/>
              <a:gd name="connsiteY642" fmla="*/ 1936926 h 6858000"/>
              <a:gd name="connsiteX643" fmla="*/ 2454820 w 7467663"/>
              <a:gd name="connsiteY643" fmla="*/ 1248808 h 6858000"/>
              <a:gd name="connsiteX644" fmla="*/ 2492512 w 7467663"/>
              <a:gd name="connsiteY644" fmla="*/ 1302920 h 6858000"/>
              <a:gd name="connsiteX645" fmla="*/ 2081216 w 7467663"/>
              <a:gd name="connsiteY645" fmla="*/ 2527513 h 6858000"/>
              <a:gd name="connsiteX646" fmla="*/ 2081211 w 7467663"/>
              <a:gd name="connsiteY646" fmla="*/ 2528916 h 6858000"/>
              <a:gd name="connsiteX647" fmla="*/ 2199067 w 7467663"/>
              <a:gd name="connsiteY647" fmla="*/ 2884061 h 6858000"/>
              <a:gd name="connsiteX648" fmla="*/ 3192586 w 7467663"/>
              <a:gd name="connsiteY648" fmla="*/ 3411496 h 6858000"/>
              <a:gd name="connsiteX649" fmla="*/ 3182620 w 7467663"/>
              <a:gd name="connsiteY649" fmla="*/ 3483279 h 6858000"/>
              <a:gd name="connsiteX650" fmla="*/ 2435119 w 7467663"/>
              <a:gd name="connsiteY650" fmla="*/ 3080173 h 6858000"/>
              <a:gd name="connsiteX651" fmla="*/ 2410152 w 7467663"/>
              <a:gd name="connsiteY651" fmla="*/ 3063751 h 6858000"/>
              <a:gd name="connsiteX652" fmla="*/ 2408099 w 7467663"/>
              <a:gd name="connsiteY652" fmla="*/ 3064403 h 6858000"/>
              <a:gd name="connsiteX653" fmla="*/ 2407218 w 7467663"/>
              <a:gd name="connsiteY653" fmla="*/ 3070324 h 6858000"/>
              <a:gd name="connsiteX654" fmla="*/ 2380138 w 7467663"/>
              <a:gd name="connsiteY654" fmla="*/ 3099341 h 6858000"/>
              <a:gd name="connsiteX655" fmla="*/ 1765923 w 7467663"/>
              <a:gd name="connsiteY655" fmla="*/ 3581043 h 6858000"/>
              <a:gd name="connsiteX656" fmla="*/ 1702258 w 7467663"/>
              <a:gd name="connsiteY656" fmla="*/ 3612286 h 6858000"/>
              <a:gd name="connsiteX657" fmla="*/ 1538370 w 7467663"/>
              <a:gd name="connsiteY657" fmla="*/ 3811804 h 6858000"/>
              <a:gd name="connsiteX658" fmla="*/ 542867 w 7467663"/>
              <a:gd name="connsiteY658" fmla="*/ 4944092 h 6858000"/>
              <a:gd name="connsiteX659" fmla="*/ 515800 w 7467663"/>
              <a:gd name="connsiteY659" fmla="*/ 4862180 h 6858000"/>
              <a:gd name="connsiteX660" fmla="*/ 909145 w 7467663"/>
              <a:gd name="connsiteY660" fmla="*/ 4199225 h 6858000"/>
              <a:gd name="connsiteX661" fmla="*/ 1214067 w 7467663"/>
              <a:gd name="connsiteY661" fmla="*/ 3908561 h 6858000"/>
              <a:gd name="connsiteX662" fmla="*/ 640967 w 7467663"/>
              <a:gd name="connsiteY662" fmla="*/ 4105601 h 6858000"/>
              <a:gd name="connsiteX663" fmla="*/ 112563 w 7467663"/>
              <a:gd name="connsiteY663" fmla="*/ 4396952 h 6858000"/>
              <a:gd name="connsiteX664" fmla="*/ 0 w 7467663"/>
              <a:gd name="connsiteY664" fmla="*/ 4466006 h 6858000"/>
              <a:gd name="connsiteX665" fmla="*/ 0 w 7467663"/>
              <a:gd name="connsiteY665" fmla="*/ 4233763 h 6858000"/>
              <a:gd name="connsiteX666" fmla="*/ 36881 w 7467663"/>
              <a:gd name="connsiteY666" fmla="*/ 4200118 h 6858000"/>
              <a:gd name="connsiteX667" fmla="*/ 910534 w 7467663"/>
              <a:gd name="connsiteY667" fmla="*/ 3629753 h 6858000"/>
              <a:gd name="connsiteX668" fmla="*/ 1578717 w 7467663"/>
              <a:gd name="connsiteY668" fmla="*/ 3575982 h 6858000"/>
              <a:gd name="connsiteX669" fmla="*/ 2338780 w 7467663"/>
              <a:gd name="connsiteY669" fmla="*/ 3033725 h 6858000"/>
              <a:gd name="connsiteX670" fmla="*/ 1807991 w 7467663"/>
              <a:gd name="connsiteY670" fmla="*/ 2807184 h 6858000"/>
              <a:gd name="connsiteX671" fmla="*/ 1416358 w 7467663"/>
              <a:gd name="connsiteY671" fmla="*/ 3112571 h 6858000"/>
              <a:gd name="connsiteX672" fmla="*/ 939066 w 7467663"/>
              <a:gd name="connsiteY672" fmla="*/ 3378798 h 6858000"/>
              <a:gd name="connsiteX673" fmla="*/ 115099 w 7467663"/>
              <a:gd name="connsiteY673" fmla="*/ 3607650 h 6858000"/>
              <a:gd name="connsiteX674" fmla="*/ 97284 w 7467663"/>
              <a:gd name="connsiteY674" fmla="*/ 3520393 h 6858000"/>
              <a:gd name="connsiteX675" fmla="*/ 922050 w 7467663"/>
              <a:gd name="connsiteY675" fmla="*/ 3074867 h 6858000"/>
              <a:gd name="connsiteX676" fmla="*/ 1405265 w 7467663"/>
              <a:gd name="connsiteY676" fmla="*/ 3016319 h 6858000"/>
              <a:gd name="connsiteX677" fmla="*/ 1407512 w 7467663"/>
              <a:gd name="connsiteY677" fmla="*/ 3018001 h 6858000"/>
              <a:gd name="connsiteX678" fmla="*/ 1726266 w 7467663"/>
              <a:gd name="connsiteY678" fmla="*/ 2777274 h 6858000"/>
              <a:gd name="connsiteX679" fmla="*/ 625390 w 7467663"/>
              <a:gd name="connsiteY679" fmla="*/ 2514541 h 6858000"/>
              <a:gd name="connsiteX680" fmla="*/ 619799 w 7467663"/>
              <a:gd name="connsiteY680" fmla="*/ 2527180 h 6858000"/>
              <a:gd name="connsiteX681" fmla="*/ 310030 w 7467663"/>
              <a:gd name="connsiteY681" fmla="*/ 2771818 h 6858000"/>
              <a:gd name="connsiteX682" fmla="*/ 173877 w 7467663"/>
              <a:gd name="connsiteY682" fmla="*/ 2937056 h 6858000"/>
              <a:gd name="connsiteX683" fmla="*/ 77889 w 7467663"/>
              <a:gd name="connsiteY683" fmla="*/ 3138440 h 6858000"/>
              <a:gd name="connsiteX684" fmla="*/ 0 w 7467663"/>
              <a:gd name="connsiteY684" fmla="*/ 3271395 h 6858000"/>
              <a:gd name="connsiteX685" fmla="*/ 0 w 7467663"/>
              <a:gd name="connsiteY685" fmla="*/ 3153002 h 6858000"/>
              <a:gd name="connsiteX686" fmla="*/ 2386 w 7467663"/>
              <a:gd name="connsiteY686" fmla="*/ 3149203 h 6858000"/>
              <a:gd name="connsiteX687" fmla="*/ 89753 w 7467663"/>
              <a:gd name="connsiteY687" fmla="*/ 2987702 h 6858000"/>
              <a:gd name="connsiteX688" fmla="*/ 76869 w 7467663"/>
              <a:gd name="connsiteY688" fmla="*/ 3005404 h 6858000"/>
              <a:gd name="connsiteX689" fmla="*/ 32049 w 7467663"/>
              <a:gd name="connsiteY689" fmla="*/ 3065814 h 6858000"/>
              <a:gd name="connsiteX690" fmla="*/ 0 w 7467663"/>
              <a:gd name="connsiteY690" fmla="*/ 3108744 h 6858000"/>
              <a:gd name="connsiteX691" fmla="*/ 0 w 7467663"/>
              <a:gd name="connsiteY691" fmla="*/ 3058059 h 6858000"/>
              <a:gd name="connsiteX692" fmla="*/ 7610 w 7467663"/>
              <a:gd name="connsiteY692" fmla="*/ 3047889 h 6858000"/>
              <a:gd name="connsiteX693" fmla="*/ 52419 w 7467663"/>
              <a:gd name="connsiteY693" fmla="*/ 2987479 h 6858000"/>
              <a:gd name="connsiteX694" fmla="*/ 59142 w 7467663"/>
              <a:gd name="connsiteY694" fmla="*/ 2978488 h 6858000"/>
              <a:gd name="connsiteX695" fmla="*/ 0 w 7467663"/>
              <a:gd name="connsiteY695" fmla="*/ 3015334 h 6858000"/>
              <a:gd name="connsiteX696" fmla="*/ 0 w 7467663"/>
              <a:gd name="connsiteY696" fmla="*/ 2914286 h 6858000"/>
              <a:gd name="connsiteX697" fmla="*/ 36383 w 7467663"/>
              <a:gd name="connsiteY697" fmla="*/ 2901128 h 6858000"/>
              <a:gd name="connsiteX698" fmla="*/ 156329 w 7467663"/>
              <a:gd name="connsiteY698" fmla="*/ 2840533 h 6858000"/>
              <a:gd name="connsiteX699" fmla="*/ 358355 w 7467663"/>
              <a:gd name="connsiteY699" fmla="*/ 2620471 h 6858000"/>
              <a:gd name="connsiteX700" fmla="*/ 510577 w 7467663"/>
              <a:gd name="connsiteY700" fmla="*/ 2501244 h 6858000"/>
              <a:gd name="connsiteX701" fmla="*/ 211967 w 7467663"/>
              <a:gd name="connsiteY701" fmla="*/ 2479171 h 6858000"/>
              <a:gd name="connsiteX702" fmla="*/ 0 w 7467663"/>
              <a:gd name="connsiteY702" fmla="*/ 2476398 h 6858000"/>
              <a:gd name="connsiteX703" fmla="*/ 0 w 7467663"/>
              <a:gd name="connsiteY703" fmla="*/ 2389189 h 6858000"/>
              <a:gd name="connsiteX704" fmla="*/ 103062 w 7467663"/>
              <a:gd name="connsiteY704" fmla="*/ 2389518 h 6858000"/>
              <a:gd name="connsiteX705" fmla="*/ 510734 w 7467663"/>
              <a:gd name="connsiteY705" fmla="*/ 2416201 h 6858000"/>
              <a:gd name="connsiteX706" fmla="*/ 279257 w 7467663"/>
              <a:gd name="connsiteY706" fmla="*/ 2092102 h 6858000"/>
              <a:gd name="connsiteX707" fmla="*/ 65265 w 7467663"/>
              <a:gd name="connsiteY707" fmla="*/ 2006049 h 6858000"/>
              <a:gd name="connsiteX708" fmla="*/ 0 w 7467663"/>
              <a:gd name="connsiteY708" fmla="*/ 1982532 h 6858000"/>
              <a:gd name="connsiteX709" fmla="*/ 0 w 7467663"/>
              <a:gd name="connsiteY709" fmla="*/ 1912789 h 6858000"/>
              <a:gd name="connsiteX710" fmla="*/ 97460 w 7467663"/>
              <a:gd name="connsiteY710" fmla="*/ 1953725 h 6858000"/>
              <a:gd name="connsiteX711" fmla="*/ 221272 w 7467663"/>
              <a:gd name="connsiteY711" fmla="*/ 1980766 h 6858000"/>
              <a:gd name="connsiteX712" fmla="*/ 116765 w 7467663"/>
              <a:gd name="connsiteY712" fmla="*/ 1911033 h 6858000"/>
              <a:gd name="connsiteX713" fmla="*/ 16405 w 7467663"/>
              <a:gd name="connsiteY713" fmla="*/ 1803412 h 6858000"/>
              <a:gd name="connsiteX714" fmla="*/ 0 w 7467663"/>
              <a:gd name="connsiteY714" fmla="*/ 1784777 h 6858000"/>
              <a:gd name="connsiteX715" fmla="*/ 0 w 7467663"/>
              <a:gd name="connsiteY715" fmla="*/ 1740082 h 6858000"/>
              <a:gd name="connsiteX716" fmla="*/ 39394 w 7467663"/>
              <a:gd name="connsiteY716" fmla="*/ 1784856 h 6858000"/>
              <a:gd name="connsiteX717" fmla="*/ 135813 w 7467663"/>
              <a:gd name="connsiteY717" fmla="*/ 1888838 h 6858000"/>
              <a:gd name="connsiteX718" fmla="*/ 242575 w 7467663"/>
              <a:gd name="connsiteY718" fmla="*/ 1958841 h 6858000"/>
              <a:gd name="connsiteX719" fmla="*/ 82197 w 7467663"/>
              <a:gd name="connsiteY719" fmla="*/ 1754826 h 6858000"/>
              <a:gd name="connsiteX720" fmla="*/ 0 w 7467663"/>
              <a:gd name="connsiteY720" fmla="*/ 1679650 h 6858000"/>
              <a:gd name="connsiteX721" fmla="*/ 0 w 7467663"/>
              <a:gd name="connsiteY721" fmla="*/ 1602463 h 6858000"/>
              <a:gd name="connsiteX722" fmla="*/ 84689 w 7467663"/>
              <a:gd name="connsiteY722" fmla="*/ 1677442 h 6858000"/>
              <a:gd name="connsiteX723" fmla="*/ 298437 w 7467663"/>
              <a:gd name="connsiteY723" fmla="*/ 1968019 h 6858000"/>
              <a:gd name="connsiteX724" fmla="*/ 227269 w 7467663"/>
              <a:gd name="connsiteY724" fmla="*/ 1114064 h 6858000"/>
              <a:gd name="connsiteX725" fmla="*/ 248003 w 7467663"/>
              <a:gd name="connsiteY725" fmla="*/ 1089613 h 6858000"/>
              <a:gd name="connsiteX726" fmla="*/ 427020 w 7467663"/>
              <a:gd name="connsiteY726" fmla="*/ 1619803 h 6858000"/>
              <a:gd name="connsiteX727" fmla="*/ 340345 w 7467663"/>
              <a:gd name="connsiteY727" fmla="*/ 2027739 h 6858000"/>
              <a:gd name="connsiteX728" fmla="*/ 360865 w 7467663"/>
              <a:gd name="connsiteY728" fmla="*/ 2044827 h 6858000"/>
              <a:gd name="connsiteX729" fmla="*/ 560414 w 7467663"/>
              <a:gd name="connsiteY729" fmla="*/ 2421457 h 6858000"/>
              <a:gd name="connsiteX730" fmla="*/ 1359703 w 7467663"/>
              <a:gd name="connsiteY730" fmla="*/ 2578554 h 6858000"/>
              <a:gd name="connsiteX731" fmla="*/ 1359422 w 7467663"/>
              <a:gd name="connsiteY731" fmla="*/ 2577994 h 6858000"/>
              <a:gd name="connsiteX732" fmla="*/ 828701 w 7467663"/>
              <a:gd name="connsiteY732" fmla="*/ 1839520 h 6858000"/>
              <a:gd name="connsiteX733" fmla="*/ 494427 w 7467663"/>
              <a:gd name="connsiteY733" fmla="*/ 1092333 h 6858000"/>
              <a:gd name="connsiteX734" fmla="*/ 506322 w 7467663"/>
              <a:gd name="connsiteY734" fmla="*/ 1020997 h 6858000"/>
              <a:gd name="connsiteX735" fmla="*/ 4570198 w 7467663"/>
              <a:gd name="connsiteY735" fmla="*/ 978081 h 6858000"/>
              <a:gd name="connsiteX736" fmla="*/ 4523691 w 7467663"/>
              <a:gd name="connsiteY736" fmla="*/ 1127776 h 6858000"/>
              <a:gd name="connsiteX737" fmla="*/ 4509875 w 7467663"/>
              <a:gd name="connsiteY737" fmla="*/ 1167552 h 6858000"/>
              <a:gd name="connsiteX738" fmla="*/ 4478168 w 7467663"/>
              <a:gd name="connsiteY738" fmla="*/ 1260735 h 6858000"/>
              <a:gd name="connsiteX739" fmla="*/ 4409309 w 7467663"/>
              <a:gd name="connsiteY739" fmla="*/ 1666996 h 6858000"/>
              <a:gd name="connsiteX740" fmla="*/ 4370031 w 7467663"/>
              <a:gd name="connsiteY740" fmla="*/ 1955666 h 6858000"/>
              <a:gd name="connsiteX741" fmla="*/ 4570198 w 7467663"/>
              <a:gd name="connsiteY741" fmla="*/ 978081 h 6858000"/>
              <a:gd name="connsiteX742" fmla="*/ 4557898 w 7467663"/>
              <a:gd name="connsiteY742" fmla="*/ 900011 h 6858000"/>
              <a:gd name="connsiteX743" fmla="*/ 4344840 w 7467663"/>
              <a:gd name="connsiteY743" fmla="*/ 1922038 h 6858000"/>
              <a:gd name="connsiteX744" fmla="*/ 4378710 w 7467663"/>
              <a:gd name="connsiteY744" fmla="*/ 1665516 h 6858000"/>
              <a:gd name="connsiteX745" fmla="*/ 4448798 w 7467663"/>
              <a:gd name="connsiteY745" fmla="*/ 1253024 h 6858000"/>
              <a:gd name="connsiteX746" fmla="*/ 4480315 w 7467663"/>
              <a:gd name="connsiteY746" fmla="*/ 1158454 h 6858000"/>
              <a:gd name="connsiteX747" fmla="*/ 4494133 w 7467663"/>
              <a:gd name="connsiteY747" fmla="*/ 1118676 h 6858000"/>
              <a:gd name="connsiteX748" fmla="*/ 4557898 w 7467663"/>
              <a:gd name="connsiteY748" fmla="*/ 900011 h 6858000"/>
              <a:gd name="connsiteX749" fmla="*/ 5870151 w 7467663"/>
              <a:gd name="connsiteY749" fmla="*/ 898890 h 6858000"/>
              <a:gd name="connsiteX750" fmla="*/ 5861335 w 7467663"/>
              <a:gd name="connsiteY750" fmla="*/ 899177 h 6858000"/>
              <a:gd name="connsiteX751" fmla="*/ 5843702 w 7467663"/>
              <a:gd name="connsiteY751" fmla="*/ 899748 h 6858000"/>
              <a:gd name="connsiteX752" fmla="*/ 5651107 w 7467663"/>
              <a:gd name="connsiteY752" fmla="*/ 920306 h 6858000"/>
              <a:gd name="connsiteX753" fmla="*/ 5459407 w 7467663"/>
              <a:gd name="connsiteY753" fmla="*/ 940975 h 6858000"/>
              <a:gd name="connsiteX754" fmla="*/ 5374846 w 7467663"/>
              <a:gd name="connsiteY754" fmla="*/ 941988 h 6858000"/>
              <a:gd name="connsiteX755" fmla="*/ 5256105 w 7467663"/>
              <a:gd name="connsiteY755" fmla="*/ 945632 h 6858000"/>
              <a:gd name="connsiteX756" fmla="*/ 5107071 w 7467663"/>
              <a:gd name="connsiteY756" fmla="*/ 969720 h 6858000"/>
              <a:gd name="connsiteX757" fmla="*/ 4998681 w 7467663"/>
              <a:gd name="connsiteY757" fmla="*/ 988771 h 6858000"/>
              <a:gd name="connsiteX758" fmla="*/ 5870151 w 7467663"/>
              <a:gd name="connsiteY758" fmla="*/ 898890 h 6858000"/>
              <a:gd name="connsiteX759" fmla="*/ 5504425 w 7467663"/>
              <a:gd name="connsiteY759" fmla="*/ 848067 h 6858000"/>
              <a:gd name="connsiteX760" fmla="*/ 4968849 w 7467663"/>
              <a:gd name="connsiteY760" fmla="*/ 962318 h 6858000"/>
              <a:gd name="connsiteX761" fmla="*/ 5104039 w 7467663"/>
              <a:gd name="connsiteY761" fmla="*/ 940634 h 6858000"/>
              <a:gd name="connsiteX762" fmla="*/ 5256311 w 7467663"/>
              <a:gd name="connsiteY762" fmla="*/ 916490 h 6858000"/>
              <a:gd name="connsiteX763" fmla="*/ 5377381 w 7467663"/>
              <a:gd name="connsiteY763" fmla="*/ 912671 h 6858000"/>
              <a:gd name="connsiteX764" fmla="*/ 5460148 w 7467663"/>
              <a:gd name="connsiteY764" fmla="*/ 911442 h 6858000"/>
              <a:gd name="connsiteX765" fmla="*/ 5648971 w 7467663"/>
              <a:gd name="connsiteY765" fmla="*/ 891331 h 6858000"/>
              <a:gd name="connsiteX766" fmla="*/ 5844807 w 7467663"/>
              <a:gd name="connsiteY766" fmla="*/ 870718 h 6858000"/>
              <a:gd name="connsiteX767" fmla="*/ 5862975 w 7467663"/>
              <a:gd name="connsiteY767" fmla="*/ 869756 h 6858000"/>
              <a:gd name="connsiteX768" fmla="*/ 5920887 w 7467663"/>
              <a:gd name="connsiteY768" fmla="*/ 865929 h 6858000"/>
              <a:gd name="connsiteX769" fmla="*/ 5504425 w 7467663"/>
              <a:gd name="connsiteY769" fmla="*/ 848067 h 6858000"/>
              <a:gd name="connsiteX770" fmla="*/ 3607114 w 7467663"/>
              <a:gd name="connsiteY770" fmla="*/ 467441 h 6858000"/>
              <a:gd name="connsiteX771" fmla="*/ 3296242 w 7467663"/>
              <a:gd name="connsiteY771" fmla="*/ 807991 h 6858000"/>
              <a:gd name="connsiteX772" fmla="*/ 3174674 w 7467663"/>
              <a:gd name="connsiteY772" fmla="*/ 919759 h 6858000"/>
              <a:gd name="connsiteX773" fmla="*/ 3042978 w 7467663"/>
              <a:gd name="connsiteY773" fmla="*/ 1054894 h 6858000"/>
              <a:gd name="connsiteX774" fmla="*/ 2968914 w 7467663"/>
              <a:gd name="connsiteY774" fmla="*/ 1133756 h 6858000"/>
              <a:gd name="connsiteX775" fmla="*/ 3103823 w 7467663"/>
              <a:gd name="connsiteY775" fmla="*/ 1026814 h 6858000"/>
              <a:gd name="connsiteX776" fmla="*/ 3607114 w 7467663"/>
              <a:gd name="connsiteY776" fmla="*/ 467441 h 6858000"/>
              <a:gd name="connsiteX777" fmla="*/ 3744487 w 7467663"/>
              <a:gd name="connsiteY777" fmla="*/ 383136 h 6858000"/>
              <a:gd name="connsiteX778" fmla="*/ 3970213 w 7467663"/>
              <a:gd name="connsiteY778" fmla="*/ 995559 h 6858000"/>
              <a:gd name="connsiteX779" fmla="*/ 3744487 w 7467663"/>
              <a:gd name="connsiteY779" fmla="*/ 383136 h 6858000"/>
              <a:gd name="connsiteX780" fmla="*/ 3624562 w 7467663"/>
              <a:gd name="connsiteY780" fmla="*/ 367041 h 6858000"/>
              <a:gd name="connsiteX781" fmla="*/ 3489712 w 7467663"/>
              <a:gd name="connsiteY781" fmla="*/ 485386 h 6858000"/>
              <a:gd name="connsiteX782" fmla="*/ 3182994 w 7467663"/>
              <a:gd name="connsiteY782" fmla="*/ 828265 h 6858000"/>
              <a:gd name="connsiteX783" fmla="*/ 2892114 w 7467663"/>
              <a:gd name="connsiteY783" fmla="*/ 1172635 h 6858000"/>
              <a:gd name="connsiteX784" fmla="*/ 3021459 w 7467663"/>
              <a:gd name="connsiteY784" fmla="*/ 1035385 h 6858000"/>
              <a:gd name="connsiteX785" fmla="*/ 3153873 w 7467663"/>
              <a:gd name="connsiteY785" fmla="*/ 898971 h 6858000"/>
              <a:gd name="connsiteX786" fmla="*/ 3276511 w 7467663"/>
              <a:gd name="connsiteY786" fmla="*/ 786423 h 6858000"/>
              <a:gd name="connsiteX787" fmla="*/ 3584154 w 7467663"/>
              <a:gd name="connsiteY787" fmla="*/ 448218 h 6858000"/>
              <a:gd name="connsiteX788" fmla="*/ 3624562 w 7467663"/>
              <a:gd name="connsiteY788" fmla="*/ 367041 h 6858000"/>
              <a:gd name="connsiteX789" fmla="*/ 3766672 w 7467663"/>
              <a:gd name="connsiteY789" fmla="*/ 359429 h 6858000"/>
              <a:gd name="connsiteX790" fmla="*/ 3996338 w 7467663"/>
              <a:gd name="connsiteY790" fmla="*/ 968237 h 6858000"/>
              <a:gd name="connsiteX791" fmla="*/ 3766672 w 7467663"/>
              <a:gd name="connsiteY791" fmla="*/ 359429 h 6858000"/>
              <a:gd name="connsiteX792" fmla="*/ 5805386 w 7467663"/>
              <a:gd name="connsiteY792" fmla="*/ 239240 h 6858000"/>
              <a:gd name="connsiteX793" fmla="*/ 5736947 w 7467663"/>
              <a:gd name="connsiteY793" fmla="*/ 261367 h 6858000"/>
              <a:gd name="connsiteX794" fmla="*/ 5427012 w 7467663"/>
              <a:gd name="connsiteY794" fmla="*/ 311272 h 6858000"/>
              <a:gd name="connsiteX795" fmla="*/ 5147818 w 7467663"/>
              <a:gd name="connsiteY795" fmla="*/ 322112 h 6858000"/>
              <a:gd name="connsiteX796" fmla="*/ 5060854 w 7467663"/>
              <a:gd name="connsiteY796" fmla="*/ 311882 h 6858000"/>
              <a:gd name="connsiteX797" fmla="*/ 4945989 w 7467663"/>
              <a:gd name="connsiteY797" fmla="*/ 300516 h 6858000"/>
              <a:gd name="connsiteX798" fmla="*/ 5410479 w 7467663"/>
              <a:gd name="connsiteY798" fmla="*/ 348434 h 6858000"/>
              <a:gd name="connsiteX799" fmla="*/ 5805386 w 7467663"/>
              <a:gd name="connsiteY799" fmla="*/ 239240 h 6858000"/>
              <a:gd name="connsiteX800" fmla="*/ 5905192 w 7467663"/>
              <a:gd name="connsiteY800" fmla="*/ 163079 h 6858000"/>
              <a:gd name="connsiteX801" fmla="*/ 5865655 w 7467663"/>
              <a:gd name="connsiteY801" fmla="*/ 171901 h 6858000"/>
              <a:gd name="connsiteX802" fmla="*/ 5259740 w 7467663"/>
              <a:gd name="connsiteY802" fmla="*/ 257013 h 6858000"/>
              <a:gd name="connsiteX803" fmla="*/ 5208466 w 7467663"/>
              <a:gd name="connsiteY803" fmla="*/ 257550 h 6858000"/>
              <a:gd name="connsiteX804" fmla="*/ 4980204 w 7467663"/>
              <a:gd name="connsiteY804" fmla="*/ 271903 h 6858000"/>
              <a:gd name="connsiteX805" fmla="*/ 5068068 w 7467663"/>
              <a:gd name="connsiteY805" fmla="*/ 282244 h 6858000"/>
              <a:gd name="connsiteX806" fmla="*/ 5153231 w 7467663"/>
              <a:gd name="connsiteY806" fmla="*/ 292240 h 6858000"/>
              <a:gd name="connsiteX807" fmla="*/ 5426491 w 7467663"/>
              <a:gd name="connsiteY807" fmla="*/ 281128 h 6858000"/>
              <a:gd name="connsiteX808" fmla="*/ 5731212 w 7467663"/>
              <a:gd name="connsiteY808" fmla="*/ 231951 h 6858000"/>
              <a:gd name="connsiteX809" fmla="*/ 5905192 w 7467663"/>
              <a:gd name="connsiteY809" fmla="*/ 163079 h 6858000"/>
              <a:gd name="connsiteX810" fmla="*/ 5944437 w 7467663"/>
              <a:gd name="connsiteY810" fmla="*/ 113829 h 6858000"/>
              <a:gd name="connsiteX811" fmla="*/ 5825032 w 7467663"/>
              <a:gd name="connsiteY811" fmla="*/ 146405 h 6858000"/>
              <a:gd name="connsiteX812" fmla="*/ 4955599 w 7467663"/>
              <a:gd name="connsiteY812" fmla="*/ 247008 h 6858000"/>
              <a:gd name="connsiteX813" fmla="*/ 5210104 w 7467663"/>
              <a:gd name="connsiteY813" fmla="*/ 228123 h 6858000"/>
              <a:gd name="connsiteX814" fmla="*/ 5261015 w 7467663"/>
              <a:gd name="connsiteY814" fmla="*/ 227087 h 6858000"/>
              <a:gd name="connsiteX815" fmla="*/ 5861181 w 7467663"/>
              <a:gd name="connsiteY815" fmla="*/ 143093 h 6858000"/>
              <a:gd name="connsiteX816" fmla="*/ 5961252 w 7467663"/>
              <a:gd name="connsiteY816" fmla="*/ 114820 h 6858000"/>
              <a:gd name="connsiteX817" fmla="*/ 5944437 w 7467663"/>
              <a:gd name="connsiteY817" fmla="*/ 113829 h 6858000"/>
              <a:gd name="connsiteX818" fmla="*/ 3882765 w 7467663"/>
              <a:gd name="connsiteY818" fmla="*/ 0 h 6858000"/>
              <a:gd name="connsiteX819" fmla="*/ 3995099 w 7467663"/>
              <a:gd name="connsiteY819" fmla="*/ 0 h 6858000"/>
              <a:gd name="connsiteX820" fmla="*/ 4163818 w 7467663"/>
              <a:gd name="connsiteY820" fmla="*/ 234104 h 6858000"/>
              <a:gd name="connsiteX821" fmla="*/ 4172099 w 7467663"/>
              <a:gd name="connsiteY821" fmla="*/ 234207 h 6858000"/>
              <a:gd name="connsiteX822" fmla="*/ 4784282 w 7467663"/>
              <a:gd name="connsiteY822" fmla="*/ 276561 h 6858000"/>
              <a:gd name="connsiteX823" fmla="*/ 4801687 w 7467663"/>
              <a:gd name="connsiteY823" fmla="*/ 267764 h 6858000"/>
              <a:gd name="connsiteX824" fmla="*/ 6082788 w 7467663"/>
              <a:gd name="connsiteY824" fmla="*/ 64119 h 6858000"/>
              <a:gd name="connsiteX825" fmla="*/ 6099442 w 7467663"/>
              <a:gd name="connsiteY825" fmla="*/ 82568 h 6858000"/>
              <a:gd name="connsiteX826" fmla="*/ 4804137 w 7467663"/>
              <a:gd name="connsiteY826" fmla="*/ 320931 h 6858000"/>
              <a:gd name="connsiteX827" fmla="*/ 4227047 w 7467663"/>
              <a:gd name="connsiteY827" fmla="*/ 313415 h 6858000"/>
              <a:gd name="connsiteX828" fmla="*/ 4346041 w 7467663"/>
              <a:gd name="connsiteY828" fmla="*/ 456086 h 6858000"/>
              <a:gd name="connsiteX829" fmla="*/ 4870967 w 7467663"/>
              <a:gd name="connsiteY829" fmla="*/ 963061 h 6858000"/>
              <a:gd name="connsiteX830" fmla="*/ 4889647 w 7467663"/>
              <a:gd name="connsiteY830" fmla="*/ 957147 h 6858000"/>
              <a:gd name="connsiteX831" fmla="*/ 5422504 w 7467663"/>
              <a:gd name="connsiteY831" fmla="*/ 805191 h 6858000"/>
              <a:gd name="connsiteX832" fmla="*/ 6087656 w 7467663"/>
              <a:gd name="connsiteY832" fmla="*/ 826703 h 6858000"/>
              <a:gd name="connsiteX833" fmla="*/ 6058717 w 7467663"/>
              <a:gd name="connsiteY833" fmla="*/ 865992 h 6858000"/>
              <a:gd name="connsiteX834" fmla="*/ 4974153 w 7467663"/>
              <a:gd name="connsiteY834" fmla="*/ 1045456 h 6858000"/>
              <a:gd name="connsiteX835" fmla="*/ 5627835 w 7467663"/>
              <a:gd name="connsiteY835" fmla="*/ 1472077 h 6858000"/>
              <a:gd name="connsiteX836" fmla="*/ 5629817 w 7467663"/>
              <a:gd name="connsiteY836" fmla="*/ 1471412 h 6858000"/>
              <a:gd name="connsiteX837" fmla="*/ 5634124 w 7467663"/>
              <a:gd name="connsiteY837" fmla="*/ 1470572 h 6858000"/>
              <a:gd name="connsiteX838" fmla="*/ 5755832 w 7467663"/>
              <a:gd name="connsiteY838" fmla="*/ 1383886 h 6858000"/>
              <a:gd name="connsiteX839" fmla="*/ 6014186 w 7467663"/>
              <a:gd name="connsiteY839" fmla="*/ 1279799 h 6858000"/>
              <a:gd name="connsiteX840" fmla="*/ 6901619 w 7467663"/>
              <a:gd name="connsiteY840" fmla="*/ 1047874 h 6858000"/>
              <a:gd name="connsiteX841" fmla="*/ 6931566 w 7467663"/>
              <a:gd name="connsiteY841" fmla="*/ 1062034 h 6858000"/>
              <a:gd name="connsiteX842" fmla="*/ 5790982 w 7467663"/>
              <a:gd name="connsiteY842" fmla="*/ 1561380 h 6858000"/>
              <a:gd name="connsiteX843" fmla="*/ 6188971 w 7467663"/>
              <a:gd name="connsiteY843" fmla="*/ 1755168 h 6858000"/>
              <a:gd name="connsiteX844" fmla="*/ 6202446 w 7467663"/>
              <a:gd name="connsiteY844" fmla="*/ 1752268 h 6858000"/>
              <a:gd name="connsiteX845" fmla="*/ 7179560 w 7467663"/>
              <a:gd name="connsiteY845" fmla="*/ 1467551 h 6858000"/>
              <a:gd name="connsiteX846" fmla="*/ 7158730 w 7467663"/>
              <a:gd name="connsiteY846" fmla="*/ 1507835 h 6858000"/>
              <a:gd name="connsiteX847" fmla="*/ 6326959 w 7467663"/>
              <a:gd name="connsiteY847" fmla="*/ 1817686 h 6858000"/>
              <a:gd name="connsiteX848" fmla="*/ 6537433 w 7467663"/>
              <a:gd name="connsiteY848" fmla="*/ 1907790 h 6858000"/>
              <a:gd name="connsiteX849" fmla="*/ 6550221 w 7467663"/>
              <a:gd name="connsiteY849" fmla="*/ 1910729 h 6858000"/>
              <a:gd name="connsiteX850" fmla="*/ 6964438 w 7467663"/>
              <a:gd name="connsiteY850" fmla="*/ 2209505 h 6858000"/>
              <a:gd name="connsiteX851" fmla="*/ 7367862 w 7467663"/>
              <a:gd name="connsiteY851" fmla="*/ 2806833 h 6858000"/>
              <a:gd name="connsiteX852" fmla="*/ 7364329 w 7467663"/>
              <a:gd name="connsiteY852" fmla="*/ 2826907 h 6858000"/>
              <a:gd name="connsiteX853" fmla="*/ 7290545 w 7467663"/>
              <a:gd name="connsiteY853" fmla="*/ 2850663 h 6858000"/>
              <a:gd name="connsiteX854" fmla="*/ 6472036 w 7467663"/>
              <a:gd name="connsiteY854" fmla="*/ 1959003 h 6858000"/>
              <a:gd name="connsiteX855" fmla="*/ 5792897 w 7467663"/>
              <a:gd name="connsiteY855" fmla="*/ 1647747 h 6858000"/>
              <a:gd name="connsiteX856" fmla="*/ 5842751 w 7467663"/>
              <a:gd name="connsiteY856" fmla="*/ 1816112 h 6858000"/>
              <a:gd name="connsiteX857" fmla="*/ 5847424 w 7467663"/>
              <a:gd name="connsiteY857" fmla="*/ 1815776 h 6858000"/>
              <a:gd name="connsiteX858" fmla="*/ 6399821 w 7467663"/>
              <a:gd name="connsiteY858" fmla="*/ 2344799 h 6858000"/>
              <a:gd name="connsiteX859" fmla="*/ 6323232 w 7467663"/>
              <a:gd name="connsiteY859" fmla="*/ 2389634 h 6858000"/>
              <a:gd name="connsiteX860" fmla="*/ 5942958 w 7467663"/>
              <a:gd name="connsiteY860" fmla="*/ 2077708 h 6858000"/>
              <a:gd name="connsiteX861" fmla="*/ 5921559 w 7467663"/>
              <a:gd name="connsiteY861" fmla="*/ 2378596 h 6858000"/>
              <a:gd name="connsiteX862" fmla="*/ 5817651 w 7467663"/>
              <a:gd name="connsiteY862" fmla="*/ 3023919 h 6858000"/>
              <a:gd name="connsiteX863" fmla="*/ 5729634 w 7467663"/>
              <a:gd name="connsiteY863" fmla="*/ 3051849 h 6858000"/>
              <a:gd name="connsiteX864" fmla="*/ 5611018 w 7467663"/>
              <a:gd name="connsiteY864" fmla="*/ 2316769 h 6858000"/>
              <a:gd name="connsiteX865" fmla="*/ 5687608 w 7467663"/>
              <a:gd name="connsiteY865" fmla="*/ 2039972 h 6858000"/>
              <a:gd name="connsiteX866" fmla="*/ 5657554 w 7467663"/>
              <a:gd name="connsiteY866" fmla="*/ 1576445 h 6858000"/>
              <a:gd name="connsiteX867" fmla="*/ 5150475 w 7467663"/>
              <a:gd name="connsiteY867" fmla="*/ 1274012 h 6858000"/>
              <a:gd name="connsiteX868" fmla="*/ 5349142 w 7467663"/>
              <a:gd name="connsiteY868" fmla="*/ 2204405 h 6858000"/>
              <a:gd name="connsiteX869" fmla="*/ 5262214 w 7467663"/>
              <a:gd name="connsiteY869" fmla="*/ 2233836 h 6858000"/>
              <a:gd name="connsiteX870" fmla="*/ 4981539 w 7467663"/>
              <a:gd name="connsiteY870" fmla="*/ 1542201 h 6858000"/>
              <a:gd name="connsiteX871" fmla="*/ 4958461 w 7467663"/>
              <a:gd name="connsiteY871" fmla="*/ 1136957 h 6858000"/>
              <a:gd name="connsiteX872" fmla="*/ 4655015 w 7467663"/>
              <a:gd name="connsiteY872" fmla="*/ 891426 h 6858000"/>
              <a:gd name="connsiteX873" fmla="*/ 4348002 w 7467663"/>
              <a:gd name="connsiteY873" fmla="*/ 2205895 h 6858000"/>
              <a:gd name="connsiteX874" fmla="*/ 4262250 w 7467663"/>
              <a:gd name="connsiteY874" fmla="*/ 2219972 h 6858000"/>
              <a:gd name="connsiteX875" fmla="*/ 4550611 w 7467663"/>
              <a:gd name="connsiteY875" fmla="*/ 817540 h 6858000"/>
              <a:gd name="connsiteX876" fmla="*/ 4564418 w 7467663"/>
              <a:gd name="connsiteY876" fmla="*/ 808293 h 6858000"/>
              <a:gd name="connsiteX877" fmla="*/ 4266388 w 7467663"/>
              <a:gd name="connsiteY877" fmla="*/ 500083 h 6858000"/>
              <a:gd name="connsiteX878" fmla="*/ 4032842 w 7467663"/>
              <a:gd name="connsiteY878" fmla="*/ 211809 h 6858000"/>
              <a:gd name="connsiteX879" fmla="*/ 3882765 w 7467663"/>
              <a:gd name="connsiteY879" fmla="*/ 0 h 6858000"/>
              <a:gd name="connsiteX880" fmla="*/ 3721337 w 7467663"/>
              <a:gd name="connsiteY880" fmla="*/ 0 h 6858000"/>
              <a:gd name="connsiteX881" fmla="*/ 3797544 w 7467663"/>
              <a:gd name="connsiteY881" fmla="*/ 0 h 6858000"/>
              <a:gd name="connsiteX882" fmla="*/ 3775734 w 7467663"/>
              <a:gd name="connsiteY882" fmla="*/ 95131 h 6858000"/>
              <a:gd name="connsiteX883" fmla="*/ 3724807 w 7467663"/>
              <a:gd name="connsiteY883" fmla="*/ 272257 h 6858000"/>
              <a:gd name="connsiteX884" fmla="*/ 3726844 w 7467663"/>
              <a:gd name="connsiteY884" fmla="*/ 282988 h 6858000"/>
              <a:gd name="connsiteX885" fmla="*/ 3742664 w 7467663"/>
              <a:gd name="connsiteY885" fmla="*/ 279918 h 6858000"/>
              <a:gd name="connsiteX886" fmla="*/ 4103910 w 7467663"/>
              <a:gd name="connsiteY886" fmla="*/ 1161917 h 6858000"/>
              <a:gd name="connsiteX887" fmla="*/ 4020269 w 7467663"/>
              <a:gd name="connsiteY887" fmla="*/ 1200406 h 6858000"/>
              <a:gd name="connsiteX888" fmla="*/ 3674882 w 7467663"/>
              <a:gd name="connsiteY888" fmla="*/ 488524 h 6858000"/>
              <a:gd name="connsiteX889" fmla="*/ 3132682 w 7467663"/>
              <a:gd name="connsiteY889" fmla="*/ 1072284 h 6858000"/>
              <a:gd name="connsiteX890" fmla="*/ 2716346 w 7467663"/>
              <a:gd name="connsiteY890" fmla="*/ 1276376 h 6858000"/>
              <a:gd name="connsiteX891" fmla="*/ 2716772 w 7467663"/>
              <a:gd name="connsiteY891" fmla="*/ 1255462 h 6858000"/>
              <a:gd name="connsiteX892" fmla="*/ 3471096 w 7467663"/>
              <a:gd name="connsiteY892" fmla="*/ 437072 h 6858000"/>
              <a:gd name="connsiteX893" fmla="*/ 3639057 w 7467663"/>
              <a:gd name="connsiteY893" fmla="*/ 286334 h 6858000"/>
              <a:gd name="connsiteX894" fmla="*/ 3640309 w 7467663"/>
              <a:gd name="connsiteY894" fmla="*/ 284664 h 6858000"/>
              <a:gd name="connsiteX895" fmla="*/ 3646022 w 7467663"/>
              <a:gd name="connsiteY895" fmla="*/ 276711 h 6858000"/>
              <a:gd name="connsiteX896" fmla="*/ 3707943 w 7467663"/>
              <a:gd name="connsiteY896" fmla="*/ 65958 h 6858000"/>
              <a:gd name="connsiteX897" fmla="*/ 3721337 w 7467663"/>
              <a:gd name="connsiteY897" fmla="*/ 0 h 6858000"/>
              <a:gd name="connsiteX898" fmla="*/ 2867960 w 7467663"/>
              <a:gd name="connsiteY898" fmla="*/ 0 h 6858000"/>
              <a:gd name="connsiteX899" fmla="*/ 2926351 w 7467663"/>
              <a:gd name="connsiteY899" fmla="*/ 0 h 6858000"/>
              <a:gd name="connsiteX900" fmla="*/ 2902823 w 7467663"/>
              <a:gd name="connsiteY900" fmla="*/ 262929 h 6858000"/>
              <a:gd name="connsiteX901" fmla="*/ 2940663 w 7467663"/>
              <a:gd name="connsiteY901" fmla="*/ 140884 h 6858000"/>
              <a:gd name="connsiteX902" fmla="*/ 2947039 w 7467663"/>
              <a:gd name="connsiteY902" fmla="*/ 122524 h 6858000"/>
              <a:gd name="connsiteX903" fmla="*/ 2984316 w 7467663"/>
              <a:gd name="connsiteY903" fmla="*/ 0 h 6858000"/>
              <a:gd name="connsiteX904" fmla="*/ 3016114 w 7467663"/>
              <a:gd name="connsiteY904" fmla="*/ 0 h 6858000"/>
              <a:gd name="connsiteX905" fmla="*/ 2979949 w 7467663"/>
              <a:gd name="connsiteY905" fmla="*/ 119274 h 6858000"/>
              <a:gd name="connsiteX906" fmla="*/ 3023879 w 7467663"/>
              <a:gd name="connsiteY906" fmla="*/ 0 h 6858000"/>
              <a:gd name="connsiteX907" fmla="*/ 3105400 w 7467663"/>
              <a:gd name="connsiteY907" fmla="*/ 0 h 6858000"/>
              <a:gd name="connsiteX908" fmla="*/ 3094669 w 7467663"/>
              <a:gd name="connsiteY908" fmla="*/ 30308 h 6858000"/>
              <a:gd name="connsiteX909" fmla="*/ 2901945 w 7467663"/>
              <a:gd name="connsiteY909" fmla="*/ 466538 h 6858000"/>
              <a:gd name="connsiteX910" fmla="*/ 2815209 w 7467663"/>
              <a:gd name="connsiteY910" fmla="*/ 497361 h 6858000"/>
              <a:gd name="connsiteX911" fmla="*/ 2844845 w 7467663"/>
              <a:gd name="connsiteY911" fmla="*/ 127638 h 6858000"/>
              <a:gd name="connsiteX912" fmla="*/ 2867960 w 7467663"/>
              <a:gd name="connsiteY912" fmla="*/ 0 h 6858000"/>
              <a:gd name="connsiteX913" fmla="*/ 1057230 w 7467663"/>
              <a:gd name="connsiteY913" fmla="*/ 0 h 6858000"/>
              <a:gd name="connsiteX914" fmla="*/ 1111003 w 7467663"/>
              <a:gd name="connsiteY914" fmla="*/ 0 h 6858000"/>
              <a:gd name="connsiteX915" fmla="*/ 1125553 w 7467663"/>
              <a:gd name="connsiteY915" fmla="*/ 52588 h 6858000"/>
              <a:gd name="connsiteX916" fmla="*/ 1304276 w 7467663"/>
              <a:gd name="connsiteY916" fmla="*/ 476275 h 6858000"/>
              <a:gd name="connsiteX917" fmla="*/ 1492066 w 7467663"/>
              <a:gd name="connsiteY917" fmla="*/ 886333 h 6858000"/>
              <a:gd name="connsiteX918" fmla="*/ 1423698 w 7467663"/>
              <a:gd name="connsiteY918" fmla="*/ 710817 h 6858000"/>
              <a:gd name="connsiteX919" fmla="*/ 1357609 w 7467663"/>
              <a:gd name="connsiteY919" fmla="*/ 532892 h 6858000"/>
              <a:gd name="connsiteX920" fmla="*/ 1309550 w 7467663"/>
              <a:gd name="connsiteY920" fmla="*/ 374031 h 6858000"/>
              <a:gd name="connsiteX921" fmla="*/ 1193673 w 7467663"/>
              <a:gd name="connsiteY921" fmla="*/ 49533 h 6858000"/>
              <a:gd name="connsiteX922" fmla="*/ 1164391 w 7467663"/>
              <a:gd name="connsiteY922" fmla="*/ 0 h 6858000"/>
              <a:gd name="connsiteX923" fmla="*/ 1200666 w 7467663"/>
              <a:gd name="connsiteY923" fmla="*/ 0 h 6858000"/>
              <a:gd name="connsiteX924" fmla="*/ 1223408 w 7467663"/>
              <a:gd name="connsiteY924" fmla="*/ 38996 h 6858000"/>
              <a:gd name="connsiteX925" fmla="*/ 1339635 w 7467663"/>
              <a:gd name="connsiteY925" fmla="*/ 365517 h 6858000"/>
              <a:gd name="connsiteX926" fmla="*/ 1387469 w 7467663"/>
              <a:gd name="connsiteY926" fmla="*/ 523079 h 6858000"/>
              <a:gd name="connsiteX927" fmla="*/ 1452685 w 7467663"/>
              <a:gd name="connsiteY927" fmla="*/ 699806 h 6858000"/>
              <a:gd name="connsiteX928" fmla="*/ 1492092 w 7467663"/>
              <a:gd name="connsiteY928" fmla="*/ 800424 h 6858000"/>
              <a:gd name="connsiteX929" fmla="*/ 1455302 w 7467663"/>
              <a:gd name="connsiteY929" fmla="*/ 632913 h 6858000"/>
              <a:gd name="connsiteX930" fmla="*/ 1222336 w 7467663"/>
              <a:gd name="connsiteY930" fmla="*/ 9480 h 6858000"/>
              <a:gd name="connsiteX931" fmla="*/ 1214634 w 7467663"/>
              <a:gd name="connsiteY931" fmla="*/ 0 h 6858000"/>
              <a:gd name="connsiteX932" fmla="*/ 1289827 w 7467663"/>
              <a:gd name="connsiteY932" fmla="*/ 0 h 6858000"/>
              <a:gd name="connsiteX933" fmla="*/ 1321076 w 7467663"/>
              <a:gd name="connsiteY933" fmla="*/ 59722 h 6858000"/>
              <a:gd name="connsiteX934" fmla="*/ 1512579 w 7467663"/>
              <a:gd name="connsiteY934" fmla="*/ 626441 h 6858000"/>
              <a:gd name="connsiteX935" fmla="*/ 1506076 w 7467663"/>
              <a:gd name="connsiteY935" fmla="*/ 1089289 h 6858000"/>
              <a:gd name="connsiteX936" fmla="*/ 1486346 w 7467663"/>
              <a:gd name="connsiteY936" fmla="*/ 1079919 h 6858000"/>
              <a:gd name="connsiteX937" fmla="*/ 1070511 w 7467663"/>
              <a:gd name="connsiteY937" fmla="*/ 48609 h 6858000"/>
              <a:gd name="connsiteX938" fmla="*/ 1057230 w 7467663"/>
              <a:gd name="connsiteY938" fmla="*/ 0 h 6858000"/>
              <a:gd name="connsiteX939" fmla="*/ 43151 w 7467663"/>
              <a:gd name="connsiteY939" fmla="*/ 0 h 6858000"/>
              <a:gd name="connsiteX940" fmla="*/ 95283 w 7467663"/>
              <a:gd name="connsiteY940" fmla="*/ 0 h 6858000"/>
              <a:gd name="connsiteX941" fmla="*/ 300708 w 7467663"/>
              <a:gd name="connsiteY941" fmla="*/ 154571 h 6858000"/>
              <a:gd name="connsiteX942" fmla="*/ 530414 w 7467663"/>
              <a:gd name="connsiteY942" fmla="*/ 354673 h 6858000"/>
              <a:gd name="connsiteX943" fmla="*/ 333785 w 7467663"/>
              <a:gd name="connsiteY943" fmla="*/ 161564 h 6858000"/>
              <a:gd name="connsiteX944" fmla="*/ 147005 w 7467663"/>
              <a:gd name="connsiteY944" fmla="*/ 0 h 6858000"/>
              <a:gd name="connsiteX945" fmla="*/ 272509 w 7467663"/>
              <a:gd name="connsiteY945" fmla="*/ 0 h 6858000"/>
              <a:gd name="connsiteX946" fmla="*/ 326276 w 7467663"/>
              <a:gd name="connsiteY946" fmla="*/ 45847 h 6858000"/>
              <a:gd name="connsiteX947" fmla="*/ 823759 w 7467663"/>
              <a:gd name="connsiteY947" fmla="*/ 574145 h 6858000"/>
              <a:gd name="connsiteX948" fmla="*/ 811254 w 7467663"/>
              <a:gd name="connsiteY948" fmla="*/ 665546 h 6858000"/>
              <a:gd name="connsiteX949" fmla="*/ 154042 w 7467663"/>
              <a:gd name="connsiteY949" fmla="*/ 261522 h 6858000"/>
              <a:gd name="connsiteX950" fmla="*/ 13550 w 7467663"/>
              <a:gd name="connsiteY950" fmla="*/ 158423 h 6858000"/>
              <a:gd name="connsiteX951" fmla="*/ 0 w 7467663"/>
              <a:gd name="connsiteY951" fmla="*/ 146618 h 6858000"/>
              <a:gd name="connsiteX952" fmla="*/ 0 w 7467663"/>
              <a:gd name="connsiteY952" fmla="*/ 59161 h 6858000"/>
              <a:gd name="connsiteX953" fmla="*/ 45427 w 7467663"/>
              <a:gd name="connsiteY953" fmla="*/ 101078 h 6858000"/>
              <a:gd name="connsiteX954" fmla="*/ 630103 w 7467663"/>
              <a:gd name="connsiteY954" fmla="*/ 485885 h 6858000"/>
              <a:gd name="connsiteX955" fmla="*/ 532040 w 7467663"/>
              <a:gd name="connsiteY955" fmla="*/ 399359 h 6858000"/>
              <a:gd name="connsiteX956" fmla="*/ 517618 w 7467663"/>
              <a:gd name="connsiteY956" fmla="*/ 385726 h 6858000"/>
              <a:gd name="connsiteX957" fmla="*/ 285074 w 7467663"/>
              <a:gd name="connsiteY957" fmla="*/ 182755 h 6858000"/>
              <a:gd name="connsiteX958" fmla="*/ 43151 w 7467663"/>
              <a:gd name="connsiteY958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334256 h 6858000"/>
              <a:gd name="connsiteX78" fmla="*/ 7454976 w 7467663"/>
              <a:gd name="connsiteY78" fmla="*/ 6318297 h 6858000"/>
              <a:gd name="connsiteX79" fmla="*/ 1456157 w 7467663"/>
              <a:gd name="connsiteY79" fmla="*/ 5371404 h 6858000"/>
              <a:gd name="connsiteX80" fmla="*/ 1244432 w 7467663"/>
              <a:gd name="connsiteY80" fmla="*/ 5385601 h 6858000"/>
              <a:gd name="connsiteX81" fmla="*/ 973990 w 7467663"/>
              <a:gd name="connsiteY81" fmla="*/ 5424940 h 6858000"/>
              <a:gd name="connsiteX82" fmla="*/ 1103809 w 7467663"/>
              <a:gd name="connsiteY82" fmla="*/ 5433720 h 6858000"/>
              <a:gd name="connsiteX83" fmla="*/ 1123454 w 7467663"/>
              <a:gd name="connsiteY83" fmla="*/ 5435727 h 6858000"/>
              <a:gd name="connsiteX84" fmla="*/ 1737017 w 7467663"/>
              <a:gd name="connsiteY84" fmla="*/ 5452183 h 6858000"/>
              <a:gd name="connsiteX85" fmla="*/ 1824397 w 7467663"/>
              <a:gd name="connsiteY85" fmla="*/ 5447757 h 6858000"/>
              <a:gd name="connsiteX86" fmla="*/ 2070059 w 7467663"/>
              <a:gd name="connsiteY86" fmla="*/ 5441660 h 6858000"/>
              <a:gd name="connsiteX87" fmla="*/ 1456157 w 7467663"/>
              <a:gd name="connsiteY87" fmla="*/ 5371404 h 6858000"/>
              <a:gd name="connsiteX88" fmla="*/ 4988186 w 7467663"/>
              <a:gd name="connsiteY88" fmla="*/ 5216467 h 6858000"/>
              <a:gd name="connsiteX89" fmla="*/ 4777334 w 7467663"/>
              <a:gd name="connsiteY89" fmla="*/ 5406072 h 6858000"/>
              <a:gd name="connsiteX90" fmla="*/ 4718341 w 7467663"/>
              <a:gd name="connsiteY90" fmla="*/ 5468043 h 6858000"/>
              <a:gd name="connsiteX91" fmla="*/ 4604655 w 7467663"/>
              <a:gd name="connsiteY91" fmla="*/ 5583434 h 6858000"/>
              <a:gd name="connsiteX92" fmla="*/ 4565074 w 7467663"/>
              <a:gd name="connsiteY92" fmla="*/ 5618550 h 6858000"/>
              <a:gd name="connsiteX93" fmla="*/ 4988186 w 7467663"/>
              <a:gd name="connsiteY93" fmla="*/ 5216467 h 6858000"/>
              <a:gd name="connsiteX94" fmla="*/ 4978032 w 7467663"/>
              <a:gd name="connsiteY94" fmla="*/ 5183809 h 6858000"/>
              <a:gd name="connsiteX95" fmla="*/ 4463413 w 7467663"/>
              <a:gd name="connsiteY95" fmla="*/ 5615162 h 6858000"/>
              <a:gd name="connsiteX96" fmla="*/ 4358134 w 7467663"/>
              <a:gd name="connsiteY96" fmla="*/ 5742791 h 6858000"/>
              <a:gd name="connsiteX97" fmla="*/ 4376219 w 7467663"/>
              <a:gd name="connsiteY97" fmla="*/ 5729027 h 6858000"/>
              <a:gd name="connsiteX98" fmla="*/ 4582340 w 7467663"/>
              <a:gd name="connsiteY98" fmla="*/ 5561037 h 6858000"/>
              <a:gd name="connsiteX99" fmla="*/ 4694684 w 7467663"/>
              <a:gd name="connsiteY99" fmla="*/ 5447098 h 6858000"/>
              <a:gd name="connsiteX100" fmla="*/ 4754123 w 7467663"/>
              <a:gd name="connsiteY100" fmla="*/ 5384643 h 6858000"/>
              <a:gd name="connsiteX101" fmla="*/ 4978032 w 7467663"/>
              <a:gd name="connsiteY101" fmla="*/ 5183809 h 6858000"/>
              <a:gd name="connsiteX102" fmla="*/ 1903353 w 7467663"/>
              <a:gd name="connsiteY102" fmla="*/ 5044827 h 6858000"/>
              <a:gd name="connsiteX103" fmla="*/ 1936931 w 7467663"/>
              <a:gd name="connsiteY103" fmla="*/ 5093954 h 6858000"/>
              <a:gd name="connsiteX104" fmla="*/ 2195868 w 7467663"/>
              <a:gd name="connsiteY104" fmla="*/ 5396574 h 6858000"/>
              <a:gd name="connsiteX105" fmla="*/ 2088852 w 7467663"/>
              <a:gd name="connsiteY105" fmla="*/ 5166123 h 6858000"/>
              <a:gd name="connsiteX106" fmla="*/ 1958241 w 7467663"/>
              <a:gd name="connsiteY106" fmla="*/ 5067955 h 6858000"/>
              <a:gd name="connsiteX107" fmla="*/ 1903353 w 7467663"/>
              <a:gd name="connsiteY107" fmla="*/ 5044827 h 6858000"/>
              <a:gd name="connsiteX108" fmla="*/ 1979378 w 7467663"/>
              <a:gd name="connsiteY108" fmla="*/ 4769504 h 6858000"/>
              <a:gd name="connsiteX109" fmla="*/ 2882120 w 7467663"/>
              <a:gd name="connsiteY109" fmla="*/ 5064547 h 6858000"/>
              <a:gd name="connsiteX110" fmla="*/ 2793103 w 7467663"/>
              <a:gd name="connsiteY110" fmla="*/ 5039699 h 6858000"/>
              <a:gd name="connsiteX111" fmla="*/ 2770041 w 7467663"/>
              <a:gd name="connsiteY111" fmla="*/ 5033634 h 6858000"/>
              <a:gd name="connsiteX112" fmla="*/ 1979378 w 7467663"/>
              <a:gd name="connsiteY112" fmla="*/ 4769504 h 6858000"/>
              <a:gd name="connsiteX113" fmla="*/ 1927410 w 7467663"/>
              <a:gd name="connsiteY113" fmla="*/ 4716164 h 6858000"/>
              <a:gd name="connsiteX114" fmla="*/ 1959587 w 7467663"/>
              <a:gd name="connsiteY114" fmla="*/ 4728849 h 6858000"/>
              <a:gd name="connsiteX115" fmla="*/ 2777707 w 7467663"/>
              <a:gd name="connsiteY115" fmla="*/ 5003991 h 6858000"/>
              <a:gd name="connsiteX116" fmla="*/ 2800768 w 7467663"/>
              <a:gd name="connsiteY116" fmla="*/ 5010056 h 6858000"/>
              <a:gd name="connsiteX117" fmla="*/ 2879408 w 7467663"/>
              <a:gd name="connsiteY117" fmla="*/ 5031590 h 6858000"/>
              <a:gd name="connsiteX118" fmla="*/ 2862295 w 7467663"/>
              <a:gd name="connsiteY118" fmla="*/ 5022958 h 6858000"/>
              <a:gd name="connsiteX119" fmla="*/ 2813343 w 7467663"/>
              <a:gd name="connsiteY119" fmla="*/ 4998369 h 6858000"/>
              <a:gd name="connsiteX120" fmla="*/ 2646245 w 7467663"/>
              <a:gd name="connsiteY120" fmla="*/ 4930999 h 6858000"/>
              <a:gd name="connsiteX121" fmla="*/ 1999243 w 7467663"/>
              <a:gd name="connsiteY121" fmla="*/ 4730524 h 6858000"/>
              <a:gd name="connsiteX122" fmla="*/ 1979527 w 7467663"/>
              <a:gd name="connsiteY122" fmla="*/ 4726651 h 6858000"/>
              <a:gd name="connsiteX123" fmla="*/ 1927410 w 7467663"/>
              <a:gd name="connsiteY123" fmla="*/ 4716164 h 6858000"/>
              <a:gd name="connsiteX124" fmla="*/ 1997014 w 7467663"/>
              <a:gd name="connsiteY124" fmla="*/ 4698007 h 6858000"/>
              <a:gd name="connsiteX125" fmla="*/ 2005458 w 7467663"/>
              <a:gd name="connsiteY125" fmla="*/ 4699540 h 6858000"/>
              <a:gd name="connsiteX126" fmla="*/ 2657186 w 7467663"/>
              <a:gd name="connsiteY126" fmla="*/ 4901687 h 6858000"/>
              <a:gd name="connsiteX127" fmla="*/ 2826662 w 7467663"/>
              <a:gd name="connsiteY127" fmla="*/ 4970362 h 6858000"/>
              <a:gd name="connsiteX128" fmla="*/ 2876100 w 7467663"/>
              <a:gd name="connsiteY128" fmla="*/ 4995397 h 6858000"/>
              <a:gd name="connsiteX129" fmla="*/ 3042600 w 7467663"/>
              <a:gd name="connsiteY129" fmla="*/ 5059532 h 6858000"/>
              <a:gd name="connsiteX130" fmla="*/ 1997014 w 7467663"/>
              <a:gd name="connsiteY130" fmla="*/ 4698007 h 6858000"/>
              <a:gd name="connsiteX131" fmla="*/ 2305292 w 7467663"/>
              <a:gd name="connsiteY131" fmla="*/ 4219492 h 6858000"/>
              <a:gd name="connsiteX132" fmla="*/ 3360922 w 7467663"/>
              <a:gd name="connsiteY132" fmla="*/ 4529373 h 6858000"/>
              <a:gd name="connsiteX133" fmla="*/ 3492420 w 7467663"/>
              <a:gd name="connsiteY133" fmla="*/ 4510145 h 6858000"/>
              <a:gd name="connsiteX134" fmla="*/ 3364086 w 7467663"/>
              <a:gd name="connsiteY134" fmla="*/ 4480340 h 6858000"/>
              <a:gd name="connsiteX135" fmla="*/ 3225818 w 7467663"/>
              <a:gd name="connsiteY135" fmla="*/ 4411822 h 6858000"/>
              <a:gd name="connsiteX136" fmla="*/ 3129696 w 7467663"/>
              <a:gd name="connsiteY136" fmla="*/ 4360704 h 6858000"/>
              <a:gd name="connsiteX137" fmla="*/ 2814545 w 7467663"/>
              <a:gd name="connsiteY137" fmla="*/ 4282955 h 6858000"/>
              <a:gd name="connsiteX138" fmla="*/ 2305292 w 7467663"/>
              <a:gd name="connsiteY138" fmla="*/ 4219492 h 6858000"/>
              <a:gd name="connsiteX139" fmla="*/ 2626982 w 7467663"/>
              <a:gd name="connsiteY139" fmla="*/ 4206450 h 6858000"/>
              <a:gd name="connsiteX140" fmla="*/ 2490617 w 7467663"/>
              <a:gd name="connsiteY140" fmla="*/ 4206951 h 6858000"/>
              <a:gd name="connsiteX141" fmla="*/ 2819869 w 7467663"/>
              <a:gd name="connsiteY141" fmla="*/ 4252936 h 6858000"/>
              <a:gd name="connsiteX142" fmla="*/ 3143018 w 7467663"/>
              <a:gd name="connsiteY142" fmla="*/ 4332698 h 6858000"/>
              <a:gd name="connsiteX143" fmla="*/ 3241520 w 7467663"/>
              <a:gd name="connsiteY143" fmla="*/ 4385112 h 6858000"/>
              <a:gd name="connsiteX144" fmla="*/ 3374575 w 7467663"/>
              <a:gd name="connsiteY144" fmla="*/ 4451517 h 6858000"/>
              <a:gd name="connsiteX145" fmla="*/ 3505221 w 7467663"/>
              <a:gd name="connsiteY145" fmla="*/ 4480757 h 6858000"/>
              <a:gd name="connsiteX146" fmla="*/ 2626982 w 7467663"/>
              <a:gd name="connsiteY146" fmla="*/ 4206450 h 6858000"/>
              <a:gd name="connsiteX147" fmla="*/ 1310106 w 7467663"/>
              <a:gd name="connsiteY147" fmla="*/ 3943217 h 6858000"/>
              <a:gd name="connsiteX148" fmla="*/ 854994 w 7467663"/>
              <a:gd name="connsiteY148" fmla="*/ 4399136 h 6858000"/>
              <a:gd name="connsiteX149" fmla="*/ 742462 w 7467663"/>
              <a:gd name="connsiteY149" fmla="*/ 4594648 h 6858000"/>
              <a:gd name="connsiteX150" fmla="*/ 820602 w 7467663"/>
              <a:gd name="connsiteY150" fmla="*/ 4485915 h 6858000"/>
              <a:gd name="connsiteX151" fmla="*/ 878295 w 7467663"/>
              <a:gd name="connsiteY151" fmla="*/ 4403594 h 6858000"/>
              <a:gd name="connsiteX152" fmla="*/ 1240607 w 7467663"/>
              <a:gd name="connsiteY152" fmla="*/ 4010401 h 6858000"/>
              <a:gd name="connsiteX153" fmla="*/ 1310106 w 7467663"/>
              <a:gd name="connsiteY153" fmla="*/ 3943217 h 6858000"/>
              <a:gd name="connsiteX154" fmla="*/ 1423113 w 7467663"/>
              <a:gd name="connsiteY154" fmla="*/ 3874565 h 6858000"/>
              <a:gd name="connsiteX155" fmla="*/ 1260565 w 7467663"/>
              <a:gd name="connsiteY155" fmla="*/ 4031982 h 6858000"/>
              <a:gd name="connsiteX156" fmla="*/ 901900 w 7467663"/>
              <a:gd name="connsiteY156" fmla="*/ 4421236 h 6858000"/>
              <a:gd name="connsiteX157" fmla="*/ 845044 w 7467663"/>
              <a:gd name="connsiteY157" fmla="*/ 4502436 h 6858000"/>
              <a:gd name="connsiteX158" fmla="*/ 685926 w 7467663"/>
              <a:gd name="connsiteY158" fmla="*/ 4703069 h 6858000"/>
              <a:gd name="connsiteX159" fmla="*/ 684248 w 7467663"/>
              <a:gd name="connsiteY159" fmla="*/ 4706721 h 6858000"/>
              <a:gd name="connsiteX160" fmla="*/ 1423113 w 7467663"/>
              <a:gd name="connsiteY160" fmla="*/ 3874565 h 6858000"/>
              <a:gd name="connsiteX161" fmla="*/ 3316479 w 7467663"/>
              <a:gd name="connsiteY161" fmla="*/ 3872136 h 6858000"/>
              <a:gd name="connsiteX162" fmla="*/ 3546806 w 7467663"/>
              <a:gd name="connsiteY162" fmla="*/ 4356139 h 6858000"/>
              <a:gd name="connsiteX163" fmla="*/ 3364433 w 7467663"/>
              <a:gd name="connsiteY163" fmla="*/ 3953121 h 6858000"/>
              <a:gd name="connsiteX164" fmla="*/ 3316479 w 7467663"/>
              <a:gd name="connsiteY164" fmla="*/ 3872136 h 6858000"/>
              <a:gd name="connsiteX165" fmla="*/ 3291335 w 7467663"/>
              <a:gd name="connsiteY165" fmla="*/ 3767420 h 6858000"/>
              <a:gd name="connsiteX166" fmla="*/ 3390805 w 7467663"/>
              <a:gd name="connsiteY166" fmla="*/ 3937163 h 6858000"/>
              <a:gd name="connsiteX167" fmla="*/ 3579062 w 7467663"/>
              <a:gd name="connsiteY167" fmla="*/ 4359040 h 6858000"/>
              <a:gd name="connsiteX168" fmla="*/ 3467355 w 7467663"/>
              <a:gd name="connsiteY168" fmla="*/ 3988130 h 6858000"/>
              <a:gd name="connsiteX169" fmla="*/ 3310753 w 7467663"/>
              <a:gd name="connsiteY169" fmla="*/ 3787140 h 6858000"/>
              <a:gd name="connsiteX170" fmla="*/ 3291335 w 7467663"/>
              <a:gd name="connsiteY170" fmla="*/ 3767420 h 6858000"/>
              <a:gd name="connsiteX171" fmla="*/ 1635889 w 7467663"/>
              <a:gd name="connsiteY171" fmla="*/ 3709494 h 6858000"/>
              <a:gd name="connsiteX172" fmla="*/ 1634800 w 7467663"/>
              <a:gd name="connsiteY172" fmla="*/ 3731111 h 6858000"/>
              <a:gd name="connsiteX173" fmla="*/ 1635889 w 7467663"/>
              <a:gd name="connsiteY173" fmla="*/ 3709494 h 6858000"/>
              <a:gd name="connsiteX174" fmla="*/ 1510397 w 7467663"/>
              <a:gd name="connsiteY174" fmla="*/ 3684705 h 6858000"/>
              <a:gd name="connsiteX175" fmla="*/ 1146550 w 7467663"/>
              <a:gd name="connsiteY175" fmla="*/ 3802012 h 6858000"/>
              <a:gd name="connsiteX176" fmla="*/ 698834 w 7467663"/>
              <a:gd name="connsiteY176" fmla="*/ 3952272 h 6858000"/>
              <a:gd name="connsiteX177" fmla="*/ 34256 w 7467663"/>
              <a:gd name="connsiteY177" fmla="*/ 4347603 h 6858000"/>
              <a:gd name="connsiteX178" fmla="*/ 527241 w 7467663"/>
              <a:gd name="connsiteY178" fmla="*/ 4065078 h 6858000"/>
              <a:gd name="connsiteX179" fmla="*/ 1510397 w 7467663"/>
              <a:gd name="connsiteY179" fmla="*/ 3684705 h 6858000"/>
              <a:gd name="connsiteX180" fmla="*/ 1313114 w 7467663"/>
              <a:gd name="connsiteY180" fmla="*/ 3655216 h 6858000"/>
              <a:gd name="connsiteX181" fmla="*/ 1109304 w 7467663"/>
              <a:gd name="connsiteY181" fmla="*/ 3669030 h 6858000"/>
              <a:gd name="connsiteX182" fmla="*/ 8129 w 7467663"/>
              <a:gd name="connsiteY182" fmla="*/ 4330519 h 6858000"/>
              <a:gd name="connsiteX183" fmla="*/ 687572 w 7467663"/>
              <a:gd name="connsiteY183" fmla="*/ 3925629 h 6858000"/>
              <a:gd name="connsiteX184" fmla="*/ 1138365 w 7467663"/>
              <a:gd name="connsiteY184" fmla="*/ 3774515 h 6858000"/>
              <a:gd name="connsiteX185" fmla="*/ 1505579 w 7467663"/>
              <a:gd name="connsiteY185" fmla="*/ 3655526 h 6858000"/>
              <a:gd name="connsiteX186" fmla="*/ 1313114 w 7467663"/>
              <a:gd name="connsiteY186" fmla="*/ 3655216 h 6858000"/>
              <a:gd name="connsiteX187" fmla="*/ 3655073 w 7467663"/>
              <a:gd name="connsiteY187" fmla="*/ 3650884 h 6858000"/>
              <a:gd name="connsiteX188" fmla="*/ 3989938 w 7467663"/>
              <a:gd name="connsiteY188" fmla="*/ 3991685 h 6858000"/>
              <a:gd name="connsiteX189" fmla="*/ 4393907 w 7467663"/>
              <a:gd name="connsiteY189" fmla="*/ 4261258 h 6858000"/>
              <a:gd name="connsiteX190" fmla="*/ 4648051 w 7467663"/>
              <a:gd name="connsiteY190" fmla="*/ 4374051 h 6858000"/>
              <a:gd name="connsiteX191" fmla="*/ 4383389 w 7467663"/>
              <a:gd name="connsiteY191" fmla="*/ 4184369 h 6858000"/>
              <a:gd name="connsiteX192" fmla="*/ 4165508 w 7467663"/>
              <a:gd name="connsiteY192" fmla="*/ 4035196 h 6858000"/>
              <a:gd name="connsiteX193" fmla="*/ 4068162 w 7467663"/>
              <a:gd name="connsiteY193" fmla="*/ 3953394 h 6858000"/>
              <a:gd name="connsiteX194" fmla="*/ 3981416 w 7467663"/>
              <a:gd name="connsiteY194" fmla="*/ 3880482 h 6858000"/>
              <a:gd name="connsiteX195" fmla="*/ 3800147 w 7467663"/>
              <a:gd name="connsiteY195" fmla="*/ 3749872 h 6858000"/>
              <a:gd name="connsiteX196" fmla="*/ 3655073 w 7467663"/>
              <a:gd name="connsiteY196" fmla="*/ 3650884 h 6858000"/>
              <a:gd name="connsiteX197" fmla="*/ 3670252 w 7467663"/>
              <a:gd name="connsiteY197" fmla="*/ 3622798 h 6858000"/>
              <a:gd name="connsiteX198" fmla="*/ 3817258 w 7467663"/>
              <a:gd name="connsiteY198" fmla="*/ 3723577 h 6858000"/>
              <a:gd name="connsiteX199" fmla="*/ 4000461 w 7467663"/>
              <a:gd name="connsiteY199" fmla="*/ 3855966 h 6858000"/>
              <a:gd name="connsiteX200" fmla="*/ 4088180 w 7467663"/>
              <a:gd name="connsiteY200" fmla="*/ 3929774 h 6858000"/>
              <a:gd name="connsiteX201" fmla="*/ 4184555 w 7467663"/>
              <a:gd name="connsiteY201" fmla="*/ 4010683 h 6858000"/>
              <a:gd name="connsiteX202" fmla="*/ 4399563 w 7467663"/>
              <a:gd name="connsiteY202" fmla="*/ 4158106 h 6858000"/>
              <a:gd name="connsiteX203" fmla="*/ 4684469 w 7467663"/>
              <a:gd name="connsiteY203" fmla="*/ 4364680 h 6858000"/>
              <a:gd name="connsiteX204" fmla="*/ 4690271 w 7467663"/>
              <a:gd name="connsiteY204" fmla="*/ 4370034 h 6858000"/>
              <a:gd name="connsiteX205" fmla="*/ 4136093 w 7467663"/>
              <a:gd name="connsiteY205" fmla="*/ 3858466 h 6858000"/>
              <a:gd name="connsiteX206" fmla="*/ 3670252 w 7467663"/>
              <a:gd name="connsiteY206" fmla="*/ 3622798 h 6858000"/>
              <a:gd name="connsiteX207" fmla="*/ 4440129 w 7467663"/>
              <a:gd name="connsiteY207" fmla="*/ 3448571 h 6858000"/>
              <a:gd name="connsiteX208" fmla="*/ 4856525 w 7467663"/>
              <a:gd name="connsiteY208" fmla="*/ 3915351 h 6858000"/>
              <a:gd name="connsiteX209" fmla="*/ 5059055 w 7467663"/>
              <a:gd name="connsiteY209" fmla="*/ 4108918 h 6858000"/>
              <a:gd name="connsiteX210" fmla="*/ 5290070 w 7467663"/>
              <a:gd name="connsiteY210" fmla="*/ 4263619 h 6858000"/>
              <a:gd name="connsiteX211" fmla="*/ 4834991 w 7467663"/>
              <a:gd name="connsiteY211" fmla="*/ 3830985 h 6858000"/>
              <a:gd name="connsiteX212" fmla="*/ 4440129 w 7467663"/>
              <a:gd name="connsiteY212" fmla="*/ 3448571 h 6858000"/>
              <a:gd name="connsiteX213" fmla="*/ 4441737 w 7467663"/>
              <a:gd name="connsiteY213" fmla="*/ 3399734 h 6858000"/>
              <a:gd name="connsiteX214" fmla="*/ 4431236 w 7467663"/>
              <a:gd name="connsiteY214" fmla="*/ 3400954 h 6858000"/>
              <a:gd name="connsiteX215" fmla="*/ 4557150 w 7467663"/>
              <a:gd name="connsiteY215" fmla="*/ 3510023 h 6858000"/>
              <a:gd name="connsiteX216" fmla="*/ 4856936 w 7467663"/>
              <a:gd name="connsiteY216" fmla="*/ 3809146 h 6858000"/>
              <a:gd name="connsiteX217" fmla="*/ 5111996 w 7467663"/>
              <a:gd name="connsiteY217" fmla="*/ 4065759 h 6858000"/>
              <a:gd name="connsiteX218" fmla="*/ 5388878 w 7467663"/>
              <a:gd name="connsiteY218" fmla="*/ 4300185 h 6858000"/>
              <a:gd name="connsiteX219" fmla="*/ 5425556 w 7467663"/>
              <a:gd name="connsiteY219" fmla="*/ 4308967 h 6858000"/>
              <a:gd name="connsiteX220" fmla="*/ 4943646 w 7467663"/>
              <a:gd name="connsiteY220" fmla="*/ 3822916 h 6858000"/>
              <a:gd name="connsiteX221" fmla="*/ 4594837 w 7467663"/>
              <a:gd name="connsiteY221" fmla="*/ 3532274 h 6858000"/>
              <a:gd name="connsiteX222" fmla="*/ 4441737 w 7467663"/>
              <a:gd name="connsiteY222" fmla="*/ 3399734 h 6858000"/>
              <a:gd name="connsiteX223" fmla="*/ 5425834 w 7467663"/>
              <a:gd name="connsiteY223" fmla="*/ 3162785 h 6858000"/>
              <a:gd name="connsiteX224" fmla="*/ 5401644 w 7467663"/>
              <a:gd name="connsiteY224" fmla="*/ 3617847 h 6858000"/>
              <a:gd name="connsiteX225" fmla="*/ 5467256 w 7467663"/>
              <a:gd name="connsiteY225" fmla="*/ 4175494 h 6858000"/>
              <a:gd name="connsiteX226" fmla="*/ 5448069 w 7467663"/>
              <a:gd name="connsiteY226" fmla="*/ 3567554 h 6858000"/>
              <a:gd name="connsiteX227" fmla="*/ 5425834 w 7467663"/>
              <a:gd name="connsiteY227" fmla="*/ 3162785 h 6858000"/>
              <a:gd name="connsiteX228" fmla="*/ 1318687 w 7467663"/>
              <a:gd name="connsiteY228" fmla="*/ 3113840 h 6858000"/>
              <a:gd name="connsiteX229" fmla="*/ 1066793 w 7467663"/>
              <a:gd name="connsiteY229" fmla="*/ 3212171 h 6858000"/>
              <a:gd name="connsiteX230" fmla="*/ 993319 w 7467663"/>
              <a:gd name="connsiteY230" fmla="*/ 3247648 h 6858000"/>
              <a:gd name="connsiteX231" fmla="*/ 853081 w 7467663"/>
              <a:gd name="connsiteY231" fmla="*/ 3312410 h 6858000"/>
              <a:gd name="connsiteX232" fmla="*/ 805957 w 7467663"/>
              <a:gd name="connsiteY232" fmla="*/ 3330443 h 6858000"/>
              <a:gd name="connsiteX233" fmla="*/ 1318687 w 7467663"/>
              <a:gd name="connsiteY233" fmla="*/ 3113840 h 6858000"/>
              <a:gd name="connsiteX234" fmla="*/ 5453702 w 7467663"/>
              <a:gd name="connsiteY234" fmla="*/ 3090882 h 6858000"/>
              <a:gd name="connsiteX235" fmla="*/ 5480135 w 7467663"/>
              <a:gd name="connsiteY235" fmla="*/ 3565802 h 6858000"/>
              <a:gd name="connsiteX236" fmla="*/ 5499023 w 7467663"/>
              <a:gd name="connsiteY236" fmla="*/ 4166310 h 6858000"/>
              <a:gd name="connsiteX237" fmla="*/ 5547022 w 7467663"/>
              <a:gd name="connsiteY237" fmla="*/ 3607838 h 6858000"/>
              <a:gd name="connsiteX238" fmla="*/ 5515964 w 7467663"/>
              <a:gd name="connsiteY238" fmla="*/ 3378541 h 6858000"/>
              <a:gd name="connsiteX239" fmla="*/ 5453702 w 7467663"/>
              <a:gd name="connsiteY239" fmla="*/ 3090882 h 6858000"/>
              <a:gd name="connsiteX240" fmla="*/ 1238695 w 7467663"/>
              <a:gd name="connsiteY240" fmla="*/ 3076820 h 6858000"/>
              <a:gd name="connsiteX241" fmla="*/ 716371 w 7467663"/>
              <a:gd name="connsiteY241" fmla="*/ 3293249 h 6858000"/>
              <a:gd name="connsiteX242" fmla="*/ 579522 w 7467663"/>
              <a:gd name="connsiteY242" fmla="*/ 3371759 h 6858000"/>
              <a:gd name="connsiteX243" fmla="*/ 600288 w 7467663"/>
              <a:gd name="connsiteY243" fmla="*/ 3365555 h 6858000"/>
              <a:gd name="connsiteX244" fmla="*/ 840692 w 7467663"/>
              <a:gd name="connsiteY244" fmla="*/ 3284921 h 6858000"/>
              <a:gd name="connsiteX245" fmla="*/ 979248 w 7467663"/>
              <a:gd name="connsiteY245" fmla="*/ 3221003 h 6858000"/>
              <a:gd name="connsiteX246" fmla="*/ 1053282 w 7467663"/>
              <a:gd name="connsiteY246" fmla="*/ 3185247 h 6858000"/>
              <a:gd name="connsiteX247" fmla="*/ 1320603 w 7467663"/>
              <a:gd name="connsiteY247" fmla="*/ 3081281 h 6858000"/>
              <a:gd name="connsiteX248" fmla="*/ 1238695 w 7467663"/>
              <a:gd name="connsiteY248" fmla="*/ 3076820 h 6858000"/>
              <a:gd name="connsiteX249" fmla="*/ 5425627 w 7467663"/>
              <a:gd name="connsiteY249" fmla="*/ 2954192 h 6858000"/>
              <a:gd name="connsiteX250" fmla="*/ 5470770 w 7467663"/>
              <a:gd name="connsiteY250" fmla="*/ 3005435 h 6858000"/>
              <a:gd name="connsiteX251" fmla="*/ 5519779 w 7467663"/>
              <a:gd name="connsiteY251" fmla="*/ 4359223 h 6858000"/>
              <a:gd name="connsiteX252" fmla="*/ 5520293 w 7467663"/>
              <a:gd name="connsiteY252" fmla="*/ 4360602 h 6858000"/>
              <a:gd name="connsiteX253" fmla="*/ 5767221 w 7467663"/>
              <a:gd name="connsiteY253" fmla="*/ 4665564 h 6858000"/>
              <a:gd name="connsiteX254" fmla="*/ 6937169 w 7467663"/>
              <a:gd name="connsiteY254" fmla="*/ 4815941 h 6858000"/>
              <a:gd name="connsiteX255" fmla="*/ 6953922 w 7467663"/>
              <a:gd name="connsiteY255" fmla="*/ 4890068 h 6858000"/>
              <a:gd name="connsiteX256" fmla="*/ 6071359 w 7467663"/>
              <a:gd name="connsiteY256" fmla="*/ 4770770 h 6858000"/>
              <a:gd name="connsiteX257" fmla="*/ 6038839 w 7467663"/>
              <a:gd name="connsiteY257" fmla="*/ 4764474 h 6858000"/>
              <a:gd name="connsiteX258" fmla="*/ 6038706 w 7467663"/>
              <a:gd name="connsiteY258" fmla="*/ 4763847 h 6858000"/>
              <a:gd name="connsiteX259" fmla="*/ 6037784 w 7467663"/>
              <a:gd name="connsiteY259" fmla="*/ 4764270 h 6858000"/>
              <a:gd name="connsiteX260" fmla="*/ 6038839 w 7467663"/>
              <a:gd name="connsiteY260" fmla="*/ 4764474 h 6858000"/>
              <a:gd name="connsiteX261" fmla="*/ 6040338 w 7467663"/>
              <a:gd name="connsiteY261" fmla="*/ 4771418 h 6858000"/>
              <a:gd name="connsiteX262" fmla="*/ 6024488 w 7467663"/>
              <a:gd name="connsiteY262" fmla="*/ 4809903 h 6858000"/>
              <a:gd name="connsiteX263" fmla="*/ 5599771 w 7467663"/>
              <a:gd name="connsiteY263" fmla="*/ 5509652 h 6858000"/>
              <a:gd name="connsiteX264" fmla="*/ 5548843 w 7467663"/>
              <a:gd name="connsiteY264" fmla="*/ 5563845 h 6858000"/>
              <a:gd name="connsiteX265" fmla="*/ 5940952 w 7467663"/>
              <a:gd name="connsiteY265" fmla="*/ 6250028 h 6858000"/>
              <a:gd name="connsiteX266" fmla="*/ 6043441 w 7467663"/>
              <a:gd name="connsiteY266" fmla="*/ 6665847 h 6858000"/>
              <a:gd name="connsiteX267" fmla="*/ 6093432 w 7467663"/>
              <a:gd name="connsiteY267" fmla="*/ 6858000 h 6858000"/>
              <a:gd name="connsiteX268" fmla="*/ 6034344 w 7467663"/>
              <a:gd name="connsiteY268" fmla="*/ 6858000 h 6858000"/>
              <a:gd name="connsiteX269" fmla="*/ 6026679 w 7467663"/>
              <a:gd name="connsiteY269" fmla="*/ 6836959 h 6858000"/>
              <a:gd name="connsiteX270" fmla="*/ 5800441 w 7467663"/>
              <a:gd name="connsiteY270" fmla="*/ 6335286 h 6858000"/>
              <a:gd name="connsiteX271" fmla="*/ 5526562 w 7467663"/>
              <a:gd name="connsiteY271" fmla="*/ 5705388 h 6858000"/>
              <a:gd name="connsiteX272" fmla="*/ 5519640 w 7467663"/>
              <a:gd name="connsiteY272" fmla="*/ 5683774 h 6858000"/>
              <a:gd name="connsiteX273" fmla="*/ 5844559 w 7467663"/>
              <a:gd name="connsiteY273" fmla="*/ 6553349 h 6858000"/>
              <a:gd name="connsiteX274" fmla="*/ 5975994 w 7467663"/>
              <a:gd name="connsiteY274" fmla="*/ 6858000 h 6858000"/>
              <a:gd name="connsiteX275" fmla="*/ 5898547 w 7467663"/>
              <a:gd name="connsiteY275" fmla="*/ 6858000 h 6858000"/>
              <a:gd name="connsiteX276" fmla="*/ 5682041 w 7467663"/>
              <a:gd name="connsiteY276" fmla="*/ 6355860 h 6858000"/>
              <a:gd name="connsiteX277" fmla="*/ 5461758 w 7467663"/>
              <a:gd name="connsiteY277" fmla="*/ 5820220 h 6858000"/>
              <a:gd name="connsiteX278" fmla="*/ 5237282 w 7467663"/>
              <a:gd name="connsiteY278" fmla="*/ 6579086 h 6858000"/>
              <a:gd name="connsiteX279" fmla="*/ 5115009 w 7467663"/>
              <a:gd name="connsiteY279" fmla="*/ 6858000 h 6858000"/>
              <a:gd name="connsiteX280" fmla="*/ 5028074 w 7467663"/>
              <a:gd name="connsiteY280" fmla="*/ 6858000 h 6858000"/>
              <a:gd name="connsiteX281" fmla="*/ 5079508 w 7467663"/>
              <a:gd name="connsiteY281" fmla="*/ 6749074 h 6858000"/>
              <a:gd name="connsiteX282" fmla="*/ 5371846 w 7467663"/>
              <a:gd name="connsiteY282" fmla="*/ 5924413 h 6858000"/>
              <a:gd name="connsiteX283" fmla="*/ 5270512 w 7467663"/>
              <a:gd name="connsiteY283" fmla="*/ 6138975 h 6858000"/>
              <a:gd name="connsiteX284" fmla="*/ 5062409 w 7467663"/>
              <a:gd name="connsiteY284" fmla="*/ 6653544 h 6858000"/>
              <a:gd name="connsiteX285" fmla="*/ 5036628 w 7467663"/>
              <a:gd name="connsiteY285" fmla="*/ 6754247 h 6858000"/>
              <a:gd name="connsiteX286" fmla="*/ 5009112 w 7467663"/>
              <a:gd name="connsiteY286" fmla="*/ 6858000 h 6858000"/>
              <a:gd name="connsiteX287" fmla="*/ 4976679 w 7467663"/>
              <a:gd name="connsiteY287" fmla="*/ 6858000 h 6858000"/>
              <a:gd name="connsiteX288" fmla="*/ 5006537 w 7467663"/>
              <a:gd name="connsiteY288" fmla="*/ 6747068 h 6858000"/>
              <a:gd name="connsiteX289" fmla="*/ 5032723 w 7467663"/>
              <a:gd name="connsiteY289" fmla="*/ 6644957 h 6858000"/>
              <a:gd name="connsiteX290" fmla="*/ 5242949 w 7467663"/>
              <a:gd name="connsiteY290" fmla="*/ 6125175 h 6858000"/>
              <a:gd name="connsiteX291" fmla="*/ 5286321 w 7467663"/>
              <a:gd name="connsiteY291" fmla="*/ 6033555 h 6858000"/>
              <a:gd name="connsiteX292" fmla="*/ 5008210 w 7467663"/>
              <a:gd name="connsiteY292" fmla="*/ 6649194 h 6858000"/>
              <a:gd name="connsiteX293" fmla="*/ 4986321 w 7467663"/>
              <a:gd name="connsiteY293" fmla="*/ 6765687 h 6858000"/>
              <a:gd name="connsiteX294" fmla="*/ 4973474 w 7467663"/>
              <a:gd name="connsiteY294" fmla="*/ 6858000 h 6858000"/>
              <a:gd name="connsiteX295" fmla="*/ 4907178 w 7467663"/>
              <a:gd name="connsiteY295" fmla="*/ 6858000 h 6858000"/>
              <a:gd name="connsiteX296" fmla="*/ 4910810 w 7467663"/>
              <a:gd name="connsiteY296" fmla="*/ 6829660 h 6858000"/>
              <a:gd name="connsiteX297" fmla="*/ 4987461 w 7467663"/>
              <a:gd name="connsiteY297" fmla="*/ 6432994 h 6858000"/>
              <a:gd name="connsiteX298" fmla="*/ 5179262 w 7467663"/>
              <a:gd name="connsiteY298" fmla="*/ 6035044 h 6858000"/>
              <a:gd name="connsiteX299" fmla="*/ 4689678 w 7467663"/>
              <a:gd name="connsiteY299" fmla="*/ 6440241 h 6858000"/>
              <a:gd name="connsiteX300" fmla="*/ 4477543 w 7467663"/>
              <a:gd name="connsiteY300" fmla="*/ 6674836 h 6858000"/>
              <a:gd name="connsiteX301" fmla="*/ 4329957 w 7467663"/>
              <a:gd name="connsiteY301" fmla="*/ 6858000 h 6858000"/>
              <a:gd name="connsiteX302" fmla="*/ 4218595 w 7467663"/>
              <a:gd name="connsiteY302" fmla="*/ 6858000 h 6858000"/>
              <a:gd name="connsiteX303" fmla="*/ 4368888 w 7467663"/>
              <a:gd name="connsiteY303" fmla="*/ 6668412 h 6858000"/>
              <a:gd name="connsiteX304" fmla="*/ 4563091 w 7467663"/>
              <a:gd name="connsiteY304" fmla="*/ 6442508 h 6858000"/>
              <a:gd name="connsiteX305" fmla="*/ 5387324 w 7467663"/>
              <a:gd name="connsiteY305" fmla="*/ 5705830 h 6858000"/>
              <a:gd name="connsiteX306" fmla="*/ 5073620 w 7467663"/>
              <a:gd name="connsiteY306" fmla="*/ 5955437 h 6858000"/>
              <a:gd name="connsiteX307" fmla="*/ 4689789 w 7467663"/>
              <a:gd name="connsiteY307" fmla="*/ 6268382 h 6858000"/>
              <a:gd name="connsiteX308" fmla="*/ 4418722 w 7467663"/>
              <a:gd name="connsiteY308" fmla="*/ 6570886 h 6858000"/>
              <a:gd name="connsiteX309" fmla="*/ 4214944 w 7467663"/>
              <a:gd name="connsiteY309" fmla="*/ 6858000 h 6858000"/>
              <a:gd name="connsiteX310" fmla="*/ 4177898 w 7467663"/>
              <a:gd name="connsiteY310" fmla="*/ 6858000 h 6858000"/>
              <a:gd name="connsiteX311" fmla="*/ 4391597 w 7467663"/>
              <a:gd name="connsiteY311" fmla="*/ 6556370 h 6858000"/>
              <a:gd name="connsiteX312" fmla="*/ 4668889 w 7467663"/>
              <a:gd name="connsiteY312" fmla="*/ 6246399 h 6858000"/>
              <a:gd name="connsiteX313" fmla="*/ 5055427 w 7467663"/>
              <a:gd name="connsiteY313" fmla="*/ 5931476 h 6858000"/>
              <a:gd name="connsiteX314" fmla="*/ 5371814 w 7467663"/>
              <a:gd name="connsiteY314" fmla="*/ 5678975 h 6858000"/>
              <a:gd name="connsiteX315" fmla="*/ 4987918 w 7467663"/>
              <a:gd name="connsiteY315" fmla="*/ 5838701 h 6858000"/>
              <a:gd name="connsiteX316" fmla="*/ 4317146 w 7467663"/>
              <a:gd name="connsiteY316" fmla="*/ 6587716 h 6858000"/>
              <a:gd name="connsiteX317" fmla="*/ 4171627 w 7467663"/>
              <a:gd name="connsiteY317" fmla="*/ 6858000 h 6858000"/>
              <a:gd name="connsiteX318" fmla="*/ 4081585 w 7467663"/>
              <a:gd name="connsiteY318" fmla="*/ 6858000 h 6858000"/>
              <a:gd name="connsiteX319" fmla="*/ 4238603 w 7467663"/>
              <a:gd name="connsiteY319" fmla="*/ 6559341 h 6858000"/>
              <a:gd name="connsiteX320" fmla="*/ 4778333 w 7467663"/>
              <a:gd name="connsiteY320" fmla="*/ 5873626 h 6858000"/>
              <a:gd name="connsiteX321" fmla="*/ 5414185 w 7467663"/>
              <a:gd name="connsiteY321" fmla="*/ 5573882 h 6858000"/>
              <a:gd name="connsiteX322" fmla="*/ 5959648 w 7467663"/>
              <a:gd name="connsiteY322" fmla="*/ 4760797 h 6858000"/>
              <a:gd name="connsiteX323" fmla="*/ 5355019 w 7467663"/>
              <a:gd name="connsiteY323" fmla="*/ 4734672 h 6858000"/>
              <a:gd name="connsiteX324" fmla="*/ 5083565 w 7467663"/>
              <a:gd name="connsiteY324" fmla="*/ 5179121 h 6858000"/>
              <a:gd name="connsiteX325" fmla="*/ 4713577 w 7467663"/>
              <a:gd name="connsiteY325" fmla="*/ 5616803 h 6858000"/>
              <a:gd name="connsiteX326" fmla="*/ 3989559 w 7467663"/>
              <a:gd name="connsiteY326" fmla="*/ 6145945 h 6858000"/>
              <a:gd name="connsiteX327" fmla="*/ 3939824 w 7467663"/>
              <a:gd name="connsiteY327" fmla="*/ 6066900 h 6858000"/>
              <a:gd name="connsiteX328" fmla="*/ 4584537 w 7467663"/>
              <a:gd name="connsiteY328" fmla="*/ 5324826 h 6858000"/>
              <a:gd name="connsiteX329" fmla="*/ 5037105 w 7467663"/>
              <a:gd name="connsiteY329" fmla="*/ 5088765 h 6858000"/>
              <a:gd name="connsiteX330" fmla="*/ 5039930 w 7467663"/>
              <a:gd name="connsiteY330" fmla="*/ 5089585 h 6858000"/>
              <a:gd name="connsiteX331" fmla="*/ 5263764 w 7467663"/>
              <a:gd name="connsiteY331" fmla="*/ 4735525 h 6858000"/>
              <a:gd name="connsiteX332" fmla="*/ 4086300 w 7467663"/>
              <a:gd name="connsiteY332" fmla="*/ 4884599 h 6858000"/>
              <a:gd name="connsiteX333" fmla="*/ 4085485 w 7467663"/>
              <a:gd name="connsiteY333" fmla="*/ 4899070 h 6858000"/>
              <a:gd name="connsiteX334" fmla="*/ 3871915 w 7467663"/>
              <a:gd name="connsiteY334" fmla="*/ 5253645 h 6858000"/>
              <a:gd name="connsiteX335" fmla="*/ 3799374 w 7467663"/>
              <a:gd name="connsiteY335" fmla="*/ 5466127 h 6858000"/>
              <a:gd name="connsiteX336" fmla="*/ 3498850 w 7467663"/>
              <a:gd name="connsiteY336" fmla="*/ 6661888 h 6858000"/>
              <a:gd name="connsiteX337" fmla="*/ 3399216 w 7467663"/>
              <a:gd name="connsiteY337" fmla="*/ 6858000 h 6858000"/>
              <a:gd name="connsiteX338" fmla="*/ 3303688 w 7467663"/>
              <a:gd name="connsiteY338" fmla="*/ 6858000 h 6858000"/>
              <a:gd name="connsiteX339" fmla="*/ 3391774 w 7467663"/>
              <a:gd name="connsiteY339" fmla="*/ 6697181 h 6858000"/>
              <a:gd name="connsiteX340" fmla="*/ 3735540 w 7467663"/>
              <a:gd name="connsiteY340" fmla="*/ 5546923 h 6858000"/>
              <a:gd name="connsiteX341" fmla="*/ 3729438 w 7467663"/>
              <a:gd name="connsiteY341" fmla="*/ 5569058 h 6858000"/>
              <a:gd name="connsiteX342" fmla="*/ 3707782 w 7467663"/>
              <a:gd name="connsiteY342" fmla="*/ 5644908 h 6858000"/>
              <a:gd name="connsiteX343" fmla="*/ 3583827 w 7467663"/>
              <a:gd name="connsiteY343" fmla="*/ 6039215 h 6858000"/>
              <a:gd name="connsiteX344" fmla="*/ 3547861 w 7467663"/>
              <a:gd name="connsiteY344" fmla="*/ 6129609 h 6858000"/>
              <a:gd name="connsiteX345" fmla="*/ 3490905 w 7467663"/>
              <a:gd name="connsiteY345" fmla="*/ 6277660 h 6858000"/>
              <a:gd name="connsiteX346" fmla="*/ 3455859 w 7467663"/>
              <a:gd name="connsiteY346" fmla="*/ 6391301 h 6858000"/>
              <a:gd name="connsiteX347" fmla="*/ 3429112 w 7467663"/>
              <a:gd name="connsiteY347" fmla="*/ 6479469 h 6858000"/>
              <a:gd name="connsiteX348" fmla="*/ 3304862 w 7467663"/>
              <a:gd name="connsiteY348" fmla="*/ 6796476 h 6858000"/>
              <a:gd name="connsiteX349" fmla="*/ 3276071 w 7467663"/>
              <a:gd name="connsiteY349" fmla="*/ 6858000 h 6858000"/>
              <a:gd name="connsiteX350" fmla="*/ 3240805 w 7467663"/>
              <a:gd name="connsiteY350" fmla="*/ 6858000 h 6858000"/>
              <a:gd name="connsiteX351" fmla="*/ 3275917 w 7467663"/>
              <a:gd name="connsiteY351" fmla="*/ 6783192 h 6858000"/>
              <a:gd name="connsiteX352" fmla="*/ 3399358 w 7467663"/>
              <a:gd name="connsiteY352" fmla="*/ 6469011 h 6858000"/>
              <a:gd name="connsiteX353" fmla="*/ 3425650 w 7467663"/>
              <a:gd name="connsiteY353" fmla="*/ 6381333 h 6858000"/>
              <a:gd name="connsiteX354" fmla="*/ 3460661 w 7467663"/>
              <a:gd name="connsiteY354" fmla="*/ 6266763 h 6858000"/>
              <a:gd name="connsiteX355" fmla="*/ 3518021 w 7467663"/>
              <a:gd name="connsiteY355" fmla="*/ 6117298 h 6858000"/>
              <a:gd name="connsiteX356" fmla="*/ 3554035 w 7467663"/>
              <a:gd name="connsiteY356" fmla="*/ 6027832 h 6858000"/>
              <a:gd name="connsiteX357" fmla="*/ 3677174 w 7467663"/>
              <a:gd name="connsiteY357" fmla="*/ 5636351 h 6858000"/>
              <a:gd name="connsiteX358" fmla="*/ 3698819 w 7467663"/>
              <a:gd name="connsiteY358" fmla="*/ 5560503 h 6858000"/>
              <a:gd name="connsiteX359" fmla="*/ 3702094 w 7467663"/>
              <a:gd name="connsiteY359" fmla="*/ 5549194 h 6858000"/>
              <a:gd name="connsiteX360" fmla="*/ 3398355 w 7467663"/>
              <a:gd name="connsiteY360" fmla="*/ 6094603 h 6858000"/>
              <a:gd name="connsiteX361" fmla="*/ 3193941 w 7467663"/>
              <a:gd name="connsiteY361" fmla="*/ 6798775 h 6858000"/>
              <a:gd name="connsiteX362" fmla="*/ 3184140 w 7467663"/>
              <a:gd name="connsiteY362" fmla="*/ 6858000 h 6858000"/>
              <a:gd name="connsiteX363" fmla="*/ 3099978 w 7467663"/>
              <a:gd name="connsiteY363" fmla="*/ 6858000 h 6858000"/>
              <a:gd name="connsiteX364" fmla="*/ 3101556 w 7467663"/>
              <a:gd name="connsiteY364" fmla="*/ 6843337 h 6858000"/>
              <a:gd name="connsiteX365" fmla="*/ 3370162 w 7467663"/>
              <a:gd name="connsiteY365" fmla="*/ 5785550 h 6858000"/>
              <a:gd name="connsiteX366" fmla="*/ 3746477 w 7467663"/>
              <a:gd name="connsiteY366" fmla="*/ 5377889 h 6858000"/>
              <a:gd name="connsiteX367" fmla="*/ 3863399 w 7467663"/>
              <a:gd name="connsiteY367" fmla="*/ 5087257 h 6858000"/>
              <a:gd name="connsiteX368" fmla="*/ 3968712 w 7467663"/>
              <a:gd name="connsiteY368" fmla="*/ 4913989 h 6858000"/>
              <a:gd name="connsiteX369" fmla="*/ 2792390 w 7467663"/>
              <a:gd name="connsiteY369" fmla="*/ 5382974 h 6858000"/>
              <a:gd name="connsiteX370" fmla="*/ 2714982 w 7467663"/>
              <a:gd name="connsiteY370" fmla="*/ 5427051 h 6858000"/>
              <a:gd name="connsiteX371" fmla="*/ 2813361 w 7467663"/>
              <a:gd name="connsiteY371" fmla="*/ 6023912 h 6858000"/>
              <a:gd name="connsiteX372" fmla="*/ 2688430 w 7467663"/>
              <a:gd name="connsiteY372" fmla="*/ 6801564 h 6858000"/>
              <a:gd name="connsiteX373" fmla="*/ 2629626 w 7467663"/>
              <a:gd name="connsiteY373" fmla="*/ 6763394 h 6858000"/>
              <a:gd name="connsiteX374" fmla="*/ 2565328 w 7467663"/>
              <a:gd name="connsiteY374" fmla="*/ 5516399 h 6858000"/>
              <a:gd name="connsiteX375" fmla="*/ 1922999 w 7467663"/>
              <a:gd name="connsiteY375" fmla="*/ 5980343 h 6858000"/>
              <a:gd name="connsiteX376" fmla="*/ 1950261 w 7467663"/>
              <a:gd name="connsiteY376" fmla="*/ 6405858 h 6858000"/>
              <a:gd name="connsiteX377" fmla="*/ 2365554 w 7467663"/>
              <a:gd name="connsiteY377" fmla="*/ 6759107 h 6858000"/>
              <a:gd name="connsiteX378" fmla="*/ 2424142 w 7467663"/>
              <a:gd name="connsiteY378" fmla="*/ 6858000 h 6858000"/>
              <a:gd name="connsiteX379" fmla="*/ 2395994 w 7467663"/>
              <a:gd name="connsiteY379" fmla="*/ 6858000 h 6858000"/>
              <a:gd name="connsiteX380" fmla="*/ 2392863 w 7467663"/>
              <a:gd name="connsiteY380" fmla="*/ 6852964 h 6858000"/>
              <a:gd name="connsiteX381" fmla="*/ 2017589 w 7467663"/>
              <a:gd name="connsiteY381" fmla="*/ 6493982 h 6858000"/>
              <a:gd name="connsiteX382" fmla="*/ 2147336 w 7467663"/>
              <a:gd name="connsiteY382" fmla="*/ 6594052 h 6858000"/>
              <a:gd name="connsiteX383" fmla="*/ 2207047 w 7467663"/>
              <a:gd name="connsiteY383" fmla="*/ 6654540 h 6858000"/>
              <a:gd name="connsiteX384" fmla="*/ 2299106 w 7467663"/>
              <a:gd name="connsiteY384" fmla="*/ 6778931 h 6858000"/>
              <a:gd name="connsiteX385" fmla="*/ 2314430 w 7467663"/>
              <a:gd name="connsiteY385" fmla="*/ 6801144 h 6858000"/>
              <a:gd name="connsiteX386" fmla="*/ 2352406 w 7467663"/>
              <a:gd name="connsiteY386" fmla="*/ 6858000 h 6858000"/>
              <a:gd name="connsiteX387" fmla="*/ 2314492 w 7467663"/>
              <a:gd name="connsiteY387" fmla="*/ 6858000 h 6858000"/>
              <a:gd name="connsiteX388" fmla="*/ 2288095 w 7467663"/>
              <a:gd name="connsiteY388" fmla="*/ 6818030 h 6858000"/>
              <a:gd name="connsiteX389" fmla="*/ 2272768 w 7467663"/>
              <a:gd name="connsiteY389" fmla="*/ 6795822 h 6858000"/>
              <a:gd name="connsiteX390" fmla="*/ 2182715 w 7467663"/>
              <a:gd name="connsiteY390" fmla="*/ 6675071 h 6858000"/>
              <a:gd name="connsiteX391" fmla="*/ 2032061 w 7467663"/>
              <a:gd name="connsiteY391" fmla="*/ 6541380 h 6858000"/>
              <a:gd name="connsiteX392" fmla="*/ 2257220 w 7467663"/>
              <a:gd name="connsiteY392" fmla="*/ 6826257 h 6858000"/>
              <a:gd name="connsiteX393" fmla="*/ 2281324 w 7467663"/>
              <a:gd name="connsiteY393" fmla="*/ 6858000 h 6858000"/>
              <a:gd name="connsiteX394" fmla="*/ 2242860 w 7467663"/>
              <a:gd name="connsiteY394" fmla="*/ 6858000 h 6858000"/>
              <a:gd name="connsiteX395" fmla="*/ 2232818 w 7467663"/>
              <a:gd name="connsiteY395" fmla="*/ 6844926 h 6858000"/>
              <a:gd name="connsiteX396" fmla="*/ 1990172 w 7467663"/>
              <a:gd name="connsiteY396" fmla="*/ 6542121 h 6858000"/>
              <a:gd name="connsiteX397" fmla="*/ 2124090 w 7467663"/>
              <a:gd name="connsiteY397" fmla="*/ 6761017 h 6858000"/>
              <a:gd name="connsiteX398" fmla="*/ 2200380 w 7467663"/>
              <a:gd name="connsiteY398" fmla="*/ 6858000 h 6858000"/>
              <a:gd name="connsiteX399" fmla="*/ 2147507 w 7467663"/>
              <a:gd name="connsiteY399" fmla="*/ 6858000 h 6858000"/>
              <a:gd name="connsiteX400" fmla="*/ 2070668 w 7467663"/>
              <a:gd name="connsiteY400" fmla="*/ 6761520 h 6858000"/>
              <a:gd name="connsiteX401" fmla="*/ 1975142 w 7467663"/>
              <a:gd name="connsiteY401" fmla="*/ 6585570 h 6858000"/>
              <a:gd name="connsiteX402" fmla="*/ 2050035 w 7467663"/>
              <a:gd name="connsiteY402" fmla="*/ 6813345 h 6858000"/>
              <a:gd name="connsiteX403" fmla="*/ 2063025 w 7467663"/>
              <a:gd name="connsiteY403" fmla="*/ 6858000 h 6858000"/>
              <a:gd name="connsiteX404" fmla="*/ 2021675 w 7467663"/>
              <a:gd name="connsiteY404" fmla="*/ 6858000 h 6858000"/>
              <a:gd name="connsiteX405" fmla="*/ 2019308 w 7467663"/>
              <a:gd name="connsiteY405" fmla="*/ 6847118 h 6858000"/>
              <a:gd name="connsiteX406" fmla="*/ 1938835 w 7467663"/>
              <a:gd name="connsiteY406" fmla="*/ 6551160 h 6858000"/>
              <a:gd name="connsiteX407" fmla="*/ 1953230 w 7467663"/>
              <a:gd name="connsiteY407" fmla="*/ 6759699 h 6858000"/>
              <a:gd name="connsiteX408" fmla="*/ 1956763 w 7467663"/>
              <a:gd name="connsiteY408" fmla="*/ 6778191 h 6858000"/>
              <a:gd name="connsiteX409" fmla="*/ 1967925 w 7467663"/>
              <a:gd name="connsiteY409" fmla="*/ 6858000 h 6858000"/>
              <a:gd name="connsiteX410" fmla="*/ 1936622 w 7467663"/>
              <a:gd name="connsiteY410" fmla="*/ 6858000 h 6858000"/>
              <a:gd name="connsiteX411" fmla="*/ 1926261 w 7467663"/>
              <a:gd name="connsiteY411" fmla="*/ 6784064 h 6858000"/>
              <a:gd name="connsiteX412" fmla="*/ 1922724 w 7467663"/>
              <a:gd name="connsiteY412" fmla="*/ 6765577 h 6858000"/>
              <a:gd name="connsiteX413" fmla="*/ 1904650 w 7467663"/>
              <a:gd name="connsiteY413" fmla="*/ 6639616 h 6858000"/>
              <a:gd name="connsiteX414" fmla="*/ 1885273 w 7467663"/>
              <a:gd name="connsiteY414" fmla="*/ 6858000 h 6858000"/>
              <a:gd name="connsiteX415" fmla="*/ 1854363 w 7467663"/>
              <a:gd name="connsiteY415" fmla="*/ 6858000 h 6858000"/>
              <a:gd name="connsiteX416" fmla="*/ 1880391 w 7467663"/>
              <a:gd name="connsiteY416" fmla="*/ 6603796 h 6858000"/>
              <a:gd name="connsiteX417" fmla="*/ 1818273 w 7467663"/>
              <a:gd name="connsiteY417" fmla="*/ 6715729 h 6858000"/>
              <a:gd name="connsiteX418" fmla="*/ 1794691 w 7467663"/>
              <a:gd name="connsiteY418" fmla="*/ 6843239 h 6858000"/>
              <a:gd name="connsiteX419" fmla="*/ 1794914 w 7467663"/>
              <a:gd name="connsiteY419" fmla="*/ 6858000 h 6858000"/>
              <a:gd name="connsiteX420" fmla="*/ 1746128 w 7467663"/>
              <a:gd name="connsiteY420" fmla="*/ 6858000 h 6858000"/>
              <a:gd name="connsiteX421" fmla="*/ 1753934 w 7467663"/>
              <a:gd name="connsiteY421" fmla="*/ 6724796 h 6858000"/>
              <a:gd name="connsiteX422" fmla="*/ 1792053 w 7467663"/>
              <a:gd name="connsiteY422" fmla="*/ 6572396 h 6858000"/>
              <a:gd name="connsiteX423" fmla="*/ 1862248 w 7467663"/>
              <a:gd name="connsiteY423" fmla="*/ 6266397 h 6858000"/>
              <a:gd name="connsiteX424" fmla="*/ 1862250 w 7467663"/>
              <a:gd name="connsiteY424" fmla="*/ 6033531 h 6858000"/>
              <a:gd name="connsiteX425" fmla="*/ 1211999 w 7467663"/>
              <a:gd name="connsiteY425" fmla="*/ 6683610 h 6858000"/>
              <a:gd name="connsiteX426" fmla="*/ 1213266 w 7467663"/>
              <a:gd name="connsiteY426" fmla="*/ 6691947 h 6858000"/>
              <a:gd name="connsiteX427" fmla="*/ 1203370 w 7467663"/>
              <a:gd name="connsiteY427" fmla="*/ 6850676 h 6858000"/>
              <a:gd name="connsiteX428" fmla="*/ 1203671 w 7467663"/>
              <a:gd name="connsiteY428" fmla="*/ 6858000 h 6858000"/>
              <a:gd name="connsiteX429" fmla="*/ 1143180 w 7467663"/>
              <a:gd name="connsiteY429" fmla="*/ 6858000 h 6858000"/>
              <a:gd name="connsiteX430" fmla="*/ 1142176 w 7467663"/>
              <a:gd name="connsiteY430" fmla="*/ 6766045 h 6858000"/>
              <a:gd name="connsiteX431" fmla="*/ 1067484 w 7467663"/>
              <a:gd name="connsiteY431" fmla="*/ 6858000 h 6858000"/>
              <a:gd name="connsiteX432" fmla="*/ 953928 w 7467663"/>
              <a:gd name="connsiteY432" fmla="*/ 6858000 h 6858000"/>
              <a:gd name="connsiteX433" fmla="*/ 959715 w 7467663"/>
              <a:gd name="connsiteY433" fmla="*/ 6850185 h 6858000"/>
              <a:gd name="connsiteX434" fmla="*/ 1483788 w 7467663"/>
              <a:gd name="connsiteY434" fmla="*/ 6259174 h 6858000"/>
              <a:gd name="connsiteX435" fmla="*/ 1100671 w 7467663"/>
              <a:gd name="connsiteY435" fmla="*/ 6252137 h 6858000"/>
              <a:gd name="connsiteX436" fmla="*/ 1090144 w 7467663"/>
              <a:gd name="connsiteY436" fmla="*/ 6256748 h 6858000"/>
              <a:gd name="connsiteX437" fmla="*/ 1095872 w 7467663"/>
              <a:gd name="connsiteY437" fmla="*/ 6271892 h 6858000"/>
              <a:gd name="connsiteX438" fmla="*/ 262785 w 7467663"/>
              <a:gd name="connsiteY438" fmla="*/ 6845450 h 6858000"/>
              <a:gd name="connsiteX439" fmla="*/ 209968 w 7467663"/>
              <a:gd name="connsiteY439" fmla="*/ 6770713 h 6858000"/>
              <a:gd name="connsiteX440" fmla="*/ 873460 w 7467663"/>
              <a:gd name="connsiteY440" fmla="*/ 6253768 h 6858000"/>
              <a:gd name="connsiteX441" fmla="*/ 192686 w 7467663"/>
              <a:gd name="connsiteY441" fmla="*/ 5849257 h 6858000"/>
              <a:gd name="connsiteX442" fmla="*/ 4696 w 7467663"/>
              <a:gd name="connsiteY442" fmla="*/ 5697668 h 6858000"/>
              <a:gd name="connsiteX443" fmla="*/ 0 w 7467663"/>
              <a:gd name="connsiteY443" fmla="*/ 5689984 h 6858000"/>
              <a:gd name="connsiteX444" fmla="*/ 0 w 7467663"/>
              <a:gd name="connsiteY444" fmla="*/ 5513472 h 6858000"/>
              <a:gd name="connsiteX445" fmla="*/ 174101 w 7467663"/>
              <a:gd name="connsiteY445" fmla="*/ 5620277 h 6858000"/>
              <a:gd name="connsiteX446" fmla="*/ 891800 w 7467663"/>
              <a:gd name="connsiteY446" fmla="*/ 6036935 h 6858000"/>
              <a:gd name="connsiteX447" fmla="*/ 1072219 w 7467663"/>
              <a:gd name="connsiteY447" fmla="*/ 6169443 h 6858000"/>
              <a:gd name="connsiteX448" fmla="*/ 1074117 w 7467663"/>
              <a:gd name="connsiteY448" fmla="*/ 6170301 h 6858000"/>
              <a:gd name="connsiteX449" fmla="*/ 1083114 w 7467663"/>
              <a:gd name="connsiteY449" fmla="*/ 6174131 h 6858000"/>
              <a:gd name="connsiteX450" fmla="*/ 1543010 w 7467663"/>
              <a:gd name="connsiteY450" fmla="*/ 6191140 h 6858000"/>
              <a:gd name="connsiteX451" fmla="*/ 1551080 w 7467663"/>
              <a:gd name="connsiteY451" fmla="*/ 6195006 h 6858000"/>
              <a:gd name="connsiteX452" fmla="*/ 2345443 w 7467663"/>
              <a:gd name="connsiteY452" fmla="*/ 5549882 h 6858000"/>
              <a:gd name="connsiteX453" fmla="*/ 1721499 w 7467663"/>
              <a:gd name="connsiteY453" fmla="*/ 5599969 h 6858000"/>
              <a:gd name="connsiteX454" fmla="*/ 767716 w 7467663"/>
              <a:gd name="connsiteY454" fmla="*/ 5472768 h 6858000"/>
              <a:gd name="connsiteX455" fmla="*/ 722147 w 7467663"/>
              <a:gd name="connsiteY455" fmla="*/ 5393091 h 6858000"/>
              <a:gd name="connsiteX456" fmla="*/ 1485552 w 7467663"/>
              <a:gd name="connsiteY456" fmla="*/ 5313202 h 6858000"/>
              <a:gd name="connsiteX457" fmla="*/ 2143004 w 7467663"/>
              <a:gd name="connsiteY457" fmla="*/ 5402420 h 6858000"/>
              <a:gd name="connsiteX458" fmla="*/ 1933391 w 7467663"/>
              <a:gd name="connsiteY458" fmla="*/ 5156971 h 6858000"/>
              <a:gd name="connsiteX459" fmla="*/ 1827118 w 7467663"/>
              <a:gd name="connsiteY459" fmla="*/ 4968410 h 6858000"/>
              <a:gd name="connsiteX460" fmla="*/ 1837349 w 7467663"/>
              <a:gd name="connsiteY460" fmla="*/ 4956357 h 6858000"/>
              <a:gd name="connsiteX461" fmla="*/ 2162835 w 7467663"/>
              <a:gd name="connsiteY461" fmla="*/ 5187853 h 6858000"/>
              <a:gd name="connsiteX462" fmla="*/ 2257167 w 7467663"/>
              <a:gd name="connsiteY462" fmla="*/ 5462123 h 6858000"/>
              <a:gd name="connsiteX463" fmla="*/ 2261598 w 7467663"/>
              <a:gd name="connsiteY463" fmla="*/ 5467998 h 6858000"/>
              <a:gd name="connsiteX464" fmla="*/ 2437177 w 7467663"/>
              <a:gd name="connsiteY464" fmla="*/ 5479608 h 6858000"/>
              <a:gd name="connsiteX465" fmla="*/ 2445247 w 7467663"/>
              <a:gd name="connsiteY465" fmla="*/ 5483476 h 6858000"/>
              <a:gd name="connsiteX466" fmla="*/ 2743626 w 7467663"/>
              <a:gd name="connsiteY466" fmla="*/ 5304819 h 6858000"/>
              <a:gd name="connsiteX467" fmla="*/ 3048102 w 7467663"/>
              <a:gd name="connsiteY467" fmla="*/ 5150595 h 6858000"/>
              <a:gd name="connsiteX468" fmla="*/ 1799414 w 7467663"/>
              <a:gd name="connsiteY468" fmla="*/ 4694732 h 6858000"/>
              <a:gd name="connsiteX469" fmla="*/ 1771735 w 7467663"/>
              <a:gd name="connsiteY469" fmla="*/ 4619929 h 6858000"/>
              <a:gd name="connsiteX470" fmla="*/ 3104273 w 7467663"/>
              <a:gd name="connsiteY470" fmla="*/ 5076159 h 6858000"/>
              <a:gd name="connsiteX471" fmla="*/ 3113245 w 7467663"/>
              <a:gd name="connsiteY471" fmla="*/ 5090705 h 6858000"/>
              <a:gd name="connsiteX472" fmla="*/ 3126294 w 7467663"/>
              <a:gd name="connsiteY472" fmla="*/ 5114400 h 6858000"/>
              <a:gd name="connsiteX473" fmla="*/ 3937433 w 7467663"/>
              <a:gd name="connsiteY473" fmla="*/ 4830473 h 6858000"/>
              <a:gd name="connsiteX474" fmla="*/ 3590475 w 7467663"/>
              <a:gd name="connsiteY474" fmla="*/ 4597974 h 6858000"/>
              <a:gd name="connsiteX475" fmla="*/ 3100264 w 7467663"/>
              <a:gd name="connsiteY475" fmla="*/ 4579845 h 6858000"/>
              <a:gd name="connsiteX476" fmla="*/ 2183576 w 7467663"/>
              <a:gd name="connsiteY476" fmla="*/ 4227150 h 6858000"/>
              <a:gd name="connsiteX477" fmla="*/ 2151029 w 7467663"/>
              <a:gd name="connsiteY477" fmla="*/ 4146947 h 6858000"/>
              <a:gd name="connsiteX478" fmla="*/ 3563434 w 7467663"/>
              <a:gd name="connsiteY478" fmla="*/ 4469115 h 6858000"/>
              <a:gd name="connsiteX479" fmla="*/ 3177952 w 7467663"/>
              <a:gd name="connsiteY479" fmla="*/ 3657386 h 6858000"/>
              <a:gd name="connsiteX480" fmla="*/ 3189263 w 7467663"/>
              <a:gd name="connsiteY480" fmla="*/ 3625726 h 6858000"/>
              <a:gd name="connsiteX481" fmla="*/ 3560912 w 7467663"/>
              <a:gd name="connsiteY481" fmla="*/ 4079863 h 6858000"/>
              <a:gd name="connsiteX482" fmla="*/ 3626636 w 7467663"/>
              <a:gd name="connsiteY482" fmla="*/ 4512230 h 6858000"/>
              <a:gd name="connsiteX483" fmla="*/ 3653088 w 7467663"/>
              <a:gd name="connsiteY483" fmla="*/ 4521417 h 6858000"/>
              <a:gd name="connsiteX484" fmla="*/ 3988128 w 7467663"/>
              <a:gd name="connsiteY484" fmla="*/ 4817267 h 6858000"/>
              <a:gd name="connsiteX485" fmla="*/ 4830582 w 7467663"/>
              <a:gd name="connsiteY485" fmla="*/ 4676000 h 6858000"/>
              <a:gd name="connsiteX486" fmla="*/ 4830100 w 7467663"/>
              <a:gd name="connsiteY486" fmla="*/ 4675554 h 6858000"/>
              <a:gd name="connsiteX487" fmla="*/ 4036318 w 7467663"/>
              <a:gd name="connsiteY487" fmla="*/ 4147013 h 6858000"/>
              <a:gd name="connsiteX488" fmla="*/ 3432098 w 7467663"/>
              <a:gd name="connsiteY488" fmla="*/ 3537312 h 6858000"/>
              <a:gd name="connsiteX489" fmla="*/ 3446761 w 7467663"/>
              <a:gd name="connsiteY489" fmla="*/ 3461278 h 6858000"/>
              <a:gd name="connsiteX490" fmla="*/ 4419733 w 7467663"/>
              <a:gd name="connsiteY490" fmla="*/ 3963555 h 6858000"/>
              <a:gd name="connsiteX491" fmla="*/ 4781371 w 7467663"/>
              <a:gd name="connsiteY491" fmla="*/ 4458604 h 6858000"/>
              <a:gd name="connsiteX492" fmla="*/ 4780440 w 7467663"/>
              <a:gd name="connsiteY492" fmla="*/ 4470290 h 6858000"/>
              <a:gd name="connsiteX493" fmla="*/ 4898954 w 7467663"/>
              <a:gd name="connsiteY493" fmla="*/ 4662092 h 6858000"/>
              <a:gd name="connsiteX494" fmla="*/ 4900699 w 7467663"/>
              <a:gd name="connsiteY494" fmla="*/ 4670867 h 6858000"/>
              <a:gd name="connsiteX495" fmla="*/ 5714511 w 7467663"/>
              <a:gd name="connsiteY495" fmla="*/ 4663483 h 6858000"/>
              <a:gd name="connsiteX496" fmla="*/ 5464793 w 7467663"/>
              <a:gd name="connsiteY496" fmla="*/ 4393556 h 6858000"/>
              <a:gd name="connsiteX497" fmla="*/ 5461897 w 7467663"/>
              <a:gd name="connsiteY497" fmla="*/ 4390879 h 6858000"/>
              <a:gd name="connsiteX498" fmla="*/ 4294126 w 7467663"/>
              <a:gd name="connsiteY498" fmla="*/ 3303048 h 6858000"/>
              <a:gd name="connsiteX499" fmla="*/ 4305321 w 7467663"/>
              <a:gd name="connsiteY499" fmla="*/ 3256953 h 6858000"/>
              <a:gd name="connsiteX500" fmla="*/ 4949299 w 7467663"/>
              <a:gd name="connsiteY500" fmla="*/ 3766336 h 6858000"/>
              <a:gd name="connsiteX501" fmla="*/ 5291452 w 7467663"/>
              <a:gd name="connsiteY501" fmla="*/ 4076801 h 6858000"/>
              <a:gd name="connsiteX502" fmla="*/ 5434998 w 7467663"/>
              <a:gd name="connsiteY502" fmla="*/ 4254100 h 6858000"/>
              <a:gd name="connsiteX503" fmla="*/ 5351015 w 7467663"/>
              <a:gd name="connsiteY503" fmla="*/ 3760989 h 6858000"/>
              <a:gd name="connsiteX504" fmla="*/ 5413780 w 7467663"/>
              <a:gd name="connsiteY504" fmla="*/ 2966265 h 6858000"/>
              <a:gd name="connsiteX505" fmla="*/ 5425627 w 7467663"/>
              <a:gd name="connsiteY505" fmla="*/ 2954192 h 6858000"/>
              <a:gd name="connsiteX506" fmla="*/ 6604735 w 7467663"/>
              <a:gd name="connsiteY506" fmla="*/ 2041381 h 6858000"/>
              <a:gd name="connsiteX507" fmla="*/ 7204487 w 7467663"/>
              <a:gd name="connsiteY507" fmla="*/ 2742112 h 6858000"/>
              <a:gd name="connsiteX508" fmla="*/ 7131592 w 7467663"/>
              <a:gd name="connsiteY508" fmla="*/ 2672096 h 6858000"/>
              <a:gd name="connsiteX509" fmla="*/ 6996344 w 7467663"/>
              <a:gd name="connsiteY509" fmla="*/ 2518310 h 6858000"/>
              <a:gd name="connsiteX510" fmla="*/ 6735495 w 7467663"/>
              <a:gd name="connsiteY510" fmla="*/ 2196890 h 6858000"/>
              <a:gd name="connsiteX511" fmla="*/ 6721901 w 7467663"/>
              <a:gd name="connsiteY511" fmla="*/ 2179274 h 6858000"/>
              <a:gd name="connsiteX512" fmla="*/ 6604735 w 7467663"/>
              <a:gd name="connsiteY512" fmla="*/ 2041381 h 6858000"/>
              <a:gd name="connsiteX513" fmla="*/ 6591670 w 7467663"/>
              <a:gd name="connsiteY513" fmla="*/ 1988277 h 6858000"/>
              <a:gd name="connsiteX514" fmla="*/ 6747349 w 7467663"/>
              <a:gd name="connsiteY514" fmla="*/ 2160069 h 6858000"/>
              <a:gd name="connsiteX515" fmla="*/ 6760943 w 7467663"/>
              <a:gd name="connsiteY515" fmla="*/ 2177686 h 6858000"/>
              <a:gd name="connsiteX516" fmla="*/ 7021065 w 7467663"/>
              <a:gd name="connsiteY516" fmla="*/ 2498102 h 6858000"/>
              <a:gd name="connsiteX517" fmla="*/ 7155223 w 7467663"/>
              <a:gd name="connsiteY517" fmla="*/ 2650386 h 6858000"/>
              <a:gd name="connsiteX518" fmla="*/ 7203167 w 7467663"/>
              <a:gd name="connsiteY518" fmla="*/ 2697288 h 6858000"/>
              <a:gd name="connsiteX519" fmla="*/ 6937703 w 7467663"/>
              <a:gd name="connsiteY519" fmla="*/ 2321981 h 6858000"/>
              <a:gd name="connsiteX520" fmla="*/ 6591670 w 7467663"/>
              <a:gd name="connsiteY520" fmla="*/ 1988277 h 6858000"/>
              <a:gd name="connsiteX521" fmla="*/ 5798671 w 7467663"/>
              <a:gd name="connsiteY521" fmla="*/ 1981601 h 6858000"/>
              <a:gd name="connsiteX522" fmla="*/ 5754709 w 7467663"/>
              <a:gd name="connsiteY522" fmla="*/ 2071454 h 6858000"/>
              <a:gd name="connsiteX523" fmla="*/ 5763044 w 7467663"/>
              <a:gd name="connsiteY523" fmla="*/ 2842206 h 6858000"/>
              <a:gd name="connsiteX524" fmla="*/ 5764974 w 7467663"/>
              <a:gd name="connsiteY524" fmla="*/ 2799609 h 6858000"/>
              <a:gd name="connsiteX525" fmla="*/ 5767665 w 7467663"/>
              <a:gd name="connsiteY525" fmla="*/ 2666409 h 6858000"/>
              <a:gd name="connsiteX526" fmla="*/ 5763055 w 7467663"/>
              <a:gd name="connsiteY526" fmla="*/ 2579705 h 6858000"/>
              <a:gd name="connsiteX527" fmla="*/ 5758079 w 7467663"/>
              <a:gd name="connsiteY527" fmla="*/ 2492508 h 6858000"/>
              <a:gd name="connsiteX528" fmla="*/ 5779325 w 7467663"/>
              <a:gd name="connsiteY528" fmla="*/ 2197069 h 6858000"/>
              <a:gd name="connsiteX529" fmla="*/ 5798671 w 7467663"/>
              <a:gd name="connsiteY529" fmla="*/ 1981601 h 6858000"/>
              <a:gd name="connsiteX530" fmla="*/ 5829202 w 7467663"/>
              <a:gd name="connsiteY530" fmla="*/ 1971679 h 6858000"/>
              <a:gd name="connsiteX531" fmla="*/ 5809558 w 7467663"/>
              <a:gd name="connsiteY531" fmla="*/ 2198043 h 6858000"/>
              <a:gd name="connsiteX532" fmla="*/ 5788653 w 7467663"/>
              <a:gd name="connsiteY532" fmla="*/ 2489430 h 6858000"/>
              <a:gd name="connsiteX533" fmla="*/ 5793439 w 7467663"/>
              <a:gd name="connsiteY533" fmla="*/ 2575235 h 6858000"/>
              <a:gd name="connsiteX534" fmla="*/ 5796837 w 7467663"/>
              <a:gd name="connsiteY534" fmla="*/ 2637633 h 6858000"/>
              <a:gd name="connsiteX535" fmla="*/ 5818614 w 7467663"/>
              <a:gd name="connsiteY535" fmla="*/ 2473055 h 6858000"/>
              <a:gd name="connsiteX536" fmla="*/ 5829202 w 7467663"/>
              <a:gd name="connsiteY536" fmla="*/ 1971679 h 6858000"/>
              <a:gd name="connsiteX537" fmla="*/ 5911389 w 7467663"/>
              <a:gd name="connsiteY537" fmla="*/ 1898371 h 6858000"/>
              <a:gd name="connsiteX538" fmla="*/ 6237627 w 7467663"/>
              <a:gd name="connsiteY538" fmla="*/ 2231921 h 6858000"/>
              <a:gd name="connsiteX539" fmla="*/ 5911389 w 7467663"/>
              <a:gd name="connsiteY539" fmla="*/ 1898371 h 6858000"/>
              <a:gd name="connsiteX540" fmla="*/ 6944437 w 7467663"/>
              <a:gd name="connsiteY540" fmla="*/ 1575402 h 6858000"/>
              <a:gd name="connsiteX541" fmla="*/ 6304730 w 7467663"/>
              <a:gd name="connsiteY541" fmla="*/ 1766654 h 6858000"/>
              <a:gd name="connsiteX542" fmla="*/ 6944437 w 7467663"/>
              <a:gd name="connsiteY542" fmla="*/ 1575402 h 6858000"/>
              <a:gd name="connsiteX543" fmla="*/ 7019523 w 7467663"/>
              <a:gd name="connsiteY543" fmla="*/ 1519450 h 6858000"/>
              <a:gd name="connsiteX544" fmla="*/ 6298091 w 7467663"/>
              <a:gd name="connsiteY544" fmla="*/ 1737122 h 6858000"/>
              <a:gd name="connsiteX545" fmla="*/ 7019523 w 7467663"/>
              <a:gd name="connsiteY545" fmla="*/ 1519450 h 6858000"/>
              <a:gd name="connsiteX546" fmla="*/ 2399523 w 7467663"/>
              <a:gd name="connsiteY546" fmla="*/ 1428234 h 6858000"/>
              <a:gd name="connsiteX547" fmla="*/ 2224982 w 7467663"/>
              <a:gd name="connsiteY547" fmla="*/ 1826201 h 6858000"/>
              <a:gd name="connsiteX548" fmla="*/ 2096099 w 7467663"/>
              <a:gd name="connsiteY548" fmla="*/ 2345900 h 6858000"/>
              <a:gd name="connsiteX549" fmla="*/ 2283317 w 7467663"/>
              <a:gd name="connsiteY549" fmla="*/ 1796925 h 6858000"/>
              <a:gd name="connsiteX550" fmla="*/ 2399523 w 7467663"/>
              <a:gd name="connsiteY550" fmla="*/ 1428234 h 6858000"/>
              <a:gd name="connsiteX551" fmla="*/ 2448558 w 7467663"/>
              <a:gd name="connsiteY551" fmla="*/ 1373435 h 6858000"/>
              <a:gd name="connsiteX552" fmla="*/ 2312521 w 7467663"/>
              <a:gd name="connsiteY552" fmla="*/ 1806140 h 6858000"/>
              <a:gd name="connsiteX553" fmla="*/ 2127533 w 7467663"/>
              <a:gd name="connsiteY553" fmla="*/ 2348380 h 6858000"/>
              <a:gd name="connsiteX554" fmla="*/ 2358080 w 7467663"/>
              <a:gd name="connsiteY554" fmla="*/ 1866134 h 6858000"/>
              <a:gd name="connsiteX555" fmla="*/ 2407436 w 7467663"/>
              <a:gd name="connsiteY555" fmla="*/ 1651070 h 6858000"/>
              <a:gd name="connsiteX556" fmla="*/ 2448558 w 7467663"/>
              <a:gd name="connsiteY556" fmla="*/ 1373435 h 6858000"/>
              <a:gd name="connsiteX557" fmla="*/ 278707 w 7467663"/>
              <a:gd name="connsiteY557" fmla="*/ 1352270 h 6858000"/>
              <a:gd name="connsiteX558" fmla="*/ 321570 w 7467663"/>
              <a:gd name="connsiteY558" fmla="*/ 1861610 h 6858000"/>
              <a:gd name="connsiteX559" fmla="*/ 294281 w 7467663"/>
              <a:gd name="connsiteY559" fmla="*/ 1440658 h 6858000"/>
              <a:gd name="connsiteX560" fmla="*/ 278707 w 7467663"/>
              <a:gd name="connsiteY560" fmla="*/ 1352270 h 6858000"/>
              <a:gd name="connsiteX561" fmla="*/ 1423821 w 7467663"/>
              <a:gd name="connsiteY561" fmla="*/ 1351958 h 6858000"/>
              <a:gd name="connsiteX562" fmla="*/ 1638521 w 7467663"/>
              <a:gd name="connsiteY562" fmla="*/ 1908470 h 6858000"/>
              <a:gd name="connsiteX563" fmla="*/ 1754199 w 7467663"/>
              <a:gd name="connsiteY563" fmla="*/ 2149284 h 6858000"/>
              <a:gd name="connsiteX564" fmla="*/ 1908359 w 7467663"/>
              <a:gd name="connsiteY564" fmla="*/ 2364988 h 6858000"/>
              <a:gd name="connsiteX565" fmla="*/ 1647661 w 7467663"/>
              <a:gd name="connsiteY565" fmla="*/ 1825945 h 6858000"/>
              <a:gd name="connsiteX566" fmla="*/ 1423821 w 7467663"/>
              <a:gd name="connsiteY566" fmla="*/ 1351958 h 6858000"/>
              <a:gd name="connsiteX567" fmla="*/ 1431890 w 7467663"/>
              <a:gd name="connsiteY567" fmla="*/ 1306475 h 6858000"/>
              <a:gd name="connsiteX568" fmla="*/ 1507597 w 7467663"/>
              <a:gd name="connsiteY568" fmla="*/ 1446132 h 6858000"/>
              <a:gd name="connsiteX569" fmla="*/ 1674586 w 7467663"/>
              <a:gd name="connsiteY569" fmla="*/ 1813832 h 6858000"/>
              <a:gd name="connsiteX570" fmla="*/ 1815950 w 7467663"/>
              <a:gd name="connsiteY570" fmla="*/ 2128564 h 6858000"/>
              <a:gd name="connsiteX571" fmla="*/ 1984242 w 7467663"/>
              <a:gd name="connsiteY571" fmla="*/ 2430829 h 6858000"/>
              <a:gd name="connsiteX572" fmla="*/ 2014023 w 7467663"/>
              <a:gd name="connsiteY572" fmla="*/ 2450995 h 6858000"/>
              <a:gd name="connsiteX573" fmla="*/ 1747337 w 7467663"/>
              <a:gd name="connsiteY573" fmla="*/ 1855264 h 6858000"/>
              <a:gd name="connsiteX574" fmla="*/ 1533749 w 7467663"/>
              <a:gd name="connsiteY574" fmla="*/ 1478656 h 6858000"/>
              <a:gd name="connsiteX575" fmla="*/ 1431890 w 7467663"/>
              <a:gd name="connsiteY575" fmla="*/ 1306475 h 6858000"/>
              <a:gd name="connsiteX576" fmla="*/ 5052692 w 7467663"/>
              <a:gd name="connsiteY576" fmla="*/ 1292994 h 6858000"/>
              <a:gd name="connsiteX577" fmla="*/ 5200661 w 7467663"/>
              <a:gd name="connsiteY577" fmla="*/ 1635186 h 6858000"/>
              <a:gd name="connsiteX578" fmla="*/ 5297138 w 7467663"/>
              <a:gd name="connsiteY578" fmla="*/ 1906351 h 6858000"/>
              <a:gd name="connsiteX579" fmla="*/ 5052692 w 7467663"/>
              <a:gd name="connsiteY579" fmla="*/ 1292994 h 6858000"/>
              <a:gd name="connsiteX580" fmla="*/ 5009948 w 7467663"/>
              <a:gd name="connsiteY580" fmla="*/ 1273619 h 6858000"/>
              <a:gd name="connsiteX581" fmla="*/ 5121777 w 7467663"/>
              <a:gd name="connsiteY581" fmla="*/ 1654213 h 6858000"/>
              <a:gd name="connsiteX582" fmla="*/ 5293545 w 7467663"/>
              <a:gd name="connsiteY582" fmla="*/ 2072247 h 6858000"/>
              <a:gd name="connsiteX583" fmla="*/ 5294042 w 7467663"/>
              <a:gd name="connsiteY583" fmla="*/ 2065019 h 6858000"/>
              <a:gd name="connsiteX584" fmla="*/ 5171936 w 7467663"/>
              <a:gd name="connsiteY584" fmla="*/ 1647613 h 6858000"/>
              <a:gd name="connsiteX585" fmla="*/ 5009948 w 7467663"/>
              <a:gd name="connsiteY585" fmla="*/ 1273619 h 6858000"/>
              <a:gd name="connsiteX586" fmla="*/ 655236 w 7467663"/>
              <a:gd name="connsiteY586" fmla="*/ 1268632 h 6858000"/>
              <a:gd name="connsiteX587" fmla="*/ 839521 w 7467663"/>
              <a:gd name="connsiteY587" fmla="*/ 1685315 h 6858000"/>
              <a:gd name="connsiteX588" fmla="*/ 1109416 w 7467663"/>
              <a:gd name="connsiteY588" fmla="*/ 2061663 h 6858000"/>
              <a:gd name="connsiteX589" fmla="*/ 1298300 w 7467663"/>
              <a:gd name="connsiteY589" fmla="*/ 2247742 h 6858000"/>
              <a:gd name="connsiteX590" fmla="*/ 1125871 w 7467663"/>
              <a:gd name="connsiteY590" fmla="*/ 1989513 h 6858000"/>
              <a:gd name="connsiteX591" fmla="*/ 981574 w 7467663"/>
              <a:gd name="connsiteY591" fmla="*/ 1783157 h 6858000"/>
              <a:gd name="connsiteX592" fmla="*/ 922198 w 7467663"/>
              <a:gd name="connsiteY592" fmla="*/ 1677437 h 6858000"/>
              <a:gd name="connsiteX593" fmla="*/ 869293 w 7467663"/>
              <a:gd name="connsiteY593" fmla="*/ 1583214 h 6858000"/>
              <a:gd name="connsiteX594" fmla="*/ 751431 w 7467663"/>
              <a:gd name="connsiteY594" fmla="*/ 1405731 h 6858000"/>
              <a:gd name="connsiteX595" fmla="*/ 655236 w 7467663"/>
              <a:gd name="connsiteY595" fmla="*/ 1268632 h 6858000"/>
              <a:gd name="connsiteX596" fmla="*/ 6516292 w 7467663"/>
              <a:gd name="connsiteY596" fmla="*/ 1263064 h 6858000"/>
              <a:gd name="connsiteX597" fmla="*/ 5736320 w 7467663"/>
              <a:gd name="connsiteY597" fmla="*/ 1501803 h 6858000"/>
              <a:gd name="connsiteX598" fmla="*/ 6516292 w 7467663"/>
              <a:gd name="connsiteY598" fmla="*/ 1263064 h 6858000"/>
              <a:gd name="connsiteX599" fmla="*/ 291466 w 7467663"/>
              <a:gd name="connsiteY599" fmla="*/ 1250369 h 6858000"/>
              <a:gd name="connsiteX600" fmla="*/ 323180 w 7467663"/>
              <a:gd name="connsiteY600" fmla="*/ 1435283 h 6858000"/>
              <a:gd name="connsiteX601" fmla="*/ 349381 w 7467663"/>
              <a:gd name="connsiteY601" fmla="*/ 1875041 h 6858000"/>
              <a:gd name="connsiteX602" fmla="*/ 374363 w 7467663"/>
              <a:gd name="connsiteY602" fmla="*/ 1506494 h 6858000"/>
              <a:gd name="connsiteX603" fmla="*/ 302168 w 7467663"/>
              <a:gd name="connsiteY603" fmla="*/ 1274495 h 6858000"/>
              <a:gd name="connsiteX604" fmla="*/ 291466 w 7467663"/>
              <a:gd name="connsiteY604" fmla="*/ 1250369 h 6858000"/>
              <a:gd name="connsiteX605" fmla="*/ 678222 w 7467663"/>
              <a:gd name="connsiteY605" fmla="*/ 1248670 h 6858000"/>
              <a:gd name="connsiteX606" fmla="*/ 775536 w 7467663"/>
              <a:gd name="connsiteY606" fmla="*/ 1388015 h 6858000"/>
              <a:gd name="connsiteX607" fmla="*/ 894529 w 7467663"/>
              <a:gd name="connsiteY607" fmla="*/ 1567739 h 6858000"/>
              <a:gd name="connsiteX608" fmla="*/ 948000 w 7467663"/>
              <a:gd name="connsiteY608" fmla="*/ 1663088 h 6858000"/>
              <a:gd name="connsiteX609" fmla="*/ 1006812 w 7467663"/>
              <a:gd name="connsiteY609" fmla="*/ 1767683 h 6858000"/>
              <a:gd name="connsiteX610" fmla="*/ 1149133 w 7467663"/>
              <a:gd name="connsiteY610" fmla="*/ 1971513 h 6858000"/>
              <a:gd name="connsiteX611" fmla="*/ 1333952 w 7467663"/>
              <a:gd name="connsiteY611" fmla="*/ 2251620 h 6858000"/>
              <a:gd name="connsiteX612" fmla="*/ 1337329 w 7467663"/>
              <a:gd name="connsiteY612" fmla="*/ 2258350 h 6858000"/>
              <a:gd name="connsiteX613" fmla="*/ 1014726 w 7467663"/>
              <a:gd name="connsiteY613" fmla="*/ 1615556 h 6858000"/>
              <a:gd name="connsiteX614" fmla="*/ 678222 w 7467663"/>
              <a:gd name="connsiteY614" fmla="*/ 1248670 h 6858000"/>
              <a:gd name="connsiteX615" fmla="*/ 6691602 w 7467663"/>
              <a:gd name="connsiteY615" fmla="*/ 1140573 h 6858000"/>
              <a:gd name="connsiteX616" fmla="*/ 6571100 w 7467663"/>
              <a:gd name="connsiteY616" fmla="*/ 1183662 h 6858000"/>
              <a:gd name="connsiteX617" fmla="*/ 6241687 w 7467663"/>
              <a:gd name="connsiteY617" fmla="*/ 1257600 h 6858000"/>
              <a:gd name="connsiteX618" fmla="*/ 5693009 w 7467663"/>
              <a:gd name="connsiteY618" fmla="*/ 1478256 h 6858000"/>
              <a:gd name="connsiteX619" fmla="*/ 6548420 w 7467663"/>
              <a:gd name="connsiteY619" fmla="*/ 1214599 h 6858000"/>
              <a:gd name="connsiteX620" fmla="*/ 6605473 w 7467663"/>
              <a:gd name="connsiteY620" fmla="*/ 1184686 h 6858000"/>
              <a:gd name="connsiteX621" fmla="*/ 6691602 w 7467663"/>
              <a:gd name="connsiteY621" fmla="*/ 1140573 h 6858000"/>
              <a:gd name="connsiteX622" fmla="*/ 4002475 w 7467663"/>
              <a:gd name="connsiteY622" fmla="*/ 1037802 h 6858000"/>
              <a:gd name="connsiteX623" fmla="*/ 4000324 w 7467663"/>
              <a:gd name="connsiteY623" fmla="*/ 1039362 h 6858000"/>
              <a:gd name="connsiteX624" fmla="*/ 4002862 w 7467663"/>
              <a:gd name="connsiteY624" fmla="*/ 1042866 h 6858000"/>
              <a:gd name="connsiteX625" fmla="*/ 4002475 w 7467663"/>
              <a:gd name="connsiteY625" fmla="*/ 1037802 h 6858000"/>
              <a:gd name="connsiteX626" fmla="*/ 506322 w 7467663"/>
              <a:gd name="connsiteY626" fmla="*/ 1020997 h 6858000"/>
              <a:gd name="connsiteX627" fmla="*/ 533068 w 7467663"/>
              <a:gd name="connsiteY627" fmla="*/ 1029409 h 6858000"/>
              <a:gd name="connsiteX628" fmla="*/ 1232525 w 7467663"/>
              <a:gd name="connsiteY628" fmla="*/ 1804675 h 6858000"/>
              <a:gd name="connsiteX629" fmla="*/ 1388858 w 7467663"/>
              <a:gd name="connsiteY629" fmla="*/ 2368011 h 6858000"/>
              <a:gd name="connsiteX630" fmla="*/ 1384098 w 7467663"/>
              <a:gd name="connsiteY630" fmla="*/ 2378125 h 6858000"/>
              <a:gd name="connsiteX631" fmla="*/ 1425393 w 7467663"/>
              <a:gd name="connsiteY631" fmla="*/ 2589124 h 6858000"/>
              <a:gd name="connsiteX632" fmla="*/ 1424001 w 7467663"/>
              <a:gd name="connsiteY632" fmla="*/ 2597541 h 6858000"/>
              <a:gd name="connsiteX633" fmla="*/ 2152729 w 7467663"/>
              <a:gd name="connsiteY633" fmla="*/ 2864487 h 6858000"/>
              <a:gd name="connsiteX634" fmla="*/ 2020609 w 7467663"/>
              <a:gd name="connsiteY634" fmla="*/ 2539671 h 6858000"/>
              <a:gd name="connsiteX635" fmla="*/ 2018920 w 7467663"/>
              <a:gd name="connsiteY635" fmla="*/ 2536309 h 6858000"/>
              <a:gd name="connsiteX636" fmla="*/ 1342441 w 7467663"/>
              <a:gd name="connsiteY636" fmla="*/ 1173017 h 6858000"/>
              <a:gd name="connsiteX637" fmla="*/ 1367925 w 7467663"/>
              <a:gd name="connsiteY637" fmla="*/ 1135648 h 6858000"/>
              <a:gd name="connsiteX638" fmla="*/ 1771401 w 7467663"/>
              <a:gd name="connsiteY638" fmla="*/ 1806673 h 6858000"/>
              <a:gd name="connsiteX639" fmla="*/ 1972385 w 7467663"/>
              <a:gd name="connsiteY639" fmla="*/ 2198735 h 6858000"/>
              <a:gd name="connsiteX640" fmla="*/ 2040892 w 7467663"/>
              <a:gd name="connsiteY640" fmla="*/ 2405205 h 6858000"/>
              <a:gd name="connsiteX641" fmla="*/ 2131689 w 7467663"/>
              <a:gd name="connsiteY641" fmla="*/ 1936926 h 6858000"/>
              <a:gd name="connsiteX642" fmla="*/ 2454820 w 7467663"/>
              <a:gd name="connsiteY642" fmla="*/ 1248808 h 6858000"/>
              <a:gd name="connsiteX643" fmla="*/ 2492512 w 7467663"/>
              <a:gd name="connsiteY643" fmla="*/ 1302920 h 6858000"/>
              <a:gd name="connsiteX644" fmla="*/ 2081216 w 7467663"/>
              <a:gd name="connsiteY644" fmla="*/ 2527513 h 6858000"/>
              <a:gd name="connsiteX645" fmla="*/ 2081211 w 7467663"/>
              <a:gd name="connsiteY645" fmla="*/ 2528916 h 6858000"/>
              <a:gd name="connsiteX646" fmla="*/ 2199067 w 7467663"/>
              <a:gd name="connsiteY646" fmla="*/ 2884061 h 6858000"/>
              <a:gd name="connsiteX647" fmla="*/ 3192586 w 7467663"/>
              <a:gd name="connsiteY647" fmla="*/ 3411496 h 6858000"/>
              <a:gd name="connsiteX648" fmla="*/ 3182620 w 7467663"/>
              <a:gd name="connsiteY648" fmla="*/ 3483279 h 6858000"/>
              <a:gd name="connsiteX649" fmla="*/ 2435119 w 7467663"/>
              <a:gd name="connsiteY649" fmla="*/ 3080173 h 6858000"/>
              <a:gd name="connsiteX650" fmla="*/ 2410152 w 7467663"/>
              <a:gd name="connsiteY650" fmla="*/ 3063751 h 6858000"/>
              <a:gd name="connsiteX651" fmla="*/ 2408099 w 7467663"/>
              <a:gd name="connsiteY651" fmla="*/ 3064403 h 6858000"/>
              <a:gd name="connsiteX652" fmla="*/ 2407218 w 7467663"/>
              <a:gd name="connsiteY652" fmla="*/ 3070324 h 6858000"/>
              <a:gd name="connsiteX653" fmla="*/ 2380138 w 7467663"/>
              <a:gd name="connsiteY653" fmla="*/ 3099341 h 6858000"/>
              <a:gd name="connsiteX654" fmla="*/ 1765923 w 7467663"/>
              <a:gd name="connsiteY654" fmla="*/ 3581043 h 6858000"/>
              <a:gd name="connsiteX655" fmla="*/ 1702258 w 7467663"/>
              <a:gd name="connsiteY655" fmla="*/ 3612286 h 6858000"/>
              <a:gd name="connsiteX656" fmla="*/ 1538370 w 7467663"/>
              <a:gd name="connsiteY656" fmla="*/ 3811804 h 6858000"/>
              <a:gd name="connsiteX657" fmla="*/ 542867 w 7467663"/>
              <a:gd name="connsiteY657" fmla="*/ 4944092 h 6858000"/>
              <a:gd name="connsiteX658" fmla="*/ 515800 w 7467663"/>
              <a:gd name="connsiteY658" fmla="*/ 4862180 h 6858000"/>
              <a:gd name="connsiteX659" fmla="*/ 909145 w 7467663"/>
              <a:gd name="connsiteY659" fmla="*/ 4199225 h 6858000"/>
              <a:gd name="connsiteX660" fmla="*/ 1214067 w 7467663"/>
              <a:gd name="connsiteY660" fmla="*/ 3908561 h 6858000"/>
              <a:gd name="connsiteX661" fmla="*/ 640967 w 7467663"/>
              <a:gd name="connsiteY661" fmla="*/ 4105601 h 6858000"/>
              <a:gd name="connsiteX662" fmla="*/ 112563 w 7467663"/>
              <a:gd name="connsiteY662" fmla="*/ 4396952 h 6858000"/>
              <a:gd name="connsiteX663" fmla="*/ 0 w 7467663"/>
              <a:gd name="connsiteY663" fmla="*/ 4466006 h 6858000"/>
              <a:gd name="connsiteX664" fmla="*/ 0 w 7467663"/>
              <a:gd name="connsiteY664" fmla="*/ 4233763 h 6858000"/>
              <a:gd name="connsiteX665" fmla="*/ 36881 w 7467663"/>
              <a:gd name="connsiteY665" fmla="*/ 4200118 h 6858000"/>
              <a:gd name="connsiteX666" fmla="*/ 910534 w 7467663"/>
              <a:gd name="connsiteY666" fmla="*/ 3629753 h 6858000"/>
              <a:gd name="connsiteX667" fmla="*/ 1578717 w 7467663"/>
              <a:gd name="connsiteY667" fmla="*/ 3575982 h 6858000"/>
              <a:gd name="connsiteX668" fmla="*/ 2338780 w 7467663"/>
              <a:gd name="connsiteY668" fmla="*/ 3033725 h 6858000"/>
              <a:gd name="connsiteX669" fmla="*/ 1807991 w 7467663"/>
              <a:gd name="connsiteY669" fmla="*/ 2807184 h 6858000"/>
              <a:gd name="connsiteX670" fmla="*/ 1416358 w 7467663"/>
              <a:gd name="connsiteY670" fmla="*/ 3112571 h 6858000"/>
              <a:gd name="connsiteX671" fmla="*/ 939066 w 7467663"/>
              <a:gd name="connsiteY671" fmla="*/ 3378798 h 6858000"/>
              <a:gd name="connsiteX672" fmla="*/ 115099 w 7467663"/>
              <a:gd name="connsiteY672" fmla="*/ 3607650 h 6858000"/>
              <a:gd name="connsiteX673" fmla="*/ 97284 w 7467663"/>
              <a:gd name="connsiteY673" fmla="*/ 3520393 h 6858000"/>
              <a:gd name="connsiteX674" fmla="*/ 922050 w 7467663"/>
              <a:gd name="connsiteY674" fmla="*/ 3074867 h 6858000"/>
              <a:gd name="connsiteX675" fmla="*/ 1405265 w 7467663"/>
              <a:gd name="connsiteY675" fmla="*/ 3016319 h 6858000"/>
              <a:gd name="connsiteX676" fmla="*/ 1407512 w 7467663"/>
              <a:gd name="connsiteY676" fmla="*/ 3018001 h 6858000"/>
              <a:gd name="connsiteX677" fmla="*/ 1726266 w 7467663"/>
              <a:gd name="connsiteY677" fmla="*/ 2777274 h 6858000"/>
              <a:gd name="connsiteX678" fmla="*/ 625390 w 7467663"/>
              <a:gd name="connsiteY678" fmla="*/ 2514541 h 6858000"/>
              <a:gd name="connsiteX679" fmla="*/ 619799 w 7467663"/>
              <a:gd name="connsiteY679" fmla="*/ 2527180 h 6858000"/>
              <a:gd name="connsiteX680" fmla="*/ 310030 w 7467663"/>
              <a:gd name="connsiteY680" fmla="*/ 2771818 h 6858000"/>
              <a:gd name="connsiteX681" fmla="*/ 173877 w 7467663"/>
              <a:gd name="connsiteY681" fmla="*/ 2937056 h 6858000"/>
              <a:gd name="connsiteX682" fmla="*/ 77889 w 7467663"/>
              <a:gd name="connsiteY682" fmla="*/ 3138440 h 6858000"/>
              <a:gd name="connsiteX683" fmla="*/ 0 w 7467663"/>
              <a:gd name="connsiteY683" fmla="*/ 3271395 h 6858000"/>
              <a:gd name="connsiteX684" fmla="*/ 0 w 7467663"/>
              <a:gd name="connsiteY684" fmla="*/ 3153002 h 6858000"/>
              <a:gd name="connsiteX685" fmla="*/ 2386 w 7467663"/>
              <a:gd name="connsiteY685" fmla="*/ 3149203 h 6858000"/>
              <a:gd name="connsiteX686" fmla="*/ 89753 w 7467663"/>
              <a:gd name="connsiteY686" fmla="*/ 2987702 h 6858000"/>
              <a:gd name="connsiteX687" fmla="*/ 76869 w 7467663"/>
              <a:gd name="connsiteY687" fmla="*/ 3005404 h 6858000"/>
              <a:gd name="connsiteX688" fmla="*/ 32049 w 7467663"/>
              <a:gd name="connsiteY688" fmla="*/ 3065814 h 6858000"/>
              <a:gd name="connsiteX689" fmla="*/ 0 w 7467663"/>
              <a:gd name="connsiteY689" fmla="*/ 3108744 h 6858000"/>
              <a:gd name="connsiteX690" fmla="*/ 0 w 7467663"/>
              <a:gd name="connsiteY690" fmla="*/ 3058059 h 6858000"/>
              <a:gd name="connsiteX691" fmla="*/ 7610 w 7467663"/>
              <a:gd name="connsiteY691" fmla="*/ 3047889 h 6858000"/>
              <a:gd name="connsiteX692" fmla="*/ 52419 w 7467663"/>
              <a:gd name="connsiteY692" fmla="*/ 2987479 h 6858000"/>
              <a:gd name="connsiteX693" fmla="*/ 59142 w 7467663"/>
              <a:gd name="connsiteY693" fmla="*/ 2978488 h 6858000"/>
              <a:gd name="connsiteX694" fmla="*/ 0 w 7467663"/>
              <a:gd name="connsiteY694" fmla="*/ 3015334 h 6858000"/>
              <a:gd name="connsiteX695" fmla="*/ 0 w 7467663"/>
              <a:gd name="connsiteY695" fmla="*/ 2914286 h 6858000"/>
              <a:gd name="connsiteX696" fmla="*/ 36383 w 7467663"/>
              <a:gd name="connsiteY696" fmla="*/ 2901128 h 6858000"/>
              <a:gd name="connsiteX697" fmla="*/ 156329 w 7467663"/>
              <a:gd name="connsiteY697" fmla="*/ 2840533 h 6858000"/>
              <a:gd name="connsiteX698" fmla="*/ 358355 w 7467663"/>
              <a:gd name="connsiteY698" fmla="*/ 2620471 h 6858000"/>
              <a:gd name="connsiteX699" fmla="*/ 510577 w 7467663"/>
              <a:gd name="connsiteY699" fmla="*/ 2501244 h 6858000"/>
              <a:gd name="connsiteX700" fmla="*/ 211967 w 7467663"/>
              <a:gd name="connsiteY700" fmla="*/ 2479171 h 6858000"/>
              <a:gd name="connsiteX701" fmla="*/ 0 w 7467663"/>
              <a:gd name="connsiteY701" fmla="*/ 2476398 h 6858000"/>
              <a:gd name="connsiteX702" fmla="*/ 0 w 7467663"/>
              <a:gd name="connsiteY702" fmla="*/ 2389189 h 6858000"/>
              <a:gd name="connsiteX703" fmla="*/ 103062 w 7467663"/>
              <a:gd name="connsiteY703" fmla="*/ 2389518 h 6858000"/>
              <a:gd name="connsiteX704" fmla="*/ 510734 w 7467663"/>
              <a:gd name="connsiteY704" fmla="*/ 2416201 h 6858000"/>
              <a:gd name="connsiteX705" fmla="*/ 279257 w 7467663"/>
              <a:gd name="connsiteY705" fmla="*/ 2092102 h 6858000"/>
              <a:gd name="connsiteX706" fmla="*/ 65265 w 7467663"/>
              <a:gd name="connsiteY706" fmla="*/ 2006049 h 6858000"/>
              <a:gd name="connsiteX707" fmla="*/ 0 w 7467663"/>
              <a:gd name="connsiteY707" fmla="*/ 1982532 h 6858000"/>
              <a:gd name="connsiteX708" fmla="*/ 0 w 7467663"/>
              <a:gd name="connsiteY708" fmla="*/ 1912789 h 6858000"/>
              <a:gd name="connsiteX709" fmla="*/ 97460 w 7467663"/>
              <a:gd name="connsiteY709" fmla="*/ 1953725 h 6858000"/>
              <a:gd name="connsiteX710" fmla="*/ 221272 w 7467663"/>
              <a:gd name="connsiteY710" fmla="*/ 1980766 h 6858000"/>
              <a:gd name="connsiteX711" fmla="*/ 116765 w 7467663"/>
              <a:gd name="connsiteY711" fmla="*/ 1911033 h 6858000"/>
              <a:gd name="connsiteX712" fmla="*/ 16405 w 7467663"/>
              <a:gd name="connsiteY712" fmla="*/ 1803412 h 6858000"/>
              <a:gd name="connsiteX713" fmla="*/ 0 w 7467663"/>
              <a:gd name="connsiteY713" fmla="*/ 1784777 h 6858000"/>
              <a:gd name="connsiteX714" fmla="*/ 0 w 7467663"/>
              <a:gd name="connsiteY714" fmla="*/ 1740082 h 6858000"/>
              <a:gd name="connsiteX715" fmla="*/ 39394 w 7467663"/>
              <a:gd name="connsiteY715" fmla="*/ 1784856 h 6858000"/>
              <a:gd name="connsiteX716" fmla="*/ 135813 w 7467663"/>
              <a:gd name="connsiteY716" fmla="*/ 1888838 h 6858000"/>
              <a:gd name="connsiteX717" fmla="*/ 242575 w 7467663"/>
              <a:gd name="connsiteY717" fmla="*/ 1958841 h 6858000"/>
              <a:gd name="connsiteX718" fmla="*/ 82197 w 7467663"/>
              <a:gd name="connsiteY718" fmla="*/ 1754826 h 6858000"/>
              <a:gd name="connsiteX719" fmla="*/ 0 w 7467663"/>
              <a:gd name="connsiteY719" fmla="*/ 1679650 h 6858000"/>
              <a:gd name="connsiteX720" fmla="*/ 0 w 7467663"/>
              <a:gd name="connsiteY720" fmla="*/ 1602463 h 6858000"/>
              <a:gd name="connsiteX721" fmla="*/ 84689 w 7467663"/>
              <a:gd name="connsiteY721" fmla="*/ 1677442 h 6858000"/>
              <a:gd name="connsiteX722" fmla="*/ 298437 w 7467663"/>
              <a:gd name="connsiteY722" fmla="*/ 1968019 h 6858000"/>
              <a:gd name="connsiteX723" fmla="*/ 227269 w 7467663"/>
              <a:gd name="connsiteY723" fmla="*/ 1114064 h 6858000"/>
              <a:gd name="connsiteX724" fmla="*/ 248003 w 7467663"/>
              <a:gd name="connsiteY724" fmla="*/ 1089613 h 6858000"/>
              <a:gd name="connsiteX725" fmla="*/ 427020 w 7467663"/>
              <a:gd name="connsiteY725" fmla="*/ 1619803 h 6858000"/>
              <a:gd name="connsiteX726" fmla="*/ 340345 w 7467663"/>
              <a:gd name="connsiteY726" fmla="*/ 2027739 h 6858000"/>
              <a:gd name="connsiteX727" fmla="*/ 360865 w 7467663"/>
              <a:gd name="connsiteY727" fmla="*/ 2044827 h 6858000"/>
              <a:gd name="connsiteX728" fmla="*/ 560414 w 7467663"/>
              <a:gd name="connsiteY728" fmla="*/ 2421457 h 6858000"/>
              <a:gd name="connsiteX729" fmla="*/ 1359703 w 7467663"/>
              <a:gd name="connsiteY729" fmla="*/ 2578554 h 6858000"/>
              <a:gd name="connsiteX730" fmla="*/ 1359422 w 7467663"/>
              <a:gd name="connsiteY730" fmla="*/ 2577994 h 6858000"/>
              <a:gd name="connsiteX731" fmla="*/ 828701 w 7467663"/>
              <a:gd name="connsiteY731" fmla="*/ 1839520 h 6858000"/>
              <a:gd name="connsiteX732" fmla="*/ 494427 w 7467663"/>
              <a:gd name="connsiteY732" fmla="*/ 1092333 h 6858000"/>
              <a:gd name="connsiteX733" fmla="*/ 506322 w 7467663"/>
              <a:gd name="connsiteY733" fmla="*/ 1020997 h 6858000"/>
              <a:gd name="connsiteX734" fmla="*/ 4570198 w 7467663"/>
              <a:gd name="connsiteY734" fmla="*/ 978081 h 6858000"/>
              <a:gd name="connsiteX735" fmla="*/ 4523691 w 7467663"/>
              <a:gd name="connsiteY735" fmla="*/ 1127776 h 6858000"/>
              <a:gd name="connsiteX736" fmla="*/ 4509875 w 7467663"/>
              <a:gd name="connsiteY736" fmla="*/ 1167552 h 6858000"/>
              <a:gd name="connsiteX737" fmla="*/ 4478168 w 7467663"/>
              <a:gd name="connsiteY737" fmla="*/ 1260735 h 6858000"/>
              <a:gd name="connsiteX738" fmla="*/ 4409309 w 7467663"/>
              <a:gd name="connsiteY738" fmla="*/ 1666996 h 6858000"/>
              <a:gd name="connsiteX739" fmla="*/ 4370031 w 7467663"/>
              <a:gd name="connsiteY739" fmla="*/ 1955666 h 6858000"/>
              <a:gd name="connsiteX740" fmla="*/ 4570198 w 7467663"/>
              <a:gd name="connsiteY740" fmla="*/ 978081 h 6858000"/>
              <a:gd name="connsiteX741" fmla="*/ 4557898 w 7467663"/>
              <a:gd name="connsiteY741" fmla="*/ 900011 h 6858000"/>
              <a:gd name="connsiteX742" fmla="*/ 4344840 w 7467663"/>
              <a:gd name="connsiteY742" fmla="*/ 1922038 h 6858000"/>
              <a:gd name="connsiteX743" fmla="*/ 4378710 w 7467663"/>
              <a:gd name="connsiteY743" fmla="*/ 1665516 h 6858000"/>
              <a:gd name="connsiteX744" fmla="*/ 4448798 w 7467663"/>
              <a:gd name="connsiteY744" fmla="*/ 1253024 h 6858000"/>
              <a:gd name="connsiteX745" fmla="*/ 4480315 w 7467663"/>
              <a:gd name="connsiteY745" fmla="*/ 1158454 h 6858000"/>
              <a:gd name="connsiteX746" fmla="*/ 4494133 w 7467663"/>
              <a:gd name="connsiteY746" fmla="*/ 1118676 h 6858000"/>
              <a:gd name="connsiteX747" fmla="*/ 4557898 w 7467663"/>
              <a:gd name="connsiteY747" fmla="*/ 900011 h 6858000"/>
              <a:gd name="connsiteX748" fmla="*/ 5870151 w 7467663"/>
              <a:gd name="connsiteY748" fmla="*/ 898890 h 6858000"/>
              <a:gd name="connsiteX749" fmla="*/ 5861335 w 7467663"/>
              <a:gd name="connsiteY749" fmla="*/ 899177 h 6858000"/>
              <a:gd name="connsiteX750" fmla="*/ 5843702 w 7467663"/>
              <a:gd name="connsiteY750" fmla="*/ 899748 h 6858000"/>
              <a:gd name="connsiteX751" fmla="*/ 5651107 w 7467663"/>
              <a:gd name="connsiteY751" fmla="*/ 920306 h 6858000"/>
              <a:gd name="connsiteX752" fmla="*/ 5459407 w 7467663"/>
              <a:gd name="connsiteY752" fmla="*/ 940975 h 6858000"/>
              <a:gd name="connsiteX753" fmla="*/ 5374846 w 7467663"/>
              <a:gd name="connsiteY753" fmla="*/ 941988 h 6858000"/>
              <a:gd name="connsiteX754" fmla="*/ 5256105 w 7467663"/>
              <a:gd name="connsiteY754" fmla="*/ 945632 h 6858000"/>
              <a:gd name="connsiteX755" fmla="*/ 5107071 w 7467663"/>
              <a:gd name="connsiteY755" fmla="*/ 969720 h 6858000"/>
              <a:gd name="connsiteX756" fmla="*/ 4998681 w 7467663"/>
              <a:gd name="connsiteY756" fmla="*/ 988771 h 6858000"/>
              <a:gd name="connsiteX757" fmla="*/ 5870151 w 7467663"/>
              <a:gd name="connsiteY757" fmla="*/ 898890 h 6858000"/>
              <a:gd name="connsiteX758" fmla="*/ 5504425 w 7467663"/>
              <a:gd name="connsiteY758" fmla="*/ 848067 h 6858000"/>
              <a:gd name="connsiteX759" fmla="*/ 4968849 w 7467663"/>
              <a:gd name="connsiteY759" fmla="*/ 962318 h 6858000"/>
              <a:gd name="connsiteX760" fmla="*/ 5104039 w 7467663"/>
              <a:gd name="connsiteY760" fmla="*/ 940634 h 6858000"/>
              <a:gd name="connsiteX761" fmla="*/ 5256311 w 7467663"/>
              <a:gd name="connsiteY761" fmla="*/ 916490 h 6858000"/>
              <a:gd name="connsiteX762" fmla="*/ 5377381 w 7467663"/>
              <a:gd name="connsiteY762" fmla="*/ 912671 h 6858000"/>
              <a:gd name="connsiteX763" fmla="*/ 5460148 w 7467663"/>
              <a:gd name="connsiteY763" fmla="*/ 911442 h 6858000"/>
              <a:gd name="connsiteX764" fmla="*/ 5648971 w 7467663"/>
              <a:gd name="connsiteY764" fmla="*/ 891331 h 6858000"/>
              <a:gd name="connsiteX765" fmla="*/ 5844807 w 7467663"/>
              <a:gd name="connsiteY765" fmla="*/ 870718 h 6858000"/>
              <a:gd name="connsiteX766" fmla="*/ 5862975 w 7467663"/>
              <a:gd name="connsiteY766" fmla="*/ 869756 h 6858000"/>
              <a:gd name="connsiteX767" fmla="*/ 5920887 w 7467663"/>
              <a:gd name="connsiteY767" fmla="*/ 865929 h 6858000"/>
              <a:gd name="connsiteX768" fmla="*/ 5504425 w 7467663"/>
              <a:gd name="connsiteY768" fmla="*/ 848067 h 6858000"/>
              <a:gd name="connsiteX769" fmla="*/ 3607114 w 7467663"/>
              <a:gd name="connsiteY769" fmla="*/ 467441 h 6858000"/>
              <a:gd name="connsiteX770" fmla="*/ 3296242 w 7467663"/>
              <a:gd name="connsiteY770" fmla="*/ 807991 h 6858000"/>
              <a:gd name="connsiteX771" fmla="*/ 3174674 w 7467663"/>
              <a:gd name="connsiteY771" fmla="*/ 919759 h 6858000"/>
              <a:gd name="connsiteX772" fmla="*/ 3042978 w 7467663"/>
              <a:gd name="connsiteY772" fmla="*/ 1054894 h 6858000"/>
              <a:gd name="connsiteX773" fmla="*/ 2968914 w 7467663"/>
              <a:gd name="connsiteY773" fmla="*/ 1133756 h 6858000"/>
              <a:gd name="connsiteX774" fmla="*/ 3103823 w 7467663"/>
              <a:gd name="connsiteY774" fmla="*/ 1026814 h 6858000"/>
              <a:gd name="connsiteX775" fmla="*/ 3607114 w 7467663"/>
              <a:gd name="connsiteY775" fmla="*/ 467441 h 6858000"/>
              <a:gd name="connsiteX776" fmla="*/ 3744487 w 7467663"/>
              <a:gd name="connsiteY776" fmla="*/ 383136 h 6858000"/>
              <a:gd name="connsiteX777" fmla="*/ 3970213 w 7467663"/>
              <a:gd name="connsiteY777" fmla="*/ 995559 h 6858000"/>
              <a:gd name="connsiteX778" fmla="*/ 3744487 w 7467663"/>
              <a:gd name="connsiteY778" fmla="*/ 383136 h 6858000"/>
              <a:gd name="connsiteX779" fmla="*/ 3624562 w 7467663"/>
              <a:gd name="connsiteY779" fmla="*/ 367041 h 6858000"/>
              <a:gd name="connsiteX780" fmla="*/ 3489712 w 7467663"/>
              <a:gd name="connsiteY780" fmla="*/ 485386 h 6858000"/>
              <a:gd name="connsiteX781" fmla="*/ 3182994 w 7467663"/>
              <a:gd name="connsiteY781" fmla="*/ 828265 h 6858000"/>
              <a:gd name="connsiteX782" fmla="*/ 2892114 w 7467663"/>
              <a:gd name="connsiteY782" fmla="*/ 1172635 h 6858000"/>
              <a:gd name="connsiteX783" fmla="*/ 3021459 w 7467663"/>
              <a:gd name="connsiteY783" fmla="*/ 1035385 h 6858000"/>
              <a:gd name="connsiteX784" fmla="*/ 3153873 w 7467663"/>
              <a:gd name="connsiteY784" fmla="*/ 898971 h 6858000"/>
              <a:gd name="connsiteX785" fmla="*/ 3276511 w 7467663"/>
              <a:gd name="connsiteY785" fmla="*/ 786423 h 6858000"/>
              <a:gd name="connsiteX786" fmla="*/ 3584154 w 7467663"/>
              <a:gd name="connsiteY786" fmla="*/ 448218 h 6858000"/>
              <a:gd name="connsiteX787" fmla="*/ 3624562 w 7467663"/>
              <a:gd name="connsiteY787" fmla="*/ 367041 h 6858000"/>
              <a:gd name="connsiteX788" fmla="*/ 3766672 w 7467663"/>
              <a:gd name="connsiteY788" fmla="*/ 359429 h 6858000"/>
              <a:gd name="connsiteX789" fmla="*/ 3996338 w 7467663"/>
              <a:gd name="connsiteY789" fmla="*/ 968237 h 6858000"/>
              <a:gd name="connsiteX790" fmla="*/ 3766672 w 7467663"/>
              <a:gd name="connsiteY790" fmla="*/ 359429 h 6858000"/>
              <a:gd name="connsiteX791" fmla="*/ 5805386 w 7467663"/>
              <a:gd name="connsiteY791" fmla="*/ 239240 h 6858000"/>
              <a:gd name="connsiteX792" fmla="*/ 5736947 w 7467663"/>
              <a:gd name="connsiteY792" fmla="*/ 261367 h 6858000"/>
              <a:gd name="connsiteX793" fmla="*/ 5427012 w 7467663"/>
              <a:gd name="connsiteY793" fmla="*/ 311272 h 6858000"/>
              <a:gd name="connsiteX794" fmla="*/ 5147818 w 7467663"/>
              <a:gd name="connsiteY794" fmla="*/ 322112 h 6858000"/>
              <a:gd name="connsiteX795" fmla="*/ 5060854 w 7467663"/>
              <a:gd name="connsiteY795" fmla="*/ 311882 h 6858000"/>
              <a:gd name="connsiteX796" fmla="*/ 4945989 w 7467663"/>
              <a:gd name="connsiteY796" fmla="*/ 300516 h 6858000"/>
              <a:gd name="connsiteX797" fmla="*/ 5410479 w 7467663"/>
              <a:gd name="connsiteY797" fmla="*/ 348434 h 6858000"/>
              <a:gd name="connsiteX798" fmla="*/ 5805386 w 7467663"/>
              <a:gd name="connsiteY798" fmla="*/ 239240 h 6858000"/>
              <a:gd name="connsiteX799" fmla="*/ 5905192 w 7467663"/>
              <a:gd name="connsiteY799" fmla="*/ 163079 h 6858000"/>
              <a:gd name="connsiteX800" fmla="*/ 5865655 w 7467663"/>
              <a:gd name="connsiteY800" fmla="*/ 171901 h 6858000"/>
              <a:gd name="connsiteX801" fmla="*/ 5259740 w 7467663"/>
              <a:gd name="connsiteY801" fmla="*/ 257013 h 6858000"/>
              <a:gd name="connsiteX802" fmla="*/ 5208466 w 7467663"/>
              <a:gd name="connsiteY802" fmla="*/ 257550 h 6858000"/>
              <a:gd name="connsiteX803" fmla="*/ 4980204 w 7467663"/>
              <a:gd name="connsiteY803" fmla="*/ 271903 h 6858000"/>
              <a:gd name="connsiteX804" fmla="*/ 5068068 w 7467663"/>
              <a:gd name="connsiteY804" fmla="*/ 282244 h 6858000"/>
              <a:gd name="connsiteX805" fmla="*/ 5153231 w 7467663"/>
              <a:gd name="connsiteY805" fmla="*/ 292240 h 6858000"/>
              <a:gd name="connsiteX806" fmla="*/ 5426491 w 7467663"/>
              <a:gd name="connsiteY806" fmla="*/ 281128 h 6858000"/>
              <a:gd name="connsiteX807" fmla="*/ 5731212 w 7467663"/>
              <a:gd name="connsiteY807" fmla="*/ 231951 h 6858000"/>
              <a:gd name="connsiteX808" fmla="*/ 5905192 w 7467663"/>
              <a:gd name="connsiteY808" fmla="*/ 163079 h 6858000"/>
              <a:gd name="connsiteX809" fmla="*/ 5944437 w 7467663"/>
              <a:gd name="connsiteY809" fmla="*/ 113829 h 6858000"/>
              <a:gd name="connsiteX810" fmla="*/ 5825032 w 7467663"/>
              <a:gd name="connsiteY810" fmla="*/ 146405 h 6858000"/>
              <a:gd name="connsiteX811" fmla="*/ 4955599 w 7467663"/>
              <a:gd name="connsiteY811" fmla="*/ 247008 h 6858000"/>
              <a:gd name="connsiteX812" fmla="*/ 5210104 w 7467663"/>
              <a:gd name="connsiteY812" fmla="*/ 228123 h 6858000"/>
              <a:gd name="connsiteX813" fmla="*/ 5261015 w 7467663"/>
              <a:gd name="connsiteY813" fmla="*/ 227087 h 6858000"/>
              <a:gd name="connsiteX814" fmla="*/ 5861181 w 7467663"/>
              <a:gd name="connsiteY814" fmla="*/ 143093 h 6858000"/>
              <a:gd name="connsiteX815" fmla="*/ 5961252 w 7467663"/>
              <a:gd name="connsiteY815" fmla="*/ 114820 h 6858000"/>
              <a:gd name="connsiteX816" fmla="*/ 5944437 w 7467663"/>
              <a:gd name="connsiteY816" fmla="*/ 113829 h 6858000"/>
              <a:gd name="connsiteX817" fmla="*/ 3882765 w 7467663"/>
              <a:gd name="connsiteY817" fmla="*/ 0 h 6858000"/>
              <a:gd name="connsiteX818" fmla="*/ 3995099 w 7467663"/>
              <a:gd name="connsiteY818" fmla="*/ 0 h 6858000"/>
              <a:gd name="connsiteX819" fmla="*/ 4163818 w 7467663"/>
              <a:gd name="connsiteY819" fmla="*/ 234104 h 6858000"/>
              <a:gd name="connsiteX820" fmla="*/ 4172099 w 7467663"/>
              <a:gd name="connsiteY820" fmla="*/ 234207 h 6858000"/>
              <a:gd name="connsiteX821" fmla="*/ 4784282 w 7467663"/>
              <a:gd name="connsiteY821" fmla="*/ 276561 h 6858000"/>
              <a:gd name="connsiteX822" fmla="*/ 4801687 w 7467663"/>
              <a:gd name="connsiteY822" fmla="*/ 267764 h 6858000"/>
              <a:gd name="connsiteX823" fmla="*/ 6082788 w 7467663"/>
              <a:gd name="connsiteY823" fmla="*/ 64119 h 6858000"/>
              <a:gd name="connsiteX824" fmla="*/ 6099442 w 7467663"/>
              <a:gd name="connsiteY824" fmla="*/ 82568 h 6858000"/>
              <a:gd name="connsiteX825" fmla="*/ 4804137 w 7467663"/>
              <a:gd name="connsiteY825" fmla="*/ 320931 h 6858000"/>
              <a:gd name="connsiteX826" fmla="*/ 4227047 w 7467663"/>
              <a:gd name="connsiteY826" fmla="*/ 313415 h 6858000"/>
              <a:gd name="connsiteX827" fmla="*/ 4346041 w 7467663"/>
              <a:gd name="connsiteY827" fmla="*/ 456086 h 6858000"/>
              <a:gd name="connsiteX828" fmla="*/ 4870967 w 7467663"/>
              <a:gd name="connsiteY828" fmla="*/ 963061 h 6858000"/>
              <a:gd name="connsiteX829" fmla="*/ 4889647 w 7467663"/>
              <a:gd name="connsiteY829" fmla="*/ 957147 h 6858000"/>
              <a:gd name="connsiteX830" fmla="*/ 5422504 w 7467663"/>
              <a:gd name="connsiteY830" fmla="*/ 805191 h 6858000"/>
              <a:gd name="connsiteX831" fmla="*/ 6087656 w 7467663"/>
              <a:gd name="connsiteY831" fmla="*/ 826703 h 6858000"/>
              <a:gd name="connsiteX832" fmla="*/ 6058717 w 7467663"/>
              <a:gd name="connsiteY832" fmla="*/ 865992 h 6858000"/>
              <a:gd name="connsiteX833" fmla="*/ 4974153 w 7467663"/>
              <a:gd name="connsiteY833" fmla="*/ 1045456 h 6858000"/>
              <a:gd name="connsiteX834" fmla="*/ 5627835 w 7467663"/>
              <a:gd name="connsiteY834" fmla="*/ 1472077 h 6858000"/>
              <a:gd name="connsiteX835" fmla="*/ 5629817 w 7467663"/>
              <a:gd name="connsiteY835" fmla="*/ 1471412 h 6858000"/>
              <a:gd name="connsiteX836" fmla="*/ 5634124 w 7467663"/>
              <a:gd name="connsiteY836" fmla="*/ 1470572 h 6858000"/>
              <a:gd name="connsiteX837" fmla="*/ 5755832 w 7467663"/>
              <a:gd name="connsiteY837" fmla="*/ 1383886 h 6858000"/>
              <a:gd name="connsiteX838" fmla="*/ 6014186 w 7467663"/>
              <a:gd name="connsiteY838" fmla="*/ 1279799 h 6858000"/>
              <a:gd name="connsiteX839" fmla="*/ 6901619 w 7467663"/>
              <a:gd name="connsiteY839" fmla="*/ 1047874 h 6858000"/>
              <a:gd name="connsiteX840" fmla="*/ 6931566 w 7467663"/>
              <a:gd name="connsiteY840" fmla="*/ 1062034 h 6858000"/>
              <a:gd name="connsiteX841" fmla="*/ 5790982 w 7467663"/>
              <a:gd name="connsiteY841" fmla="*/ 1561380 h 6858000"/>
              <a:gd name="connsiteX842" fmla="*/ 6188971 w 7467663"/>
              <a:gd name="connsiteY842" fmla="*/ 1755168 h 6858000"/>
              <a:gd name="connsiteX843" fmla="*/ 6202446 w 7467663"/>
              <a:gd name="connsiteY843" fmla="*/ 1752268 h 6858000"/>
              <a:gd name="connsiteX844" fmla="*/ 7179560 w 7467663"/>
              <a:gd name="connsiteY844" fmla="*/ 1467551 h 6858000"/>
              <a:gd name="connsiteX845" fmla="*/ 7158730 w 7467663"/>
              <a:gd name="connsiteY845" fmla="*/ 1507835 h 6858000"/>
              <a:gd name="connsiteX846" fmla="*/ 6326959 w 7467663"/>
              <a:gd name="connsiteY846" fmla="*/ 1817686 h 6858000"/>
              <a:gd name="connsiteX847" fmla="*/ 6537433 w 7467663"/>
              <a:gd name="connsiteY847" fmla="*/ 1907790 h 6858000"/>
              <a:gd name="connsiteX848" fmla="*/ 6550221 w 7467663"/>
              <a:gd name="connsiteY848" fmla="*/ 1910729 h 6858000"/>
              <a:gd name="connsiteX849" fmla="*/ 6964438 w 7467663"/>
              <a:gd name="connsiteY849" fmla="*/ 2209505 h 6858000"/>
              <a:gd name="connsiteX850" fmla="*/ 7367862 w 7467663"/>
              <a:gd name="connsiteY850" fmla="*/ 2806833 h 6858000"/>
              <a:gd name="connsiteX851" fmla="*/ 7364329 w 7467663"/>
              <a:gd name="connsiteY851" fmla="*/ 2826907 h 6858000"/>
              <a:gd name="connsiteX852" fmla="*/ 7290545 w 7467663"/>
              <a:gd name="connsiteY852" fmla="*/ 2850663 h 6858000"/>
              <a:gd name="connsiteX853" fmla="*/ 6472036 w 7467663"/>
              <a:gd name="connsiteY853" fmla="*/ 1959003 h 6858000"/>
              <a:gd name="connsiteX854" fmla="*/ 5792897 w 7467663"/>
              <a:gd name="connsiteY854" fmla="*/ 1647747 h 6858000"/>
              <a:gd name="connsiteX855" fmla="*/ 5842751 w 7467663"/>
              <a:gd name="connsiteY855" fmla="*/ 1816112 h 6858000"/>
              <a:gd name="connsiteX856" fmla="*/ 5847424 w 7467663"/>
              <a:gd name="connsiteY856" fmla="*/ 1815776 h 6858000"/>
              <a:gd name="connsiteX857" fmla="*/ 6399821 w 7467663"/>
              <a:gd name="connsiteY857" fmla="*/ 2344799 h 6858000"/>
              <a:gd name="connsiteX858" fmla="*/ 6323232 w 7467663"/>
              <a:gd name="connsiteY858" fmla="*/ 2389634 h 6858000"/>
              <a:gd name="connsiteX859" fmla="*/ 5942958 w 7467663"/>
              <a:gd name="connsiteY859" fmla="*/ 2077708 h 6858000"/>
              <a:gd name="connsiteX860" fmla="*/ 5921559 w 7467663"/>
              <a:gd name="connsiteY860" fmla="*/ 2378596 h 6858000"/>
              <a:gd name="connsiteX861" fmla="*/ 5817651 w 7467663"/>
              <a:gd name="connsiteY861" fmla="*/ 3023919 h 6858000"/>
              <a:gd name="connsiteX862" fmla="*/ 5729634 w 7467663"/>
              <a:gd name="connsiteY862" fmla="*/ 3051849 h 6858000"/>
              <a:gd name="connsiteX863" fmla="*/ 5611018 w 7467663"/>
              <a:gd name="connsiteY863" fmla="*/ 2316769 h 6858000"/>
              <a:gd name="connsiteX864" fmla="*/ 5687608 w 7467663"/>
              <a:gd name="connsiteY864" fmla="*/ 2039972 h 6858000"/>
              <a:gd name="connsiteX865" fmla="*/ 5657554 w 7467663"/>
              <a:gd name="connsiteY865" fmla="*/ 1576445 h 6858000"/>
              <a:gd name="connsiteX866" fmla="*/ 5150475 w 7467663"/>
              <a:gd name="connsiteY866" fmla="*/ 1274012 h 6858000"/>
              <a:gd name="connsiteX867" fmla="*/ 5349142 w 7467663"/>
              <a:gd name="connsiteY867" fmla="*/ 2204405 h 6858000"/>
              <a:gd name="connsiteX868" fmla="*/ 5262214 w 7467663"/>
              <a:gd name="connsiteY868" fmla="*/ 2233836 h 6858000"/>
              <a:gd name="connsiteX869" fmla="*/ 4981539 w 7467663"/>
              <a:gd name="connsiteY869" fmla="*/ 1542201 h 6858000"/>
              <a:gd name="connsiteX870" fmla="*/ 4958461 w 7467663"/>
              <a:gd name="connsiteY870" fmla="*/ 1136957 h 6858000"/>
              <a:gd name="connsiteX871" fmla="*/ 4655015 w 7467663"/>
              <a:gd name="connsiteY871" fmla="*/ 891426 h 6858000"/>
              <a:gd name="connsiteX872" fmla="*/ 4348002 w 7467663"/>
              <a:gd name="connsiteY872" fmla="*/ 2205895 h 6858000"/>
              <a:gd name="connsiteX873" fmla="*/ 4262250 w 7467663"/>
              <a:gd name="connsiteY873" fmla="*/ 2219972 h 6858000"/>
              <a:gd name="connsiteX874" fmla="*/ 4550611 w 7467663"/>
              <a:gd name="connsiteY874" fmla="*/ 817540 h 6858000"/>
              <a:gd name="connsiteX875" fmla="*/ 4564418 w 7467663"/>
              <a:gd name="connsiteY875" fmla="*/ 808293 h 6858000"/>
              <a:gd name="connsiteX876" fmla="*/ 4266388 w 7467663"/>
              <a:gd name="connsiteY876" fmla="*/ 500083 h 6858000"/>
              <a:gd name="connsiteX877" fmla="*/ 4032842 w 7467663"/>
              <a:gd name="connsiteY877" fmla="*/ 211809 h 6858000"/>
              <a:gd name="connsiteX878" fmla="*/ 3882765 w 7467663"/>
              <a:gd name="connsiteY878" fmla="*/ 0 h 6858000"/>
              <a:gd name="connsiteX879" fmla="*/ 3721337 w 7467663"/>
              <a:gd name="connsiteY879" fmla="*/ 0 h 6858000"/>
              <a:gd name="connsiteX880" fmla="*/ 3797544 w 7467663"/>
              <a:gd name="connsiteY880" fmla="*/ 0 h 6858000"/>
              <a:gd name="connsiteX881" fmla="*/ 3775734 w 7467663"/>
              <a:gd name="connsiteY881" fmla="*/ 95131 h 6858000"/>
              <a:gd name="connsiteX882" fmla="*/ 3724807 w 7467663"/>
              <a:gd name="connsiteY882" fmla="*/ 272257 h 6858000"/>
              <a:gd name="connsiteX883" fmla="*/ 3726844 w 7467663"/>
              <a:gd name="connsiteY883" fmla="*/ 282988 h 6858000"/>
              <a:gd name="connsiteX884" fmla="*/ 3742664 w 7467663"/>
              <a:gd name="connsiteY884" fmla="*/ 279918 h 6858000"/>
              <a:gd name="connsiteX885" fmla="*/ 4103910 w 7467663"/>
              <a:gd name="connsiteY885" fmla="*/ 1161917 h 6858000"/>
              <a:gd name="connsiteX886" fmla="*/ 4020269 w 7467663"/>
              <a:gd name="connsiteY886" fmla="*/ 1200406 h 6858000"/>
              <a:gd name="connsiteX887" fmla="*/ 3674882 w 7467663"/>
              <a:gd name="connsiteY887" fmla="*/ 488524 h 6858000"/>
              <a:gd name="connsiteX888" fmla="*/ 3132682 w 7467663"/>
              <a:gd name="connsiteY888" fmla="*/ 1072284 h 6858000"/>
              <a:gd name="connsiteX889" fmla="*/ 2716346 w 7467663"/>
              <a:gd name="connsiteY889" fmla="*/ 1276376 h 6858000"/>
              <a:gd name="connsiteX890" fmla="*/ 2716772 w 7467663"/>
              <a:gd name="connsiteY890" fmla="*/ 1255462 h 6858000"/>
              <a:gd name="connsiteX891" fmla="*/ 3471096 w 7467663"/>
              <a:gd name="connsiteY891" fmla="*/ 437072 h 6858000"/>
              <a:gd name="connsiteX892" fmla="*/ 3639057 w 7467663"/>
              <a:gd name="connsiteY892" fmla="*/ 286334 h 6858000"/>
              <a:gd name="connsiteX893" fmla="*/ 3640309 w 7467663"/>
              <a:gd name="connsiteY893" fmla="*/ 284664 h 6858000"/>
              <a:gd name="connsiteX894" fmla="*/ 3646022 w 7467663"/>
              <a:gd name="connsiteY894" fmla="*/ 276711 h 6858000"/>
              <a:gd name="connsiteX895" fmla="*/ 3707943 w 7467663"/>
              <a:gd name="connsiteY895" fmla="*/ 65958 h 6858000"/>
              <a:gd name="connsiteX896" fmla="*/ 3721337 w 7467663"/>
              <a:gd name="connsiteY896" fmla="*/ 0 h 6858000"/>
              <a:gd name="connsiteX897" fmla="*/ 2867960 w 7467663"/>
              <a:gd name="connsiteY897" fmla="*/ 0 h 6858000"/>
              <a:gd name="connsiteX898" fmla="*/ 2926351 w 7467663"/>
              <a:gd name="connsiteY898" fmla="*/ 0 h 6858000"/>
              <a:gd name="connsiteX899" fmla="*/ 2902823 w 7467663"/>
              <a:gd name="connsiteY899" fmla="*/ 262929 h 6858000"/>
              <a:gd name="connsiteX900" fmla="*/ 2940663 w 7467663"/>
              <a:gd name="connsiteY900" fmla="*/ 140884 h 6858000"/>
              <a:gd name="connsiteX901" fmla="*/ 2947039 w 7467663"/>
              <a:gd name="connsiteY901" fmla="*/ 122524 h 6858000"/>
              <a:gd name="connsiteX902" fmla="*/ 2984316 w 7467663"/>
              <a:gd name="connsiteY902" fmla="*/ 0 h 6858000"/>
              <a:gd name="connsiteX903" fmla="*/ 3016114 w 7467663"/>
              <a:gd name="connsiteY903" fmla="*/ 0 h 6858000"/>
              <a:gd name="connsiteX904" fmla="*/ 2979949 w 7467663"/>
              <a:gd name="connsiteY904" fmla="*/ 119274 h 6858000"/>
              <a:gd name="connsiteX905" fmla="*/ 3023879 w 7467663"/>
              <a:gd name="connsiteY905" fmla="*/ 0 h 6858000"/>
              <a:gd name="connsiteX906" fmla="*/ 3105400 w 7467663"/>
              <a:gd name="connsiteY906" fmla="*/ 0 h 6858000"/>
              <a:gd name="connsiteX907" fmla="*/ 3094669 w 7467663"/>
              <a:gd name="connsiteY907" fmla="*/ 30308 h 6858000"/>
              <a:gd name="connsiteX908" fmla="*/ 2901945 w 7467663"/>
              <a:gd name="connsiteY908" fmla="*/ 466538 h 6858000"/>
              <a:gd name="connsiteX909" fmla="*/ 2815209 w 7467663"/>
              <a:gd name="connsiteY909" fmla="*/ 497361 h 6858000"/>
              <a:gd name="connsiteX910" fmla="*/ 2844845 w 7467663"/>
              <a:gd name="connsiteY910" fmla="*/ 127638 h 6858000"/>
              <a:gd name="connsiteX911" fmla="*/ 2867960 w 7467663"/>
              <a:gd name="connsiteY911" fmla="*/ 0 h 6858000"/>
              <a:gd name="connsiteX912" fmla="*/ 1057230 w 7467663"/>
              <a:gd name="connsiteY912" fmla="*/ 0 h 6858000"/>
              <a:gd name="connsiteX913" fmla="*/ 1111003 w 7467663"/>
              <a:gd name="connsiteY913" fmla="*/ 0 h 6858000"/>
              <a:gd name="connsiteX914" fmla="*/ 1125553 w 7467663"/>
              <a:gd name="connsiteY914" fmla="*/ 52588 h 6858000"/>
              <a:gd name="connsiteX915" fmla="*/ 1304276 w 7467663"/>
              <a:gd name="connsiteY915" fmla="*/ 476275 h 6858000"/>
              <a:gd name="connsiteX916" fmla="*/ 1492066 w 7467663"/>
              <a:gd name="connsiteY916" fmla="*/ 886333 h 6858000"/>
              <a:gd name="connsiteX917" fmla="*/ 1423698 w 7467663"/>
              <a:gd name="connsiteY917" fmla="*/ 710817 h 6858000"/>
              <a:gd name="connsiteX918" fmla="*/ 1357609 w 7467663"/>
              <a:gd name="connsiteY918" fmla="*/ 532892 h 6858000"/>
              <a:gd name="connsiteX919" fmla="*/ 1309550 w 7467663"/>
              <a:gd name="connsiteY919" fmla="*/ 374031 h 6858000"/>
              <a:gd name="connsiteX920" fmla="*/ 1193673 w 7467663"/>
              <a:gd name="connsiteY920" fmla="*/ 49533 h 6858000"/>
              <a:gd name="connsiteX921" fmla="*/ 1164391 w 7467663"/>
              <a:gd name="connsiteY921" fmla="*/ 0 h 6858000"/>
              <a:gd name="connsiteX922" fmla="*/ 1200666 w 7467663"/>
              <a:gd name="connsiteY922" fmla="*/ 0 h 6858000"/>
              <a:gd name="connsiteX923" fmla="*/ 1223408 w 7467663"/>
              <a:gd name="connsiteY923" fmla="*/ 38996 h 6858000"/>
              <a:gd name="connsiteX924" fmla="*/ 1339635 w 7467663"/>
              <a:gd name="connsiteY924" fmla="*/ 365517 h 6858000"/>
              <a:gd name="connsiteX925" fmla="*/ 1387469 w 7467663"/>
              <a:gd name="connsiteY925" fmla="*/ 523079 h 6858000"/>
              <a:gd name="connsiteX926" fmla="*/ 1452685 w 7467663"/>
              <a:gd name="connsiteY926" fmla="*/ 699806 h 6858000"/>
              <a:gd name="connsiteX927" fmla="*/ 1492092 w 7467663"/>
              <a:gd name="connsiteY927" fmla="*/ 800424 h 6858000"/>
              <a:gd name="connsiteX928" fmla="*/ 1455302 w 7467663"/>
              <a:gd name="connsiteY928" fmla="*/ 632913 h 6858000"/>
              <a:gd name="connsiteX929" fmla="*/ 1222336 w 7467663"/>
              <a:gd name="connsiteY929" fmla="*/ 9480 h 6858000"/>
              <a:gd name="connsiteX930" fmla="*/ 1214634 w 7467663"/>
              <a:gd name="connsiteY930" fmla="*/ 0 h 6858000"/>
              <a:gd name="connsiteX931" fmla="*/ 1289827 w 7467663"/>
              <a:gd name="connsiteY931" fmla="*/ 0 h 6858000"/>
              <a:gd name="connsiteX932" fmla="*/ 1321076 w 7467663"/>
              <a:gd name="connsiteY932" fmla="*/ 59722 h 6858000"/>
              <a:gd name="connsiteX933" fmla="*/ 1512579 w 7467663"/>
              <a:gd name="connsiteY933" fmla="*/ 626441 h 6858000"/>
              <a:gd name="connsiteX934" fmla="*/ 1506076 w 7467663"/>
              <a:gd name="connsiteY934" fmla="*/ 1089289 h 6858000"/>
              <a:gd name="connsiteX935" fmla="*/ 1486346 w 7467663"/>
              <a:gd name="connsiteY935" fmla="*/ 1079919 h 6858000"/>
              <a:gd name="connsiteX936" fmla="*/ 1070511 w 7467663"/>
              <a:gd name="connsiteY936" fmla="*/ 48609 h 6858000"/>
              <a:gd name="connsiteX937" fmla="*/ 1057230 w 7467663"/>
              <a:gd name="connsiteY937" fmla="*/ 0 h 6858000"/>
              <a:gd name="connsiteX938" fmla="*/ 43151 w 7467663"/>
              <a:gd name="connsiteY938" fmla="*/ 0 h 6858000"/>
              <a:gd name="connsiteX939" fmla="*/ 95283 w 7467663"/>
              <a:gd name="connsiteY939" fmla="*/ 0 h 6858000"/>
              <a:gd name="connsiteX940" fmla="*/ 300708 w 7467663"/>
              <a:gd name="connsiteY940" fmla="*/ 154571 h 6858000"/>
              <a:gd name="connsiteX941" fmla="*/ 530414 w 7467663"/>
              <a:gd name="connsiteY941" fmla="*/ 354673 h 6858000"/>
              <a:gd name="connsiteX942" fmla="*/ 333785 w 7467663"/>
              <a:gd name="connsiteY942" fmla="*/ 161564 h 6858000"/>
              <a:gd name="connsiteX943" fmla="*/ 147005 w 7467663"/>
              <a:gd name="connsiteY943" fmla="*/ 0 h 6858000"/>
              <a:gd name="connsiteX944" fmla="*/ 272509 w 7467663"/>
              <a:gd name="connsiteY944" fmla="*/ 0 h 6858000"/>
              <a:gd name="connsiteX945" fmla="*/ 326276 w 7467663"/>
              <a:gd name="connsiteY945" fmla="*/ 45847 h 6858000"/>
              <a:gd name="connsiteX946" fmla="*/ 823759 w 7467663"/>
              <a:gd name="connsiteY946" fmla="*/ 574145 h 6858000"/>
              <a:gd name="connsiteX947" fmla="*/ 811254 w 7467663"/>
              <a:gd name="connsiteY947" fmla="*/ 665546 h 6858000"/>
              <a:gd name="connsiteX948" fmla="*/ 154042 w 7467663"/>
              <a:gd name="connsiteY948" fmla="*/ 261522 h 6858000"/>
              <a:gd name="connsiteX949" fmla="*/ 13550 w 7467663"/>
              <a:gd name="connsiteY949" fmla="*/ 158423 h 6858000"/>
              <a:gd name="connsiteX950" fmla="*/ 0 w 7467663"/>
              <a:gd name="connsiteY950" fmla="*/ 146618 h 6858000"/>
              <a:gd name="connsiteX951" fmla="*/ 0 w 7467663"/>
              <a:gd name="connsiteY951" fmla="*/ 59161 h 6858000"/>
              <a:gd name="connsiteX952" fmla="*/ 45427 w 7467663"/>
              <a:gd name="connsiteY952" fmla="*/ 101078 h 6858000"/>
              <a:gd name="connsiteX953" fmla="*/ 630103 w 7467663"/>
              <a:gd name="connsiteY953" fmla="*/ 485885 h 6858000"/>
              <a:gd name="connsiteX954" fmla="*/ 532040 w 7467663"/>
              <a:gd name="connsiteY954" fmla="*/ 399359 h 6858000"/>
              <a:gd name="connsiteX955" fmla="*/ 517618 w 7467663"/>
              <a:gd name="connsiteY955" fmla="*/ 385726 h 6858000"/>
              <a:gd name="connsiteX956" fmla="*/ 285074 w 7467663"/>
              <a:gd name="connsiteY956" fmla="*/ 182755 h 6858000"/>
              <a:gd name="connsiteX957" fmla="*/ 43151 w 7467663"/>
              <a:gd name="connsiteY957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67600 w 7467663"/>
              <a:gd name="connsiteY76" fmla="*/ 6334256 h 6858000"/>
              <a:gd name="connsiteX77" fmla="*/ 7454976 w 7467663"/>
              <a:gd name="connsiteY77" fmla="*/ 6318297 h 6858000"/>
              <a:gd name="connsiteX78" fmla="*/ 1456157 w 7467663"/>
              <a:gd name="connsiteY78" fmla="*/ 5371404 h 6858000"/>
              <a:gd name="connsiteX79" fmla="*/ 1244432 w 7467663"/>
              <a:gd name="connsiteY79" fmla="*/ 5385601 h 6858000"/>
              <a:gd name="connsiteX80" fmla="*/ 973990 w 7467663"/>
              <a:gd name="connsiteY80" fmla="*/ 5424940 h 6858000"/>
              <a:gd name="connsiteX81" fmla="*/ 1103809 w 7467663"/>
              <a:gd name="connsiteY81" fmla="*/ 5433720 h 6858000"/>
              <a:gd name="connsiteX82" fmla="*/ 1123454 w 7467663"/>
              <a:gd name="connsiteY82" fmla="*/ 5435727 h 6858000"/>
              <a:gd name="connsiteX83" fmla="*/ 1737017 w 7467663"/>
              <a:gd name="connsiteY83" fmla="*/ 5452183 h 6858000"/>
              <a:gd name="connsiteX84" fmla="*/ 1824397 w 7467663"/>
              <a:gd name="connsiteY84" fmla="*/ 5447757 h 6858000"/>
              <a:gd name="connsiteX85" fmla="*/ 2070059 w 7467663"/>
              <a:gd name="connsiteY85" fmla="*/ 5441660 h 6858000"/>
              <a:gd name="connsiteX86" fmla="*/ 1456157 w 7467663"/>
              <a:gd name="connsiteY86" fmla="*/ 5371404 h 6858000"/>
              <a:gd name="connsiteX87" fmla="*/ 4988186 w 7467663"/>
              <a:gd name="connsiteY87" fmla="*/ 5216467 h 6858000"/>
              <a:gd name="connsiteX88" fmla="*/ 4777334 w 7467663"/>
              <a:gd name="connsiteY88" fmla="*/ 5406072 h 6858000"/>
              <a:gd name="connsiteX89" fmla="*/ 4718341 w 7467663"/>
              <a:gd name="connsiteY89" fmla="*/ 5468043 h 6858000"/>
              <a:gd name="connsiteX90" fmla="*/ 4604655 w 7467663"/>
              <a:gd name="connsiteY90" fmla="*/ 5583434 h 6858000"/>
              <a:gd name="connsiteX91" fmla="*/ 4565074 w 7467663"/>
              <a:gd name="connsiteY91" fmla="*/ 5618550 h 6858000"/>
              <a:gd name="connsiteX92" fmla="*/ 4988186 w 7467663"/>
              <a:gd name="connsiteY92" fmla="*/ 5216467 h 6858000"/>
              <a:gd name="connsiteX93" fmla="*/ 4978032 w 7467663"/>
              <a:gd name="connsiteY93" fmla="*/ 5183809 h 6858000"/>
              <a:gd name="connsiteX94" fmla="*/ 4463413 w 7467663"/>
              <a:gd name="connsiteY94" fmla="*/ 5615162 h 6858000"/>
              <a:gd name="connsiteX95" fmla="*/ 4358134 w 7467663"/>
              <a:gd name="connsiteY95" fmla="*/ 5742791 h 6858000"/>
              <a:gd name="connsiteX96" fmla="*/ 4376219 w 7467663"/>
              <a:gd name="connsiteY96" fmla="*/ 5729027 h 6858000"/>
              <a:gd name="connsiteX97" fmla="*/ 4582340 w 7467663"/>
              <a:gd name="connsiteY97" fmla="*/ 5561037 h 6858000"/>
              <a:gd name="connsiteX98" fmla="*/ 4694684 w 7467663"/>
              <a:gd name="connsiteY98" fmla="*/ 5447098 h 6858000"/>
              <a:gd name="connsiteX99" fmla="*/ 4754123 w 7467663"/>
              <a:gd name="connsiteY99" fmla="*/ 5384643 h 6858000"/>
              <a:gd name="connsiteX100" fmla="*/ 4978032 w 7467663"/>
              <a:gd name="connsiteY100" fmla="*/ 5183809 h 6858000"/>
              <a:gd name="connsiteX101" fmla="*/ 1903353 w 7467663"/>
              <a:gd name="connsiteY101" fmla="*/ 5044827 h 6858000"/>
              <a:gd name="connsiteX102" fmla="*/ 1936931 w 7467663"/>
              <a:gd name="connsiteY102" fmla="*/ 5093954 h 6858000"/>
              <a:gd name="connsiteX103" fmla="*/ 2195868 w 7467663"/>
              <a:gd name="connsiteY103" fmla="*/ 5396574 h 6858000"/>
              <a:gd name="connsiteX104" fmla="*/ 2088852 w 7467663"/>
              <a:gd name="connsiteY104" fmla="*/ 5166123 h 6858000"/>
              <a:gd name="connsiteX105" fmla="*/ 1958241 w 7467663"/>
              <a:gd name="connsiteY105" fmla="*/ 5067955 h 6858000"/>
              <a:gd name="connsiteX106" fmla="*/ 1903353 w 7467663"/>
              <a:gd name="connsiteY106" fmla="*/ 5044827 h 6858000"/>
              <a:gd name="connsiteX107" fmla="*/ 1979378 w 7467663"/>
              <a:gd name="connsiteY107" fmla="*/ 4769504 h 6858000"/>
              <a:gd name="connsiteX108" fmla="*/ 2882120 w 7467663"/>
              <a:gd name="connsiteY108" fmla="*/ 5064547 h 6858000"/>
              <a:gd name="connsiteX109" fmla="*/ 2793103 w 7467663"/>
              <a:gd name="connsiteY109" fmla="*/ 5039699 h 6858000"/>
              <a:gd name="connsiteX110" fmla="*/ 2770041 w 7467663"/>
              <a:gd name="connsiteY110" fmla="*/ 5033634 h 6858000"/>
              <a:gd name="connsiteX111" fmla="*/ 1979378 w 7467663"/>
              <a:gd name="connsiteY111" fmla="*/ 4769504 h 6858000"/>
              <a:gd name="connsiteX112" fmla="*/ 1927410 w 7467663"/>
              <a:gd name="connsiteY112" fmla="*/ 4716164 h 6858000"/>
              <a:gd name="connsiteX113" fmla="*/ 1959587 w 7467663"/>
              <a:gd name="connsiteY113" fmla="*/ 4728849 h 6858000"/>
              <a:gd name="connsiteX114" fmla="*/ 2777707 w 7467663"/>
              <a:gd name="connsiteY114" fmla="*/ 5003991 h 6858000"/>
              <a:gd name="connsiteX115" fmla="*/ 2800768 w 7467663"/>
              <a:gd name="connsiteY115" fmla="*/ 5010056 h 6858000"/>
              <a:gd name="connsiteX116" fmla="*/ 2879408 w 7467663"/>
              <a:gd name="connsiteY116" fmla="*/ 5031590 h 6858000"/>
              <a:gd name="connsiteX117" fmla="*/ 2862295 w 7467663"/>
              <a:gd name="connsiteY117" fmla="*/ 5022958 h 6858000"/>
              <a:gd name="connsiteX118" fmla="*/ 2813343 w 7467663"/>
              <a:gd name="connsiteY118" fmla="*/ 4998369 h 6858000"/>
              <a:gd name="connsiteX119" fmla="*/ 2646245 w 7467663"/>
              <a:gd name="connsiteY119" fmla="*/ 4930999 h 6858000"/>
              <a:gd name="connsiteX120" fmla="*/ 1999243 w 7467663"/>
              <a:gd name="connsiteY120" fmla="*/ 4730524 h 6858000"/>
              <a:gd name="connsiteX121" fmla="*/ 1979527 w 7467663"/>
              <a:gd name="connsiteY121" fmla="*/ 4726651 h 6858000"/>
              <a:gd name="connsiteX122" fmla="*/ 1927410 w 7467663"/>
              <a:gd name="connsiteY122" fmla="*/ 4716164 h 6858000"/>
              <a:gd name="connsiteX123" fmla="*/ 1997014 w 7467663"/>
              <a:gd name="connsiteY123" fmla="*/ 4698007 h 6858000"/>
              <a:gd name="connsiteX124" fmla="*/ 2005458 w 7467663"/>
              <a:gd name="connsiteY124" fmla="*/ 4699540 h 6858000"/>
              <a:gd name="connsiteX125" fmla="*/ 2657186 w 7467663"/>
              <a:gd name="connsiteY125" fmla="*/ 4901687 h 6858000"/>
              <a:gd name="connsiteX126" fmla="*/ 2826662 w 7467663"/>
              <a:gd name="connsiteY126" fmla="*/ 4970362 h 6858000"/>
              <a:gd name="connsiteX127" fmla="*/ 2876100 w 7467663"/>
              <a:gd name="connsiteY127" fmla="*/ 4995397 h 6858000"/>
              <a:gd name="connsiteX128" fmla="*/ 3042600 w 7467663"/>
              <a:gd name="connsiteY128" fmla="*/ 5059532 h 6858000"/>
              <a:gd name="connsiteX129" fmla="*/ 1997014 w 7467663"/>
              <a:gd name="connsiteY129" fmla="*/ 4698007 h 6858000"/>
              <a:gd name="connsiteX130" fmla="*/ 2305292 w 7467663"/>
              <a:gd name="connsiteY130" fmla="*/ 4219492 h 6858000"/>
              <a:gd name="connsiteX131" fmla="*/ 3360922 w 7467663"/>
              <a:gd name="connsiteY131" fmla="*/ 4529373 h 6858000"/>
              <a:gd name="connsiteX132" fmla="*/ 3492420 w 7467663"/>
              <a:gd name="connsiteY132" fmla="*/ 4510145 h 6858000"/>
              <a:gd name="connsiteX133" fmla="*/ 3364086 w 7467663"/>
              <a:gd name="connsiteY133" fmla="*/ 4480340 h 6858000"/>
              <a:gd name="connsiteX134" fmla="*/ 3225818 w 7467663"/>
              <a:gd name="connsiteY134" fmla="*/ 4411822 h 6858000"/>
              <a:gd name="connsiteX135" fmla="*/ 3129696 w 7467663"/>
              <a:gd name="connsiteY135" fmla="*/ 4360704 h 6858000"/>
              <a:gd name="connsiteX136" fmla="*/ 2814545 w 7467663"/>
              <a:gd name="connsiteY136" fmla="*/ 4282955 h 6858000"/>
              <a:gd name="connsiteX137" fmla="*/ 2305292 w 7467663"/>
              <a:gd name="connsiteY137" fmla="*/ 4219492 h 6858000"/>
              <a:gd name="connsiteX138" fmla="*/ 2626982 w 7467663"/>
              <a:gd name="connsiteY138" fmla="*/ 4206450 h 6858000"/>
              <a:gd name="connsiteX139" fmla="*/ 2490617 w 7467663"/>
              <a:gd name="connsiteY139" fmla="*/ 4206951 h 6858000"/>
              <a:gd name="connsiteX140" fmla="*/ 2819869 w 7467663"/>
              <a:gd name="connsiteY140" fmla="*/ 4252936 h 6858000"/>
              <a:gd name="connsiteX141" fmla="*/ 3143018 w 7467663"/>
              <a:gd name="connsiteY141" fmla="*/ 4332698 h 6858000"/>
              <a:gd name="connsiteX142" fmla="*/ 3241520 w 7467663"/>
              <a:gd name="connsiteY142" fmla="*/ 4385112 h 6858000"/>
              <a:gd name="connsiteX143" fmla="*/ 3374575 w 7467663"/>
              <a:gd name="connsiteY143" fmla="*/ 4451517 h 6858000"/>
              <a:gd name="connsiteX144" fmla="*/ 3505221 w 7467663"/>
              <a:gd name="connsiteY144" fmla="*/ 4480757 h 6858000"/>
              <a:gd name="connsiteX145" fmla="*/ 2626982 w 7467663"/>
              <a:gd name="connsiteY145" fmla="*/ 4206450 h 6858000"/>
              <a:gd name="connsiteX146" fmla="*/ 1310106 w 7467663"/>
              <a:gd name="connsiteY146" fmla="*/ 3943217 h 6858000"/>
              <a:gd name="connsiteX147" fmla="*/ 854994 w 7467663"/>
              <a:gd name="connsiteY147" fmla="*/ 4399136 h 6858000"/>
              <a:gd name="connsiteX148" fmla="*/ 742462 w 7467663"/>
              <a:gd name="connsiteY148" fmla="*/ 4594648 h 6858000"/>
              <a:gd name="connsiteX149" fmla="*/ 820602 w 7467663"/>
              <a:gd name="connsiteY149" fmla="*/ 4485915 h 6858000"/>
              <a:gd name="connsiteX150" fmla="*/ 878295 w 7467663"/>
              <a:gd name="connsiteY150" fmla="*/ 4403594 h 6858000"/>
              <a:gd name="connsiteX151" fmla="*/ 1240607 w 7467663"/>
              <a:gd name="connsiteY151" fmla="*/ 4010401 h 6858000"/>
              <a:gd name="connsiteX152" fmla="*/ 1310106 w 7467663"/>
              <a:gd name="connsiteY152" fmla="*/ 3943217 h 6858000"/>
              <a:gd name="connsiteX153" fmla="*/ 1423113 w 7467663"/>
              <a:gd name="connsiteY153" fmla="*/ 3874565 h 6858000"/>
              <a:gd name="connsiteX154" fmla="*/ 1260565 w 7467663"/>
              <a:gd name="connsiteY154" fmla="*/ 4031982 h 6858000"/>
              <a:gd name="connsiteX155" fmla="*/ 901900 w 7467663"/>
              <a:gd name="connsiteY155" fmla="*/ 4421236 h 6858000"/>
              <a:gd name="connsiteX156" fmla="*/ 845044 w 7467663"/>
              <a:gd name="connsiteY156" fmla="*/ 4502436 h 6858000"/>
              <a:gd name="connsiteX157" fmla="*/ 685926 w 7467663"/>
              <a:gd name="connsiteY157" fmla="*/ 4703069 h 6858000"/>
              <a:gd name="connsiteX158" fmla="*/ 684248 w 7467663"/>
              <a:gd name="connsiteY158" fmla="*/ 4706721 h 6858000"/>
              <a:gd name="connsiteX159" fmla="*/ 1423113 w 7467663"/>
              <a:gd name="connsiteY159" fmla="*/ 3874565 h 6858000"/>
              <a:gd name="connsiteX160" fmla="*/ 3316479 w 7467663"/>
              <a:gd name="connsiteY160" fmla="*/ 3872136 h 6858000"/>
              <a:gd name="connsiteX161" fmla="*/ 3546806 w 7467663"/>
              <a:gd name="connsiteY161" fmla="*/ 4356139 h 6858000"/>
              <a:gd name="connsiteX162" fmla="*/ 3364433 w 7467663"/>
              <a:gd name="connsiteY162" fmla="*/ 3953121 h 6858000"/>
              <a:gd name="connsiteX163" fmla="*/ 3316479 w 7467663"/>
              <a:gd name="connsiteY163" fmla="*/ 3872136 h 6858000"/>
              <a:gd name="connsiteX164" fmla="*/ 3291335 w 7467663"/>
              <a:gd name="connsiteY164" fmla="*/ 3767420 h 6858000"/>
              <a:gd name="connsiteX165" fmla="*/ 3390805 w 7467663"/>
              <a:gd name="connsiteY165" fmla="*/ 3937163 h 6858000"/>
              <a:gd name="connsiteX166" fmla="*/ 3579062 w 7467663"/>
              <a:gd name="connsiteY166" fmla="*/ 4359040 h 6858000"/>
              <a:gd name="connsiteX167" fmla="*/ 3467355 w 7467663"/>
              <a:gd name="connsiteY167" fmla="*/ 3988130 h 6858000"/>
              <a:gd name="connsiteX168" fmla="*/ 3310753 w 7467663"/>
              <a:gd name="connsiteY168" fmla="*/ 3787140 h 6858000"/>
              <a:gd name="connsiteX169" fmla="*/ 3291335 w 7467663"/>
              <a:gd name="connsiteY169" fmla="*/ 3767420 h 6858000"/>
              <a:gd name="connsiteX170" fmla="*/ 1635889 w 7467663"/>
              <a:gd name="connsiteY170" fmla="*/ 3709494 h 6858000"/>
              <a:gd name="connsiteX171" fmla="*/ 1634800 w 7467663"/>
              <a:gd name="connsiteY171" fmla="*/ 3731111 h 6858000"/>
              <a:gd name="connsiteX172" fmla="*/ 1635889 w 7467663"/>
              <a:gd name="connsiteY172" fmla="*/ 3709494 h 6858000"/>
              <a:gd name="connsiteX173" fmla="*/ 1510397 w 7467663"/>
              <a:gd name="connsiteY173" fmla="*/ 3684705 h 6858000"/>
              <a:gd name="connsiteX174" fmla="*/ 1146550 w 7467663"/>
              <a:gd name="connsiteY174" fmla="*/ 3802012 h 6858000"/>
              <a:gd name="connsiteX175" fmla="*/ 698834 w 7467663"/>
              <a:gd name="connsiteY175" fmla="*/ 3952272 h 6858000"/>
              <a:gd name="connsiteX176" fmla="*/ 34256 w 7467663"/>
              <a:gd name="connsiteY176" fmla="*/ 4347603 h 6858000"/>
              <a:gd name="connsiteX177" fmla="*/ 527241 w 7467663"/>
              <a:gd name="connsiteY177" fmla="*/ 4065078 h 6858000"/>
              <a:gd name="connsiteX178" fmla="*/ 1510397 w 7467663"/>
              <a:gd name="connsiteY178" fmla="*/ 3684705 h 6858000"/>
              <a:gd name="connsiteX179" fmla="*/ 1313114 w 7467663"/>
              <a:gd name="connsiteY179" fmla="*/ 3655216 h 6858000"/>
              <a:gd name="connsiteX180" fmla="*/ 1109304 w 7467663"/>
              <a:gd name="connsiteY180" fmla="*/ 3669030 h 6858000"/>
              <a:gd name="connsiteX181" fmla="*/ 8129 w 7467663"/>
              <a:gd name="connsiteY181" fmla="*/ 4330519 h 6858000"/>
              <a:gd name="connsiteX182" fmla="*/ 687572 w 7467663"/>
              <a:gd name="connsiteY182" fmla="*/ 3925629 h 6858000"/>
              <a:gd name="connsiteX183" fmla="*/ 1138365 w 7467663"/>
              <a:gd name="connsiteY183" fmla="*/ 3774515 h 6858000"/>
              <a:gd name="connsiteX184" fmla="*/ 1505579 w 7467663"/>
              <a:gd name="connsiteY184" fmla="*/ 3655526 h 6858000"/>
              <a:gd name="connsiteX185" fmla="*/ 1313114 w 7467663"/>
              <a:gd name="connsiteY185" fmla="*/ 3655216 h 6858000"/>
              <a:gd name="connsiteX186" fmla="*/ 3655073 w 7467663"/>
              <a:gd name="connsiteY186" fmla="*/ 3650884 h 6858000"/>
              <a:gd name="connsiteX187" fmla="*/ 3989938 w 7467663"/>
              <a:gd name="connsiteY187" fmla="*/ 3991685 h 6858000"/>
              <a:gd name="connsiteX188" fmla="*/ 4393907 w 7467663"/>
              <a:gd name="connsiteY188" fmla="*/ 4261258 h 6858000"/>
              <a:gd name="connsiteX189" fmla="*/ 4648051 w 7467663"/>
              <a:gd name="connsiteY189" fmla="*/ 4374051 h 6858000"/>
              <a:gd name="connsiteX190" fmla="*/ 4383389 w 7467663"/>
              <a:gd name="connsiteY190" fmla="*/ 4184369 h 6858000"/>
              <a:gd name="connsiteX191" fmla="*/ 4165508 w 7467663"/>
              <a:gd name="connsiteY191" fmla="*/ 4035196 h 6858000"/>
              <a:gd name="connsiteX192" fmla="*/ 4068162 w 7467663"/>
              <a:gd name="connsiteY192" fmla="*/ 3953394 h 6858000"/>
              <a:gd name="connsiteX193" fmla="*/ 3981416 w 7467663"/>
              <a:gd name="connsiteY193" fmla="*/ 3880482 h 6858000"/>
              <a:gd name="connsiteX194" fmla="*/ 3800147 w 7467663"/>
              <a:gd name="connsiteY194" fmla="*/ 3749872 h 6858000"/>
              <a:gd name="connsiteX195" fmla="*/ 3655073 w 7467663"/>
              <a:gd name="connsiteY195" fmla="*/ 3650884 h 6858000"/>
              <a:gd name="connsiteX196" fmla="*/ 3670252 w 7467663"/>
              <a:gd name="connsiteY196" fmla="*/ 3622798 h 6858000"/>
              <a:gd name="connsiteX197" fmla="*/ 3817258 w 7467663"/>
              <a:gd name="connsiteY197" fmla="*/ 3723577 h 6858000"/>
              <a:gd name="connsiteX198" fmla="*/ 4000461 w 7467663"/>
              <a:gd name="connsiteY198" fmla="*/ 3855966 h 6858000"/>
              <a:gd name="connsiteX199" fmla="*/ 4088180 w 7467663"/>
              <a:gd name="connsiteY199" fmla="*/ 3929774 h 6858000"/>
              <a:gd name="connsiteX200" fmla="*/ 4184555 w 7467663"/>
              <a:gd name="connsiteY200" fmla="*/ 4010683 h 6858000"/>
              <a:gd name="connsiteX201" fmla="*/ 4399563 w 7467663"/>
              <a:gd name="connsiteY201" fmla="*/ 4158106 h 6858000"/>
              <a:gd name="connsiteX202" fmla="*/ 4684469 w 7467663"/>
              <a:gd name="connsiteY202" fmla="*/ 4364680 h 6858000"/>
              <a:gd name="connsiteX203" fmla="*/ 4690271 w 7467663"/>
              <a:gd name="connsiteY203" fmla="*/ 4370034 h 6858000"/>
              <a:gd name="connsiteX204" fmla="*/ 4136093 w 7467663"/>
              <a:gd name="connsiteY204" fmla="*/ 3858466 h 6858000"/>
              <a:gd name="connsiteX205" fmla="*/ 3670252 w 7467663"/>
              <a:gd name="connsiteY205" fmla="*/ 3622798 h 6858000"/>
              <a:gd name="connsiteX206" fmla="*/ 4440129 w 7467663"/>
              <a:gd name="connsiteY206" fmla="*/ 3448571 h 6858000"/>
              <a:gd name="connsiteX207" fmla="*/ 4856525 w 7467663"/>
              <a:gd name="connsiteY207" fmla="*/ 3915351 h 6858000"/>
              <a:gd name="connsiteX208" fmla="*/ 5059055 w 7467663"/>
              <a:gd name="connsiteY208" fmla="*/ 4108918 h 6858000"/>
              <a:gd name="connsiteX209" fmla="*/ 5290070 w 7467663"/>
              <a:gd name="connsiteY209" fmla="*/ 4263619 h 6858000"/>
              <a:gd name="connsiteX210" fmla="*/ 4834991 w 7467663"/>
              <a:gd name="connsiteY210" fmla="*/ 3830985 h 6858000"/>
              <a:gd name="connsiteX211" fmla="*/ 4440129 w 7467663"/>
              <a:gd name="connsiteY211" fmla="*/ 3448571 h 6858000"/>
              <a:gd name="connsiteX212" fmla="*/ 4441737 w 7467663"/>
              <a:gd name="connsiteY212" fmla="*/ 3399734 h 6858000"/>
              <a:gd name="connsiteX213" fmla="*/ 4431236 w 7467663"/>
              <a:gd name="connsiteY213" fmla="*/ 3400954 h 6858000"/>
              <a:gd name="connsiteX214" fmla="*/ 4557150 w 7467663"/>
              <a:gd name="connsiteY214" fmla="*/ 3510023 h 6858000"/>
              <a:gd name="connsiteX215" fmla="*/ 4856936 w 7467663"/>
              <a:gd name="connsiteY215" fmla="*/ 3809146 h 6858000"/>
              <a:gd name="connsiteX216" fmla="*/ 5111996 w 7467663"/>
              <a:gd name="connsiteY216" fmla="*/ 4065759 h 6858000"/>
              <a:gd name="connsiteX217" fmla="*/ 5388878 w 7467663"/>
              <a:gd name="connsiteY217" fmla="*/ 4300185 h 6858000"/>
              <a:gd name="connsiteX218" fmla="*/ 5425556 w 7467663"/>
              <a:gd name="connsiteY218" fmla="*/ 4308967 h 6858000"/>
              <a:gd name="connsiteX219" fmla="*/ 4943646 w 7467663"/>
              <a:gd name="connsiteY219" fmla="*/ 3822916 h 6858000"/>
              <a:gd name="connsiteX220" fmla="*/ 4594837 w 7467663"/>
              <a:gd name="connsiteY220" fmla="*/ 3532274 h 6858000"/>
              <a:gd name="connsiteX221" fmla="*/ 4441737 w 7467663"/>
              <a:gd name="connsiteY221" fmla="*/ 3399734 h 6858000"/>
              <a:gd name="connsiteX222" fmla="*/ 5425834 w 7467663"/>
              <a:gd name="connsiteY222" fmla="*/ 3162785 h 6858000"/>
              <a:gd name="connsiteX223" fmla="*/ 5401644 w 7467663"/>
              <a:gd name="connsiteY223" fmla="*/ 3617847 h 6858000"/>
              <a:gd name="connsiteX224" fmla="*/ 5467256 w 7467663"/>
              <a:gd name="connsiteY224" fmla="*/ 4175494 h 6858000"/>
              <a:gd name="connsiteX225" fmla="*/ 5448069 w 7467663"/>
              <a:gd name="connsiteY225" fmla="*/ 3567554 h 6858000"/>
              <a:gd name="connsiteX226" fmla="*/ 5425834 w 7467663"/>
              <a:gd name="connsiteY226" fmla="*/ 3162785 h 6858000"/>
              <a:gd name="connsiteX227" fmla="*/ 1318687 w 7467663"/>
              <a:gd name="connsiteY227" fmla="*/ 3113840 h 6858000"/>
              <a:gd name="connsiteX228" fmla="*/ 1066793 w 7467663"/>
              <a:gd name="connsiteY228" fmla="*/ 3212171 h 6858000"/>
              <a:gd name="connsiteX229" fmla="*/ 993319 w 7467663"/>
              <a:gd name="connsiteY229" fmla="*/ 3247648 h 6858000"/>
              <a:gd name="connsiteX230" fmla="*/ 853081 w 7467663"/>
              <a:gd name="connsiteY230" fmla="*/ 3312410 h 6858000"/>
              <a:gd name="connsiteX231" fmla="*/ 805957 w 7467663"/>
              <a:gd name="connsiteY231" fmla="*/ 3330443 h 6858000"/>
              <a:gd name="connsiteX232" fmla="*/ 1318687 w 7467663"/>
              <a:gd name="connsiteY232" fmla="*/ 3113840 h 6858000"/>
              <a:gd name="connsiteX233" fmla="*/ 5453702 w 7467663"/>
              <a:gd name="connsiteY233" fmla="*/ 3090882 h 6858000"/>
              <a:gd name="connsiteX234" fmla="*/ 5480135 w 7467663"/>
              <a:gd name="connsiteY234" fmla="*/ 3565802 h 6858000"/>
              <a:gd name="connsiteX235" fmla="*/ 5499023 w 7467663"/>
              <a:gd name="connsiteY235" fmla="*/ 4166310 h 6858000"/>
              <a:gd name="connsiteX236" fmla="*/ 5547022 w 7467663"/>
              <a:gd name="connsiteY236" fmla="*/ 3607838 h 6858000"/>
              <a:gd name="connsiteX237" fmla="*/ 5515964 w 7467663"/>
              <a:gd name="connsiteY237" fmla="*/ 3378541 h 6858000"/>
              <a:gd name="connsiteX238" fmla="*/ 5453702 w 7467663"/>
              <a:gd name="connsiteY238" fmla="*/ 3090882 h 6858000"/>
              <a:gd name="connsiteX239" fmla="*/ 1238695 w 7467663"/>
              <a:gd name="connsiteY239" fmla="*/ 3076820 h 6858000"/>
              <a:gd name="connsiteX240" fmla="*/ 716371 w 7467663"/>
              <a:gd name="connsiteY240" fmla="*/ 3293249 h 6858000"/>
              <a:gd name="connsiteX241" fmla="*/ 579522 w 7467663"/>
              <a:gd name="connsiteY241" fmla="*/ 3371759 h 6858000"/>
              <a:gd name="connsiteX242" fmla="*/ 600288 w 7467663"/>
              <a:gd name="connsiteY242" fmla="*/ 3365555 h 6858000"/>
              <a:gd name="connsiteX243" fmla="*/ 840692 w 7467663"/>
              <a:gd name="connsiteY243" fmla="*/ 3284921 h 6858000"/>
              <a:gd name="connsiteX244" fmla="*/ 979248 w 7467663"/>
              <a:gd name="connsiteY244" fmla="*/ 3221003 h 6858000"/>
              <a:gd name="connsiteX245" fmla="*/ 1053282 w 7467663"/>
              <a:gd name="connsiteY245" fmla="*/ 3185247 h 6858000"/>
              <a:gd name="connsiteX246" fmla="*/ 1320603 w 7467663"/>
              <a:gd name="connsiteY246" fmla="*/ 3081281 h 6858000"/>
              <a:gd name="connsiteX247" fmla="*/ 1238695 w 7467663"/>
              <a:gd name="connsiteY247" fmla="*/ 3076820 h 6858000"/>
              <a:gd name="connsiteX248" fmla="*/ 5425627 w 7467663"/>
              <a:gd name="connsiteY248" fmla="*/ 2954192 h 6858000"/>
              <a:gd name="connsiteX249" fmla="*/ 5470770 w 7467663"/>
              <a:gd name="connsiteY249" fmla="*/ 3005435 h 6858000"/>
              <a:gd name="connsiteX250" fmla="*/ 5519779 w 7467663"/>
              <a:gd name="connsiteY250" fmla="*/ 4359223 h 6858000"/>
              <a:gd name="connsiteX251" fmla="*/ 5520293 w 7467663"/>
              <a:gd name="connsiteY251" fmla="*/ 4360602 h 6858000"/>
              <a:gd name="connsiteX252" fmla="*/ 5767221 w 7467663"/>
              <a:gd name="connsiteY252" fmla="*/ 4665564 h 6858000"/>
              <a:gd name="connsiteX253" fmla="*/ 6937169 w 7467663"/>
              <a:gd name="connsiteY253" fmla="*/ 4815941 h 6858000"/>
              <a:gd name="connsiteX254" fmla="*/ 6953922 w 7467663"/>
              <a:gd name="connsiteY254" fmla="*/ 4890068 h 6858000"/>
              <a:gd name="connsiteX255" fmla="*/ 6071359 w 7467663"/>
              <a:gd name="connsiteY255" fmla="*/ 4770770 h 6858000"/>
              <a:gd name="connsiteX256" fmla="*/ 6038839 w 7467663"/>
              <a:gd name="connsiteY256" fmla="*/ 4764474 h 6858000"/>
              <a:gd name="connsiteX257" fmla="*/ 6038706 w 7467663"/>
              <a:gd name="connsiteY257" fmla="*/ 4763847 h 6858000"/>
              <a:gd name="connsiteX258" fmla="*/ 6037784 w 7467663"/>
              <a:gd name="connsiteY258" fmla="*/ 4764270 h 6858000"/>
              <a:gd name="connsiteX259" fmla="*/ 6038839 w 7467663"/>
              <a:gd name="connsiteY259" fmla="*/ 4764474 h 6858000"/>
              <a:gd name="connsiteX260" fmla="*/ 6040338 w 7467663"/>
              <a:gd name="connsiteY260" fmla="*/ 4771418 h 6858000"/>
              <a:gd name="connsiteX261" fmla="*/ 6024488 w 7467663"/>
              <a:gd name="connsiteY261" fmla="*/ 4809903 h 6858000"/>
              <a:gd name="connsiteX262" fmla="*/ 5599771 w 7467663"/>
              <a:gd name="connsiteY262" fmla="*/ 5509652 h 6858000"/>
              <a:gd name="connsiteX263" fmla="*/ 5548843 w 7467663"/>
              <a:gd name="connsiteY263" fmla="*/ 5563845 h 6858000"/>
              <a:gd name="connsiteX264" fmla="*/ 5940952 w 7467663"/>
              <a:gd name="connsiteY264" fmla="*/ 6250028 h 6858000"/>
              <a:gd name="connsiteX265" fmla="*/ 6043441 w 7467663"/>
              <a:gd name="connsiteY265" fmla="*/ 6665847 h 6858000"/>
              <a:gd name="connsiteX266" fmla="*/ 6093432 w 7467663"/>
              <a:gd name="connsiteY266" fmla="*/ 6858000 h 6858000"/>
              <a:gd name="connsiteX267" fmla="*/ 6034344 w 7467663"/>
              <a:gd name="connsiteY267" fmla="*/ 6858000 h 6858000"/>
              <a:gd name="connsiteX268" fmla="*/ 6026679 w 7467663"/>
              <a:gd name="connsiteY268" fmla="*/ 6836959 h 6858000"/>
              <a:gd name="connsiteX269" fmla="*/ 5800441 w 7467663"/>
              <a:gd name="connsiteY269" fmla="*/ 6335286 h 6858000"/>
              <a:gd name="connsiteX270" fmla="*/ 5526562 w 7467663"/>
              <a:gd name="connsiteY270" fmla="*/ 5705388 h 6858000"/>
              <a:gd name="connsiteX271" fmla="*/ 5519640 w 7467663"/>
              <a:gd name="connsiteY271" fmla="*/ 5683774 h 6858000"/>
              <a:gd name="connsiteX272" fmla="*/ 5844559 w 7467663"/>
              <a:gd name="connsiteY272" fmla="*/ 6553349 h 6858000"/>
              <a:gd name="connsiteX273" fmla="*/ 5975994 w 7467663"/>
              <a:gd name="connsiteY273" fmla="*/ 6858000 h 6858000"/>
              <a:gd name="connsiteX274" fmla="*/ 5898547 w 7467663"/>
              <a:gd name="connsiteY274" fmla="*/ 6858000 h 6858000"/>
              <a:gd name="connsiteX275" fmla="*/ 5682041 w 7467663"/>
              <a:gd name="connsiteY275" fmla="*/ 6355860 h 6858000"/>
              <a:gd name="connsiteX276" fmla="*/ 5461758 w 7467663"/>
              <a:gd name="connsiteY276" fmla="*/ 5820220 h 6858000"/>
              <a:gd name="connsiteX277" fmla="*/ 5237282 w 7467663"/>
              <a:gd name="connsiteY277" fmla="*/ 6579086 h 6858000"/>
              <a:gd name="connsiteX278" fmla="*/ 5115009 w 7467663"/>
              <a:gd name="connsiteY278" fmla="*/ 6858000 h 6858000"/>
              <a:gd name="connsiteX279" fmla="*/ 5028074 w 7467663"/>
              <a:gd name="connsiteY279" fmla="*/ 6858000 h 6858000"/>
              <a:gd name="connsiteX280" fmla="*/ 5079508 w 7467663"/>
              <a:gd name="connsiteY280" fmla="*/ 6749074 h 6858000"/>
              <a:gd name="connsiteX281" fmla="*/ 5371846 w 7467663"/>
              <a:gd name="connsiteY281" fmla="*/ 5924413 h 6858000"/>
              <a:gd name="connsiteX282" fmla="*/ 5270512 w 7467663"/>
              <a:gd name="connsiteY282" fmla="*/ 6138975 h 6858000"/>
              <a:gd name="connsiteX283" fmla="*/ 5062409 w 7467663"/>
              <a:gd name="connsiteY283" fmla="*/ 6653544 h 6858000"/>
              <a:gd name="connsiteX284" fmla="*/ 5036628 w 7467663"/>
              <a:gd name="connsiteY284" fmla="*/ 6754247 h 6858000"/>
              <a:gd name="connsiteX285" fmla="*/ 5009112 w 7467663"/>
              <a:gd name="connsiteY285" fmla="*/ 6858000 h 6858000"/>
              <a:gd name="connsiteX286" fmla="*/ 4976679 w 7467663"/>
              <a:gd name="connsiteY286" fmla="*/ 6858000 h 6858000"/>
              <a:gd name="connsiteX287" fmla="*/ 5006537 w 7467663"/>
              <a:gd name="connsiteY287" fmla="*/ 6747068 h 6858000"/>
              <a:gd name="connsiteX288" fmla="*/ 5032723 w 7467663"/>
              <a:gd name="connsiteY288" fmla="*/ 6644957 h 6858000"/>
              <a:gd name="connsiteX289" fmla="*/ 5242949 w 7467663"/>
              <a:gd name="connsiteY289" fmla="*/ 6125175 h 6858000"/>
              <a:gd name="connsiteX290" fmla="*/ 5286321 w 7467663"/>
              <a:gd name="connsiteY290" fmla="*/ 6033555 h 6858000"/>
              <a:gd name="connsiteX291" fmla="*/ 5008210 w 7467663"/>
              <a:gd name="connsiteY291" fmla="*/ 6649194 h 6858000"/>
              <a:gd name="connsiteX292" fmla="*/ 4986321 w 7467663"/>
              <a:gd name="connsiteY292" fmla="*/ 6765687 h 6858000"/>
              <a:gd name="connsiteX293" fmla="*/ 4973474 w 7467663"/>
              <a:gd name="connsiteY293" fmla="*/ 6858000 h 6858000"/>
              <a:gd name="connsiteX294" fmla="*/ 4907178 w 7467663"/>
              <a:gd name="connsiteY294" fmla="*/ 6858000 h 6858000"/>
              <a:gd name="connsiteX295" fmla="*/ 4910810 w 7467663"/>
              <a:gd name="connsiteY295" fmla="*/ 6829660 h 6858000"/>
              <a:gd name="connsiteX296" fmla="*/ 4987461 w 7467663"/>
              <a:gd name="connsiteY296" fmla="*/ 6432994 h 6858000"/>
              <a:gd name="connsiteX297" fmla="*/ 5179262 w 7467663"/>
              <a:gd name="connsiteY297" fmla="*/ 6035044 h 6858000"/>
              <a:gd name="connsiteX298" fmla="*/ 4689678 w 7467663"/>
              <a:gd name="connsiteY298" fmla="*/ 6440241 h 6858000"/>
              <a:gd name="connsiteX299" fmla="*/ 4477543 w 7467663"/>
              <a:gd name="connsiteY299" fmla="*/ 6674836 h 6858000"/>
              <a:gd name="connsiteX300" fmla="*/ 4329957 w 7467663"/>
              <a:gd name="connsiteY300" fmla="*/ 6858000 h 6858000"/>
              <a:gd name="connsiteX301" fmla="*/ 4218595 w 7467663"/>
              <a:gd name="connsiteY301" fmla="*/ 6858000 h 6858000"/>
              <a:gd name="connsiteX302" fmla="*/ 4368888 w 7467663"/>
              <a:gd name="connsiteY302" fmla="*/ 6668412 h 6858000"/>
              <a:gd name="connsiteX303" fmla="*/ 4563091 w 7467663"/>
              <a:gd name="connsiteY303" fmla="*/ 6442508 h 6858000"/>
              <a:gd name="connsiteX304" fmla="*/ 5387324 w 7467663"/>
              <a:gd name="connsiteY304" fmla="*/ 5705830 h 6858000"/>
              <a:gd name="connsiteX305" fmla="*/ 5073620 w 7467663"/>
              <a:gd name="connsiteY305" fmla="*/ 5955437 h 6858000"/>
              <a:gd name="connsiteX306" fmla="*/ 4689789 w 7467663"/>
              <a:gd name="connsiteY306" fmla="*/ 6268382 h 6858000"/>
              <a:gd name="connsiteX307" fmla="*/ 4418722 w 7467663"/>
              <a:gd name="connsiteY307" fmla="*/ 6570886 h 6858000"/>
              <a:gd name="connsiteX308" fmla="*/ 4214944 w 7467663"/>
              <a:gd name="connsiteY308" fmla="*/ 6858000 h 6858000"/>
              <a:gd name="connsiteX309" fmla="*/ 4177898 w 7467663"/>
              <a:gd name="connsiteY309" fmla="*/ 6858000 h 6858000"/>
              <a:gd name="connsiteX310" fmla="*/ 4391597 w 7467663"/>
              <a:gd name="connsiteY310" fmla="*/ 6556370 h 6858000"/>
              <a:gd name="connsiteX311" fmla="*/ 4668889 w 7467663"/>
              <a:gd name="connsiteY311" fmla="*/ 6246399 h 6858000"/>
              <a:gd name="connsiteX312" fmla="*/ 5055427 w 7467663"/>
              <a:gd name="connsiteY312" fmla="*/ 5931476 h 6858000"/>
              <a:gd name="connsiteX313" fmla="*/ 5371814 w 7467663"/>
              <a:gd name="connsiteY313" fmla="*/ 5678975 h 6858000"/>
              <a:gd name="connsiteX314" fmla="*/ 4987918 w 7467663"/>
              <a:gd name="connsiteY314" fmla="*/ 5838701 h 6858000"/>
              <a:gd name="connsiteX315" fmla="*/ 4317146 w 7467663"/>
              <a:gd name="connsiteY315" fmla="*/ 6587716 h 6858000"/>
              <a:gd name="connsiteX316" fmla="*/ 4171627 w 7467663"/>
              <a:gd name="connsiteY316" fmla="*/ 6858000 h 6858000"/>
              <a:gd name="connsiteX317" fmla="*/ 4081585 w 7467663"/>
              <a:gd name="connsiteY317" fmla="*/ 6858000 h 6858000"/>
              <a:gd name="connsiteX318" fmla="*/ 4238603 w 7467663"/>
              <a:gd name="connsiteY318" fmla="*/ 6559341 h 6858000"/>
              <a:gd name="connsiteX319" fmla="*/ 4778333 w 7467663"/>
              <a:gd name="connsiteY319" fmla="*/ 5873626 h 6858000"/>
              <a:gd name="connsiteX320" fmla="*/ 5414185 w 7467663"/>
              <a:gd name="connsiteY320" fmla="*/ 5573882 h 6858000"/>
              <a:gd name="connsiteX321" fmla="*/ 5959648 w 7467663"/>
              <a:gd name="connsiteY321" fmla="*/ 4760797 h 6858000"/>
              <a:gd name="connsiteX322" fmla="*/ 5355019 w 7467663"/>
              <a:gd name="connsiteY322" fmla="*/ 4734672 h 6858000"/>
              <a:gd name="connsiteX323" fmla="*/ 5083565 w 7467663"/>
              <a:gd name="connsiteY323" fmla="*/ 5179121 h 6858000"/>
              <a:gd name="connsiteX324" fmla="*/ 4713577 w 7467663"/>
              <a:gd name="connsiteY324" fmla="*/ 5616803 h 6858000"/>
              <a:gd name="connsiteX325" fmla="*/ 3989559 w 7467663"/>
              <a:gd name="connsiteY325" fmla="*/ 6145945 h 6858000"/>
              <a:gd name="connsiteX326" fmla="*/ 3939824 w 7467663"/>
              <a:gd name="connsiteY326" fmla="*/ 6066900 h 6858000"/>
              <a:gd name="connsiteX327" fmla="*/ 4584537 w 7467663"/>
              <a:gd name="connsiteY327" fmla="*/ 5324826 h 6858000"/>
              <a:gd name="connsiteX328" fmla="*/ 5037105 w 7467663"/>
              <a:gd name="connsiteY328" fmla="*/ 5088765 h 6858000"/>
              <a:gd name="connsiteX329" fmla="*/ 5039930 w 7467663"/>
              <a:gd name="connsiteY329" fmla="*/ 5089585 h 6858000"/>
              <a:gd name="connsiteX330" fmla="*/ 5263764 w 7467663"/>
              <a:gd name="connsiteY330" fmla="*/ 4735525 h 6858000"/>
              <a:gd name="connsiteX331" fmla="*/ 4086300 w 7467663"/>
              <a:gd name="connsiteY331" fmla="*/ 4884599 h 6858000"/>
              <a:gd name="connsiteX332" fmla="*/ 4085485 w 7467663"/>
              <a:gd name="connsiteY332" fmla="*/ 4899070 h 6858000"/>
              <a:gd name="connsiteX333" fmla="*/ 3871915 w 7467663"/>
              <a:gd name="connsiteY333" fmla="*/ 5253645 h 6858000"/>
              <a:gd name="connsiteX334" fmla="*/ 3799374 w 7467663"/>
              <a:gd name="connsiteY334" fmla="*/ 5466127 h 6858000"/>
              <a:gd name="connsiteX335" fmla="*/ 3498850 w 7467663"/>
              <a:gd name="connsiteY335" fmla="*/ 6661888 h 6858000"/>
              <a:gd name="connsiteX336" fmla="*/ 3399216 w 7467663"/>
              <a:gd name="connsiteY336" fmla="*/ 6858000 h 6858000"/>
              <a:gd name="connsiteX337" fmla="*/ 3303688 w 7467663"/>
              <a:gd name="connsiteY337" fmla="*/ 6858000 h 6858000"/>
              <a:gd name="connsiteX338" fmla="*/ 3391774 w 7467663"/>
              <a:gd name="connsiteY338" fmla="*/ 6697181 h 6858000"/>
              <a:gd name="connsiteX339" fmla="*/ 3735540 w 7467663"/>
              <a:gd name="connsiteY339" fmla="*/ 5546923 h 6858000"/>
              <a:gd name="connsiteX340" fmla="*/ 3729438 w 7467663"/>
              <a:gd name="connsiteY340" fmla="*/ 5569058 h 6858000"/>
              <a:gd name="connsiteX341" fmla="*/ 3707782 w 7467663"/>
              <a:gd name="connsiteY341" fmla="*/ 5644908 h 6858000"/>
              <a:gd name="connsiteX342" fmla="*/ 3583827 w 7467663"/>
              <a:gd name="connsiteY342" fmla="*/ 6039215 h 6858000"/>
              <a:gd name="connsiteX343" fmla="*/ 3547861 w 7467663"/>
              <a:gd name="connsiteY343" fmla="*/ 6129609 h 6858000"/>
              <a:gd name="connsiteX344" fmla="*/ 3490905 w 7467663"/>
              <a:gd name="connsiteY344" fmla="*/ 6277660 h 6858000"/>
              <a:gd name="connsiteX345" fmla="*/ 3455859 w 7467663"/>
              <a:gd name="connsiteY345" fmla="*/ 6391301 h 6858000"/>
              <a:gd name="connsiteX346" fmla="*/ 3429112 w 7467663"/>
              <a:gd name="connsiteY346" fmla="*/ 6479469 h 6858000"/>
              <a:gd name="connsiteX347" fmla="*/ 3304862 w 7467663"/>
              <a:gd name="connsiteY347" fmla="*/ 6796476 h 6858000"/>
              <a:gd name="connsiteX348" fmla="*/ 3276071 w 7467663"/>
              <a:gd name="connsiteY348" fmla="*/ 6858000 h 6858000"/>
              <a:gd name="connsiteX349" fmla="*/ 3240805 w 7467663"/>
              <a:gd name="connsiteY349" fmla="*/ 6858000 h 6858000"/>
              <a:gd name="connsiteX350" fmla="*/ 3275917 w 7467663"/>
              <a:gd name="connsiteY350" fmla="*/ 6783192 h 6858000"/>
              <a:gd name="connsiteX351" fmla="*/ 3399358 w 7467663"/>
              <a:gd name="connsiteY351" fmla="*/ 6469011 h 6858000"/>
              <a:gd name="connsiteX352" fmla="*/ 3425650 w 7467663"/>
              <a:gd name="connsiteY352" fmla="*/ 6381333 h 6858000"/>
              <a:gd name="connsiteX353" fmla="*/ 3460661 w 7467663"/>
              <a:gd name="connsiteY353" fmla="*/ 6266763 h 6858000"/>
              <a:gd name="connsiteX354" fmla="*/ 3518021 w 7467663"/>
              <a:gd name="connsiteY354" fmla="*/ 6117298 h 6858000"/>
              <a:gd name="connsiteX355" fmla="*/ 3554035 w 7467663"/>
              <a:gd name="connsiteY355" fmla="*/ 6027832 h 6858000"/>
              <a:gd name="connsiteX356" fmla="*/ 3677174 w 7467663"/>
              <a:gd name="connsiteY356" fmla="*/ 5636351 h 6858000"/>
              <a:gd name="connsiteX357" fmla="*/ 3698819 w 7467663"/>
              <a:gd name="connsiteY357" fmla="*/ 5560503 h 6858000"/>
              <a:gd name="connsiteX358" fmla="*/ 3702094 w 7467663"/>
              <a:gd name="connsiteY358" fmla="*/ 5549194 h 6858000"/>
              <a:gd name="connsiteX359" fmla="*/ 3398355 w 7467663"/>
              <a:gd name="connsiteY359" fmla="*/ 6094603 h 6858000"/>
              <a:gd name="connsiteX360" fmla="*/ 3193941 w 7467663"/>
              <a:gd name="connsiteY360" fmla="*/ 6798775 h 6858000"/>
              <a:gd name="connsiteX361" fmla="*/ 3184140 w 7467663"/>
              <a:gd name="connsiteY361" fmla="*/ 6858000 h 6858000"/>
              <a:gd name="connsiteX362" fmla="*/ 3099978 w 7467663"/>
              <a:gd name="connsiteY362" fmla="*/ 6858000 h 6858000"/>
              <a:gd name="connsiteX363" fmla="*/ 3101556 w 7467663"/>
              <a:gd name="connsiteY363" fmla="*/ 6843337 h 6858000"/>
              <a:gd name="connsiteX364" fmla="*/ 3370162 w 7467663"/>
              <a:gd name="connsiteY364" fmla="*/ 5785550 h 6858000"/>
              <a:gd name="connsiteX365" fmla="*/ 3746477 w 7467663"/>
              <a:gd name="connsiteY365" fmla="*/ 5377889 h 6858000"/>
              <a:gd name="connsiteX366" fmla="*/ 3863399 w 7467663"/>
              <a:gd name="connsiteY366" fmla="*/ 5087257 h 6858000"/>
              <a:gd name="connsiteX367" fmla="*/ 3968712 w 7467663"/>
              <a:gd name="connsiteY367" fmla="*/ 4913989 h 6858000"/>
              <a:gd name="connsiteX368" fmla="*/ 2792390 w 7467663"/>
              <a:gd name="connsiteY368" fmla="*/ 5382974 h 6858000"/>
              <a:gd name="connsiteX369" fmla="*/ 2714982 w 7467663"/>
              <a:gd name="connsiteY369" fmla="*/ 5427051 h 6858000"/>
              <a:gd name="connsiteX370" fmla="*/ 2813361 w 7467663"/>
              <a:gd name="connsiteY370" fmla="*/ 6023912 h 6858000"/>
              <a:gd name="connsiteX371" fmla="*/ 2688430 w 7467663"/>
              <a:gd name="connsiteY371" fmla="*/ 6801564 h 6858000"/>
              <a:gd name="connsiteX372" fmla="*/ 2629626 w 7467663"/>
              <a:gd name="connsiteY372" fmla="*/ 6763394 h 6858000"/>
              <a:gd name="connsiteX373" fmla="*/ 2565328 w 7467663"/>
              <a:gd name="connsiteY373" fmla="*/ 5516399 h 6858000"/>
              <a:gd name="connsiteX374" fmla="*/ 1922999 w 7467663"/>
              <a:gd name="connsiteY374" fmla="*/ 5980343 h 6858000"/>
              <a:gd name="connsiteX375" fmla="*/ 1950261 w 7467663"/>
              <a:gd name="connsiteY375" fmla="*/ 6405858 h 6858000"/>
              <a:gd name="connsiteX376" fmla="*/ 2365554 w 7467663"/>
              <a:gd name="connsiteY376" fmla="*/ 6759107 h 6858000"/>
              <a:gd name="connsiteX377" fmla="*/ 2424142 w 7467663"/>
              <a:gd name="connsiteY377" fmla="*/ 6858000 h 6858000"/>
              <a:gd name="connsiteX378" fmla="*/ 2395994 w 7467663"/>
              <a:gd name="connsiteY378" fmla="*/ 6858000 h 6858000"/>
              <a:gd name="connsiteX379" fmla="*/ 2392863 w 7467663"/>
              <a:gd name="connsiteY379" fmla="*/ 6852964 h 6858000"/>
              <a:gd name="connsiteX380" fmla="*/ 2017589 w 7467663"/>
              <a:gd name="connsiteY380" fmla="*/ 6493982 h 6858000"/>
              <a:gd name="connsiteX381" fmla="*/ 2147336 w 7467663"/>
              <a:gd name="connsiteY381" fmla="*/ 6594052 h 6858000"/>
              <a:gd name="connsiteX382" fmla="*/ 2207047 w 7467663"/>
              <a:gd name="connsiteY382" fmla="*/ 6654540 h 6858000"/>
              <a:gd name="connsiteX383" fmla="*/ 2299106 w 7467663"/>
              <a:gd name="connsiteY383" fmla="*/ 6778931 h 6858000"/>
              <a:gd name="connsiteX384" fmla="*/ 2314430 w 7467663"/>
              <a:gd name="connsiteY384" fmla="*/ 6801144 h 6858000"/>
              <a:gd name="connsiteX385" fmla="*/ 2352406 w 7467663"/>
              <a:gd name="connsiteY385" fmla="*/ 6858000 h 6858000"/>
              <a:gd name="connsiteX386" fmla="*/ 2314492 w 7467663"/>
              <a:gd name="connsiteY386" fmla="*/ 6858000 h 6858000"/>
              <a:gd name="connsiteX387" fmla="*/ 2288095 w 7467663"/>
              <a:gd name="connsiteY387" fmla="*/ 6818030 h 6858000"/>
              <a:gd name="connsiteX388" fmla="*/ 2272768 w 7467663"/>
              <a:gd name="connsiteY388" fmla="*/ 6795822 h 6858000"/>
              <a:gd name="connsiteX389" fmla="*/ 2182715 w 7467663"/>
              <a:gd name="connsiteY389" fmla="*/ 6675071 h 6858000"/>
              <a:gd name="connsiteX390" fmla="*/ 2032061 w 7467663"/>
              <a:gd name="connsiteY390" fmla="*/ 6541380 h 6858000"/>
              <a:gd name="connsiteX391" fmla="*/ 2257220 w 7467663"/>
              <a:gd name="connsiteY391" fmla="*/ 6826257 h 6858000"/>
              <a:gd name="connsiteX392" fmla="*/ 2281324 w 7467663"/>
              <a:gd name="connsiteY392" fmla="*/ 6858000 h 6858000"/>
              <a:gd name="connsiteX393" fmla="*/ 2242860 w 7467663"/>
              <a:gd name="connsiteY393" fmla="*/ 6858000 h 6858000"/>
              <a:gd name="connsiteX394" fmla="*/ 2232818 w 7467663"/>
              <a:gd name="connsiteY394" fmla="*/ 6844926 h 6858000"/>
              <a:gd name="connsiteX395" fmla="*/ 1990172 w 7467663"/>
              <a:gd name="connsiteY395" fmla="*/ 6542121 h 6858000"/>
              <a:gd name="connsiteX396" fmla="*/ 2124090 w 7467663"/>
              <a:gd name="connsiteY396" fmla="*/ 6761017 h 6858000"/>
              <a:gd name="connsiteX397" fmla="*/ 2200380 w 7467663"/>
              <a:gd name="connsiteY397" fmla="*/ 6858000 h 6858000"/>
              <a:gd name="connsiteX398" fmla="*/ 2147507 w 7467663"/>
              <a:gd name="connsiteY398" fmla="*/ 6858000 h 6858000"/>
              <a:gd name="connsiteX399" fmla="*/ 2070668 w 7467663"/>
              <a:gd name="connsiteY399" fmla="*/ 6761520 h 6858000"/>
              <a:gd name="connsiteX400" fmla="*/ 1975142 w 7467663"/>
              <a:gd name="connsiteY400" fmla="*/ 6585570 h 6858000"/>
              <a:gd name="connsiteX401" fmla="*/ 2050035 w 7467663"/>
              <a:gd name="connsiteY401" fmla="*/ 6813345 h 6858000"/>
              <a:gd name="connsiteX402" fmla="*/ 2063025 w 7467663"/>
              <a:gd name="connsiteY402" fmla="*/ 6858000 h 6858000"/>
              <a:gd name="connsiteX403" fmla="*/ 2021675 w 7467663"/>
              <a:gd name="connsiteY403" fmla="*/ 6858000 h 6858000"/>
              <a:gd name="connsiteX404" fmla="*/ 2019308 w 7467663"/>
              <a:gd name="connsiteY404" fmla="*/ 6847118 h 6858000"/>
              <a:gd name="connsiteX405" fmla="*/ 1938835 w 7467663"/>
              <a:gd name="connsiteY405" fmla="*/ 6551160 h 6858000"/>
              <a:gd name="connsiteX406" fmla="*/ 1953230 w 7467663"/>
              <a:gd name="connsiteY406" fmla="*/ 6759699 h 6858000"/>
              <a:gd name="connsiteX407" fmla="*/ 1956763 w 7467663"/>
              <a:gd name="connsiteY407" fmla="*/ 6778191 h 6858000"/>
              <a:gd name="connsiteX408" fmla="*/ 1967925 w 7467663"/>
              <a:gd name="connsiteY408" fmla="*/ 6858000 h 6858000"/>
              <a:gd name="connsiteX409" fmla="*/ 1936622 w 7467663"/>
              <a:gd name="connsiteY409" fmla="*/ 6858000 h 6858000"/>
              <a:gd name="connsiteX410" fmla="*/ 1926261 w 7467663"/>
              <a:gd name="connsiteY410" fmla="*/ 6784064 h 6858000"/>
              <a:gd name="connsiteX411" fmla="*/ 1922724 w 7467663"/>
              <a:gd name="connsiteY411" fmla="*/ 6765577 h 6858000"/>
              <a:gd name="connsiteX412" fmla="*/ 1904650 w 7467663"/>
              <a:gd name="connsiteY412" fmla="*/ 6639616 h 6858000"/>
              <a:gd name="connsiteX413" fmla="*/ 1885273 w 7467663"/>
              <a:gd name="connsiteY413" fmla="*/ 6858000 h 6858000"/>
              <a:gd name="connsiteX414" fmla="*/ 1854363 w 7467663"/>
              <a:gd name="connsiteY414" fmla="*/ 6858000 h 6858000"/>
              <a:gd name="connsiteX415" fmla="*/ 1880391 w 7467663"/>
              <a:gd name="connsiteY415" fmla="*/ 6603796 h 6858000"/>
              <a:gd name="connsiteX416" fmla="*/ 1818273 w 7467663"/>
              <a:gd name="connsiteY416" fmla="*/ 6715729 h 6858000"/>
              <a:gd name="connsiteX417" fmla="*/ 1794691 w 7467663"/>
              <a:gd name="connsiteY417" fmla="*/ 6843239 h 6858000"/>
              <a:gd name="connsiteX418" fmla="*/ 1794914 w 7467663"/>
              <a:gd name="connsiteY418" fmla="*/ 6858000 h 6858000"/>
              <a:gd name="connsiteX419" fmla="*/ 1746128 w 7467663"/>
              <a:gd name="connsiteY419" fmla="*/ 6858000 h 6858000"/>
              <a:gd name="connsiteX420" fmla="*/ 1753934 w 7467663"/>
              <a:gd name="connsiteY420" fmla="*/ 6724796 h 6858000"/>
              <a:gd name="connsiteX421" fmla="*/ 1792053 w 7467663"/>
              <a:gd name="connsiteY421" fmla="*/ 6572396 h 6858000"/>
              <a:gd name="connsiteX422" fmla="*/ 1862248 w 7467663"/>
              <a:gd name="connsiteY422" fmla="*/ 6266397 h 6858000"/>
              <a:gd name="connsiteX423" fmla="*/ 1862250 w 7467663"/>
              <a:gd name="connsiteY423" fmla="*/ 6033531 h 6858000"/>
              <a:gd name="connsiteX424" fmla="*/ 1211999 w 7467663"/>
              <a:gd name="connsiteY424" fmla="*/ 6683610 h 6858000"/>
              <a:gd name="connsiteX425" fmla="*/ 1213266 w 7467663"/>
              <a:gd name="connsiteY425" fmla="*/ 6691947 h 6858000"/>
              <a:gd name="connsiteX426" fmla="*/ 1203370 w 7467663"/>
              <a:gd name="connsiteY426" fmla="*/ 6850676 h 6858000"/>
              <a:gd name="connsiteX427" fmla="*/ 1203671 w 7467663"/>
              <a:gd name="connsiteY427" fmla="*/ 6858000 h 6858000"/>
              <a:gd name="connsiteX428" fmla="*/ 1143180 w 7467663"/>
              <a:gd name="connsiteY428" fmla="*/ 6858000 h 6858000"/>
              <a:gd name="connsiteX429" fmla="*/ 1142176 w 7467663"/>
              <a:gd name="connsiteY429" fmla="*/ 6766045 h 6858000"/>
              <a:gd name="connsiteX430" fmla="*/ 1067484 w 7467663"/>
              <a:gd name="connsiteY430" fmla="*/ 6858000 h 6858000"/>
              <a:gd name="connsiteX431" fmla="*/ 953928 w 7467663"/>
              <a:gd name="connsiteY431" fmla="*/ 6858000 h 6858000"/>
              <a:gd name="connsiteX432" fmla="*/ 959715 w 7467663"/>
              <a:gd name="connsiteY432" fmla="*/ 6850185 h 6858000"/>
              <a:gd name="connsiteX433" fmla="*/ 1483788 w 7467663"/>
              <a:gd name="connsiteY433" fmla="*/ 6259174 h 6858000"/>
              <a:gd name="connsiteX434" fmla="*/ 1100671 w 7467663"/>
              <a:gd name="connsiteY434" fmla="*/ 6252137 h 6858000"/>
              <a:gd name="connsiteX435" fmla="*/ 1090144 w 7467663"/>
              <a:gd name="connsiteY435" fmla="*/ 6256748 h 6858000"/>
              <a:gd name="connsiteX436" fmla="*/ 1095872 w 7467663"/>
              <a:gd name="connsiteY436" fmla="*/ 6271892 h 6858000"/>
              <a:gd name="connsiteX437" fmla="*/ 262785 w 7467663"/>
              <a:gd name="connsiteY437" fmla="*/ 6845450 h 6858000"/>
              <a:gd name="connsiteX438" fmla="*/ 209968 w 7467663"/>
              <a:gd name="connsiteY438" fmla="*/ 6770713 h 6858000"/>
              <a:gd name="connsiteX439" fmla="*/ 873460 w 7467663"/>
              <a:gd name="connsiteY439" fmla="*/ 6253768 h 6858000"/>
              <a:gd name="connsiteX440" fmla="*/ 192686 w 7467663"/>
              <a:gd name="connsiteY440" fmla="*/ 5849257 h 6858000"/>
              <a:gd name="connsiteX441" fmla="*/ 4696 w 7467663"/>
              <a:gd name="connsiteY441" fmla="*/ 5697668 h 6858000"/>
              <a:gd name="connsiteX442" fmla="*/ 0 w 7467663"/>
              <a:gd name="connsiteY442" fmla="*/ 5689984 h 6858000"/>
              <a:gd name="connsiteX443" fmla="*/ 0 w 7467663"/>
              <a:gd name="connsiteY443" fmla="*/ 5513472 h 6858000"/>
              <a:gd name="connsiteX444" fmla="*/ 174101 w 7467663"/>
              <a:gd name="connsiteY444" fmla="*/ 5620277 h 6858000"/>
              <a:gd name="connsiteX445" fmla="*/ 891800 w 7467663"/>
              <a:gd name="connsiteY445" fmla="*/ 6036935 h 6858000"/>
              <a:gd name="connsiteX446" fmla="*/ 1072219 w 7467663"/>
              <a:gd name="connsiteY446" fmla="*/ 6169443 h 6858000"/>
              <a:gd name="connsiteX447" fmla="*/ 1074117 w 7467663"/>
              <a:gd name="connsiteY447" fmla="*/ 6170301 h 6858000"/>
              <a:gd name="connsiteX448" fmla="*/ 1083114 w 7467663"/>
              <a:gd name="connsiteY448" fmla="*/ 6174131 h 6858000"/>
              <a:gd name="connsiteX449" fmla="*/ 1543010 w 7467663"/>
              <a:gd name="connsiteY449" fmla="*/ 6191140 h 6858000"/>
              <a:gd name="connsiteX450" fmla="*/ 1551080 w 7467663"/>
              <a:gd name="connsiteY450" fmla="*/ 6195006 h 6858000"/>
              <a:gd name="connsiteX451" fmla="*/ 2345443 w 7467663"/>
              <a:gd name="connsiteY451" fmla="*/ 5549882 h 6858000"/>
              <a:gd name="connsiteX452" fmla="*/ 1721499 w 7467663"/>
              <a:gd name="connsiteY452" fmla="*/ 5599969 h 6858000"/>
              <a:gd name="connsiteX453" fmla="*/ 767716 w 7467663"/>
              <a:gd name="connsiteY453" fmla="*/ 5472768 h 6858000"/>
              <a:gd name="connsiteX454" fmla="*/ 722147 w 7467663"/>
              <a:gd name="connsiteY454" fmla="*/ 5393091 h 6858000"/>
              <a:gd name="connsiteX455" fmla="*/ 1485552 w 7467663"/>
              <a:gd name="connsiteY455" fmla="*/ 5313202 h 6858000"/>
              <a:gd name="connsiteX456" fmla="*/ 2143004 w 7467663"/>
              <a:gd name="connsiteY456" fmla="*/ 5402420 h 6858000"/>
              <a:gd name="connsiteX457" fmla="*/ 1933391 w 7467663"/>
              <a:gd name="connsiteY457" fmla="*/ 5156971 h 6858000"/>
              <a:gd name="connsiteX458" fmla="*/ 1827118 w 7467663"/>
              <a:gd name="connsiteY458" fmla="*/ 4968410 h 6858000"/>
              <a:gd name="connsiteX459" fmla="*/ 1837349 w 7467663"/>
              <a:gd name="connsiteY459" fmla="*/ 4956357 h 6858000"/>
              <a:gd name="connsiteX460" fmla="*/ 2162835 w 7467663"/>
              <a:gd name="connsiteY460" fmla="*/ 5187853 h 6858000"/>
              <a:gd name="connsiteX461" fmla="*/ 2257167 w 7467663"/>
              <a:gd name="connsiteY461" fmla="*/ 5462123 h 6858000"/>
              <a:gd name="connsiteX462" fmla="*/ 2261598 w 7467663"/>
              <a:gd name="connsiteY462" fmla="*/ 5467998 h 6858000"/>
              <a:gd name="connsiteX463" fmla="*/ 2437177 w 7467663"/>
              <a:gd name="connsiteY463" fmla="*/ 5479608 h 6858000"/>
              <a:gd name="connsiteX464" fmla="*/ 2445247 w 7467663"/>
              <a:gd name="connsiteY464" fmla="*/ 5483476 h 6858000"/>
              <a:gd name="connsiteX465" fmla="*/ 2743626 w 7467663"/>
              <a:gd name="connsiteY465" fmla="*/ 5304819 h 6858000"/>
              <a:gd name="connsiteX466" fmla="*/ 3048102 w 7467663"/>
              <a:gd name="connsiteY466" fmla="*/ 5150595 h 6858000"/>
              <a:gd name="connsiteX467" fmla="*/ 1799414 w 7467663"/>
              <a:gd name="connsiteY467" fmla="*/ 4694732 h 6858000"/>
              <a:gd name="connsiteX468" fmla="*/ 1771735 w 7467663"/>
              <a:gd name="connsiteY468" fmla="*/ 4619929 h 6858000"/>
              <a:gd name="connsiteX469" fmla="*/ 3104273 w 7467663"/>
              <a:gd name="connsiteY469" fmla="*/ 5076159 h 6858000"/>
              <a:gd name="connsiteX470" fmla="*/ 3113245 w 7467663"/>
              <a:gd name="connsiteY470" fmla="*/ 5090705 h 6858000"/>
              <a:gd name="connsiteX471" fmla="*/ 3126294 w 7467663"/>
              <a:gd name="connsiteY471" fmla="*/ 5114400 h 6858000"/>
              <a:gd name="connsiteX472" fmla="*/ 3937433 w 7467663"/>
              <a:gd name="connsiteY472" fmla="*/ 4830473 h 6858000"/>
              <a:gd name="connsiteX473" fmla="*/ 3590475 w 7467663"/>
              <a:gd name="connsiteY473" fmla="*/ 4597974 h 6858000"/>
              <a:gd name="connsiteX474" fmla="*/ 3100264 w 7467663"/>
              <a:gd name="connsiteY474" fmla="*/ 4579845 h 6858000"/>
              <a:gd name="connsiteX475" fmla="*/ 2183576 w 7467663"/>
              <a:gd name="connsiteY475" fmla="*/ 4227150 h 6858000"/>
              <a:gd name="connsiteX476" fmla="*/ 2151029 w 7467663"/>
              <a:gd name="connsiteY476" fmla="*/ 4146947 h 6858000"/>
              <a:gd name="connsiteX477" fmla="*/ 3563434 w 7467663"/>
              <a:gd name="connsiteY477" fmla="*/ 4469115 h 6858000"/>
              <a:gd name="connsiteX478" fmla="*/ 3177952 w 7467663"/>
              <a:gd name="connsiteY478" fmla="*/ 3657386 h 6858000"/>
              <a:gd name="connsiteX479" fmla="*/ 3189263 w 7467663"/>
              <a:gd name="connsiteY479" fmla="*/ 3625726 h 6858000"/>
              <a:gd name="connsiteX480" fmla="*/ 3560912 w 7467663"/>
              <a:gd name="connsiteY480" fmla="*/ 4079863 h 6858000"/>
              <a:gd name="connsiteX481" fmla="*/ 3626636 w 7467663"/>
              <a:gd name="connsiteY481" fmla="*/ 4512230 h 6858000"/>
              <a:gd name="connsiteX482" fmla="*/ 3653088 w 7467663"/>
              <a:gd name="connsiteY482" fmla="*/ 4521417 h 6858000"/>
              <a:gd name="connsiteX483" fmla="*/ 3988128 w 7467663"/>
              <a:gd name="connsiteY483" fmla="*/ 4817267 h 6858000"/>
              <a:gd name="connsiteX484" fmla="*/ 4830582 w 7467663"/>
              <a:gd name="connsiteY484" fmla="*/ 4676000 h 6858000"/>
              <a:gd name="connsiteX485" fmla="*/ 4830100 w 7467663"/>
              <a:gd name="connsiteY485" fmla="*/ 4675554 h 6858000"/>
              <a:gd name="connsiteX486" fmla="*/ 4036318 w 7467663"/>
              <a:gd name="connsiteY486" fmla="*/ 4147013 h 6858000"/>
              <a:gd name="connsiteX487" fmla="*/ 3432098 w 7467663"/>
              <a:gd name="connsiteY487" fmla="*/ 3537312 h 6858000"/>
              <a:gd name="connsiteX488" fmla="*/ 3446761 w 7467663"/>
              <a:gd name="connsiteY488" fmla="*/ 3461278 h 6858000"/>
              <a:gd name="connsiteX489" fmla="*/ 4419733 w 7467663"/>
              <a:gd name="connsiteY489" fmla="*/ 3963555 h 6858000"/>
              <a:gd name="connsiteX490" fmla="*/ 4781371 w 7467663"/>
              <a:gd name="connsiteY490" fmla="*/ 4458604 h 6858000"/>
              <a:gd name="connsiteX491" fmla="*/ 4780440 w 7467663"/>
              <a:gd name="connsiteY491" fmla="*/ 4470290 h 6858000"/>
              <a:gd name="connsiteX492" fmla="*/ 4898954 w 7467663"/>
              <a:gd name="connsiteY492" fmla="*/ 4662092 h 6858000"/>
              <a:gd name="connsiteX493" fmla="*/ 4900699 w 7467663"/>
              <a:gd name="connsiteY493" fmla="*/ 4670867 h 6858000"/>
              <a:gd name="connsiteX494" fmla="*/ 5714511 w 7467663"/>
              <a:gd name="connsiteY494" fmla="*/ 4663483 h 6858000"/>
              <a:gd name="connsiteX495" fmla="*/ 5464793 w 7467663"/>
              <a:gd name="connsiteY495" fmla="*/ 4393556 h 6858000"/>
              <a:gd name="connsiteX496" fmla="*/ 5461897 w 7467663"/>
              <a:gd name="connsiteY496" fmla="*/ 4390879 h 6858000"/>
              <a:gd name="connsiteX497" fmla="*/ 4294126 w 7467663"/>
              <a:gd name="connsiteY497" fmla="*/ 3303048 h 6858000"/>
              <a:gd name="connsiteX498" fmla="*/ 4305321 w 7467663"/>
              <a:gd name="connsiteY498" fmla="*/ 3256953 h 6858000"/>
              <a:gd name="connsiteX499" fmla="*/ 4949299 w 7467663"/>
              <a:gd name="connsiteY499" fmla="*/ 3766336 h 6858000"/>
              <a:gd name="connsiteX500" fmla="*/ 5291452 w 7467663"/>
              <a:gd name="connsiteY500" fmla="*/ 4076801 h 6858000"/>
              <a:gd name="connsiteX501" fmla="*/ 5434998 w 7467663"/>
              <a:gd name="connsiteY501" fmla="*/ 4254100 h 6858000"/>
              <a:gd name="connsiteX502" fmla="*/ 5351015 w 7467663"/>
              <a:gd name="connsiteY502" fmla="*/ 3760989 h 6858000"/>
              <a:gd name="connsiteX503" fmla="*/ 5413780 w 7467663"/>
              <a:gd name="connsiteY503" fmla="*/ 2966265 h 6858000"/>
              <a:gd name="connsiteX504" fmla="*/ 5425627 w 7467663"/>
              <a:gd name="connsiteY504" fmla="*/ 2954192 h 6858000"/>
              <a:gd name="connsiteX505" fmla="*/ 6604735 w 7467663"/>
              <a:gd name="connsiteY505" fmla="*/ 2041381 h 6858000"/>
              <a:gd name="connsiteX506" fmla="*/ 7204487 w 7467663"/>
              <a:gd name="connsiteY506" fmla="*/ 2742112 h 6858000"/>
              <a:gd name="connsiteX507" fmla="*/ 7131592 w 7467663"/>
              <a:gd name="connsiteY507" fmla="*/ 2672096 h 6858000"/>
              <a:gd name="connsiteX508" fmla="*/ 6996344 w 7467663"/>
              <a:gd name="connsiteY508" fmla="*/ 2518310 h 6858000"/>
              <a:gd name="connsiteX509" fmla="*/ 6735495 w 7467663"/>
              <a:gd name="connsiteY509" fmla="*/ 2196890 h 6858000"/>
              <a:gd name="connsiteX510" fmla="*/ 6721901 w 7467663"/>
              <a:gd name="connsiteY510" fmla="*/ 2179274 h 6858000"/>
              <a:gd name="connsiteX511" fmla="*/ 6604735 w 7467663"/>
              <a:gd name="connsiteY511" fmla="*/ 2041381 h 6858000"/>
              <a:gd name="connsiteX512" fmla="*/ 6591670 w 7467663"/>
              <a:gd name="connsiteY512" fmla="*/ 1988277 h 6858000"/>
              <a:gd name="connsiteX513" fmla="*/ 6747349 w 7467663"/>
              <a:gd name="connsiteY513" fmla="*/ 2160069 h 6858000"/>
              <a:gd name="connsiteX514" fmla="*/ 6760943 w 7467663"/>
              <a:gd name="connsiteY514" fmla="*/ 2177686 h 6858000"/>
              <a:gd name="connsiteX515" fmla="*/ 7021065 w 7467663"/>
              <a:gd name="connsiteY515" fmla="*/ 2498102 h 6858000"/>
              <a:gd name="connsiteX516" fmla="*/ 7155223 w 7467663"/>
              <a:gd name="connsiteY516" fmla="*/ 2650386 h 6858000"/>
              <a:gd name="connsiteX517" fmla="*/ 7203167 w 7467663"/>
              <a:gd name="connsiteY517" fmla="*/ 2697288 h 6858000"/>
              <a:gd name="connsiteX518" fmla="*/ 6937703 w 7467663"/>
              <a:gd name="connsiteY518" fmla="*/ 2321981 h 6858000"/>
              <a:gd name="connsiteX519" fmla="*/ 6591670 w 7467663"/>
              <a:gd name="connsiteY519" fmla="*/ 1988277 h 6858000"/>
              <a:gd name="connsiteX520" fmla="*/ 5798671 w 7467663"/>
              <a:gd name="connsiteY520" fmla="*/ 1981601 h 6858000"/>
              <a:gd name="connsiteX521" fmla="*/ 5754709 w 7467663"/>
              <a:gd name="connsiteY521" fmla="*/ 2071454 h 6858000"/>
              <a:gd name="connsiteX522" fmla="*/ 5763044 w 7467663"/>
              <a:gd name="connsiteY522" fmla="*/ 2842206 h 6858000"/>
              <a:gd name="connsiteX523" fmla="*/ 5764974 w 7467663"/>
              <a:gd name="connsiteY523" fmla="*/ 2799609 h 6858000"/>
              <a:gd name="connsiteX524" fmla="*/ 5767665 w 7467663"/>
              <a:gd name="connsiteY524" fmla="*/ 2666409 h 6858000"/>
              <a:gd name="connsiteX525" fmla="*/ 5763055 w 7467663"/>
              <a:gd name="connsiteY525" fmla="*/ 2579705 h 6858000"/>
              <a:gd name="connsiteX526" fmla="*/ 5758079 w 7467663"/>
              <a:gd name="connsiteY526" fmla="*/ 2492508 h 6858000"/>
              <a:gd name="connsiteX527" fmla="*/ 5779325 w 7467663"/>
              <a:gd name="connsiteY527" fmla="*/ 2197069 h 6858000"/>
              <a:gd name="connsiteX528" fmla="*/ 5798671 w 7467663"/>
              <a:gd name="connsiteY528" fmla="*/ 1981601 h 6858000"/>
              <a:gd name="connsiteX529" fmla="*/ 5829202 w 7467663"/>
              <a:gd name="connsiteY529" fmla="*/ 1971679 h 6858000"/>
              <a:gd name="connsiteX530" fmla="*/ 5809558 w 7467663"/>
              <a:gd name="connsiteY530" fmla="*/ 2198043 h 6858000"/>
              <a:gd name="connsiteX531" fmla="*/ 5788653 w 7467663"/>
              <a:gd name="connsiteY531" fmla="*/ 2489430 h 6858000"/>
              <a:gd name="connsiteX532" fmla="*/ 5793439 w 7467663"/>
              <a:gd name="connsiteY532" fmla="*/ 2575235 h 6858000"/>
              <a:gd name="connsiteX533" fmla="*/ 5796837 w 7467663"/>
              <a:gd name="connsiteY533" fmla="*/ 2637633 h 6858000"/>
              <a:gd name="connsiteX534" fmla="*/ 5818614 w 7467663"/>
              <a:gd name="connsiteY534" fmla="*/ 2473055 h 6858000"/>
              <a:gd name="connsiteX535" fmla="*/ 5829202 w 7467663"/>
              <a:gd name="connsiteY535" fmla="*/ 1971679 h 6858000"/>
              <a:gd name="connsiteX536" fmla="*/ 5911389 w 7467663"/>
              <a:gd name="connsiteY536" fmla="*/ 1898371 h 6858000"/>
              <a:gd name="connsiteX537" fmla="*/ 6237627 w 7467663"/>
              <a:gd name="connsiteY537" fmla="*/ 2231921 h 6858000"/>
              <a:gd name="connsiteX538" fmla="*/ 5911389 w 7467663"/>
              <a:gd name="connsiteY538" fmla="*/ 1898371 h 6858000"/>
              <a:gd name="connsiteX539" fmla="*/ 6944437 w 7467663"/>
              <a:gd name="connsiteY539" fmla="*/ 1575402 h 6858000"/>
              <a:gd name="connsiteX540" fmla="*/ 6304730 w 7467663"/>
              <a:gd name="connsiteY540" fmla="*/ 1766654 h 6858000"/>
              <a:gd name="connsiteX541" fmla="*/ 6944437 w 7467663"/>
              <a:gd name="connsiteY541" fmla="*/ 1575402 h 6858000"/>
              <a:gd name="connsiteX542" fmla="*/ 7019523 w 7467663"/>
              <a:gd name="connsiteY542" fmla="*/ 1519450 h 6858000"/>
              <a:gd name="connsiteX543" fmla="*/ 6298091 w 7467663"/>
              <a:gd name="connsiteY543" fmla="*/ 1737122 h 6858000"/>
              <a:gd name="connsiteX544" fmla="*/ 7019523 w 7467663"/>
              <a:gd name="connsiteY544" fmla="*/ 1519450 h 6858000"/>
              <a:gd name="connsiteX545" fmla="*/ 2399523 w 7467663"/>
              <a:gd name="connsiteY545" fmla="*/ 1428234 h 6858000"/>
              <a:gd name="connsiteX546" fmla="*/ 2224982 w 7467663"/>
              <a:gd name="connsiteY546" fmla="*/ 1826201 h 6858000"/>
              <a:gd name="connsiteX547" fmla="*/ 2096099 w 7467663"/>
              <a:gd name="connsiteY547" fmla="*/ 2345900 h 6858000"/>
              <a:gd name="connsiteX548" fmla="*/ 2283317 w 7467663"/>
              <a:gd name="connsiteY548" fmla="*/ 1796925 h 6858000"/>
              <a:gd name="connsiteX549" fmla="*/ 2399523 w 7467663"/>
              <a:gd name="connsiteY549" fmla="*/ 1428234 h 6858000"/>
              <a:gd name="connsiteX550" fmla="*/ 2448558 w 7467663"/>
              <a:gd name="connsiteY550" fmla="*/ 1373435 h 6858000"/>
              <a:gd name="connsiteX551" fmla="*/ 2312521 w 7467663"/>
              <a:gd name="connsiteY551" fmla="*/ 1806140 h 6858000"/>
              <a:gd name="connsiteX552" fmla="*/ 2127533 w 7467663"/>
              <a:gd name="connsiteY552" fmla="*/ 2348380 h 6858000"/>
              <a:gd name="connsiteX553" fmla="*/ 2358080 w 7467663"/>
              <a:gd name="connsiteY553" fmla="*/ 1866134 h 6858000"/>
              <a:gd name="connsiteX554" fmla="*/ 2407436 w 7467663"/>
              <a:gd name="connsiteY554" fmla="*/ 1651070 h 6858000"/>
              <a:gd name="connsiteX555" fmla="*/ 2448558 w 7467663"/>
              <a:gd name="connsiteY555" fmla="*/ 1373435 h 6858000"/>
              <a:gd name="connsiteX556" fmla="*/ 278707 w 7467663"/>
              <a:gd name="connsiteY556" fmla="*/ 1352270 h 6858000"/>
              <a:gd name="connsiteX557" fmla="*/ 321570 w 7467663"/>
              <a:gd name="connsiteY557" fmla="*/ 1861610 h 6858000"/>
              <a:gd name="connsiteX558" fmla="*/ 294281 w 7467663"/>
              <a:gd name="connsiteY558" fmla="*/ 1440658 h 6858000"/>
              <a:gd name="connsiteX559" fmla="*/ 278707 w 7467663"/>
              <a:gd name="connsiteY559" fmla="*/ 1352270 h 6858000"/>
              <a:gd name="connsiteX560" fmla="*/ 1423821 w 7467663"/>
              <a:gd name="connsiteY560" fmla="*/ 1351958 h 6858000"/>
              <a:gd name="connsiteX561" fmla="*/ 1638521 w 7467663"/>
              <a:gd name="connsiteY561" fmla="*/ 1908470 h 6858000"/>
              <a:gd name="connsiteX562" fmla="*/ 1754199 w 7467663"/>
              <a:gd name="connsiteY562" fmla="*/ 2149284 h 6858000"/>
              <a:gd name="connsiteX563" fmla="*/ 1908359 w 7467663"/>
              <a:gd name="connsiteY563" fmla="*/ 2364988 h 6858000"/>
              <a:gd name="connsiteX564" fmla="*/ 1647661 w 7467663"/>
              <a:gd name="connsiteY564" fmla="*/ 1825945 h 6858000"/>
              <a:gd name="connsiteX565" fmla="*/ 1423821 w 7467663"/>
              <a:gd name="connsiteY565" fmla="*/ 1351958 h 6858000"/>
              <a:gd name="connsiteX566" fmla="*/ 1431890 w 7467663"/>
              <a:gd name="connsiteY566" fmla="*/ 1306475 h 6858000"/>
              <a:gd name="connsiteX567" fmla="*/ 1507597 w 7467663"/>
              <a:gd name="connsiteY567" fmla="*/ 1446132 h 6858000"/>
              <a:gd name="connsiteX568" fmla="*/ 1674586 w 7467663"/>
              <a:gd name="connsiteY568" fmla="*/ 1813832 h 6858000"/>
              <a:gd name="connsiteX569" fmla="*/ 1815950 w 7467663"/>
              <a:gd name="connsiteY569" fmla="*/ 2128564 h 6858000"/>
              <a:gd name="connsiteX570" fmla="*/ 1984242 w 7467663"/>
              <a:gd name="connsiteY570" fmla="*/ 2430829 h 6858000"/>
              <a:gd name="connsiteX571" fmla="*/ 2014023 w 7467663"/>
              <a:gd name="connsiteY571" fmla="*/ 2450995 h 6858000"/>
              <a:gd name="connsiteX572" fmla="*/ 1747337 w 7467663"/>
              <a:gd name="connsiteY572" fmla="*/ 1855264 h 6858000"/>
              <a:gd name="connsiteX573" fmla="*/ 1533749 w 7467663"/>
              <a:gd name="connsiteY573" fmla="*/ 1478656 h 6858000"/>
              <a:gd name="connsiteX574" fmla="*/ 1431890 w 7467663"/>
              <a:gd name="connsiteY574" fmla="*/ 1306475 h 6858000"/>
              <a:gd name="connsiteX575" fmla="*/ 5052692 w 7467663"/>
              <a:gd name="connsiteY575" fmla="*/ 1292994 h 6858000"/>
              <a:gd name="connsiteX576" fmla="*/ 5200661 w 7467663"/>
              <a:gd name="connsiteY576" fmla="*/ 1635186 h 6858000"/>
              <a:gd name="connsiteX577" fmla="*/ 5297138 w 7467663"/>
              <a:gd name="connsiteY577" fmla="*/ 1906351 h 6858000"/>
              <a:gd name="connsiteX578" fmla="*/ 5052692 w 7467663"/>
              <a:gd name="connsiteY578" fmla="*/ 1292994 h 6858000"/>
              <a:gd name="connsiteX579" fmla="*/ 5009948 w 7467663"/>
              <a:gd name="connsiteY579" fmla="*/ 1273619 h 6858000"/>
              <a:gd name="connsiteX580" fmla="*/ 5121777 w 7467663"/>
              <a:gd name="connsiteY580" fmla="*/ 1654213 h 6858000"/>
              <a:gd name="connsiteX581" fmla="*/ 5293545 w 7467663"/>
              <a:gd name="connsiteY581" fmla="*/ 2072247 h 6858000"/>
              <a:gd name="connsiteX582" fmla="*/ 5294042 w 7467663"/>
              <a:gd name="connsiteY582" fmla="*/ 2065019 h 6858000"/>
              <a:gd name="connsiteX583" fmla="*/ 5171936 w 7467663"/>
              <a:gd name="connsiteY583" fmla="*/ 1647613 h 6858000"/>
              <a:gd name="connsiteX584" fmla="*/ 5009948 w 7467663"/>
              <a:gd name="connsiteY584" fmla="*/ 1273619 h 6858000"/>
              <a:gd name="connsiteX585" fmla="*/ 655236 w 7467663"/>
              <a:gd name="connsiteY585" fmla="*/ 1268632 h 6858000"/>
              <a:gd name="connsiteX586" fmla="*/ 839521 w 7467663"/>
              <a:gd name="connsiteY586" fmla="*/ 1685315 h 6858000"/>
              <a:gd name="connsiteX587" fmla="*/ 1109416 w 7467663"/>
              <a:gd name="connsiteY587" fmla="*/ 2061663 h 6858000"/>
              <a:gd name="connsiteX588" fmla="*/ 1298300 w 7467663"/>
              <a:gd name="connsiteY588" fmla="*/ 2247742 h 6858000"/>
              <a:gd name="connsiteX589" fmla="*/ 1125871 w 7467663"/>
              <a:gd name="connsiteY589" fmla="*/ 1989513 h 6858000"/>
              <a:gd name="connsiteX590" fmla="*/ 981574 w 7467663"/>
              <a:gd name="connsiteY590" fmla="*/ 1783157 h 6858000"/>
              <a:gd name="connsiteX591" fmla="*/ 922198 w 7467663"/>
              <a:gd name="connsiteY591" fmla="*/ 1677437 h 6858000"/>
              <a:gd name="connsiteX592" fmla="*/ 869293 w 7467663"/>
              <a:gd name="connsiteY592" fmla="*/ 1583214 h 6858000"/>
              <a:gd name="connsiteX593" fmla="*/ 751431 w 7467663"/>
              <a:gd name="connsiteY593" fmla="*/ 1405731 h 6858000"/>
              <a:gd name="connsiteX594" fmla="*/ 655236 w 7467663"/>
              <a:gd name="connsiteY594" fmla="*/ 1268632 h 6858000"/>
              <a:gd name="connsiteX595" fmla="*/ 6516292 w 7467663"/>
              <a:gd name="connsiteY595" fmla="*/ 1263064 h 6858000"/>
              <a:gd name="connsiteX596" fmla="*/ 5736320 w 7467663"/>
              <a:gd name="connsiteY596" fmla="*/ 1501803 h 6858000"/>
              <a:gd name="connsiteX597" fmla="*/ 6516292 w 7467663"/>
              <a:gd name="connsiteY597" fmla="*/ 1263064 h 6858000"/>
              <a:gd name="connsiteX598" fmla="*/ 291466 w 7467663"/>
              <a:gd name="connsiteY598" fmla="*/ 1250369 h 6858000"/>
              <a:gd name="connsiteX599" fmla="*/ 323180 w 7467663"/>
              <a:gd name="connsiteY599" fmla="*/ 1435283 h 6858000"/>
              <a:gd name="connsiteX600" fmla="*/ 349381 w 7467663"/>
              <a:gd name="connsiteY600" fmla="*/ 1875041 h 6858000"/>
              <a:gd name="connsiteX601" fmla="*/ 374363 w 7467663"/>
              <a:gd name="connsiteY601" fmla="*/ 1506494 h 6858000"/>
              <a:gd name="connsiteX602" fmla="*/ 302168 w 7467663"/>
              <a:gd name="connsiteY602" fmla="*/ 1274495 h 6858000"/>
              <a:gd name="connsiteX603" fmla="*/ 291466 w 7467663"/>
              <a:gd name="connsiteY603" fmla="*/ 1250369 h 6858000"/>
              <a:gd name="connsiteX604" fmla="*/ 678222 w 7467663"/>
              <a:gd name="connsiteY604" fmla="*/ 1248670 h 6858000"/>
              <a:gd name="connsiteX605" fmla="*/ 775536 w 7467663"/>
              <a:gd name="connsiteY605" fmla="*/ 1388015 h 6858000"/>
              <a:gd name="connsiteX606" fmla="*/ 894529 w 7467663"/>
              <a:gd name="connsiteY606" fmla="*/ 1567739 h 6858000"/>
              <a:gd name="connsiteX607" fmla="*/ 948000 w 7467663"/>
              <a:gd name="connsiteY607" fmla="*/ 1663088 h 6858000"/>
              <a:gd name="connsiteX608" fmla="*/ 1006812 w 7467663"/>
              <a:gd name="connsiteY608" fmla="*/ 1767683 h 6858000"/>
              <a:gd name="connsiteX609" fmla="*/ 1149133 w 7467663"/>
              <a:gd name="connsiteY609" fmla="*/ 1971513 h 6858000"/>
              <a:gd name="connsiteX610" fmla="*/ 1333952 w 7467663"/>
              <a:gd name="connsiteY610" fmla="*/ 2251620 h 6858000"/>
              <a:gd name="connsiteX611" fmla="*/ 1337329 w 7467663"/>
              <a:gd name="connsiteY611" fmla="*/ 2258350 h 6858000"/>
              <a:gd name="connsiteX612" fmla="*/ 1014726 w 7467663"/>
              <a:gd name="connsiteY612" fmla="*/ 1615556 h 6858000"/>
              <a:gd name="connsiteX613" fmla="*/ 678222 w 7467663"/>
              <a:gd name="connsiteY613" fmla="*/ 1248670 h 6858000"/>
              <a:gd name="connsiteX614" fmla="*/ 6691602 w 7467663"/>
              <a:gd name="connsiteY614" fmla="*/ 1140573 h 6858000"/>
              <a:gd name="connsiteX615" fmla="*/ 6571100 w 7467663"/>
              <a:gd name="connsiteY615" fmla="*/ 1183662 h 6858000"/>
              <a:gd name="connsiteX616" fmla="*/ 6241687 w 7467663"/>
              <a:gd name="connsiteY616" fmla="*/ 1257600 h 6858000"/>
              <a:gd name="connsiteX617" fmla="*/ 5693009 w 7467663"/>
              <a:gd name="connsiteY617" fmla="*/ 1478256 h 6858000"/>
              <a:gd name="connsiteX618" fmla="*/ 6548420 w 7467663"/>
              <a:gd name="connsiteY618" fmla="*/ 1214599 h 6858000"/>
              <a:gd name="connsiteX619" fmla="*/ 6605473 w 7467663"/>
              <a:gd name="connsiteY619" fmla="*/ 1184686 h 6858000"/>
              <a:gd name="connsiteX620" fmla="*/ 6691602 w 7467663"/>
              <a:gd name="connsiteY620" fmla="*/ 1140573 h 6858000"/>
              <a:gd name="connsiteX621" fmla="*/ 4002475 w 7467663"/>
              <a:gd name="connsiteY621" fmla="*/ 1037802 h 6858000"/>
              <a:gd name="connsiteX622" fmla="*/ 4000324 w 7467663"/>
              <a:gd name="connsiteY622" fmla="*/ 1039362 h 6858000"/>
              <a:gd name="connsiteX623" fmla="*/ 4002862 w 7467663"/>
              <a:gd name="connsiteY623" fmla="*/ 1042866 h 6858000"/>
              <a:gd name="connsiteX624" fmla="*/ 4002475 w 7467663"/>
              <a:gd name="connsiteY624" fmla="*/ 1037802 h 6858000"/>
              <a:gd name="connsiteX625" fmla="*/ 506322 w 7467663"/>
              <a:gd name="connsiteY625" fmla="*/ 1020997 h 6858000"/>
              <a:gd name="connsiteX626" fmla="*/ 533068 w 7467663"/>
              <a:gd name="connsiteY626" fmla="*/ 1029409 h 6858000"/>
              <a:gd name="connsiteX627" fmla="*/ 1232525 w 7467663"/>
              <a:gd name="connsiteY627" fmla="*/ 1804675 h 6858000"/>
              <a:gd name="connsiteX628" fmla="*/ 1388858 w 7467663"/>
              <a:gd name="connsiteY628" fmla="*/ 2368011 h 6858000"/>
              <a:gd name="connsiteX629" fmla="*/ 1384098 w 7467663"/>
              <a:gd name="connsiteY629" fmla="*/ 2378125 h 6858000"/>
              <a:gd name="connsiteX630" fmla="*/ 1425393 w 7467663"/>
              <a:gd name="connsiteY630" fmla="*/ 2589124 h 6858000"/>
              <a:gd name="connsiteX631" fmla="*/ 1424001 w 7467663"/>
              <a:gd name="connsiteY631" fmla="*/ 2597541 h 6858000"/>
              <a:gd name="connsiteX632" fmla="*/ 2152729 w 7467663"/>
              <a:gd name="connsiteY632" fmla="*/ 2864487 h 6858000"/>
              <a:gd name="connsiteX633" fmla="*/ 2020609 w 7467663"/>
              <a:gd name="connsiteY633" fmla="*/ 2539671 h 6858000"/>
              <a:gd name="connsiteX634" fmla="*/ 2018920 w 7467663"/>
              <a:gd name="connsiteY634" fmla="*/ 2536309 h 6858000"/>
              <a:gd name="connsiteX635" fmla="*/ 1342441 w 7467663"/>
              <a:gd name="connsiteY635" fmla="*/ 1173017 h 6858000"/>
              <a:gd name="connsiteX636" fmla="*/ 1367925 w 7467663"/>
              <a:gd name="connsiteY636" fmla="*/ 1135648 h 6858000"/>
              <a:gd name="connsiteX637" fmla="*/ 1771401 w 7467663"/>
              <a:gd name="connsiteY637" fmla="*/ 1806673 h 6858000"/>
              <a:gd name="connsiteX638" fmla="*/ 1972385 w 7467663"/>
              <a:gd name="connsiteY638" fmla="*/ 2198735 h 6858000"/>
              <a:gd name="connsiteX639" fmla="*/ 2040892 w 7467663"/>
              <a:gd name="connsiteY639" fmla="*/ 2405205 h 6858000"/>
              <a:gd name="connsiteX640" fmla="*/ 2131689 w 7467663"/>
              <a:gd name="connsiteY640" fmla="*/ 1936926 h 6858000"/>
              <a:gd name="connsiteX641" fmla="*/ 2454820 w 7467663"/>
              <a:gd name="connsiteY641" fmla="*/ 1248808 h 6858000"/>
              <a:gd name="connsiteX642" fmla="*/ 2492512 w 7467663"/>
              <a:gd name="connsiteY642" fmla="*/ 1302920 h 6858000"/>
              <a:gd name="connsiteX643" fmla="*/ 2081216 w 7467663"/>
              <a:gd name="connsiteY643" fmla="*/ 2527513 h 6858000"/>
              <a:gd name="connsiteX644" fmla="*/ 2081211 w 7467663"/>
              <a:gd name="connsiteY644" fmla="*/ 2528916 h 6858000"/>
              <a:gd name="connsiteX645" fmla="*/ 2199067 w 7467663"/>
              <a:gd name="connsiteY645" fmla="*/ 2884061 h 6858000"/>
              <a:gd name="connsiteX646" fmla="*/ 3192586 w 7467663"/>
              <a:gd name="connsiteY646" fmla="*/ 3411496 h 6858000"/>
              <a:gd name="connsiteX647" fmla="*/ 3182620 w 7467663"/>
              <a:gd name="connsiteY647" fmla="*/ 3483279 h 6858000"/>
              <a:gd name="connsiteX648" fmla="*/ 2435119 w 7467663"/>
              <a:gd name="connsiteY648" fmla="*/ 3080173 h 6858000"/>
              <a:gd name="connsiteX649" fmla="*/ 2410152 w 7467663"/>
              <a:gd name="connsiteY649" fmla="*/ 3063751 h 6858000"/>
              <a:gd name="connsiteX650" fmla="*/ 2408099 w 7467663"/>
              <a:gd name="connsiteY650" fmla="*/ 3064403 h 6858000"/>
              <a:gd name="connsiteX651" fmla="*/ 2407218 w 7467663"/>
              <a:gd name="connsiteY651" fmla="*/ 3070324 h 6858000"/>
              <a:gd name="connsiteX652" fmla="*/ 2380138 w 7467663"/>
              <a:gd name="connsiteY652" fmla="*/ 3099341 h 6858000"/>
              <a:gd name="connsiteX653" fmla="*/ 1765923 w 7467663"/>
              <a:gd name="connsiteY653" fmla="*/ 3581043 h 6858000"/>
              <a:gd name="connsiteX654" fmla="*/ 1702258 w 7467663"/>
              <a:gd name="connsiteY654" fmla="*/ 3612286 h 6858000"/>
              <a:gd name="connsiteX655" fmla="*/ 1538370 w 7467663"/>
              <a:gd name="connsiteY655" fmla="*/ 3811804 h 6858000"/>
              <a:gd name="connsiteX656" fmla="*/ 542867 w 7467663"/>
              <a:gd name="connsiteY656" fmla="*/ 4944092 h 6858000"/>
              <a:gd name="connsiteX657" fmla="*/ 515800 w 7467663"/>
              <a:gd name="connsiteY657" fmla="*/ 4862180 h 6858000"/>
              <a:gd name="connsiteX658" fmla="*/ 909145 w 7467663"/>
              <a:gd name="connsiteY658" fmla="*/ 4199225 h 6858000"/>
              <a:gd name="connsiteX659" fmla="*/ 1214067 w 7467663"/>
              <a:gd name="connsiteY659" fmla="*/ 3908561 h 6858000"/>
              <a:gd name="connsiteX660" fmla="*/ 640967 w 7467663"/>
              <a:gd name="connsiteY660" fmla="*/ 4105601 h 6858000"/>
              <a:gd name="connsiteX661" fmla="*/ 112563 w 7467663"/>
              <a:gd name="connsiteY661" fmla="*/ 4396952 h 6858000"/>
              <a:gd name="connsiteX662" fmla="*/ 0 w 7467663"/>
              <a:gd name="connsiteY662" fmla="*/ 4466006 h 6858000"/>
              <a:gd name="connsiteX663" fmla="*/ 0 w 7467663"/>
              <a:gd name="connsiteY663" fmla="*/ 4233763 h 6858000"/>
              <a:gd name="connsiteX664" fmla="*/ 36881 w 7467663"/>
              <a:gd name="connsiteY664" fmla="*/ 4200118 h 6858000"/>
              <a:gd name="connsiteX665" fmla="*/ 910534 w 7467663"/>
              <a:gd name="connsiteY665" fmla="*/ 3629753 h 6858000"/>
              <a:gd name="connsiteX666" fmla="*/ 1578717 w 7467663"/>
              <a:gd name="connsiteY666" fmla="*/ 3575982 h 6858000"/>
              <a:gd name="connsiteX667" fmla="*/ 2338780 w 7467663"/>
              <a:gd name="connsiteY667" fmla="*/ 3033725 h 6858000"/>
              <a:gd name="connsiteX668" fmla="*/ 1807991 w 7467663"/>
              <a:gd name="connsiteY668" fmla="*/ 2807184 h 6858000"/>
              <a:gd name="connsiteX669" fmla="*/ 1416358 w 7467663"/>
              <a:gd name="connsiteY669" fmla="*/ 3112571 h 6858000"/>
              <a:gd name="connsiteX670" fmla="*/ 939066 w 7467663"/>
              <a:gd name="connsiteY670" fmla="*/ 3378798 h 6858000"/>
              <a:gd name="connsiteX671" fmla="*/ 115099 w 7467663"/>
              <a:gd name="connsiteY671" fmla="*/ 3607650 h 6858000"/>
              <a:gd name="connsiteX672" fmla="*/ 97284 w 7467663"/>
              <a:gd name="connsiteY672" fmla="*/ 3520393 h 6858000"/>
              <a:gd name="connsiteX673" fmla="*/ 922050 w 7467663"/>
              <a:gd name="connsiteY673" fmla="*/ 3074867 h 6858000"/>
              <a:gd name="connsiteX674" fmla="*/ 1405265 w 7467663"/>
              <a:gd name="connsiteY674" fmla="*/ 3016319 h 6858000"/>
              <a:gd name="connsiteX675" fmla="*/ 1407512 w 7467663"/>
              <a:gd name="connsiteY675" fmla="*/ 3018001 h 6858000"/>
              <a:gd name="connsiteX676" fmla="*/ 1726266 w 7467663"/>
              <a:gd name="connsiteY676" fmla="*/ 2777274 h 6858000"/>
              <a:gd name="connsiteX677" fmla="*/ 625390 w 7467663"/>
              <a:gd name="connsiteY677" fmla="*/ 2514541 h 6858000"/>
              <a:gd name="connsiteX678" fmla="*/ 619799 w 7467663"/>
              <a:gd name="connsiteY678" fmla="*/ 2527180 h 6858000"/>
              <a:gd name="connsiteX679" fmla="*/ 310030 w 7467663"/>
              <a:gd name="connsiteY679" fmla="*/ 2771818 h 6858000"/>
              <a:gd name="connsiteX680" fmla="*/ 173877 w 7467663"/>
              <a:gd name="connsiteY680" fmla="*/ 2937056 h 6858000"/>
              <a:gd name="connsiteX681" fmla="*/ 77889 w 7467663"/>
              <a:gd name="connsiteY681" fmla="*/ 3138440 h 6858000"/>
              <a:gd name="connsiteX682" fmla="*/ 0 w 7467663"/>
              <a:gd name="connsiteY682" fmla="*/ 3271395 h 6858000"/>
              <a:gd name="connsiteX683" fmla="*/ 0 w 7467663"/>
              <a:gd name="connsiteY683" fmla="*/ 3153002 h 6858000"/>
              <a:gd name="connsiteX684" fmla="*/ 2386 w 7467663"/>
              <a:gd name="connsiteY684" fmla="*/ 3149203 h 6858000"/>
              <a:gd name="connsiteX685" fmla="*/ 89753 w 7467663"/>
              <a:gd name="connsiteY685" fmla="*/ 2987702 h 6858000"/>
              <a:gd name="connsiteX686" fmla="*/ 76869 w 7467663"/>
              <a:gd name="connsiteY686" fmla="*/ 3005404 h 6858000"/>
              <a:gd name="connsiteX687" fmla="*/ 32049 w 7467663"/>
              <a:gd name="connsiteY687" fmla="*/ 3065814 h 6858000"/>
              <a:gd name="connsiteX688" fmla="*/ 0 w 7467663"/>
              <a:gd name="connsiteY688" fmla="*/ 3108744 h 6858000"/>
              <a:gd name="connsiteX689" fmla="*/ 0 w 7467663"/>
              <a:gd name="connsiteY689" fmla="*/ 3058059 h 6858000"/>
              <a:gd name="connsiteX690" fmla="*/ 7610 w 7467663"/>
              <a:gd name="connsiteY690" fmla="*/ 3047889 h 6858000"/>
              <a:gd name="connsiteX691" fmla="*/ 52419 w 7467663"/>
              <a:gd name="connsiteY691" fmla="*/ 2987479 h 6858000"/>
              <a:gd name="connsiteX692" fmla="*/ 59142 w 7467663"/>
              <a:gd name="connsiteY692" fmla="*/ 2978488 h 6858000"/>
              <a:gd name="connsiteX693" fmla="*/ 0 w 7467663"/>
              <a:gd name="connsiteY693" fmla="*/ 3015334 h 6858000"/>
              <a:gd name="connsiteX694" fmla="*/ 0 w 7467663"/>
              <a:gd name="connsiteY694" fmla="*/ 2914286 h 6858000"/>
              <a:gd name="connsiteX695" fmla="*/ 36383 w 7467663"/>
              <a:gd name="connsiteY695" fmla="*/ 2901128 h 6858000"/>
              <a:gd name="connsiteX696" fmla="*/ 156329 w 7467663"/>
              <a:gd name="connsiteY696" fmla="*/ 2840533 h 6858000"/>
              <a:gd name="connsiteX697" fmla="*/ 358355 w 7467663"/>
              <a:gd name="connsiteY697" fmla="*/ 2620471 h 6858000"/>
              <a:gd name="connsiteX698" fmla="*/ 510577 w 7467663"/>
              <a:gd name="connsiteY698" fmla="*/ 2501244 h 6858000"/>
              <a:gd name="connsiteX699" fmla="*/ 211967 w 7467663"/>
              <a:gd name="connsiteY699" fmla="*/ 2479171 h 6858000"/>
              <a:gd name="connsiteX700" fmla="*/ 0 w 7467663"/>
              <a:gd name="connsiteY700" fmla="*/ 2476398 h 6858000"/>
              <a:gd name="connsiteX701" fmla="*/ 0 w 7467663"/>
              <a:gd name="connsiteY701" fmla="*/ 2389189 h 6858000"/>
              <a:gd name="connsiteX702" fmla="*/ 103062 w 7467663"/>
              <a:gd name="connsiteY702" fmla="*/ 2389518 h 6858000"/>
              <a:gd name="connsiteX703" fmla="*/ 510734 w 7467663"/>
              <a:gd name="connsiteY703" fmla="*/ 2416201 h 6858000"/>
              <a:gd name="connsiteX704" fmla="*/ 279257 w 7467663"/>
              <a:gd name="connsiteY704" fmla="*/ 2092102 h 6858000"/>
              <a:gd name="connsiteX705" fmla="*/ 65265 w 7467663"/>
              <a:gd name="connsiteY705" fmla="*/ 2006049 h 6858000"/>
              <a:gd name="connsiteX706" fmla="*/ 0 w 7467663"/>
              <a:gd name="connsiteY706" fmla="*/ 1982532 h 6858000"/>
              <a:gd name="connsiteX707" fmla="*/ 0 w 7467663"/>
              <a:gd name="connsiteY707" fmla="*/ 1912789 h 6858000"/>
              <a:gd name="connsiteX708" fmla="*/ 97460 w 7467663"/>
              <a:gd name="connsiteY708" fmla="*/ 1953725 h 6858000"/>
              <a:gd name="connsiteX709" fmla="*/ 221272 w 7467663"/>
              <a:gd name="connsiteY709" fmla="*/ 1980766 h 6858000"/>
              <a:gd name="connsiteX710" fmla="*/ 116765 w 7467663"/>
              <a:gd name="connsiteY710" fmla="*/ 1911033 h 6858000"/>
              <a:gd name="connsiteX711" fmla="*/ 16405 w 7467663"/>
              <a:gd name="connsiteY711" fmla="*/ 1803412 h 6858000"/>
              <a:gd name="connsiteX712" fmla="*/ 0 w 7467663"/>
              <a:gd name="connsiteY712" fmla="*/ 1784777 h 6858000"/>
              <a:gd name="connsiteX713" fmla="*/ 0 w 7467663"/>
              <a:gd name="connsiteY713" fmla="*/ 1740082 h 6858000"/>
              <a:gd name="connsiteX714" fmla="*/ 39394 w 7467663"/>
              <a:gd name="connsiteY714" fmla="*/ 1784856 h 6858000"/>
              <a:gd name="connsiteX715" fmla="*/ 135813 w 7467663"/>
              <a:gd name="connsiteY715" fmla="*/ 1888838 h 6858000"/>
              <a:gd name="connsiteX716" fmla="*/ 242575 w 7467663"/>
              <a:gd name="connsiteY716" fmla="*/ 1958841 h 6858000"/>
              <a:gd name="connsiteX717" fmla="*/ 82197 w 7467663"/>
              <a:gd name="connsiteY717" fmla="*/ 1754826 h 6858000"/>
              <a:gd name="connsiteX718" fmla="*/ 0 w 7467663"/>
              <a:gd name="connsiteY718" fmla="*/ 1679650 h 6858000"/>
              <a:gd name="connsiteX719" fmla="*/ 0 w 7467663"/>
              <a:gd name="connsiteY719" fmla="*/ 1602463 h 6858000"/>
              <a:gd name="connsiteX720" fmla="*/ 84689 w 7467663"/>
              <a:gd name="connsiteY720" fmla="*/ 1677442 h 6858000"/>
              <a:gd name="connsiteX721" fmla="*/ 298437 w 7467663"/>
              <a:gd name="connsiteY721" fmla="*/ 1968019 h 6858000"/>
              <a:gd name="connsiteX722" fmla="*/ 227269 w 7467663"/>
              <a:gd name="connsiteY722" fmla="*/ 1114064 h 6858000"/>
              <a:gd name="connsiteX723" fmla="*/ 248003 w 7467663"/>
              <a:gd name="connsiteY723" fmla="*/ 1089613 h 6858000"/>
              <a:gd name="connsiteX724" fmla="*/ 427020 w 7467663"/>
              <a:gd name="connsiteY724" fmla="*/ 1619803 h 6858000"/>
              <a:gd name="connsiteX725" fmla="*/ 340345 w 7467663"/>
              <a:gd name="connsiteY725" fmla="*/ 2027739 h 6858000"/>
              <a:gd name="connsiteX726" fmla="*/ 360865 w 7467663"/>
              <a:gd name="connsiteY726" fmla="*/ 2044827 h 6858000"/>
              <a:gd name="connsiteX727" fmla="*/ 560414 w 7467663"/>
              <a:gd name="connsiteY727" fmla="*/ 2421457 h 6858000"/>
              <a:gd name="connsiteX728" fmla="*/ 1359703 w 7467663"/>
              <a:gd name="connsiteY728" fmla="*/ 2578554 h 6858000"/>
              <a:gd name="connsiteX729" fmla="*/ 1359422 w 7467663"/>
              <a:gd name="connsiteY729" fmla="*/ 2577994 h 6858000"/>
              <a:gd name="connsiteX730" fmla="*/ 828701 w 7467663"/>
              <a:gd name="connsiteY730" fmla="*/ 1839520 h 6858000"/>
              <a:gd name="connsiteX731" fmla="*/ 494427 w 7467663"/>
              <a:gd name="connsiteY731" fmla="*/ 1092333 h 6858000"/>
              <a:gd name="connsiteX732" fmla="*/ 506322 w 7467663"/>
              <a:gd name="connsiteY732" fmla="*/ 1020997 h 6858000"/>
              <a:gd name="connsiteX733" fmla="*/ 4570198 w 7467663"/>
              <a:gd name="connsiteY733" fmla="*/ 978081 h 6858000"/>
              <a:gd name="connsiteX734" fmla="*/ 4523691 w 7467663"/>
              <a:gd name="connsiteY734" fmla="*/ 1127776 h 6858000"/>
              <a:gd name="connsiteX735" fmla="*/ 4509875 w 7467663"/>
              <a:gd name="connsiteY735" fmla="*/ 1167552 h 6858000"/>
              <a:gd name="connsiteX736" fmla="*/ 4478168 w 7467663"/>
              <a:gd name="connsiteY736" fmla="*/ 1260735 h 6858000"/>
              <a:gd name="connsiteX737" fmla="*/ 4409309 w 7467663"/>
              <a:gd name="connsiteY737" fmla="*/ 1666996 h 6858000"/>
              <a:gd name="connsiteX738" fmla="*/ 4370031 w 7467663"/>
              <a:gd name="connsiteY738" fmla="*/ 1955666 h 6858000"/>
              <a:gd name="connsiteX739" fmla="*/ 4570198 w 7467663"/>
              <a:gd name="connsiteY739" fmla="*/ 978081 h 6858000"/>
              <a:gd name="connsiteX740" fmla="*/ 4557898 w 7467663"/>
              <a:gd name="connsiteY740" fmla="*/ 900011 h 6858000"/>
              <a:gd name="connsiteX741" fmla="*/ 4344840 w 7467663"/>
              <a:gd name="connsiteY741" fmla="*/ 1922038 h 6858000"/>
              <a:gd name="connsiteX742" fmla="*/ 4378710 w 7467663"/>
              <a:gd name="connsiteY742" fmla="*/ 1665516 h 6858000"/>
              <a:gd name="connsiteX743" fmla="*/ 4448798 w 7467663"/>
              <a:gd name="connsiteY743" fmla="*/ 1253024 h 6858000"/>
              <a:gd name="connsiteX744" fmla="*/ 4480315 w 7467663"/>
              <a:gd name="connsiteY744" fmla="*/ 1158454 h 6858000"/>
              <a:gd name="connsiteX745" fmla="*/ 4494133 w 7467663"/>
              <a:gd name="connsiteY745" fmla="*/ 1118676 h 6858000"/>
              <a:gd name="connsiteX746" fmla="*/ 4557898 w 7467663"/>
              <a:gd name="connsiteY746" fmla="*/ 900011 h 6858000"/>
              <a:gd name="connsiteX747" fmla="*/ 5870151 w 7467663"/>
              <a:gd name="connsiteY747" fmla="*/ 898890 h 6858000"/>
              <a:gd name="connsiteX748" fmla="*/ 5861335 w 7467663"/>
              <a:gd name="connsiteY748" fmla="*/ 899177 h 6858000"/>
              <a:gd name="connsiteX749" fmla="*/ 5843702 w 7467663"/>
              <a:gd name="connsiteY749" fmla="*/ 899748 h 6858000"/>
              <a:gd name="connsiteX750" fmla="*/ 5651107 w 7467663"/>
              <a:gd name="connsiteY750" fmla="*/ 920306 h 6858000"/>
              <a:gd name="connsiteX751" fmla="*/ 5459407 w 7467663"/>
              <a:gd name="connsiteY751" fmla="*/ 940975 h 6858000"/>
              <a:gd name="connsiteX752" fmla="*/ 5374846 w 7467663"/>
              <a:gd name="connsiteY752" fmla="*/ 941988 h 6858000"/>
              <a:gd name="connsiteX753" fmla="*/ 5256105 w 7467663"/>
              <a:gd name="connsiteY753" fmla="*/ 945632 h 6858000"/>
              <a:gd name="connsiteX754" fmla="*/ 5107071 w 7467663"/>
              <a:gd name="connsiteY754" fmla="*/ 969720 h 6858000"/>
              <a:gd name="connsiteX755" fmla="*/ 4998681 w 7467663"/>
              <a:gd name="connsiteY755" fmla="*/ 988771 h 6858000"/>
              <a:gd name="connsiteX756" fmla="*/ 5870151 w 7467663"/>
              <a:gd name="connsiteY756" fmla="*/ 898890 h 6858000"/>
              <a:gd name="connsiteX757" fmla="*/ 5504425 w 7467663"/>
              <a:gd name="connsiteY757" fmla="*/ 848067 h 6858000"/>
              <a:gd name="connsiteX758" fmla="*/ 4968849 w 7467663"/>
              <a:gd name="connsiteY758" fmla="*/ 962318 h 6858000"/>
              <a:gd name="connsiteX759" fmla="*/ 5104039 w 7467663"/>
              <a:gd name="connsiteY759" fmla="*/ 940634 h 6858000"/>
              <a:gd name="connsiteX760" fmla="*/ 5256311 w 7467663"/>
              <a:gd name="connsiteY760" fmla="*/ 916490 h 6858000"/>
              <a:gd name="connsiteX761" fmla="*/ 5377381 w 7467663"/>
              <a:gd name="connsiteY761" fmla="*/ 912671 h 6858000"/>
              <a:gd name="connsiteX762" fmla="*/ 5460148 w 7467663"/>
              <a:gd name="connsiteY762" fmla="*/ 911442 h 6858000"/>
              <a:gd name="connsiteX763" fmla="*/ 5648971 w 7467663"/>
              <a:gd name="connsiteY763" fmla="*/ 891331 h 6858000"/>
              <a:gd name="connsiteX764" fmla="*/ 5844807 w 7467663"/>
              <a:gd name="connsiteY764" fmla="*/ 870718 h 6858000"/>
              <a:gd name="connsiteX765" fmla="*/ 5862975 w 7467663"/>
              <a:gd name="connsiteY765" fmla="*/ 869756 h 6858000"/>
              <a:gd name="connsiteX766" fmla="*/ 5920887 w 7467663"/>
              <a:gd name="connsiteY766" fmla="*/ 865929 h 6858000"/>
              <a:gd name="connsiteX767" fmla="*/ 5504425 w 7467663"/>
              <a:gd name="connsiteY767" fmla="*/ 848067 h 6858000"/>
              <a:gd name="connsiteX768" fmla="*/ 3607114 w 7467663"/>
              <a:gd name="connsiteY768" fmla="*/ 467441 h 6858000"/>
              <a:gd name="connsiteX769" fmla="*/ 3296242 w 7467663"/>
              <a:gd name="connsiteY769" fmla="*/ 807991 h 6858000"/>
              <a:gd name="connsiteX770" fmla="*/ 3174674 w 7467663"/>
              <a:gd name="connsiteY770" fmla="*/ 919759 h 6858000"/>
              <a:gd name="connsiteX771" fmla="*/ 3042978 w 7467663"/>
              <a:gd name="connsiteY771" fmla="*/ 1054894 h 6858000"/>
              <a:gd name="connsiteX772" fmla="*/ 2968914 w 7467663"/>
              <a:gd name="connsiteY772" fmla="*/ 1133756 h 6858000"/>
              <a:gd name="connsiteX773" fmla="*/ 3103823 w 7467663"/>
              <a:gd name="connsiteY773" fmla="*/ 1026814 h 6858000"/>
              <a:gd name="connsiteX774" fmla="*/ 3607114 w 7467663"/>
              <a:gd name="connsiteY774" fmla="*/ 467441 h 6858000"/>
              <a:gd name="connsiteX775" fmla="*/ 3744487 w 7467663"/>
              <a:gd name="connsiteY775" fmla="*/ 383136 h 6858000"/>
              <a:gd name="connsiteX776" fmla="*/ 3970213 w 7467663"/>
              <a:gd name="connsiteY776" fmla="*/ 995559 h 6858000"/>
              <a:gd name="connsiteX777" fmla="*/ 3744487 w 7467663"/>
              <a:gd name="connsiteY777" fmla="*/ 383136 h 6858000"/>
              <a:gd name="connsiteX778" fmla="*/ 3624562 w 7467663"/>
              <a:gd name="connsiteY778" fmla="*/ 367041 h 6858000"/>
              <a:gd name="connsiteX779" fmla="*/ 3489712 w 7467663"/>
              <a:gd name="connsiteY779" fmla="*/ 485386 h 6858000"/>
              <a:gd name="connsiteX780" fmla="*/ 3182994 w 7467663"/>
              <a:gd name="connsiteY780" fmla="*/ 828265 h 6858000"/>
              <a:gd name="connsiteX781" fmla="*/ 2892114 w 7467663"/>
              <a:gd name="connsiteY781" fmla="*/ 1172635 h 6858000"/>
              <a:gd name="connsiteX782" fmla="*/ 3021459 w 7467663"/>
              <a:gd name="connsiteY782" fmla="*/ 1035385 h 6858000"/>
              <a:gd name="connsiteX783" fmla="*/ 3153873 w 7467663"/>
              <a:gd name="connsiteY783" fmla="*/ 898971 h 6858000"/>
              <a:gd name="connsiteX784" fmla="*/ 3276511 w 7467663"/>
              <a:gd name="connsiteY784" fmla="*/ 786423 h 6858000"/>
              <a:gd name="connsiteX785" fmla="*/ 3584154 w 7467663"/>
              <a:gd name="connsiteY785" fmla="*/ 448218 h 6858000"/>
              <a:gd name="connsiteX786" fmla="*/ 3624562 w 7467663"/>
              <a:gd name="connsiteY786" fmla="*/ 367041 h 6858000"/>
              <a:gd name="connsiteX787" fmla="*/ 3766672 w 7467663"/>
              <a:gd name="connsiteY787" fmla="*/ 359429 h 6858000"/>
              <a:gd name="connsiteX788" fmla="*/ 3996338 w 7467663"/>
              <a:gd name="connsiteY788" fmla="*/ 968237 h 6858000"/>
              <a:gd name="connsiteX789" fmla="*/ 3766672 w 7467663"/>
              <a:gd name="connsiteY789" fmla="*/ 359429 h 6858000"/>
              <a:gd name="connsiteX790" fmla="*/ 5805386 w 7467663"/>
              <a:gd name="connsiteY790" fmla="*/ 239240 h 6858000"/>
              <a:gd name="connsiteX791" fmla="*/ 5736947 w 7467663"/>
              <a:gd name="connsiteY791" fmla="*/ 261367 h 6858000"/>
              <a:gd name="connsiteX792" fmla="*/ 5427012 w 7467663"/>
              <a:gd name="connsiteY792" fmla="*/ 311272 h 6858000"/>
              <a:gd name="connsiteX793" fmla="*/ 5147818 w 7467663"/>
              <a:gd name="connsiteY793" fmla="*/ 322112 h 6858000"/>
              <a:gd name="connsiteX794" fmla="*/ 5060854 w 7467663"/>
              <a:gd name="connsiteY794" fmla="*/ 311882 h 6858000"/>
              <a:gd name="connsiteX795" fmla="*/ 4945989 w 7467663"/>
              <a:gd name="connsiteY795" fmla="*/ 300516 h 6858000"/>
              <a:gd name="connsiteX796" fmla="*/ 5410479 w 7467663"/>
              <a:gd name="connsiteY796" fmla="*/ 348434 h 6858000"/>
              <a:gd name="connsiteX797" fmla="*/ 5805386 w 7467663"/>
              <a:gd name="connsiteY797" fmla="*/ 239240 h 6858000"/>
              <a:gd name="connsiteX798" fmla="*/ 5905192 w 7467663"/>
              <a:gd name="connsiteY798" fmla="*/ 163079 h 6858000"/>
              <a:gd name="connsiteX799" fmla="*/ 5865655 w 7467663"/>
              <a:gd name="connsiteY799" fmla="*/ 171901 h 6858000"/>
              <a:gd name="connsiteX800" fmla="*/ 5259740 w 7467663"/>
              <a:gd name="connsiteY800" fmla="*/ 257013 h 6858000"/>
              <a:gd name="connsiteX801" fmla="*/ 5208466 w 7467663"/>
              <a:gd name="connsiteY801" fmla="*/ 257550 h 6858000"/>
              <a:gd name="connsiteX802" fmla="*/ 4980204 w 7467663"/>
              <a:gd name="connsiteY802" fmla="*/ 271903 h 6858000"/>
              <a:gd name="connsiteX803" fmla="*/ 5068068 w 7467663"/>
              <a:gd name="connsiteY803" fmla="*/ 282244 h 6858000"/>
              <a:gd name="connsiteX804" fmla="*/ 5153231 w 7467663"/>
              <a:gd name="connsiteY804" fmla="*/ 292240 h 6858000"/>
              <a:gd name="connsiteX805" fmla="*/ 5426491 w 7467663"/>
              <a:gd name="connsiteY805" fmla="*/ 281128 h 6858000"/>
              <a:gd name="connsiteX806" fmla="*/ 5731212 w 7467663"/>
              <a:gd name="connsiteY806" fmla="*/ 231951 h 6858000"/>
              <a:gd name="connsiteX807" fmla="*/ 5905192 w 7467663"/>
              <a:gd name="connsiteY807" fmla="*/ 163079 h 6858000"/>
              <a:gd name="connsiteX808" fmla="*/ 5944437 w 7467663"/>
              <a:gd name="connsiteY808" fmla="*/ 113829 h 6858000"/>
              <a:gd name="connsiteX809" fmla="*/ 5825032 w 7467663"/>
              <a:gd name="connsiteY809" fmla="*/ 146405 h 6858000"/>
              <a:gd name="connsiteX810" fmla="*/ 4955599 w 7467663"/>
              <a:gd name="connsiteY810" fmla="*/ 247008 h 6858000"/>
              <a:gd name="connsiteX811" fmla="*/ 5210104 w 7467663"/>
              <a:gd name="connsiteY811" fmla="*/ 228123 h 6858000"/>
              <a:gd name="connsiteX812" fmla="*/ 5261015 w 7467663"/>
              <a:gd name="connsiteY812" fmla="*/ 227087 h 6858000"/>
              <a:gd name="connsiteX813" fmla="*/ 5861181 w 7467663"/>
              <a:gd name="connsiteY813" fmla="*/ 143093 h 6858000"/>
              <a:gd name="connsiteX814" fmla="*/ 5961252 w 7467663"/>
              <a:gd name="connsiteY814" fmla="*/ 114820 h 6858000"/>
              <a:gd name="connsiteX815" fmla="*/ 5944437 w 7467663"/>
              <a:gd name="connsiteY815" fmla="*/ 113829 h 6858000"/>
              <a:gd name="connsiteX816" fmla="*/ 3882765 w 7467663"/>
              <a:gd name="connsiteY816" fmla="*/ 0 h 6858000"/>
              <a:gd name="connsiteX817" fmla="*/ 3995099 w 7467663"/>
              <a:gd name="connsiteY817" fmla="*/ 0 h 6858000"/>
              <a:gd name="connsiteX818" fmla="*/ 4163818 w 7467663"/>
              <a:gd name="connsiteY818" fmla="*/ 234104 h 6858000"/>
              <a:gd name="connsiteX819" fmla="*/ 4172099 w 7467663"/>
              <a:gd name="connsiteY819" fmla="*/ 234207 h 6858000"/>
              <a:gd name="connsiteX820" fmla="*/ 4784282 w 7467663"/>
              <a:gd name="connsiteY820" fmla="*/ 276561 h 6858000"/>
              <a:gd name="connsiteX821" fmla="*/ 4801687 w 7467663"/>
              <a:gd name="connsiteY821" fmla="*/ 267764 h 6858000"/>
              <a:gd name="connsiteX822" fmla="*/ 6082788 w 7467663"/>
              <a:gd name="connsiteY822" fmla="*/ 64119 h 6858000"/>
              <a:gd name="connsiteX823" fmla="*/ 6099442 w 7467663"/>
              <a:gd name="connsiteY823" fmla="*/ 82568 h 6858000"/>
              <a:gd name="connsiteX824" fmla="*/ 4804137 w 7467663"/>
              <a:gd name="connsiteY824" fmla="*/ 320931 h 6858000"/>
              <a:gd name="connsiteX825" fmla="*/ 4227047 w 7467663"/>
              <a:gd name="connsiteY825" fmla="*/ 313415 h 6858000"/>
              <a:gd name="connsiteX826" fmla="*/ 4346041 w 7467663"/>
              <a:gd name="connsiteY826" fmla="*/ 456086 h 6858000"/>
              <a:gd name="connsiteX827" fmla="*/ 4870967 w 7467663"/>
              <a:gd name="connsiteY827" fmla="*/ 963061 h 6858000"/>
              <a:gd name="connsiteX828" fmla="*/ 4889647 w 7467663"/>
              <a:gd name="connsiteY828" fmla="*/ 957147 h 6858000"/>
              <a:gd name="connsiteX829" fmla="*/ 5422504 w 7467663"/>
              <a:gd name="connsiteY829" fmla="*/ 805191 h 6858000"/>
              <a:gd name="connsiteX830" fmla="*/ 6087656 w 7467663"/>
              <a:gd name="connsiteY830" fmla="*/ 826703 h 6858000"/>
              <a:gd name="connsiteX831" fmla="*/ 6058717 w 7467663"/>
              <a:gd name="connsiteY831" fmla="*/ 865992 h 6858000"/>
              <a:gd name="connsiteX832" fmla="*/ 4974153 w 7467663"/>
              <a:gd name="connsiteY832" fmla="*/ 1045456 h 6858000"/>
              <a:gd name="connsiteX833" fmla="*/ 5627835 w 7467663"/>
              <a:gd name="connsiteY833" fmla="*/ 1472077 h 6858000"/>
              <a:gd name="connsiteX834" fmla="*/ 5629817 w 7467663"/>
              <a:gd name="connsiteY834" fmla="*/ 1471412 h 6858000"/>
              <a:gd name="connsiteX835" fmla="*/ 5634124 w 7467663"/>
              <a:gd name="connsiteY835" fmla="*/ 1470572 h 6858000"/>
              <a:gd name="connsiteX836" fmla="*/ 5755832 w 7467663"/>
              <a:gd name="connsiteY836" fmla="*/ 1383886 h 6858000"/>
              <a:gd name="connsiteX837" fmla="*/ 6014186 w 7467663"/>
              <a:gd name="connsiteY837" fmla="*/ 1279799 h 6858000"/>
              <a:gd name="connsiteX838" fmla="*/ 6901619 w 7467663"/>
              <a:gd name="connsiteY838" fmla="*/ 1047874 h 6858000"/>
              <a:gd name="connsiteX839" fmla="*/ 6931566 w 7467663"/>
              <a:gd name="connsiteY839" fmla="*/ 1062034 h 6858000"/>
              <a:gd name="connsiteX840" fmla="*/ 5790982 w 7467663"/>
              <a:gd name="connsiteY840" fmla="*/ 1561380 h 6858000"/>
              <a:gd name="connsiteX841" fmla="*/ 6188971 w 7467663"/>
              <a:gd name="connsiteY841" fmla="*/ 1755168 h 6858000"/>
              <a:gd name="connsiteX842" fmla="*/ 6202446 w 7467663"/>
              <a:gd name="connsiteY842" fmla="*/ 1752268 h 6858000"/>
              <a:gd name="connsiteX843" fmla="*/ 7179560 w 7467663"/>
              <a:gd name="connsiteY843" fmla="*/ 1467551 h 6858000"/>
              <a:gd name="connsiteX844" fmla="*/ 7158730 w 7467663"/>
              <a:gd name="connsiteY844" fmla="*/ 1507835 h 6858000"/>
              <a:gd name="connsiteX845" fmla="*/ 6326959 w 7467663"/>
              <a:gd name="connsiteY845" fmla="*/ 1817686 h 6858000"/>
              <a:gd name="connsiteX846" fmla="*/ 6537433 w 7467663"/>
              <a:gd name="connsiteY846" fmla="*/ 1907790 h 6858000"/>
              <a:gd name="connsiteX847" fmla="*/ 6550221 w 7467663"/>
              <a:gd name="connsiteY847" fmla="*/ 1910729 h 6858000"/>
              <a:gd name="connsiteX848" fmla="*/ 6964438 w 7467663"/>
              <a:gd name="connsiteY848" fmla="*/ 2209505 h 6858000"/>
              <a:gd name="connsiteX849" fmla="*/ 7367862 w 7467663"/>
              <a:gd name="connsiteY849" fmla="*/ 2806833 h 6858000"/>
              <a:gd name="connsiteX850" fmla="*/ 7364329 w 7467663"/>
              <a:gd name="connsiteY850" fmla="*/ 2826907 h 6858000"/>
              <a:gd name="connsiteX851" fmla="*/ 7290545 w 7467663"/>
              <a:gd name="connsiteY851" fmla="*/ 2850663 h 6858000"/>
              <a:gd name="connsiteX852" fmla="*/ 6472036 w 7467663"/>
              <a:gd name="connsiteY852" fmla="*/ 1959003 h 6858000"/>
              <a:gd name="connsiteX853" fmla="*/ 5792897 w 7467663"/>
              <a:gd name="connsiteY853" fmla="*/ 1647747 h 6858000"/>
              <a:gd name="connsiteX854" fmla="*/ 5842751 w 7467663"/>
              <a:gd name="connsiteY854" fmla="*/ 1816112 h 6858000"/>
              <a:gd name="connsiteX855" fmla="*/ 5847424 w 7467663"/>
              <a:gd name="connsiteY855" fmla="*/ 1815776 h 6858000"/>
              <a:gd name="connsiteX856" fmla="*/ 6399821 w 7467663"/>
              <a:gd name="connsiteY856" fmla="*/ 2344799 h 6858000"/>
              <a:gd name="connsiteX857" fmla="*/ 6323232 w 7467663"/>
              <a:gd name="connsiteY857" fmla="*/ 2389634 h 6858000"/>
              <a:gd name="connsiteX858" fmla="*/ 5942958 w 7467663"/>
              <a:gd name="connsiteY858" fmla="*/ 2077708 h 6858000"/>
              <a:gd name="connsiteX859" fmla="*/ 5921559 w 7467663"/>
              <a:gd name="connsiteY859" fmla="*/ 2378596 h 6858000"/>
              <a:gd name="connsiteX860" fmla="*/ 5817651 w 7467663"/>
              <a:gd name="connsiteY860" fmla="*/ 3023919 h 6858000"/>
              <a:gd name="connsiteX861" fmla="*/ 5729634 w 7467663"/>
              <a:gd name="connsiteY861" fmla="*/ 3051849 h 6858000"/>
              <a:gd name="connsiteX862" fmla="*/ 5611018 w 7467663"/>
              <a:gd name="connsiteY862" fmla="*/ 2316769 h 6858000"/>
              <a:gd name="connsiteX863" fmla="*/ 5687608 w 7467663"/>
              <a:gd name="connsiteY863" fmla="*/ 2039972 h 6858000"/>
              <a:gd name="connsiteX864" fmla="*/ 5657554 w 7467663"/>
              <a:gd name="connsiteY864" fmla="*/ 1576445 h 6858000"/>
              <a:gd name="connsiteX865" fmla="*/ 5150475 w 7467663"/>
              <a:gd name="connsiteY865" fmla="*/ 1274012 h 6858000"/>
              <a:gd name="connsiteX866" fmla="*/ 5349142 w 7467663"/>
              <a:gd name="connsiteY866" fmla="*/ 2204405 h 6858000"/>
              <a:gd name="connsiteX867" fmla="*/ 5262214 w 7467663"/>
              <a:gd name="connsiteY867" fmla="*/ 2233836 h 6858000"/>
              <a:gd name="connsiteX868" fmla="*/ 4981539 w 7467663"/>
              <a:gd name="connsiteY868" fmla="*/ 1542201 h 6858000"/>
              <a:gd name="connsiteX869" fmla="*/ 4958461 w 7467663"/>
              <a:gd name="connsiteY869" fmla="*/ 1136957 h 6858000"/>
              <a:gd name="connsiteX870" fmla="*/ 4655015 w 7467663"/>
              <a:gd name="connsiteY870" fmla="*/ 891426 h 6858000"/>
              <a:gd name="connsiteX871" fmla="*/ 4348002 w 7467663"/>
              <a:gd name="connsiteY871" fmla="*/ 2205895 h 6858000"/>
              <a:gd name="connsiteX872" fmla="*/ 4262250 w 7467663"/>
              <a:gd name="connsiteY872" fmla="*/ 2219972 h 6858000"/>
              <a:gd name="connsiteX873" fmla="*/ 4550611 w 7467663"/>
              <a:gd name="connsiteY873" fmla="*/ 817540 h 6858000"/>
              <a:gd name="connsiteX874" fmla="*/ 4564418 w 7467663"/>
              <a:gd name="connsiteY874" fmla="*/ 808293 h 6858000"/>
              <a:gd name="connsiteX875" fmla="*/ 4266388 w 7467663"/>
              <a:gd name="connsiteY875" fmla="*/ 500083 h 6858000"/>
              <a:gd name="connsiteX876" fmla="*/ 4032842 w 7467663"/>
              <a:gd name="connsiteY876" fmla="*/ 211809 h 6858000"/>
              <a:gd name="connsiteX877" fmla="*/ 3882765 w 7467663"/>
              <a:gd name="connsiteY877" fmla="*/ 0 h 6858000"/>
              <a:gd name="connsiteX878" fmla="*/ 3721337 w 7467663"/>
              <a:gd name="connsiteY878" fmla="*/ 0 h 6858000"/>
              <a:gd name="connsiteX879" fmla="*/ 3797544 w 7467663"/>
              <a:gd name="connsiteY879" fmla="*/ 0 h 6858000"/>
              <a:gd name="connsiteX880" fmla="*/ 3775734 w 7467663"/>
              <a:gd name="connsiteY880" fmla="*/ 95131 h 6858000"/>
              <a:gd name="connsiteX881" fmla="*/ 3724807 w 7467663"/>
              <a:gd name="connsiteY881" fmla="*/ 272257 h 6858000"/>
              <a:gd name="connsiteX882" fmla="*/ 3726844 w 7467663"/>
              <a:gd name="connsiteY882" fmla="*/ 282988 h 6858000"/>
              <a:gd name="connsiteX883" fmla="*/ 3742664 w 7467663"/>
              <a:gd name="connsiteY883" fmla="*/ 279918 h 6858000"/>
              <a:gd name="connsiteX884" fmla="*/ 4103910 w 7467663"/>
              <a:gd name="connsiteY884" fmla="*/ 1161917 h 6858000"/>
              <a:gd name="connsiteX885" fmla="*/ 4020269 w 7467663"/>
              <a:gd name="connsiteY885" fmla="*/ 1200406 h 6858000"/>
              <a:gd name="connsiteX886" fmla="*/ 3674882 w 7467663"/>
              <a:gd name="connsiteY886" fmla="*/ 488524 h 6858000"/>
              <a:gd name="connsiteX887" fmla="*/ 3132682 w 7467663"/>
              <a:gd name="connsiteY887" fmla="*/ 1072284 h 6858000"/>
              <a:gd name="connsiteX888" fmla="*/ 2716346 w 7467663"/>
              <a:gd name="connsiteY888" fmla="*/ 1276376 h 6858000"/>
              <a:gd name="connsiteX889" fmla="*/ 2716772 w 7467663"/>
              <a:gd name="connsiteY889" fmla="*/ 1255462 h 6858000"/>
              <a:gd name="connsiteX890" fmla="*/ 3471096 w 7467663"/>
              <a:gd name="connsiteY890" fmla="*/ 437072 h 6858000"/>
              <a:gd name="connsiteX891" fmla="*/ 3639057 w 7467663"/>
              <a:gd name="connsiteY891" fmla="*/ 286334 h 6858000"/>
              <a:gd name="connsiteX892" fmla="*/ 3640309 w 7467663"/>
              <a:gd name="connsiteY892" fmla="*/ 284664 h 6858000"/>
              <a:gd name="connsiteX893" fmla="*/ 3646022 w 7467663"/>
              <a:gd name="connsiteY893" fmla="*/ 276711 h 6858000"/>
              <a:gd name="connsiteX894" fmla="*/ 3707943 w 7467663"/>
              <a:gd name="connsiteY894" fmla="*/ 65958 h 6858000"/>
              <a:gd name="connsiteX895" fmla="*/ 3721337 w 7467663"/>
              <a:gd name="connsiteY895" fmla="*/ 0 h 6858000"/>
              <a:gd name="connsiteX896" fmla="*/ 2867960 w 7467663"/>
              <a:gd name="connsiteY896" fmla="*/ 0 h 6858000"/>
              <a:gd name="connsiteX897" fmla="*/ 2926351 w 7467663"/>
              <a:gd name="connsiteY897" fmla="*/ 0 h 6858000"/>
              <a:gd name="connsiteX898" fmla="*/ 2902823 w 7467663"/>
              <a:gd name="connsiteY898" fmla="*/ 262929 h 6858000"/>
              <a:gd name="connsiteX899" fmla="*/ 2940663 w 7467663"/>
              <a:gd name="connsiteY899" fmla="*/ 140884 h 6858000"/>
              <a:gd name="connsiteX900" fmla="*/ 2947039 w 7467663"/>
              <a:gd name="connsiteY900" fmla="*/ 122524 h 6858000"/>
              <a:gd name="connsiteX901" fmla="*/ 2984316 w 7467663"/>
              <a:gd name="connsiteY901" fmla="*/ 0 h 6858000"/>
              <a:gd name="connsiteX902" fmla="*/ 3016114 w 7467663"/>
              <a:gd name="connsiteY902" fmla="*/ 0 h 6858000"/>
              <a:gd name="connsiteX903" fmla="*/ 2979949 w 7467663"/>
              <a:gd name="connsiteY903" fmla="*/ 119274 h 6858000"/>
              <a:gd name="connsiteX904" fmla="*/ 3023879 w 7467663"/>
              <a:gd name="connsiteY904" fmla="*/ 0 h 6858000"/>
              <a:gd name="connsiteX905" fmla="*/ 3105400 w 7467663"/>
              <a:gd name="connsiteY905" fmla="*/ 0 h 6858000"/>
              <a:gd name="connsiteX906" fmla="*/ 3094669 w 7467663"/>
              <a:gd name="connsiteY906" fmla="*/ 30308 h 6858000"/>
              <a:gd name="connsiteX907" fmla="*/ 2901945 w 7467663"/>
              <a:gd name="connsiteY907" fmla="*/ 466538 h 6858000"/>
              <a:gd name="connsiteX908" fmla="*/ 2815209 w 7467663"/>
              <a:gd name="connsiteY908" fmla="*/ 497361 h 6858000"/>
              <a:gd name="connsiteX909" fmla="*/ 2844845 w 7467663"/>
              <a:gd name="connsiteY909" fmla="*/ 127638 h 6858000"/>
              <a:gd name="connsiteX910" fmla="*/ 2867960 w 7467663"/>
              <a:gd name="connsiteY910" fmla="*/ 0 h 6858000"/>
              <a:gd name="connsiteX911" fmla="*/ 1057230 w 7467663"/>
              <a:gd name="connsiteY911" fmla="*/ 0 h 6858000"/>
              <a:gd name="connsiteX912" fmla="*/ 1111003 w 7467663"/>
              <a:gd name="connsiteY912" fmla="*/ 0 h 6858000"/>
              <a:gd name="connsiteX913" fmla="*/ 1125553 w 7467663"/>
              <a:gd name="connsiteY913" fmla="*/ 52588 h 6858000"/>
              <a:gd name="connsiteX914" fmla="*/ 1304276 w 7467663"/>
              <a:gd name="connsiteY914" fmla="*/ 476275 h 6858000"/>
              <a:gd name="connsiteX915" fmla="*/ 1492066 w 7467663"/>
              <a:gd name="connsiteY915" fmla="*/ 886333 h 6858000"/>
              <a:gd name="connsiteX916" fmla="*/ 1423698 w 7467663"/>
              <a:gd name="connsiteY916" fmla="*/ 710817 h 6858000"/>
              <a:gd name="connsiteX917" fmla="*/ 1357609 w 7467663"/>
              <a:gd name="connsiteY917" fmla="*/ 532892 h 6858000"/>
              <a:gd name="connsiteX918" fmla="*/ 1309550 w 7467663"/>
              <a:gd name="connsiteY918" fmla="*/ 374031 h 6858000"/>
              <a:gd name="connsiteX919" fmla="*/ 1193673 w 7467663"/>
              <a:gd name="connsiteY919" fmla="*/ 49533 h 6858000"/>
              <a:gd name="connsiteX920" fmla="*/ 1164391 w 7467663"/>
              <a:gd name="connsiteY920" fmla="*/ 0 h 6858000"/>
              <a:gd name="connsiteX921" fmla="*/ 1200666 w 7467663"/>
              <a:gd name="connsiteY921" fmla="*/ 0 h 6858000"/>
              <a:gd name="connsiteX922" fmla="*/ 1223408 w 7467663"/>
              <a:gd name="connsiteY922" fmla="*/ 38996 h 6858000"/>
              <a:gd name="connsiteX923" fmla="*/ 1339635 w 7467663"/>
              <a:gd name="connsiteY923" fmla="*/ 365517 h 6858000"/>
              <a:gd name="connsiteX924" fmla="*/ 1387469 w 7467663"/>
              <a:gd name="connsiteY924" fmla="*/ 523079 h 6858000"/>
              <a:gd name="connsiteX925" fmla="*/ 1452685 w 7467663"/>
              <a:gd name="connsiteY925" fmla="*/ 699806 h 6858000"/>
              <a:gd name="connsiteX926" fmla="*/ 1492092 w 7467663"/>
              <a:gd name="connsiteY926" fmla="*/ 800424 h 6858000"/>
              <a:gd name="connsiteX927" fmla="*/ 1455302 w 7467663"/>
              <a:gd name="connsiteY927" fmla="*/ 632913 h 6858000"/>
              <a:gd name="connsiteX928" fmla="*/ 1222336 w 7467663"/>
              <a:gd name="connsiteY928" fmla="*/ 9480 h 6858000"/>
              <a:gd name="connsiteX929" fmla="*/ 1214634 w 7467663"/>
              <a:gd name="connsiteY929" fmla="*/ 0 h 6858000"/>
              <a:gd name="connsiteX930" fmla="*/ 1289827 w 7467663"/>
              <a:gd name="connsiteY930" fmla="*/ 0 h 6858000"/>
              <a:gd name="connsiteX931" fmla="*/ 1321076 w 7467663"/>
              <a:gd name="connsiteY931" fmla="*/ 59722 h 6858000"/>
              <a:gd name="connsiteX932" fmla="*/ 1512579 w 7467663"/>
              <a:gd name="connsiteY932" fmla="*/ 626441 h 6858000"/>
              <a:gd name="connsiteX933" fmla="*/ 1506076 w 7467663"/>
              <a:gd name="connsiteY933" fmla="*/ 1089289 h 6858000"/>
              <a:gd name="connsiteX934" fmla="*/ 1486346 w 7467663"/>
              <a:gd name="connsiteY934" fmla="*/ 1079919 h 6858000"/>
              <a:gd name="connsiteX935" fmla="*/ 1070511 w 7467663"/>
              <a:gd name="connsiteY935" fmla="*/ 48609 h 6858000"/>
              <a:gd name="connsiteX936" fmla="*/ 1057230 w 7467663"/>
              <a:gd name="connsiteY936" fmla="*/ 0 h 6858000"/>
              <a:gd name="connsiteX937" fmla="*/ 43151 w 7467663"/>
              <a:gd name="connsiteY937" fmla="*/ 0 h 6858000"/>
              <a:gd name="connsiteX938" fmla="*/ 95283 w 7467663"/>
              <a:gd name="connsiteY938" fmla="*/ 0 h 6858000"/>
              <a:gd name="connsiteX939" fmla="*/ 300708 w 7467663"/>
              <a:gd name="connsiteY939" fmla="*/ 154571 h 6858000"/>
              <a:gd name="connsiteX940" fmla="*/ 530414 w 7467663"/>
              <a:gd name="connsiteY940" fmla="*/ 354673 h 6858000"/>
              <a:gd name="connsiteX941" fmla="*/ 333785 w 7467663"/>
              <a:gd name="connsiteY941" fmla="*/ 161564 h 6858000"/>
              <a:gd name="connsiteX942" fmla="*/ 147005 w 7467663"/>
              <a:gd name="connsiteY942" fmla="*/ 0 h 6858000"/>
              <a:gd name="connsiteX943" fmla="*/ 272509 w 7467663"/>
              <a:gd name="connsiteY943" fmla="*/ 0 h 6858000"/>
              <a:gd name="connsiteX944" fmla="*/ 326276 w 7467663"/>
              <a:gd name="connsiteY944" fmla="*/ 45847 h 6858000"/>
              <a:gd name="connsiteX945" fmla="*/ 823759 w 7467663"/>
              <a:gd name="connsiteY945" fmla="*/ 574145 h 6858000"/>
              <a:gd name="connsiteX946" fmla="*/ 811254 w 7467663"/>
              <a:gd name="connsiteY946" fmla="*/ 665546 h 6858000"/>
              <a:gd name="connsiteX947" fmla="*/ 154042 w 7467663"/>
              <a:gd name="connsiteY947" fmla="*/ 261522 h 6858000"/>
              <a:gd name="connsiteX948" fmla="*/ 13550 w 7467663"/>
              <a:gd name="connsiteY948" fmla="*/ 158423 h 6858000"/>
              <a:gd name="connsiteX949" fmla="*/ 0 w 7467663"/>
              <a:gd name="connsiteY949" fmla="*/ 146618 h 6858000"/>
              <a:gd name="connsiteX950" fmla="*/ 0 w 7467663"/>
              <a:gd name="connsiteY950" fmla="*/ 59161 h 6858000"/>
              <a:gd name="connsiteX951" fmla="*/ 45427 w 7467663"/>
              <a:gd name="connsiteY951" fmla="*/ 101078 h 6858000"/>
              <a:gd name="connsiteX952" fmla="*/ 630103 w 7467663"/>
              <a:gd name="connsiteY952" fmla="*/ 485885 h 6858000"/>
              <a:gd name="connsiteX953" fmla="*/ 532040 w 7467663"/>
              <a:gd name="connsiteY953" fmla="*/ 399359 h 6858000"/>
              <a:gd name="connsiteX954" fmla="*/ 517618 w 7467663"/>
              <a:gd name="connsiteY954" fmla="*/ 385726 h 6858000"/>
              <a:gd name="connsiteX955" fmla="*/ 285074 w 7467663"/>
              <a:gd name="connsiteY955" fmla="*/ 182755 h 6858000"/>
              <a:gd name="connsiteX956" fmla="*/ 43151 w 7467663"/>
              <a:gd name="connsiteY95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467600 w 7467600"/>
              <a:gd name="connsiteY75" fmla="*/ 6334256 h 6858000"/>
              <a:gd name="connsiteX76" fmla="*/ 7454976 w 7467600"/>
              <a:gd name="connsiteY76" fmla="*/ 6318297 h 6858000"/>
              <a:gd name="connsiteX77" fmla="*/ 1456157 w 7467600"/>
              <a:gd name="connsiteY77" fmla="*/ 5371404 h 6858000"/>
              <a:gd name="connsiteX78" fmla="*/ 1244432 w 7467600"/>
              <a:gd name="connsiteY78" fmla="*/ 5385601 h 6858000"/>
              <a:gd name="connsiteX79" fmla="*/ 973990 w 7467600"/>
              <a:gd name="connsiteY79" fmla="*/ 5424940 h 6858000"/>
              <a:gd name="connsiteX80" fmla="*/ 1103809 w 7467600"/>
              <a:gd name="connsiteY80" fmla="*/ 5433720 h 6858000"/>
              <a:gd name="connsiteX81" fmla="*/ 1123454 w 7467600"/>
              <a:gd name="connsiteY81" fmla="*/ 5435727 h 6858000"/>
              <a:gd name="connsiteX82" fmla="*/ 1737017 w 7467600"/>
              <a:gd name="connsiteY82" fmla="*/ 5452183 h 6858000"/>
              <a:gd name="connsiteX83" fmla="*/ 1824397 w 7467600"/>
              <a:gd name="connsiteY83" fmla="*/ 5447757 h 6858000"/>
              <a:gd name="connsiteX84" fmla="*/ 2070059 w 7467600"/>
              <a:gd name="connsiteY84" fmla="*/ 5441660 h 6858000"/>
              <a:gd name="connsiteX85" fmla="*/ 1456157 w 7467600"/>
              <a:gd name="connsiteY85" fmla="*/ 5371404 h 6858000"/>
              <a:gd name="connsiteX86" fmla="*/ 4988186 w 7467600"/>
              <a:gd name="connsiteY86" fmla="*/ 5216467 h 6858000"/>
              <a:gd name="connsiteX87" fmla="*/ 4777334 w 7467600"/>
              <a:gd name="connsiteY87" fmla="*/ 5406072 h 6858000"/>
              <a:gd name="connsiteX88" fmla="*/ 4718341 w 7467600"/>
              <a:gd name="connsiteY88" fmla="*/ 5468043 h 6858000"/>
              <a:gd name="connsiteX89" fmla="*/ 4604655 w 7467600"/>
              <a:gd name="connsiteY89" fmla="*/ 5583434 h 6858000"/>
              <a:gd name="connsiteX90" fmla="*/ 4565074 w 7467600"/>
              <a:gd name="connsiteY90" fmla="*/ 5618550 h 6858000"/>
              <a:gd name="connsiteX91" fmla="*/ 4988186 w 7467600"/>
              <a:gd name="connsiteY91" fmla="*/ 5216467 h 6858000"/>
              <a:gd name="connsiteX92" fmla="*/ 4978032 w 7467600"/>
              <a:gd name="connsiteY92" fmla="*/ 5183809 h 6858000"/>
              <a:gd name="connsiteX93" fmla="*/ 4463413 w 7467600"/>
              <a:gd name="connsiteY93" fmla="*/ 5615162 h 6858000"/>
              <a:gd name="connsiteX94" fmla="*/ 4358134 w 7467600"/>
              <a:gd name="connsiteY94" fmla="*/ 5742791 h 6858000"/>
              <a:gd name="connsiteX95" fmla="*/ 4376219 w 7467600"/>
              <a:gd name="connsiteY95" fmla="*/ 5729027 h 6858000"/>
              <a:gd name="connsiteX96" fmla="*/ 4582340 w 7467600"/>
              <a:gd name="connsiteY96" fmla="*/ 5561037 h 6858000"/>
              <a:gd name="connsiteX97" fmla="*/ 4694684 w 7467600"/>
              <a:gd name="connsiteY97" fmla="*/ 5447098 h 6858000"/>
              <a:gd name="connsiteX98" fmla="*/ 4754123 w 7467600"/>
              <a:gd name="connsiteY98" fmla="*/ 5384643 h 6858000"/>
              <a:gd name="connsiteX99" fmla="*/ 4978032 w 7467600"/>
              <a:gd name="connsiteY99" fmla="*/ 5183809 h 6858000"/>
              <a:gd name="connsiteX100" fmla="*/ 1903353 w 7467600"/>
              <a:gd name="connsiteY100" fmla="*/ 5044827 h 6858000"/>
              <a:gd name="connsiteX101" fmla="*/ 1936931 w 7467600"/>
              <a:gd name="connsiteY101" fmla="*/ 5093954 h 6858000"/>
              <a:gd name="connsiteX102" fmla="*/ 2195868 w 7467600"/>
              <a:gd name="connsiteY102" fmla="*/ 5396574 h 6858000"/>
              <a:gd name="connsiteX103" fmla="*/ 2088852 w 7467600"/>
              <a:gd name="connsiteY103" fmla="*/ 5166123 h 6858000"/>
              <a:gd name="connsiteX104" fmla="*/ 1958241 w 7467600"/>
              <a:gd name="connsiteY104" fmla="*/ 5067955 h 6858000"/>
              <a:gd name="connsiteX105" fmla="*/ 1903353 w 7467600"/>
              <a:gd name="connsiteY105" fmla="*/ 5044827 h 6858000"/>
              <a:gd name="connsiteX106" fmla="*/ 1979378 w 7467600"/>
              <a:gd name="connsiteY106" fmla="*/ 4769504 h 6858000"/>
              <a:gd name="connsiteX107" fmla="*/ 2882120 w 7467600"/>
              <a:gd name="connsiteY107" fmla="*/ 5064547 h 6858000"/>
              <a:gd name="connsiteX108" fmla="*/ 2793103 w 7467600"/>
              <a:gd name="connsiteY108" fmla="*/ 5039699 h 6858000"/>
              <a:gd name="connsiteX109" fmla="*/ 2770041 w 7467600"/>
              <a:gd name="connsiteY109" fmla="*/ 5033634 h 6858000"/>
              <a:gd name="connsiteX110" fmla="*/ 1979378 w 7467600"/>
              <a:gd name="connsiteY110" fmla="*/ 4769504 h 6858000"/>
              <a:gd name="connsiteX111" fmla="*/ 1927410 w 7467600"/>
              <a:gd name="connsiteY111" fmla="*/ 4716164 h 6858000"/>
              <a:gd name="connsiteX112" fmla="*/ 1959587 w 7467600"/>
              <a:gd name="connsiteY112" fmla="*/ 4728849 h 6858000"/>
              <a:gd name="connsiteX113" fmla="*/ 2777707 w 7467600"/>
              <a:gd name="connsiteY113" fmla="*/ 5003991 h 6858000"/>
              <a:gd name="connsiteX114" fmla="*/ 2800768 w 7467600"/>
              <a:gd name="connsiteY114" fmla="*/ 5010056 h 6858000"/>
              <a:gd name="connsiteX115" fmla="*/ 2879408 w 7467600"/>
              <a:gd name="connsiteY115" fmla="*/ 5031590 h 6858000"/>
              <a:gd name="connsiteX116" fmla="*/ 2862295 w 7467600"/>
              <a:gd name="connsiteY116" fmla="*/ 5022958 h 6858000"/>
              <a:gd name="connsiteX117" fmla="*/ 2813343 w 7467600"/>
              <a:gd name="connsiteY117" fmla="*/ 4998369 h 6858000"/>
              <a:gd name="connsiteX118" fmla="*/ 2646245 w 7467600"/>
              <a:gd name="connsiteY118" fmla="*/ 4930999 h 6858000"/>
              <a:gd name="connsiteX119" fmla="*/ 1999243 w 7467600"/>
              <a:gd name="connsiteY119" fmla="*/ 4730524 h 6858000"/>
              <a:gd name="connsiteX120" fmla="*/ 1979527 w 7467600"/>
              <a:gd name="connsiteY120" fmla="*/ 4726651 h 6858000"/>
              <a:gd name="connsiteX121" fmla="*/ 1927410 w 7467600"/>
              <a:gd name="connsiteY121" fmla="*/ 4716164 h 6858000"/>
              <a:gd name="connsiteX122" fmla="*/ 1997014 w 7467600"/>
              <a:gd name="connsiteY122" fmla="*/ 4698007 h 6858000"/>
              <a:gd name="connsiteX123" fmla="*/ 2005458 w 7467600"/>
              <a:gd name="connsiteY123" fmla="*/ 4699540 h 6858000"/>
              <a:gd name="connsiteX124" fmla="*/ 2657186 w 7467600"/>
              <a:gd name="connsiteY124" fmla="*/ 4901687 h 6858000"/>
              <a:gd name="connsiteX125" fmla="*/ 2826662 w 7467600"/>
              <a:gd name="connsiteY125" fmla="*/ 4970362 h 6858000"/>
              <a:gd name="connsiteX126" fmla="*/ 2876100 w 7467600"/>
              <a:gd name="connsiteY126" fmla="*/ 4995397 h 6858000"/>
              <a:gd name="connsiteX127" fmla="*/ 3042600 w 7467600"/>
              <a:gd name="connsiteY127" fmla="*/ 5059532 h 6858000"/>
              <a:gd name="connsiteX128" fmla="*/ 1997014 w 7467600"/>
              <a:gd name="connsiteY128" fmla="*/ 4698007 h 6858000"/>
              <a:gd name="connsiteX129" fmla="*/ 2305292 w 7467600"/>
              <a:gd name="connsiteY129" fmla="*/ 4219492 h 6858000"/>
              <a:gd name="connsiteX130" fmla="*/ 3360922 w 7467600"/>
              <a:gd name="connsiteY130" fmla="*/ 4529373 h 6858000"/>
              <a:gd name="connsiteX131" fmla="*/ 3492420 w 7467600"/>
              <a:gd name="connsiteY131" fmla="*/ 4510145 h 6858000"/>
              <a:gd name="connsiteX132" fmla="*/ 3364086 w 7467600"/>
              <a:gd name="connsiteY132" fmla="*/ 4480340 h 6858000"/>
              <a:gd name="connsiteX133" fmla="*/ 3225818 w 7467600"/>
              <a:gd name="connsiteY133" fmla="*/ 4411822 h 6858000"/>
              <a:gd name="connsiteX134" fmla="*/ 3129696 w 7467600"/>
              <a:gd name="connsiteY134" fmla="*/ 4360704 h 6858000"/>
              <a:gd name="connsiteX135" fmla="*/ 2814545 w 7467600"/>
              <a:gd name="connsiteY135" fmla="*/ 4282955 h 6858000"/>
              <a:gd name="connsiteX136" fmla="*/ 2305292 w 7467600"/>
              <a:gd name="connsiteY136" fmla="*/ 4219492 h 6858000"/>
              <a:gd name="connsiteX137" fmla="*/ 2626982 w 7467600"/>
              <a:gd name="connsiteY137" fmla="*/ 4206450 h 6858000"/>
              <a:gd name="connsiteX138" fmla="*/ 2490617 w 7467600"/>
              <a:gd name="connsiteY138" fmla="*/ 4206951 h 6858000"/>
              <a:gd name="connsiteX139" fmla="*/ 2819869 w 7467600"/>
              <a:gd name="connsiteY139" fmla="*/ 4252936 h 6858000"/>
              <a:gd name="connsiteX140" fmla="*/ 3143018 w 7467600"/>
              <a:gd name="connsiteY140" fmla="*/ 4332698 h 6858000"/>
              <a:gd name="connsiteX141" fmla="*/ 3241520 w 7467600"/>
              <a:gd name="connsiteY141" fmla="*/ 4385112 h 6858000"/>
              <a:gd name="connsiteX142" fmla="*/ 3374575 w 7467600"/>
              <a:gd name="connsiteY142" fmla="*/ 4451517 h 6858000"/>
              <a:gd name="connsiteX143" fmla="*/ 3505221 w 7467600"/>
              <a:gd name="connsiteY143" fmla="*/ 4480757 h 6858000"/>
              <a:gd name="connsiteX144" fmla="*/ 2626982 w 7467600"/>
              <a:gd name="connsiteY144" fmla="*/ 4206450 h 6858000"/>
              <a:gd name="connsiteX145" fmla="*/ 1310106 w 7467600"/>
              <a:gd name="connsiteY145" fmla="*/ 3943217 h 6858000"/>
              <a:gd name="connsiteX146" fmla="*/ 854994 w 7467600"/>
              <a:gd name="connsiteY146" fmla="*/ 4399136 h 6858000"/>
              <a:gd name="connsiteX147" fmla="*/ 742462 w 7467600"/>
              <a:gd name="connsiteY147" fmla="*/ 4594648 h 6858000"/>
              <a:gd name="connsiteX148" fmla="*/ 820602 w 7467600"/>
              <a:gd name="connsiteY148" fmla="*/ 4485915 h 6858000"/>
              <a:gd name="connsiteX149" fmla="*/ 878295 w 7467600"/>
              <a:gd name="connsiteY149" fmla="*/ 4403594 h 6858000"/>
              <a:gd name="connsiteX150" fmla="*/ 1240607 w 7467600"/>
              <a:gd name="connsiteY150" fmla="*/ 4010401 h 6858000"/>
              <a:gd name="connsiteX151" fmla="*/ 1310106 w 7467600"/>
              <a:gd name="connsiteY151" fmla="*/ 3943217 h 6858000"/>
              <a:gd name="connsiteX152" fmla="*/ 1423113 w 7467600"/>
              <a:gd name="connsiteY152" fmla="*/ 3874565 h 6858000"/>
              <a:gd name="connsiteX153" fmla="*/ 1260565 w 7467600"/>
              <a:gd name="connsiteY153" fmla="*/ 4031982 h 6858000"/>
              <a:gd name="connsiteX154" fmla="*/ 901900 w 7467600"/>
              <a:gd name="connsiteY154" fmla="*/ 4421236 h 6858000"/>
              <a:gd name="connsiteX155" fmla="*/ 845044 w 7467600"/>
              <a:gd name="connsiteY155" fmla="*/ 4502436 h 6858000"/>
              <a:gd name="connsiteX156" fmla="*/ 685926 w 7467600"/>
              <a:gd name="connsiteY156" fmla="*/ 4703069 h 6858000"/>
              <a:gd name="connsiteX157" fmla="*/ 684248 w 7467600"/>
              <a:gd name="connsiteY157" fmla="*/ 4706721 h 6858000"/>
              <a:gd name="connsiteX158" fmla="*/ 1423113 w 7467600"/>
              <a:gd name="connsiteY158" fmla="*/ 3874565 h 6858000"/>
              <a:gd name="connsiteX159" fmla="*/ 3316479 w 7467600"/>
              <a:gd name="connsiteY159" fmla="*/ 3872136 h 6858000"/>
              <a:gd name="connsiteX160" fmla="*/ 3546806 w 7467600"/>
              <a:gd name="connsiteY160" fmla="*/ 4356139 h 6858000"/>
              <a:gd name="connsiteX161" fmla="*/ 3364433 w 7467600"/>
              <a:gd name="connsiteY161" fmla="*/ 3953121 h 6858000"/>
              <a:gd name="connsiteX162" fmla="*/ 3316479 w 7467600"/>
              <a:gd name="connsiteY162" fmla="*/ 3872136 h 6858000"/>
              <a:gd name="connsiteX163" fmla="*/ 3291335 w 7467600"/>
              <a:gd name="connsiteY163" fmla="*/ 3767420 h 6858000"/>
              <a:gd name="connsiteX164" fmla="*/ 3390805 w 7467600"/>
              <a:gd name="connsiteY164" fmla="*/ 3937163 h 6858000"/>
              <a:gd name="connsiteX165" fmla="*/ 3579062 w 7467600"/>
              <a:gd name="connsiteY165" fmla="*/ 4359040 h 6858000"/>
              <a:gd name="connsiteX166" fmla="*/ 3467355 w 7467600"/>
              <a:gd name="connsiteY166" fmla="*/ 3988130 h 6858000"/>
              <a:gd name="connsiteX167" fmla="*/ 3310753 w 7467600"/>
              <a:gd name="connsiteY167" fmla="*/ 3787140 h 6858000"/>
              <a:gd name="connsiteX168" fmla="*/ 3291335 w 7467600"/>
              <a:gd name="connsiteY168" fmla="*/ 3767420 h 6858000"/>
              <a:gd name="connsiteX169" fmla="*/ 1635889 w 7467600"/>
              <a:gd name="connsiteY169" fmla="*/ 3709494 h 6858000"/>
              <a:gd name="connsiteX170" fmla="*/ 1634800 w 7467600"/>
              <a:gd name="connsiteY170" fmla="*/ 3731111 h 6858000"/>
              <a:gd name="connsiteX171" fmla="*/ 1635889 w 7467600"/>
              <a:gd name="connsiteY171" fmla="*/ 3709494 h 6858000"/>
              <a:gd name="connsiteX172" fmla="*/ 1510397 w 7467600"/>
              <a:gd name="connsiteY172" fmla="*/ 3684705 h 6858000"/>
              <a:gd name="connsiteX173" fmla="*/ 1146550 w 7467600"/>
              <a:gd name="connsiteY173" fmla="*/ 3802012 h 6858000"/>
              <a:gd name="connsiteX174" fmla="*/ 698834 w 7467600"/>
              <a:gd name="connsiteY174" fmla="*/ 3952272 h 6858000"/>
              <a:gd name="connsiteX175" fmla="*/ 34256 w 7467600"/>
              <a:gd name="connsiteY175" fmla="*/ 4347603 h 6858000"/>
              <a:gd name="connsiteX176" fmla="*/ 527241 w 7467600"/>
              <a:gd name="connsiteY176" fmla="*/ 4065078 h 6858000"/>
              <a:gd name="connsiteX177" fmla="*/ 1510397 w 7467600"/>
              <a:gd name="connsiteY177" fmla="*/ 3684705 h 6858000"/>
              <a:gd name="connsiteX178" fmla="*/ 1313114 w 7467600"/>
              <a:gd name="connsiteY178" fmla="*/ 3655216 h 6858000"/>
              <a:gd name="connsiteX179" fmla="*/ 1109304 w 7467600"/>
              <a:gd name="connsiteY179" fmla="*/ 3669030 h 6858000"/>
              <a:gd name="connsiteX180" fmla="*/ 8129 w 7467600"/>
              <a:gd name="connsiteY180" fmla="*/ 4330519 h 6858000"/>
              <a:gd name="connsiteX181" fmla="*/ 687572 w 7467600"/>
              <a:gd name="connsiteY181" fmla="*/ 3925629 h 6858000"/>
              <a:gd name="connsiteX182" fmla="*/ 1138365 w 7467600"/>
              <a:gd name="connsiteY182" fmla="*/ 3774515 h 6858000"/>
              <a:gd name="connsiteX183" fmla="*/ 1505579 w 7467600"/>
              <a:gd name="connsiteY183" fmla="*/ 3655526 h 6858000"/>
              <a:gd name="connsiteX184" fmla="*/ 1313114 w 7467600"/>
              <a:gd name="connsiteY184" fmla="*/ 3655216 h 6858000"/>
              <a:gd name="connsiteX185" fmla="*/ 3655073 w 7467600"/>
              <a:gd name="connsiteY185" fmla="*/ 3650884 h 6858000"/>
              <a:gd name="connsiteX186" fmla="*/ 3989938 w 7467600"/>
              <a:gd name="connsiteY186" fmla="*/ 3991685 h 6858000"/>
              <a:gd name="connsiteX187" fmla="*/ 4393907 w 7467600"/>
              <a:gd name="connsiteY187" fmla="*/ 4261258 h 6858000"/>
              <a:gd name="connsiteX188" fmla="*/ 4648051 w 7467600"/>
              <a:gd name="connsiteY188" fmla="*/ 4374051 h 6858000"/>
              <a:gd name="connsiteX189" fmla="*/ 4383389 w 7467600"/>
              <a:gd name="connsiteY189" fmla="*/ 4184369 h 6858000"/>
              <a:gd name="connsiteX190" fmla="*/ 4165508 w 7467600"/>
              <a:gd name="connsiteY190" fmla="*/ 4035196 h 6858000"/>
              <a:gd name="connsiteX191" fmla="*/ 4068162 w 7467600"/>
              <a:gd name="connsiteY191" fmla="*/ 3953394 h 6858000"/>
              <a:gd name="connsiteX192" fmla="*/ 3981416 w 7467600"/>
              <a:gd name="connsiteY192" fmla="*/ 3880482 h 6858000"/>
              <a:gd name="connsiteX193" fmla="*/ 3800147 w 7467600"/>
              <a:gd name="connsiteY193" fmla="*/ 3749872 h 6858000"/>
              <a:gd name="connsiteX194" fmla="*/ 3655073 w 7467600"/>
              <a:gd name="connsiteY194" fmla="*/ 3650884 h 6858000"/>
              <a:gd name="connsiteX195" fmla="*/ 3670252 w 7467600"/>
              <a:gd name="connsiteY195" fmla="*/ 3622798 h 6858000"/>
              <a:gd name="connsiteX196" fmla="*/ 3817258 w 7467600"/>
              <a:gd name="connsiteY196" fmla="*/ 3723577 h 6858000"/>
              <a:gd name="connsiteX197" fmla="*/ 4000461 w 7467600"/>
              <a:gd name="connsiteY197" fmla="*/ 3855966 h 6858000"/>
              <a:gd name="connsiteX198" fmla="*/ 4088180 w 7467600"/>
              <a:gd name="connsiteY198" fmla="*/ 3929774 h 6858000"/>
              <a:gd name="connsiteX199" fmla="*/ 4184555 w 7467600"/>
              <a:gd name="connsiteY199" fmla="*/ 4010683 h 6858000"/>
              <a:gd name="connsiteX200" fmla="*/ 4399563 w 7467600"/>
              <a:gd name="connsiteY200" fmla="*/ 4158106 h 6858000"/>
              <a:gd name="connsiteX201" fmla="*/ 4684469 w 7467600"/>
              <a:gd name="connsiteY201" fmla="*/ 4364680 h 6858000"/>
              <a:gd name="connsiteX202" fmla="*/ 4690271 w 7467600"/>
              <a:gd name="connsiteY202" fmla="*/ 4370034 h 6858000"/>
              <a:gd name="connsiteX203" fmla="*/ 4136093 w 7467600"/>
              <a:gd name="connsiteY203" fmla="*/ 3858466 h 6858000"/>
              <a:gd name="connsiteX204" fmla="*/ 3670252 w 7467600"/>
              <a:gd name="connsiteY204" fmla="*/ 3622798 h 6858000"/>
              <a:gd name="connsiteX205" fmla="*/ 4440129 w 7467600"/>
              <a:gd name="connsiteY205" fmla="*/ 3448571 h 6858000"/>
              <a:gd name="connsiteX206" fmla="*/ 4856525 w 7467600"/>
              <a:gd name="connsiteY206" fmla="*/ 3915351 h 6858000"/>
              <a:gd name="connsiteX207" fmla="*/ 5059055 w 7467600"/>
              <a:gd name="connsiteY207" fmla="*/ 4108918 h 6858000"/>
              <a:gd name="connsiteX208" fmla="*/ 5290070 w 7467600"/>
              <a:gd name="connsiteY208" fmla="*/ 4263619 h 6858000"/>
              <a:gd name="connsiteX209" fmla="*/ 4834991 w 7467600"/>
              <a:gd name="connsiteY209" fmla="*/ 3830985 h 6858000"/>
              <a:gd name="connsiteX210" fmla="*/ 4440129 w 7467600"/>
              <a:gd name="connsiteY210" fmla="*/ 3448571 h 6858000"/>
              <a:gd name="connsiteX211" fmla="*/ 4441737 w 7467600"/>
              <a:gd name="connsiteY211" fmla="*/ 3399734 h 6858000"/>
              <a:gd name="connsiteX212" fmla="*/ 4431236 w 7467600"/>
              <a:gd name="connsiteY212" fmla="*/ 3400954 h 6858000"/>
              <a:gd name="connsiteX213" fmla="*/ 4557150 w 7467600"/>
              <a:gd name="connsiteY213" fmla="*/ 3510023 h 6858000"/>
              <a:gd name="connsiteX214" fmla="*/ 4856936 w 7467600"/>
              <a:gd name="connsiteY214" fmla="*/ 3809146 h 6858000"/>
              <a:gd name="connsiteX215" fmla="*/ 5111996 w 7467600"/>
              <a:gd name="connsiteY215" fmla="*/ 4065759 h 6858000"/>
              <a:gd name="connsiteX216" fmla="*/ 5388878 w 7467600"/>
              <a:gd name="connsiteY216" fmla="*/ 4300185 h 6858000"/>
              <a:gd name="connsiteX217" fmla="*/ 5425556 w 7467600"/>
              <a:gd name="connsiteY217" fmla="*/ 4308967 h 6858000"/>
              <a:gd name="connsiteX218" fmla="*/ 4943646 w 7467600"/>
              <a:gd name="connsiteY218" fmla="*/ 3822916 h 6858000"/>
              <a:gd name="connsiteX219" fmla="*/ 4594837 w 7467600"/>
              <a:gd name="connsiteY219" fmla="*/ 3532274 h 6858000"/>
              <a:gd name="connsiteX220" fmla="*/ 4441737 w 7467600"/>
              <a:gd name="connsiteY220" fmla="*/ 3399734 h 6858000"/>
              <a:gd name="connsiteX221" fmla="*/ 5425834 w 7467600"/>
              <a:gd name="connsiteY221" fmla="*/ 3162785 h 6858000"/>
              <a:gd name="connsiteX222" fmla="*/ 5401644 w 7467600"/>
              <a:gd name="connsiteY222" fmla="*/ 3617847 h 6858000"/>
              <a:gd name="connsiteX223" fmla="*/ 5467256 w 7467600"/>
              <a:gd name="connsiteY223" fmla="*/ 4175494 h 6858000"/>
              <a:gd name="connsiteX224" fmla="*/ 5448069 w 7467600"/>
              <a:gd name="connsiteY224" fmla="*/ 3567554 h 6858000"/>
              <a:gd name="connsiteX225" fmla="*/ 5425834 w 7467600"/>
              <a:gd name="connsiteY225" fmla="*/ 3162785 h 6858000"/>
              <a:gd name="connsiteX226" fmla="*/ 1318687 w 7467600"/>
              <a:gd name="connsiteY226" fmla="*/ 3113840 h 6858000"/>
              <a:gd name="connsiteX227" fmla="*/ 1066793 w 7467600"/>
              <a:gd name="connsiteY227" fmla="*/ 3212171 h 6858000"/>
              <a:gd name="connsiteX228" fmla="*/ 993319 w 7467600"/>
              <a:gd name="connsiteY228" fmla="*/ 3247648 h 6858000"/>
              <a:gd name="connsiteX229" fmla="*/ 853081 w 7467600"/>
              <a:gd name="connsiteY229" fmla="*/ 3312410 h 6858000"/>
              <a:gd name="connsiteX230" fmla="*/ 805957 w 7467600"/>
              <a:gd name="connsiteY230" fmla="*/ 3330443 h 6858000"/>
              <a:gd name="connsiteX231" fmla="*/ 1318687 w 7467600"/>
              <a:gd name="connsiteY231" fmla="*/ 3113840 h 6858000"/>
              <a:gd name="connsiteX232" fmla="*/ 5453702 w 7467600"/>
              <a:gd name="connsiteY232" fmla="*/ 3090882 h 6858000"/>
              <a:gd name="connsiteX233" fmla="*/ 5480135 w 7467600"/>
              <a:gd name="connsiteY233" fmla="*/ 3565802 h 6858000"/>
              <a:gd name="connsiteX234" fmla="*/ 5499023 w 7467600"/>
              <a:gd name="connsiteY234" fmla="*/ 4166310 h 6858000"/>
              <a:gd name="connsiteX235" fmla="*/ 5547022 w 7467600"/>
              <a:gd name="connsiteY235" fmla="*/ 3607838 h 6858000"/>
              <a:gd name="connsiteX236" fmla="*/ 5515964 w 7467600"/>
              <a:gd name="connsiteY236" fmla="*/ 3378541 h 6858000"/>
              <a:gd name="connsiteX237" fmla="*/ 5453702 w 7467600"/>
              <a:gd name="connsiteY237" fmla="*/ 3090882 h 6858000"/>
              <a:gd name="connsiteX238" fmla="*/ 1238695 w 7467600"/>
              <a:gd name="connsiteY238" fmla="*/ 3076820 h 6858000"/>
              <a:gd name="connsiteX239" fmla="*/ 716371 w 7467600"/>
              <a:gd name="connsiteY239" fmla="*/ 3293249 h 6858000"/>
              <a:gd name="connsiteX240" fmla="*/ 579522 w 7467600"/>
              <a:gd name="connsiteY240" fmla="*/ 3371759 h 6858000"/>
              <a:gd name="connsiteX241" fmla="*/ 600288 w 7467600"/>
              <a:gd name="connsiteY241" fmla="*/ 3365555 h 6858000"/>
              <a:gd name="connsiteX242" fmla="*/ 840692 w 7467600"/>
              <a:gd name="connsiteY242" fmla="*/ 3284921 h 6858000"/>
              <a:gd name="connsiteX243" fmla="*/ 979248 w 7467600"/>
              <a:gd name="connsiteY243" fmla="*/ 3221003 h 6858000"/>
              <a:gd name="connsiteX244" fmla="*/ 1053282 w 7467600"/>
              <a:gd name="connsiteY244" fmla="*/ 3185247 h 6858000"/>
              <a:gd name="connsiteX245" fmla="*/ 1320603 w 7467600"/>
              <a:gd name="connsiteY245" fmla="*/ 3081281 h 6858000"/>
              <a:gd name="connsiteX246" fmla="*/ 1238695 w 7467600"/>
              <a:gd name="connsiteY246" fmla="*/ 3076820 h 6858000"/>
              <a:gd name="connsiteX247" fmla="*/ 5425627 w 7467600"/>
              <a:gd name="connsiteY247" fmla="*/ 2954192 h 6858000"/>
              <a:gd name="connsiteX248" fmla="*/ 5470770 w 7467600"/>
              <a:gd name="connsiteY248" fmla="*/ 3005435 h 6858000"/>
              <a:gd name="connsiteX249" fmla="*/ 5519779 w 7467600"/>
              <a:gd name="connsiteY249" fmla="*/ 4359223 h 6858000"/>
              <a:gd name="connsiteX250" fmla="*/ 5520293 w 7467600"/>
              <a:gd name="connsiteY250" fmla="*/ 4360602 h 6858000"/>
              <a:gd name="connsiteX251" fmla="*/ 5767221 w 7467600"/>
              <a:gd name="connsiteY251" fmla="*/ 4665564 h 6858000"/>
              <a:gd name="connsiteX252" fmla="*/ 6937169 w 7467600"/>
              <a:gd name="connsiteY252" fmla="*/ 4815941 h 6858000"/>
              <a:gd name="connsiteX253" fmla="*/ 6953922 w 7467600"/>
              <a:gd name="connsiteY253" fmla="*/ 4890068 h 6858000"/>
              <a:gd name="connsiteX254" fmla="*/ 6071359 w 7467600"/>
              <a:gd name="connsiteY254" fmla="*/ 4770770 h 6858000"/>
              <a:gd name="connsiteX255" fmla="*/ 6038839 w 7467600"/>
              <a:gd name="connsiteY255" fmla="*/ 4764474 h 6858000"/>
              <a:gd name="connsiteX256" fmla="*/ 6038706 w 7467600"/>
              <a:gd name="connsiteY256" fmla="*/ 4763847 h 6858000"/>
              <a:gd name="connsiteX257" fmla="*/ 6037784 w 7467600"/>
              <a:gd name="connsiteY257" fmla="*/ 4764270 h 6858000"/>
              <a:gd name="connsiteX258" fmla="*/ 6038839 w 7467600"/>
              <a:gd name="connsiteY258" fmla="*/ 4764474 h 6858000"/>
              <a:gd name="connsiteX259" fmla="*/ 6040338 w 7467600"/>
              <a:gd name="connsiteY259" fmla="*/ 4771418 h 6858000"/>
              <a:gd name="connsiteX260" fmla="*/ 6024488 w 7467600"/>
              <a:gd name="connsiteY260" fmla="*/ 4809903 h 6858000"/>
              <a:gd name="connsiteX261" fmla="*/ 5599771 w 7467600"/>
              <a:gd name="connsiteY261" fmla="*/ 5509652 h 6858000"/>
              <a:gd name="connsiteX262" fmla="*/ 5548843 w 7467600"/>
              <a:gd name="connsiteY262" fmla="*/ 5563845 h 6858000"/>
              <a:gd name="connsiteX263" fmla="*/ 5940952 w 7467600"/>
              <a:gd name="connsiteY263" fmla="*/ 6250028 h 6858000"/>
              <a:gd name="connsiteX264" fmla="*/ 6043441 w 7467600"/>
              <a:gd name="connsiteY264" fmla="*/ 6665847 h 6858000"/>
              <a:gd name="connsiteX265" fmla="*/ 6093432 w 7467600"/>
              <a:gd name="connsiteY265" fmla="*/ 6858000 h 6858000"/>
              <a:gd name="connsiteX266" fmla="*/ 6034344 w 7467600"/>
              <a:gd name="connsiteY266" fmla="*/ 6858000 h 6858000"/>
              <a:gd name="connsiteX267" fmla="*/ 6026679 w 7467600"/>
              <a:gd name="connsiteY267" fmla="*/ 6836959 h 6858000"/>
              <a:gd name="connsiteX268" fmla="*/ 5800441 w 7467600"/>
              <a:gd name="connsiteY268" fmla="*/ 6335286 h 6858000"/>
              <a:gd name="connsiteX269" fmla="*/ 5526562 w 7467600"/>
              <a:gd name="connsiteY269" fmla="*/ 5705388 h 6858000"/>
              <a:gd name="connsiteX270" fmla="*/ 5519640 w 7467600"/>
              <a:gd name="connsiteY270" fmla="*/ 5683774 h 6858000"/>
              <a:gd name="connsiteX271" fmla="*/ 5844559 w 7467600"/>
              <a:gd name="connsiteY271" fmla="*/ 6553349 h 6858000"/>
              <a:gd name="connsiteX272" fmla="*/ 5975994 w 7467600"/>
              <a:gd name="connsiteY272" fmla="*/ 6858000 h 6858000"/>
              <a:gd name="connsiteX273" fmla="*/ 5898547 w 7467600"/>
              <a:gd name="connsiteY273" fmla="*/ 6858000 h 6858000"/>
              <a:gd name="connsiteX274" fmla="*/ 5682041 w 7467600"/>
              <a:gd name="connsiteY274" fmla="*/ 6355860 h 6858000"/>
              <a:gd name="connsiteX275" fmla="*/ 5461758 w 7467600"/>
              <a:gd name="connsiteY275" fmla="*/ 5820220 h 6858000"/>
              <a:gd name="connsiteX276" fmla="*/ 5237282 w 7467600"/>
              <a:gd name="connsiteY276" fmla="*/ 6579086 h 6858000"/>
              <a:gd name="connsiteX277" fmla="*/ 5115009 w 7467600"/>
              <a:gd name="connsiteY277" fmla="*/ 6858000 h 6858000"/>
              <a:gd name="connsiteX278" fmla="*/ 5028074 w 7467600"/>
              <a:gd name="connsiteY278" fmla="*/ 6858000 h 6858000"/>
              <a:gd name="connsiteX279" fmla="*/ 5079508 w 7467600"/>
              <a:gd name="connsiteY279" fmla="*/ 6749074 h 6858000"/>
              <a:gd name="connsiteX280" fmla="*/ 5371846 w 7467600"/>
              <a:gd name="connsiteY280" fmla="*/ 5924413 h 6858000"/>
              <a:gd name="connsiteX281" fmla="*/ 5270512 w 7467600"/>
              <a:gd name="connsiteY281" fmla="*/ 6138975 h 6858000"/>
              <a:gd name="connsiteX282" fmla="*/ 5062409 w 7467600"/>
              <a:gd name="connsiteY282" fmla="*/ 6653544 h 6858000"/>
              <a:gd name="connsiteX283" fmla="*/ 5036628 w 7467600"/>
              <a:gd name="connsiteY283" fmla="*/ 6754247 h 6858000"/>
              <a:gd name="connsiteX284" fmla="*/ 5009112 w 7467600"/>
              <a:gd name="connsiteY284" fmla="*/ 6858000 h 6858000"/>
              <a:gd name="connsiteX285" fmla="*/ 4976679 w 7467600"/>
              <a:gd name="connsiteY285" fmla="*/ 6858000 h 6858000"/>
              <a:gd name="connsiteX286" fmla="*/ 5006537 w 7467600"/>
              <a:gd name="connsiteY286" fmla="*/ 6747068 h 6858000"/>
              <a:gd name="connsiteX287" fmla="*/ 5032723 w 7467600"/>
              <a:gd name="connsiteY287" fmla="*/ 6644957 h 6858000"/>
              <a:gd name="connsiteX288" fmla="*/ 5242949 w 7467600"/>
              <a:gd name="connsiteY288" fmla="*/ 6125175 h 6858000"/>
              <a:gd name="connsiteX289" fmla="*/ 5286321 w 7467600"/>
              <a:gd name="connsiteY289" fmla="*/ 6033555 h 6858000"/>
              <a:gd name="connsiteX290" fmla="*/ 5008210 w 7467600"/>
              <a:gd name="connsiteY290" fmla="*/ 6649194 h 6858000"/>
              <a:gd name="connsiteX291" fmla="*/ 4986321 w 7467600"/>
              <a:gd name="connsiteY291" fmla="*/ 6765687 h 6858000"/>
              <a:gd name="connsiteX292" fmla="*/ 4973474 w 7467600"/>
              <a:gd name="connsiteY292" fmla="*/ 6858000 h 6858000"/>
              <a:gd name="connsiteX293" fmla="*/ 4907178 w 7467600"/>
              <a:gd name="connsiteY293" fmla="*/ 6858000 h 6858000"/>
              <a:gd name="connsiteX294" fmla="*/ 4910810 w 7467600"/>
              <a:gd name="connsiteY294" fmla="*/ 6829660 h 6858000"/>
              <a:gd name="connsiteX295" fmla="*/ 4987461 w 7467600"/>
              <a:gd name="connsiteY295" fmla="*/ 6432994 h 6858000"/>
              <a:gd name="connsiteX296" fmla="*/ 5179262 w 7467600"/>
              <a:gd name="connsiteY296" fmla="*/ 6035044 h 6858000"/>
              <a:gd name="connsiteX297" fmla="*/ 4689678 w 7467600"/>
              <a:gd name="connsiteY297" fmla="*/ 6440241 h 6858000"/>
              <a:gd name="connsiteX298" fmla="*/ 4477543 w 7467600"/>
              <a:gd name="connsiteY298" fmla="*/ 6674836 h 6858000"/>
              <a:gd name="connsiteX299" fmla="*/ 4329957 w 7467600"/>
              <a:gd name="connsiteY299" fmla="*/ 6858000 h 6858000"/>
              <a:gd name="connsiteX300" fmla="*/ 4218595 w 7467600"/>
              <a:gd name="connsiteY300" fmla="*/ 6858000 h 6858000"/>
              <a:gd name="connsiteX301" fmla="*/ 4368888 w 7467600"/>
              <a:gd name="connsiteY301" fmla="*/ 6668412 h 6858000"/>
              <a:gd name="connsiteX302" fmla="*/ 4563091 w 7467600"/>
              <a:gd name="connsiteY302" fmla="*/ 6442508 h 6858000"/>
              <a:gd name="connsiteX303" fmla="*/ 5387324 w 7467600"/>
              <a:gd name="connsiteY303" fmla="*/ 5705830 h 6858000"/>
              <a:gd name="connsiteX304" fmla="*/ 5073620 w 7467600"/>
              <a:gd name="connsiteY304" fmla="*/ 5955437 h 6858000"/>
              <a:gd name="connsiteX305" fmla="*/ 4689789 w 7467600"/>
              <a:gd name="connsiteY305" fmla="*/ 6268382 h 6858000"/>
              <a:gd name="connsiteX306" fmla="*/ 4418722 w 7467600"/>
              <a:gd name="connsiteY306" fmla="*/ 6570886 h 6858000"/>
              <a:gd name="connsiteX307" fmla="*/ 4214944 w 7467600"/>
              <a:gd name="connsiteY307" fmla="*/ 6858000 h 6858000"/>
              <a:gd name="connsiteX308" fmla="*/ 4177898 w 7467600"/>
              <a:gd name="connsiteY308" fmla="*/ 6858000 h 6858000"/>
              <a:gd name="connsiteX309" fmla="*/ 4391597 w 7467600"/>
              <a:gd name="connsiteY309" fmla="*/ 6556370 h 6858000"/>
              <a:gd name="connsiteX310" fmla="*/ 4668889 w 7467600"/>
              <a:gd name="connsiteY310" fmla="*/ 6246399 h 6858000"/>
              <a:gd name="connsiteX311" fmla="*/ 5055427 w 7467600"/>
              <a:gd name="connsiteY311" fmla="*/ 5931476 h 6858000"/>
              <a:gd name="connsiteX312" fmla="*/ 5371814 w 7467600"/>
              <a:gd name="connsiteY312" fmla="*/ 5678975 h 6858000"/>
              <a:gd name="connsiteX313" fmla="*/ 4987918 w 7467600"/>
              <a:gd name="connsiteY313" fmla="*/ 5838701 h 6858000"/>
              <a:gd name="connsiteX314" fmla="*/ 4317146 w 7467600"/>
              <a:gd name="connsiteY314" fmla="*/ 6587716 h 6858000"/>
              <a:gd name="connsiteX315" fmla="*/ 4171627 w 7467600"/>
              <a:gd name="connsiteY315" fmla="*/ 6858000 h 6858000"/>
              <a:gd name="connsiteX316" fmla="*/ 4081585 w 7467600"/>
              <a:gd name="connsiteY316" fmla="*/ 6858000 h 6858000"/>
              <a:gd name="connsiteX317" fmla="*/ 4238603 w 7467600"/>
              <a:gd name="connsiteY317" fmla="*/ 6559341 h 6858000"/>
              <a:gd name="connsiteX318" fmla="*/ 4778333 w 7467600"/>
              <a:gd name="connsiteY318" fmla="*/ 5873626 h 6858000"/>
              <a:gd name="connsiteX319" fmla="*/ 5414185 w 7467600"/>
              <a:gd name="connsiteY319" fmla="*/ 5573882 h 6858000"/>
              <a:gd name="connsiteX320" fmla="*/ 5959648 w 7467600"/>
              <a:gd name="connsiteY320" fmla="*/ 4760797 h 6858000"/>
              <a:gd name="connsiteX321" fmla="*/ 5355019 w 7467600"/>
              <a:gd name="connsiteY321" fmla="*/ 4734672 h 6858000"/>
              <a:gd name="connsiteX322" fmla="*/ 5083565 w 7467600"/>
              <a:gd name="connsiteY322" fmla="*/ 5179121 h 6858000"/>
              <a:gd name="connsiteX323" fmla="*/ 4713577 w 7467600"/>
              <a:gd name="connsiteY323" fmla="*/ 5616803 h 6858000"/>
              <a:gd name="connsiteX324" fmla="*/ 3989559 w 7467600"/>
              <a:gd name="connsiteY324" fmla="*/ 6145945 h 6858000"/>
              <a:gd name="connsiteX325" fmla="*/ 3939824 w 7467600"/>
              <a:gd name="connsiteY325" fmla="*/ 6066900 h 6858000"/>
              <a:gd name="connsiteX326" fmla="*/ 4584537 w 7467600"/>
              <a:gd name="connsiteY326" fmla="*/ 5324826 h 6858000"/>
              <a:gd name="connsiteX327" fmla="*/ 5037105 w 7467600"/>
              <a:gd name="connsiteY327" fmla="*/ 5088765 h 6858000"/>
              <a:gd name="connsiteX328" fmla="*/ 5039930 w 7467600"/>
              <a:gd name="connsiteY328" fmla="*/ 5089585 h 6858000"/>
              <a:gd name="connsiteX329" fmla="*/ 5263764 w 7467600"/>
              <a:gd name="connsiteY329" fmla="*/ 4735525 h 6858000"/>
              <a:gd name="connsiteX330" fmla="*/ 4086300 w 7467600"/>
              <a:gd name="connsiteY330" fmla="*/ 4884599 h 6858000"/>
              <a:gd name="connsiteX331" fmla="*/ 4085485 w 7467600"/>
              <a:gd name="connsiteY331" fmla="*/ 4899070 h 6858000"/>
              <a:gd name="connsiteX332" fmla="*/ 3871915 w 7467600"/>
              <a:gd name="connsiteY332" fmla="*/ 5253645 h 6858000"/>
              <a:gd name="connsiteX333" fmla="*/ 3799374 w 7467600"/>
              <a:gd name="connsiteY333" fmla="*/ 5466127 h 6858000"/>
              <a:gd name="connsiteX334" fmla="*/ 3498850 w 7467600"/>
              <a:gd name="connsiteY334" fmla="*/ 6661888 h 6858000"/>
              <a:gd name="connsiteX335" fmla="*/ 3399216 w 7467600"/>
              <a:gd name="connsiteY335" fmla="*/ 6858000 h 6858000"/>
              <a:gd name="connsiteX336" fmla="*/ 3303688 w 7467600"/>
              <a:gd name="connsiteY336" fmla="*/ 6858000 h 6858000"/>
              <a:gd name="connsiteX337" fmla="*/ 3391774 w 7467600"/>
              <a:gd name="connsiteY337" fmla="*/ 6697181 h 6858000"/>
              <a:gd name="connsiteX338" fmla="*/ 3735540 w 7467600"/>
              <a:gd name="connsiteY338" fmla="*/ 5546923 h 6858000"/>
              <a:gd name="connsiteX339" fmla="*/ 3729438 w 7467600"/>
              <a:gd name="connsiteY339" fmla="*/ 5569058 h 6858000"/>
              <a:gd name="connsiteX340" fmla="*/ 3707782 w 7467600"/>
              <a:gd name="connsiteY340" fmla="*/ 5644908 h 6858000"/>
              <a:gd name="connsiteX341" fmla="*/ 3583827 w 7467600"/>
              <a:gd name="connsiteY341" fmla="*/ 6039215 h 6858000"/>
              <a:gd name="connsiteX342" fmla="*/ 3547861 w 7467600"/>
              <a:gd name="connsiteY342" fmla="*/ 6129609 h 6858000"/>
              <a:gd name="connsiteX343" fmla="*/ 3490905 w 7467600"/>
              <a:gd name="connsiteY343" fmla="*/ 6277660 h 6858000"/>
              <a:gd name="connsiteX344" fmla="*/ 3455859 w 7467600"/>
              <a:gd name="connsiteY344" fmla="*/ 6391301 h 6858000"/>
              <a:gd name="connsiteX345" fmla="*/ 3429112 w 7467600"/>
              <a:gd name="connsiteY345" fmla="*/ 6479469 h 6858000"/>
              <a:gd name="connsiteX346" fmla="*/ 3304862 w 7467600"/>
              <a:gd name="connsiteY346" fmla="*/ 6796476 h 6858000"/>
              <a:gd name="connsiteX347" fmla="*/ 3276071 w 7467600"/>
              <a:gd name="connsiteY347" fmla="*/ 6858000 h 6858000"/>
              <a:gd name="connsiteX348" fmla="*/ 3240805 w 7467600"/>
              <a:gd name="connsiteY348" fmla="*/ 6858000 h 6858000"/>
              <a:gd name="connsiteX349" fmla="*/ 3275917 w 7467600"/>
              <a:gd name="connsiteY349" fmla="*/ 6783192 h 6858000"/>
              <a:gd name="connsiteX350" fmla="*/ 3399358 w 7467600"/>
              <a:gd name="connsiteY350" fmla="*/ 6469011 h 6858000"/>
              <a:gd name="connsiteX351" fmla="*/ 3425650 w 7467600"/>
              <a:gd name="connsiteY351" fmla="*/ 6381333 h 6858000"/>
              <a:gd name="connsiteX352" fmla="*/ 3460661 w 7467600"/>
              <a:gd name="connsiteY352" fmla="*/ 6266763 h 6858000"/>
              <a:gd name="connsiteX353" fmla="*/ 3518021 w 7467600"/>
              <a:gd name="connsiteY353" fmla="*/ 6117298 h 6858000"/>
              <a:gd name="connsiteX354" fmla="*/ 3554035 w 7467600"/>
              <a:gd name="connsiteY354" fmla="*/ 6027832 h 6858000"/>
              <a:gd name="connsiteX355" fmla="*/ 3677174 w 7467600"/>
              <a:gd name="connsiteY355" fmla="*/ 5636351 h 6858000"/>
              <a:gd name="connsiteX356" fmla="*/ 3698819 w 7467600"/>
              <a:gd name="connsiteY356" fmla="*/ 5560503 h 6858000"/>
              <a:gd name="connsiteX357" fmla="*/ 3702094 w 7467600"/>
              <a:gd name="connsiteY357" fmla="*/ 5549194 h 6858000"/>
              <a:gd name="connsiteX358" fmla="*/ 3398355 w 7467600"/>
              <a:gd name="connsiteY358" fmla="*/ 6094603 h 6858000"/>
              <a:gd name="connsiteX359" fmla="*/ 3193941 w 7467600"/>
              <a:gd name="connsiteY359" fmla="*/ 6798775 h 6858000"/>
              <a:gd name="connsiteX360" fmla="*/ 3184140 w 7467600"/>
              <a:gd name="connsiteY360" fmla="*/ 6858000 h 6858000"/>
              <a:gd name="connsiteX361" fmla="*/ 3099978 w 7467600"/>
              <a:gd name="connsiteY361" fmla="*/ 6858000 h 6858000"/>
              <a:gd name="connsiteX362" fmla="*/ 3101556 w 7467600"/>
              <a:gd name="connsiteY362" fmla="*/ 6843337 h 6858000"/>
              <a:gd name="connsiteX363" fmla="*/ 3370162 w 7467600"/>
              <a:gd name="connsiteY363" fmla="*/ 5785550 h 6858000"/>
              <a:gd name="connsiteX364" fmla="*/ 3746477 w 7467600"/>
              <a:gd name="connsiteY364" fmla="*/ 5377889 h 6858000"/>
              <a:gd name="connsiteX365" fmla="*/ 3863399 w 7467600"/>
              <a:gd name="connsiteY365" fmla="*/ 5087257 h 6858000"/>
              <a:gd name="connsiteX366" fmla="*/ 3968712 w 7467600"/>
              <a:gd name="connsiteY366" fmla="*/ 4913989 h 6858000"/>
              <a:gd name="connsiteX367" fmla="*/ 2792390 w 7467600"/>
              <a:gd name="connsiteY367" fmla="*/ 5382974 h 6858000"/>
              <a:gd name="connsiteX368" fmla="*/ 2714982 w 7467600"/>
              <a:gd name="connsiteY368" fmla="*/ 5427051 h 6858000"/>
              <a:gd name="connsiteX369" fmla="*/ 2813361 w 7467600"/>
              <a:gd name="connsiteY369" fmla="*/ 6023912 h 6858000"/>
              <a:gd name="connsiteX370" fmla="*/ 2688430 w 7467600"/>
              <a:gd name="connsiteY370" fmla="*/ 6801564 h 6858000"/>
              <a:gd name="connsiteX371" fmla="*/ 2629626 w 7467600"/>
              <a:gd name="connsiteY371" fmla="*/ 6763394 h 6858000"/>
              <a:gd name="connsiteX372" fmla="*/ 2565328 w 7467600"/>
              <a:gd name="connsiteY372" fmla="*/ 5516399 h 6858000"/>
              <a:gd name="connsiteX373" fmla="*/ 1922999 w 7467600"/>
              <a:gd name="connsiteY373" fmla="*/ 5980343 h 6858000"/>
              <a:gd name="connsiteX374" fmla="*/ 1950261 w 7467600"/>
              <a:gd name="connsiteY374" fmla="*/ 6405858 h 6858000"/>
              <a:gd name="connsiteX375" fmla="*/ 2365554 w 7467600"/>
              <a:gd name="connsiteY375" fmla="*/ 6759107 h 6858000"/>
              <a:gd name="connsiteX376" fmla="*/ 2424142 w 7467600"/>
              <a:gd name="connsiteY376" fmla="*/ 6858000 h 6858000"/>
              <a:gd name="connsiteX377" fmla="*/ 2395994 w 7467600"/>
              <a:gd name="connsiteY377" fmla="*/ 6858000 h 6858000"/>
              <a:gd name="connsiteX378" fmla="*/ 2392863 w 7467600"/>
              <a:gd name="connsiteY378" fmla="*/ 6852964 h 6858000"/>
              <a:gd name="connsiteX379" fmla="*/ 2017589 w 7467600"/>
              <a:gd name="connsiteY379" fmla="*/ 6493982 h 6858000"/>
              <a:gd name="connsiteX380" fmla="*/ 2147336 w 7467600"/>
              <a:gd name="connsiteY380" fmla="*/ 6594052 h 6858000"/>
              <a:gd name="connsiteX381" fmla="*/ 2207047 w 7467600"/>
              <a:gd name="connsiteY381" fmla="*/ 6654540 h 6858000"/>
              <a:gd name="connsiteX382" fmla="*/ 2299106 w 7467600"/>
              <a:gd name="connsiteY382" fmla="*/ 6778931 h 6858000"/>
              <a:gd name="connsiteX383" fmla="*/ 2314430 w 7467600"/>
              <a:gd name="connsiteY383" fmla="*/ 6801144 h 6858000"/>
              <a:gd name="connsiteX384" fmla="*/ 2352406 w 7467600"/>
              <a:gd name="connsiteY384" fmla="*/ 6858000 h 6858000"/>
              <a:gd name="connsiteX385" fmla="*/ 2314492 w 7467600"/>
              <a:gd name="connsiteY385" fmla="*/ 6858000 h 6858000"/>
              <a:gd name="connsiteX386" fmla="*/ 2288095 w 7467600"/>
              <a:gd name="connsiteY386" fmla="*/ 6818030 h 6858000"/>
              <a:gd name="connsiteX387" fmla="*/ 2272768 w 7467600"/>
              <a:gd name="connsiteY387" fmla="*/ 6795822 h 6858000"/>
              <a:gd name="connsiteX388" fmla="*/ 2182715 w 7467600"/>
              <a:gd name="connsiteY388" fmla="*/ 6675071 h 6858000"/>
              <a:gd name="connsiteX389" fmla="*/ 2032061 w 7467600"/>
              <a:gd name="connsiteY389" fmla="*/ 6541380 h 6858000"/>
              <a:gd name="connsiteX390" fmla="*/ 2257220 w 7467600"/>
              <a:gd name="connsiteY390" fmla="*/ 6826257 h 6858000"/>
              <a:gd name="connsiteX391" fmla="*/ 2281324 w 7467600"/>
              <a:gd name="connsiteY391" fmla="*/ 6858000 h 6858000"/>
              <a:gd name="connsiteX392" fmla="*/ 2242860 w 7467600"/>
              <a:gd name="connsiteY392" fmla="*/ 6858000 h 6858000"/>
              <a:gd name="connsiteX393" fmla="*/ 2232818 w 7467600"/>
              <a:gd name="connsiteY393" fmla="*/ 6844926 h 6858000"/>
              <a:gd name="connsiteX394" fmla="*/ 1990172 w 7467600"/>
              <a:gd name="connsiteY394" fmla="*/ 6542121 h 6858000"/>
              <a:gd name="connsiteX395" fmla="*/ 2124090 w 7467600"/>
              <a:gd name="connsiteY395" fmla="*/ 6761017 h 6858000"/>
              <a:gd name="connsiteX396" fmla="*/ 2200380 w 7467600"/>
              <a:gd name="connsiteY396" fmla="*/ 6858000 h 6858000"/>
              <a:gd name="connsiteX397" fmla="*/ 2147507 w 7467600"/>
              <a:gd name="connsiteY397" fmla="*/ 6858000 h 6858000"/>
              <a:gd name="connsiteX398" fmla="*/ 2070668 w 7467600"/>
              <a:gd name="connsiteY398" fmla="*/ 6761520 h 6858000"/>
              <a:gd name="connsiteX399" fmla="*/ 1975142 w 7467600"/>
              <a:gd name="connsiteY399" fmla="*/ 6585570 h 6858000"/>
              <a:gd name="connsiteX400" fmla="*/ 2050035 w 7467600"/>
              <a:gd name="connsiteY400" fmla="*/ 6813345 h 6858000"/>
              <a:gd name="connsiteX401" fmla="*/ 2063025 w 7467600"/>
              <a:gd name="connsiteY401" fmla="*/ 6858000 h 6858000"/>
              <a:gd name="connsiteX402" fmla="*/ 2021675 w 7467600"/>
              <a:gd name="connsiteY402" fmla="*/ 6858000 h 6858000"/>
              <a:gd name="connsiteX403" fmla="*/ 2019308 w 7467600"/>
              <a:gd name="connsiteY403" fmla="*/ 6847118 h 6858000"/>
              <a:gd name="connsiteX404" fmla="*/ 1938835 w 7467600"/>
              <a:gd name="connsiteY404" fmla="*/ 6551160 h 6858000"/>
              <a:gd name="connsiteX405" fmla="*/ 1953230 w 7467600"/>
              <a:gd name="connsiteY405" fmla="*/ 6759699 h 6858000"/>
              <a:gd name="connsiteX406" fmla="*/ 1956763 w 7467600"/>
              <a:gd name="connsiteY406" fmla="*/ 6778191 h 6858000"/>
              <a:gd name="connsiteX407" fmla="*/ 1967925 w 7467600"/>
              <a:gd name="connsiteY407" fmla="*/ 6858000 h 6858000"/>
              <a:gd name="connsiteX408" fmla="*/ 1936622 w 7467600"/>
              <a:gd name="connsiteY408" fmla="*/ 6858000 h 6858000"/>
              <a:gd name="connsiteX409" fmla="*/ 1926261 w 7467600"/>
              <a:gd name="connsiteY409" fmla="*/ 6784064 h 6858000"/>
              <a:gd name="connsiteX410" fmla="*/ 1922724 w 7467600"/>
              <a:gd name="connsiteY410" fmla="*/ 6765577 h 6858000"/>
              <a:gd name="connsiteX411" fmla="*/ 1904650 w 7467600"/>
              <a:gd name="connsiteY411" fmla="*/ 6639616 h 6858000"/>
              <a:gd name="connsiteX412" fmla="*/ 1885273 w 7467600"/>
              <a:gd name="connsiteY412" fmla="*/ 6858000 h 6858000"/>
              <a:gd name="connsiteX413" fmla="*/ 1854363 w 7467600"/>
              <a:gd name="connsiteY413" fmla="*/ 6858000 h 6858000"/>
              <a:gd name="connsiteX414" fmla="*/ 1880391 w 7467600"/>
              <a:gd name="connsiteY414" fmla="*/ 6603796 h 6858000"/>
              <a:gd name="connsiteX415" fmla="*/ 1818273 w 7467600"/>
              <a:gd name="connsiteY415" fmla="*/ 6715729 h 6858000"/>
              <a:gd name="connsiteX416" fmla="*/ 1794691 w 7467600"/>
              <a:gd name="connsiteY416" fmla="*/ 6843239 h 6858000"/>
              <a:gd name="connsiteX417" fmla="*/ 1794914 w 7467600"/>
              <a:gd name="connsiteY417" fmla="*/ 6858000 h 6858000"/>
              <a:gd name="connsiteX418" fmla="*/ 1746128 w 7467600"/>
              <a:gd name="connsiteY418" fmla="*/ 6858000 h 6858000"/>
              <a:gd name="connsiteX419" fmla="*/ 1753934 w 7467600"/>
              <a:gd name="connsiteY419" fmla="*/ 6724796 h 6858000"/>
              <a:gd name="connsiteX420" fmla="*/ 1792053 w 7467600"/>
              <a:gd name="connsiteY420" fmla="*/ 6572396 h 6858000"/>
              <a:gd name="connsiteX421" fmla="*/ 1862248 w 7467600"/>
              <a:gd name="connsiteY421" fmla="*/ 6266397 h 6858000"/>
              <a:gd name="connsiteX422" fmla="*/ 1862250 w 7467600"/>
              <a:gd name="connsiteY422" fmla="*/ 6033531 h 6858000"/>
              <a:gd name="connsiteX423" fmla="*/ 1211999 w 7467600"/>
              <a:gd name="connsiteY423" fmla="*/ 6683610 h 6858000"/>
              <a:gd name="connsiteX424" fmla="*/ 1213266 w 7467600"/>
              <a:gd name="connsiteY424" fmla="*/ 6691947 h 6858000"/>
              <a:gd name="connsiteX425" fmla="*/ 1203370 w 7467600"/>
              <a:gd name="connsiteY425" fmla="*/ 6850676 h 6858000"/>
              <a:gd name="connsiteX426" fmla="*/ 1203671 w 7467600"/>
              <a:gd name="connsiteY426" fmla="*/ 6858000 h 6858000"/>
              <a:gd name="connsiteX427" fmla="*/ 1143180 w 7467600"/>
              <a:gd name="connsiteY427" fmla="*/ 6858000 h 6858000"/>
              <a:gd name="connsiteX428" fmla="*/ 1142176 w 7467600"/>
              <a:gd name="connsiteY428" fmla="*/ 6766045 h 6858000"/>
              <a:gd name="connsiteX429" fmla="*/ 1067484 w 7467600"/>
              <a:gd name="connsiteY429" fmla="*/ 6858000 h 6858000"/>
              <a:gd name="connsiteX430" fmla="*/ 953928 w 7467600"/>
              <a:gd name="connsiteY430" fmla="*/ 6858000 h 6858000"/>
              <a:gd name="connsiteX431" fmla="*/ 959715 w 7467600"/>
              <a:gd name="connsiteY431" fmla="*/ 6850185 h 6858000"/>
              <a:gd name="connsiteX432" fmla="*/ 1483788 w 7467600"/>
              <a:gd name="connsiteY432" fmla="*/ 6259174 h 6858000"/>
              <a:gd name="connsiteX433" fmla="*/ 1100671 w 7467600"/>
              <a:gd name="connsiteY433" fmla="*/ 6252137 h 6858000"/>
              <a:gd name="connsiteX434" fmla="*/ 1090144 w 7467600"/>
              <a:gd name="connsiteY434" fmla="*/ 6256748 h 6858000"/>
              <a:gd name="connsiteX435" fmla="*/ 1095872 w 7467600"/>
              <a:gd name="connsiteY435" fmla="*/ 6271892 h 6858000"/>
              <a:gd name="connsiteX436" fmla="*/ 262785 w 7467600"/>
              <a:gd name="connsiteY436" fmla="*/ 6845450 h 6858000"/>
              <a:gd name="connsiteX437" fmla="*/ 209968 w 7467600"/>
              <a:gd name="connsiteY437" fmla="*/ 6770713 h 6858000"/>
              <a:gd name="connsiteX438" fmla="*/ 873460 w 7467600"/>
              <a:gd name="connsiteY438" fmla="*/ 6253768 h 6858000"/>
              <a:gd name="connsiteX439" fmla="*/ 192686 w 7467600"/>
              <a:gd name="connsiteY439" fmla="*/ 5849257 h 6858000"/>
              <a:gd name="connsiteX440" fmla="*/ 4696 w 7467600"/>
              <a:gd name="connsiteY440" fmla="*/ 5697668 h 6858000"/>
              <a:gd name="connsiteX441" fmla="*/ 0 w 7467600"/>
              <a:gd name="connsiteY441" fmla="*/ 5689984 h 6858000"/>
              <a:gd name="connsiteX442" fmla="*/ 0 w 7467600"/>
              <a:gd name="connsiteY442" fmla="*/ 5513472 h 6858000"/>
              <a:gd name="connsiteX443" fmla="*/ 174101 w 7467600"/>
              <a:gd name="connsiteY443" fmla="*/ 5620277 h 6858000"/>
              <a:gd name="connsiteX444" fmla="*/ 891800 w 7467600"/>
              <a:gd name="connsiteY444" fmla="*/ 6036935 h 6858000"/>
              <a:gd name="connsiteX445" fmla="*/ 1072219 w 7467600"/>
              <a:gd name="connsiteY445" fmla="*/ 6169443 h 6858000"/>
              <a:gd name="connsiteX446" fmla="*/ 1074117 w 7467600"/>
              <a:gd name="connsiteY446" fmla="*/ 6170301 h 6858000"/>
              <a:gd name="connsiteX447" fmla="*/ 1083114 w 7467600"/>
              <a:gd name="connsiteY447" fmla="*/ 6174131 h 6858000"/>
              <a:gd name="connsiteX448" fmla="*/ 1543010 w 7467600"/>
              <a:gd name="connsiteY448" fmla="*/ 6191140 h 6858000"/>
              <a:gd name="connsiteX449" fmla="*/ 1551080 w 7467600"/>
              <a:gd name="connsiteY449" fmla="*/ 6195006 h 6858000"/>
              <a:gd name="connsiteX450" fmla="*/ 2345443 w 7467600"/>
              <a:gd name="connsiteY450" fmla="*/ 5549882 h 6858000"/>
              <a:gd name="connsiteX451" fmla="*/ 1721499 w 7467600"/>
              <a:gd name="connsiteY451" fmla="*/ 5599969 h 6858000"/>
              <a:gd name="connsiteX452" fmla="*/ 767716 w 7467600"/>
              <a:gd name="connsiteY452" fmla="*/ 5472768 h 6858000"/>
              <a:gd name="connsiteX453" fmla="*/ 722147 w 7467600"/>
              <a:gd name="connsiteY453" fmla="*/ 5393091 h 6858000"/>
              <a:gd name="connsiteX454" fmla="*/ 1485552 w 7467600"/>
              <a:gd name="connsiteY454" fmla="*/ 5313202 h 6858000"/>
              <a:gd name="connsiteX455" fmla="*/ 2143004 w 7467600"/>
              <a:gd name="connsiteY455" fmla="*/ 5402420 h 6858000"/>
              <a:gd name="connsiteX456" fmla="*/ 1933391 w 7467600"/>
              <a:gd name="connsiteY456" fmla="*/ 5156971 h 6858000"/>
              <a:gd name="connsiteX457" fmla="*/ 1827118 w 7467600"/>
              <a:gd name="connsiteY457" fmla="*/ 4968410 h 6858000"/>
              <a:gd name="connsiteX458" fmla="*/ 1837349 w 7467600"/>
              <a:gd name="connsiteY458" fmla="*/ 4956357 h 6858000"/>
              <a:gd name="connsiteX459" fmla="*/ 2162835 w 7467600"/>
              <a:gd name="connsiteY459" fmla="*/ 5187853 h 6858000"/>
              <a:gd name="connsiteX460" fmla="*/ 2257167 w 7467600"/>
              <a:gd name="connsiteY460" fmla="*/ 5462123 h 6858000"/>
              <a:gd name="connsiteX461" fmla="*/ 2261598 w 7467600"/>
              <a:gd name="connsiteY461" fmla="*/ 5467998 h 6858000"/>
              <a:gd name="connsiteX462" fmla="*/ 2437177 w 7467600"/>
              <a:gd name="connsiteY462" fmla="*/ 5479608 h 6858000"/>
              <a:gd name="connsiteX463" fmla="*/ 2445247 w 7467600"/>
              <a:gd name="connsiteY463" fmla="*/ 5483476 h 6858000"/>
              <a:gd name="connsiteX464" fmla="*/ 2743626 w 7467600"/>
              <a:gd name="connsiteY464" fmla="*/ 5304819 h 6858000"/>
              <a:gd name="connsiteX465" fmla="*/ 3048102 w 7467600"/>
              <a:gd name="connsiteY465" fmla="*/ 5150595 h 6858000"/>
              <a:gd name="connsiteX466" fmla="*/ 1799414 w 7467600"/>
              <a:gd name="connsiteY466" fmla="*/ 4694732 h 6858000"/>
              <a:gd name="connsiteX467" fmla="*/ 1771735 w 7467600"/>
              <a:gd name="connsiteY467" fmla="*/ 4619929 h 6858000"/>
              <a:gd name="connsiteX468" fmla="*/ 3104273 w 7467600"/>
              <a:gd name="connsiteY468" fmla="*/ 5076159 h 6858000"/>
              <a:gd name="connsiteX469" fmla="*/ 3113245 w 7467600"/>
              <a:gd name="connsiteY469" fmla="*/ 5090705 h 6858000"/>
              <a:gd name="connsiteX470" fmla="*/ 3126294 w 7467600"/>
              <a:gd name="connsiteY470" fmla="*/ 5114400 h 6858000"/>
              <a:gd name="connsiteX471" fmla="*/ 3937433 w 7467600"/>
              <a:gd name="connsiteY471" fmla="*/ 4830473 h 6858000"/>
              <a:gd name="connsiteX472" fmla="*/ 3590475 w 7467600"/>
              <a:gd name="connsiteY472" fmla="*/ 4597974 h 6858000"/>
              <a:gd name="connsiteX473" fmla="*/ 3100264 w 7467600"/>
              <a:gd name="connsiteY473" fmla="*/ 4579845 h 6858000"/>
              <a:gd name="connsiteX474" fmla="*/ 2183576 w 7467600"/>
              <a:gd name="connsiteY474" fmla="*/ 4227150 h 6858000"/>
              <a:gd name="connsiteX475" fmla="*/ 2151029 w 7467600"/>
              <a:gd name="connsiteY475" fmla="*/ 4146947 h 6858000"/>
              <a:gd name="connsiteX476" fmla="*/ 3563434 w 7467600"/>
              <a:gd name="connsiteY476" fmla="*/ 4469115 h 6858000"/>
              <a:gd name="connsiteX477" fmla="*/ 3177952 w 7467600"/>
              <a:gd name="connsiteY477" fmla="*/ 3657386 h 6858000"/>
              <a:gd name="connsiteX478" fmla="*/ 3189263 w 7467600"/>
              <a:gd name="connsiteY478" fmla="*/ 3625726 h 6858000"/>
              <a:gd name="connsiteX479" fmla="*/ 3560912 w 7467600"/>
              <a:gd name="connsiteY479" fmla="*/ 4079863 h 6858000"/>
              <a:gd name="connsiteX480" fmla="*/ 3626636 w 7467600"/>
              <a:gd name="connsiteY480" fmla="*/ 4512230 h 6858000"/>
              <a:gd name="connsiteX481" fmla="*/ 3653088 w 7467600"/>
              <a:gd name="connsiteY481" fmla="*/ 4521417 h 6858000"/>
              <a:gd name="connsiteX482" fmla="*/ 3988128 w 7467600"/>
              <a:gd name="connsiteY482" fmla="*/ 4817267 h 6858000"/>
              <a:gd name="connsiteX483" fmla="*/ 4830582 w 7467600"/>
              <a:gd name="connsiteY483" fmla="*/ 4676000 h 6858000"/>
              <a:gd name="connsiteX484" fmla="*/ 4830100 w 7467600"/>
              <a:gd name="connsiteY484" fmla="*/ 4675554 h 6858000"/>
              <a:gd name="connsiteX485" fmla="*/ 4036318 w 7467600"/>
              <a:gd name="connsiteY485" fmla="*/ 4147013 h 6858000"/>
              <a:gd name="connsiteX486" fmla="*/ 3432098 w 7467600"/>
              <a:gd name="connsiteY486" fmla="*/ 3537312 h 6858000"/>
              <a:gd name="connsiteX487" fmla="*/ 3446761 w 7467600"/>
              <a:gd name="connsiteY487" fmla="*/ 3461278 h 6858000"/>
              <a:gd name="connsiteX488" fmla="*/ 4419733 w 7467600"/>
              <a:gd name="connsiteY488" fmla="*/ 3963555 h 6858000"/>
              <a:gd name="connsiteX489" fmla="*/ 4781371 w 7467600"/>
              <a:gd name="connsiteY489" fmla="*/ 4458604 h 6858000"/>
              <a:gd name="connsiteX490" fmla="*/ 4780440 w 7467600"/>
              <a:gd name="connsiteY490" fmla="*/ 4470290 h 6858000"/>
              <a:gd name="connsiteX491" fmla="*/ 4898954 w 7467600"/>
              <a:gd name="connsiteY491" fmla="*/ 4662092 h 6858000"/>
              <a:gd name="connsiteX492" fmla="*/ 4900699 w 7467600"/>
              <a:gd name="connsiteY492" fmla="*/ 4670867 h 6858000"/>
              <a:gd name="connsiteX493" fmla="*/ 5714511 w 7467600"/>
              <a:gd name="connsiteY493" fmla="*/ 4663483 h 6858000"/>
              <a:gd name="connsiteX494" fmla="*/ 5464793 w 7467600"/>
              <a:gd name="connsiteY494" fmla="*/ 4393556 h 6858000"/>
              <a:gd name="connsiteX495" fmla="*/ 5461897 w 7467600"/>
              <a:gd name="connsiteY495" fmla="*/ 4390879 h 6858000"/>
              <a:gd name="connsiteX496" fmla="*/ 4294126 w 7467600"/>
              <a:gd name="connsiteY496" fmla="*/ 3303048 h 6858000"/>
              <a:gd name="connsiteX497" fmla="*/ 4305321 w 7467600"/>
              <a:gd name="connsiteY497" fmla="*/ 3256953 h 6858000"/>
              <a:gd name="connsiteX498" fmla="*/ 4949299 w 7467600"/>
              <a:gd name="connsiteY498" fmla="*/ 3766336 h 6858000"/>
              <a:gd name="connsiteX499" fmla="*/ 5291452 w 7467600"/>
              <a:gd name="connsiteY499" fmla="*/ 4076801 h 6858000"/>
              <a:gd name="connsiteX500" fmla="*/ 5434998 w 7467600"/>
              <a:gd name="connsiteY500" fmla="*/ 4254100 h 6858000"/>
              <a:gd name="connsiteX501" fmla="*/ 5351015 w 7467600"/>
              <a:gd name="connsiteY501" fmla="*/ 3760989 h 6858000"/>
              <a:gd name="connsiteX502" fmla="*/ 5413780 w 7467600"/>
              <a:gd name="connsiteY502" fmla="*/ 2966265 h 6858000"/>
              <a:gd name="connsiteX503" fmla="*/ 5425627 w 7467600"/>
              <a:gd name="connsiteY503" fmla="*/ 2954192 h 6858000"/>
              <a:gd name="connsiteX504" fmla="*/ 6604735 w 7467600"/>
              <a:gd name="connsiteY504" fmla="*/ 2041381 h 6858000"/>
              <a:gd name="connsiteX505" fmla="*/ 7204487 w 7467600"/>
              <a:gd name="connsiteY505" fmla="*/ 2742112 h 6858000"/>
              <a:gd name="connsiteX506" fmla="*/ 7131592 w 7467600"/>
              <a:gd name="connsiteY506" fmla="*/ 2672096 h 6858000"/>
              <a:gd name="connsiteX507" fmla="*/ 6996344 w 7467600"/>
              <a:gd name="connsiteY507" fmla="*/ 2518310 h 6858000"/>
              <a:gd name="connsiteX508" fmla="*/ 6735495 w 7467600"/>
              <a:gd name="connsiteY508" fmla="*/ 2196890 h 6858000"/>
              <a:gd name="connsiteX509" fmla="*/ 6721901 w 7467600"/>
              <a:gd name="connsiteY509" fmla="*/ 2179274 h 6858000"/>
              <a:gd name="connsiteX510" fmla="*/ 6604735 w 7467600"/>
              <a:gd name="connsiteY510" fmla="*/ 2041381 h 6858000"/>
              <a:gd name="connsiteX511" fmla="*/ 6591670 w 7467600"/>
              <a:gd name="connsiteY511" fmla="*/ 1988277 h 6858000"/>
              <a:gd name="connsiteX512" fmla="*/ 6747349 w 7467600"/>
              <a:gd name="connsiteY512" fmla="*/ 2160069 h 6858000"/>
              <a:gd name="connsiteX513" fmla="*/ 6760943 w 7467600"/>
              <a:gd name="connsiteY513" fmla="*/ 2177686 h 6858000"/>
              <a:gd name="connsiteX514" fmla="*/ 7021065 w 7467600"/>
              <a:gd name="connsiteY514" fmla="*/ 2498102 h 6858000"/>
              <a:gd name="connsiteX515" fmla="*/ 7155223 w 7467600"/>
              <a:gd name="connsiteY515" fmla="*/ 2650386 h 6858000"/>
              <a:gd name="connsiteX516" fmla="*/ 7203167 w 7467600"/>
              <a:gd name="connsiteY516" fmla="*/ 2697288 h 6858000"/>
              <a:gd name="connsiteX517" fmla="*/ 6937703 w 7467600"/>
              <a:gd name="connsiteY517" fmla="*/ 2321981 h 6858000"/>
              <a:gd name="connsiteX518" fmla="*/ 6591670 w 7467600"/>
              <a:gd name="connsiteY518" fmla="*/ 1988277 h 6858000"/>
              <a:gd name="connsiteX519" fmla="*/ 5798671 w 7467600"/>
              <a:gd name="connsiteY519" fmla="*/ 1981601 h 6858000"/>
              <a:gd name="connsiteX520" fmla="*/ 5754709 w 7467600"/>
              <a:gd name="connsiteY520" fmla="*/ 2071454 h 6858000"/>
              <a:gd name="connsiteX521" fmla="*/ 5763044 w 7467600"/>
              <a:gd name="connsiteY521" fmla="*/ 2842206 h 6858000"/>
              <a:gd name="connsiteX522" fmla="*/ 5764974 w 7467600"/>
              <a:gd name="connsiteY522" fmla="*/ 2799609 h 6858000"/>
              <a:gd name="connsiteX523" fmla="*/ 5767665 w 7467600"/>
              <a:gd name="connsiteY523" fmla="*/ 2666409 h 6858000"/>
              <a:gd name="connsiteX524" fmla="*/ 5763055 w 7467600"/>
              <a:gd name="connsiteY524" fmla="*/ 2579705 h 6858000"/>
              <a:gd name="connsiteX525" fmla="*/ 5758079 w 7467600"/>
              <a:gd name="connsiteY525" fmla="*/ 2492508 h 6858000"/>
              <a:gd name="connsiteX526" fmla="*/ 5779325 w 7467600"/>
              <a:gd name="connsiteY526" fmla="*/ 2197069 h 6858000"/>
              <a:gd name="connsiteX527" fmla="*/ 5798671 w 7467600"/>
              <a:gd name="connsiteY527" fmla="*/ 1981601 h 6858000"/>
              <a:gd name="connsiteX528" fmla="*/ 5829202 w 7467600"/>
              <a:gd name="connsiteY528" fmla="*/ 1971679 h 6858000"/>
              <a:gd name="connsiteX529" fmla="*/ 5809558 w 7467600"/>
              <a:gd name="connsiteY529" fmla="*/ 2198043 h 6858000"/>
              <a:gd name="connsiteX530" fmla="*/ 5788653 w 7467600"/>
              <a:gd name="connsiteY530" fmla="*/ 2489430 h 6858000"/>
              <a:gd name="connsiteX531" fmla="*/ 5793439 w 7467600"/>
              <a:gd name="connsiteY531" fmla="*/ 2575235 h 6858000"/>
              <a:gd name="connsiteX532" fmla="*/ 5796837 w 7467600"/>
              <a:gd name="connsiteY532" fmla="*/ 2637633 h 6858000"/>
              <a:gd name="connsiteX533" fmla="*/ 5818614 w 7467600"/>
              <a:gd name="connsiteY533" fmla="*/ 2473055 h 6858000"/>
              <a:gd name="connsiteX534" fmla="*/ 5829202 w 7467600"/>
              <a:gd name="connsiteY534" fmla="*/ 1971679 h 6858000"/>
              <a:gd name="connsiteX535" fmla="*/ 5911389 w 7467600"/>
              <a:gd name="connsiteY535" fmla="*/ 1898371 h 6858000"/>
              <a:gd name="connsiteX536" fmla="*/ 6237627 w 7467600"/>
              <a:gd name="connsiteY536" fmla="*/ 2231921 h 6858000"/>
              <a:gd name="connsiteX537" fmla="*/ 5911389 w 7467600"/>
              <a:gd name="connsiteY537" fmla="*/ 1898371 h 6858000"/>
              <a:gd name="connsiteX538" fmla="*/ 6944437 w 7467600"/>
              <a:gd name="connsiteY538" fmla="*/ 1575402 h 6858000"/>
              <a:gd name="connsiteX539" fmla="*/ 6304730 w 7467600"/>
              <a:gd name="connsiteY539" fmla="*/ 1766654 h 6858000"/>
              <a:gd name="connsiteX540" fmla="*/ 6944437 w 7467600"/>
              <a:gd name="connsiteY540" fmla="*/ 1575402 h 6858000"/>
              <a:gd name="connsiteX541" fmla="*/ 7019523 w 7467600"/>
              <a:gd name="connsiteY541" fmla="*/ 1519450 h 6858000"/>
              <a:gd name="connsiteX542" fmla="*/ 6298091 w 7467600"/>
              <a:gd name="connsiteY542" fmla="*/ 1737122 h 6858000"/>
              <a:gd name="connsiteX543" fmla="*/ 7019523 w 7467600"/>
              <a:gd name="connsiteY543" fmla="*/ 1519450 h 6858000"/>
              <a:gd name="connsiteX544" fmla="*/ 2399523 w 7467600"/>
              <a:gd name="connsiteY544" fmla="*/ 1428234 h 6858000"/>
              <a:gd name="connsiteX545" fmla="*/ 2224982 w 7467600"/>
              <a:gd name="connsiteY545" fmla="*/ 1826201 h 6858000"/>
              <a:gd name="connsiteX546" fmla="*/ 2096099 w 7467600"/>
              <a:gd name="connsiteY546" fmla="*/ 2345900 h 6858000"/>
              <a:gd name="connsiteX547" fmla="*/ 2283317 w 7467600"/>
              <a:gd name="connsiteY547" fmla="*/ 1796925 h 6858000"/>
              <a:gd name="connsiteX548" fmla="*/ 2399523 w 7467600"/>
              <a:gd name="connsiteY548" fmla="*/ 1428234 h 6858000"/>
              <a:gd name="connsiteX549" fmla="*/ 2448558 w 7467600"/>
              <a:gd name="connsiteY549" fmla="*/ 1373435 h 6858000"/>
              <a:gd name="connsiteX550" fmla="*/ 2312521 w 7467600"/>
              <a:gd name="connsiteY550" fmla="*/ 1806140 h 6858000"/>
              <a:gd name="connsiteX551" fmla="*/ 2127533 w 7467600"/>
              <a:gd name="connsiteY551" fmla="*/ 2348380 h 6858000"/>
              <a:gd name="connsiteX552" fmla="*/ 2358080 w 7467600"/>
              <a:gd name="connsiteY552" fmla="*/ 1866134 h 6858000"/>
              <a:gd name="connsiteX553" fmla="*/ 2407436 w 7467600"/>
              <a:gd name="connsiteY553" fmla="*/ 1651070 h 6858000"/>
              <a:gd name="connsiteX554" fmla="*/ 2448558 w 7467600"/>
              <a:gd name="connsiteY554" fmla="*/ 1373435 h 6858000"/>
              <a:gd name="connsiteX555" fmla="*/ 278707 w 7467600"/>
              <a:gd name="connsiteY555" fmla="*/ 1352270 h 6858000"/>
              <a:gd name="connsiteX556" fmla="*/ 321570 w 7467600"/>
              <a:gd name="connsiteY556" fmla="*/ 1861610 h 6858000"/>
              <a:gd name="connsiteX557" fmla="*/ 294281 w 7467600"/>
              <a:gd name="connsiteY557" fmla="*/ 1440658 h 6858000"/>
              <a:gd name="connsiteX558" fmla="*/ 278707 w 7467600"/>
              <a:gd name="connsiteY558" fmla="*/ 1352270 h 6858000"/>
              <a:gd name="connsiteX559" fmla="*/ 1423821 w 7467600"/>
              <a:gd name="connsiteY559" fmla="*/ 1351958 h 6858000"/>
              <a:gd name="connsiteX560" fmla="*/ 1638521 w 7467600"/>
              <a:gd name="connsiteY560" fmla="*/ 1908470 h 6858000"/>
              <a:gd name="connsiteX561" fmla="*/ 1754199 w 7467600"/>
              <a:gd name="connsiteY561" fmla="*/ 2149284 h 6858000"/>
              <a:gd name="connsiteX562" fmla="*/ 1908359 w 7467600"/>
              <a:gd name="connsiteY562" fmla="*/ 2364988 h 6858000"/>
              <a:gd name="connsiteX563" fmla="*/ 1647661 w 7467600"/>
              <a:gd name="connsiteY563" fmla="*/ 1825945 h 6858000"/>
              <a:gd name="connsiteX564" fmla="*/ 1423821 w 7467600"/>
              <a:gd name="connsiteY564" fmla="*/ 1351958 h 6858000"/>
              <a:gd name="connsiteX565" fmla="*/ 1431890 w 7467600"/>
              <a:gd name="connsiteY565" fmla="*/ 1306475 h 6858000"/>
              <a:gd name="connsiteX566" fmla="*/ 1507597 w 7467600"/>
              <a:gd name="connsiteY566" fmla="*/ 1446132 h 6858000"/>
              <a:gd name="connsiteX567" fmla="*/ 1674586 w 7467600"/>
              <a:gd name="connsiteY567" fmla="*/ 1813832 h 6858000"/>
              <a:gd name="connsiteX568" fmla="*/ 1815950 w 7467600"/>
              <a:gd name="connsiteY568" fmla="*/ 2128564 h 6858000"/>
              <a:gd name="connsiteX569" fmla="*/ 1984242 w 7467600"/>
              <a:gd name="connsiteY569" fmla="*/ 2430829 h 6858000"/>
              <a:gd name="connsiteX570" fmla="*/ 2014023 w 7467600"/>
              <a:gd name="connsiteY570" fmla="*/ 2450995 h 6858000"/>
              <a:gd name="connsiteX571" fmla="*/ 1747337 w 7467600"/>
              <a:gd name="connsiteY571" fmla="*/ 1855264 h 6858000"/>
              <a:gd name="connsiteX572" fmla="*/ 1533749 w 7467600"/>
              <a:gd name="connsiteY572" fmla="*/ 1478656 h 6858000"/>
              <a:gd name="connsiteX573" fmla="*/ 1431890 w 7467600"/>
              <a:gd name="connsiteY573" fmla="*/ 1306475 h 6858000"/>
              <a:gd name="connsiteX574" fmla="*/ 5052692 w 7467600"/>
              <a:gd name="connsiteY574" fmla="*/ 1292994 h 6858000"/>
              <a:gd name="connsiteX575" fmla="*/ 5200661 w 7467600"/>
              <a:gd name="connsiteY575" fmla="*/ 1635186 h 6858000"/>
              <a:gd name="connsiteX576" fmla="*/ 5297138 w 7467600"/>
              <a:gd name="connsiteY576" fmla="*/ 1906351 h 6858000"/>
              <a:gd name="connsiteX577" fmla="*/ 5052692 w 7467600"/>
              <a:gd name="connsiteY577" fmla="*/ 1292994 h 6858000"/>
              <a:gd name="connsiteX578" fmla="*/ 5009948 w 7467600"/>
              <a:gd name="connsiteY578" fmla="*/ 1273619 h 6858000"/>
              <a:gd name="connsiteX579" fmla="*/ 5121777 w 7467600"/>
              <a:gd name="connsiteY579" fmla="*/ 1654213 h 6858000"/>
              <a:gd name="connsiteX580" fmla="*/ 5293545 w 7467600"/>
              <a:gd name="connsiteY580" fmla="*/ 2072247 h 6858000"/>
              <a:gd name="connsiteX581" fmla="*/ 5294042 w 7467600"/>
              <a:gd name="connsiteY581" fmla="*/ 2065019 h 6858000"/>
              <a:gd name="connsiteX582" fmla="*/ 5171936 w 7467600"/>
              <a:gd name="connsiteY582" fmla="*/ 1647613 h 6858000"/>
              <a:gd name="connsiteX583" fmla="*/ 5009948 w 7467600"/>
              <a:gd name="connsiteY583" fmla="*/ 1273619 h 6858000"/>
              <a:gd name="connsiteX584" fmla="*/ 655236 w 7467600"/>
              <a:gd name="connsiteY584" fmla="*/ 1268632 h 6858000"/>
              <a:gd name="connsiteX585" fmla="*/ 839521 w 7467600"/>
              <a:gd name="connsiteY585" fmla="*/ 1685315 h 6858000"/>
              <a:gd name="connsiteX586" fmla="*/ 1109416 w 7467600"/>
              <a:gd name="connsiteY586" fmla="*/ 2061663 h 6858000"/>
              <a:gd name="connsiteX587" fmla="*/ 1298300 w 7467600"/>
              <a:gd name="connsiteY587" fmla="*/ 2247742 h 6858000"/>
              <a:gd name="connsiteX588" fmla="*/ 1125871 w 7467600"/>
              <a:gd name="connsiteY588" fmla="*/ 1989513 h 6858000"/>
              <a:gd name="connsiteX589" fmla="*/ 981574 w 7467600"/>
              <a:gd name="connsiteY589" fmla="*/ 1783157 h 6858000"/>
              <a:gd name="connsiteX590" fmla="*/ 922198 w 7467600"/>
              <a:gd name="connsiteY590" fmla="*/ 1677437 h 6858000"/>
              <a:gd name="connsiteX591" fmla="*/ 869293 w 7467600"/>
              <a:gd name="connsiteY591" fmla="*/ 1583214 h 6858000"/>
              <a:gd name="connsiteX592" fmla="*/ 751431 w 7467600"/>
              <a:gd name="connsiteY592" fmla="*/ 1405731 h 6858000"/>
              <a:gd name="connsiteX593" fmla="*/ 655236 w 7467600"/>
              <a:gd name="connsiteY593" fmla="*/ 1268632 h 6858000"/>
              <a:gd name="connsiteX594" fmla="*/ 6516292 w 7467600"/>
              <a:gd name="connsiteY594" fmla="*/ 1263064 h 6858000"/>
              <a:gd name="connsiteX595" fmla="*/ 5736320 w 7467600"/>
              <a:gd name="connsiteY595" fmla="*/ 1501803 h 6858000"/>
              <a:gd name="connsiteX596" fmla="*/ 6516292 w 7467600"/>
              <a:gd name="connsiteY596" fmla="*/ 1263064 h 6858000"/>
              <a:gd name="connsiteX597" fmla="*/ 291466 w 7467600"/>
              <a:gd name="connsiteY597" fmla="*/ 1250369 h 6858000"/>
              <a:gd name="connsiteX598" fmla="*/ 323180 w 7467600"/>
              <a:gd name="connsiteY598" fmla="*/ 1435283 h 6858000"/>
              <a:gd name="connsiteX599" fmla="*/ 349381 w 7467600"/>
              <a:gd name="connsiteY599" fmla="*/ 1875041 h 6858000"/>
              <a:gd name="connsiteX600" fmla="*/ 374363 w 7467600"/>
              <a:gd name="connsiteY600" fmla="*/ 1506494 h 6858000"/>
              <a:gd name="connsiteX601" fmla="*/ 302168 w 7467600"/>
              <a:gd name="connsiteY601" fmla="*/ 1274495 h 6858000"/>
              <a:gd name="connsiteX602" fmla="*/ 291466 w 7467600"/>
              <a:gd name="connsiteY602" fmla="*/ 1250369 h 6858000"/>
              <a:gd name="connsiteX603" fmla="*/ 678222 w 7467600"/>
              <a:gd name="connsiteY603" fmla="*/ 1248670 h 6858000"/>
              <a:gd name="connsiteX604" fmla="*/ 775536 w 7467600"/>
              <a:gd name="connsiteY604" fmla="*/ 1388015 h 6858000"/>
              <a:gd name="connsiteX605" fmla="*/ 894529 w 7467600"/>
              <a:gd name="connsiteY605" fmla="*/ 1567739 h 6858000"/>
              <a:gd name="connsiteX606" fmla="*/ 948000 w 7467600"/>
              <a:gd name="connsiteY606" fmla="*/ 1663088 h 6858000"/>
              <a:gd name="connsiteX607" fmla="*/ 1006812 w 7467600"/>
              <a:gd name="connsiteY607" fmla="*/ 1767683 h 6858000"/>
              <a:gd name="connsiteX608" fmla="*/ 1149133 w 7467600"/>
              <a:gd name="connsiteY608" fmla="*/ 1971513 h 6858000"/>
              <a:gd name="connsiteX609" fmla="*/ 1333952 w 7467600"/>
              <a:gd name="connsiteY609" fmla="*/ 2251620 h 6858000"/>
              <a:gd name="connsiteX610" fmla="*/ 1337329 w 7467600"/>
              <a:gd name="connsiteY610" fmla="*/ 2258350 h 6858000"/>
              <a:gd name="connsiteX611" fmla="*/ 1014726 w 7467600"/>
              <a:gd name="connsiteY611" fmla="*/ 1615556 h 6858000"/>
              <a:gd name="connsiteX612" fmla="*/ 678222 w 7467600"/>
              <a:gd name="connsiteY612" fmla="*/ 1248670 h 6858000"/>
              <a:gd name="connsiteX613" fmla="*/ 6691602 w 7467600"/>
              <a:gd name="connsiteY613" fmla="*/ 1140573 h 6858000"/>
              <a:gd name="connsiteX614" fmla="*/ 6571100 w 7467600"/>
              <a:gd name="connsiteY614" fmla="*/ 1183662 h 6858000"/>
              <a:gd name="connsiteX615" fmla="*/ 6241687 w 7467600"/>
              <a:gd name="connsiteY615" fmla="*/ 1257600 h 6858000"/>
              <a:gd name="connsiteX616" fmla="*/ 5693009 w 7467600"/>
              <a:gd name="connsiteY616" fmla="*/ 1478256 h 6858000"/>
              <a:gd name="connsiteX617" fmla="*/ 6548420 w 7467600"/>
              <a:gd name="connsiteY617" fmla="*/ 1214599 h 6858000"/>
              <a:gd name="connsiteX618" fmla="*/ 6605473 w 7467600"/>
              <a:gd name="connsiteY618" fmla="*/ 1184686 h 6858000"/>
              <a:gd name="connsiteX619" fmla="*/ 6691602 w 7467600"/>
              <a:gd name="connsiteY619" fmla="*/ 1140573 h 6858000"/>
              <a:gd name="connsiteX620" fmla="*/ 4002475 w 7467600"/>
              <a:gd name="connsiteY620" fmla="*/ 1037802 h 6858000"/>
              <a:gd name="connsiteX621" fmla="*/ 4000324 w 7467600"/>
              <a:gd name="connsiteY621" fmla="*/ 1039362 h 6858000"/>
              <a:gd name="connsiteX622" fmla="*/ 4002862 w 7467600"/>
              <a:gd name="connsiteY622" fmla="*/ 1042866 h 6858000"/>
              <a:gd name="connsiteX623" fmla="*/ 4002475 w 7467600"/>
              <a:gd name="connsiteY623" fmla="*/ 1037802 h 6858000"/>
              <a:gd name="connsiteX624" fmla="*/ 506322 w 7467600"/>
              <a:gd name="connsiteY624" fmla="*/ 1020997 h 6858000"/>
              <a:gd name="connsiteX625" fmla="*/ 533068 w 7467600"/>
              <a:gd name="connsiteY625" fmla="*/ 1029409 h 6858000"/>
              <a:gd name="connsiteX626" fmla="*/ 1232525 w 7467600"/>
              <a:gd name="connsiteY626" fmla="*/ 1804675 h 6858000"/>
              <a:gd name="connsiteX627" fmla="*/ 1388858 w 7467600"/>
              <a:gd name="connsiteY627" fmla="*/ 2368011 h 6858000"/>
              <a:gd name="connsiteX628" fmla="*/ 1384098 w 7467600"/>
              <a:gd name="connsiteY628" fmla="*/ 2378125 h 6858000"/>
              <a:gd name="connsiteX629" fmla="*/ 1425393 w 7467600"/>
              <a:gd name="connsiteY629" fmla="*/ 2589124 h 6858000"/>
              <a:gd name="connsiteX630" fmla="*/ 1424001 w 7467600"/>
              <a:gd name="connsiteY630" fmla="*/ 2597541 h 6858000"/>
              <a:gd name="connsiteX631" fmla="*/ 2152729 w 7467600"/>
              <a:gd name="connsiteY631" fmla="*/ 2864487 h 6858000"/>
              <a:gd name="connsiteX632" fmla="*/ 2020609 w 7467600"/>
              <a:gd name="connsiteY632" fmla="*/ 2539671 h 6858000"/>
              <a:gd name="connsiteX633" fmla="*/ 2018920 w 7467600"/>
              <a:gd name="connsiteY633" fmla="*/ 2536309 h 6858000"/>
              <a:gd name="connsiteX634" fmla="*/ 1342441 w 7467600"/>
              <a:gd name="connsiteY634" fmla="*/ 1173017 h 6858000"/>
              <a:gd name="connsiteX635" fmla="*/ 1367925 w 7467600"/>
              <a:gd name="connsiteY635" fmla="*/ 1135648 h 6858000"/>
              <a:gd name="connsiteX636" fmla="*/ 1771401 w 7467600"/>
              <a:gd name="connsiteY636" fmla="*/ 1806673 h 6858000"/>
              <a:gd name="connsiteX637" fmla="*/ 1972385 w 7467600"/>
              <a:gd name="connsiteY637" fmla="*/ 2198735 h 6858000"/>
              <a:gd name="connsiteX638" fmla="*/ 2040892 w 7467600"/>
              <a:gd name="connsiteY638" fmla="*/ 2405205 h 6858000"/>
              <a:gd name="connsiteX639" fmla="*/ 2131689 w 7467600"/>
              <a:gd name="connsiteY639" fmla="*/ 1936926 h 6858000"/>
              <a:gd name="connsiteX640" fmla="*/ 2454820 w 7467600"/>
              <a:gd name="connsiteY640" fmla="*/ 1248808 h 6858000"/>
              <a:gd name="connsiteX641" fmla="*/ 2492512 w 7467600"/>
              <a:gd name="connsiteY641" fmla="*/ 1302920 h 6858000"/>
              <a:gd name="connsiteX642" fmla="*/ 2081216 w 7467600"/>
              <a:gd name="connsiteY642" fmla="*/ 2527513 h 6858000"/>
              <a:gd name="connsiteX643" fmla="*/ 2081211 w 7467600"/>
              <a:gd name="connsiteY643" fmla="*/ 2528916 h 6858000"/>
              <a:gd name="connsiteX644" fmla="*/ 2199067 w 7467600"/>
              <a:gd name="connsiteY644" fmla="*/ 2884061 h 6858000"/>
              <a:gd name="connsiteX645" fmla="*/ 3192586 w 7467600"/>
              <a:gd name="connsiteY645" fmla="*/ 3411496 h 6858000"/>
              <a:gd name="connsiteX646" fmla="*/ 3182620 w 7467600"/>
              <a:gd name="connsiteY646" fmla="*/ 3483279 h 6858000"/>
              <a:gd name="connsiteX647" fmla="*/ 2435119 w 7467600"/>
              <a:gd name="connsiteY647" fmla="*/ 3080173 h 6858000"/>
              <a:gd name="connsiteX648" fmla="*/ 2410152 w 7467600"/>
              <a:gd name="connsiteY648" fmla="*/ 3063751 h 6858000"/>
              <a:gd name="connsiteX649" fmla="*/ 2408099 w 7467600"/>
              <a:gd name="connsiteY649" fmla="*/ 3064403 h 6858000"/>
              <a:gd name="connsiteX650" fmla="*/ 2407218 w 7467600"/>
              <a:gd name="connsiteY650" fmla="*/ 3070324 h 6858000"/>
              <a:gd name="connsiteX651" fmla="*/ 2380138 w 7467600"/>
              <a:gd name="connsiteY651" fmla="*/ 3099341 h 6858000"/>
              <a:gd name="connsiteX652" fmla="*/ 1765923 w 7467600"/>
              <a:gd name="connsiteY652" fmla="*/ 3581043 h 6858000"/>
              <a:gd name="connsiteX653" fmla="*/ 1702258 w 7467600"/>
              <a:gd name="connsiteY653" fmla="*/ 3612286 h 6858000"/>
              <a:gd name="connsiteX654" fmla="*/ 1538370 w 7467600"/>
              <a:gd name="connsiteY654" fmla="*/ 3811804 h 6858000"/>
              <a:gd name="connsiteX655" fmla="*/ 542867 w 7467600"/>
              <a:gd name="connsiteY655" fmla="*/ 4944092 h 6858000"/>
              <a:gd name="connsiteX656" fmla="*/ 515800 w 7467600"/>
              <a:gd name="connsiteY656" fmla="*/ 4862180 h 6858000"/>
              <a:gd name="connsiteX657" fmla="*/ 909145 w 7467600"/>
              <a:gd name="connsiteY657" fmla="*/ 4199225 h 6858000"/>
              <a:gd name="connsiteX658" fmla="*/ 1214067 w 7467600"/>
              <a:gd name="connsiteY658" fmla="*/ 3908561 h 6858000"/>
              <a:gd name="connsiteX659" fmla="*/ 640967 w 7467600"/>
              <a:gd name="connsiteY659" fmla="*/ 4105601 h 6858000"/>
              <a:gd name="connsiteX660" fmla="*/ 112563 w 7467600"/>
              <a:gd name="connsiteY660" fmla="*/ 4396952 h 6858000"/>
              <a:gd name="connsiteX661" fmla="*/ 0 w 7467600"/>
              <a:gd name="connsiteY661" fmla="*/ 4466006 h 6858000"/>
              <a:gd name="connsiteX662" fmla="*/ 0 w 7467600"/>
              <a:gd name="connsiteY662" fmla="*/ 4233763 h 6858000"/>
              <a:gd name="connsiteX663" fmla="*/ 36881 w 7467600"/>
              <a:gd name="connsiteY663" fmla="*/ 4200118 h 6858000"/>
              <a:gd name="connsiteX664" fmla="*/ 910534 w 7467600"/>
              <a:gd name="connsiteY664" fmla="*/ 3629753 h 6858000"/>
              <a:gd name="connsiteX665" fmla="*/ 1578717 w 7467600"/>
              <a:gd name="connsiteY665" fmla="*/ 3575982 h 6858000"/>
              <a:gd name="connsiteX666" fmla="*/ 2338780 w 7467600"/>
              <a:gd name="connsiteY666" fmla="*/ 3033725 h 6858000"/>
              <a:gd name="connsiteX667" fmla="*/ 1807991 w 7467600"/>
              <a:gd name="connsiteY667" fmla="*/ 2807184 h 6858000"/>
              <a:gd name="connsiteX668" fmla="*/ 1416358 w 7467600"/>
              <a:gd name="connsiteY668" fmla="*/ 3112571 h 6858000"/>
              <a:gd name="connsiteX669" fmla="*/ 939066 w 7467600"/>
              <a:gd name="connsiteY669" fmla="*/ 3378798 h 6858000"/>
              <a:gd name="connsiteX670" fmla="*/ 115099 w 7467600"/>
              <a:gd name="connsiteY670" fmla="*/ 3607650 h 6858000"/>
              <a:gd name="connsiteX671" fmla="*/ 97284 w 7467600"/>
              <a:gd name="connsiteY671" fmla="*/ 3520393 h 6858000"/>
              <a:gd name="connsiteX672" fmla="*/ 922050 w 7467600"/>
              <a:gd name="connsiteY672" fmla="*/ 3074867 h 6858000"/>
              <a:gd name="connsiteX673" fmla="*/ 1405265 w 7467600"/>
              <a:gd name="connsiteY673" fmla="*/ 3016319 h 6858000"/>
              <a:gd name="connsiteX674" fmla="*/ 1407512 w 7467600"/>
              <a:gd name="connsiteY674" fmla="*/ 3018001 h 6858000"/>
              <a:gd name="connsiteX675" fmla="*/ 1726266 w 7467600"/>
              <a:gd name="connsiteY675" fmla="*/ 2777274 h 6858000"/>
              <a:gd name="connsiteX676" fmla="*/ 625390 w 7467600"/>
              <a:gd name="connsiteY676" fmla="*/ 2514541 h 6858000"/>
              <a:gd name="connsiteX677" fmla="*/ 619799 w 7467600"/>
              <a:gd name="connsiteY677" fmla="*/ 2527180 h 6858000"/>
              <a:gd name="connsiteX678" fmla="*/ 310030 w 7467600"/>
              <a:gd name="connsiteY678" fmla="*/ 2771818 h 6858000"/>
              <a:gd name="connsiteX679" fmla="*/ 173877 w 7467600"/>
              <a:gd name="connsiteY679" fmla="*/ 2937056 h 6858000"/>
              <a:gd name="connsiteX680" fmla="*/ 77889 w 7467600"/>
              <a:gd name="connsiteY680" fmla="*/ 3138440 h 6858000"/>
              <a:gd name="connsiteX681" fmla="*/ 0 w 7467600"/>
              <a:gd name="connsiteY681" fmla="*/ 3271395 h 6858000"/>
              <a:gd name="connsiteX682" fmla="*/ 0 w 7467600"/>
              <a:gd name="connsiteY682" fmla="*/ 3153002 h 6858000"/>
              <a:gd name="connsiteX683" fmla="*/ 2386 w 7467600"/>
              <a:gd name="connsiteY683" fmla="*/ 3149203 h 6858000"/>
              <a:gd name="connsiteX684" fmla="*/ 89753 w 7467600"/>
              <a:gd name="connsiteY684" fmla="*/ 2987702 h 6858000"/>
              <a:gd name="connsiteX685" fmla="*/ 76869 w 7467600"/>
              <a:gd name="connsiteY685" fmla="*/ 3005404 h 6858000"/>
              <a:gd name="connsiteX686" fmla="*/ 32049 w 7467600"/>
              <a:gd name="connsiteY686" fmla="*/ 3065814 h 6858000"/>
              <a:gd name="connsiteX687" fmla="*/ 0 w 7467600"/>
              <a:gd name="connsiteY687" fmla="*/ 3108744 h 6858000"/>
              <a:gd name="connsiteX688" fmla="*/ 0 w 7467600"/>
              <a:gd name="connsiteY688" fmla="*/ 3058059 h 6858000"/>
              <a:gd name="connsiteX689" fmla="*/ 7610 w 7467600"/>
              <a:gd name="connsiteY689" fmla="*/ 3047889 h 6858000"/>
              <a:gd name="connsiteX690" fmla="*/ 52419 w 7467600"/>
              <a:gd name="connsiteY690" fmla="*/ 2987479 h 6858000"/>
              <a:gd name="connsiteX691" fmla="*/ 59142 w 7467600"/>
              <a:gd name="connsiteY691" fmla="*/ 2978488 h 6858000"/>
              <a:gd name="connsiteX692" fmla="*/ 0 w 7467600"/>
              <a:gd name="connsiteY692" fmla="*/ 3015334 h 6858000"/>
              <a:gd name="connsiteX693" fmla="*/ 0 w 7467600"/>
              <a:gd name="connsiteY693" fmla="*/ 2914286 h 6858000"/>
              <a:gd name="connsiteX694" fmla="*/ 36383 w 7467600"/>
              <a:gd name="connsiteY694" fmla="*/ 2901128 h 6858000"/>
              <a:gd name="connsiteX695" fmla="*/ 156329 w 7467600"/>
              <a:gd name="connsiteY695" fmla="*/ 2840533 h 6858000"/>
              <a:gd name="connsiteX696" fmla="*/ 358355 w 7467600"/>
              <a:gd name="connsiteY696" fmla="*/ 2620471 h 6858000"/>
              <a:gd name="connsiteX697" fmla="*/ 510577 w 7467600"/>
              <a:gd name="connsiteY697" fmla="*/ 2501244 h 6858000"/>
              <a:gd name="connsiteX698" fmla="*/ 211967 w 7467600"/>
              <a:gd name="connsiteY698" fmla="*/ 2479171 h 6858000"/>
              <a:gd name="connsiteX699" fmla="*/ 0 w 7467600"/>
              <a:gd name="connsiteY699" fmla="*/ 2476398 h 6858000"/>
              <a:gd name="connsiteX700" fmla="*/ 0 w 7467600"/>
              <a:gd name="connsiteY700" fmla="*/ 2389189 h 6858000"/>
              <a:gd name="connsiteX701" fmla="*/ 103062 w 7467600"/>
              <a:gd name="connsiteY701" fmla="*/ 2389518 h 6858000"/>
              <a:gd name="connsiteX702" fmla="*/ 510734 w 7467600"/>
              <a:gd name="connsiteY702" fmla="*/ 2416201 h 6858000"/>
              <a:gd name="connsiteX703" fmla="*/ 279257 w 7467600"/>
              <a:gd name="connsiteY703" fmla="*/ 2092102 h 6858000"/>
              <a:gd name="connsiteX704" fmla="*/ 65265 w 7467600"/>
              <a:gd name="connsiteY704" fmla="*/ 2006049 h 6858000"/>
              <a:gd name="connsiteX705" fmla="*/ 0 w 7467600"/>
              <a:gd name="connsiteY705" fmla="*/ 1982532 h 6858000"/>
              <a:gd name="connsiteX706" fmla="*/ 0 w 7467600"/>
              <a:gd name="connsiteY706" fmla="*/ 1912789 h 6858000"/>
              <a:gd name="connsiteX707" fmla="*/ 97460 w 7467600"/>
              <a:gd name="connsiteY707" fmla="*/ 1953725 h 6858000"/>
              <a:gd name="connsiteX708" fmla="*/ 221272 w 7467600"/>
              <a:gd name="connsiteY708" fmla="*/ 1980766 h 6858000"/>
              <a:gd name="connsiteX709" fmla="*/ 116765 w 7467600"/>
              <a:gd name="connsiteY709" fmla="*/ 1911033 h 6858000"/>
              <a:gd name="connsiteX710" fmla="*/ 16405 w 7467600"/>
              <a:gd name="connsiteY710" fmla="*/ 1803412 h 6858000"/>
              <a:gd name="connsiteX711" fmla="*/ 0 w 7467600"/>
              <a:gd name="connsiteY711" fmla="*/ 1784777 h 6858000"/>
              <a:gd name="connsiteX712" fmla="*/ 0 w 7467600"/>
              <a:gd name="connsiteY712" fmla="*/ 1740082 h 6858000"/>
              <a:gd name="connsiteX713" fmla="*/ 39394 w 7467600"/>
              <a:gd name="connsiteY713" fmla="*/ 1784856 h 6858000"/>
              <a:gd name="connsiteX714" fmla="*/ 135813 w 7467600"/>
              <a:gd name="connsiteY714" fmla="*/ 1888838 h 6858000"/>
              <a:gd name="connsiteX715" fmla="*/ 242575 w 7467600"/>
              <a:gd name="connsiteY715" fmla="*/ 1958841 h 6858000"/>
              <a:gd name="connsiteX716" fmla="*/ 82197 w 7467600"/>
              <a:gd name="connsiteY716" fmla="*/ 1754826 h 6858000"/>
              <a:gd name="connsiteX717" fmla="*/ 0 w 7467600"/>
              <a:gd name="connsiteY717" fmla="*/ 1679650 h 6858000"/>
              <a:gd name="connsiteX718" fmla="*/ 0 w 7467600"/>
              <a:gd name="connsiteY718" fmla="*/ 1602463 h 6858000"/>
              <a:gd name="connsiteX719" fmla="*/ 84689 w 7467600"/>
              <a:gd name="connsiteY719" fmla="*/ 1677442 h 6858000"/>
              <a:gd name="connsiteX720" fmla="*/ 298437 w 7467600"/>
              <a:gd name="connsiteY720" fmla="*/ 1968019 h 6858000"/>
              <a:gd name="connsiteX721" fmla="*/ 227269 w 7467600"/>
              <a:gd name="connsiteY721" fmla="*/ 1114064 h 6858000"/>
              <a:gd name="connsiteX722" fmla="*/ 248003 w 7467600"/>
              <a:gd name="connsiteY722" fmla="*/ 1089613 h 6858000"/>
              <a:gd name="connsiteX723" fmla="*/ 427020 w 7467600"/>
              <a:gd name="connsiteY723" fmla="*/ 1619803 h 6858000"/>
              <a:gd name="connsiteX724" fmla="*/ 340345 w 7467600"/>
              <a:gd name="connsiteY724" fmla="*/ 2027739 h 6858000"/>
              <a:gd name="connsiteX725" fmla="*/ 360865 w 7467600"/>
              <a:gd name="connsiteY725" fmla="*/ 2044827 h 6858000"/>
              <a:gd name="connsiteX726" fmla="*/ 560414 w 7467600"/>
              <a:gd name="connsiteY726" fmla="*/ 2421457 h 6858000"/>
              <a:gd name="connsiteX727" fmla="*/ 1359703 w 7467600"/>
              <a:gd name="connsiteY727" fmla="*/ 2578554 h 6858000"/>
              <a:gd name="connsiteX728" fmla="*/ 1359422 w 7467600"/>
              <a:gd name="connsiteY728" fmla="*/ 2577994 h 6858000"/>
              <a:gd name="connsiteX729" fmla="*/ 828701 w 7467600"/>
              <a:gd name="connsiteY729" fmla="*/ 1839520 h 6858000"/>
              <a:gd name="connsiteX730" fmla="*/ 494427 w 7467600"/>
              <a:gd name="connsiteY730" fmla="*/ 1092333 h 6858000"/>
              <a:gd name="connsiteX731" fmla="*/ 506322 w 7467600"/>
              <a:gd name="connsiteY731" fmla="*/ 1020997 h 6858000"/>
              <a:gd name="connsiteX732" fmla="*/ 4570198 w 7467600"/>
              <a:gd name="connsiteY732" fmla="*/ 978081 h 6858000"/>
              <a:gd name="connsiteX733" fmla="*/ 4523691 w 7467600"/>
              <a:gd name="connsiteY733" fmla="*/ 1127776 h 6858000"/>
              <a:gd name="connsiteX734" fmla="*/ 4509875 w 7467600"/>
              <a:gd name="connsiteY734" fmla="*/ 1167552 h 6858000"/>
              <a:gd name="connsiteX735" fmla="*/ 4478168 w 7467600"/>
              <a:gd name="connsiteY735" fmla="*/ 1260735 h 6858000"/>
              <a:gd name="connsiteX736" fmla="*/ 4409309 w 7467600"/>
              <a:gd name="connsiteY736" fmla="*/ 1666996 h 6858000"/>
              <a:gd name="connsiteX737" fmla="*/ 4370031 w 7467600"/>
              <a:gd name="connsiteY737" fmla="*/ 1955666 h 6858000"/>
              <a:gd name="connsiteX738" fmla="*/ 4570198 w 7467600"/>
              <a:gd name="connsiteY738" fmla="*/ 978081 h 6858000"/>
              <a:gd name="connsiteX739" fmla="*/ 4557898 w 7467600"/>
              <a:gd name="connsiteY739" fmla="*/ 900011 h 6858000"/>
              <a:gd name="connsiteX740" fmla="*/ 4344840 w 7467600"/>
              <a:gd name="connsiteY740" fmla="*/ 1922038 h 6858000"/>
              <a:gd name="connsiteX741" fmla="*/ 4378710 w 7467600"/>
              <a:gd name="connsiteY741" fmla="*/ 1665516 h 6858000"/>
              <a:gd name="connsiteX742" fmla="*/ 4448798 w 7467600"/>
              <a:gd name="connsiteY742" fmla="*/ 1253024 h 6858000"/>
              <a:gd name="connsiteX743" fmla="*/ 4480315 w 7467600"/>
              <a:gd name="connsiteY743" fmla="*/ 1158454 h 6858000"/>
              <a:gd name="connsiteX744" fmla="*/ 4494133 w 7467600"/>
              <a:gd name="connsiteY744" fmla="*/ 1118676 h 6858000"/>
              <a:gd name="connsiteX745" fmla="*/ 4557898 w 7467600"/>
              <a:gd name="connsiteY745" fmla="*/ 900011 h 6858000"/>
              <a:gd name="connsiteX746" fmla="*/ 5870151 w 7467600"/>
              <a:gd name="connsiteY746" fmla="*/ 898890 h 6858000"/>
              <a:gd name="connsiteX747" fmla="*/ 5861335 w 7467600"/>
              <a:gd name="connsiteY747" fmla="*/ 899177 h 6858000"/>
              <a:gd name="connsiteX748" fmla="*/ 5843702 w 7467600"/>
              <a:gd name="connsiteY748" fmla="*/ 899748 h 6858000"/>
              <a:gd name="connsiteX749" fmla="*/ 5651107 w 7467600"/>
              <a:gd name="connsiteY749" fmla="*/ 920306 h 6858000"/>
              <a:gd name="connsiteX750" fmla="*/ 5459407 w 7467600"/>
              <a:gd name="connsiteY750" fmla="*/ 940975 h 6858000"/>
              <a:gd name="connsiteX751" fmla="*/ 5374846 w 7467600"/>
              <a:gd name="connsiteY751" fmla="*/ 941988 h 6858000"/>
              <a:gd name="connsiteX752" fmla="*/ 5256105 w 7467600"/>
              <a:gd name="connsiteY752" fmla="*/ 945632 h 6858000"/>
              <a:gd name="connsiteX753" fmla="*/ 5107071 w 7467600"/>
              <a:gd name="connsiteY753" fmla="*/ 969720 h 6858000"/>
              <a:gd name="connsiteX754" fmla="*/ 4998681 w 7467600"/>
              <a:gd name="connsiteY754" fmla="*/ 988771 h 6858000"/>
              <a:gd name="connsiteX755" fmla="*/ 5870151 w 7467600"/>
              <a:gd name="connsiteY755" fmla="*/ 898890 h 6858000"/>
              <a:gd name="connsiteX756" fmla="*/ 5504425 w 7467600"/>
              <a:gd name="connsiteY756" fmla="*/ 848067 h 6858000"/>
              <a:gd name="connsiteX757" fmla="*/ 4968849 w 7467600"/>
              <a:gd name="connsiteY757" fmla="*/ 962318 h 6858000"/>
              <a:gd name="connsiteX758" fmla="*/ 5104039 w 7467600"/>
              <a:gd name="connsiteY758" fmla="*/ 940634 h 6858000"/>
              <a:gd name="connsiteX759" fmla="*/ 5256311 w 7467600"/>
              <a:gd name="connsiteY759" fmla="*/ 916490 h 6858000"/>
              <a:gd name="connsiteX760" fmla="*/ 5377381 w 7467600"/>
              <a:gd name="connsiteY760" fmla="*/ 912671 h 6858000"/>
              <a:gd name="connsiteX761" fmla="*/ 5460148 w 7467600"/>
              <a:gd name="connsiteY761" fmla="*/ 911442 h 6858000"/>
              <a:gd name="connsiteX762" fmla="*/ 5648971 w 7467600"/>
              <a:gd name="connsiteY762" fmla="*/ 891331 h 6858000"/>
              <a:gd name="connsiteX763" fmla="*/ 5844807 w 7467600"/>
              <a:gd name="connsiteY763" fmla="*/ 870718 h 6858000"/>
              <a:gd name="connsiteX764" fmla="*/ 5862975 w 7467600"/>
              <a:gd name="connsiteY764" fmla="*/ 869756 h 6858000"/>
              <a:gd name="connsiteX765" fmla="*/ 5920887 w 7467600"/>
              <a:gd name="connsiteY765" fmla="*/ 865929 h 6858000"/>
              <a:gd name="connsiteX766" fmla="*/ 5504425 w 7467600"/>
              <a:gd name="connsiteY766" fmla="*/ 848067 h 6858000"/>
              <a:gd name="connsiteX767" fmla="*/ 3607114 w 7467600"/>
              <a:gd name="connsiteY767" fmla="*/ 467441 h 6858000"/>
              <a:gd name="connsiteX768" fmla="*/ 3296242 w 7467600"/>
              <a:gd name="connsiteY768" fmla="*/ 807991 h 6858000"/>
              <a:gd name="connsiteX769" fmla="*/ 3174674 w 7467600"/>
              <a:gd name="connsiteY769" fmla="*/ 919759 h 6858000"/>
              <a:gd name="connsiteX770" fmla="*/ 3042978 w 7467600"/>
              <a:gd name="connsiteY770" fmla="*/ 1054894 h 6858000"/>
              <a:gd name="connsiteX771" fmla="*/ 2968914 w 7467600"/>
              <a:gd name="connsiteY771" fmla="*/ 1133756 h 6858000"/>
              <a:gd name="connsiteX772" fmla="*/ 3103823 w 7467600"/>
              <a:gd name="connsiteY772" fmla="*/ 1026814 h 6858000"/>
              <a:gd name="connsiteX773" fmla="*/ 3607114 w 7467600"/>
              <a:gd name="connsiteY773" fmla="*/ 467441 h 6858000"/>
              <a:gd name="connsiteX774" fmla="*/ 3744487 w 7467600"/>
              <a:gd name="connsiteY774" fmla="*/ 383136 h 6858000"/>
              <a:gd name="connsiteX775" fmla="*/ 3970213 w 7467600"/>
              <a:gd name="connsiteY775" fmla="*/ 995559 h 6858000"/>
              <a:gd name="connsiteX776" fmla="*/ 3744487 w 7467600"/>
              <a:gd name="connsiteY776" fmla="*/ 383136 h 6858000"/>
              <a:gd name="connsiteX777" fmla="*/ 3624562 w 7467600"/>
              <a:gd name="connsiteY777" fmla="*/ 367041 h 6858000"/>
              <a:gd name="connsiteX778" fmla="*/ 3489712 w 7467600"/>
              <a:gd name="connsiteY778" fmla="*/ 485386 h 6858000"/>
              <a:gd name="connsiteX779" fmla="*/ 3182994 w 7467600"/>
              <a:gd name="connsiteY779" fmla="*/ 828265 h 6858000"/>
              <a:gd name="connsiteX780" fmla="*/ 2892114 w 7467600"/>
              <a:gd name="connsiteY780" fmla="*/ 1172635 h 6858000"/>
              <a:gd name="connsiteX781" fmla="*/ 3021459 w 7467600"/>
              <a:gd name="connsiteY781" fmla="*/ 1035385 h 6858000"/>
              <a:gd name="connsiteX782" fmla="*/ 3153873 w 7467600"/>
              <a:gd name="connsiteY782" fmla="*/ 898971 h 6858000"/>
              <a:gd name="connsiteX783" fmla="*/ 3276511 w 7467600"/>
              <a:gd name="connsiteY783" fmla="*/ 786423 h 6858000"/>
              <a:gd name="connsiteX784" fmla="*/ 3584154 w 7467600"/>
              <a:gd name="connsiteY784" fmla="*/ 448218 h 6858000"/>
              <a:gd name="connsiteX785" fmla="*/ 3624562 w 7467600"/>
              <a:gd name="connsiteY785" fmla="*/ 367041 h 6858000"/>
              <a:gd name="connsiteX786" fmla="*/ 3766672 w 7467600"/>
              <a:gd name="connsiteY786" fmla="*/ 359429 h 6858000"/>
              <a:gd name="connsiteX787" fmla="*/ 3996338 w 7467600"/>
              <a:gd name="connsiteY787" fmla="*/ 968237 h 6858000"/>
              <a:gd name="connsiteX788" fmla="*/ 3766672 w 7467600"/>
              <a:gd name="connsiteY788" fmla="*/ 359429 h 6858000"/>
              <a:gd name="connsiteX789" fmla="*/ 5805386 w 7467600"/>
              <a:gd name="connsiteY789" fmla="*/ 239240 h 6858000"/>
              <a:gd name="connsiteX790" fmla="*/ 5736947 w 7467600"/>
              <a:gd name="connsiteY790" fmla="*/ 261367 h 6858000"/>
              <a:gd name="connsiteX791" fmla="*/ 5427012 w 7467600"/>
              <a:gd name="connsiteY791" fmla="*/ 311272 h 6858000"/>
              <a:gd name="connsiteX792" fmla="*/ 5147818 w 7467600"/>
              <a:gd name="connsiteY792" fmla="*/ 322112 h 6858000"/>
              <a:gd name="connsiteX793" fmla="*/ 5060854 w 7467600"/>
              <a:gd name="connsiteY793" fmla="*/ 311882 h 6858000"/>
              <a:gd name="connsiteX794" fmla="*/ 4945989 w 7467600"/>
              <a:gd name="connsiteY794" fmla="*/ 300516 h 6858000"/>
              <a:gd name="connsiteX795" fmla="*/ 5410479 w 7467600"/>
              <a:gd name="connsiteY795" fmla="*/ 348434 h 6858000"/>
              <a:gd name="connsiteX796" fmla="*/ 5805386 w 7467600"/>
              <a:gd name="connsiteY796" fmla="*/ 239240 h 6858000"/>
              <a:gd name="connsiteX797" fmla="*/ 5905192 w 7467600"/>
              <a:gd name="connsiteY797" fmla="*/ 163079 h 6858000"/>
              <a:gd name="connsiteX798" fmla="*/ 5865655 w 7467600"/>
              <a:gd name="connsiteY798" fmla="*/ 171901 h 6858000"/>
              <a:gd name="connsiteX799" fmla="*/ 5259740 w 7467600"/>
              <a:gd name="connsiteY799" fmla="*/ 257013 h 6858000"/>
              <a:gd name="connsiteX800" fmla="*/ 5208466 w 7467600"/>
              <a:gd name="connsiteY800" fmla="*/ 257550 h 6858000"/>
              <a:gd name="connsiteX801" fmla="*/ 4980204 w 7467600"/>
              <a:gd name="connsiteY801" fmla="*/ 271903 h 6858000"/>
              <a:gd name="connsiteX802" fmla="*/ 5068068 w 7467600"/>
              <a:gd name="connsiteY802" fmla="*/ 282244 h 6858000"/>
              <a:gd name="connsiteX803" fmla="*/ 5153231 w 7467600"/>
              <a:gd name="connsiteY803" fmla="*/ 292240 h 6858000"/>
              <a:gd name="connsiteX804" fmla="*/ 5426491 w 7467600"/>
              <a:gd name="connsiteY804" fmla="*/ 281128 h 6858000"/>
              <a:gd name="connsiteX805" fmla="*/ 5731212 w 7467600"/>
              <a:gd name="connsiteY805" fmla="*/ 231951 h 6858000"/>
              <a:gd name="connsiteX806" fmla="*/ 5905192 w 7467600"/>
              <a:gd name="connsiteY806" fmla="*/ 163079 h 6858000"/>
              <a:gd name="connsiteX807" fmla="*/ 5944437 w 7467600"/>
              <a:gd name="connsiteY807" fmla="*/ 113829 h 6858000"/>
              <a:gd name="connsiteX808" fmla="*/ 5825032 w 7467600"/>
              <a:gd name="connsiteY808" fmla="*/ 146405 h 6858000"/>
              <a:gd name="connsiteX809" fmla="*/ 4955599 w 7467600"/>
              <a:gd name="connsiteY809" fmla="*/ 247008 h 6858000"/>
              <a:gd name="connsiteX810" fmla="*/ 5210104 w 7467600"/>
              <a:gd name="connsiteY810" fmla="*/ 228123 h 6858000"/>
              <a:gd name="connsiteX811" fmla="*/ 5261015 w 7467600"/>
              <a:gd name="connsiteY811" fmla="*/ 227087 h 6858000"/>
              <a:gd name="connsiteX812" fmla="*/ 5861181 w 7467600"/>
              <a:gd name="connsiteY812" fmla="*/ 143093 h 6858000"/>
              <a:gd name="connsiteX813" fmla="*/ 5961252 w 7467600"/>
              <a:gd name="connsiteY813" fmla="*/ 114820 h 6858000"/>
              <a:gd name="connsiteX814" fmla="*/ 5944437 w 7467600"/>
              <a:gd name="connsiteY814" fmla="*/ 113829 h 6858000"/>
              <a:gd name="connsiteX815" fmla="*/ 3882765 w 7467600"/>
              <a:gd name="connsiteY815" fmla="*/ 0 h 6858000"/>
              <a:gd name="connsiteX816" fmla="*/ 3995099 w 7467600"/>
              <a:gd name="connsiteY816" fmla="*/ 0 h 6858000"/>
              <a:gd name="connsiteX817" fmla="*/ 4163818 w 7467600"/>
              <a:gd name="connsiteY817" fmla="*/ 234104 h 6858000"/>
              <a:gd name="connsiteX818" fmla="*/ 4172099 w 7467600"/>
              <a:gd name="connsiteY818" fmla="*/ 234207 h 6858000"/>
              <a:gd name="connsiteX819" fmla="*/ 4784282 w 7467600"/>
              <a:gd name="connsiteY819" fmla="*/ 276561 h 6858000"/>
              <a:gd name="connsiteX820" fmla="*/ 4801687 w 7467600"/>
              <a:gd name="connsiteY820" fmla="*/ 267764 h 6858000"/>
              <a:gd name="connsiteX821" fmla="*/ 6082788 w 7467600"/>
              <a:gd name="connsiteY821" fmla="*/ 64119 h 6858000"/>
              <a:gd name="connsiteX822" fmla="*/ 6099442 w 7467600"/>
              <a:gd name="connsiteY822" fmla="*/ 82568 h 6858000"/>
              <a:gd name="connsiteX823" fmla="*/ 4804137 w 7467600"/>
              <a:gd name="connsiteY823" fmla="*/ 320931 h 6858000"/>
              <a:gd name="connsiteX824" fmla="*/ 4227047 w 7467600"/>
              <a:gd name="connsiteY824" fmla="*/ 313415 h 6858000"/>
              <a:gd name="connsiteX825" fmla="*/ 4346041 w 7467600"/>
              <a:gd name="connsiteY825" fmla="*/ 456086 h 6858000"/>
              <a:gd name="connsiteX826" fmla="*/ 4870967 w 7467600"/>
              <a:gd name="connsiteY826" fmla="*/ 963061 h 6858000"/>
              <a:gd name="connsiteX827" fmla="*/ 4889647 w 7467600"/>
              <a:gd name="connsiteY827" fmla="*/ 957147 h 6858000"/>
              <a:gd name="connsiteX828" fmla="*/ 5422504 w 7467600"/>
              <a:gd name="connsiteY828" fmla="*/ 805191 h 6858000"/>
              <a:gd name="connsiteX829" fmla="*/ 6087656 w 7467600"/>
              <a:gd name="connsiteY829" fmla="*/ 826703 h 6858000"/>
              <a:gd name="connsiteX830" fmla="*/ 6058717 w 7467600"/>
              <a:gd name="connsiteY830" fmla="*/ 865992 h 6858000"/>
              <a:gd name="connsiteX831" fmla="*/ 4974153 w 7467600"/>
              <a:gd name="connsiteY831" fmla="*/ 1045456 h 6858000"/>
              <a:gd name="connsiteX832" fmla="*/ 5627835 w 7467600"/>
              <a:gd name="connsiteY832" fmla="*/ 1472077 h 6858000"/>
              <a:gd name="connsiteX833" fmla="*/ 5629817 w 7467600"/>
              <a:gd name="connsiteY833" fmla="*/ 1471412 h 6858000"/>
              <a:gd name="connsiteX834" fmla="*/ 5634124 w 7467600"/>
              <a:gd name="connsiteY834" fmla="*/ 1470572 h 6858000"/>
              <a:gd name="connsiteX835" fmla="*/ 5755832 w 7467600"/>
              <a:gd name="connsiteY835" fmla="*/ 1383886 h 6858000"/>
              <a:gd name="connsiteX836" fmla="*/ 6014186 w 7467600"/>
              <a:gd name="connsiteY836" fmla="*/ 1279799 h 6858000"/>
              <a:gd name="connsiteX837" fmla="*/ 6901619 w 7467600"/>
              <a:gd name="connsiteY837" fmla="*/ 1047874 h 6858000"/>
              <a:gd name="connsiteX838" fmla="*/ 6931566 w 7467600"/>
              <a:gd name="connsiteY838" fmla="*/ 1062034 h 6858000"/>
              <a:gd name="connsiteX839" fmla="*/ 5790982 w 7467600"/>
              <a:gd name="connsiteY839" fmla="*/ 1561380 h 6858000"/>
              <a:gd name="connsiteX840" fmla="*/ 6188971 w 7467600"/>
              <a:gd name="connsiteY840" fmla="*/ 1755168 h 6858000"/>
              <a:gd name="connsiteX841" fmla="*/ 6202446 w 7467600"/>
              <a:gd name="connsiteY841" fmla="*/ 1752268 h 6858000"/>
              <a:gd name="connsiteX842" fmla="*/ 7179560 w 7467600"/>
              <a:gd name="connsiteY842" fmla="*/ 1467551 h 6858000"/>
              <a:gd name="connsiteX843" fmla="*/ 7158730 w 7467600"/>
              <a:gd name="connsiteY843" fmla="*/ 1507835 h 6858000"/>
              <a:gd name="connsiteX844" fmla="*/ 6326959 w 7467600"/>
              <a:gd name="connsiteY844" fmla="*/ 1817686 h 6858000"/>
              <a:gd name="connsiteX845" fmla="*/ 6537433 w 7467600"/>
              <a:gd name="connsiteY845" fmla="*/ 1907790 h 6858000"/>
              <a:gd name="connsiteX846" fmla="*/ 6550221 w 7467600"/>
              <a:gd name="connsiteY846" fmla="*/ 1910729 h 6858000"/>
              <a:gd name="connsiteX847" fmla="*/ 6964438 w 7467600"/>
              <a:gd name="connsiteY847" fmla="*/ 2209505 h 6858000"/>
              <a:gd name="connsiteX848" fmla="*/ 7367862 w 7467600"/>
              <a:gd name="connsiteY848" fmla="*/ 2806833 h 6858000"/>
              <a:gd name="connsiteX849" fmla="*/ 7364329 w 7467600"/>
              <a:gd name="connsiteY849" fmla="*/ 2826907 h 6858000"/>
              <a:gd name="connsiteX850" fmla="*/ 7290545 w 7467600"/>
              <a:gd name="connsiteY850" fmla="*/ 2850663 h 6858000"/>
              <a:gd name="connsiteX851" fmla="*/ 6472036 w 7467600"/>
              <a:gd name="connsiteY851" fmla="*/ 1959003 h 6858000"/>
              <a:gd name="connsiteX852" fmla="*/ 5792897 w 7467600"/>
              <a:gd name="connsiteY852" fmla="*/ 1647747 h 6858000"/>
              <a:gd name="connsiteX853" fmla="*/ 5842751 w 7467600"/>
              <a:gd name="connsiteY853" fmla="*/ 1816112 h 6858000"/>
              <a:gd name="connsiteX854" fmla="*/ 5847424 w 7467600"/>
              <a:gd name="connsiteY854" fmla="*/ 1815776 h 6858000"/>
              <a:gd name="connsiteX855" fmla="*/ 6399821 w 7467600"/>
              <a:gd name="connsiteY855" fmla="*/ 2344799 h 6858000"/>
              <a:gd name="connsiteX856" fmla="*/ 6323232 w 7467600"/>
              <a:gd name="connsiteY856" fmla="*/ 2389634 h 6858000"/>
              <a:gd name="connsiteX857" fmla="*/ 5942958 w 7467600"/>
              <a:gd name="connsiteY857" fmla="*/ 2077708 h 6858000"/>
              <a:gd name="connsiteX858" fmla="*/ 5921559 w 7467600"/>
              <a:gd name="connsiteY858" fmla="*/ 2378596 h 6858000"/>
              <a:gd name="connsiteX859" fmla="*/ 5817651 w 7467600"/>
              <a:gd name="connsiteY859" fmla="*/ 3023919 h 6858000"/>
              <a:gd name="connsiteX860" fmla="*/ 5729634 w 7467600"/>
              <a:gd name="connsiteY860" fmla="*/ 3051849 h 6858000"/>
              <a:gd name="connsiteX861" fmla="*/ 5611018 w 7467600"/>
              <a:gd name="connsiteY861" fmla="*/ 2316769 h 6858000"/>
              <a:gd name="connsiteX862" fmla="*/ 5687608 w 7467600"/>
              <a:gd name="connsiteY862" fmla="*/ 2039972 h 6858000"/>
              <a:gd name="connsiteX863" fmla="*/ 5657554 w 7467600"/>
              <a:gd name="connsiteY863" fmla="*/ 1576445 h 6858000"/>
              <a:gd name="connsiteX864" fmla="*/ 5150475 w 7467600"/>
              <a:gd name="connsiteY864" fmla="*/ 1274012 h 6858000"/>
              <a:gd name="connsiteX865" fmla="*/ 5349142 w 7467600"/>
              <a:gd name="connsiteY865" fmla="*/ 2204405 h 6858000"/>
              <a:gd name="connsiteX866" fmla="*/ 5262214 w 7467600"/>
              <a:gd name="connsiteY866" fmla="*/ 2233836 h 6858000"/>
              <a:gd name="connsiteX867" fmla="*/ 4981539 w 7467600"/>
              <a:gd name="connsiteY867" fmla="*/ 1542201 h 6858000"/>
              <a:gd name="connsiteX868" fmla="*/ 4958461 w 7467600"/>
              <a:gd name="connsiteY868" fmla="*/ 1136957 h 6858000"/>
              <a:gd name="connsiteX869" fmla="*/ 4655015 w 7467600"/>
              <a:gd name="connsiteY869" fmla="*/ 891426 h 6858000"/>
              <a:gd name="connsiteX870" fmla="*/ 4348002 w 7467600"/>
              <a:gd name="connsiteY870" fmla="*/ 2205895 h 6858000"/>
              <a:gd name="connsiteX871" fmla="*/ 4262250 w 7467600"/>
              <a:gd name="connsiteY871" fmla="*/ 2219972 h 6858000"/>
              <a:gd name="connsiteX872" fmla="*/ 4550611 w 7467600"/>
              <a:gd name="connsiteY872" fmla="*/ 817540 h 6858000"/>
              <a:gd name="connsiteX873" fmla="*/ 4564418 w 7467600"/>
              <a:gd name="connsiteY873" fmla="*/ 808293 h 6858000"/>
              <a:gd name="connsiteX874" fmla="*/ 4266388 w 7467600"/>
              <a:gd name="connsiteY874" fmla="*/ 500083 h 6858000"/>
              <a:gd name="connsiteX875" fmla="*/ 4032842 w 7467600"/>
              <a:gd name="connsiteY875" fmla="*/ 211809 h 6858000"/>
              <a:gd name="connsiteX876" fmla="*/ 3882765 w 7467600"/>
              <a:gd name="connsiteY876" fmla="*/ 0 h 6858000"/>
              <a:gd name="connsiteX877" fmla="*/ 3721337 w 7467600"/>
              <a:gd name="connsiteY877" fmla="*/ 0 h 6858000"/>
              <a:gd name="connsiteX878" fmla="*/ 3797544 w 7467600"/>
              <a:gd name="connsiteY878" fmla="*/ 0 h 6858000"/>
              <a:gd name="connsiteX879" fmla="*/ 3775734 w 7467600"/>
              <a:gd name="connsiteY879" fmla="*/ 95131 h 6858000"/>
              <a:gd name="connsiteX880" fmla="*/ 3724807 w 7467600"/>
              <a:gd name="connsiteY880" fmla="*/ 272257 h 6858000"/>
              <a:gd name="connsiteX881" fmla="*/ 3726844 w 7467600"/>
              <a:gd name="connsiteY881" fmla="*/ 282988 h 6858000"/>
              <a:gd name="connsiteX882" fmla="*/ 3742664 w 7467600"/>
              <a:gd name="connsiteY882" fmla="*/ 279918 h 6858000"/>
              <a:gd name="connsiteX883" fmla="*/ 4103910 w 7467600"/>
              <a:gd name="connsiteY883" fmla="*/ 1161917 h 6858000"/>
              <a:gd name="connsiteX884" fmla="*/ 4020269 w 7467600"/>
              <a:gd name="connsiteY884" fmla="*/ 1200406 h 6858000"/>
              <a:gd name="connsiteX885" fmla="*/ 3674882 w 7467600"/>
              <a:gd name="connsiteY885" fmla="*/ 488524 h 6858000"/>
              <a:gd name="connsiteX886" fmla="*/ 3132682 w 7467600"/>
              <a:gd name="connsiteY886" fmla="*/ 1072284 h 6858000"/>
              <a:gd name="connsiteX887" fmla="*/ 2716346 w 7467600"/>
              <a:gd name="connsiteY887" fmla="*/ 1276376 h 6858000"/>
              <a:gd name="connsiteX888" fmla="*/ 2716772 w 7467600"/>
              <a:gd name="connsiteY888" fmla="*/ 1255462 h 6858000"/>
              <a:gd name="connsiteX889" fmla="*/ 3471096 w 7467600"/>
              <a:gd name="connsiteY889" fmla="*/ 437072 h 6858000"/>
              <a:gd name="connsiteX890" fmla="*/ 3639057 w 7467600"/>
              <a:gd name="connsiteY890" fmla="*/ 286334 h 6858000"/>
              <a:gd name="connsiteX891" fmla="*/ 3640309 w 7467600"/>
              <a:gd name="connsiteY891" fmla="*/ 284664 h 6858000"/>
              <a:gd name="connsiteX892" fmla="*/ 3646022 w 7467600"/>
              <a:gd name="connsiteY892" fmla="*/ 276711 h 6858000"/>
              <a:gd name="connsiteX893" fmla="*/ 3707943 w 7467600"/>
              <a:gd name="connsiteY893" fmla="*/ 65958 h 6858000"/>
              <a:gd name="connsiteX894" fmla="*/ 3721337 w 7467600"/>
              <a:gd name="connsiteY894" fmla="*/ 0 h 6858000"/>
              <a:gd name="connsiteX895" fmla="*/ 2867960 w 7467600"/>
              <a:gd name="connsiteY895" fmla="*/ 0 h 6858000"/>
              <a:gd name="connsiteX896" fmla="*/ 2926351 w 7467600"/>
              <a:gd name="connsiteY896" fmla="*/ 0 h 6858000"/>
              <a:gd name="connsiteX897" fmla="*/ 2902823 w 7467600"/>
              <a:gd name="connsiteY897" fmla="*/ 262929 h 6858000"/>
              <a:gd name="connsiteX898" fmla="*/ 2940663 w 7467600"/>
              <a:gd name="connsiteY898" fmla="*/ 140884 h 6858000"/>
              <a:gd name="connsiteX899" fmla="*/ 2947039 w 7467600"/>
              <a:gd name="connsiteY899" fmla="*/ 122524 h 6858000"/>
              <a:gd name="connsiteX900" fmla="*/ 2984316 w 7467600"/>
              <a:gd name="connsiteY900" fmla="*/ 0 h 6858000"/>
              <a:gd name="connsiteX901" fmla="*/ 3016114 w 7467600"/>
              <a:gd name="connsiteY901" fmla="*/ 0 h 6858000"/>
              <a:gd name="connsiteX902" fmla="*/ 2979949 w 7467600"/>
              <a:gd name="connsiteY902" fmla="*/ 119274 h 6858000"/>
              <a:gd name="connsiteX903" fmla="*/ 3023879 w 7467600"/>
              <a:gd name="connsiteY903" fmla="*/ 0 h 6858000"/>
              <a:gd name="connsiteX904" fmla="*/ 3105400 w 7467600"/>
              <a:gd name="connsiteY904" fmla="*/ 0 h 6858000"/>
              <a:gd name="connsiteX905" fmla="*/ 3094669 w 7467600"/>
              <a:gd name="connsiteY905" fmla="*/ 30308 h 6858000"/>
              <a:gd name="connsiteX906" fmla="*/ 2901945 w 7467600"/>
              <a:gd name="connsiteY906" fmla="*/ 466538 h 6858000"/>
              <a:gd name="connsiteX907" fmla="*/ 2815209 w 7467600"/>
              <a:gd name="connsiteY907" fmla="*/ 497361 h 6858000"/>
              <a:gd name="connsiteX908" fmla="*/ 2844845 w 7467600"/>
              <a:gd name="connsiteY908" fmla="*/ 127638 h 6858000"/>
              <a:gd name="connsiteX909" fmla="*/ 2867960 w 7467600"/>
              <a:gd name="connsiteY909" fmla="*/ 0 h 6858000"/>
              <a:gd name="connsiteX910" fmla="*/ 1057230 w 7467600"/>
              <a:gd name="connsiteY910" fmla="*/ 0 h 6858000"/>
              <a:gd name="connsiteX911" fmla="*/ 1111003 w 7467600"/>
              <a:gd name="connsiteY911" fmla="*/ 0 h 6858000"/>
              <a:gd name="connsiteX912" fmla="*/ 1125553 w 7467600"/>
              <a:gd name="connsiteY912" fmla="*/ 52588 h 6858000"/>
              <a:gd name="connsiteX913" fmla="*/ 1304276 w 7467600"/>
              <a:gd name="connsiteY913" fmla="*/ 476275 h 6858000"/>
              <a:gd name="connsiteX914" fmla="*/ 1492066 w 7467600"/>
              <a:gd name="connsiteY914" fmla="*/ 886333 h 6858000"/>
              <a:gd name="connsiteX915" fmla="*/ 1423698 w 7467600"/>
              <a:gd name="connsiteY915" fmla="*/ 710817 h 6858000"/>
              <a:gd name="connsiteX916" fmla="*/ 1357609 w 7467600"/>
              <a:gd name="connsiteY916" fmla="*/ 532892 h 6858000"/>
              <a:gd name="connsiteX917" fmla="*/ 1309550 w 7467600"/>
              <a:gd name="connsiteY917" fmla="*/ 374031 h 6858000"/>
              <a:gd name="connsiteX918" fmla="*/ 1193673 w 7467600"/>
              <a:gd name="connsiteY918" fmla="*/ 49533 h 6858000"/>
              <a:gd name="connsiteX919" fmla="*/ 1164391 w 7467600"/>
              <a:gd name="connsiteY919" fmla="*/ 0 h 6858000"/>
              <a:gd name="connsiteX920" fmla="*/ 1200666 w 7467600"/>
              <a:gd name="connsiteY920" fmla="*/ 0 h 6858000"/>
              <a:gd name="connsiteX921" fmla="*/ 1223408 w 7467600"/>
              <a:gd name="connsiteY921" fmla="*/ 38996 h 6858000"/>
              <a:gd name="connsiteX922" fmla="*/ 1339635 w 7467600"/>
              <a:gd name="connsiteY922" fmla="*/ 365517 h 6858000"/>
              <a:gd name="connsiteX923" fmla="*/ 1387469 w 7467600"/>
              <a:gd name="connsiteY923" fmla="*/ 523079 h 6858000"/>
              <a:gd name="connsiteX924" fmla="*/ 1452685 w 7467600"/>
              <a:gd name="connsiteY924" fmla="*/ 699806 h 6858000"/>
              <a:gd name="connsiteX925" fmla="*/ 1492092 w 7467600"/>
              <a:gd name="connsiteY925" fmla="*/ 800424 h 6858000"/>
              <a:gd name="connsiteX926" fmla="*/ 1455302 w 7467600"/>
              <a:gd name="connsiteY926" fmla="*/ 632913 h 6858000"/>
              <a:gd name="connsiteX927" fmla="*/ 1222336 w 7467600"/>
              <a:gd name="connsiteY927" fmla="*/ 9480 h 6858000"/>
              <a:gd name="connsiteX928" fmla="*/ 1214634 w 7467600"/>
              <a:gd name="connsiteY928" fmla="*/ 0 h 6858000"/>
              <a:gd name="connsiteX929" fmla="*/ 1289827 w 7467600"/>
              <a:gd name="connsiteY929" fmla="*/ 0 h 6858000"/>
              <a:gd name="connsiteX930" fmla="*/ 1321076 w 7467600"/>
              <a:gd name="connsiteY930" fmla="*/ 59722 h 6858000"/>
              <a:gd name="connsiteX931" fmla="*/ 1512579 w 7467600"/>
              <a:gd name="connsiteY931" fmla="*/ 626441 h 6858000"/>
              <a:gd name="connsiteX932" fmla="*/ 1506076 w 7467600"/>
              <a:gd name="connsiteY932" fmla="*/ 1089289 h 6858000"/>
              <a:gd name="connsiteX933" fmla="*/ 1486346 w 7467600"/>
              <a:gd name="connsiteY933" fmla="*/ 1079919 h 6858000"/>
              <a:gd name="connsiteX934" fmla="*/ 1070511 w 7467600"/>
              <a:gd name="connsiteY934" fmla="*/ 48609 h 6858000"/>
              <a:gd name="connsiteX935" fmla="*/ 1057230 w 7467600"/>
              <a:gd name="connsiteY935" fmla="*/ 0 h 6858000"/>
              <a:gd name="connsiteX936" fmla="*/ 43151 w 7467600"/>
              <a:gd name="connsiteY936" fmla="*/ 0 h 6858000"/>
              <a:gd name="connsiteX937" fmla="*/ 95283 w 7467600"/>
              <a:gd name="connsiteY937" fmla="*/ 0 h 6858000"/>
              <a:gd name="connsiteX938" fmla="*/ 300708 w 7467600"/>
              <a:gd name="connsiteY938" fmla="*/ 154571 h 6858000"/>
              <a:gd name="connsiteX939" fmla="*/ 530414 w 7467600"/>
              <a:gd name="connsiteY939" fmla="*/ 354673 h 6858000"/>
              <a:gd name="connsiteX940" fmla="*/ 333785 w 7467600"/>
              <a:gd name="connsiteY940" fmla="*/ 161564 h 6858000"/>
              <a:gd name="connsiteX941" fmla="*/ 147005 w 7467600"/>
              <a:gd name="connsiteY941" fmla="*/ 0 h 6858000"/>
              <a:gd name="connsiteX942" fmla="*/ 272509 w 7467600"/>
              <a:gd name="connsiteY942" fmla="*/ 0 h 6858000"/>
              <a:gd name="connsiteX943" fmla="*/ 326276 w 7467600"/>
              <a:gd name="connsiteY943" fmla="*/ 45847 h 6858000"/>
              <a:gd name="connsiteX944" fmla="*/ 823759 w 7467600"/>
              <a:gd name="connsiteY944" fmla="*/ 574145 h 6858000"/>
              <a:gd name="connsiteX945" fmla="*/ 811254 w 7467600"/>
              <a:gd name="connsiteY945" fmla="*/ 665546 h 6858000"/>
              <a:gd name="connsiteX946" fmla="*/ 154042 w 7467600"/>
              <a:gd name="connsiteY946" fmla="*/ 261522 h 6858000"/>
              <a:gd name="connsiteX947" fmla="*/ 13550 w 7467600"/>
              <a:gd name="connsiteY947" fmla="*/ 158423 h 6858000"/>
              <a:gd name="connsiteX948" fmla="*/ 0 w 7467600"/>
              <a:gd name="connsiteY948" fmla="*/ 146618 h 6858000"/>
              <a:gd name="connsiteX949" fmla="*/ 0 w 7467600"/>
              <a:gd name="connsiteY949" fmla="*/ 59161 h 6858000"/>
              <a:gd name="connsiteX950" fmla="*/ 45427 w 7467600"/>
              <a:gd name="connsiteY950" fmla="*/ 101078 h 6858000"/>
              <a:gd name="connsiteX951" fmla="*/ 630103 w 7467600"/>
              <a:gd name="connsiteY951" fmla="*/ 485885 h 6858000"/>
              <a:gd name="connsiteX952" fmla="*/ 532040 w 7467600"/>
              <a:gd name="connsiteY952" fmla="*/ 399359 h 6858000"/>
              <a:gd name="connsiteX953" fmla="*/ 517618 w 7467600"/>
              <a:gd name="connsiteY953" fmla="*/ 385726 h 6858000"/>
              <a:gd name="connsiteX954" fmla="*/ 285074 w 7467600"/>
              <a:gd name="connsiteY954" fmla="*/ 182755 h 6858000"/>
              <a:gd name="connsiteX955" fmla="*/ 43151 w 7467600"/>
              <a:gd name="connsiteY95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1456157 w 7467600"/>
              <a:gd name="connsiteY74" fmla="*/ 5371404 h 6858000"/>
              <a:gd name="connsiteX75" fmla="*/ 1244432 w 7467600"/>
              <a:gd name="connsiteY75" fmla="*/ 5385601 h 6858000"/>
              <a:gd name="connsiteX76" fmla="*/ 973990 w 7467600"/>
              <a:gd name="connsiteY76" fmla="*/ 5424940 h 6858000"/>
              <a:gd name="connsiteX77" fmla="*/ 1103809 w 7467600"/>
              <a:gd name="connsiteY77" fmla="*/ 5433720 h 6858000"/>
              <a:gd name="connsiteX78" fmla="*/ 1123454 w 7467600"/>
              <a:gd name="connsiteY78" fmla="*/ 5435727 h 6858000"/>
              <a:gd name="connsiteX79" fmla="*/ 1737017 w 7467600"/>
              <a:gd name="connsiteY79" fmla="*/ 5452183 h 6858000"/>
              <a:gd name="connsiteX80" fmla="*/ 1824397 w 7467600"/>
              <a:gd name="connsiteY80" fmla="*/ 5447757 h 6858000"/>
              <a:gd name="connsiteX81" fmla="*/ 2070059 w 7467600"/>
              <a:gd name="connsiteY81" fmla="*/ 5441660 h 6858000"/>
              <a:gd name="connsiteX82" fmla="*/ 1456157 w 7467600"/>
              <a:gd name="connsiteY82" fmla="*/ 5371404 h 6858000"/>
              <a:gd name="connsiteX83" fmla="*/ 4988186 w 7467600"/>
              <a:gd name="connsiteY83" fmla="*/ 5216467 h 6858000"/>
              <a:gd name="connsiteX84" fmla="*/ 4777334 w 7467600"/>
              <a:gd name="connsiteY84" fmla="*/ 5406072 h 6858000"/>
              <a:gd name="connsiteX85" fmla="*/ 4718341 w 7467600"/>
              <a:gd name="connsiteY85" fmla="*/ 5468043 h 6858000"/>
              <a:gd name="connsiteX86" fmla="*/ 4604655 w 7467600"/>
              <a:gd name="connsiteY86" fmla="*/ 5583434 h 6858000"/>
              <a:gd name="connsiteX87" fmla="*/ 4565074 w 7467600"/>
              <a:gd name="connsiteY87" fmla="*/ 5618550 h 6858000"/>
              <a:gd name="connsiteX88" fmla="*/ 4988186 w 7467600"/>
              <a:gd name="connsiteY88" fmla="*/ 5216467 h 6858000"/>
              <a:gd name="connsiteX89" fmla="*/ 4978032 w 7467600"/>
              <a:gd name="connsiteY89" fmla="*/ 5183809 h 6858000"/>
              <a:gd name="connsiteX90" fmla="*/ 4463413 w 7467600"/>
              <a:gd name="connsiteY90" fmla="*/ 5615162 h 6858000"/>
              <a:gd name="connsiteX91" fmla="*/ 4358134 w 7467600"/>
              <a:gd name="connsiteY91" fmla="*/ 5742791 h 6858000"/>
              <a:gd name="connsiteX92" fmla="*/ 4376219 w 7467600"/>
              <a:gd name="connsiteY92" fmla="*/ 5729027 h 6858000"/>
              <a:gd name="connsiteX93" fmla="*/ 4582340 w 7467600"/>
              <a:gd name="connsiteY93" fmla="*/ 5561037 h 6858000"/>
              <a:gd name="connsiteX94" fmla="*/ 4694684 w 7467600"/>
              <a:gd name="connsiteY94" fmla="*/ 5447098 h 6858000"/>
              <a:gd name="connsiteX95" fmla="*/ 4754123 w 7467600"/>
              <a:gd name="connsiteY95" fmla="*/ 5384643 h 6858000"/>
              <a:gd name="connsiteX96" fmla="*/ 4978032 w 7467600"/>
              <a:gd name="connsiteY96" fmla="*/ 5183809 h 6858000"/>
              <a:gd name="connsiteX97" fmla="*/ 1903353 w 7467600"/>
              <a:gd name="connsiteY97" fmla="*/ 5044827 h 6858000"/>
              <a:gd name="connsiteX98" fmla="*/ 1936931 w 7467600"/>
              <a:gd name="connsiteY98" fmla="*/ 5093954 h 6858000"/>
              <a:gd name="connsiteX99" fmla="*/ 2195868 w 7467600"/>
              <a:gd name="connsiteY99" fmla="*/ 5396574 h 6858000"/>
              <a:gd name="connsiteX100" fmla="*/ 2088852 w 7467600"/>
              <a:gd name="connsiteY100" fmla="*/ 5166123 h 6858000"/>
              <a:gd name="connsiteX101" fmla="*/ 1958241 w 7467600"/>
              <a:gd name="connsiteY101" fmla="*/ 5067955 h 6858000"/>
              <a:gd name="connsiteX102" fmla="*/ 1903353 w 7467600"/>
              <a:gd name="connsiteY102" fmla="*/ 5044827 h 6858000"/>
              <a:gd name="connsiteX103" fmla="*/ 1979378 w 7467600"/>
              <a:gd name="connsiteY103" fmla="*/ 4769504 h 6858000"/>
              <a:gd name="connsiteX104" fmla="*/ 2882120 w 7467600"/>
              <a:gd name="connsiteY104" fmla="*/ 5064547 h 6858000"/>
              <a:gd name="connsiteX105" fmla="*/ 2793103 w 7467600"/>
              <a:gd name="connsiteY105" fmla="*/ 5039699 h 6858000"/>
              <a:gd name="connsiteX106" fmla="*/ 2770041 w 7467600"/>
              <a:gd name="connsiteY106" fmla="*/ 5033634 h 6858000"/>
              <a:gd name="connsiteX107" fmla="*/ 1979378 w 7467600"/>
              <a:gd name="connsiteY107" fmla="*/ 4769504 h 6858000"/>
              <a:gd name="connsiteX108" fmla="*/ 1927410 w 7467600"/>
              <a:gd name="connsiteY108" fmla="*/ 4716164 h 6858000"/>
              <a:gd name="connsiteX109" fmla="*/ 1959587 w 7467600"/>
              <a:gd name="connsiteY109" fmla="*/ 4728849 h 6858000"/>
              <a:gd name="connsiteX110" fmla="*/ 2777707 w 7467600"/>
              <a:gd name="connsiteY110" fmla="*/ 5003991 h 6858000"/>
              <a:gd name="connsiteX111" fmla="*/ 2800768 w 7467600"/>
              <a:gd name="connsiteY111" fmla="*/ 5010056 h 6858000"/>
              <a:gd name="connsiteX112" fmla="*/ 2879408 w 7467600"/>
              <a:gd name="connsiteY112" fmla="*/ 5031590 h 6858000"/>
              <a:gd name="connsiteX113" fmla="*/ 2862295 w 7467600"/>
              <a:gd name="connsiteY113" fmla="*/ 5022958 h 6858000"/>
              <a:gd name="connsiteX114" fmla="*/ 2813343 w 7467600"/>
              <a:gd name="connsiteY114" fmla="*/ 4998369 h 6858000"/>
              <a:gd name="connsiteX115" fmla="*/ 2646245 w 7467600"/>
              <a:gd name="connsiteY115" fmla="*/ 4930999 h 6858000"/>
              <a:gd name="connsiteX116" fmla="*/ 1999243 w 7467600"/>
              <a:gd name="connsiteY116" fmla="*/ 4730524 h 6858000"/>
              <a:gd name="connsiteX117" fmla="*/ 1979527 w 7467600"/>
              <a:gd name="connsiteY117" fmla="*/ 4726651 h 6858000"/>
              <a:gd name="connsiteX118" fmla="*/ 1927410 w 7467600"/>
              <a:gd name="connsiteY118" fmla="*/ 4716164 h 6858000"/>
              <a:gd name="connsiteX119" fmla="*/ 1997014 w 7467600"/>
              <a:gd name="connsiteY119" fmla="*/ 4698007 h 6858000"/>
              <a:gd name="connsiteX120" fmla="*/ 2005458 w 7467600"/>
              <a:gd name="connsiteY120" fmla="*/ 4699540 h 6858000"/>
              <a:gd name="connsiteX121" fmla="*/ 2657186 w 7467600"/>
              <a:gd name="connsiteY121" fmla="*/ 4901687 h 6858000"/>
              <a:gd name="connsiteX122" fmla="*/ 2826662 w 7467600"/>
              <a:gd name="connsiteY122" fmla="*/ 4970362 h 6858000"/>
              <a:gd name="connsiteX123" fmla="*/ 2876100 w 7467600"/>
              <a:gd name="connsiteY123" fmla="*/ 4995397 h 6858000"/>
              <a:gd name="connsiteX124" fmla="*/ 3042600 w 7467600"/>
              <a:gd name="connsiteY124" fmla="*/ 5059532 h 6858000"/>
              <a:gd name="connsiteX125" fmla="*/ 1997014 w 7467600"/>
              <a:gd name="connsiteY125" fmla="*/ 4698007 h 6858000"/>
              <a:gd name="connsiteX126" fmla="*/ 2305292 w 7467600"/>
              <a:gd name="connsiteY126" fmla="*/ 4219492 h 6858000"/>
              <a:gd name="connsiteX127" fmla="*/ 3360922 w 7467600"/>
              <a:gd name="connsiteY127" fmla="*/ 4529373 h 6858000"/>
              <a:gd name="connsiteX128" fmla="*/ 3492420 w 7467600"/>
              <a:gd name="connsiteY128" fmla="*/ 4510145 h 6858000"/>
              <a:gd name="connsiteX129" fmla="*/ 3364086 w 7467600"/>
              <a:gd name="connsiteY129" fmla="*/ 4480340 h 6858000"/>
              <a:gd name="connsiteX130" fmla="*/ 3225818 w 7467600"/>
              <a:gd name="connsiteY130" fmla="*/ 4411822 h 6858000"/>
              <a:gd name="connsiteX131" fmla="*/ 3129696 w 7467600"/>
              <a:gd name="connsiteY131" fmla="*/ 4360704 h 6858000"/>
              <a:gd name="connsiteX132" fmla="*/ 2814545 w 7467600"/>
              <a:gd name="connsiteY132" fmla="*/ 4282955 h 6858000"/>
              <a:gd name="connsiteX133" fmla="*/ 2305292 w 7467600"/>
              <a:gd name="connsiteY133" fmla="*/ 4219492 h 6858000"/>
              <a:gd name="connsiteX134" fmla="*/ 2626982 w 7467600"/>
              <a:gd name="connsiteY134" fmla="*/ 4206450 h 6858000"/>
              <a:gd name="connsiteX135" fmla="*/ 2490617 w 7467600"/>
              <a:gd name="connsiteY135" fmla="*/ 4206951 h 6858000"/>
              <a:gd name="connsiteX136" fmla="*/ 2819869 w 7467600"/>
              <a:gd name="connsiteY136" fmla="*/ 4252936 h 6858000"/>
              <a:gd name="connsiteX137" fmla="*/ 3143018 w 7467600"/>
              <a:gd name="connsiteY137" fmla="*/ 4332698 h 6858000"/>
              <a:gd name="connsiteX138" fmla="*/ 3241520 w 7467600"/>
              <a:gd name="connsiteY138" fmla="*/ 4385112 h 6858000"/>
              <a:gd name="connsiteX139" fmla="*/ 3374575 w 7467600"/>
              <a:gd name="connsiteY139" fmla="*/ 4451517 h 6858000"/>
              <a:gd name="connsiteX140" fmla="*/ 3505221 w 7467600"/>
              <a:gd name="connsiteY140" fmla="*/ 4480757 h 6858000"/>
              <a:gd name="connsiteX141" fmla="*/ 2626982 w 7467600"/>
              <a:gd name="connsiteY141" fmla="*/ 4206450 h 6858000"/>
              <a:gd name="connsiteX142" fmla="*/ 1310106 w 7467600"/>
              <a:gd name="connsiteY142" fmla="*/ 3943217 h 6858000"/>
              <a:gd name="connsiteX143" fmla="*/ 854994 w 7467600"/>
              <a:gd name="connsiteY143" fmla="*/ 4399136 h 6858000"/>
              <a:gd name="connsiteX144" fmla="*/ 742462 w 7467600"/>
              <a:gd name="connsiteY144" fmla="*/ 4594648 h 6858000"/>
              <a:gd name="connsiteX145" fmla="*/ 820602 w 7467600"/>
              <a:gd name="connsiteY145" fmla="*/ 4485915 h 6858000"/>
              <a:gd name="connsiteX146" fmla="*/ 878295 w 7467600"/>
              <a:gd name="connsiteY146" fmla="*/ 4403594 h 6858000"/>
              <a:gd name="connsiteX147" fmla="*/ 1240607 w 7467600"/>
              <a:gd name="connsiteY147" fmla="*/ 4010401 h 6858000"/>
              <a:gd name="connsiteX148" fmla="*/ 1310106 w 7467600"/>
              <a:gd name="connsiteY148" fmla="*/ 3943217 h 6858000"/>
              <a:gd name="connsiteX149" fmla="*/ 1423113 w 7467600"/>
              <a:gd name="connsiteY149" fmla="*/ 3874565 h 6858000"/>
              <a:gd name="connsiteX150" fmla="*/ 1260565 w 7467600"/>
              <a:gd name="connsiteY150" fmla="*/ 4031982 h 6858000"/>
              <a:gd name="connsiteX151" fmla="*/ 901900 w 7467600"/>
              <a:gd name="connsiteY151" fmla="*/ 4421236 h 6858000"/>
              <a:gd name="connsiteX152" fmla="*/ 845044 w 7467600"/>
              <a:gd name="connsiteY152" fmla="*/ 4502436 h 6858000"/>
              <a:gd name="connsiteX153" fmla="*/ 685926 w 7467600"/>
              <a:gd name="connsiteY153" fmla="*/ 4703069 h 6858000"/>
              <a:gd name="connsiteX154" fmla="*/ 684248 w 7467600"/>
              <a:gd name="connsiteY154" fmla="*/ 4706721 h 6858000"/>
              <a:gd name="connsiteX155" fmla="*/ 1423113 w 7467600"/>
              <a:gd name="connsiteY155" fmla="*/ 3874565 h 6858000"/>
              <a:gd name="connsiteX156" fmla="*/ 3316479 w 7467600"/>
              <a:gd name="connsiteY156" fmla="*/ 3872136 h 6858000"/>
              <a:gd name="connsiteX157" fmla="*/ 3546806 w 7467600"/>
              <a:gd name="connsiteY157" fmla="*/ 4356139 h 6858000"/>
              <a:gd name="connsiteX158" fmla="*/ 3364433 w 7467600"/>
              <a:gd name="connsiteY158" fmla="*/ 3953121 h 6858000"/>
              <a:gd name="connsiteX159" fmla="*/ 3316479 w 7467600"/>
              <a:gd name="connsiteY159" fmla="*/ 3872136 h 6858000"/>
              <a:gd name="connsiteX160" fmla="*/ 3291335 w 7467600"/>
              <a:gd name="connsiteY160" fmla="*/ 3767420 h 6858000"/>
              <a:gd name="connsiteX161" fmla="*/ 3390805 w 7467600"/>
              <a:gd name="connsiteY161" fmla="*/ 3937163 h 6858000"/>
              <a:gd name="connsiteX162" fmla="*/ 3579062 w 7467600"/>
              <a:gd name="connsiteY162" fmla="*/ 4359040 h 6858000"/>
              <a:gd name="connsiteX163" fmla="*/ 3467355 w 7467600"/>
              <a:gd name="connsiteY163" fmla="*/ 3988130 h 6858000"/>
              <a:gd name="connsiteX164" fmla="*/ 3310753 w 7467600"/>
              <a:gd name="connsiteY164" fmla="*/ 3787140 h 6858000"/>
              <a:gd name="connsiteX165" fmla="*/ 3291335 w 7467600"/>
              <a:gd name="connsiteY165" fmla="*/ 3767420 h 6858000"/>
              <a:gd name="connsiteX166" fmla="*/ 1635889 w 7467600"/>
              <a:gd name="connsiteY166" fmla="*/ 3709494 h 6858000"/>
              <a:gd name="connsiteX167" fmla="*/ 1634800 w 7467600"/>
              <a:gd name="connsiteY167" fmla="*/ 3731111 h 6858000"/>
              <a:gd name="connsiteX168" fmla="*/ 1635889 w 7467600"/>
              <a:gd name="connsiteY168" fmla="*/ 3709494 h 6858000"/>
              <a:gd name="connsiteX169" fmla="*/ 1510397 w 7467600"/>
              <a:gd name="connsiteY169" fmla="*/ 3684705 h 6858000"/>
              <a:gd name="connsiteX170" fmla="*/ 1146550 w 7467600"/>
              <a:gd name="connsiteY170" fmla="*/ 3802012 h 6858000"/>
              <a:gd name="connsiteX171" fmla="*/ 698834 w 7467600"/>
              <a:gd name="connsiteY171" fmla="*/ 3952272 h 6858000"/>
              <a:gd name="connsiteX172" fmla="*/ 34256 w 7467600"/>
              <a:gd name="connsiteY172" fmla="*/ 4347603 h 6858000"/>
              <a:gd name="connsiteX173" fmla="*/ 527241 w 7467600"/>
              <a:gd name="connsiteY173" fmla="*/ 4065078 h 6858000"/>
              <a:gd name="connsiteX174" fmla="*/ 1510397 w 7467600"/>
              <a:gd name="connsiteY174" fmla="*/ 3684705 h 6858000"/>
              <a:gd name="connsiteX175" fmla="*/ 1313114 w 7467600"/>
              <a:gd name="connsiteY175" fmla="*/ 3655216 h 6858000"/>
              <a:gd name="connsiteX176" fmla="*/ 1109304 w 7467600"/>
              <a:gd name="connsiteY176" fmla="*/ 3669030 h 6858000"/>
              <a:gd name="connsiteX177" fmla="*/ 8129 w 7467600"/>
              <a:gd name="connsiteY177" fmla="*/ 4330519 h 6858000"/>
              <a:gd name="connsiteX178" fmla="*/ 687572 w 7467600"/>
              <a:gd name="connsiteY178" fmla="*/ 3925629 h 6858000"/>
              <a:gd name="connsiteX179" fmla="*/ 1138365 w 7467600"/>
              <a:gd name="connsiteY179" fmla="*/ 3774515 h 6858000"/>
              <a:gd name="connsiteX180" fmla="*/ 1505579 w 7467600"/>
              <a:gd name="connsiteY180" fmla="*/ 3655526 h 6858000"/>
              <a:gd name="connsiteX181" fmla="*/ 1313114 w 7467600"/>
              <a:gd name="connsiteY181" fmla="*/ 3655216 h 6858000"/>
              <a:gd name="connsiteX182" fmla="*/ 3655073 w 7467600"/>
              <a:gd name="connsiteY182" fmla="*/ 3650884 h 6858000"/>
              <a:gd name="connsiteX183" fmla="*/ 3989938 w 7467600"/>
              <a:gd name="connsiteY183" fmla="*/ 3991685 h 6858000"/>
              <a:gd name="connsiteX184" fmla="*/ 4393907 w 7467600"/>
              <a:gd name="connsiteY184" fmla="*/ 4261258 h 6858000"/>
              <a:gd name="connsiteX185" fmla="*/ 4648051 w 7467600"/>
              <a:gd name="connsiteY185" fmla="*/ 4374051 h 6858000"/>
              <a:gd name="connsiteX186" fmla="*/ 4383389 w 7467600"/>
              <a:gd name="connsiteY186" fmla="*/ 4184369 h 6858000"/>
              <a:gd name="connsiteX187" fmla="*/ 4165508 w 7467600"/>
              <a:gd name="connsiteY187" fmla="*/ 4035196 h 6858000"/>
              <a:gd name="connsiteX188" fmla="*/ 4068162 w 7467600"/>
              <a:gd name="connsiteY188" fmla="*/ 3953394 h 6858000"/>
              <a:gd name="connsiteX189" fmla="*/ 3981416 w 7467600"/>
              <a:gd name="connsiteY189" fmla="*/ 3880482 h 6858000"/>
              <a:gd name="connsiteX190" fmla="*/ 3800147 w 7467600"/>
              <a:gd name="connsiteY190" fmla="*/ 3749872 h 6858000"/>
              <a:gd name="connsiteX191" fmla="*/ 3655073 w 7467600"/>
              <a:gd name="connsiteY191" fmla="*/ 3650884 h 6858000"/>
              <a:gd name="connsiteX192" fmla="*/ 3670252 w 7467600"/>
              <a:gd name="connsiteY192" fmla="*/ 3622798 h 6858000"/>
              <a:gd name="connsiteX193" fmla="*/ 3817258 w 7467600"/>
              <a:gd name="connsiteY193" fmla="*/ 3723577 h 6858000"/>
              <a:gd name="connsiteX194" fmla="*/ 4000461 w 7467600"/>
              <a:gd name="connsiteY194" fmla="*/ 3855966 h 6858000"/>
              <a:gd name="connsiteX195" fmla="*/ 4088180 w 7467600"/>
              <a:gd name="connsiteY195" fmla="*/ 3929774 h 6858000"/>
              <a:gd name="connsiteX196" fmla="*/ 4184555 w 7467600"/>
              <a:gd name="connsiteY196" fmla="*/ 4010683 h 6858000"/>
              <a:gd name="connsiteX197" fmla="*/ 4399563 w 7467600"/>
              <a:gd name="connsiteY197" fmla="*/ 4158106 h 6858000"/>
              <a:gd name="connsiteX198" fmla="*/ 4684469 w 7467600"/>
              <a:gd name="connsiteY198" fmla="*/ 4364680 h 6858000"/>
              <a:gd name="connsiteX199" fmla="*/ 4690271 w 7467600"/>
              <a:gd name="connsiteY199" fmla="*/ 4370034 h 6858000"/>
              <a:gd name="connsiteX200" fmla="*/ 4136093 w 7467600"/>
              <a:gd name="connsiteY200" fmla="*/ 3858466 h 6858000"/>
              <a:gd name="connsiteX201" fmla="*/ 3670252 w 7467600"/>
              <a:gd name="connsiteY201" fmla="*/ 3622798 h 6858000"/>
              <a:gd name="connsiteX202" fmla="*/ 4440129 w 7467600"/>
              <a:gd name="connsiteY202" fmla="*/ 3448571 h 6858000"/>
              <a:gd name="connsiteX203" fmla="*/ 4856525 w 7467600"/>
              <a:gd name="connsiteY203" fmla="*/ 3915351 h 6858000"/>
              <a:gd name="connsiteX204" fmla="*/ 5059055 w 7467600"/>
              <a:gd name="connsiteY204" fmla="*/ 4108918 h 6858000"/>
              <a:gd name="connsiteX205" fmla="*/ 5290070 w 7467600"/>
              <a:gd name="connsiteY205" fmla="*/ 4263619 h 6858000"/>
              <a:gd name="connsiteX206" fmla="*/ 4834991 w 7467600"/>
              <a:gd name="connsiteY206" fmla="*/ 3830985 h 6858000"/>
              <a:gd name="connsiteX207" fmla="*/ 4440129 w 7467600"/>
              <a:gd name="connsiteY207" fmla="*/ 3448571 h 6858000"/>
              <a:gd name="connsiteX208" fmla="*/ 4441737 w 7467600"/>
              <a:gd name="connsiteY208" fmla="*/ 3399734 h 6858000"/>
              <a:gd name="connsiteX209" fmla="*/ 4431236 w 7467600"/>
              <a:gd name="connsiteY209" fmla="*/ 3400954 h 6858000"/>
              <a:gd name="connsiteX210" fmla="*/ 4557150 w 7467600"/>
              <a:gd name="connsiteY210" fmla="*/ 3510023 h 6858000"/>
              <a:gd name="connsiteX211" fmla="*/ 4856936 w 7467600"/>
              <a:gd name="connsiteY211" fmla="*/ 3809146 h 6858000"/>
              <a:gd name="connsiteX212" fmla="*/ 5111996 w 7467600"/>
              <a:gd name="connsiteY212" fmla="*/ 4065759 h 6858000"/>
              <a:gd name="connsiteX213" fmla="*/ 5388878 w 7467600"/>
              <a:gd name="connsiteY213" fmla="*/ 4300185 h 6858000"/>
              <a:gd name="connsiteX214" fmla="*/ 5425556 w 7467600"/>
              <a:gd name="connsiteY214" fmla="*/ 4308967 h 6858000"/>
              <a:gd name="connsiteX215" fmla="*/ 4943646 w 7467600"/>
              <a:gd name="connsiteY215" fmla="*/ 3822916 h 6858000"/>
              <a:gd name="connsiteX216" fmla="*/ 4594837 w 7467600"/>
              <a:gd name="connsiteY216" fmla="*/ 3532274 h 6858000"/>
              <a:gd name="connsiteX217" fmla="*/ 4441737 w 7467600"/>
              <a:gd name="connsiteY217" fmla="*/ 3399734 h 6858000"/>
              <a:gd name="connsiteX218" fmla="*/ 5425834 w 7467600"/>
              <a:gd name="connsiteY218" fmla="*/ 3162785 h 6858000"/>
              <a:gd name="connsiteX219" fmla="*/ 5401644 w 7467600"/>
              <a:gd name="connsiteY219" fmla="*/ 3617847 h 6858000"/>
              <a:gd name="connsiteX220" fmla="*/ 5467256 w 7467600"/>
              <a:gd name="connsiteY220" fmla="*/ 4175494 h 6858000"/>
              <a:gd name="connsiteX221" fmla="*/ 5448069 w 7467600"/>
              <a:gd name="connsiteY221" fmla="*/ 3567554 h 6858000"/>
              <a:gd name="connsiteX222" fmla="*/ 5425834 w 7467600"/>
              <a:gd name="connsiteY222" fmla="*/ 3162785 h 6858000"/>
              <a:gd name="connsiteX223" fmla="*/ 1318687 w 7467600"/>
              <a:gd name="connsiteY223" fmla="*/ 3113840 h 6858000"/>
              <a:gd name="connsiteX224" fmla="*/ 1066793 w 7467600"/>
              <a:gd name="connsiteY224" fmla="*/ 3212171 h 6858000"/>
              <a:gd name="connsiteX225" fmla="*/ 993319 w 7467600"/>
              <a:gd name="connsiteY225" fmla="*/ 3247648 h 6858000"/>
              <a:gd name="connsiteX226" fmla="*/ 853081 w 7467600"/>
              <a:gd name="connsiteY226" fmla="*/ 3312410 h 6858000"/>
              <a:gd name="connsiteX227" fmla="*/ 805957 w 7467600"/>
              <a:gd name="connsiteY227" fmla="*/ 3330443 h 6858000"/>
              <a:gd name="connsiteX228" fmla="*/ 1318687 w 7467600"/>
              <a:gd name="connsiteY228" fmla="*/ 3113840 h 6858000"/>
              <a:gd name="connsiteX229" fmla="*/ 5453702 w 7467600"/>
              <a:gd name="connsiteY229" fmla="*/ 3090882 h 6858000"/>
              <a:gd name="connsiteX230" fmla="*/ 5480135 w 7467600"/>
              <a:gd name="connsiteY230" fmla="*/ 3565802 h 6858000"/>
              <a:gd name="connsiteX231" fmla="*/ 5499023 w 7467600"/>
              <a:gd name="connsiteY231" fmla="*/ 4166310 h 6858000"/>
              <a:gd name="connsiteX232" fmla="*/ 5547022 w 7467600"/>
              <a:gd name="connsiteY232" fmla="*/ 3607838 h 6858000"/>
              <a:gd name="connsiteX233" fmla="*/ 5515964 w 7467600"/>
              <a:gd name="connsiteY233" fmla="*/ 3378541 h 6858000"/>
              <a:gd name="connsiteX234" fmla="*/ 5453702 w 7467600"/>
              <a:gd name="connsiteY234" fmla="*/ 3090882 h 6858000"/>
              <a:gd name="connsiteX235" fmla="*/ 1238695 w 7467600"/>
              <a:gd name="connsiteY235" fmla="*/ 3076820 h 6858000"/>
              <a:gd name="connsiteX236" fmla="*/ 716371 w 7467600"/>
              <a:gd name="connsiteY236" fmla="*/ 3293249 h 6858000"/>
              <a:gd name="connsiteX237" fmla="*/ 579522 w 7467600"/>
              <a:gd name="connsiteY237" fmla="*/ 3371759 h 6858000"/>
              <a:gd name="connsiteX238" fmla="*/ 600288 w 7467600"/>
              <a:gd name="connsiteY238" fmla="*/ 3365555 h 6858000"/>
              <a:gd name="connsiteX239" fmla="*/ 840692 w 7467600"/>
              <a:gd name="connsiteY239" fmla="*/ 3284921 h 6858000"/>
              <a:gd name="connsiteX240" fmla="*/ 979248 w 7467600"/>
              <a:gd name="connsiteY240" fmla="*/ 3221003 h 6858000"/>
              <a:gd name="connsiteX241" fmla="*/ 1053282 w 7467600"/>
              <a:gd name="connsiteY241" fmla="*/ 3185247 h 6858000"/>
              <a:gd name="connsiteX242" fmla="*/ 1320603 w 7467600"/>
              <a:gd name="connsiteY242" fmla="*/ 3081281 h 6858000"/>
              <a:gd name="connsiteX243" fmla="*/ 1238695 w 7467600"/>
              <a:gd name="connsiteY243" fmla="*/ 3076820 h 6858000"/>
              <a:gd name="connsiteX244" fmla="*/ 5425627 w 7467600"/>
              <a:gd name="connsiteY244" fmla="*/ 2954192 h 6858000"/>
              <a:gd name="connsiteX245" fmla="*/ 5470770 w 7467600"/>
              <a:gd name="connsiteY245" fmla="*/ 3005435 h 6858000"/>
              <a:gd name="connsiteX246" fmla="*/ 5519779 w 7467600"/>
              <a:gd name="connsiteY246" fmla="*/ 4359223 h 6858000"/>
              <a:gd name="connsiteX247" fmla="*/ 5520293 w 7467600"/>
              <a:gd name="connsiteY247" fmla="*/ 4360602 h 6858000"/>
              <a:gd name="connsiteX248" fmla="*/ 5767221 w 7467600"/>
              <a:gd name="connsiteY248" fmla="*/ 4665564 h 6858000"/>
              <a:gd name="connsiteX249" fmla="*/ 6937169 w 7467600"/>
              <a:gd name="connsiteY249" fmla="*/ 4815941 h 6858000"/>
              <a:gd name="connsiteX250" fmla="*/ 6953922 w 7467600"/>
              <a:gd name="connsiteY250" fmla="*/ 4890068 h 6858000"/>
              <a:gd name="connsiteX251" fmla="*/ 6071359 w 7467600"/>
              <a:gd name="connsiteY251" fmla="*/ 4770770 h 6858000"/>
              <a:gd name="connsiteX252" fmla="*/ 6038839 w 7467600"/>
              <a:gd name="connsiteY252" fmla="*/ 4764474 h 6858000"/>
              <a:gd name="connsiteX253" fmla="*/ 6038706 w 7467600"/>
              <a:gd name="connsiteY253" fmla="*/ 4763847 h 6858000"/>
              <a:gd name="connsiteX254" fmla="*/ 6037784 w 7467600"/>
              <a:gd name="connsiteY254" fmla="*/ 4764270 h 6858000"/>
              <a:gd name="connsiteX255" fmla="*/ 6038839 w 7467600"/>
              <a:gd name="connsiteY255" fmla="*/ 4764474 h 6858000"/>
              <a:gd name="connsiteX256" fmla="*/ 6040338 w 7467600"/>
              <a:gd name="connsiteY256" fmla="*/ 4771418 h 6858000"/>
              <a:gd name="connsiteX257" fmla="*/ 6024488 w 7467600"/>
              <a:gd name="connsiteY257" fmla="*/ 4809903 h 6858000"/>
              <a:gd name="connsiteX258" fmla="*/ 5599771 w 7467600"/>
              <a:gd name="connsiteY258" fmla="*/ 5509652 h 6858000"/>
              <a:gd name="connsiteX259" fmla="*/ 5548843 w 7467600"/>
              <a:gd name="connsiteY259" fmla="*/ 5563845 h 6858000"/>
              <a:gd name="connsiteX260" fmla="*/ 5940952 w 7467600"/>
              <a:gd name="connsiteY260" fmla="*/ 6250028 h 6858000"/>
              <a:gd name="connsiteX261" fmla="*/ 6043441 w 7467600"/>
              <a:gd name="connsiteY261" fmla="*/ 6665847 h 6858000"/>
              <a:gd name="connsiteX262" fmla="*/ 6093432 w 7467600"/>
              <a:gd name="connsiteY262" fmla="*/ 6858000 h 6858000"/>
              <a:gd name="connsiteX263" fmla="*/ 6034344 w 7467600"/>
              <a:gd name="connsiteY263" fmla="*/ 6858000 h 6858000"/>
              <a:gd name="connsiteX264" fmla="*/ 6026679 w 7467600"/>
              <a:gd name="connsiteY264" fmla="*/ 6836959 h 6858000"/>
              <a:gd name="connsiteX265" fmla="*/ 5800441 w 7467600"/>
              <a:gd name="connsiteY265" fmla="*/ 6335286 h 6858000"/>
              <a:gd name="connsiteX266" fmla="*/ 5526562 w 7467600"/>
              <a:gd name="connsiteY266" fmla="*/ 5705388 h 6858000"/>
              <a:gd name="connsiteX267" fmla="*/ 5519640 w 7467600"/>
              <a:gd name="connsiteY267" fmla="*/ 5683774 h 6858000"/>
              <a:gd name="connsiteX268" fmla="*/ 5844559 w 7467600"/>
              <a:gd name="connsiteY268" fmla="*/ 6553349 h 6858000"/>
              <a:gd name="connsiteX269" fmla="*/ 5975994 w 7467600"/>
              <a:gd name="connsiteY269" fmla="*/ 6858000 h 6858000"/>
              <a:gd name="connsiteX270" fmla="*/ 5898547 w 7467600"/>
              <a:gd name="connsiteY270" fmla="*/ 6858000 h 6858000"/>
              <a:gd name="connsiteX271" fmla="*/ 5682041 w 7467600"/>
              <a:gd name="connsiteY271" fmla="*/ 6355860 h 6858000"/>
              <a:gd name="connsiteX272" fmla="*/ 5461758 w 7467600"/>
              <a:gd name="connsiteY272" fmla="*/ 5820220 h 6858000"/>
              <a:gd name="connsiteX273" fmla="*/ 5237282 w 7467600"/>
              <a:gd name="connsiteY273" fmla="*/ 6579086 h 6858000"/>
              <a:gd name="connsiteX274" fmla="*/ 5115009 w 7467600"/>
              <a:gd name="connsiteY274" fmla="*/ 6858000 h 6858000"/>
              <a:gd name="connsiteX275" fmla="*/ 5028074 w 7467600"/>
              <a:gd name="connsiteY275" fmla="*/ 6858000 h 6858000"/>
              <a:gd name="connsiteX276" fmla="*/ 5079508 w 7467600"/>
              <a:gd name="connsiteY276" fmla="*/ 6749074 h 6858000"/>
              <a:gd name="connsiteX277" fmla="*/ 5371846 w 7467600"/>
              <a:gd name="connsiteY277" fmla="*/ 5924413 h 6858000"/>
              <a:gd name="connsiteX278" fmla="*/ 5270512 w 7467600"/>
              <a:gd name="connsiteY278" fmla="*/ 6138975 h 6858000"/>
              <a:gd name="connsiteX279" fmla="*/ 5062409 w 7467600"/>
              <a:gd name="connsiteY279" fmla="*/ 6653544 h 6858000"/>
              <a:gd name="connsiteX280" fmla="*/ 5036628 w 7467600"/>
              <a:gd name="connsiteY280" fmla="*/ 6754247 h 6858000"/>
              <a:gd name="connsiteX281" fmla="*/ 5009112 w 7467600"/>
              <a:gd name="connsiteY281" fmla="*/ 6858000 h 6858000"/>
              <a:gd name="connsiteX282" fmla="*/ 4976679 w 7467600"/>
              <a:gd name="connsiteY282" fmla="*/ 6858000 h 6858000"/>
              <a:gd name="connsiteX283" fmla="*/ 5006537 w 7467600"/>
              <a:gd name="connsiteY283" fmla="*/ 6747068 h 6858000"/>
              <a:gd name="connsiteX284" fmla="*/ 5032723 w 7467600"/>
              <a:gd name="connsiteY284" fmla="*/ 6644957 h 6858000"/>
              <a:gd name="connsiteX285" fmla="*/ 5242949 w 7467600"/>
              <a:gd name="connsiteY285" fmla="*/ 6125175 h 6858000"/>
              <a:gd name="connsiteX286" fmla="*/ 5286321 w 7467600"/>
              <a:gd name="connsiteY286" fmla="*/ 6033555 h 6858000"/>
              <a:gd name="connsiteX287" fmla="*/ 5008210 w 7467600"/>
              <a:gd name="connsiteY287" fmla="*/ 6649194 h 6858000"/>
              <a:gd name="connsiteX288" fmla="*/ 4986321 w 7467600"/>
              <a:gd name="connsiteY288" fmla="*/ 6765687 h 6858000"/>
              <a:gd name="connsiteX289" fmla="*/ 4973474 w 7467600"/>
              <a:gd name="connsiteY289" fmla="*/ 6858000 h 6858000"/>
              <a:gd name="connsiteX290" fmla="*/ 4907178 w 7467600"/>
              <a:gd name="connsiteY290" fmla="*/ 6858000 h 6858000"/>
              <a:gd name="connsiteX291" fmla="*/ 4910810 w 7467600"/>
              <a:gd name="connsiteY291" fmla="*/ 6829660 h 6858000"/>
              <a:gd name="connsiteX292" fmla="*/ 4987461 w 7467600"/>
              <a:gd name="connsiteY292" fmla="*/ 6432994 h 6858000"/>
              <a:gd name="connsiteX293" fmla="*/ 5179262 w 7467600"/>
              <a:gd name="connsiteY293" fmla="*/ 6035044 h 6858000"/>
              <a:gd name="connsiteX294" fmla="*/ 4689678 w 7467600"/>
              <a:gd name="connsiteY294" fmla="*/ 6440241 h 6858000"/>
              <a:gd name="connsiteX295" fmla="*/ 4477543 w 7467600"/>
              <a:gd name="connsiteY295" fmla="*/ 6674836 h 6858000"/>
              <a:gd name="connsiteX296" fmla="*/ 4329957 w 7467600"/>
              <a:gd name="connsiteY296" fmla="*/ 6858000 h 6858000"/>
              <a:gd name="connsiteX297" fmla="*/ 4218595 w 7467600"/>
              <a:gd name="connsiteY297" fmla="*/ 6858000 h 6858000"/>
              <a:gd name="connsiteX298" fmla="*/ 4368888 w 7467600"/>
              <a:gd name="connsiteY298" fmla="*/ 6668412 h 6858000"/>
              <a:gd name="connsiteX299" fmla="*/ 4563091 w 7467600"/>
              <a:gd name="connsiteY299" fmla="*/ 6442508 h 6858000"/>
              <a:gd name="connsiteX300" fmla="*/ 5387324 w 7467600"/>
              <a:gd name="connsiteY300" fmla="*/ 5705830 h 6858000"/>
              <a:gd name="connsiteX301" fmla="*/ 5073620 w 7467600"/>
              <a:gd name="connsiteY301" fmla="*/ 5955437 h 6858000"/>
              <a:gd name="connsiteX302" fmla="*/ 4689789 w 7467600"/>
              <a:gd name="connsiteY302" fmla="*/ 6268382 h 6858000"/>
              <a:gd name="connsiteX303" fmla="*/ 4418722 w 7467600"/>
              <a:gd name="connsiteY303" fmla="*/ 6570886 h 6858000"/>
              <a:gd name="connsiteX304" fmla="*/ 4214944 w 7467600"/>
              <a:gd name="connsiteY304" fmla="*/ 6858000 h 6858000"/>
              <a:gd name="connsiteX305" fmla="*/ 4177898 w 7467600"/>
              <a:gd name="connsiteY305" fmla="*/ 6858000 h 6858000"/>
              <a:gd name="connsiteX306" fmla="*/ 4391597 w 7467600"/>
              <a:gd name="connsiteY306" fmla="*/ 6556370 h 6858000"/>
              <a:gd name="connsiteX307" fmla="*/ 4668889 w 7467600"/>
              <a:gd name="connsiteY307" fmla="*/ 6246399 h 6858000"/>
              <a:gd name="connsiteX308" fmla="*/ 5055427 w 7467600"/>
              <a:gd name="connsiteY308" fmla="*/ 5931476 h 6858000"/>
              <a:gd name="connsiteX309" fmla="*/ 5371814 w 7467600"/>
              <a:gd name="connsiteY309" fmla="*/ 5678975 h 6858000"/>
              <a:gd name="connsiteX310" fmla="*/ 4987918 w 7467600"/>
              <a:gd name="connsiteY310" fmla="*/ 5838701 h 6858000"/>
              <a:gd name="connsiteX311" fmla="*/ 4317146 w 7467600"/>
              <a:gd name="connsiteY311" fmla="*/ 6587716 h 6858000"/>
              <a:gd name="connsiteX312" fmla="*/ 4171627 w 7467600"/>
              <a:gd name="connsiteY312" fmla="*/ 6858000 h 6858000"/>
              <a:gd name="connsiteX313" fmla="*/ 4081585 w 7467600"/>
              <a:gd name="connsiteY313" fmla="*/ 6858000 h 6858000"/>
              <a:gd name="connsiteX314" fmla="*/ 4238603 w 7467600"/>
              <a:gd name="connsiteY314" fmla="*/ 6559341 h 6858000"/>
              <a:gd name="connsiteX315" fmla="*/ 4778333 w 7467600"/>
              <a:gd name="connsiteY315" fmla="*/ 5873626 h 6858000"/>
              <a:gd name="connsiteX316" fmla="*/ 5414185 w 7467600"/>
              <a:gd name="connsiteY316" fmla="*/ 5573882 h 6858000"/>
              <a:gd name="connsiteX317" fmla="*/ 5959648 w 7467600"/>
              <a:gd name="connsiteY317" fmla="*/ 4760797 h 6858000"/>
              <a:gd name="connsiteX318" fmla="*/ 5355019 w 7467600"/>
              <a:gd name="connsiteY318" fmla="*/ 4734672 h 6858000"/>
              <a:gd name="connsiteX319" fmla="*/ 5083565 w 7467600"/>
              <a:gd name="connsiteY319" fmla="*/ 5179121 h 6858000"/>
              <a:gd name="connsiteX320" fmla="*/ 4713577 w 7467600"/>
              <a:gd name="connsiteY320" fmla="*/ 5616803 h 6858000"/>
              <a:gd name="connsiteX321" fmla="*/ 3989559 w 7467600"/>
              <a:gd name="connsiteY321" fmla="*/ 6145945 h 6858000"/>
              <a:gd name="connsiteX322" fmla="*/ 3939824 w 7467600"/>
              <a:gd name="connsiteY322" fmla="*/ 6066900 h 6858000"/>
              <a:gd name="connsiteX323" fmla="*/ 4584537 w 7467600"/>
              <a:gd name="connsiteY323" fmla="*/ 5324826 h 6858000"/>
              <a:gd name="connsiteX324" fmla="*/ 5037105 w 7467600"/>
              <a:gd name="connsiteY324" fmla="*/ 5088765 h 6858000"/>
              <a:gd name="connsiteX325" fmla="*/ 5039930 w 7467600"/>
              <a:gd name="connsiteY325" fmla="*/ 5089585 h 6858000"/>
              <a:gd name="connsiteX326" fmla="*/ 5263764 w 7467600"/>
              <a:gd name="connsiteY326" fmla="*/ 4735525 h 6858000"/>
              <a:gd name="connsiteX327" fmla="*/ 4086300 w 7467600"/>
              <a:gd name="connsiteY327" fmla="*/ 4884599 h 6858000"/>
              <a:gd name="connsiteX328" fmla="*/ 4085485 w 7467600"/>
              <a:gd name="connsiteY328" fmla="*/ 4899070 h 6858000"/>
              <a:gd name="connsiteX329" fmla="*/ 3871915 w 7467600"/>
              <a:gd name="connsiteY329" fmla="*/ 5253645 h 6858000"/>
              <a:gd name="connsiteX330" fmla="*/ 3799374 w 7467600"/>
              <a:gd name="connsiteY330" fmla="*/ 5466127 h 6858000"/>
              <a:gd name="connsiteX331" fmla="*/ 3498850 w 7467600"/>
              <a:gd name="connsiteY331" fmla="*/ 6661888 h 6858000"/>
              <a:gd name="connsiteX332" fmla="*/ 3399216 w 7467600"/>
              <a:gd name="connsiteY332" fmla="*/ 6858000 h 6858000"/>
              <a:gd name="connsiteX333" fmla="*/ 3303688 w 7467600"/>
              <a:gd name="connsiteY333" fmla="*/ 6858000 h 6858000"/>
              <a:gd name="connsiteX334" fmla="*/ 3391774 w 7467600"/>
              <a:gd name="connsiteY334" fmla="*/ 6697181 h 6858000"/>
              <a:gd name="connsiteX335" fmla="*/ 3735540 w 7467600"/>
              <a:gd name="connsiteY335" fmla="*/ 5546923 h 6858000"/>
              <a:gd name="connsiteX336" fmla="*/ 3729438 w 7467600"/>
              <a:gd name="connsiteY336" fmla="*/ 5569058 h 6858000"/>
              <a:gd name="connsiteX337" fmla="*/ 3707782 w 7467600"/>
              <a:gd name="connsiteY337" fmla="*/ 5644908 h 6858000"/>
              <a:gd name="connsiteX338" fmla="*/ 3583827 w 7467600"/>
              <a:gd name="connsiteY338" fmla="*/ 6039215 h 6858000"/>
              <a:gd name="connsiteX339" fmla="*/ 3547861 w 7467600"/>
              <a:gd name="connsiteY339" fmla="*/ 6129609 h 6858000"/>
              <a:gd name="connsiteX340" fmla="*/ 3490905 w 7467600"/>
              <a:gd name="connsiteY340" fmla="*/ 6277660 h 6858000"/>
              <a:gd name="connsiteX341" fmla="*/ 3455859 w 7467600"/>
              <a:gd name="connsiteY341" fmla="*/ 6391301 h 6858000"/>
              <a:gd name="connsiteX342" fmla="*/ 3429112 w 7467600"/>
              <a:gd name="connsiteY342" fmla="*/ 6479469 h 6858000"/>
              <a:gd name="connsiteX343" fmla="*/ 3304862 w 7467600"/>
              <a:gd name="connsiteY343" fmla="*/ 6796476 h 6858000"/>
              <a:gd name="connsiteX344" fmla="*/ 3276071 w 7467600"/>
              <a:gd name="connsiteY344" fmla="*/ 6858000 h 6858000"/>
              <a:gd name="connsiteX345" fmla="*/ 3240805 w 7467600"/>
              <a:gd name="connsiteY345" fmla="*/ 6858000 h 6858000"/>
              <a:gd name="connsiteX346" fmla="*/ 3275917 w 7467600"/>
              <a:gd name="connsiteY346" fmla="*/ 6783192 h 6858000"/>
              <a:gd name="connsiteX347" fmla="*/ 3399358 w 7467600"/>
              <a:gd name="connsiteY347" fmla="*/ 6469011 h 6858000"/>
              <a:gd name="connsiteX348" fmla="*/ 3425650 w 7467600"/>
              <a:gd name="connsiteY348" fmla="*/ 6381333 h 6858000"/>
              <a:gd name="connsiteX349" fmla="*/ 3460661 w 7467600"/>
              <a:gd name="connsiteY349" fmla="*/ 6266763 h 6858000"/>
              <a:gd name="connsiteX350" fmla="*/ 3518021 w 7467600"/>
              <a:gd name="connsiteY350" fmla="*/ 6117298 h 6858000"/>
              <a:gd name="connsiteX351" fmla="*/ 3554035 w 7467600"/>
              <a:gd name="connsiteY351" fmla="*/ 6027832 h 6858000"/>
              <a:gd name="connsiteX352" fmla="*/ 3677174 w 7467600"/>
              <a:gd name="connsiteY352" fmla="*/ 5636351 h 6858000"/>
              <a:gd name="connsiteX353" fmla="*/ 3698819 w 7467600"/>
              <a:gd name="connsiteY353" fmla="*/ 5560503 h 6858000"/>
              <a:gd name="connsiteX354" fmla="*/ 3702094 w 7467600"/>
              <a:gd name="connsiteY354" fmla="*/ 5549194 h 6858000"/>
              <a:gd name="connsiteX355" fmla="*/ 3398355 w 7467600"/>
              <a:gd name="connsiteY355" fmla="*/ 6094603 h 6858000"/>
              <a:gd name="connsiteX356" fmla="*/ 3193941 w 7467600"/>
              <a:gd name="connsiteY356" fmla="*/ 6798775 h 6858000"/>
              <a:gd name="connsiteX357" fmla="*/ 3184140 w 7467600"/>
              <a:gd name="connsiteY357" fmla="*/ 6858000 h 6858000"/>
              <a:gd name="connsiteX358" fmla="*/ 3099978 w 7467600"/>
              <a:gd name="connsiteY358" fmla="*/ 6858000 h 6858000"/>
              <a:gd name="connsiteX359" fmla="*/ 3101556 w 7467600"/>
              <a:gd name="connsiteY359" fmla="*/ 6843337 h 6858000"/>
              <a:gd name="connsiteX360" fmla="*/ 3370162 w 7467600"/>
              <a:gd name="connsiteY360" fmla="*/ 5785550 h 6858000"/>
              <a:gd name="connsiteX361" fmla="*/ 3746477 w 7467600"/>
              <a:gd name="connsiteY361" fmla="*/ 5377889 h 6858000"/>
              <a:gd name="connsiteX362" fmla="*/ 3863399 w 7467600"/>
              <a:gd name="connsiteY362" fmla="*/ 5087257 h 6858000"/>
              <a:gd name="connsiteX363" fmla="*/ 3968712 w 7467600"/>
              <a:gd name="connsiteY363" fmla="*/ 4913989 h 6858000"/>
              <a:gd name="connsiteX364" fmla="*/ 2792390 w 7467600"/>
              <a:gd name="connsiteY364" fmla="*/ 5382974 h 6858000"/>
              <a:gd name="connsiteX365" fmla="*/ 2714982 w 7467600"/>
              <a:gd name="connsiteY365" fmla="*/ 5427051 h 6858000"/>
              <a:gd name="connsiteX366" fmla="*/ 2813361 w 7467600"/>
              <a:gd name="connsiteY366" fmla="*/ 6023912 h 6858000"/>
              <a:gd name="connsiteX367" fmla="*/ 2688430 w 7467600"/>
              <a:gd name="connsiteY367" fmla="*/ 6801564 h 6858000"/>
              <a:gd name="connsiteX368" fmla="*/ 2629626 w 7467600"/>
              <a:gd name="connsiteY368" fmla="*/ 6763394 h 6858000"/>
              <a:gd name="connsiteX369" fmla="*/ 2565328 w 7467600"/>
              <a:gd name="connsiteY369" fmla="*/ 5516399 h 6858000"/>
              <a:gd name="connsiteX370" fmla="*/ 1922999 w 7467600"/>
              <a:gd name="connsiteY370" fmla="*/ 5980343 h 6858000"/>
              <a:gd name="connsiteX371" fmla="*/ 1950261 w 7467600"/>
              <a:gd name="connsiteY371" fmla="*/ 6405858 h 6858000"/>
              <a:gd name="connsiteX372" fmla="*/ 2365554 w 7467600"/>
              <a:gd name="connsiteY372" fmla="*/ 6759107 h 6858000"/>
              <a:gd name="connsiteX373" fmla="*/ 2424142 w 7467600"/>
              <a:gd name="connsiteY373" fmla="*/ 6858000 h 6858000"/>
              <a:gd name="connsiteX374" fmla="*/ 2395994 w 7467600"/>
              <a:gd name="connsiteY374" fmla="*/ 6858000 h 6858000"/>
              <a:gd name="connsiteX375" fmla="*/ 2392863 w 7467600"/>
              <a:gd name="connsiteY375" fmla="*/ 6852964 h 6858000"/>
              <a:gd name="connsiteX376" fmla="*/ 2017589 w 7467600"/>
              <a:gd name="connsiteY376" fmla="*/ 6493982 h 6858000"/>
              <a:gd name="connsiteX377" fmla="*/ 2147336 w 7467600"/>
              <a:gd name="connsiteY377" fmla="*/ 6594052 h 6858000"/>
              <a:gd name="connsiteX378" fmla="*/ 2207047 w 7467600"/>
              <a:gd name="connsiteY378" fmla="*/ 6654540 h 6858000"/>
              <a:gd name="connsiteX379" fmla="*/ 2299106 w 7467600"/>
              <a:gd name="connsiteY379" fmla="*/ 6778931 h 6858000"/>
              <a:gd name="connsiteX380" fmla="*/ 2314430 w 7467600"/>
              <a:gd name="connsiteY380" fmla="*/ 6801144 h 6858000"/>
              <a:gd name="connsiteX381" fmla="*/ 2352406 w 7467600"/>
              <a:gd name="connsiteY381" fmla="*/ 6858000 h 6858000"/>
              <a:gd name="connsiteX382" fmla="*/ 2314492 w 7467600"/>
              <a:gd name="connsiteY382" fmla="*/ 6858000 h 6858000"/>
              <a:gd name="connsiteX383" fmla="*/ 2288095 w 7467600"/>
              <a:gd name="connsiteY383" fmla="*/ 6818030 h 6858000"/>
              <a:gd name="connsiteX384" fmla="*/ 2272768 w 7467600"/>
              <a:gd name="connsiteY384" fmla="*/ 6795822 h 6858000"/>
              <a:gd name="connsiteX385" fmla="*/ 2182715 w 7467600"/>
              <a:gd name="connsiteY385" fmla="*/ 6675071 h 6858000"/>
              <a:gd name="connsiteX386" fmla="*/ 2032061 w 7467600"/>
              <a:gd name="connsiteY386" fmla="*/ 6541380 h 6858000"/>
              <a:gd name="connsiteX387" fmla="*/ 2257220 w 7467600"/>
              <a:gd name="connsiteY387" fmla="*/ 6826257 h 6858000"/>
              <a:gd name="connsiteX388" fmla="*/ 2281324 w 7467600"/>
              <a:gd name="connsiteY388" fmla="*/ 6858000 h 6858000"/>
              <a:gd name="connsiteX389" fmla="*/ 2242860 w 7467600"/>
              <a:gd name="connsiteY389" fmla="*/ 6858000 h 6858000"/>
              <a:gd name="connsiteX390" fmla="*/ 2232818 w 7467600"/>
              <a:gd name="connsiteY390" fmla="*/ 6844926 h 6858000"/>
              <a:gd name="connsiteX391" fmla="*/ 1990172 w 7467600"/>
              <a:gd name="connsiteY391" fmla="*/ 6542121 h 6858000"/>
              <a:gd name="connsiteX392" fmla="*/ 2124090 w 7467600"/>
              <a:gd name="connsiteY392" fmla="*/ 6761017 h 6858000"/>
              <a:gd name="connsiteX393" fmla="*/ 2200380 w 7467600"/>
              <a:gd name="connsiteY393" fmla="*/ 6858000 h 6858000"/>
              <a:gd name="connsiteX394" fmla="*/ 2147507 w 7467600"/>
              <a:gd name="connsiteY394" fmla="*/ 6858000 h 6858000"/>
              <a:gd name="connsiteX395" fmla="*/ 2070668 w 7467600"/>
              <a:gd name="connsiteY395" fmla="*/ 6761520 h 6858000"/>
              <a:gd name="connsiteX396" fmla="*/ 1975142 w 7467600"/>
              <a:gd name="connsiteY396" fmla="*/ 6585570 h 6858000"/>
              <a:gd name="connsiteX397" fmla="*/ 2050035 w 7467600"/>
              <a:gd name="connsiteY397" fmla="*/ 6813345 h 6858000"/>
              <a:gd name="connsiteX398" fmla="*/ 2063025 w 7467600"/>
              <a:gd name="connsiteY398" fmla="*/ 6858000 h 6858000"/>
              <a:gd name="connsiteX399" fmla="*/ 2021675 w 7467600"/>
              <a:gd name="connsiteY399" fmla="*/ 6858000 h 6858000"/>
              <a:gd name="connsiteX400" fmla="*/ 2019308 w 7467600"/>
              <a:gd name="connsiteY400" fmla="*/ 6847118 h 6858000"/>
              <a:gd name="connsiteX401" fmla="*/ 1938835 w 7467600"/>
              <a:gd name="connsiteY401" fmla="*/ 6551160 h 6858000"/>
              <a:gd name="connsiteX402" fmla="*/ 1953230 w 7467600"/>
              <a:gd name="connsiteY402" fmla="*/ 6759699 h 6858000"/>
              <a:gd name="connsiteX403" fmla="*/ 1956763 w 7467600"/>
              <a:gd name="connsiteY403" fmla="*/ 6778191 h 6858000"/>
              <a:gd name="connsiteX404" fmla="*/ 1967925 w 7467600"/>
              <a:gd name="connsiteY404" fmla="*/ 6858000 h 6858000"/>
              <a:gd name="connsiteX405" fmla="*/ 1936622 w 7467600"/>
              <a:gd name="connsiteY405" fmla="*/ 6858000 h 6858000"/>
              <a:gd name="connsiteX406" fmla="*/ 1926261 w 7467600"/>
              <a:gd name="connsiteY406" fmla="*/ 6784064 h 6858000"/>
              <a:gd name="connsiteX407" fmla="*/ 1922724 w 7467600"/>
              <a:gd name="connsiteY407" fmla="*/ 6765577 h 6858000"/>
              <a:gd name="connsiteX408" fmla="*/ 1904650 w 7467600"/>
              <a:gd name="connsiteY408" fmla="*/ 6639616 h 6858000"/>
              <a:gd name="connsiteX409" fmla="*/ 1885273 w 7467600"/>
              <a:gd name="connsiteY409" fmla="*/ 6858000 h 6858000"/>
              <a:gd name="connsiteX410" fmla="*/ 1854363 w 7467600"/>
              <a:gd name="connsiteY410" fmla="*/ 6858000 h 6858000"/>
              <a:gd name="connsiteX411" fmla="*/ 1880391 w 7467600"/>
              <a:gd name="connsiteY411" fmla="*/ 6603796 h 6858000"/>
              <a:gd name="connsiteX412" fmla="*/ 1818273 w 7467600"/>
              <a:gd name="connsiteY412" fmla="*/ 6715729 h 6858000"/>
              <a:gd name="connsiteX413" fmla="*/ 1794691 w 7467600"/>
              <a:gd name="connsiteY413" fmla="*/ 6843239 h 6858000"/>
              <a:gd name="connsiteX414" fmla="*/ 1794914 w 7467600"/>
              <a:gd name="connsiteY414" fmla="*/ 6858000 h 6858000"/>
              <a:gd name="connsiteX415" fmla="*/ 1746128 w 7467600"/>
              <a:gd name="connsiteY415" fmla="*/ 6858000 h 6858000"/>
              <a:gd name="connsiteX416" fmla="*/ 1753934 w 7467600"/>
              <a:gd name="connsiteY416" fmla="*/ 6724796 h 6858000"/>
              <a:gd name="connsiteX417" fmla="*/ 1792053 w 7467600"/>
              <a:gd name="connsiteY417" fmla="*/ 6572396 h 6858000"/>
              <a:gd name="connsiteX418" fmla="*/ 1862248 w 7467600"/>
              <a:gd name="connsiteY418" fmla="*/ 6266397 h 6858000"/>
              <a:gd name="connsiteX419" fmla="*/ 1862250 w 7467600"/>
              <a:gd name="connsiteY419" fmla="*/ 6033531 h 6858000"/>
              <a:gd name="connsiteX420" fmla="*/ 1211999 w 7467600"/>
              <a:gd name="connsiteY420" fmla="*/ 6683610 h 6858000"/>
              <a:gd name="connsiteX421" fmla="*/ 1213266 w 7467600"/>
              <a:gd name="connsiteY421" fmla="*/ 6691947 h 6858000"/>
              <a:gd name="connsiteX422" fmla="*/ 1203370 w 7467600"/>
              <a:gd name="connsiteY422" fmla="*/ 6850676 h 6858000"/>
              <a:gd name="connsiteX423" fmla="*/ 1203671 w 7467600"/>
              <a:gd name="connsiteY423" fmla="*/ 6858000 h 6858000"/>
              <a:gd name="connsiteX424" fmla="*/ 1143180 w 7467600"/>
              <a:gd name="connsiteY424" fmla="*/ 6858000 h 6858000"/>
              <a:gd name="connsiteX425" fmla="*/ 1142176 w 7467600"/>
              <a:gd name="connsiteY425" fmla="*/ 6766045 h 6858000"/>
              <a:gd name="connsiteX426" fmla="*/ 1067484 w 7467600"/>
              <a:gd name="connsiteY426" fmla="*/ 6858000 h 6858000"/>
              <a:gd name="connsiteX427" fmla="*/ 953928 w 7467600"/>
              <a:gd name="connsiteY427" fmla="*/ 6858000 h 6858000"/>
              <a:gd name="connsiteX428" fmla="*/ 959715 w 7467600"/>
              <a:gd name="connsiteY428" fmla="*/ 6850185 h 6858000"/>
              <a:gd name="connsiteX429" fmla="*/ 1483788 w 7467600"/>
              <a:gd name="connsiteY429" fmla="*/ 6259174 h 6858000"/>
              <a:gd name="connsiteX430" fmla="*/ 1100671 w 7467600"/>
              <a:gd name="connsiteY430" fmla="*/ 6252137 h 6858000"/>
              <a:gd name="connsiteX431" fmla="*/ 1090144 w 7467600"/>
              <a:gd name="connsiteY431" fmla="*/ 6256748 h 6858000"/>
              <a:gd name="connsiteX432" fmla="*/ 1095872 w 7467600"/>
              <a:gd name="connsiteY432" fmla="*/ 6271892 h 6858000"/>
              <a:gd name="connsiteX433" fmla="*/ 262785 w 7467600"/>
              <a:gd name="connsiteY433" fmla="*/ 6845450 h 6858000"/>
              <a:gd name="connsiteX434" fmla="*/ 209968 w 7467600"/>
              <a:gd name="connsiteY434" fmla="*/ 6770713 h 6858000"/>
              <a:gd name="connsiteX435" fmla="*/ 873460 w 7467600"/>
              <a:gd name="connsiteY435" fmla="*/ 6253768 h 6858000"/>
              <a:gd name="connsiteX436" fmla="*/ 192686 w 7467600"/>
              <a:gd name="connsiteY436" fmla="*/ 5849257 h 6858000"/>
              <a:gd name="connsiteX437" fmla="*/ 4696 w 7467600"/>
              <a:gd name="connsiteY437" fmla="*/ 5697668 h 6858000"/>
              <a:gd name="connsiteX438" fmla="*/ 0 w 7467600"/>
              <a:gd name="connsiteY438" fmla="*/ 5689984 h 6858000"/>
              <a:gd name="connsiteX439" fmla="*/ 0 w 7467600"/>
              <a:gd name="connsiteY439" fmla="*/ 5513472 h 6858000"/>
              <a:gd name="connsiteX440" fmla="*/ 174101 w 7467600"/>
              <a:gd name="connsiteY440" fmla="*/ 5620277 h 6858000"/>
              <a:gd name="connsiteX441" fmla="*/ 891800 w 7467600"/>
              <a:gd name="connsiteY441" fmla="*/ 6036935 h 6858000"/>
              <a:gd name="connsiteX442" fmla="*/ 1072219 w 7467600"/>
              <a:gd name="connsiteY442" fmla="*/ 6169443 h 6858000"/>
              <a:gd name="connsiteX443" fmla="*/ 1074117 w 7467600"/>
              <a:gd name="connsiteY443" fmla="*/ 6170301 h 6858000"/>
              <a:gd name="connsiteX444" fmla="*/ 1083114 w 7467600"/>
              <a:gd name="connsiteY444" fmla="*/ 6174131 h 6858000"/>
              <a:gd name="connsiteX445" fmla="*/ 1543010 w 7467600"/>
              <a:gd name="connsiteY445" fmla="*/ 6191140 h 6858000"/>
              <a:gd name="connsiteX446" fmla="*/ 1551080 w 7467600"/>
              <a:gd name="connsiteY446" fmla="*/ 6195006 h 6858000"/>
              <a:gd name="connsiteX447" fmla="*/ 2345443 w 7467600"/>
              <a:gd name="connsiteY447" fmla="*/ 5549882 h 6858000"/>
              <a:gd name="connsiteX448" fmla="*/ 1721499 w 7467600"/>
              <a:gd name="connsiteY448" fmla="*/ 5599969 h 6858000"/>
              <a:gd name="connsiteX449" fmla="*/ 767716 w 7467600"/>
              <a:gd name="connsiteY449" fmla="*/ 5472768 h 6858000"/>
              <a:gd name="connsiteX450" fmla="*/ 722147 w 7467600"/>
              <a:gd name="connsiteY450" fmla="*/ 5393091 h 6858000"/>
              <a:gd name="connsiteX451" fmla="*/ 1485552 w 7467600"/>
              <a:gd name="connsiteY451" fmla="*/ 5313202 h 6858000"/>
              <a:gd name="connsiteX452" fmla="*/ 2143004 w 7467600"/>
              <a:gd name="connsiteY452" fmla="*/ 5402420 h 6858000"/>
              <a:gd name="connsiteX453" fmla="*/ 1933391 w 7467600"/>
              <a:gd name="connsiteY453" fmla="*/ 5156971 h 6858000"/>
              <a:gd name="connsiteX454" fmla="*/ 1827118 w 7467600"/>
              <a:gd name="connsiteY454" fmla="*/ 4968410 h 6858000"/>
              <a:gd name="connsiteX455" fmla="*/ 1837349 w 7467600"/>
              <a:gd name="connsiteY455" fmla="*/ 4956357 h 6858000"/>
              <a:gd name="connsiteX456" fmla="*/ 2162835 w 7467600"/>
              <a:gd name="connsiteY456" fmla="*/ 5187853 h 6858000"/>
              <a:gd name="connsiteX457" fmla="*/ 2257167 w 7467600"/>
              <a:gd name="connsiteY457" fmla="*/ 5462123 h 6858000"/>
              <a:gd name="connsiteX458" fmla="*/ 2261598 w 7467600"/>
              <a:gd name="connsiteY458" fmla="*/ 5467998 h 6858000"/>
              <a:gd name="connsiteX459" fmla="*/ 2437177 w 7467600"/>
              <a:gd name="connsiteY459" fmla="*/ 5479608 h 6858000"/>
              <a:gd name="connsiteX460" fmla="*/ 2445247 w 7467600"/>
              <a:gd name="connsiteY460" fmla="*/ 5483476 h 6858000"/>
              <a:gd name="connsiteX461" fmla="*/ 2743626 w 7467600"/>
              <a:gd name="connsiteY461" fmla="*/ 5304819 h 6858000"/>
              <a:gd name="connsiteX462" fmla="*/ 3048102 w 7467600"/>
              <a:gd name="connsiteY462" fmla="*/ 5150595 h 6858000"/>
              <a:gd name="connsiteX463" fmla="*/ 1799414 w 7467600"/>
              <a:gd name="connsiteY463" fmla="*/ 4694732 h 6858000"/>
              <a:gd name="connsiteX464" fmla="*/ 1771735 w 7467600"/>
              <a:gd name="connsiteY464" fmla="*/ 4619929 h 6858000"/>
              <a:gd name="connsiteX465" fmla="*/ 3104273 w 7467600"/>
              <a:gd name="connsiteY465" fmla="*/ 5076159 h 6858000"/>
              <a:gd name="connsiteX466" fmla="*/ 3113245 w 7467600"/>
              <a:gd name="connsiteY466" fmla="*/ 5090705 h 6858000"/>
              <a:gd name="connsiteX467" fmla="*/ 3126294 w 7467600"/>
              <a:gd name="connsiteY467" fmla="*/ 5114400 h 6858000"/>
              <a:gd name="connsiteX468" fmla="*/ 3937433 w 7467600"/>
              <a:gd name="connsiteY468" fmla="*/ 4830473 h 6858000"/>
              <a:gd name="connsiteX469" fmla="*/ 3590475 w 7467600"/>
              <a:gd name="connsiteY469" fmla="*/ 4597974 h 6858000"/>
              <a:gd name="connsiteX470" fmla="*/ 3100264 w 7467600"/>
              <a:gd name="connsiteY470" fmla="*/ 4579845 h 6858000"/>
              <a:gd name="connsiteX471" fmla="*/ 2183576 w 7467600"/>
              <a:gd name="connsiteY471" fmla="*/ 4227150 h 6858000"/>
              <a:gd name="connsiteX472" fmla="*/ 2151029 w 7467600"/>
              <a:gd name="connsiteY472" fmla="*/ 4146947 h 6858000"/>
              <a:gd name="connsiteX473" fmla="*/ 3563434 w 7467600"/>
              <a:gd name="connsiteY473" fmla="*/ 4469115 h 6858000"/>
              <a:gd name="connsiteX474" fmla="*/ 3177952 w 7467600"/>
              <a:gd name="connsiteY474" fmla="*/ 3657386 h 6858000"/>
              <a:gd name="connsiteX475" fmla="*/ 3189263 w 7467600"/>
              <a:gd name="connsiteY475" fmla="*/ 3625726 h 6858000"/>
              <a:gd name="connsiteX476" fmla="*/ 3560912 w 7467600"/>
              <a:gd name="connsiteY476" fmla="*/ 4079863 h 6858000"/>
              <a:gd name="connsiteX477" fmla="*/ 3626636 w 7467600"/>
              <a:gd name="connsiteY477" fmla="*/ 4512230 h 6858000"/>
              <a:gd name="connsiteX478" fmla="*/ 3653088 w 7467600"/>
              <a:gd name="connsiteY478" fmla="*/ 4521417 h 6858000"/>
              <a:gd name="connsiteX479" fmla="*/ 3988128 w 7467600"/>
              <a:gd name="connsiteY479" fmla="*/ 4817267 h 6858000"/>
              <a:gd name="connsiteX480" fmla="*/ 4830582 w 7467600"/>
              <a:gd name="connsiteY480" fmla="*/ 4676000 h 6858000"/>
              <a:gd name="connsiteX481" fmla="*/ 4830100 w 7467600"/>
              <a:gd name="connsiteY481" fmla="*/ 4675554 h 6858000"/>
              <a:gd name="connsiteX482" fmla="*/ 4036318 w 7467600"/>
              <a:gd name="connsiteY482" fmla="*/ 4147013 h 6858000"/>
              <a:gd name="connsiteX483" fmla="*/ 3432098 w 7467600"/>
              <a:gd name="connsiteY483" fmla="*/ 3537312 h 6858000"/>
              <a:gd name="connsiteX484" fmla="*/ 3446761 w 7467600"/>
              <a:gd name="connsiteY484" fmla="*/ 3461278 h 6858000"/>
              <a:gd name="connsiteX485" fmla="*/ 4419733 w 7467600"/>
              <a:gd name="connsiteY485" fmla="*/ 3963555 h 6858000"/>
              <a:gd name="connsiteX486" fmla="*/ 4781371 w 7467600"/>
              <a:gd name="connsiteY486" fmla="*/ 4458604 h 6858000"/>
              <a:gd name="connsiteX487" fmla="*/ 4780440 w 7467600"/>
              <a:gd name="connsiteY487" fmla="*/ 4470290 h 6858000"/>
              <a:gd name="connsiteX488" fmla="*/ 4898954 w 7467600"/>
              <a:gd name="connsiteY488" fmla="*/ 4662092 h 6858000"/>
              <a:gd name="connsiteX489" fmla="*/ 4900699 w 7467600"/>
              <a:gd name="connsiteY489" fmla="*/ 4670867 h 6858000"/>
              <a:gd name="connsiteX490" fmla="*/ 5714511 w 7467600"/>
              <a:gd name="connsiteY490" fmla="*/ 4663483 h 6858000"/>
              <a:gd name="connsiteX491" fmla="*/ 5464793 w 7467600"/>
              <a:gd name="connsiteY491" fmla="*/ 4393556 h 6858000"/>
              <a:gd name="connsiteX492" fmla="*/ 5461897 w 7467600"/>
              <a:gd name="connsiteY492" fmla="*/ 4390879 h 6858000"/>
              <a:gd name="connsiteX493" fmla="*/ 4294126 w 7467600"/>
              <a:gd name="connsiteY493" fmla="*/ 3303048 h 6858000"/>
              <a:gd name="connsiteX494" fmla="*/ 4305321 w 7467600"/>
              <a:gd name="connsiteY494" fmla="*/ 3256953 h 6858000"/>
              <a:gd name="connsiteX495" fmla="*/ 4949299 w 7467600"/>
              <a:gd name="connsiteY495" fmla="*/ 3766336 h 6858000"/>
              <a:gd name="connsiteX496" fmla="*/ 5291452 w 7467600"/>
              <a:gd name="connsiteY496" fmla="*/ 4076801 h 6858000"/>
              <a:gd name="connsiteX497" fmla="*/ 5434998 w 7467600"/>
              <a:gd name="connsiteY497" fmla="*/ 4254100 h 6858000"/>
              <a:gd name="connsiteX498" fmla="*/ 5351015 w 7467600"/>
              <a:gd name="connsiteY498" fmla="*/ 3760989 h 6858000"/>
              <a:gd name="connsiteX499" fmla="*/ 5413780 w 7467600"/>
              <a:gd name="connsiteY499" fmla="*/ 2966265 h 6858000"/>
              <a:gd name="connsiteX500" fmla="*/ 5425627 w 7467600"/>
              <a:gd name="connsiteY500" fmla="*/ 2954192 h 6858000"/>
              <a:gd name="connsiteX501" fmla="*/ 6604735 w 7467600"/>
              <a:gd name="connsiteY501" fmla="*/ 2041381 h 6858000"/>
              <a:gd name="connsiteX502" fmla="*/ 7204487 w 7467600"/>
              <a:gd name="connsiteY502" fmla="*/ 2742112 h 6858000"/>
              <a:gd name="connsiteX503" fmla="*/ 7131592 w 7467600"/>
              <a:gd name="connsiteY503" fmla="*/ 2672096 h 6858000"/>
              <a:gd name="connsiteX504" fmla="*/ 6996344 w 7467600"/>
              <a:gd name="connsiteY504" fmla="*/ 2518310 h 6858000"/>
              <a:gd name="connsiteX505" fmla="*/ 6735495 w 7467600"/>
              <a:gd name="connsiteY505" fmla="*/ 2196890 h 6858000"/>
              <a:gd name="connsiteX506" fmla="*/ 6721901 w 7467600"/>
              <a:gd name="connsiteY506" fmla="*/ 2179274 h 6858000"/>
              <a:gd name="connsiteX507" fmla="*/ 6604735 w 7467600"/>
              <a:gd name="connsiteY507" fmla="*/ 2041381 h 6858000"/>
              <a:gd name="connsiteX508" fmla="*/ 6591670 w 7467600"/>
              <a:gd name="connsiteY508" fmla="*/ 1988277 h 6858000"/>
              <a:gd name="connsiteX509" fmla="*/ 6747349 w 7467600"/>
              <a:gd name="connsiteY509" fmla="*/ 2160069 h 6858000"/>
              <a:gd name="connsiteX510" fmla="*/ 6760943 w 7467600"/>
              <a:gd name="connsiteY510" fmla="*/ 2177686 h 6858000"/>
              <a:gd name="connsiteX511" fmla="*/ 7021065 w 7467600"/>
              <a:gd name="connsiteY511" fmla="*/ 2498102 h 6858000"/>
              <a:gd name="connsiteX512" fmla="*/ 7155223 w 7467600"/>
              <a:gd name="connsiteY512" fmla="*/ 2650386 h 6858000"/>
              <a:gd name="connsiteX513" fmla="*/ 7203167 w 7467600"/>
              <a:gd name="connsiteY513" fmla="*/ 2697288 h 6858000"/>
              <a:gd name="connsiteX514" fmla="*/ 6937703 w 7467600"/>
              <a:gd name="connsiteY514" fmla="*/ 2321981 h 6858000"/>
              <a:gd name="connsiteX515" fmla="*/ 6591670 w 7467600"/>
              <a:gd name="connsiteY515" fmla="*/ 1988277 h 6858000"/>
              <a:gd name="connsiteX516" fmla="*/ 5798671 w 7467600"/>
              <a:gd name="connsiteY516" fmla="*/ 1981601 h 6858000"/>
              <a:gd name="connsiteX517" fmla="*/ 5754709 w 7467600"/>
              <a:gd name="connsiteY517" fmla="*/ 2071454 h 6858000"/>
              <a:gd name="connsiteX518" fmla="*/ 5763044 w 7467600"/>
              <a:gd name="connsiteY518" fmla="*/ 2842206 h 6858000"/>
              <a:gd name="connsiteX519" fmla="*/ 5764974 w 7467600"/>
              <a:gd name="connsiteY519" fmla="*/ 2799609 h 6858000"/>
              <a:gd name="connsiteX520" fmla="*/ 5767665 w 7467600"/>
              <a:gd name="connsiteY520" fmla="*/ 2666409 h 6858000"/>
              <a:gd name="connsiteX521" fmla="*/ 5763055 w 7467600"/>
              <a:gd name="connsiteY521" fmla="*/ 2579705 h 6858000"/>
              <a:gd name="connsiteX522" fmla="*/ 5758079 w 7467600"/>
              <a:gd name="connsiteY522" fmla="*/ 2492508 h 6858000"/>
              <a:gd name="connsiteX523" fmla="*/ 5779325 w 7467600"/>
              <a:gd name="connsiteY523" fmla="*/ 2197069 h 6858000"/>
              <a:gd name="connsiteX524" fmla="*/ 5798671 w 7467600"/>
              <a:gd name="connsiteY524" fmla="*/ 1981601 h 6858000"/>
              <a:gd name="connsiteX525" fmla="*/ 5829202 w 7467600"/>
              <a:gd name="connsiteY525" fmla="*/ 1971679 h 6858000"/>
              <a:gd name="connsiteX526" fmla="*/ 5809558 w 7467600"/>
              <a:gd name="connsiteY526" fmla="*/ 2198043 h 6858000"/>
              <a:gd name="connsiteX527" fmla="*/ 5788653 w 7467600"/>
              <a:gd name="connsiteY527" fmla="*/ 2489430 h 6858000"/>
              <a:gd name="connsiteX528" fmla="*/ 5793439 w 7467600"/>
              <a:gd name="connsiteY528" fmla="*/ 2575235 h 6858000"/>
              <a:gd name="connsiteX529" fmla="*/ 5796837 w 7467600"/>
              <a:gd name="connsiteY529" fmla="*/ 2637633 h 6858000"/>
              <a:gd name="connsiteX530" fmla="*/ 5818614 w 7467600"/>
              <a:gd name="connsiteY530" fmla="*/ 2473055 h 6858000"/>
              <a:gd name="connsiteX531" fmla="*/ 5829202 w 7467600"/>
              <a:gd name="connsiteY531" fmla="*/ 1971679 h 6858000"/>
              <a:gd name="connsiteX532" fmla="*/ 5911389 w 7467600"/>
              <a:gd name="connsiteY532" fmla="*/ 1898371 h 6858000"/>
              <a:gd name="connsiteX533" fmla="*/ 6237627 w 7467600"/>
              <a:gd name="connsiteY533" fmla="*/ 2231921 h 6858000"/>
              <a:gd name="connsiteX534" fmla="*/ 5911389 w 7467600"/>
              <a:gd name="connsiteY534" fmla="*/ 1898371 h 6858000"/>
              <a:gd name="connsiteX535" fmla="*/ 6944437 w 7467600"/>
              <a:gd name="connsiteY535" fmla="*/ 1575402 h 6858000"/>
              <a:gd name="connsiteX536" fmla="*/ 6304730 w 7467600"/>
              <a:gd name="connsiteY536" fmla="*/ 1766654 h 6858000"/>
              <a:gd name="connsiteX537" fmla="*/ 6944437 w 7467600"/>
              <a:gd name="connsiteY537" fmla="*/ 1575402 h 6858000"/>
              <a:gd name="connsiteX538" fmla="*/ 7019523 w 7467600"/>
              <a:gd name="connsiteY538" fmla="*/ 1519450 h 6858000"/>
              <a:gd name="connsiteX539" fmla="*/ 6298091 w 7467600"/>
              <a:gd name="connsiteY539" fmla="*/ 1737122 h 6858000"/>
              <a:gd name="connsiteX540" fmla="*/ 7019523 w 7467600"/>
              <a:gd name="connsiteY540" fmla="*/ 1519450 h 6858000"/>
              <a:gd name="connsiteX541" fmla="*/ 2399523 w 7467600"/>
              <a:gd name="connsiteY541" fmla="*/ 1428234 h 6858000"/>
              <a:gd name="connsiteX542" fmla="*/ 2224982 w 7467600"/>
              <a:gd name="connsiteY542" fmla="*/ 1826201 h 6858000"/>
              <a:gd name="connsiteX543" fmla="*/ 2096099 w 7467600"/>
              <a:gd name="connsiteY543" fmla="*/ 2345900 h 6858000"/>
              <a:gd name="connsiteX544" fmla="*/ 2283317 w 7467600"/>
              <a:gd name="connsiteY544" fmla="*/ 1796925 h 6858000"/>
              <a:gd name="connsiteX545" fmla="*/ 2399523 w 7467600"/>
              <a:gd name="connsiteY545" fmla="*/ 1428234 h 6858000"/>
              <a:gd name="connsiteX546" fmla="*/ 2448558 w 7467600"/>
              <a:gd name="connsiteY546" fmla="*/ 1373435 h 6858000"/>
              <a:gd name="connsiteX547" fmla="*/ 2312521 w 7467600"/>
              <a:gd name="connsiteY547" fmla="*/ 1806140 h 6858000"/>
              <a:gd name="connsiteX548" fmla="*/ 2127533 w 7467600"/>
              <a:gd name="connsiteY548" fmla="*/ 2348380 h 6858000"/>
              <a:gd name="connsiteX549" fmla="*/ 2358080 w 7467600"/>
              <a:gd name="connsiteY549" fmla="*/ 1866134 h 6858000"/>
              <a:gd name="connsiteX550" fmla="*/ 2407436 w 7467600"/>
              <a:gd name="connsiteY550" fmla="*/ 1651070 h 6858000"/>
              <a:gd name="connsiteX551" fmla="*/ 2448558 w 7467600"/>
              <a:gd name="connsiteY551" fmla="*/ 1373435 h 6858000"/>
              <a:gd name="connsiteX552" fmla="*/ 278707 w 7467600"/>
              <a:gd name="connsiteY552" fmla="*/ 1352270 h 6858000"/>
              <a:gd name="connsiteX553" fmla="*/ 321570 w 7467600"/>
              <a:gd name="connsiteY553" fmla="*/ 1861610 h 6858000"/>
              <a:gd name="connsiteX554" fmla="*/ 294281 w 7467600"/>
              <a:gd name="connsiteY554" fmla="*/ 1440658 h 6858000"/>
              <a:gd name="connsiteX555" fmla="*/ 278707 w 7467600"/>
              <a:gd name="connsiteY555" fmla="*/ 1352270 h 6858000"/>
              <a:gd name="connsiteX556" fmla="*/ 1423821 w 7467600"/>
              <a:gd name="connsiteY556" fmla="*/ 1351958 h 6858000"/>
              <a:gd name="connsiteX557" fmla="*/ 1638521 w 7467600"/>
              <a:gd name="connsiteY557" fmla="*/ 1908470 h 6858000"/>
              <a:gd name="connsiteX558" fmla="*/ 1754199 w 7467600"/>
              <a:gd name="connsiteY558" fmla="*/ 2149284 h 6858000"/>
              <a:gd name="connsiteX559" fmla="*/ 1908359 w 7467600"/>
              <a:gd name="connsiteY559" fmla="*/ 2364988 h 6858000"/>
              <a:gd name="connsiteX560" fmla="*/ 1647661 w 7467600"/>
              <a:gd name="connsiteY560" fmla="*/ 1825945 h 6858000"/>
              <a:gd name="connsiteX561" fmla="*/ 1423821 w 7467600"/>
              <a:gd name="connsiteY561" fmla="*/ 1351958 h 6858000"/>
              <a:gd name="connsiteX562" fmla="*/ 1431890 w 7467600"/>
              <a:gd name="connsiteY562" fmla="*/ 1306475 h 6858000"/>
              <a:gd name="connsiteX563" fmla="*/ 1507597 w 7467600"/>
              <a:gd name="connsiteY563" fmla="*/ 1446132 h 6858000"/>
              <a:gd name="connsiteX564" fmla="*/ 1674586 w 7467600"/>
              <a:gd name="connsiteY564" fmla="*/ 1813832 h 6858000"/>
              <a:gd name="connsiteX565" fmla="*/ 1815950 w 7467600"/>
              <a:gd name="connsiteY565" fmla="*/ 2128564 h 6858000"/>
              <a:gd name="connsiteX566" fmla="*/ 1984242 w 7467600"/>
              <a:gd name="connsiteY566" fmla="*/ 2430829 h 6858000"/>
              <a:gd name="connsiteX567" fmla="*/ 2014023 w 7467600"/>
              <a:gd name="connsiteY567" fmla="*/ 2450995 h 6858000"/>
              <a:gd name="connsiteX568" fmla="*/ 1747337 w 7467600"/>
              <a:gd name="connsiteY568" fmla="*/ 1855264 h 6858000"/>
              <a:gd name="connsiteX569" fmla="*/ 1533749 w 7467600"/>
              <a:gd name="connsiteY569" fmla="*/ 1478656 h 6858000"/>
              <a:gd name="connsiteX570" fmla="*/ 1431890 w 7467600"/>
              <a:gd name="connsiteY570" fmla="*/ 1306475 h 6858000"/>
              <a:gd name="connsiteX571" fmla="*/ 5052692 w 7467600"/>
              <a:gd name="connsiteY571" fmla="*/ 1292994 h 6858000"/>
              <a:gd name="connsiteX572" fmla="*/ 5200661 w 7467600"/>
              <a:gd name="connsiteY572" fmla="*/ 1635186 h 6858000"/>
              <a:gd name="connsiteX573" fmla="*/ 5297138 w 7467600"/>
              <a:gd name="connsiteY573" fmla="*/ 1906351 h 6858000"/>
              <a:gd name="connsiteX574" fmla="*/ 5052692 w 7467600"/>
              <a:gd name="connsiteY574" fmla="*/ 1292994 h 6858000"/>
              <a:gd name="connsiteX575" fmla="*/ 5009948 w 7467600"/>
              <a:gd name="connsiteY575" fmla="*/ 1273619 h 6858000"/>
              <a:gd name="connsiteX576" fmla="*/ 5121777 w 7467600"/>
              <a:gd name="connsiteY576" fmla="*/ 1654213 h 6858000"/>
              <a:gd name="connsiteX577" fmla="*/ 5293545 w 7467600"/>
              <a:gd name="connsiteY577" fmla="*/ 2072247 h 6858000"/>
              <a:gd name="connsiteX578" fmla="*/ 5294042 w 7467600"/>
              <a:gd name="connsiteY578" fmla="*/ 2065019 h 6858000"/>
              <a:gd name="connsiteX579" fmla="*/ 5171936 w 7467600"/>
              <a:gd name="connsiteY579" fmla="*/ 1647613 h 6858000"/>
              <a:gd name="connsiteX580" fmla="*/ 5009948 w 7467600"/>
              <a:gd name="connsiteY580" fmla="*/ 1273619 h 6858000"/>
              <a:gd name="connsiteX581" fmla="*/ 655236 w 7467600"/>
              <a:gd name="connsiteY581" fmla="*/ 1268632 h 6858000"/>
              <a:gd name="connsiteX582" fmla="*/ 839521 w 7467600"/>
              <a:gd name="connsiteY582" fmla="*/ 1685315 h 6858000"/>
              <a:gd name="connsiteX583" fmla="*/ 1109416 w 7467600"/>
              <a:gd name="connsiteY583" fmla="*/ 2061663 h 6858000"/>
              <a:gd name="connsiteX584" fmla="*/ 1298300 w 7467600"/>
              <a:gd name="connsiteY584" fmla="*/ 2247742 h 6858000"/>
              <a:gd name="connsiteX585" fmla="*/ 1125871 w 7467600"/>
              <a:gd name="connsiteY585" fmla="*/ 1989513 h 6858000"/>
              <a:gd name="connsiteX586" fmla="*/ 981574 w 7467600"/>
              <a:gd name="connsiteY586" fmla="*/ 1783157 h 6858000"/>
              <a:gd name="connsiteX587" fmla="*/ 922198 w 7467600"/>
              <a:gd name="connsiteY587" fmla="*/ 1677437 h 6858000"/>
              <a:gd name="connsiteX588" fmla="*/ 869293 w 7467600"/>
              <a:gd name="connsiteY588" fmla="*/ 1583214 h 6858000"/>
              <a:gd name="connsiteX589" fmla="*/ 751431 w 7467600"/>
              <a:gd name="connsiteY589" fmla="*/ 1405731 h 6858000"/>
              <a:gd name="connsiteX590" fmla="*/ 655236 w 7467600"/>
              <a:gd name="connsiteY590" fmla="*/ 1268632 h 6858000"/>
              <a:gd name="connsiteX591" fmla="*/ 6516292 w 7467600"/>
              <a:gd name="connsiteY591" fmla="*/ 1263064 h 6858000"/>
              <a:gd name="connsiteX592" fmla="*/ 5736320 w 7467600"/>
              <a:gd name="connsiteY592" fmla="*/ 1501803 h 6858000"/>
              <a:gd name="connsiteX593" fmla="*/ 6516292 w 7467600"/>
              <a:gd name="connsiteY593" fmla="*/ 1263064 h 6858000"/>
              <a:gd name="connsiteX594" fmla="*/ 291466 w 7467600"/>
              <a:gd name="connsiteY594" fmla="*/ 1250369 h 6858000"/>
              <a:gd name="connsiteX595" fmla="*/ 323180 w 7467600"/>
              <a:gd name="connsiteY595" fmla="*/ 1435283 h 6858000"/>
              <a:gd name="connsiteX596" fmla="*/ 349381 w 7467600"/>
              <a:gd name="connsiteY596" fmla="*/ 1875041 h 6858000"/>
              <a:gd name="connsiteX597" fmla="*/ 374363 w 7467600"/>
              <a:gd name="connsiteY597" fmla="*/ 1506494 h 6858000"/>
              <a:gd name="connsiteX598" fmla="*/ 302168 w 7467600"/>
              <a:gd name="connsiteY598" fmla="*/ 1274495 h 6858000"/>
              <a:gd name="connsiteX599" fmla="*/ 291466 w 7467600"/>
              <a:gd name="connsiteY599" fmla="*/ 1250369 h 6858000"/>
              <a:gd name="connsiteX600" fmla="*/ 678222 w 7467600"/>
              <a:gd name="connsiteY600" fmla="*/ 1248670 h 6858000"/>
              <a:gd name="connsiteX601" fmla="*/ 775536 w 7467600"/>
              <a:gd name="connsiteY601" fmla="*/ 1388015 h 6858000"/>
              <a:gd name="connsiteX602" fmla="*/ 894529 w 7467600"/>
              <a:gd name="connsiteY602" fmla="*/ 1567739 h 6858000"/>
              <a:gd name="connsiteX603" fmla="*/ 948000 w 7467600"/>
              <a:gd name="connsiteY603" fmla="*/ 1663088 h 6858000"/>
              <a:gd name="connsiteX604" fmla="*/ 1006812 w 7467600"/>
              <a:gd name="connsiteY604" fmla="*/ 1767683 h 6858000"/>
              <a:gd name="connsiteX605" fmla="*/ 1149133 w 7467600"/>
              <a:gd name="connsiteY605" fmla="*/ 1971513 h 6858000"/>
              <a:gd name="connsiteX606" fmla="*/ 1333952 w 7467600"/>
              <a:gd name="connsiteY606" fmla="*/ 2251620 h 6858000"/>
              <a:gd name="connsiteX607" fmla="*/ 1337329 w 7467600"/>
              <a:gd name="connsiteY607" fmla="*/ 2258350 h 6858000"/>
              <a:gd name="connsiteX608" fmla="*/ 1014726 w 7467600"/>
              <a:gd name="connsiteY608" fmla="*/ 1615556 h 6858000"/>
              <a:gd name="connsiteX609" fmla="*/ 678222 w 7467600"/>
              <a:gd name="connsiteY609" fmla="*/ 1248670 h 6858000"/>
              <a:gd name="connsiteX610" fmla="*/ 6691602 w 7467600"/>
              <a:gd name="connsiteY610" fmla="*/ 1140573 h 6858000"/>
              <a:gd name="connsiteX611" fmla="*/ 6571100 w 7467600"/>
              <a:gd name="connsiteY611" fmla="*/ 1183662 h 6858000"/>
              <a:gd name="connsiteX612" fmla="*/ 6241687 w 7467600"/>
              <a:gd name="connsiteY612" fmla="*/ 1257600 h 6858000"/>
              <a:gd name="connsiteX613" fmla="*/ 5693009 w 7467600"/>
              <a:gd name="connsiteY613" fmla="*/ 1478256 h 6858000"/>
              <a:gd name="connsiteX614" fmla="*/ 6548420 w 7467600"/>
              <a:gd name="connsiteY614" fmla="*/ 1214599 h 6858000"/>
              <a:gd name="connsiteX615" fmla="*/ 6605473 w 7467600"/>
              <a:gd name="connsiteY615" fmla="*/ 1184686 h 6858000"/>
              <a:gd name="connsiteX616" fmla="*/ 6691602 w 7467600"/>
              <a:gd name="connsiteY616" fmla="*/ 1140573 h 6858000"/>
              <a:gd name="connsiteX617" fmla="*/ 4002475 w 7467600"/>
              <a:gd name="connsiteY617" fmla="*/ 1037802 h 6858000"/>
              <a:gd name="connsiteX618" fmla="*/ 4000324 w 7467600"/>
              <a:gd name="connsiteY618" fmla="*/ 1039362 h 6858000"/>
              <a:gd name="connsiteX619" fmla="*/ 4002862 w 7467600"/>
              <a:gd name="connsiteY619" fmla="*/ 1042866 h 6858000"/>
              <a:gd name="connsiteX620" fmla="*/ 4002475 w 7467600"/>
              <a:gd name="connsiteY620" fmla="*/ 1037802 h 6858000"/>
              <a:gd name="connsiteX621" fmla="*/ 506322 w 7467600"/>
              <a:gd name="connsiteY621" fmla="*/ 1020997 h 6858000"/>
              <a:gd name="connsiteX622" fmla="*/ 533068 w 7467600"/>
              <a:gd name="connsiteY622" fmla="*/ 1029409 h 6858000"/>
              <a:gd name="connsiteX623" fmla="*/ 1232525 w 7467600"/>
              <a:gd name="connsiteY623" fmla="*/ 1804675 h 6858000"/>
              <a:gd name="connsiteX624" fmla="*/ 1388858 w 7467600"/>
              <a:gd name="connsiteY624" fmla="*/ 2368011 h 6858000"/>
              <a:gd name="connsiteX625" fmla="*/ 1384098 w 7467600"/>
              <a:gd name="connsiteY625" fmla="*/ 2378125 h 6858000"/>
              <a:gd name="connsiteX626" fmla="*/ 1425393 w 7467600"/>
              <a:gd name="connsiteY626" fmla="*/ 2589124 h 6858000"/>
              <a:gd name="connsiteX627" fmla="*/ 1424001 w 7467600"/>
              <a:gd name="connsiteY627" fmla="*/ 2597541 h 6858000"/>
              <a:gd name="connsiteX628" fmla="*/ 2152729 w 7467600"/>
              <a:gd name="connsiteY628" fmla="*/ 2864487 h 6858000"/>
              <a:gd name="connsiteX629" fmla="*/ 2020609 w 7467600"/>
              <a:gd name="connsiteY629" fmla="*/ 2539671 h 6858000"/>
              <a:gd name="connsiteX630" fmla="*/ 2018920 w 7467600"/>
              <a:gd name="connsiteY630" fmla="*/ 2536309 h 6858000"/>
              <a:gd name="connsiteX631" fmla="*/ 1342441 w 7467600"/>
              <a:gd name="connsiteY631" fmla="*/ 1173017 h 6858000"/>
              <a:gd name="connsiteX632" fmla="*/ 1367925 w 7467600"/>
              <a:gd name="connsiteY632" fmla="*/ 1135648 h 6858000"/>
              <a:gd name="connsiteX633" fmla="*/ 1771401 w 7467600"/>
              <a:gd name="connsiteY633" fmla="*/ 1806673 h 6858000"/>
              <a:gd name="connsiteX634" fmla="*/ 1972385 w 7467600"/>
              <a:gd name="connsiteY634" fmla="*/ 2198735 h 6858000"/>
              <a:gd name="connsiteX635" fmla="*/ 2040892 w 7467600"/>
              <a:gd name="connsiteY635" fmla="*/ 2405205 h 6858000"/>
              <a:gd name="connsiteX636" fmla="*/ 2131689 w 7467600"/>
              <a:gd name="connsiteY636" fmla="*/ 1936926 h 6858000"/>
              <a:gd name="connsiteX637" fmla="*/ 2454820 w 7467600"/>
              <a:gd name="connsiteY637" fmla="*/ 1248808 h 6858000"/>
              <a:gd name="connsiteX638" fmla="*/ 2492512 w 7467600"/>
              <a:gd name="connsiteY638" fmla="*/ 1302920 h 6858000"/>
              <a:gd name="connsiteX639" fmla="*/ 2081216 w 7467600"/>
              <a:gd name="connsiteY639" fmla="*/ 2527513 h 6858000"/>
              <a:gd name="connsiteX640" fmla="*/ 2081211 w 7467600"/>
              <a:gd name="connsiteY640" fmla="*/ 2528916 h 6858000"/>
              <a:gd name="connsiteX641" fmla="*/ 2199067 w 7467600"/>
              <a:gd name="connsiteY641" fmla="*/ 2884061 h 6858000"/>
              <a:gd name="connsiteX642" fmla="*/ 3192586 w 7467600"/>
              <a:gd name="connsiteY642" fmla="*/ 3411496 h 6858000"/>
              <a:gd name="connsiteX643" fmla="*/ 3182620 w 7467600"/>
              <a:gd name="connsiteY643" fmla="*/ 3483279 h 6858000"/>
              <a:gd name="connsiteX644" fmla="*/ 2435119 w 7467600"/>
              <a:gd name="connsiteY644" fmla="*/ 3080173 h 6858000"/>
              <a:gd name="connsiteX645" fmla="*/ 2410152 w 7467600"/>
              <a:gd name="connsiteY645" fmla="*/ 3063751 h 6858000"/>
              <a:gd name="connsiteX646" fmla="*/ 2408099 w 7467600"/>
              <a:gd name="connsiteY646" fmla="*/ 3064403 h 6858000"/>
              <a:gd name="connsiteX647" fmla="*/ 2407218 w 7467600"/>
              <a:gd name="connsiteY647" fmla="*/ 3070324 h 6858000"/>
              <a:gd name="connsiteX648" fmla="*/ 2380138 w 7467600"/>
              <a:gd name="connsiteY648" fmla="*/ 3099341 h 6858000"/>
              <a:gd name="connsiteX649" fmla="*/ 1765923 w 7467600"/>
              <a:gd name="connsiteY649" fmla="*/ 3581043 h 6858000"/>
              <a:gd name="connsiteX650" fmla="*/ 1702258 w 7467600"/>
              <a:gd name="connsiteY650" fmla="*/ 3612286 h 6858000"/>
              <a:gd name="connsiteX651" fmla="*/ 1538370 w 7467600"/>
              <a:gd name="connsiteY651" fmla="*/ 3811804 h 6858000"/>
              <a:gd name="connsiteX652" fmla="*/ 542867 w 7467600"/>
              <a:gd name="connsiteY652" fmla="*/ 4944092 h 6858000"/>
              <a:gd name="connsiteX653" fmla="*/ 515800 w 7467600"/>
              <a:gd name="connsiteY653" fmla="*/ 4862180 h 6858000"/>
              <a:gd name="connsiteX654" fmla="*/ 909145 w 7467600"/>
              <a:gd name="connsiteY654" fmla="*/ 4199225 h 6858000"/>
              <a:gd name="connsiteX655" fmla="*/ 1214067 w 7467600"/>
              <a:gd name="connsiteY655" fmla="*/ 3908561 h 6858000"/>
              <a:gd name="connsiteX656" fmla="*/ 640967 w 7467600"/>
              <a:gd name="connsiteY656" fmla="*/ 4105601 h 6858000"/>
              <a:gd name="connsiteX657" fmla="*/ 112563 w 7467600"/>
              <a:gd name="connsiteY657" fmla="*/ 4396952 h 6858000"/>
              <a:gd name="connsiteX658" fmla="*/ 0 w 7467600"/>
              <a:gd name="connsiteY658" fmla="*/ 4466006 h 6858000"/>
              <a:gd name="connsiteX659" fmla="*/ 0 w 7467600"/>
              <a:gd name="connsiteY659" fmla="*/ 4233763 h 6858000"/>
              <a:gd name="connsiteX660" fmla="*/ 36881 w 7467600"/>
              <a:gd name="connsiteY660" fmla="*/ 4200118 h 6858000"/>
              <a:gd name="connsiteX661" fmla="*/ 910534 w 7467600"/>
              <a:gd name="connsiteY661" fmla="*/ 3629753 h 6858000"/>
              <a:gd name="connsiteX662" fmla="*/ 1578717 w 7467600"/>
              <a:gd name="connsiteY662" fmla="*/ 3575982 h 6858000"/>
              <a:gd name="connsiteX663" fmla="*/ 2338780 w 7467600"/>
              <a:gd name="connsiteY663" fmla="*/ 3033725 h 6858000"/>
              <a:gd name="connsiteX664" fmla="*/ 1807991 w 7467600"/>
              <a:gd name="connsiteY664" fmla="*/ 2807184 h 6858000"/>
              <a:gd name="connsiteX665" fmla="*/ 1416358 w 7467600"/>
              <a:gd name="connsiteY665" fmla="*/ 3112571 h 6858000"/>
              <a:gd name="connsiteX666" fmla="*/ 939066 w 7467600"/>
              <a:gd name="connsiteY666" fmla="*/ 3378798 h 6858000"/>
              <a:gd name="connsiteX667" fmla="*/ 115099 w 7467600"/>
              <a:gd name="connsiteY667" fmla="*/ 3607650 h 6858000"/>
              <a:gd name="connsiteX668" fmla="*/ 97284 w 7467600"/>
              <a:gd name="connsiteY668" fmla="*/ 3520393 h 6858000"/>
              <a:gd name="connsiteX669" fmla="*/ 922050 w 7467600"/>
              <a:gd name="connsiteY669" fmla="*/ 3074867 h 6858000"/>
              <a:gd name="connsiteX670" fmla="*/ 1405265 w 7467600"/>
              <a:gd name="connsiteY670" fmla="*/ 3016319 h 6858000"/>
              <a:gd name="connsiteX671" fmla="*/ 1407512 w 7467600"/>
              <a:gd name="connsiteY671" fmla="*/ 3018001 h 6858000"/>
              <a:gd name="connsiteX672" fmla="*/ 1726266 w 7467600"/>
              <a:gd name="connsiteY672" fmla="*/ 2777274 h 6858000"/>
              <a:gd name="connsiteX673" fmla="*/ 625390 w 7467600"/>
              <a:gd name="connsiteY673" fmla="*/ 2514541 h 6858000"/>
              <a:gd name="connsiteX674" fmla="*/ 619799 w 7467600"/>
              <a:gd name="connsiteY674" fmla="*/ 2527180 h 6858000"/>
              <a:gd name="connsiteX675" fmla="*/ 310030 w 7467600"/>
              <a:gd name="connsiteY675" fmla="*/ 2771818 h 6858000"/>
              <a:gd name="connsiteX676" fmla="*/ 173877 w 7467600"/>
              <a:gd name="connsiteY676" fmla="*/ 2937056 h 6858000"/>
              <a:gd name="connsiteX677" fmla="*/ 77889 w 7467600"/>
              <a:gd name="connsiteY677" fmla="*/ 3138440 h 6858000"/>
              <a:gd name="connsiteX678" fmla="*/ 0 w 7467600"/>
              <a:gd name="connsiteY678" fmla="*/ 3271395 h 6858000"/>
              <a:gd name="connsiteX679" fmla="*/ 0 w 7467600"/>
              <a:gd name="connsiteY679" fmla="*/ 3153002 h 6858000"/>
              <a:gd name="connsiteX680" fmla="*/ 2386 w 7467600"/>
              <a:gd name="connsiteY680" fmla="*/ 3149203 h 6858000"/>
              <a:gd name="connsiteX681" fmla="*/ 89753 w 7467600"/>
              <a:gd name="connsiteY681" fmla="*/ 2987702 h 6858000"/>
              <a:gd name="connsiteX682" fmla="*/ 76869 w 7467600"/>
              <a:gd name="connsiteY682" fmla="*/ 3005404 h 6858000"/>
              <a:gd name="connsiteX683" fmla="*/ 32049 w 7467600"/>
              <a:gd name="connsiteY683" fmla="*/ 3065814 h 6858000"/>
              <a:gd name="connsiteX684" fmla="*/ 0 w 7467600"/>
              <a:gd name="connsiteY684" fmla="*/ 3108744 h 6858000"/>
              <a:gd name="connsiteX685" fmla="*/ 0 w 7467600"/>
              <a:gd name="connsiteY685" fmla="*/ 3058059 h 6858000"/>
              <a:gd name="connsiteX686" fmla="*/ 7610 w 7467600"/>
              <a:gd name="connsiteY686" fmla="*/ 3047889 h 6858000"/>
              <a:gd name="connsiteX687" fmla="*/ 52419 w 7467600"/>
              <a:gd name="connsiteY687" fmla="*/ 2987479 h 6858000"/>
              <a:gd name="connsiteX688" fmla="*/ 59142 w 7467600"/>
              <a:gd name="connsiteY688" fmla="*/ 2978488 h 6858000"/>
              <a:gd name="connsiteX689" fmla="*/ 0 w 7467600"/>
              <a:gd name="connsiteY689" fmla="*/ 3015334 h 6858000"/>
              <a:gd name="connsiteX690" fmla="*/ 0 w 7467600"/>
              <a:gd name="connsiteY690" fmla="*/ 2914286 h 6858000"/>
              <a:gd name="connsiteX691" fmla="*/ 36383 w 7467600"/>
              <a:gd name="connsiteY691" fmla="*/ 2901128 h 6858000"/>
              <a:gd name="connsiteX692" fmla="*/ 156329 w 7467600"/>
              <a:gd name="connsiteY692" fmla="*/ 2840533 h 6858000"/>
              <a:gd name="connsiteX693" fmla="*/ 358355 w 7467600"/>
              <a:gd name="connsiteY693" fmla="*/ 2620471 h 6858000"/>
              <a:gd name="connsiteX694" fmla="*/ 510577 w 7467600"/>
              <a:gd name="connsiteY694" fmla="*/ 2501244 h 6858000"/>
              <a:gd name="connsiteX695" fmla="*/ 211967 w 7467600"/>
              <a:gd name="connsiteY695" fmla="*/ 2479171 h 6858000"/>
              <a:gd name="connsiteX696" fmla="*/ 0 w 7467600"/>
              <a:gd name="connsiteY696" fmla="*/ 2476398 h 6858000"/>
              <a:gd name="connsiteX697" fmla="*/ 0 w 7467600"/>
              <a:gd name="connsiteY697" fmla="*/ 2389189 h 6858000"/>
              <a:gd name="connsiteX698" fmla="*/ 103062 w 7467600"/>
              <a:gd name="connsiteY698" fmla="*/ 2389518 h 6858000"/>
              <a:gd name="connsiteX699" fmla="*/ 510734 w 7467600"/>
              <a:gd name="connsiteY699" fmla="*/ 2416201 h 6858000"/>
              <a:gd name="connsiteX700" fmla="*/ 279257 w 7467600"/>
              <a:gd name="connsiteY700" fmla="*/ 2092102 h 6858000"/>
              <a:gd name="connsiteX701" fmla="*/ 65265 w 7467600"/>
              <a:gd name="connsiteY701" fmla="*/ 2006049 h 6858000"/>
              <a:gd name="connsiteX702" fmla="*/ 0 w 7467600"/>
              <a:gd name="connsiteY702" fmla="*/ 1982532 h 6858000"/>
              <a:gd name="connsiteX703" fmla="*/ 0 w 7467600"/>
              <a:gd name="connsiteY703" fmla="*/ 1912789 h 6858000"/>
              <a:gd name="connsiteX704" fmla="*/ 97460 w 7467600"/>
              <a:gd name="connsiteY704" fmla="*/ 1953725 h 6858000"/>
              <a:gd name="connsiteX705" fmla="*/ 221272 w 7467600"/>
              <a:gd name="connsiteY705" fmla="*/ 1980766 h 6858000"/>
              <a:gd name="connsiteX706" fmla="*/ 116765 w 7467600"/>
              <a:gd name="connsiteY706" fmla="*/ 1911033 h 6858000"/>
              <a:gd name="connsiteX707" fmla="*/ 16405 w 7467600"/>
              <a:gd name="connsiteY707" fmla="*/ 1803412 h 6858000"/>
              <a:gd name="connsiteX708" fmla="*/ 0 w 7467600"/>
              <a:gd name="connsiteY708" fmla="*/ 1784777 h 6858000"/>
              <a:gd name="connsiteX709" fmla="*/ 0 w 7467600"/>
              <a:gd name="connsiteY709" fmla="*/ 1740082 h 6858000"/>
              <a:gd name="connsiteX710" fmla="*/ 39394 w 7467600"/>
              <a:gd name="connsiteY710" fmla="*/ 1784856 h 6858000"/>
              <a:gd name="connsiteX711" fmla="*/ 135813 w 7467600"/>
              <a:gd name="connsiteY711" fmla="*/ 1888838 h 6858000"/>
              <a:gd name="connsiteX712" fmla="*/ 242575 w 7467600"/>
              <a:gd name="connsiteY712" fmla="*/ 1958841 h 6858000"/>
              <a:gd name="connsiteX713" fmla="*/ 82197 w 7467600"/>
              <a:gd name="connsiteY713" fmla="*/ 1754826 h 6858000"/>
              <a:gd name="connsiteX714" fmla="*/ 0 w 7467600"/>
              <a:gd name="connsiteY714" fmla="*/ 1679650 h 6858000"/>
              <a:gd name="connsiteX715" fmla="*/ 0 w 7467600"/>
              <a:gd name="connsiteY715" fmla="*/ 1602463 h 6858000"/>
              <a:gd name="connsiteX716" fmla="*/ 84689 w 7467600"/>
              <a:gd name="connsiteY716" fmla="*/ 1677442 h 6858000"/>
              <a:gd name="connsiteX717" fmla="*/ 298437 w 7467600"/>
              <a:gd name="connsiteY717" fmla="*/ 1968019 h 6858000"/>
              <a:gd name="connsiteX718" fmla="*/ 227269 w 7467600"/>
              <a:gd name="connsiteY718" fmla="*/ 1114064 h 6858000"/>
              <a:gd name="connsiteX719" fmla="*/ 248003 w 7467600"/>
              <a:gd name="connsiteY719" fmla="*/ 1089613 h 6858000"/>
              <a:gd name="connsiteX720" fmla="*/ 427020 w 7467600"/>
              <a:gd name="connsiteY720" fmla="*/ 1619803 h 6858000"/>
              <a:gd name="connsiteX721" fmla="*/ 340345 w 7467600"/>
              <a:gd name="connsiteY721" fmla="*/ 2027739 h 6858000"/>
              <a:gd name="connsiteX722" fmla="*/ 360865 w 7467600"/>
              <a:gd name="connsiteY722" fmla="*/ 2044827 h 6858000"/>
              <a:gd name="connsiteX723" fmla="*/ 560414 w 7467600"/>
              <a:gd name="connsiteY723" fmla="*/ 2421457 h 6858000"/>
              <a:gd name="connsiteX724" fmla="*/ 1359703 w 7467600"/>
              <a:gd name="connsiteY724" fmla="*/ 2578554 h 6858000"/>
              <a:gd name="connsiteX725" fmla="*/ 1359422 w 7467600"/>
              <a:gd name="connsiteY725" fmla="*/ 2577994 h 6858000"/>
              <a:gd name="connsiteX726" fmla="*/ 828701 w 7467600"/>
              <a:gd name="connsiteY726" fmla="*/ 1839520 h 6858000"/>
              <a:gd name="connsiteX727" fmla="*/ 494427 w 7467600"/>
              <a:gd name="connsiteY727" fmla="*/ 1092333 h 6858000"/>
              <a:gd name="connsiteX728" fmla="*/ 506322 w 7467600"/>
              <a:gd name="connsiteY728" fmla="*/ 1020997 h 6858000"/>
              <a:gd name="connsiteX729" fmla="*/ 4570198 w 7467600"/>
              <a:gd name="connsiteY729" fmla="*/ 978081 h 6858000"/>
              <a:gd name="connsiteX730" fmla="*/ 4523691 w 7467600"/>
              <a:gd name="connsiteY730" fmla="*/ 1127776 h 6858000"/>
              <a:gd name="connsiteX731" fmla="*/ 4509875 w 7467600"/>
              <a:gd name="connsiteY731" fmla="*/ 1167552 h 6858000"/>
              <a:gd name="connsiteX732" fmla="*/ 4478168 w 7467600"/>
              <a:gd name="connsiteY732" fmla="*/ 1260735 h 6858000"/>
              <a:gd name="connsiteX733" fmla="*/ 4409309 w 7467600"/>
              <a:gd name="connsiteY733" fmla="*/ 1666996 h 6858000"/>
              <a:gd name="connsiteX734" fmla="*/ 4370031 w 7467600"/>
              <a:gd name="connsiteY734" fmla="*/ 1955666 h 6858000"/>
              <a:gd name="connsiteX735" fmla="*/ 4570198 w 7467600"/>
              <a:gd name="connsiteY735" fmla="*/ 978081 h 6858000"/>
              <a:gd name="connsiteX736" fmla="*/ 4557898 w 7467600"/>
              <a:gd name="connsiteY736" fmla="*/ 900011 h 6858000"/>
              <a:gd name="connsiteX737" fmla="*/ 4344840 w 7467600"/>
              <a:gd name="connsiteY737" fmla="*/ 1922038 h 6858000"/>
              <a:gd name="connsiteX738" fmla="*/ 4378710 w 7467600"/>
              <a:gd name="connsiteY738" fmla="*/ 1665516 h 6858000"/>
              <a:gd name="connsiteX739" fmla="*/ 4448798 w 7467600"/>
              <a:gd name="connsiteY739" fmla="*/ 1253024 h 6858000"/>
              <a:gd name="connsiteX740" fmla="*/ 4480315 w 7467600"/>
              <a:gd name="connsiteY740" fmla="*/ 1158454 h 6858000"/>
              <a:gd name="connsiteX741" fmla="*/ 4494133 w 7467600"/>
              <a:gd name="connsiteY741" fmla="*/ 1118676 h 6858000"/>
              <a:gd name="connsiteX742" fmla="*/ 4557898 w 7467600"/>
              <a:gd name="connsiteY742" fmla="*/ 900011 h 6858000"/>
              <a:gd name="connsiteX743" fmla="*/ 5870151 w 7467600"/>
              <a:gd name="connsiteY743" fmla="*/ 898890 h 6858000"/>
              <a:gd name="connsiteX744" fmla="*/ 5861335 w 7467600"/>
              <a:gd name="connsiteY744" fmla="*/ 899177 h 6858000"/>
              <a:gd name="connsiteX745" fmla="*/ 5843702 w 7467600"/>
              <a:gd name="connsiteY745" fmla="*/ 899748 h 6858000"/>
              <a:gd name="connsiteX746" fmla="*/ 5651107 w 7467600"/>
              <a:gd name="connsiteY746" fmla="*/ 920306 h 6858000"/>
              <a:gd name="connsiteX747" fmla="*/ 5459407 w 7467600"/>
              <a:gd name="connsiteY747" fmla="*/ 940975 h 6858000"/>
              <a:gd name="connsiteX748" fmla="*/ 5374846 w 7467600"/>
              <a:gd name="connsiteY748" fmla="*/ 941988 h 6858000"/>
              <a:gd name="connsiteX749" fmla="*/ 5256105 w 7467600"/>
              <a:gd name="connsiteY749" fmla="*/ 945632 h 6858000"/>
              <a:gd name="connsiteX750" fmla="*/ 5107071 w 7467600"/>
              <a:gd name="connsiteY750" fmla="*/ 969720 h 6858000"/>
              <a:gd name="connsiteX751" fmla="*/ 4998681 w 7467600"/>
              <a:gd name="connsiteY751" fmla="*/ 988771 h 6858000"/>
              <a:gd name="connsiteX752" fmla="*/ 5870151 w 7467600"/>
              <a:gd name="connsiteY752" fmla="*/ 898890 h 6858000"/>
              <a:gd name="connsiteX753" fmla="*/ 5504425 w 7467600"/>
              <a:gd name="connsiteY753" fmla="*/ 848067 h 6858000"/>
              <a:gd name="connsiteX754" fmla="*/ 4968849 w 7467600"/>
              <a:gd name="connsiteY754" fmla="*/ 962318 h 6858000"/>
              <a:gd name="connsiteX755" fmla="*/ 5104039 w 7467600"/>
              <a:gd name="connsiteY755" fmla="*/ 940634 h 6858000"/>
              <a:gd name="connsiteX756" fmla="*/ 5256311 w 7467600"/>
              <a:gd name="connsiteY756" fmla="*/ 916490 h 6858000"/>
              <a:gd name="connsiteX757" fmla="*/ 5377381 w 7467600"/>
              <a:gd name="connsiteY757" fmla="*/ 912671 h 6858000"/>
              <a:gd name="connsiteX758" fmla="*/ 5460148 w 7467600"/>
              <a:gd name="connsiteY758" fmla="*/ 911442 h 6858000"/>
              <a:gd name="connsiteX759" fmla="*/ 5648971 w 7467600"/>
              <a:gd name="connsiteY759" fmla="*/ 891331 h 6858000"/>
              <a:gd name="connsiteX760" fmla="*/ 5844807 w 7467600"/>
              <a:gd name="connsiteY760" fmla="*/ 870718 h 6858000"/>
              <a:gd name="connsiteX761" fmla="*/ 5862975 w 7467600"/>
              <a:gd name="connsiteY761" fmla="*/ 869756 h 6858000"/>
              <a:gd name="connsiteX762" fmla="*/ 5920887 w 7467600"/>
              <a:gd name="connsiteY762" fmla="*/ 865929 h 6858000"/>
              <a:gd name="connsiteX763" fmla="*/ 5504425 w 7467600"/>
              <a:gd name="connsiteY763" fmla="*/ 848067 h 6858000"/>
              <a:gd name="connsiteX764" fmla="*/ 3607114 w 7467600"/>
              <a:gd name="connsiteY764" fmla="*/ 467441 h 6858000"/>
              <a:gd name="connsiteX765" fmla="*/ 3296242 w 7467600"/>
              <a:gd name="connsiteY765" fmla="*/ 807991 h 6858000"/>
              <a:gd name="connsiteX766" fmla="*/ 3174674 w 7467600"/>
              <a:gd name="connsiteY766" fmla="*/ 919759 h 6858000"/>
              <a:gd name="connsiteX767" fmla="*/ 3042978 w 7467600"/>
              <a:gd name="connsiteY767" fmla="*/ 1054894 h 6858000"/>
              <a:gd name="connsiteX768" fmla="*/ 2968914 w 7467600"/>
              <a:gd name="connsiteY768" fmla="*/ 1133756 h 6858000"/>
              <a:gd name="connsiteX769" fmla="*/ 3103823 w 7467600"/>
              <a:gd name="connsiteY769" fmla="*/ 1026814 h 6858000"/>
              <a:gd name="connsiteX770" fmla="*/ 3607114 w 7467600"/>
              <a:gd name="connsiteY770" fmla="*/ 467441 h 6858000"/>
              <a:gd name="connsiteX771" fmla="*/ 3744487 w 7467600"/>
              <a:gd name="connsiteY771" fmla="*/ 383136 h 6858000"/>
              <a:gd name="connsiteX772" fmla="*/ 3970213 w 7467600"/>
              <a:gd name="connsiteY772" fmla="*/ 995559 h 6858000"/>
              <a:gd name="connsiteX773" fmla="*/ 3744487 w 7467600"/>
              <a:gd name="connsiteY773" fmla="*/ 383136 h 6858000"/>
              <a:gd name="connsiteX774" fmla="*/ 3624562 w 7467600"/>
              <a:gd name="connsiteY774" fmla="*/ 367041 h 6858000"/>
              <a:gd name="connsiteX775" fmla="*/ 3489712 w 7467600"/>
              <a:gd name="connsiteY775" fmla="*/ 485386 h 6858000"/>
              <a:gd name="connsiteX776" fmla="*/ 3182994 w 7467600"/>
              <a:gd name="connsiteY776" fmla="*/ 828265 h 6858000"/>
              <a:gd name="connsiteX777" fmla="*/ 2892114 w 7467600"/>
              <a:gd name="connsiteY777" fmla="*/ 1172635 h 6858000"/>
              <a:gd name="connsiteX778" fmla="*/ 3021459 w 7467600"/>
              <a:gd name="connsiteY778" fmla="*/ 1035385 h 6858000"/>
              <a:gd name="connsiteX779" fmla="*/ 3153873 w 7467600"/>
              <a:gd name="connsiteY779" fmla="*/ 898971 h 6858000"/>
              <a:gd name="connsiteX780" fmla="*/ 3276511 w 7467600"/>
              <a:gd name="connsiteY780" fmla="*/ 786423 h 6858000"/>
              <a:gd name="connsiteX781" fmla="*/ 3584154 w 7467600"/>
              <a:gd name="connsiteY781" fmla="*/ 448218 h 6858000"/>
              <a:gd name="connsiteX782" fmla="*/ 3624562 w 7467600"/>
              <a:gd name="connsiteY782" fmla="*/ 367041 h 6858000"/>
              <a:gd name="connsiteX783" fmla="*/ 3766672 w 7467600"/>
              <a:gd name="connsiteY783" fmla="*/ 359429 h 6858000"/>
              <a:gd name="connsiteX784" fmla="*/ 3996338 w 7467600"/>
              <a:gd name="connsiteY784" fmla="*/ 968237 h 6858000"/>
              <a:gd name="connsiteX785" fmla="*/ 3766672 w 7467600"/>
              <a:gd name="connsiteY785" fmla="*/ 359429 h 6858000"/>
              <a:gd name="connsiteX786" fmla="*/ 5805386 w 7467600"/>
              <a:gd name="connsiteY786" fmla="*/ 239240 h 6858000"/>
              <a:gd name="connsiteX787" fmla="*/ 5736947 w 7467600"/>
              <a:gd name="connsiteY787" fmla="*/ 261367 h 6858000"/>
              <a:gd name="connsiteX788" fmla="*/ 5427012 w 7467600"/>
              <a:gd name="connsiteY788" fmla="*/ 311272 h 6858000"/>
              <a:gd name="connsiteX789" fmla="*/ 5147818 w 7467600"/>
              <a:gd name="connsiteY789" fmla="*/ 322112 h 6858000"/>
              <a:gd name="connsiteX790" fmla="*/ 5060854 w 7467600"/>
              <a:gd name="connsiteY790" fmla="*/ 311882 h 6858000"/>
              <a:gd name="connsiteX791" fmla="*/ 4945989 w 7467600"/>
              <a:gd name="connsiteY791" fmla="*/ 300516 h 6858000"/>
              <a:gd name="connsiteX792" fmla="*/ 5410479 w 7467600"/>
              <a:gd name="connsiteY792" fmla="*/ 348434 h 6858000"/>
              <a:gd name="connsiteX793" fmla="*/ 5805386 w 7467600"/>
              <a:gd name="connsiteY793" fmla="*/ 239240 h 6858000"/>
              <a:gd name="connsiteX794" fmla="*/ 5905192 w 7467600"/>
              <a:gd name="connsiteY794" fmla="*/ 163079 h 6858000"/>
              <a:gd name="connsiteX795" fmla="*/ 5865655 w 7467600"/>
              <a:gd name="connsiteY795" fmla="*/ 171901 h 6858000"/>
              <a:gd name="connsiteX796" fmla="*/ 5259740 w 7467600"/>
              <a:gd name="connsiteY796" fmla="*/ 257013 h 6858000"/>
              <a:gd name="connsiteX797" fmla="*/ 5208466 w 7467600"/>
              <a:gd name="connsiteY797" fmla="*/ 257550 h 6858000"/>
              <a:gd name="connsiteX798" fmla="*/ 4980204 w 7467600"/>
              <a:gd name="connsiteY798" fmla="*/ 271903 h 6858000"/>
              <a:gd name="connsiteX799" fmla="*/ 5068068 w 7467600"/>
              <a:gd name="connsiteY799" fmla="*/ 282244 h 6858000"/>
              <a:gd name="connsiteX800" fmla="*/ 5153231 w 7467600"/>
              <a:gd name="connsiteY800" fmla="*/ 292240 h 6858000"/>
              <a:gd name="connsiteX801" fmla="*/ 5426491 w 7467600"/>
              <a:gd name="connsiteY801" fmla="*/ 281128 h 6858000"/>
              <a:gd name="connsiteX802" fmla="*/ 5731212 w 7467600"/>
              <a:gd name="connsiteY802" fmla="*/ 231951 h 6858000"/>
              <a:gd name="connsiteX803" fmla="*/ 5905192 w 7467600"/>
              <a:gd name="connsiteY803" fmla="*/ 163079 h 6858000"/>
              <a:gd name="connsiteX804" fmla="*/ 5944437 w 7467600"/>
              <a:gd name="connsiteY804" fmla="*/ 113829 h 6858000"/>
              <a:gd name="connsiteX805" fmla="*/ 5825032 w 7467600"/>
              <a:gd name="connsiteY805" fmla="*/ 146405 h 6858000"/>
              <a:gd name="connsiteX806" fmla="*/ 4955599 w 7467600"/>
              <a:gd name="connsiteY806" fmla="*/ 247008 h 6858000"/>
              <a:gd name="connsiteX807" fmla="*/ 5210104 w 7467600"/>
              <a:gd name="connsiteY807" fmla="*/ 228123 h 6858000"/>
              <a:gd name="connsiteX808" fmla="*/ 5261015 w 7467600"/>
              <a:gd name="connsiteY808" fmla="*/ 227087 h 6858000"/>
              <a:gd name="connsiteX809" fmla="*/ 5861181 w 7467600"/>
              <a:gd name="connsiteY809" fmla="*/ 143093 h 6858000"/>
              <a:gd name="connsiteX810" fmla="*/ 5961252 w 7467600"/>
              <a:gd name="connsiteY810" fmla="*/ 114820 h 6858000"/>
              <a:gd name="connsiteX811" fmla="*/ 5944437 w 7467600"/>
              <a:gd name="connsiteY811" fmla="*/ 113829 h 6858000"/>
              <a:gd name="connsiteX812" fmla="*/ 3882765 w 7467600"/>
              <a:gd name="connsiteY812" fmla="*/ 0 h 6858000"/>
              <a:gd name="connsiteX813" fmla="*/ 3995099 w 7467600"/>
              <a:gd name="connsiteY813" fmla="*/ 0 h 6858000"/>
              <a:gd name="connsiteX814" fmla="*/ 4163818 w 7467600"/>
              <a:gd name="connsiteY814" fmla="*/ 234104 h 6858000"/>
              <a:gd name="connsiteX815" fmla="*/ 4172099 w 7467600"/>
              <a:gd name="connsiteY815" fmla="*/ 234207 h 6858000"/>
              <a:gd name="connsiteX816" fmla="*/ 4784282 w 7467600"/>
              <a:gd name="connsiteY816" fmla="*/ 276561 h 6858000"/>
              <a:gd name="connsiteX817" fmla="*/ 4801687 w 7467600"/>
              <a:gd name="connsiteY817" fmla="*/ 267764 h 6858000"/>
              <a:gd name="connsiteX818" fmla="*/ 6082788 w 7467600"/>
              <a:gd name="connsiteY818" fmla="*/ 64119 h 6858000"/>
              <a:gd name="connsiteX819" fmla="*/ 6099442 w 7467600"/>
              <a:gd name="connsiteY819" fmla="*/ 82568 h 6858000"/>
              <a:gd name="connsiteX820" fmla="*/ 4804137 w 7467600"/>
              <a:gd name="connsiteY820" fmla="*/ 320931 h 6858000"/>
              <a:gd name="connsiteX821" fmla="*/ 4227047 w 7467600"/>
              <a:gd name="connsiteY821" fmla="*/ 313415 h 6858000"/>
              <a:gd name="connsiteX822" fmla="*/ 4346041 w 7467600"/>
              <a:gd name="connsiteY822" fmla="*/ 456086 h 6858000"/>
              <a:gd name="connsiteX823" fmla="*/ 4870967 w 7467600"/>
              <a:gd name="connsiteY823" fmla="*/ 963061 h 6858000"/>
              <a:gd name="connsiteX824" fmla="*/ 4889647 w 7467600"/>
              <a:gd name="connsiteY824" fmla="*/ 957147 h 6858000"/>
              <a:gd name="connsiteX825" fmla="*/ 5422504 w 7467600"/>
              <a:gd name="connsiteY825" fmla="*/ 805191 h 6858000"/>
              <a:gd name="connsiteX826" fmla="*/ 6087656 w 7467600"/>
              <a:gd name="connsiteY826" fmla="*/ 826703 h 6858000"/>
              <a:gd name="connsiteX827" fmla="*/ 6058717 w 7467600"/>
              <a:gd name="connsiteY827" fmla="*/ 865992 h 6858000"/>
              <a:gd name="connsiteX828" fmla="*/ 4974153 w 7467600"/>
              <a:gd name="connsiteY828" fmla="*/ 1045456 h 6858000"/>
              <a:gd name="connsiteX829" fmla="*/ 5627835 w 7467600"/>
              <a:gd name="connsiteY829" fmla="*/ 1472077 h 6858000"/>
              <a:gd name="connsiteX830" fmla="*/ 5629817 w 7467600"/>
              <a:gd name="connsiteY830" fmla="*/ 1471412 h 6858000"/>
              <a:gd name="connsiteX831" fmla="*/ 5634124 w 7467600"/>
              <a:gd name="connsiteY831" fmla="*/ 1470572 h 6858000"/>
              <a:gd name="connsiteX832" fmla="*/ 5755832 w 7467600"/>
              <a:gd name="connsiteY832" fmla="*/ 1383886 h 6858000"/>
              <a:gd name="connsiteX833" fmla="*/ 6014186 w 7467600"/>
              <a:gd name="connsiteY833" fmla="*/ 1279799 h 6858000"/>
              <a:gd name="connsiteX834" fmla="*/ 6901619 w 7467600"/>
              <a:gd name="connsiteY834" fmla="*/ 1047874 h 6858000"/>
              <a:gd name="connsiteX835" fmla="*/ 6931566 w 7467600"/>
              <a:gd name="connsiteY835" fmla="*/ 1062034 h 6858000"/>
              <a:gd name="connsiteX836" fmla="*/ 5790982 w 7467600"/>
              <a:gd name="connsiteY836" fmla="*/ 1561380 h 6858000"/>
              <a:gd name="connsiteX837" fmla="*/ 6188971 w 7467600"/>
              <a:gd name="connsiteY837" fmla="*/ 1755168 h 6858000"/>
              <a:gd name="connsiteX838" fmla="*/ 6202446 w 7467600"/>
              <a:gd name="connsiteY838" fmla="*/ 1752268 h 6858000"/>
              <a:gd name="connsiteX839" fmla="*/ 7179560 w 7467600"/>
              <a:gd name="connsiteY839" fmla="*/ 1467551 h 6858000"/>
              <a:gd name="connsiteX840" fmla="*/ 7158730 w 7467600"/>
              <a:gd name="connsiteY840" fmla="*/ 1507835 h 6858000"/>
              <a:gd name="connsiteX841" fmla="*/ 6326959 w 7467600"/>
              <a:gd name="connsiteY841" fmla="*/ 1817686 h 6858000"/>
              <a:gd name="connsiteX842" fmla="*/ 6537433 w 7467600"/>
              <a:gd name="connsiteY842" fmla="*/ 1907790 h 6858000"/>
              <a:gd name="connsiteX843" fmla="*/ 6550221 w 7467600"/>
              <a:gd name="connsiteY843" fmla="*/ 1910729 h 6858000"/>
              <a:gd name="connsiteX844" fmla="*/ 6964438 w 7467600"/>
              <a:gd name="connsiteY844" fmla="*/ 2209505 h 6858000"/>
              <a:gd name="connsiteX845" fmla="*/ 7367862 w 7467600"/>
              <a:gd name="connsiteY845" fmla="*/ 2806833 h 6858000"/>
              <a:gd name="connsiteX846" fmla="*/ 7364329 w 7467600"/>
              <a:gd name="connsiteY846" fmla="*/ 2826907 h 6858000"/>
              <a:gd name="connsiteX847" fmla="*/ 7290545 w 7467600"/>
              <a:gd name="connsiteY847" fmla="*/ 2850663 h 6858000"/>
              <a:gd name="connsiteX848" fmla="*/ 6472036 w 7467600"/>
              <a:gd name="connsiteY848" fmla="*/ 1959003 h 6858000"/>
              <a:gd name="connsiteX849" fmla="*/ 5792897 w 7467600"/>
              <a:gd name="connsiteY849" fmla="*/ 1647747 h 6858000"/>
              <a:gd name="connsiteX850" fmla="*/ 5842751 w 7467600"/>
              <a:gd name="connsiteY850" fmla="*/ 1816112 h 6858000"/>
              <a:gd name="connsiteX851" fmla="*/ 5847424 w 7467600"/>
              <a:gd name="connsiteY851" fmla="*/ 1815776 h 6858000"/>
              <a:gd name="connsiteX852" fmla="*/ 6399821 w 7467600"/>
              <a:gd name="connsiteY852" fmla="*/ 2344799 h 6858000"/>
              <a:gd name="connsiteX853" fmla="*/ 6323232 w 7467600"/>
              <a:gd name="connsiteY853" fmla="*/ 2389634 h 6858000"/>
              <a:gd name="connsiteX854" fmla="*/ 5942958 w 7467600"/>
              <a:gd name="connsiteY854" fmla="*/ 2077708 h 6858000"/>
              <a:gd name="connsiteX855" fmla="*/ 5921559 w 7467600"/>
              <a:gd name="connsiteY855" fmla="*/ 2378596 h 6858000"/>
              <a:gd name="connsiteX856" fmla="*/ 5817651 w 7467600"/>
              <a:gd name="connsiteY856" fmla="*/ 3023919 h 6858000"/>
              <a:gd name="connsiteX857" fmla="*/ 5729634 w 7467600"/>
              <a:gd name="connsiteY857" fmla="*/ 3051849 h 6858000"/>
              <a:gd name="connsiteX858" fmla="*/ 5611018 w 7467600"/>
              <a:gd name="connsiteY858" fmla="*/ 2316769 h 6858000"/>
              <a:gd name="connsiteX859" fmla="*/ 5687608 w 7467600"/>
              <a:gd name="connsiteY859" fmla="*/ 2039972 h 6858000"/>
              <a:gd name="connsiteX860" fmla="*/ 5657554 w 7467600"/>
              <a:gd name="connsiteY860" fmla="*/ 1576445 h 6858000"/>
              <a:gd name="connsiteX861" fmla="*/ 5150475 w 7467600"/>
              <a:gd name="connsiteY861" fmla="*/ 1274012 h 6858000"/>
              <a:gd name="connsiteX862" fmla="*/ 5349142 w 7467600"/>
              <a:gd name="connsiteY862" fmla="*/ 2204405 h 6858000"/>
              <a:gd name="connsiteX863" fmla="*/ 5262214 w 7467600"/>
              <a:gd name="connsiteY863" fmla="*/ 2233836 h 6858000"/>
              <a:gd name="connsiteX864" fmla="*/ 4981539 w 7467600"/>
              <a:gd name="connsiteY864" fmla="*/ 1542201 h 6858000"/>
              <a:gd name="connsiteX865" fmla="*/ 4958461 w 7467600"/>
              <a:gd name="connsiteY865" fmla="*/ 1136957 h 6858000"/>
              <a:gd name="connsiteX866" fmla="*/ 4655015 w 7467600"/>
              <a:gd name="connsiteY866" fmla="*/ 891426 h 6858000"/>
              <a:gd name="connsiteX867" fmla="*/ 4348002 w 7467600"/>
              <a:gd name="connsiteY867" fmla="*/ 2205895 h 6858000"/>
              <a:gd name="connsiteX868" fmla="*/ 4262250 w 7467600"/>
              <a:gd name="connsiteY868" fmla="*/ 2219972 h 6858000"/>
              <a:gd name="connsiteX869" fmla="*/ 4550611 w 7467600"/>
              <a:gd name="connsiteY869" fmla="*/ 817540 h 6858000"/>
              <a:gd name="connsiteX870" fmla="*/ 4564418 w 7467600"/>
              <a:gd name="connsiteY870" fmla="*/ 808293 h 6858000"/>
              <a:gd name="connsiteX871" fmla="*/ 4266388 w 7467600"/>
              <a:gd name="connsiteY871" fmla="*/ 500083 h 6858000"/>
              <a:gd name="connsiteX872" fmla="*/ 4032842 w 7467600"/>
              <a:gd name="connsiteY872" fmla="*/ 211809 h 6858000"/>
              <a:gd name="connsiteX873" fmla="*/ 3882765 w 7467600"/>
              <a:gd name="connsiteY873" fmla="*/ 0 h 6858000"/>
              <a:gd name="connsiteX874" fmla="*/ 3721337 w 7467600"/>
              <a:gd name="connsiteY874" fmla="*/ 0 h 6858000"/>
              <a:gd name="connsiteX875" fmla="*/ 3797544 w 7467600"/>
              <a:gd name="connsiteY875" fmla="*/ 0 h 6858000"/>
              <a:gd name="connsiteX876" fmla="*/ 3775734 w 7467600"/>
              <a:gd name="connsiteY876" fmla="*/ 95131 h 6858000"/>
              <a:gd name="connsiteX877" fmla="*/ 3724807 w 7467600"/>
              <a:gd name="connsiteY877" fmla="*/ 272257 h 6858000"/>
              <a:gd name="connsiteX878" fmla="*/ 3726844 w 7467600"/>
              <a:gd name="connsiteY878" fmla="*/ 282988 h 6858000"/>
              <a:gd name="connsiteX879" fmla="*/ 3742664 w 7467600"/>
              <a:gd name="connsiteY879" fmla="*/ 279918 h 6858000"/>
              <a:gd name="connsiteX880" fmla="*/ 4103910 w 7467600"/>
              <a:gd name="connsiteY880" fmla="*/ 1161917 h 6858000"/>
              <a:gd name="connsiteX881" fmla="*/ 4020269 w 7467600"/>
              <a:gd name="connsiteY881" fmla="*/ 1200406 h 6858000"/>
              <a:gd name="connsiteX882" fmla="*/ 3674882 w 7467600"/>
              <a:gd name="connsiteY882" fmla="*/ 488524 h 6858000"/>
              <a:gd name="connsiteX883" fmla="*/ 3132682 w 7467600"/>
              <a:gd name="connsiteY883" fmla="*/ 1072284 h 6858000"/>
              <a:gd name="connsiteX884" fmla="*/ 2716346 w 7467600"/>
              <a:gd name="connsiteY884" fmla="*/ 1276376 h 6858000"/>
              <a:gd name="connsiteX885" fmla="*/ 2716772 w 7467600"/>
              <a:gd name="connsiteY885" fmla="*/ 1255462 h 6858000"/>
              <a:gd name="connsiteX886" fmla="*/ 3471096 w 7467600"/>
              <a:gd name="connsiteY886" fmla="*/ 437072 h 6858000"/>
              <a:gd name="connsiteX887" fmla="*/ 3639057 w 7467600"/>
              <a:gd name="connsiteY887" fmla="*/ 286334 h 6858000"/>
              <a:gd name="connsiteX888" fmla="*/ 3640309 w 7467600"/>
              <a:gd name="connsiteY888" fmla="*/ 284664 h 6858000"/>
              <a:gd name="connsiteX889" fmla="*/ 3646022 w 7467600"/>
              <a:gd name="connsiteY889" fmla="*/ 276711 h 6858000"/>
              <a:gd name="connsiteX890" fmla="*/ 3707943 w 7467600"/>
              <a:gd name="connsiteY890" fmla="*/ 65958 h 6858000"/>
              <a:gd name="connsiteX891" fmla="*/ 3721337 w 7467600"/>
              <a:gd name="connsiteY891" fmla="*/ 0 h 6858000"/>
              <a:gd name="connsiteX892" fmla="*/ 2867960 w 7467600"/>
              <a:gd name="connsiteY892" fmla="*/ 0 h 6858000"/>
              <a:gd name="connsiteX893" fmla="*/ 2926351 w 7467600"/>
              <a:gd name="connsiteY893" fmla="*/ 0 h 6858000"/>
              <a:gd name="connsiteX894" fmla="*/ 2902823 w 7467600"/>
              <a:gd name="connsiteY894" fmla="*/ 262929 h 6858000"/>
              <a:gd name="connsiteX895" fmla="*/ 2940663 w 7467600"/>
              <a:gd name="connsiteY895" fmla="*/ 140884 h 6858000"/>
              <a:gd name="connsiteX896" fmla="*/ 2947039 w 7467600"/>
              <a:gd name="connsiteY896" fmla="*/ 122524 h 6858000"/>
              <a:gd name="connsiteX897" fmla="*/ 2984316 w 7467600"/>
              <a:gd name="connsiteY897" fmla="*/ 0 h 6858000"/>
              <a:gd name="connsiteX898" fmla="*/ 3016114 w 7467600"/>
              <a:gd name="connsiteY898" fmla="*/ 0 h 6858000"/>
              <a:gd name="connsiteX899" fmla="*/ 2979949 w 7467600"/>
              <a:gd name="connsiteY899" fmla="*/ 119274 h 6858000"/>
              <a:gd name="connsiteX900" fmla="*/ 3023879 w 7467600"/>
              <a:gd name="connsiteY900" fmla="*/ 0 h 6858000"/>
              <a:gd name="connsiteX901" fmla="*/ 3105400 w 7467600"/>
              <a:gd name="connsiteY901" fmla="*/ 0 h 6858000"/>
              <a:gd name="connsiteX902" fmla="*/ 3094669 w 7467600"/>
              <a:gd name="connsiteY902" fmla="*/ 30308 h 6858000"/>
              <a:gd name="connsiteX903" fmla="*/ 2901945 w 7467600"/>
              <a:gd name="connsiteY903" fmla="*/ 466538 h 6858000"/>
              <a:gd name="connsiteX904" fmla="*/ 2815209 w 7467600"/>
              <a:gd name="connsiteY904" fmla="*/ 497361 h 6858000"/>
              <a:gd name="connsiteX905" fmla="*/ 2844845 w 7467600"/>
              <a:gd name="connsiteY905" fmla="*/ 127638 h 6858000"/>
              <a:gd name="connsiteX906" fmla="*/ 2867960 w 7467600"/>
              <a:gd name="connsiteY906" fmla="*/ 0 h 6858000"/>
              <a:gd name="connsiteX907" fmla="*/ 1057230 w 7467600"/>
              <a:gd name="connsiteY907" fmla="*/ 0 h 6858000"/>
              <a:gd name="connsiteX908" fmla="*/ 1111003 w 7467600"/>
              <a:gd name="connsiteY908" fmla="*/ 0 h 6858000"/>
              <a:gd name="connsiteX909" fmla="*/ 1125553 w 7467600"/>
              <a:gd name="connsiteY909" fmla="*/ 52588 h 6858000"/>
              <a:gd name="connsiteX910" fmla="*/ 1304276 w 7467600"/>
              <a:gd name="connsiteY910" fmla="*/ 476275 h 6858000"/>
              <a:gd name="connsiteX911" fmla="*/ 1492066 w 7467600"/>
              <a:gd name="connsiteY911" fmla="*/ 886333 h 6858000"/>
              <a:gd name="connsiteX912" fmla="*/ 1423698 w 7467600"/>
              <a:gd name="connsiteY912" fmla="*/ 710817 h 6858000"/>
              <a:gd name="connsiteX913" fmla="*/ 1357609 w 7467600"/>
              <a:gd name="connsiteY913" fmla="*/ 532892 h 6858000"/>
              <a:gd name="connsiteX914" fmla="*/ 1309550 w 7467600"/>
              <a:gd name="connsiteY914" fmla="*/ 374031 h 6858000"/>
              <a:gd name="connsiteX915" fmla="*/ 1193673 w 7467600"/>
              <a:gd name="connsiteY915" fmla="*/ 49533 h 6858000"/>
              <a:gd name="connsiteX916" fmla="*/ 1164391 w 7467600"/>
              <a:gd name="connsiteY916" fmla="*/ 0 h 6858000"/>
              <a:gd name="connsiteX917" fmla="*/ 1200666 w 7467600"/>
              <a:gd name="connsiteY917" fmla="*/ 0 h 6858000"/>
              <a:gd name="connsiteX918" fmla="*/ 1223408 w 7467600"/>
              <a:gd name="connsiteY918" fmla="*/ 38996 h 6858000"/>
              <a:gd name="connsiteX919" fmla="*/ 1339635 w 7467600"/>
              <a:gd name="connsiteY919" fmla="*/ 365517 h 6858000"/>
              <a:gd name="connsiteX920" fmla="*/ 1387469 w 7467600"/>
              <a:gd name="connsiteY920" fmla="*/ 523079 h 6858000"/>
              <a:gd name="connsiteX921" fmla="*/ 1452685 w 7467600"/>
              <a:gd name="connsiteY921" fmla="*/ 699806 h 6858000"/>
              <a:gd name="connsiteX922" fmla="*/ 1492092 w 7467600"/>
              <a:gd name="connsiteY922" fmla="*/ 800424 h 6858000"/>
              <a:gd name="connsiteX923" fmla="*/ 1455302 w 7467600"/>
              <a:gd name="connsiteY923" fmla="*/ 632913 h 6858000"/>
              <a:gd name="connsiteX924" fmla="*/ 1222336 w 7467600"/>
              <a:gd name="connsiteY924" fmla="*/ 9480 h 6858000"/>
              <a:gd name="connsiteX925" fmla="*/ 1214634 w 7467600"/>
              <a:gd name="connsiteY925" fmla="*/ 0 h 6858000"/>
              <a:gd name="connsiteX926" fmla="*/ 1289827 w 7467600"/>
              <a:gd name="connsiteY926" fmla="*/ 0 h 6858000"/>
              <a:gd name="connsiteX927" fmla="*/ 1321076 w 7467600"/>
              <a:gd name="connsiteY927" fmla="*/ 59722 h 6858000"/>
              <a:gd name="connsiteX928" fmla="*/ 1512579 w 7467600"/>
              <a:gd name="connsiteY928" fmla="*/ 626441 h 6858000"/>
              <a:gd name="connsiteX929" fmla="*/ 1506076 w 7467600"/>
              <a:gd name="connsiteY929" fmla="*/ 1089289 h 6858000"/>
              <a:gd name="connsiteX930" fmla="*/ 1486346 w 7467600"/>
              <a:gd name="connsiteY930" fmla="*/ 1079919 h 6858000"/>
              <a:gd name="connsiteX931" fmla="*/ 1070511 w 7467600"/>
              <a:gd name="connsiteY931" fmla="*/ 48609 h 6858000"/>
              <a:gd name="connsiteX932" fmla="*/ 1057230 w 7467600"/>
              <a:gd name="connsiteY932" fmla="*/ 0 h 6858000"/>
              <a:gd name="connsiteX933" fmla="*/ 43151 w 7467600"/>
              <a:gd name="connsiteY933" fmla="*/ 0 h 6858000"/>
              <a:gd name="connsiteX934" fmla="*/ 95283 w 7467600"/>
              <a:gd name="connsiteY934" fmla="*/ 0 h 6858000"/>
              <a:gd name="connsiteX935" fmla="*/ 300708 w 7467600"/>
              <a:gd name="connsiteY935" fmla="*/ 154571 h 6858000"/>
              <a:gd name="connsiteX936" fmla="*/ 530414 w 7467600"/>
              <a:gd name="connsiteY936" fmla="*/ 354673 h 6858000"/>
              <a:gd name="connsiteX937" fmla="*/ 333785 w 7467600"/>
              <a:gd name="connsiteY937" fmla="*/ 161564 h 6858000"/>
              <a:gd name="connsiteX938" fmla="*/ 147005 w 7467600"/>
              <a:gd name="connsiteY938" fmla="*/ 0 h 6858000"/>
              <a:gd name="connsiteX939" fmla="*/ 272509 w 7467600"/>
              <a:gd name="connsiteY939" fmla="*/ 0 h 6858000"/>
              <a:gd name="connsiteX940" fmla="*/ 326276 w 7467600"/>
              <a:gd name="connsiteY940" fmla="*/ 45847 h 6858000"/>
              <a:gd name="connsiteX941" fmla="*/ 823759 w 7467600"/>
              <a:gd name="connsiteY941" fmla="*/ 574145 h 6858000"/>
              <a:gd name="connsiteX942" fmla="*/ 811254 w 7467600"/>
              <a:gd name="connsiteY942" fmla="*/ 665546 h 6858000"/>
              <a:gd name="connsiteX943" fmla="*/ 154042 w 7467600"/>
              <a:gd name="connsiteY943" fmla="*/ 261522 h 6858000"/>
              <a:gd name="connsiteX944" fmla="*/ 13550 w 7467600"/>
              <a:gd name="connsiteY944" fmla="*/ 158423 h 6858000"/>
              <a:gd name="connsiteX945" fmla="*/ 0 w 7467600"/>
              <a:gd name="connsiteY945" fmla="*/ 146618 h 6858000"/>
              <a:gd name="connsiteX946" fmla="*/ 0 w 7467600"/>
              <a:gd name="connsiteY946" fmla="*/ 59161 h 6858000"/>
              <a:gd name="connsiteX947" fmla="*/ 45427 w 7467600"/>
              <a:gd name="connsiteY947" fmla="*/ 101078 h 6858000"/>
              <a:gd name="connsiteX948" fmla="*/ 630103 w 7467600"/>
              <a:gd name="connsiteY948" fmla="*/ 485885 h 6858000"/>
              <a:gd name="connsiteX949" fmla="*/ 532040 w 7467600"/>
              <a:gd name="connsiteY949" fmla="*/ 399359 h 6858000"/>
              <a:gd name="connsiteX950" fmla="*/ 517618 w 7467600"/>
              <a:gd name="connsiteY950" fmla="*/ 385726 h 6858000"/>
              <a:gd name="connsiteX951" fmla="*/ 285074 w 7467600"/>
              <a:gd name="connsiteY951" fmla="*/ 182755 h 6858000"/>
              <a:gd name="connsiteX952" fmla="*/ 43151 w 7467600"/>
              <a:gd name="connsiteY95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1019354 w 7467600"/>
              <a:gd name="connsiteY20" fmla="*/ 6315006 h 6858000"/>
              <a:gd name="connsiteX21" fmla="*/ 441046 w 7467600"/>
              <a:gd name="connsiteY21" fmla="*/ 6691153 h 6858000"/>
              <a:gd name="connsiteX22" fmla="*/ 1019354 w 7467600"/>
              <a:gd name="connsiteY22" fmla="*/ 6315006 h 6858000"/>
              <a:gd name="connsiteX23" fmla="*/ 991680 w 7467600"/>
              <a:gd name="connsiteY23" fmla="*/ 6298413 h 6858000"/>
              <a:gd name="connsiteX24" fmla="*/ 409060 w 7467600"/>
              <a:gd name="connsiteY24" fmla="*/ 6671470 h 6858000"/>
              <a:gd name="connsiteX25" fmla="*/ 991680 w 7467600"/>
              <a:gd name="connsiteY25" fmla="*/ 6298413 h 6858000"/>
              <a:gd name="connsiteX26" fmla="*/ 103333 w 7467600"/>
              <a:gd name="connsiteY26" fmla="*/ 5699602 h 6858000"/>
              <a:gd name="connsiteX27" fmla="*/ 233938 w 7467600"/>
              <a:gd name="connsiteY27" fmla="*/ 5809416 h 6858000"/>
              <a:gd name="connsiteX28" fmla="*/ 883580 w 7467600"/>
              <a:gd name="connsiteY28" fmla="*/ 6180710 h 6858000"/>
              <a:gd name="connsiteX29" fmla="*/ 487337 w 7467600"/>
              <a:gd name="connsiteY29" fmla="*/ 5950182 h 6858000"/>
              <a:gd name="connsiteX30" fmla="*/ 354051 w 7467600"/>
              <a:gd name="connsiteY30" fmla="*/ 5854912 h 6858000"/>
              <a:gd name="connsiteX31" fmla="*/ 195436 w 7467600"/>
              <a:gd name="connsiteY31" fmla="*/ 5755068 h 6858000"/>
              <a:gd name="connsiteX32" fmla="*/ 103333 w 7467600"/>
              <a:gd name="connsiteY32" fmla="*/ 5699602 h 6858000"/>
              <a:gd name="connsiteX33" fmla="*/ 5539432 w 7467600"/>
              <a:gd name="connsiteY33" fmla="*/ 5642928 h 6858000"/>
              <a:gd name="connsiteX34" fmla="*/ 5555462 w 7467600"/>
              <a:gd name="connsiteY34" fmla="*/ 5694454 h 6858000"/>
              <a:gd name="connsiteX35" fmla="*/ 5828270 w 7467600"/>
              <a:gd name="connsiteY35" fmla="*/ 6320663 h 6858000"/>
              <a:gd name="connsiteX36" fmla="*/ 5947416 w 7467600"/>
              <a:gd name="connsiteY36" fmla="*/ 6574846 h 6858000"/>
              <a:gd name="connsiteX37" fmla="*/ 5539432 w 7467600"/>
              <a:gd name="connsiteY37" fmla="*/ 5642928 h 6858000"/>
              <a:gd name="connsiteX38" fmla="*/ 51253 w 7467600"/>
              <a:gd name="connsiteY38" fmla="*/ 5631825 h 6858000"/>
              <a:gd name="connsiteX39" fmla="*/ 211622 w 7467600"/>
              <a:gd name="connsiteY39" fmla="*/ 5728803 h 6858000"/>
              <a:gd name="connsiteX40" fmla="*/ 371652 w 7467600"/>
              <a:gd name="connsiteY40" fmla="*/ 5829062 h 6858000"/>
              <a:gd name="connsiteX41" fmla="*/ 505903 w 7467600"/>
              <a:gd name="connsiteY41" fmla="*/ 5925221 h 6858000"/>
              <a:gd name="connsiteX42" fmla="*/ 899240 w 7467600"/>
              <a:gd name="connsiteY42" fmla="*/ 6153068 h 6858000"/>
              <a:gd name="connsiteX43" fmla="*/ 988114 w 7467600"/>
              <a:gd name="connsiteY43" fmla="*/ 6174204 h 6858000"/>
              <a:gd name="connsiteX44" fmla="*/ 845971 w 7467600"/>
              <a:gd name="connsiteY44" fmla="*/ 6067177 h 6858000"/>
              <a:gd name="connsiteX45" fmla="*/ 448057 w 7467600"/>
              <a:gd name="connsiteY45" fmla="*/ 5841376 h 6858000"/>
              <a:gd name="connsiteX46" fmla="*/ 51253 w 7467600"/>
              <a:gd name="connsiteY46" fmla="*/ 5631825 h 6858000"/>
              <a:gd name="connsiteX47" fmla="*/ 2606687 w 7467600"/>
              <a:gd name="connsiteY47" fmla="*/ 5630718 h 6858000"/>
              <a:gd name="connsiteX48" fmla="*/ 2645658 w 7467600"/>
              <a:gd name="connsiteY48" fmla="*/ 6640259 h 6858000"/>
              <a:gd name="connsiteX49" fmla="*/ 2606687 w 7467600"/>
              <a:gd name="connsiteY49" fmla="*/ 5630718 h 6858000"/>
              <a:gd name="connsiteX50" fmla="*/ 3642057 w 7467600"/>
              <a:gd name="connsiteY50" fmla="*/ 5573487 h 6858000"/>
              <a:gd name="connsiteX51" fmla="*/ 3632981 w 7467600"/>
              <a:gd name="connsiteY51" fmla="*/ 5579437 h 6858000"/>
              <a:gd name="connsiteX52" fmla="*/ 3382436 w 7467600"/>
              <a:gd name="connsiteY52" fmla="*/ 5952726 h 6858000"/>
              <a:gd name="connsiteX53" fmla="*/ 3191929 w 7467600"/>
              <a:gd name="connsiteY53" fmla="*/ 6662669 h 6858000"/>
              <a:gd name="connsiteX54" fmla="*/ 3369898 w 7467600"/>
              <a:gd name="connsiteY54" fmla="*/ 6081771 h 6858000"/>
              <a:gd name="connsiteX55" fmla="*/ 3642057 w 7467600"/>
              <a:gd name="connsiteY55" fmla="*/ 5573487 h 6858000"/>
              <a:gd name="connsiteX56" fmla="*/ 2650666 w 7467600"/>
              <a:gd name="connsiteY56" fmla="*/ 5530686 h 6858000"/>
              <a:gd name="connsiteX57" fmla="*/ 2650249 w 7467600"/>
              <a:gd name="connsiteY57" fmla="*/ 5532101 h 6858000"/>
              <a:gd name="connsiteX58" fmla="*/ 2663808 w 7467600"/>
              <a:gd name="connsiteY58" fmla="*/ 6535215 h 6858000"/>
              <a:gd name="connsiteX59" fmla="*/ 2665418 w 7467600"/>
              <a:gd name="connsiteY59" fmla="*/ 6132756 h 6858000"/>
              <a:gd name="connsiteX60" fmla="*/ 2650666 w 7467600"/>
              <a:gd name="connsiteY60" fmla="*/ 5530686 h 6858000"/>
              <a:gd name="connsiteX61" fmla="*/ 2680277 w 7467600"/>
              <a:gd name="connsiteY61" fmla="*/ 5479204 h 6858000"/>
              <a:gd name="connsiteX62" fmla="*/ 2678972 w 7467600"/>
              <a:gd name="connsiteY62" fmla="*/ 5481582 h 6858000"/>
              <a:gd name="connsiteX63" fmla="*/ 2696666 w 7467600"/>
              <a:gd name="connsiteY63" fmla="*/ 6133836 h 6858000"/>
              <a:gd name="connsiteX64" fmla="*/ 2695769 w 7467600"/>
              <a:gd name="connsiteY64" fmla="*/ 6390955 h 6858000"/>
              <a:gd name="connsiteX65" fmla="*/ 2739893 w 7467600"/>
              <a:gd name="connsiteY65" fmla="*/ 6108357 h 6858000"/>
              <a:gd name="connsiteX66" fmla="*/ 2680277 w 7467600"/>
              <a:gd name="connsiteY66" fmla="*/ 5479204 h 6858000"/>
              <a:gd name="connsiteX67" fmla="*/ 1132195 w 7467600"/>
              <a:gd name="connsiteY67" fmla="*/ 5467980 h 6858000"/>
              <a:gd name="connsiteX68" fmla="*/ 1679056 w 7467600"/>
              <a:gd name="connsiteY68" fmla="*/ 5516907 h 6858000"/>
              <a:gd name="connsiteX69" fmla="*/ 2128648 w 7467600"/>
              <a:gd name="connsiteY69" fmla="*/ 5474249 h 6858000"/>
              <a:gd name="connsiteX70" fmla="*/ 1825619 w 7467600"/>
              <a:gd name="connsiteY70" fmla="*/ 5478447 h 6858000"/>
              <a:gd name="connsiteX71" fmla="*/ 1737798 w 7467600"/>
              <a:gd name="connsiteY71" fmla="*/ 5483353 h 6858000"/>
              <a:gd name="connsiteX72" fmla="*/ 1132195 w 7467600"/>
              <a:gd name="connsiteY72" fmla="*/ 5467980 h 6858000"/>
              <a:gd name="connsiteX73" fmla="*/ 1456157 w 7467600"/>
              <a:gd name="connsiteY73" fmla="*/ 5371404 h 6858000"/>
              <a:gd name="connsiteX74" fmla="*/ 1244432 w 7467600"/>
              <a:gd name="connsiteY74" fmla="*/ 5385601 h 6858000"/>
              <a:gd name="connsiteX75" fmla="*/ 973990 w 7467600"/>
              <a:gd name="connsiteY75" fmla="*/ 5424940 h 6858000"/>
              <a:gd name="connsiteX76" fmla="*/ 1103809 w 7467600"/>
              <a:gd name="connsiteY76" fmla="*/ 5433720 h 6858000"/>
              <a:gd name="connsiteX77" fmla="*/ 1123454 w 7467600"/>
              <a:gd name="connsiteY77" fmla="*/ 5435727 h 6858000"/>
              <a:gd name="connsiteX78" fmla="*/ 1737017 w 7467600"/>
              <a:gd name="connsiteY78" fmla="*/ 5452183 h 6858000"/>
              <a:gd name="connsiteX79" fmla="*/ 1824397 w 7467600"/>
              <a:gd name="connsiteY79" fmla="*/ 5447757 h 6858000"/>
              <a:gd name="connsiteX80" fmla="*/ 2070059 w 7467600"/>
              <a:gd name="connsiteY80" fmla="*/ 5441660 h 6858000"/>
              <a:gd name="connsiteX81" fmla="*/ 1456157 w 7467600"/>
              <a:gd name="connsiteY81" fmla="*/ 5371404 h 6858000"/>
              <a:gd name="connsiteX82" fmla="*/ 4988186 w 7467600"/>
              <a:gd name="connsiteY82" fmla="*/ 5216467 h 6858000"/>
              <a:gd name="connsiteX83" fmla="*/ 4777334 w 7467600"/>
              <a:gd name="connsiteY83" fmla="*/ 5406072 h 6858000"/>
              <a:gd name="connsiteX84" fmla="*/ 4718341 w 7467600"/>
              <a:gd name="connsiteY84" fmla="*/ 5468043 h 6858000"/>
              <a:gd name="connsiteX85" fmla="*/ 4604655 w 7467600"/>
              <a:gd name="connsiteY85" fmla="*/ 5583434 h 6858000"/>
              <a:gd name="connsiteX86" fmla="*/ 4565074 w 7467600"/>
              <a:gd name="connsiteY86" fmla="*/ 5618550 h 6858000"/>
              <a:gd name="connsiteX87" fmla="*/ 4988186 w 7467600"/>
              <a:gd name="connsiteY87" fmla="*/ 5216467 h 6858000"/>
              <a:gd name="connsiteX88" fmla="*/ 4978032 w 7467600"/>
              <a:gd name="connsiteY88" fmla="*/ 5183809 h 6858000"/>
              <a:gd name="connsiteX89" fmla="*/ 4463413 w 7467600"/>
              <a:gd name="connsiteY89" fmla="*/ 5615162 h 6858000"/>
              <a:gd name="connsiteX90" fmla="*/ 4358134 w 7467600"/>
              <a:gd name="connsiteY90" fmla="*/ 5742791 h 6858000"/>
              <a:gd name="connsiteX91" fmla="*/ 4376219 w 7467600"/>
              <a:gd name="connsiteY91" fmla="*/ 5729027 h 6858000"/>
              <a:gd name="connsiteX92" fmla="*/ 4582340 w 7467600"/>
              <a:gd name="connsiteY92" fmla="*/ 5561037 h 6858000"/>
              <a:gd name="connsiteX93" fmla="*/ 4694684 w 7467600"/>
              <a:gd name="connsiteY93" fmla="*/ 5447098 h 6858000"/>
              <a:gd name="connsiteX94" fmla="*/ 4754123 w 7467600"/>
              <a:gd name="connsiteY94" fmla="*/ 5384643 h 6858000"/>
              <a:gd name="connsiteX95" fmla="*/ 4978032 w 7467600"/>
              <a:gd name="connsiteY95" fmla="*/ 5183809 h 6858000"/>
              <a:gd name="connsiteX96" fmla="*/ 1903353 w 7467600"/>
              <a:gd name="connsiteY96" fmla="*/ 5044827 h 6858000"/>
              <a:gd name="connsiteX97" fmla="*/ 1936931 w 7467600"/>
              <a:gd name="connsiteY97" fmla="*/ 5093954 h 6858000"/>
              <a:gd name="connsiteX98" fmla="*/ 2195868 w 7467600"/>
              <a:gd name="connsiteY98" fmla="*/ 5396574 h 6858000"/>
              <a:gd name="connsiteX99" fmla="*/ 2088852 w 7467600"/>
              <a:gd name="connsiteY99" fmla="*/ 5166123 h 6858000"/>
              <a:gd name="connsiteX100" fmla="*/ 1958241 w 7467600"/>
              <a:gd name="connsiteY100" fmla="*/ 5067955 h 6858000"/>
              <a:gd name="connsiteX101" fmla="*/ 1903353 w 7467600"/>
              <a:gd name="connsiteY101" fmla="*/ 5044827 h 6858000"/>
              <a:gd name="connsiteX102" fmla="*/ 1979378 w 7467600"/>
              <a:gd name="connsiteY102" fmla="*/ 4769504 h 6858000"/>
              <a:gd name="connsiteX103" fmla="*/ 2882120 w 7467600"/>
              <a:gd name="connsiteY103" fmla="*/ 5064547 h 6858000"/>
              <a:gd name="connsiteX104" fmla="*/ 2793103 w 7467600"/>
              <a:gd name="connsiteY104" fmla="*/ 5039699 h 6858000"/>
              <a:gd name="connsiteX105" fmla="*/ 2770041 w 7467600"/>
              <a:gd name="connsiteY105" fmla="*/ 5033634 h 6858000"/>
              <a:gd name="connsiteX106" fmla="*/ 1979378 w 7467600"/>
              <a:gd name="connsiteY106" fmla="*/ 4769504 h 6858000"/>
              <a:gd name="connsiteX107" fmla="*/ 1927410 w 7467600"/>
              <a:gd name="connsiteY107" fmla="*/ 4716164 h 6858000"/>
              <a:gd name="connsiteX108" fmla="*/ 1959587 w 7467600"/>
              <a:gd name="connsiteY108" fmla="*/ 4728849 h 6858000"/>
              <a:gd name="connsiteX109" fmla="*/ 2777707 w 7467600"/>
              <a:gd name="connsiteY109" fmla="*/ 5003991 h 6858000"/>
              <a:gd name="connsiteX110" fmla="*/ 2800768 w 7467600"/>
              <a:gd name="connsiteY110" fmla="*/ 5010056 h 6858000"/>
              <a:gd name="connsiteX111" fmla="*/ 2879408 w 7467600"/>
              <a:gd name="connsiteY111" fmla="*/ 5031590 h 6858000"/>
              <a:gd name="connsiteX112" fmla="*/ 2862295 w 7467600"/>
              <a:gd name="connsiteY112" fmla="*/ 5022958 h 6858000"/>
              <a:gd name="connsiteX113" fmla="*/ 2813343 w 7467600"/>
              <a:gd name="connsiteY113" fmla="*/ 4998369 h 6858000"/>
              <a:gd name="connsiteX114" fmla="*/ 2646245 w 7467600"/>
              <a:gd name="connsiteY114" fmla="*/ 4930999 h 6858000"/>
              <a:gd name="connsiteX115" fmla="*/ 1999243 w 7467600"/>
              <a:gd name="connsiteY115" fmla="*/ 4730524 h 6858000"/>
              <a:gd name="connsiteX116" fmla="*/ 1979527 w 7467600"/>
              <a:gd name="connsiteY116" fmla="*/ 4726651 h 6858000"/>
              <a:gd name="connsiteX117" fmla="*/ 1927410 w 7467600"/>
              <a:gd name="connsiteY117" fmla="*/ 4716164 h 6858000"/>
              <a:gd name="connsiteX118" fmla="*/ 1997014 w 7467600"/>
              <a:gd name="connsiteY118" fmla="*/ 4698007 h 6858000"/>
              <a:gd name="connsiteX119" fmla="*/ 2005458 w 7467600"/>
              <a:gd name="connsiteY119" fmla="*/ 4699540 h 6858000"/>
              <a:gd name="connsiteX120" fmla="*/ 2657186 w 7467600"/>
              <a:gd name="connsiteY120" fmla="*/ 4901687 h 6858000"/>
              <a:gd name="connsiteX121" fmla="*/ 2826662 w 7467600"/>
              <a:gd name="connsiteY121" fmla="*/ 4970362 h 6858000"/>
              <a:gd name="connsiteX122" fmla="*/ 2876100 w 7467600"/>
              <a:gd name="connsiteY122" fmla="*/ 4995397 h 6858000"/>
              <a:gd name="connsiteX123" fmla="*/ 3042600 w 7467600"/>
              <a:gd name="connsiteY123" fmla="*/ 5059532 h 6858000"/>
              <a:gd name="connsiteX124" fmla="*/ 1997014 w 7467600"/>
              <a:gd name="connsiteY124" fmla="*/ 4698007 h 6858000"/>
              <a:gd name="connsiteX125" fmla="*/ 2305292 w 7467600"/>
              <a:gd name="connsiteY125" fmla="*/ 4219492 h 6858000"/>
              <a:gd name="connsiteX126" fmla="*/ 3360922 w 7467600"/>
              <a:gd name="connsiteY126" fmla="*/ 4529373 h 6858000"/>
              <a:gd name="connsiteX127" fmla="*/ 3492420 w 7467600"/>
              <a:gd name="connsiteY127" fmla="*/ 4510145 h 6858000"/>
              <a:gd name="connsiteX128" fmla="*/ 3364086 w 7467600"/>
              <a:gd name="connsiteY128" fmla="*/ 4480340 h 6858000"/>
              <a:gd name="connsiteX129" fmla="*/ 3225818 w 7467600"/>
              <a:gd name="connsiteY129" fmla="*/ 4411822 h 6858000"/>
              <a:gd name="connsiteX130" fmla="*/ 3129696 w 7467600"/>
              <a:gd name="connsiteY130" fmla="*/ 4360704 h 6858000"/>
              <a:gd name="connsiteX131" fmla="*/ 2814545 w 7467600"/>
              <a:gd name="connsiteY131" fmla="*/ 4282955 h 6858000"/>
              <a:gd name="connsiteX132" fmla="*/ 2305292 w 7467600"/>
              <a:gd name="connsiteY132" fmla="*/ 4219492 h 6858000"/>
              <a:gd name="connsiteX133" fmla="*/ 2626982 w 7467600"/>
              <a:gd name="connsiteY133" fmla="*/ 4206450 h 6858000"/>
              <a:gd name="connsiteX134" fmla="*/ 2490617 w 7467600"/>
              <a:gd name="connsiteY134" fmla="*/ 4206951 h 6858000"/>
              <a:gd name="connsiteX135" fmla="*/ 2819869 w 7467600"/>
              <a:gd name="connsiteY135" fmla="*/ 4252936 h 6858000"/>
              <a:gd name="connsiteX136" fmla="*/ 3143018 w 7467600"/>
              <a:gd name="connsiteY136" fmla="*/ 4332698 h 6858000"/>
              <a:gd name="connsiteX137" fmla="*/ 3241520 w 7467600"/>
              <a:gd name="connsiteY137" fmla="*/ 4385112 h 6858000"/>
              <a:gd name="connsiteX138" fmla="*/ 3374575 w 7467600"/>
              <a:gd name="connsiteY138" fmla="*/ 4451517 h 6858000"/>
              <a:gd name="connsiteX139" fmla="*/ 3505221 w 7467600"/>
              <a:gd name="connsiteY139" fmla="*/ 4480757 h 6858000"/>
              <a:gd name="connsiteX140" fmla="*/ 2626982 w 7467600"/>
              <a:gd name="connsiteY140" fmla="*/ 4206450 h 6858000"/>
              <a:gd name="connsiteX141" fmla="*/ 1310106 w 7467600"/>
              <a:gd name="connsiteY141" fmla="*/ 3943217 h 6858000"/>
              <a:gd name="connsiteX142" fmla="*/ 854994 w 7467600"/>
              <a:gd name="connsiteY142" fmla="*/ 4399136 h 6858000"/>
              <a:gd name="connsiteX143" fmla="*/ 742462 w 7467600"/>
              <a:gd name="connsiteY143" fmla="*/ 4594648 h 6858000"/>
              <a:gd name="connsiteX144" fmla="*/ 820602 w 7467600"/>
              <a:gd name="connsiteY144" fmla="*/ 4485915 h 6858000"/>
              <a:gd name="connsiteX145" fmla="*/ 878295 w 7467600"/>
              <a:gd name="connsiteY145" fmla="*/ 4403594 h 6858000"/>
              <a:gd name="connsiteX146" fmla="*/ 1240607 w 7467600"/>
              <a:gd name="connsiteY146" fmla="*/ 4010401 h 6858000"/>
              <a:gd name="connsiteX147" fmla="*/ 1310106 w 7467600"/>
              <a:gd name="connsiteY147" fmla="*/ 3943217 h 6858000"/>
              <a:gd name="connsiteX148" fmla="*/ 1423113 w 7467600"/>
              <a:gd name="connsiteY148" fmla="*/ 3874565 h 6858000"/>
              <a:gd name="connsiteX149" fmla="*/ 1260565 w 7467600"/>
              <a:gd name="connsiteY149" fmla="*/ 4031982 h 6858000"/>
              <a:gd name="connsiteX150" fmla="*/ 901900 w 7467600"/>
              <a:gd name="connsiteY150" fmla="*/ 4421236 h 6858000"/>
              <a:gd name="connsiteX151" fmla="*/ 845044 w 7467600"/>
              <a:gd name="connsiteY151" fmla="*/ 4502436 h 6858000"/>
              <a:gd name="connsiteX152" fmla="*/ 685926 w 7467600"/>
              <a:gd name="connsiteY152" fmla="*/ 4703069 h 6858000"/>
              <a:gd name="connsiteX153" fmla="*/ 684248 w 7467600"/>
              <a:gd name="connsiteY153" fmla="*/ 4706721 h 6858000"/>
              <a:gd name="connsiteX154" fmla="*/ 1423113 w 7467600"/>
              <a:gd name="connsiteY154" fmla="*/ 3874565 h 6858000"/>
              <a:gd name="connsiteX155" fmla="*/ 3316479 w 7467600"/>
              <a:gd name="connsiteY155" fmla="*/ 3872136 h 6858000"/>
              <a:gd name="connsiteX156" fmla="*/ 3546806 w 7467600"/>
              <a:gd name="connsiteY156" fmla="*/ 4356139 h 6858000"/>
              <a:gd name="connsiteX157" fmla="*/ 3364433 w 7467600"/>
              <a:gd name="connsiteY157" fmla="*/ 3953121 h 6858000"/>
              <a:gd name="connsiteX158" fmla="*/ 3316479 w 7467600"/>
              <a:gd name="connsiteY158" fmla="*/ 3872136 h 6858000"/>
              <a:gd name="connsiteX159" fmla="*/ 3291335 w 7467600"/>
              <a:gd name="connsiteY159" fmla="*/ 3767420 h 6858000"/>
              <a:gd name="connsiteX160" fmla="*/ 3390805 w 7467600"/>
              <a:gd name="connsiteY160" fmla="*/ 3937163 h 6858000"/>
              <a:gd name="connsiteX161" fmla="*/ 3579062 w 7467600"/>
              <a:gd name="connsiteY161" fmla="*/ 4359040 h 6858000"/>
              <a:gd name="connsiteX162" fmla="*/ 3467355 w 7467600"/>
              <a:gd name="connsiteY162" fmla="*/ 3988130 h 6858000"/>
              <a:gd name="connsiteX163" fmla="*/ 3310753 w 7467600"/>
              <a:gd name="connsiteY163" fmla="*/ 3787140 h 6858000"/>
              <a:gd name="connsiteX164" fmla="*/ 3291335 w 7467600"/>
              <a:gd name="connsiteY164" fmla="*/ 3767420 h 6858000"/>
              <a:gd name="connsiteX165" fmla="*/ 1635889 w 7467600"/>
              <a:gd name="connsiteY165" fmla="*/ 3709494 h 6858000"/>
              <a:gd name="connsiteX166" fmla="*/ 1634800 w 7467600"/>
              <a:gd name="connsiteY166" fmla="*/ 3731111 h 6858000"/>
              <a:gd name="connsiteX167" fmla="*/ 1635889 w 7467600"/>
              <a:gd name="connsiteY167" fmla="*/ 3709494 h 6858000"/>
              <a:gd name="connsiteX168" fmla="*/ 1510397 w 7467600"/>
              <a:gd name="connsiteY168" fmla="*/ 3684705 h 6858000"/>
              <a:gd name="connsiteX169" fmla="*/ 1146550 w 7467600"/>
              <a:gd name="connsiteY169" fmla="*/ 3802012 h 6858000"/>
              <a:gd name="connsiteX170" fmla="*/ 698834 w 7467600"/>
              <a:gd name="connsiteY170" fmla="*/ 3952272 h 6858000"/>
              <a:gd name="connsiteX171" fmla="*/ 34256 w 7467600"/>
              <a:gd name="connsiteY171" fmla="*/ 4347603 h 6858000"/>
              <a:gd name="connsiteX172" fmla="*/ 527241 w 7467600"/>
              <a:gd name="connsiteY172" fmla="*/ 4065078 h 6858000"/>
              <a:gd name="connsiteX173" fmla="*/ 1510397 w 7467600"/>
              <a:gd name="connsiteY173" fmla="*/ 3684705 h 6858000"/>
              <a:gd name="connsiteX174" fmla="*/ 1313114 w 7467600"/>
              <a:gd name="connsiteY174" fmla="*/ 3655216 h 6858000"/>
              <a:gd name="connsiteX175" fmla="*/ 1109304 w 7467600"/>
              <a:gd name="connsiteY175" fmla="*/ 3669030 h 6858000"/>
              <a:gd name="connsiteX176" fmla="*/ 8129 w 7467600"/>
              <a:gd name="connsiteY176" fmla="*/ 4330519 h 6858000"/>
              <a:gd name="connsiteX177" fmla="*/ 687572 w 7467600"/>
              <a:gd name="connsiteY177" fmla="*/ 3925629 h 6858000"/>
              <a:gd name="connsiteX178" fmla="*/ 1138365 w 7467600"/>
              <a:gd name="connsiteY178" fmla="*/ 3774515 h 6858000"/>
              <a:gd name="connsiteX179" fmla="*/ 1505579 w 7467600"/>
              <a:gd name="connsiteY179" fmla="*/ 3655526 h 6858000"/>
              <a:gd name="connsiteX180" fmla="*/ 1313114 w 7467600"/>
              <a:gd name="connsiteY180" fmla="*/ 3655216 h 6858000"/>
              <a:gd name="connsiteX181" fmla="*/ 3655073 w 7467600"/>
              <a:gd name="connsiteY181" fmla="*/ 3650884 h 6858000"/>
              <a:gd name="connsiteX182" fmla="*/ 3989938 w 7467600"/>
              <a:gd name="connsiteY182" fmla="*/ 3991685 h 6858000"/>
              <a:gd name="connsiteX183" fmla="*/ 4393907 w 7467600"/>
              <a:gd name="connsiteY183" fmla="*/ 4261258 h 6858000"/>
              <a:gd name="connsiteX184" fmla="*/ 4648051 w 7467600"/>
              <a:gd name="connsiteY184" fmla="*/ 4374051 h 6858000"/>
              <a:gd name="connsiteX185" fmla="*/ 4383389 w 7467600"/>
              <a:gd name="connsiteY185" fmla="*/ 4184369 h 6858000"/>
              <a:gd name="connsiteX186" fmla="*/ 4165508 w 7467600"/>
              <a:gd name="connsiteY186" fmla="*/ 4035196 h 6858000"/>
              <a:gd name="connsiteX187" fmla="*/ 4068162 w 7467600"/>
              <a:gd name="connsiteY187" fmla="*/ 3953394 h 6858000"/>
              <a:gd name="connsiteX188" fmla="*/ 3981416 w 7467600"/>
              <a:gd name="connsiteY188" fmla="*/ 3880482 h 6858000"/>
              <a:gd name="connsiteX189" fmla="*/ 3800147 w 7467600"/>
              <a:gd name="connsiteY189" fmla="*/ 3749872 h 6858000"/>
              <a:gd name="connsiteX190" fmla="*/ 3655073 w 7467600"/>
              <a:gd name="connsiteY190" fmla="*/ 3650884 h 6858000"/>
              <a:gd name="connsiteX191" fmla="*/ 3670252 w 7467600"/>
              <a:gd name="connsiteY191" fmla="*/ 3622798 h 6858000"/>
              <a:gd name="connsiteX192" fmla="*/ 3817258 w 7467600"/>
              <a:gd name="connsiteY192" fmla="*/ 3723577 h 6858000"/>
              <a:gd name="connsiteX193" fmla="*/ 4000461 w 7467600"/>
              <a:gd name="connsiteY193" fmla="*/ 3855966 h 6858000"/>
              <a:gd name="connsiteX194" fmla="*/ 4088180 w 7467600"/>
              <a:gd name="connsiteY194" fmla="*/ 3929774 h 6858000"/>
              <a:gd name="connsiteX195" fmla="*/ 4184555 w 7467600"/>
              <a:gd name="connsiteY195" fmla="*/ 4010683 h 6858000"/>
              <a:gd name="connsiteX196" fmla="*/ 4399563 w 7467600"/>
              <a:gd name="connsiteY196" fmla="*/ 4158106 h 6858000"/>
              <a:gd name="connsiteX197" fmla="*/ 4684469 w 7467600"/>
              <a:gd name="connsiteY197" fmla="*/ 4364680 h 6858000"/>
              <a:gd name="connsiteX198" fmla="*/ 4690271 w 7467600"/>
              <a:gd name="connsiteY198" fmla="*/ 4370034 h 6858000"/>
              <a:gd name="connsiteX199" fmla="*/ 4136093 w 7467600"/>
              <a:gd name="connsiteY199" fmla="*/ 3858466 h 6858000"/>
              <a:gd name="connsiteX200" fmla="*/ 3670252 w 7467600"/>
              <a:gd name="connsiteY200" fmla="*/ 3622798 h 6858000"/>
              <a:gd name="connsiteX201" fmla="*/ 4440129 w 7467600"/>
              <a:gd name="connsiteY201" fmla="*/ 3448571 h 6858000"/>
              <a:gd name="connsiteX202" fmla="*/ 4856525 w 7467600"/>
              <a:gd name="connsiteY202" fmla="*/ 3915351 h 6858000"/>
              <a:gd name="connsiteX203" fmla="*/ 5059055 w 7467600"/>
              <a:gd name="connsiteY203" fmla="*/ 4108918 h 6858000"/>
              <a:gd name="connsiteX204" fmla="*/ 5290070 w 7467600"/>
              <a:gd name="connsiteY204" fmla="*/ 4263619 h 6858000"/>
              <a:gd name="connsiteX205" fmla="*/ 4834991 w 7467600"/>
              <a:gd name="connsiteY205" fmla="*/ 3830985 h 6858000"/>
              <a:gd name="connsiteX206" fmla="*/ 4440129 w 7467600"/>
              <a:gd name="connsiteY206" fmla="*/ 3448571 h 6858000"/>
              <a:gd name="connsiteX207" fmla="*/ 4441737 w 7467600"/>
              <a:gd name="connsiteY207" fmla="*/ 3399734 h 6858000"/>
              <a:gd name="connsiteX208" fmla="*/ 4431236 w 7467600"/>
              <a:gd name="connsiteY208" fmla="*/ 3400954 h 6858000"/>
              <a:gd name="connsiteX209" fmla="*/ 4557150 w 7467600"/>
              <a:gd name="connsiteY209" fmla="*/ 3510023 h 6858000"/>
              <a:gd name="connsiteX210" fmla="*/ 4856936 w 7467600"/>
              <a:gd name="connsiteY210" fmla="*/ 3809146 h 6858000"/>
              <a:gd name="connsiteX211" fmla="*/ 5111996 w 7467600"/>
              <a:gd name="connsiteY211" fmla="*/ 4065759 h 6858000"/>
              <a:gd name="connsiteX212" fmla="*/ 5388878 w 7467600"/>
              <a:gd name="connsiteY212" fmla="*/ 4300185 h 6858000"/>
              <a:gd name="connsiteX213" fmla="*/ 5425556 w 7467600"/>
              <a:gd name="connsiteY213" fmla="*/ 4308967 h 6858000"/>
              <a:gd name="connsiteX214" fmla="*/ 4943646 w 7467600"/>
              <a:gd name="connsiteY214" fmla="*/ 3822916 h 6858000"/>
              <a:gd name="connsiteX215" fmla="*/ 4594837 w 7467600"/>
              <a:gd name="connsiteY215" fmla="*/ 3532274 h 6858000"/>
              <a:gd name="connsiteX216" fmla="*/ 4441737 w 7467600"/>
              <a:gd name="connsiteY216" fmla="*/ 3399734 h 6858000"/>
              <a:gd name="connsiteX217" fmla="*/ 5425834 w 7467600"/>
              <a:gd name="connsiteY217" fmla="*/ 3162785 h 6858000"/>
              <a:gd name="connsiteX218" fmla="*/ 5401644 w 7467600"/>
              <a:gd name="connsiteY218" fmla="*/ 3617847 h 6858000"/>
              <a:gd name="connsiteX219" fmla="*/ 5467256 w 7467600"/>
              <a:gd name="connsiteY219" fmla="*/ 4175494 h 6858000"/>
              <a:gd name="connsiteX220" fmla="*/ 5448069 w 7467600"/>
              <a:gd name="connsiteY220" fmla="*/ 3567554 h 6858000"/>
              <a:gd name="connsiteX221" fmla="*/ 5425834 w 7467600"/>
              <a:gd name="connsiteY221" fmla="*/ 3162785 h 6858000"/>
              <a:gd name="connsiteX222" fmla="*/ 1318687 w 7467600"/>
              <a:gd name="connsiteY222" fmla="*/ 3113840 h 6858000"/>
              <a:gd name="connsiteX223" fmla="*/ 1066793 w 7467600"/>
              <a:gd name="connsiteY223" fmla="*/ 3212171 h 6858000"/>
              <a:gd name="connsiteX224" fmla="*/ 993319 w 7467600"/>
              <a:gd name="connsiteY224" fmla="*/ 3247648 h 6858000"/>
              <a:gd name="connsiteX225" fmla="*/ 853081 w 7467600"/>
              <a:gd name="connsiteY225" fmla="*/ 3312410 h 6858000"/>
              <a:gd name="connsiteX226" fmla="*/ 805957 w 7467600"/>
              <a:gd name="connsiteY226" fmla="*/ 3330443 h 6858000"/>
              <a:gd name="connsiteX227" fmla="*/ 1318687 w 7467600"/>
              <a:gd name="connsiteY227" fmla="*/ 3113840 h 6858000"/>
              <a:gd name="connsiteX228" fmla="*/ 5453702 w 7467600"/>
              <a:gd name="connsiteY228" fmla="*/ 3090882 h 6858000"/>
              <a:gd name="connsiteX229" fmla="*/ 5480135 w 7467600"/>
              <a:gd name="connsiteY229" fmla="*/ 3565802 h 6858000"/>
              <a:gd name="connsiteX230" fmla="*/ 5499023 w 7467600"/>
              <a:gd name="connsiteY230" fmla="*/ 4166310 h 6858000"/>
              <a:gd name="connsiteX231" fmla="*/ 5547022 w 7467600"/>
              <a:gd name="connsiteY231" fmla="*/ 3607838 h 6858000"/>
              <a:gd name="connsiteX232" fmla="*/ 5515964 w 7467600"/>
              <a:gd name="connsiteY232" fmla="*/ 3378541 h 6858000"/>
              <a:gd name="connsiteX233" fmla="*/ 5453702 w 7467600"/>
              <a:gd name="connsiteY233" fmla="*/ 3090882 h 6858000"/>
              <a:gd name="connsiteX234" fmla="*/ 1238695 w 7467600"/>
              <a:gd name="connsiteY234" fmla="*/ 3076820 h 6858000"/>
              <a:gd name="connsiteX235" fmla="*/ 716371 w 7467600"/>
              <a:gd name="connsiteY235" fmla="*/ 3293249 h 6858000"/>
              <a:gd name="connsiteX236" fmla="*/ 579522 w 7467600"/>
              <a:gd name="connsiteY236" fmla="*/ 3371759 h 6858000"/>
              <a:gd name="connsiteX237" fmla="*/ 600288 w 7467600"/>
              <a:gd name="connsiteY237" fmla="*/ 3365555 h 6858000"/>
              <a:gd name="connsiteX238" fmla="*/ 840692 w 7467600"/>
              <a:gd name="connsiteY238" fmla="*/ 3284921 h 6858000"/>
              <a:gd name="connsiteX239" fmla="*/ 979248 w 7467600"/>
              <a:gd name="connsiteY239" fmla="*/ 3221003 h 6858000"/>
              <a:gd name="connsiteX240" fmla="*/ 1053282 w 7467600"/>
              <a:gd name="connsiteY240" fmla="*/ 3185247 h 6858000"/>
              <a:gd name="connsiteX241" fmla="*/ 1320603 w 7467600"/>
              <a:gd name="connsiteY241" fmla="*/ 3081281 h 6858000"/>
              <a:gd name="connsiteX242" fmla="*/ 1238695 w 7467600"/>
              <a:gd name="connsiteY242" fmla="*/ 3076820 h 6858000"/>
              <a:gd name="connsiteX243" fmla="*/ 5425627 w 7467600"/>
              <a:gd name="connsiteY243" fmla="*/ 2954192 h 6858000"/>
              <a:gd name="connsiteX244" fmla="*/ 5470770 w 7467600"/>
              <a:gd name="connsiteY244" fmla="*/ 3005435 h 6858000"/>
              <a:gd name="connsiteX245" fmla="*/ 5519779 w 7467600"/>
              <a:gd name="connsiteY245" fmla="*/ 4359223 h 6858000"/>
              <a:gd name="connsiteX246" fmla="*/ 5520293 w 7467600"/>
              <a:gd name="connsiteY246" fmla="*/ 4360602 h 6858000"/>
              <a:gd name="connsiteX247" fmla="*/ 5767221 w 7467600"/>
              <a:gd name="connsiteY247" fmla="*/ 4665564 h 6858000"/>
              <a:gd name="connsiteX248" fmla="*/ 6937169 w 7467600"/>
              <a:gd name="connsiteY248" fmla="*/ 4815941 h 6858000"/>
              <a:gd name="connsiteX249" fmla="*/ 6953922 w 7467600"/>
              <a:gd name="connsiteY249" fmla="*/ 4890068 h 6858000"/>
              <a:gd name="connsiteX250" fmla="*/ 6071359 w 7467600"/>
              <a:gd name="connsiteY250" fmla="*/ 4770770 h 6858000"/>
              <a:gd name="connsiteX251" fmla="*/ 6038839 w 7467600"/>
              <a:gd name="connsiteY251" fmla="*/ 4764474 h 6858000"/>
              <a:gd name="connsiteX252" fmla="*/ 6038706 w 7467600"/>
              <a:gd name="connsiteY252" fmla="*/ 4763847 h 6858000"/>
              <a:gd name="connsiteX253" fmla="*/ 6037784 w 7467600"/>
              <a:gd name="connsiteY253" fmla="*/ 4764270 h 6858000"/>
              <a:gd name="connsiteX254" fmla="*/ 6038839 w 7467600"/>
              <a:gd name="connsiteY254" fmla="*/ 4764474 h 6858000"/>
              <a:gd name="connsiteX255" fmla="*/ 6040338 w 7467600"/>
              <a:gd name="connsiteY255" fmla="*/ 4771418 h 6858000"/>
              <a:gd name="connsiteX256" fmla="*/ 6024488 w 7467600"/>
              <a:gd name="connsiteY256" fmla="*/ 4809903 h 6858000"/>
              <a:gd name="connsiteX257" fmla="*/ 5599771 w 7467600"/>
              <a:gd name="connsiteY257" fmla="*/ 5509652 h 6858000"/>
              <a:gd name="connsiteX258" fmla="*/ 5548843 w 7467600"/>
              <a:gd name="connsiteY258" fmla="*/ 5563845 h 6858000"/>
              <a:gd name="connsiteX259" fmla="*/ 5940952 w 7467600"/>
              <a:gd name="connsiteY259" fmla="*/ 6250028 h 6858000"/>
              <a:gd name="connsiteX260" fmla="*/ 6043441 w 7467600"/>
              <a:gd name="connsiteY260" fmla="*/ 6665847 h 6858000"/>
              <a:gd name="connsiteX261" fmla="*/ 6093432 w 7467600"/>
              <a:gd name="connsiteY261" fmla="*/ 6858000 h 6858000"/>
              <a:gd name="connsiteX262" fmla="*/ 6034344 w 7467600"/>
              <a:gd name="connsiteY262" fmla="*/ 6858000 h 6858000"/>
              <a:gd name="connsiteX263" fmla="*/ 6026679 w 7467600"/>
              <a:gd name="connsiteY263" fmla="*/ 6836959 h 6858000"/>
              <a:gd name="connsiteX264" fmla="*/ 5800441 w 7467600"/>
              <a:gd name="connsiteY264" fmla="*/ 6335286 h 6858000"/>
              <a:gd name="connsiteX265" fmla="*/ 5526562 w 7467600"/>
              <a:gd name="connsiteY265" fmla="*/ 5705388 h 6858000"/>
              <a:gd name="connsiteX266" fmla="*/ 5519640 w 7467600"/>
              <a:gd name="connsiteY266" fmla="*/ 5683774 h 6858000"/>
              <a:gd name="connsiteX267" fmla="*/ 5844559 w 7467600"/>
              <a:gd name="connsiteY267" fmla="*/ 6553349 h 6858000"/>
              <a:gd name="connsiteX268" fmla="*/ 5975994 w 7467600"/>
              <a:gd name="connsiteY268" fmla="*/ 6858000 h 6858000"/>
              <a:gd name="connsiteX269" fmla="*/ 5898547 w 7467600"/>
              <a:gd name="connsiteY269" fmla="*/ 6858000 h 6858000"/>
              <a:gd name="connsiteX270" fmla="*/ 5682041 w 7467600"/>
              <a:gd name="connsiteY270" fmla="*/ 6355860 h 6858000"/>
              <a:gd name="connsiteX271" fmla="*/ 5461758 w 7467600"/>
              <a:gd name="connsiteY271" fmla="*/ 5820220 h 6858000"/>
              <a:gd name="connsiteX272" fmla="*/ 5237282 w 7467600"/>
              <a:gd name="connsiteY272" fmla="*/ 6579086 h 6858000"/>
              <a:gd name="connsiteX273" fmla="*/ 5115009 w 7467600"/>
              <a:gd name="connsiteY273" fmla="*/ 6858000 h 6858000"/>
              <a:gd name="connsiteX274" fmla="*/ 5028074 w 7467600"/>
              <a:gd name="connsiteY274" fmla="*/ 6858000 h 6858000"/>
              <a:gd name="connsiteX275" fmla="*/ 5079508 w 7467600"/>
              <a:gd name="connsiteY275" fmla="*/ 6749074 h 6858000"/>
              <a:gd name="connsiteX276" fmla="*/ 5371846 w 7467600"/>
              <a:gd name="connsiteY276" fmla="*/ 5924413 h 6858000"/>
              <a:gd name="connsiteX277" fmla="*/ 5270512 w 7467600"/>
              <a:gd name="connsiteY277" fmla="*/ 6138975 h 6858000"/>
              <a:gd name="connsiteX278" fmla="*/ 5062409 w 7467600"/>
              <a:gd name="connsiteY278" fmla="*/ 6653544 h 6858000"/>
              <a:gd name="connsiteX279" fmla="*/ 5036628 w 7467600"/>
              <a:gd name="connsiteY279" fmla="*/ 6754247 h 6858000"/>
              <a:gd name="connsiteX280" fmla="*/ 5009112 w 7467600"/>
              <a:gd name="connsiteY280" fmla="*/ 6858000 h 6858000"/>
              <a:gd name="connsiteX281" fmla="*/ 4976679 w 7467600"/>
              <a:gd name="connsiteY281" fmla="*/ 6858000 h 6858000"/>
              <a:gd name="connsiteX282" fmla="*/ 5006537 w 7467600"/>
              <a:gd name="connsiteY282" fmla="*/ 6747068 h 6858000"/>
              <a:gd name="connsiteX283" fmla="*/ 5032723 w 7467600"/>
              <a:gd name="connsiteY283" fmla="*/ 6644957 h 6858000"/>
              <a:gd name="connsiteX284" fmla="*/ 5242949 w 7467600"/>
              <a:gd name="connsiteY284" fmla="*/ 6125175 h 6858000"/>
              <a:gd name="connsiteX285" fmla="*/ 5286321 w 7467600"/>
              <a:gd name="connsiteY285" fmla="*/ 6033555 h 6858000"/>
              <a:gd name="connsiteX286" fmla="*/ 5008210 w 7467600"/>
              <a:gd name="connsiteY286" fmla="*/ 6649194 h 6858000"/>
              <a:gd name="connsiteX287" fmla="*/ 4986321 w 7467600"/>
              <a:gd name="connsiteY287" fmla="*/ 6765687 h 6858000"/>
              <a:gd name="connsiteX288" fmla="*/ 4973474 w 7467600"/>
              <a:gd name="connsiteY288" fmla="*/ 6858000 h 6858000"/>
              <a:gd name="connsiteX289" fmla="*/ 4907178 w 7467600"/>
              <a:gd name="connsiteY289" fmla="*/ 6858000 h 6858000"/>
              <a:gd name="connsiteX290" fmla="*/ 4910810 w 7467600"/>
              <a:gd name="connsiteY290" fmla="*/ 6829660 h 6858000"/>
              <a:gd name="connsiteX291" fmla="*/ 4987461 w 7467600"/>
              <a:gd name="connsiteY291" fmla="*/ 6432994 h 6858000"/>
              <a:gd name="connsiteX292" fmla="*/ 5179262 w 7467600"/>
              <a:gd name="connsiteY292" fmla="*/ 6035044 h 6858000"/>
              <a:gd name="connsiteX293" fmla="*/ 4689678 w 7467600"/>
              <a:gd name="connsiteY293" fmla="*/ 6440241 h 6858000"/>
              <a:gd name="connsiteX294" fmla="*/ 4477543 w 7467600"/>
              <a:gd name="connsiteY294" fmla="*/ 6674836 h 6858000"/>
              <a:gd name="connsiteX295" fmla="*/ 4329957 w 7467600"/>
              <a:gd name="connsiteY295" fmla="*/ 6858000 h 6858000"/>
              <a:gd name="connsiteX296" fmla="*/ 4218595 w 7467600"/>
              <a:gd name="connsiteY296" fmla="*/ 6858000 h 6858000"/>
              <a:gd name="connsiteX297" fmla="*/ 4368888 w 7467600"/>
              <a:gd name="connsiteY297" fmla="*/ 6668412 h 6858000"/>
              <a:gd name="connsiteX298" fmla="*/ 4563091 w 7467600"/>
              <a:gd name="connsiteY298" fmla="*/ 6442508 h 6858000"/>
              <a:gd name="connsiteX299" fmla="*/ 5387324 w 7467600"/>
              <a:gd name="connsiteY299" fmla="*/ 5705830 h 6858000"/>
              <a:gd name="connsiteX300" fmla="*/ 5073620 w 7467600"/>
              <a:gd name="connsiteY300" fmla="*/ 5955437 h 6858000"/>
              <a:gd name="connsiteX301" fmla="*/ 4689789 w 7467600"/>
              <a:gd name="connsiteY301" fmla="*/ 6268382 h 6858000"/>
              <a:gd name="connsiteX302" fmla="*/ 4418722 w 7467600"/>
              <a:gd name="connsiteY302" fmla="*/ 6570886 h 6858000"/>
              <a:gd name="connsiteX303" fmla="*/ 4214944 w 7467600"/>
              <a:gd name="connsiteY303" fmla="*/ 6858000 h 6858000"/>
              <a:gd name="connsiteX304" fmla="*/ 4177898 w 7467600"/>
              <a:gd name="connsiteY304" fmla="*/ 6858000 h 6858000"/>
              <a:gd name="connsiteX305" fmla="*/ 4391597 w 7467600"/>
              <a:gd name="connsiteY305" fmla="*/ 6556370 h 6858000"/>
              <a:gd name="connsiteX306" fmla="*/ 4668889 w 7467600"/>
              <a:gd name="connsiteY306" fmla="*/ 6246399 h 6858000"/>
              <a:gd name="connsiteX307" fmla="*/ 5055427 w 7467600"/>
              <a:gd name="connsiteY307" fmla="*/ 5931476 h 6858000"/>
              <a:gd name="connsiteX308" fmla="*/ 5371814 w 7467600"/>
              <a:gd name="connsiteY308" fmla="*/ 5678975 h 6858000"/>
              <a:gd name="connsiteX309" fmla="*/ 4987918 w 7467600"/>
              <a:gd name="connsiteY309" fmla="*/ 5838701 h 6858000"/>
              <a:gd name="connsiteX310" fmla="*/ 4317146 w 7467600"/>
              <a:gd name="connsiteY310" fmla="*/ 6587716 h 6858000"/>
              <a:gd name="connsiteX311" fmla="*/ 4171627 w 7467600"/>
              <a:gd name="connsiteY311" fmla="*/ 6858000 h 6858000"/>
              <a:gd name="connsiteX312" fmla="*/ 4081585 w 7467600"/>
              <a:gd name="connsiteY312" fmla="*/ 6858000 h 6858000"/>
              <a:gd name="connsiteX313" fmla="*/ 4238603 w 7467600"/>
              <a:gd name="connsiteY313" fmla="*/ 6559341 h 6858000"/>
              <a:gd name="connsiteX314" fmla="*/ 4778333 w 7467600"/>
              <a:gd name="connsiteY314" fmla="*/ 5873626 h 6858000"/>
              <a:gd name="connsiteX315" fmla="*/ 5414185 w 7467600"/>
              <a:gd name="connsiteY315" fmla="*/ 5573882 h 6858000"/>
              <a:gd name="connsiteX316" fmla="*/ 5959648 w 7467600"/>
              <a:gd name="connsiteY316" fmla="*/ 4760797 h 6858000"/>
              <a:gd name="connsiteX317" fmla="*/ 5355019 w 7467600"/>
              <a:gd name="connsiteY317" fmla="*/ 4734672 h 6858000"/>
              <a:gd name="connsiteX318" fmla="*/ 5083565 w 7467600"/>
              <a:gd name="connsiteY318" fmla="*/ 5179121 h 6858000"/>
              <a:gd name="connsiteX319" fmla="*/ 4713577 w 7467600"/>
              <a:gd name="connsiteY319" fmla="*/ 5616803 h 6858000"/>
              <a:gd name="connsiteX320" fmla="*/ 3989559 w 7467600"/>
              <a:gd name="connsiteY320" fmla="*/ 6145945 h 6858000"/>
              <a:gd name="connsiteX321" fmla="*/ 3939824 w 7467600"/>
              <a:gd name="connsiteY321" fmla="*/ 6066900 h 6858000"/>
              <a:gd name="connsiteX322" fmla="*/ 4584537 w 7467600"/>
              <a:gd name="connsiteY322" fmla="*/ 5324826 h 6858000"/>
              <a:gd name="connsiteX323" fmla="*/ 5037105 w 7467600"/>
              <a:gd name="connsiteY323" fmla="*/ 5088765 h 6858000"/>
              <a:gd name="connsiteX324" fmla="*/ 5039930 w 7467600"/>
              <a:gd name="connsiteY324" fmla="*/ 5089585 h 6858000"/>
              <a:gd name="connsiteX325" fmla="*/ 5263764 w 7467600"/>
              <a:gd name="connsiteY325" fmla="*/ 4735525 h 6858000"/>
              <a:gd name="connsiteX326" fmla="*/ 4086300 w 7467600"/>
              <a:gd name="connsiteY326" fmla="*/ 4884599 h 6858000"/>
              <a:gd name="connsiteX327" fmla="*/ 4085485 w 7467600"/>
              <a:gd name="connsiteY327" fmla="*/ 4899070 h 6858000"/>
              <a:gd name="connsiteX328" fmla="*/ 3871915 w 7467600"/>
              <a:gd name="connsiteY328" fmla="*/ 5253645 h 6858000"/>
              <a:gd name="connsiteX329" fmla="*/ 3799374 w 7467600"/>
              <a:gd name="connsiteY329" fmla="*/ 5466127 h 6858000"/>
              <a:gd name="connsiteX330" fmla="*/ 3498850 w 7467600"/>
              <a:gd name="connsiteY330" fmla="*/ 6661888 h 6858000"/>
              <a:gd name="connsiteX331" fmla="*/ 3399216 w 7467600"/>
              <a:gd name="connsiteY331" fmla="*/ 6858000 h 6858000"/>
              <a:gd name="connsiteX332" fmla="*/ 3303688 w 7467600"/>
              <a:gd name="connsiteY332" fmla="*/ 6858000 h 6858000"/>
              <a:gd name="connsiteX333" fmla="*/ 3391774 w 7467600"/>
              <a:gd name="connsiteY333" fmla="*/ 6697181 h 6858000"/>
              <a:gd name="connsiteX334" fmla="*/ 3735540 w 7467600"/>
              <a:gd name="connsiteY334" fmla="*/ 5546923 h 6858000"/>
              <a:gd name="connsiteX335" fmla="*/ 3729438 w 7467600"/>
              <a:gd name="connsiteY335" fmla="*/ 5569058 h 6858000"/>
              <a:gd name="connsiteX336" fmla="*/ 3707782 w 7467600"/>
              <a:gd name="connsiteY336" fmla="*/ 5644908 h 6858000"/>
              <a:gd name="connsiteX337" fmla="*/ 3583827 w 7467600"/>
              <a:gd name="connsiteY337" fmla="*/ 6039215 h 6858000"/>
              <a:gd name="connsiteX338" fmla="*/ 3547861 w 7467600"/>
              <a:gd name="connsiteY338" fmla="*/ 6129609 h 6858000"/>
              <a:gd name="connsiteX339" fmla="*/ 3490905 w 7467600"/>
              <a:gd name="connsiteY339" fmla="*/ 6277660 h 6858000"/>
              <a:gd name="connsiteX340" fmla="*/ 3455859 w 7467600"/>
              <a:gd name="connsiteY340" fmla="*/ 6391301 h 6858000"/>
              <a:gd name="connsiteX341" fmla="*/ 3429112 w 7467600"/>
              <a:gd name="connsiteY341" fmla="*/ 6479469 h 6858000"/>
              <a:gd name="connsiteX342" fmla="*/ 3304862 w 7467600"/>
              <a:gd name="connsiteY342" fmla="*/ 6796476 h 6858000"/>
              <a:gd name="connsiteX343" fmla="*/ 3276071 w 7467600"/>
              <a:gd name="connsiteY343" fmla="*/ 6858000 h 6858000"/>
              <a:gd name="connsiteX344" fmla="*/ 3240805 w 7467600"/>
              <a:gd name="connsiteY344" fmla="*/ 6858000 h 6858000"/>
              <a:gd name="connsiteX345" fmla="*/ 3275917 w 7467600"/>
              <a:gd name="connsiteY345" fmla="*/ 6783192 h 6858000"/>
              <a:gd name="connsiteX346" fmla="*/ 3399358 w 7467600"/>
              <a:gd name="connsiteY346" fmla="*/ 6469011 h 6858000"/>
              <a:gd name="connsiteX347" fmla="*/ 3425650 w 7467600"/>
              <a:gd name="connsiteY347" fmla="*/ 6381333 h 6858000"/>
              <a:gd name="connsiteX348" fmla="*/ 3460661 w 7467600"/>
              <a:gd name="connsiteY348" fmla="*/ 6266763 h 6858000"/>
              <a:gd name="connsiteX349" fmla="*/ 3518021 w 7467600"/>
              <a:gd name="connsiteY349" fmla="*/ 6117298 h 6858000"/>
              <a:gd name="connsiteX350" fmla="*/ 3554035 w 7467600"/>
              <a:gd name="connsiteY350" fmla="*/ 6027832 h 6858000"/>
              <a:gd name="connsiteX351" fmla="*/ 3677174 w 7467600"/>
              <a:gd name="connsiteY351" fmla="*/ 5636351 h 6858000"/>
              <a:gd name="connsiteX352" fmla="*/ 3698819 w 7467600"/>
              <a:gd name="connsiteY352" fmla="*/ 5560503 h 6858000"/>
              <a:gd name="connsiteX353" fmla="*/ 3702094 w 7467600"/>
              <a:gd name="connsiteY353" fmla="*/ 5549194 h 6858000"/>
              <a:gd name="connsiteX354" fmla="*/ 3398355 w 7467600"/>
              <a:gd name="connsiteY354" fmla="*/ 6094603 h 6858000"/>
              <a:gd name="connsiteX355" fmla="*/ 3193941 w 7467600"/>
              <a:gd name="connsiteY355" fmla="*/ 6798775 h 6858000"/>
              <a:gd name="connsiteX356" fmla="*/ 3184140 w 7467600"/>
              <a:gd name="connsiteY356" fmla="*/ 6858000 h 6858000"/>
              <a:gd name="connsiteX357" fmla="*/ 3099978 w 7467600"/>
              <a:gd name="connsiteY357" fmla="*/ 6858000 h 6858000"/>
              <a:gd name="connsiteX358" fmla="*/ 3101556 w 7467600"/>
              <a:gd name="connsiteY358" fmla="*/ 6843337 h 6858000"/>
              <a:gd name="connsiteX359" fmla="*/ 3370162 w 7467600"/>
              <a:gd name="connsiteY359" fmla="*/ 5785550 h 6858000"/>
              <a:gd name="connsiteX360" fmla="*/ 3746477 w 7467600"/>
              <a:gd name="connsiteY360" fmla="*/ 5377889 h 6858000"/>
              <a:gd name="connsiteX361" fmla="*/ 3863399 w 7467600"/>
              <a:gd name="connsiteY361" fmla="*/ 5087257 h 6858000"/>
              <a:gd name="connsiteX362" fmla="*/ 3968712 w 7467600"/>
              <a:gd name="connsiteY362" fmla="*/ 4913989 h 6858000"/>
              <a:gd name="connsiteX363" fmla="*/ 2792390 w 7467600"/>
              <a:gd name="connsiteY363" fmla="*/ 5382974 h 6858000"/>
              <a:gd name="connsiteX364" fmla="*/ 2714982 w 7467600"/>
              <a:gd name="connsiteY364" fmla="*/ 5427051 h 6858000"/>
              <a:gd name="connsiteX365" fmla="*/ 2813361 w 7467600"/>
              <a:gd name="connsiteY365" fmla="*/ 6023912 h 6858000"/>
              <a:gd name="connsiteX366" fmla="*/ 2688430 w 7467600"/>
              <a:gd name="connsiteY366" fmla="*/ 6801564 h 6858000"/>
              <a:gd name="connsiteX367" fmla="*/ 2629626 w 7467600"/>
              <a:gd name="connsiteY367" fmla="*/ 6763394 h 6858000"/>
              <a:gd name="connsiteX368" fmla="*/ 2565328 w 7467600"/>
              <a:gd name="connsiteY368" fmla="*/ 5516399 h 6858000"/>
              <a:gd name="connsiteX369" fmla="*/ 1922999 w 7467600"/>
              <a:gd name="connsiteY369" fmla="*/ 5980343 h 6858000"/>
              <a:gd name="connsiteX370" fmla="*/ 1950261 w 7467600"/>
              <a:gd name="connsiteY370" fmla="*/ 6405858 h 6858000"/>
              <a:gd name="connsiteX371" fmla="*/ 2365554 w 7467600"/>
              <a:gd name="connsiteY371" fmla="*/ 6759107 h 6858000"/>
              <a:gd name="connsiteX372" fmla="*/ 2424142 w 7467600"/>
              <a:gd name="connsiteY372" fmla="*/ 6858000 h 6858000"/>
              <a:gd name="connsiteX373" fmla="*/ 2395994 w 7467600"/>
              <a:gd name="connsiteY373" fmla="*/ 6858000 h 6858000"/>
              <a:gd name="connsiteX374" fmla="*/ 2392863 w 7467600"/>
              <a:gd name="connsiteY374" fmla="*/ 6852964 h 6858000"/>
              <a:gd name="connsiteX375" fmla="*/ 2017589 w 7467600"/>
              <a:gd name="connsiteY375" fmla="*/ 6493982 h 6858000"/>
              <a:gd name="connsiteX376" fmla="*/ 2147336 w 7467600"/>
              <a:gd name="connsiteY376" fmla="*/ 6594052 h 6858000"/>
              <a:gd name="connsiteX377" fmla="*/ 2207047 w 7467600"/>
              <a:gd name="connsiteY377" fmla="*/ 6654540 h 6858000"/>
              <a:gd name="connsiteX378" fmla="*/ 2299106 w 7467600"/>
              <a:gd name="connsiteY378" fmla="*/ 6778931 h 6858000"/>
              <a:gd name="connsiteX379" fmla="*/ 2314430 w 7467600"/>
              <a:gd name="connsiteY379" fmla="*/ 6801144 h 6858000"/>
              <a:gd name="connsiteX380" fmla="*/ 2352406 w 7467600"/>
              <a:gd name="connsiteY380" fmla="*/ 6858000 h 6858000"/>
              <a:gd name="connsiteX381" fmla="*/ 2314492 w 7467600"/>
              <a:gd name="connsiteY381" fmla="*/ 6858000 h 6858000"/>
              <a:gd name="connsiteX382" fmla="*/ 2288095 w 7467600"/>
              <a:gd name="connsiteY382" fmla="*/ 6818030 h 6858000"/>
              <a:gd name="connsiteX383" fmla="*/ 2272768 w 7467600"/>
              <a:gd name="connsiteY383" fmla="*/ 6795822 h 6858000"/>
              <a:gd name="connsiteX384" fmla="*/ 2182715 w 7467600"/>
              <a:gd name="connsiteY384" fmla="*/ 6675071 h 6858000"/>
              <a:gd name="connsiteX385" fmla="*/ 2032061 w 7467600"/>
              <a:gd name="connsiteY385" fmla="*/ 6541380 h 6858000"/>
              <a:gd name="connsiteX386" fmla="*/ 2257220 w 7467600"/>
              <a:gd name="connsiteY386" fmla="*/ 6826257 h 6858000"/>
              <a:gd name="connsiteX387" fmla="*/ 2281324 w 7467600"/>
              <a:gd name="connsiteY387" fmla="*/ 6858000 h 6858000"/>
              <a:gd name="connsiteX388" fmla="*/ 2242860 w 7467600"/>
              <a:gd name="connsiteY388" fmla="*/ 6858000 h 6858000"/>
              <a:gd name="connsiteX389" fmla="*/ 2232818 w 7467600"/>
              <a:gd name="connsiteY389" fmla="*/ 6844926 h 6858000"/>
              <a:gd name="connsiteX390" fmla="*/ 1990172 w 7467600"/>
              <a:gd name="connsiteY390" fmla="*/ 6542121 h 6858000"/>
              <a:gd name="connsiteX391" fmla="*/ 2124090 w 7467600"/>
              <a:gd name="connsiteY391" fmla="*/ 6761017 h 6858000"/>
              <a:gd name="connsiteX392" fmla="*/ 2200380 w 7467600"/>
              <a:gd name="connsiteY392" fmla="*/ 6858000 h 6858000"/>
              <a:gd name="connsiteX393" fmla="*/ 2147507 w 7467600"/>
              <a:gd name="connsiteY393" fmla="*/ 6858000 h 6858000"/>
              <a:gd name="connsiteX394" fmla="*/ 2070668 w 7467600"/>
              <a:gd name="connsiteY394" fmla="*/ 6761520 h 6858000"/>
              <a:gd name="connsiteX395" fmla="*/ 1975142 w 7467600"/>
              <a:gd name="connsiteY395" fmla="*/ 6585570 h 6858000"/>
              <a:gd name="connsiteX396" fmla="*/ 2050035 w 7467600"/>
              <a:gd name="connsiteY396" fmla="*/ 6813345 h 6858000"/>
              <a:gd name="connsiteX397" fmla="*/ 2063025 w 7467600"/>
              <a:gd name="connsiteY397" fmla="*/ 6858000 h 6858000"/>
              <a:gd name="connsiteX398" fmla="*/ 2021675 w 7467600"/>
              <a:gd name="connsiteY398" fmla="*/ 6858000 h 6858000"/>
              <a:gd name="connsiteX399" fmla="*/ 2019308 w 7467600"/>
              <a:gd name="connsiteY399" fmla="*/ 6847118 h 6858000"/>
              <a:gd name="connsiteX400" fmla="*/ 1938835 w 7467600"/>
              <a:gd name="connsiteY400" fmla="*/ 6551160 h 6858000"/>
              <a:gd name="connsiteX401" fmla="*/ 1953230 w 7467600"/>
              <a:gd name="connsiteY401" fmla="*/ 6759699 h 6858000"/>
              <a:gd name="connsiteX402" fmla="*/ 1956763 w 7467600"/>
              <a:gd name="connsiteY402" fmla="*/ 6778191 h 6858000"/>
              <a:gd name="connsiteX403" fmla="*/ 1967925 w 7467600"/>
              <a:gd name="connsiteY403" fmla="*/ 6858000 h 6858000"/>
              <a:gd name="connsiteX404" fmla="*/ 1936622 w 7467600"/>
              <a:gd name="connsiteY404" fmla="*/ 6858000 h 6858000"/>
              <a:gd name="connsiteX405" fmla="*/ 1926261 w 7467600"/>
              <a:gd name="connsiteY405" fmla="*/ 6784064 h 6858000"/>
              <a:gd name="connsiteX406" fmla="*/ 1922724 w 7467600"/>
              <a:gd name="connsiteY406" fmla="*/ 6765577 h 6858000"/>
              <a:gd name="connsiteX407" fmla="*/ 1904650 w 7467600"/>
              <a:gd name="connsiteY407" fmla="*/ 6639616 h 6858000"/>
              <a:gd name="connsiteX408" fmla="*/ 1885273 w 7467600"/>
              <a:gd name="connsiteY408" fmla="*/ 6858000 h 6858000"/>
              <a:gd name="connsiteX409" fmla="*/ 1854363 w 7467600"/>
              <a:gd name="connsiteY409" fmla="*/ 6858000 h 6858000"/>
              <a:gd name="connsiteX410" fmla="*/ 1880391 w 7467600"/>
              <a:gd name="connsiteY410" fmla="*/ 6603796 h 6858000"/>
              <a:gd name="connsiteX411" fmla="*/ 1818273 w 7467600"/>
              <a:gd name="connsiteY411" fmla="*/ 6715729 h 6858000"/>
              <a:gd name="connsiteX412" fmla="*/ 1794691 w 7467600"/>
              <a:gd name="connsiteY412" fmla="*/ 6843239 h 6858000"/>
              <a:gd name="connsiteX413" fmla="*/ 1794914 w 7467600"/>
              <a:gd name="connsiteY413" fmla="*/ 6858000 h 6858000"/>
              <a:gd name="connsiteX414" fmla="*/ 1746128 w 7467600"/>
              <a:gd name="connsiteY414" fmla="*/ 6858000 h 6858000"/>
              <a:gd name="connsiteX415" fmla="*/ 1753934 w 7467600"/>
              <a:gd name="connsiteY415" fmla="*/ 6724796 h 6858000"/>
              <a:gd name="connsiteX416" fmla="*/ 1792053 w 7467600"/>
              <a:gd name="connsiteY416" fmla="*/ 6572396 h 6858000"/>
              <a:gd name="connsiteX417" fmla="*/ 1862248 w 7467600"/>
              <a:gd name="connsiteY417" fmla="*/ 6266397 h 6858000"/>
              <a:gd name="connsiteX418" fmla="*/ 1862250 w 7467600"/>
              <a:gd name="connsiteY418" fmla="*/ 6033531 h 6858000"/>
              <a:gd name="connsiteX419" fmla="*/ 1211999 w 7467600"/>
              <a:gd name="connsiteY419" fmla="*/ 6683610 h 6858000"/>
              <a:gd name="connsiteX420" fmla="*/ 1213266 w 7467600"/>
              <a:gd name="connsiteY420" fmla="*/ 6691947 h 6858000"/>
              <a:gd name="connsiteX421" fmla="*/ 1203370 w 7467600"/>
              <a:gd name="connsiteY421" fmla="*/ 6850676 h 6858000"/>
              <a:gd name="connsiteX422" fmla="*/ 1203671 w 7467600"/>
              <a:gd name="connsiteY422" fmla="*/ 6858000 h 6858000"/>
              <a:gd name="connsiteX423" fmla="*/ 1143180 w 7467600"/>
              <a:gd name="connsiteY423" fmla="*/ 6858000 h 6858000"/>
              <a:gd name="connsiteX424" fmla="*/ 1142176 w 7467600"/>
              <a:gd name="connsiteY424" fmla="*/ 6766045 h 6858000"/>
              <a:gd name="connsiteX425" fmla="*/ 1067484 w 7467600"/>
              <a:gd name="connsiteY425" fmla="*/ 6858000 h 6858000"/>
              <a:gd name="connsiteX426" fmla="*/ 953928 w 7467600"/>
              <a:gd name="connsiteY426" fmla="*/ 6858000 h 6858000"/>
              <a:gd name="connsiteX427" fmla="*/ 959715 w 7467600"/>
              <a:gd name="connsiteY427" fmla="*/ 6850185 h 6858000"/>
              <a:gd name="connsiteX428" fmla="*/ 1483788 w 7467600"/>
              <a:gd name="connsiteY428" fmla="*/ 6259174 h 6858000"/>
              <a:gd name="connsiteX429" fmla="*/ 1100671 w 7467600"/>
              <a:gd name="connsiteY429" fmla="*/ 6252137 h 6858000"/>
              <a:gd name="connsiteX430" fmla="*/ 1090144 w 7467600"/>
              <a:gd name="connsiteY430" fmla="*/ 6256748 h 6858000"/>
              <a:gd name="connsiteX431" fmla="*/ 1095872 w 7467600"/>
              <a:gd name="connsiteY431" fmla="*/ 6271892 h 6858000"/>
              <a:gd name="connsiteX432" fmla="*/ 262785 w 7467600"/>
              <a:gd name="connsiteY432" fmla="*/ 6845450 h 6858000"/>
              <a:gd name="connsiteX433" fmla="*/ 209968 w 7467600"/>
              <a:gd name="connsiteY433" fmla="*/ 6770713 h 6858000"/>
              <a:gd name="connsiteX434" fmla="*/ 873460 w 7467600"/>
              <a:gd name="connsiteY434" fmla="*/ 6253768 h 6858000"/>
              <a:gd name="connsiteX435" fmla="*/ 192686 w 7467600"/>
              <a:gd name="connsiteY435" fmla="*/ 5849257 h 6858000"/>
              <a:gd name="connsiteX436" fmla="*/ 4696 w 7467600"/>
              <a:gd name="connsiteY436" fmla="*/ 5697668 h 6858000"/>
              <a:gd name="connsiteX437" fmla="*/ 0 w 7467600"/>
              <a:gd name="connsiteY437" fmla="*/ 5689984 h 6858000"/>
              <a:gd name="connsiteX438" fmla="*/ 0 w 7467600"/>
              <a:gd name="connsiteY438" fmla="*/ 5513472 h 6858000"/>
              <a:gd name="connsiteX439" fmla="*/ 174101 w 7467600"/>
              <a:gd name="connsiteY439" fmla="*/ 5620277 h 6858000"/>
              <a:gd name="connsiteX440" fmla="*/ 891800 w 7467600"/>
              <a:gd name="connsiteY440" fmla="*/ 6036935 h 6858000"/>
              <a:gd name="connsiteX441" fmla="*/ 1072219 w 7467600"/>
              <a:gd name="connsiteY441" fmla="*/ 6169443 h 6858000"/>
              <a:gd name="connsiteX442" fmla="*/ 1074117 w 7467600"/>
              <a:gd name="connsiteY442" fmla="*/ 6170301 h 6858000"/>
              <a:gd name="connsiteX443" fmla="*/ 1083114 w 7467600"/>
              <a:gd name="connsiteY443" fmla="*/ 6174131 h 6858000"/>
              <a:gd name="connsiteX444" fmla="*/ 1543010 w 7467600"/>
              <a:gd name="connsiteY444" fmla="*/ 6191140 h 6858000"/>
              <a:gd name="connsiteX445" fmla="*/ 1551080 w 7467600"/>
              <a:gd name="connsiteY445" fmla="*/ 6195006 h 6858000"/>
              <a:gd name="connsiteX446" fmla="*/ 2345443 w 7467600"/>
              <a:gd name="connsiteY446" fmla="*/ 5549882 h 6858000"/>
              <a:gd name="connsiteX447" fmla="*/ 1721499 w 7467600"/>
              <a:gd name="connsiteY447" fmla="*/ 5599969 h 6858000"/>
              <a:gd name="connsiteX448" fmla="*/ 767716 w 7467600"/>
              <a:gd name="connsiteY448" fmla="*/ 5472768 h 6858000"/>
              <a:gd name="connsiteX449" fmla="*/ 722147 w 7467600"/>
              <a:gd name="connsiteY449" fmla="*/ 5393091 h 6858000"/>
              <a:gd name="connsiteX450" fmla="*/ 1485552 w 7467600"/>
              <a:gd name="connsiteY450" fmla="*/ 5313202 h 6858000"/>
              <a:gd name="connsiteX451" fmla="*/ 2143004 w 7467600"/>
              <a:gd name="connsiteY451" fmla="*/ 5402420 h 6858000"/>
              <a:gd name="connsiteX452" fmla="*/ 1933391 w 7467600"/>
              <a:gd name="connsiteY452" fmla="*/ 5156971 h 6858000"/>
              <a:gd name="connsiteX453" fmla="*/ 1827118 w 7467600"/>
              <a:gd name="connsiteY453" fmla="*/ 4968410 h 6858000"/>
              <a:gd name="connsiteX454" fmla="*/ 1837349 w 7467600"/>
              <a:gd name="connsiteY454" fmla="*/ 4956357 h 6858000"/>
              <a:gd name="connsiteX455" fmla="*/ 2162835 w 7467600"/>
              <a:gd name="connsiteY455" fmla="*/ 5187853 h 6858000"/>
              <a:gd name="connsiteX456" fmla="*/ 2257167 w 7467600"/>
              <a:gd name="connsiteY456" fmla="*/ 5462123 h 6858000"/>
              <a:gd name="connsiteX457" fmla="*/ 2261598 w 7467600"/>
              <a:gd name="connsiteY457" fmla="*/ 5467998 h 6858000"/>
              <a:gd name="connsiteX458" fmla="*/ 2437177 w 7467600"/>
              <a:gd name="connsiteY458" fmla="*/ 5479608 h 6858000"/>
              <a:gd name="connsiteX459" fmla="*/ 2445247 w 7467600"/>
              <a:gd name="connsiteY459" fmla="*/ 5483476 h 6858000"/>
              <a:gd name="connsiteX460" fmla="*/ 2743626 w 7467600"/>
              <a:gd name="connsiteY460" fmla="*/ 5304819 h 6858000"/>
              <a:gd name="connsiteX461" fmla="*/ 3048102 w 7467600"/>
              <a:gd name="connsiteY461" fmla="*/ 5150595 h 6858000"/>
              <a:gd name="connsiteX462" fmla="*/ 1799414 w 7467600"/>
              <a:gd name="connsiteY462" fmla="*/ 4694732 h 6858000"/>
              <a:gd name="connsiteX463" fmla="*/ 1771735 w 7467600"/>
              <a:gd name="connsiteY463" fmla="*/ 4619929 h 6858000"/>
              <a:gd name="connsiteX464" fmla="*/ 3104273 w 7467600"/>
              <a:gd name="connsiteY464" fmla="*/ 5076159 h 6858000"/>
              <a:gd name="connsiteX465" fmla="*/ 3113245 w 7467600"/>
              <a:gd name="connsiteY465" fmla="*/ 5090705 h 6858000"/>
              <a:gd name="connsiteX466" fmla="*/ 3126294 w 7467600"/>
              <a:gd name="connsiteY466" fmla="*/ 5114400 h 6858000"/>
              <a:gd name="connsiteX467" fmla="*/ 3937433 w 7467600"/>
              <a:gd name="connsiteY467" fmla="*/ 4830473 h 6858000"/>
              <a:gd name="connsiteX468" fmla="*/ 3590475 w 7467600"/>
              <a:gd name="connsiteY468" fmla="*/ 4597974 h 6858000"/>
              <a:gd name="connsiteX469" fmla="*/ 3100264 w 7467600"/>
              <a:gd name="connsiteY469" fmla="*/ 4579845 h 6858000"/>
              <a:gd name="connsiteX470" fmla="*/ 2183576 w 7467600"/>
              <a:gd name="connsiteY470" fmla="*/ 4227150 h 6858000"/>
              <a:gd name="connsiteX471" fmla="*/ 2151029 w 7467600"/>
              <a:gd name="connsiteY471" fmla="*/ 4146947 h 6858000"/>
              <a:gd name="connsiteX472" fmla="*/ 3563434 w 7467600"/>
              <a:gd name="connsiteY472" fmla="*/ 4469115 h 6858000"/>
              <a:gd name="connsiteX473" fmla="*/ 3177952 w 7467600"/>
              <a:gd name="connsiteY473" fmla="*/ 3657386 h 6858000"/>
              <a:gd name="connsiteX474" fmla="*/ 3189263 w 7467600"/>
              <a:gd name="connsiteY474" fmla="*/ 3625726 h 6858000"/>
              <a:gd name="connsiteX475" fmla="*/ 3560912 w 7467600"/>
              <a:gd name="connsiteY475" fmla="*/ 4079863 h 6858000"/>
              <a:gd name="connsiteX476" fmla="*/ 3626636 w 7467600"/>
              <a:gd name="connsiteY476" fmla="*/ 4512230 h 6858000"/>
              <a:gd name="connsiteX477" fmla="*/ 3653088 w 7467600"/>
              <a:gd name="connsiteY477" fmla="*/ 4521417 h 6858000"/>
              <a:gd name="connsiteX478" fmla="*/ 3988128 w 7467600"/>
              <a:gd name="connsiteY478" fmla="*/ 4817267 h 6858000"/>
              <a:gd name="connsiteX479" fmla="*/ 4830582 w 7467600"/>
              <a:gd name="connsiteY479" fmla="*/ 4676000 h 6858000"/>
              <a:gd name="connsiteX480" fmla="*/ 4830100 w 7467600"/>
              <a:gd name="connsiteY480" fmla="*/ 4675554 h 6858000"/>
              <a:gd name="connsiteX481" fmla="*/ 4036318 w 7467600"/>
              <a:gd name="connsiteY481" fmla="*/ 4147013 h 6858000"/>
              <a:gd name="connsiteX482" fmla="*/ 3432098 w 7467600"/>
              <a:gd name="connsiteY482" fmla="*/ 3537312 h 6858000"/>
              <a:gd name="connsiteX483" fmla="*/ 3446761 w 7467600"/>
              <a:gd name="connsiteY483" fmla="*/ 3461278 h 6858000"/>
              <a:gd name="connsiteX484" fmla="*/ 4419733 w 7467600"/>
              <a:gd name="connsiteY484" fmla="*/ 3963555 h 6858000"/>
              <a:gd name="connsiteX485" fmla="*/ 4781371 w 7467600"/>
              <a:gd name="connsiteY485" fmla="*/ 4458604 h 6858000"/>
              <a:gd name="connsiteX486" fmla="*/ 4780440 w 7467600"/>
              <a:gd name="connsiteY486" fmla="*/ 4470290 h 6858000"/>
              <a:gd name="connsiteX487" fmla="*/ 4898954 w 7467600"/>
              <a:gd name="connsiteY487" fmla="*/ 4662092 h 6858000"/>
              <a:gd name="connsiteX488" fmla="*/ 4900699 w 7467600"/>
              <a:gd name="connsiteY488" fmla="*/ 4670867 h 6858000"/>
              <a:gd name="connsiteX489" fmla="*/ 5714511 w 7467600"/>
              <a:gd name="connsiteY489" fmla="*/ 4663483 h 6858000"/>
              <a:gd name="connsiteX490" fmla="*/ 5464793 w 7467600"/>
              <a:gd name="connsiteY490" fmla="*/ 4393556 h 6858000"/>
              <a:gd name="connsiteX491" fmla="*/ 5461897 w 7467600"/>
              <a:gd name="connsiteY491" fmla="*/ 4390879 h 6858000"/>
              <a:gd name="connsiteX492" fmla="*/ 4294126 w 7467600"/>
              <a:gd name="connsiteY492" fmla="*/ 3303048 h 6858000"/>
              <a:gd name="connsiteX493" fmla="*/ 4305321 w 7467600"/>
              <a:gd name="connsiteY493" fmla="*/ 3256953 h 6858000"/>
              <a:gd name="connsiteX494" fmla="*/ 4949299 w 7467600"/>
              <a:gd name="connsiteY494" fmla="*/ 3766336 h 6858000"/>
              <a:gd name="connsiteX495" fmla="*/ 5291452 w 7467600"/>
              <a:gd name="connsiteY495" fmla="*/ 4076801 h 6858000"/>
              <a:gd name="connsiteX496" fmla="*/ 5434998 w 7467600"/>
              <a:gd name="connsiteY496" fmla="*/ 4254100 h 6858000"/>
              <a:gd name="connsiteX497" fmla="*/ 5351015 w 7467600"/>
              <a:gd name="connsiteY497" fmla="*/ 3760989 h 6858000"/>
              <a:gd name="connsiteX498" fmla="*/ 5413780 w 7467600"/>
              <a:gd name="connsiteY498" fmla="*/ 2966265 h 6858000"/>
              <a:gd name="connsiteX499" fmla="*/ 5425627 w 7467600"/>
              <a:gd name="connsiteY499" fmla="*/ 2954192 h 6858000"/>
              <a:gd name="connsiteX500" fmla="*/ 6604735 w 7467600"/>
              <a:gd name="connsiteY500" fmla="*/ 2041381 h 6858000"/>
              <a:gd name="connsiteX501" fmla="*/ 7204487 w 7467600"/>
              <a:gd name="connsiteY501" fmla="*/ 2742112 h 6858000"/>
              <a:gd name="connsiteX502" fmla="*/ 7131592 w 7467600"/>
              <a:gd name="connsiteY502" fmla="*/ 2672096 h 6858000"/>
              <a:gd name="connsiteX503" fmla="*/ 6996344 w 7467600"/>
              <a:gd name="connsiteY503" fmla="*/ 2518310 h 6858000"/>
              <a:gd name="connsiteX504" fmla="*/ 6735495 w 7467600"/>
              <a:gd name="connsiteY504" fmla="*/ 2196890 h 6858000"/>
              <a:gd name="connsiteX505" fmla="*/ 6721901 w 7467600"/>
              <a:gd name="connsiteY505" fmla="*/ 2179274 h 6858000"/>
              <a:gd name="connsiteX506" fmla="*/ 6604735 w 7467600"/>
              <a:gd name="connsiteY506" fmla="*/ 2041381 h 6858000"/>
              <a:gd name="connsiteX507" fmla="*/ 6591670 w 7467600"/>
              <a:gd name="connsiteY507" fmla="*/ 1988277 h 6858000"/>
              <a:gd name="connsiteX508" fmla="*/ 6747349 w 7467600"/>
              <a:gd name="connsiteY508" fmla="*/ 2160069 h 6858000"/>
              <a:gd name="connsiteX509" fmla="*/ 6760943 w 7467600"/>
              <a:gd name="connsiteY509" fmla="*/ 2177686 h 6858000"/>
              <a:gd name="connsiteX510" fmla="*/ 7021065 w 7467600"/>
              <a:gd name="connsiteY510" fmla="*/ 2498102 h 6858000"/>
              <a:gd name="connsiteX511" fmla="*/ 7155223 w 7467600"/>
              <a:gd name="connsiteY511" fmla="*/ 2650386 h 6858000"/>
              <a:gd name="connsiteX512" fmla="*/ 7203167 w 7467600"/>
              <a:gd name="connsiteY512" fmla="*/ 2697288 h 6858000"/>
              <a:gd name="connsiteX513" fmla="*/ 6937703 w 7467600"/>
              <a:gd name="connsiteY513" fmla="*/ 2321981 h 6858000"/>
              <a:gd name="connsiteX514" fmla="*/ 6591670 w 7467600"/>
              <a:gd name="connsiteY514" fmla="*/ 1988277 h 6858000"/>
              <a:gd name="connsiteX515" fmla="*/ 5798671 w 7467600"/>
              <a:gd name="connsiteY515" fmla="*/ 1981601 h 6858000"/>
              <a:gd name="connsiteX516" fmla="*/ 5754709 w 7467600"/>
              <a:gd name="connsiteY516" fmla="*/ 2071454 h 6858000"/>
              <a:gd name="connsiteX517" fmla="*/ 5763044 w 7467600"/>
              <a:gd name="connsiteY517" fmla="*/ 2842206 h 6858000"/>
              <a:gd name="connsiteX518" fmla="*/ 5764974 w 7467600"/>
              <a:gd name="connsiteY518" fmla="*/ 2799609 h 6858000"/>
              <a:gd name="connsiteX519" fmla="*/ 5767665 w 7467600"/>
              <a:gd name="connsiteY519" fmla="*/ 2666409 h 6858000"/>
              <a:gd name="connsiteX520" fmla="*/ 5763055 w 7467600"/>
              <a:gd name="connsiteY520" fmla="*/ 2579705 h 6858000"/>
              <a:gd name="connsiteX521" fmla="*/ 5758079 w 7467600"/>
              <a:gd name="connsiteY521" fmla="*/ 2492508 h 6858000"/>
              <a:gd name="connsiteX522" fmla="*/ 5779325 w 7467600"/>
              <a:gd name="connsiteY522" fmla="*/ 2197069 h 6858000"/>
              <a:gd name="connsiteX523" fmla="*/ 5798671 w 7467600"/>
              <a:gd name="connsiteY523" fmla="*/ 1981601 h 6858000"/>
              <a:gd name="connsiteX524" fmla="*/ 5829202 w 7467600"/>
              <a:gd name="connsiteY524" fmla="*/ 1971679 h 6858000"/>
              <a:gd name="connsiteX525" fmla="*/ 5809558 w 7467600"/>
              <a:gd name="connsiteY525" fmla="*/ 2198043 h 6858000"/>
              <a:gd name="connsiteX526" fmla="*/ 5788653 w 7467600"/>
              <a:gd name="connsiteY526" fmla="*/ 2489430 h 6858000"/>
              <a:gd name="connsiteX527" fmla="*/ 5793439 w 7467600"/>
              <a:gd name="connsiteY527" fmla="*/ 2575235 h 6858000"/>
              <a:gd name="connsiteX528" fmla="*/ 5796837 w 7467600"/>
              <a:gd name="connsiteY528" fmla="*/ 2637633 h 6858000"/>
              <a:gd name="connsiteX529" fmla="*/ 5818614 w 7467600"/>
              <a:gd name="connsiteY529" fmla="*/ 2473055 h 6858000"/>
              <a:gd name="connsiteX530" fmla="*/ 5829202 w 7467600"/>
              <a:gd name="connsiteY530" fmla="*/ 1971679 h 6858000"/>
              <a:gd name="connsiteX531" fmla="*/ 5911389 w 7467600"/>
              <a:gd name="connsiteY531" fmla="*/ 1898371 h 6858000"/>
              <a:gd name="connsiteX532" fmla="*/ 6237627 w 7467600"/>
              <a:gd name="connsiteY532" fmla="*/ 2231921 h 6858000"/>
              <a:gd name="connsiteX533" fmla="*/ 5911389 w 7467600"/>
              <a:gd name="connsiteY533" fmla="*/ 1898371 h 6858000"/>
              <a:gd name="connsiteX534" fmla="*/ 6944437 w 7467600"/>
              <a:gd name="connsiteY534" fmla="*/ 1575402 h 6858000"/>
              <a:gd name="connsiteX535" fmla="*/ 6304730 w 7467600"/>
              <a:gd name="connsiteY535" fmla="*/ 1766654 h 6858000"/>
              <a:gd name="connsiteX536" fmla="*/ 6944437 w 7467600"/>
              <a:gd name="connsiteY536" fmla="*/ 1575402 h 6858000"/>
              <a:gd name="connsiteX537" fmla="*/ 7019523 w 7467600"/>
              <a:gd name="connsiteY537" fmla="*/ 1519450 h 6858000"/>
              <a:gd name="connsiteX538" fmla="*/ 6298091 w 7467600"/>
              <a:gd name="connsiteY538" fmla="*/ 1737122 h 6858000"/>
              <a:gd name="connsiteX539" fmla="*/ 7019523 w 7467600"/>
              <a:gd name="connsiteY539" fmla="*/ 1519450 h 6858000"/>
              <a:gd name="connsiteX540" fmla="*/ 2399523 w 7467600"/>
              <a:gd name="connsiteY540" fmla="*/ 1428234 h 6858000"/>
              <a:gd name="connsiteX541" fmla="*/ 2224982 w 7467600"/>
              <a:gd name="connsiteY541" fmla="*/ 1826201 h 6858000"/>
              <a:gd name="connsiteX542" fmla="*/ 2096099 w 7467600"/>
              <a:gd name="connsiteY542" fmla="*/ 2345900 h 6858000"/>
              <a:gd name="connsiteX543" fmla="*/ 2283317 w 7467600"/>
              <a:gd name="connsiteY543" fmla="*/ 1796925 h 6858000"/>
              <a:gd name="connsiteX544" fmla="*/ 2399523 w 7467600"/>
              <a:gd name="connsiteY544" fmla="*/ 1428234 h 6858000"/>
              <a:gd name="connsiteX545" fmla="*/ 2448558 w 7467600"/>
              <a:gd name="connsiteY545" fmla="*/ 1373435 h 6858000"/>
              <a:gd name="connsiteX546" fmla="*/ 2312521 w 7467600"/>
              <a:gd name="connsiteY546" fmla="*/ 1806140 h 6858000"/>
              <a:gd name="connsiteX547" fmla="*/ 2127533 w 7467600"/>
              <a:gd name="connsiteY547" fmla="*/ 2348380 h 6858000"/>
              <a:gd name="connsiteX548" fmla="*/ 2358080 w 7467600"/>
              <a:gd name="connsiteY548" fmla="*/ 1866134 h 6858000"/>
              <a:gd name="connsiteX549" fmla="*/ 2407436 w 7467600"/>
              <a:gd name="connsiteY549" fmla="*/ 1651070 h 6858000"/>
              <a:gd name="connsiteX550" fmla="*/ 2448558 w 7467600"/>
              <a:gd name="connsiteY550" fmla="*/ 1373435 h 6858000"/>
              <a:gd name="connsiteX551" fmla="*/ 278707 w 7467600"/>
              <a:gd name="connsiteY551" fmla="*/ 1352270 h 6858000"/>
              <a:gd name="connsiteX552" fmla="*/ 321570 w 7467600"/>
              <a:gd name="connsiteY552" fmla="*/ 1861610 h 6858000"/>
              <a:gd name="connsiteX553" fmla="*/ 294281 w 7467600"/>
              <a:gd name="connsiteY553" fmla="*/ 1440658 h 6858000"/>
              <a:gd name="connsiteX554" fmla="*/ 278707 w 7467600"/>
              <a:gd name="connsiteY554" fmla="*/ 1352270 h 6858000"/>
              <a:gd name="connsiteX555" fmla="*/ 1423821 w 7467600"/>
              <a:gd name="connsiteY555" fmla="*/ 1351958 h 6858000"/>
              <a:gd name="connsiteX556" fmla="*/ 1638521 w 7467600"/>
              <a:gd name="connsiteY556" fmla="*/ 1908470 h 6858000"/>
              <a:gd name="connsiteX557" fmla="*/ 1754199 w 7467600"/>
              <a:gd name="connsiteY557" fmla="*/ 2149284 h 6858000"/>
              <a:gd name="connsiteX558" fmla="*/ 1908359 w 7467600"/>
              <a:gd name="connsiteY558" fmla="*/ 2364988 h 6858000"/>
              <a:gd name="connsiteX559" fmla="*/ 1647661 w 7467600"/>
              <a:gd name="connsiteY559" fmla="*/ 1825945 h 6858000"/>
              <a:gd name="connsiteX560" fmla="*/ 1423821 w 7467600"/>
              <a:gd name="connsiteY560" fmla="*/ 1351958 h 6858000"/>
              <a:gd name="connsiteX561" fmla="*/ 1431890 w 7467600"/>
              <a:gd name="connsiteY561" fmla="*/ 1306475 h 6858000"/>
              <a:gd name="connsiteX562" fmla="*/ 1507597 w 7467600"/>
              <a:gd name="connsiteY562" fmla="*/ 1446132 h 6858000"/>
              <a:gd name="connsiteX563" fmla="*/ 1674586 w 7467600"/>
              <a:gd name="connsiteY563" fmla="*/ 1813832 h 6858000"/>
              <a:gd name="connsiteX564" fmla="*/ 1815950 w 7467600"/>
              <a:gd name="connsiteY564" fmla="*/ 2128564 h 6858000"/>
              <a:gd name="connsiteX565" fmla="*/ 1984242 w 7467600"/>
              <a:gd name="connsiteY565" fmla="*/ 2430829 h 6858000"/>
              <a:gd name="connsiteX566" fmla="*/ 2014023 w 7467600"/>
              <a:gd name="connsiteY566" fmla="*/ 2450995 h 6858000"/>
              <a:gd name="connsiteX567" fmla="*/ 1747337 w 7467600"/>
              <a:gd name="connsiteY567" fmla="*/ 1855264 h 6858000"/>
              <a:gd name="connsiteX568" fmla="*/ 1533749 w 7467600"/>
              <a:gd name="connsiteY568" fmla="*/ 1478656 h 6858000"/>
              <a:gd name="connsiteX569" fmla="*/ 1431890 w 7467600"/>
              <a:gd name="connsiteY569" fmla="*/ 1306475 h 6858000"/>
              <a:gd name="connsiteX570" fmla="*/ 5052692 w 7467600"/>
              <a:gd name="connsiteY570" fmla="*/ 1292994 h 6858000"/>
              <a:gd name="connsiteX571" fmla="*/ 5200661 w 7467600"/>
              <a:gd name="connsiteY571" fmla="*/ 1635186 h 6858000"/>
              <a:gd name="connsiteX572" fmla="*/ 5297138 w 7467600"/>
              <a:gd name="connsiteY572" fmla="*/ 1906351 h 6858000"/>
              <a:gd name="connsiteX573" fmla="*/ 5052692 w 7467600"/>
              <a:gd name="connsiteY573" fmla="*/ 1292994 h 6858000"/>
              <a:gd name="connsiteX574" fmla="*/ 5009948 w 7467600"/>
              <a:gd name="connsiteY574" fmla="*/ 1273619 h 6858000"/>
              <a:gd name="connsiteX575" fmla="*/ 5121777 w 7467600"/>
              <a:gd name="connsiteY575" fmla="*/ 1654213 h 6858000"/>
              <a:gd name="connsiteX576" fmla="*/ 5293545 w 7467600"/>
              <a:gd name="connsiteY576" fmla="*/ 2072247 h 6858000"/>
              <a:gd name="connsiteX577" fmla="*/ 5294042 w 7467600"/>
              <a:gd name="connsiteY577" fmla="*/ 2065019 h 6858000"/>
              <a:gd name="connsiteX578" fmla="*/ 5171936 w 7467600"/>
              <a:gd name="connsiteY578" fmla="*/ 1647613 h 6858000"/>
              <a:gd name="connsiteX579" fmla="*/ 5009948 w 7467600"/>
              <a:gd name="connsiteY579" fmla="*/ 1273619 h 6858000"/>
              <a:gd name="connsiteX580" fmla="*/ 655236 w 7467600"/>
              <a:gd name="connsiteY580" fmla="*/ 1268632 h 6858000"/>
              <a:gd name="connsiteX581" fmla="*/ 839521 w 7467600"/>
              <a:gd name="connsiteY581" fmla="*/ 1685315 h 6858000"/>
              <a:gd name="connsiteX582" fmla="*/ 1109416 w 7467600"/>
              <a:gd name="connsiteY582" fmla="*/ 2061663 h 6858000"/>
              <a:gd name="connsiteX583" fmla="*/ 1298300 w 7467600"/>
              <a:gd name="connsiteY583" fmla="*/ 2247742 h 6858000"/>
              <a:gd name="connsiteX584" fmla="*/ 1125871 w 7467600"/>
              <a:gd name="connsiteY584" fmla="*/ 1989513 h 6858000"/>
              <a:gd name="connsiteX585" fmla="*/ 981574 w 7467600"/>
              <a:gd name="connsiteY585" fmla="*/ 1783157 h 6858000"/>
              <a:gd name="connsiteX586" fmla="*/ 922198 w 7467600"/>
              <a:gd name="connsiteY586" fmla="*/ 1677437 h 6858000"/>
              <a:gd name="connsiteX587" fmla="*/ 869293 w 7467600"/>
              <a:gd name="connsiteY587" fmla="*/ 1583214 h 6858000"/>
              <a:gd name="connsiteX588" fmla="*/ 751431 w 7467600"/>
              <a:gd name="connsiteY588" fmla="*/ 1405731 h 6858000"/>
              <a:gd name="connsiteX589" fmla="*/ 655236 w 7467600"/>
              <a:gd name="connsiteY589" fmla="*/ 1268632 h 6858000"/>
              <a:gd name="connsiteX590" fmla="*/ 6516292 w 7467600"/>
              <a:gd name="connsiteY590" fmla="*/ 1263064 h 6858000"/>
              <a:gd name="connsiteX591" fmla="*/ 5736320 w 7467600"/>
              <a:gd name="connsiteY591" fmla="*/ 1501803 h 6858000"/>
              <a:gd name="connsiteX592" fmla="*/ 6516292 w 7467600"/>
              <a:gd name="connsiteY592" fmla="*/ 1263064 h 6858000"/>
              <a:gd name="connsiteX593" fmla="*/ 291466 w 7467600"/>
              <a:gd name="connsiteY593" fmla="*/ 1250369 h 6858000"/>
              <a:gd name="connsiteX594" fmla="*/ 323180 w 7467600"/>
              <a:gd name="connsiteY594" fmla="*/ 1435283 h 6858000"/>
              <a:gd name="connsiteX595" fmla="*/ 349381 w 7467600"/>
              <a:gd name="connsiteY595" fmla="*/ 1875041 h 6858000"/>
              <a:gd name="connsiteX596" fmla="*/ 374363 w 7467600"/>
              <a:gd name="connsiteY596" fmla="*/ 1506494 h 6858000"/>
              <a:gd name="connsiteX597" fmla="*/ 302168 w 7467600"/>
              <a:gd name="connsiteY597" fmla="*/ 1274495 h 6858000"/>
              <a:gd name="connsiteX598" fmla="*/ 291466 w 7467600"/>
              <a:gd name="connsiteY598" fmla="*/ 1250369 h 6858000"/>
              <a:gd name="connsiteX599" fmla="*/ 678222 w 7467600"/>
              <a:gd name="connsiteY599" fmla="*/ 1248670 h 6858000"/>
              <a:gd name="connsiteX600" fmla="*/ 775536 w 7467600"/>
              <a:gd name="connsiteY600" fmla="*/ 1388015 h 6858000"/>
              <a:gd name="connsiteX601" fmla="*/ 894529 w 7467600"/>
              <a:gd name="connsiteY601" fmla="*/ 1567739 h 6858000"/>
              <a:gd name="connsiteX602" fmla="*/ 948000 w 7467600"/>
              <a:gd name="connsiteY602" fmla="*/ 1663088 h 6858000"/>
              <a:gd name="connsiteX603" fmla="*/ 1006812 w 7467600"/>
              <a:gd name="connsiteY603" fmla="*/ 1767683 h 6858000"/>
              <a:gd name="connsiteX604" fmla="*/ 1149133 w 7467600"/>
              <a:gd name="connsiteY604" fmla="*/ 1971513 h 6858000"/>
              <a:gd name="connsiteX605" fmla="*/ 1333952 w 7467600"/>
              <a:gd name="connsiteY605" fmla="*/ 2251620 h 6858000"/>
              <a:gd name="connsiteX606" fmla="*/ 1337329 w 7467600"/>
              <a:gd name="connsiteY606" fmla="*/ 2258350 h 6858000"/>
              <a:gd name="connsiteX607" fmla="*/ 1014726 w 7467600"/>
              <a:gd name="connsiteY607" fmla="*/ 1615556 h 6858000"/>
              <a:gd name="connsiteX608" fmla="*/ 678222 w 7467600"/>
              <a:gd name="connsiteY608" fmla="*/ 1248670 h 6858000"/>
              <a:gd name="connsiteX609" fmla="*/ 6691602 w 7467600"/>
              <a:gd name="connsiteY609" fmla="*/ 1140573 h 6858000"/>
              <a:gd name="connsiteX610" fmla="*/ 6571100 w 7467600"/>
              <a:gd name="connsiteY610" fmla="*/ 1183662 h 6858000"/>
              <a:gd name="connsiteX611" fmla="*/ 6241687 w 7467600"/>
              <a:gd name="connsiteY611" fmla="*/ 1257600 h 6858000"/>
              <a:gd name="connsiteX612" fmla="*/ 5693009 w 7467600"/>
              <a:gd name="connsiteY612" fmla="*/ 1478256 h 6858000"/>
              <a:gd name="connsiteX613" fmla="*/ 6548420 w 7467600"/>
              <a:gd name="connsiteY613" fmla="*/ 1214599 h 6858000"/>
              <a:gd name="connsiteX614" fmla="*/ 6605473 w 7467600"/>
              <a:gd name="connsiteY614" fmla="*/ 1184686 h 6858000"/>
              <a:gd name="connsiteX615" fmla="*/ 6691602 w 7467600"/>
              <a:gd name="connsiteY615" fmla="*/ 1140573 h 6858000"/>
              <a:gd name="connsiteX616" fmla="*/ 4002475 w 7467600"/>
              <a:gd name="connsiteY616" fmla="*/ 1037802 h 6858000"/>
              <a:gd name="connsiteX617" fmla="*/ 4000324 w 7467600"/>
              <a:gd name="connsiteY617" fmla="*/ 1039362 h 6858000"/>
              <a:gd name="connsiteX618" fmla="*/ 4002862 w 7467600"/>
              <a:gd name="connsiteY618" fmla="*/ 1042866 h 6858000"/>
              <a:gd name="connsiteX619" fmla="*/ 4002475 w 7467600"/>
              <a:gd name="connsiteY619" fmla="*/ 1037802 h 6858000"/>
              <a:gd name="connsiteX620" fmla="*/ 506322 w 7467600"/>
              <a:gd name="connsiteY620" fmla="*/ 1020997 h 6858000"/>
              <a:gd name="connsiteX621" fmla="*/ 533068 w 7467600"/>
              <a:gd name="connsiteY621" fmla="*/ 1029409 h 6858000"/>
              <a:gd name="connsiteX622" fmla="*/ 1232525 w 7467600"/>
              <a:gd name="connsiteY622" fmla="*/ 1804675 h 6858000"/>
              <a:gd name="connsiteX623" fmla="*/ 1388858 w 7467600"/>
              <a:gd name="connsiteY623" fmla="*/ 2368011 h 6858000"/>
              <a:gd name="connsiteX624" fmla="*/ 1384098 w 7467600"/>
              <a:gd name="connsiteY624" fmla="*/ 2378125 h 6858000"/>
              <a:gd name="connsiteX625" fmla="*/ 1425393 w 7467600"/>
              <a:gd name="connsiteY625" fmla="*/ 2589124 h 6858000"/>
              <a:gd name="connsiteX626" fmla="*/ 1424001 w 7467600"/>
              <a:gd name="connsiteY626" fmla="*/ 2597541 h 6858000"/>
              <a:gd name="connsiteX627" fmla="*/ 2152729 w 7467600"/>
              <a:gd name="connsiteY627" fmla="*/ 2864487 h 6858000"/>
              <a:gd name="connsiteX628" fmla="*/ 2020609 w 7467600"/>
              <a:gd name="connsiteY628" fmla="*/ 2539671 h 6858000"/>
              <a:gd name="connsiteX629" fmla="*/ 2018920 w 7467600"/>
              <a:gd name="connsiteY629" fmla="*/ 2536309 h 6858000"/>
              <a:gd name="connsiteX630" fmla="*/ 1342441 w 7467600"/>
              <a:gd name="connsiteY630" fmla="*/ 1173017 h 6858000"/>
              <a:gd name="connsiteX631" fmla="*/ 1367925 w 7467600"/>
              <a:gd name="connsiteY631" fmla="*/ 1135648 h 6858000"/>
              <a:gd name="connsiteX632" fmla="*/ 1771401 w 7467600"/>
              <a:gd name="connsiteY632" fmla="*/ 1806673 h 6858000"/>
              <a:gd name="connsiteX633" fmla="*/ 1972385 w 7467600"/>
              <a:gd name="connsiteY633" fmla="*/ 2198735 h 6858000"/>
              <a:gd name="connsiteX634" fmla="*/ 2040892 w 7467600"/>
              <a:gd name="connsiteY634" fmla="*/ 2405205 h 6858000"/>
              <a:gd name="connsiteX635" fmla="*/ 2131689 w 7467600"/>
              <a:gd name="connsiteY635" fmla="*/ 1936926 h 6858000"/>
              <a:gd name="connsiteX636" fmla="*/ 2454820 w 7467600"/>
              <a:gd name="connsiteY636" fmla="*/ 1248808 h 6858000"/>
              <a:gd name="connsiteX637" fmla="*/ 2492512 w 7467600"/>
              <a:gd name="connsiteY637" fmla="*/ 1302920 h 6858000"/>
              <a:gd name="connsiteX638" fmla="*/ 2081216 w 7467600"/>
              <a:gd name="connsiteY638" fmla="*/ 2527513 h 6858000"/>
              <a:gd name="connsiteX639" fmla="*/ 2081211 w 7467600"/>
              <a:gd name="connsiteY639" fmla="*/ 2528916 h 6858000"/>
              <a:gd name="connsiteX640" fmla="*/ 2199067 w 7467600"/>
              <a:gd name="connsiteY640" fmla="*/ 2884061 h 6858000"/>
              <a:gd name="connsiteX641" fmla="*/ 3192586 w 7467600"/>
              <a:gd name="connsiteY641" fmla="*/ 3411496 h 6858000"/>
              <a:gd name="connsiteX642" fmla="*/ 3182620 w 7467600"/>
              <a:gd name="connsiteY642" fmla="*/ 3483279 h 6858000"/>
              <a:gd name="connsiteX643" fmla="*/ 2435119 w 7467600"/>
              <a:gd name="connsiteY643" fmla="*/ 3080173 h 6858000"/>
              <a:gd name="connsiteX644" fmla="*/ 2410152 w 7467600"/>
              <a:gd name="connsiteY644" fmla="*/ 3063751 h 6858000"/>
              <a:gd name="connsiteX645" fmla="*/ 2408099 w 7467600"/>
              <a:gd name="connsiteY645" fmla="*/ 3064403 h 6858000"/>
              <a:gd name="connsiteX646" fmla="*/ 2407218 w 7467600"/>
              <a:gd name="connsiteY646" fmla="*/ 3070324 h 6858000"/>
              <a:gd name="connsiteX647" fmla="*/ 2380138 w 7467600"/>
              <a:gd name="connsiteY647" fmla="*/ 3099341 h 6858000"/>
              <a:gd name="connsiteX648" fmla="*/ 1765923 w 7467600"/>
              <a:gd name="connsiteY648" fmla="*/ 3581043 h 6858000"/>
              <a:gd name="connsiteX649" fmla="*/ 1702258 w 7467600"/>
              <a:gd name="connsiteY649" fmla="*/ 3612286 h 6858000"/>
              <a:gd name="connsiteX650" fmla="*/ 1538370 w 7467600"/>
              <a:gd name="connsiteY650" fmla="*/ 3811804 h 6858000"/>
              <a:gd name="connsiteX651" fmla="*/ 542867 w 7467600"/>
              <a:gd name="connsiteY651" fmla="*/ 4944092 h 6858000"/>
              <a:gd name="connsiteX652" fmla="*/ 515800 w 7467600"/>
              <a:gd name="connsiteY652" fmla="*/ 4862180 h 6858000"/>
              <a:gd name="connsiteX653" fmla="*/ 909145 w 7467600"/>
              <a:gd name="connsiteY653" fmla="*/ 4199225 h 6858000"/>
              <a:gd name="connsiteX654" fmla="*/ 1214067 w 7467600"/>
              <a:gd name="connsiteY654" fmla="*/ 3908561 h 6858000"/>
              <a:gd name="connsiteX655" fmla="*/ 640967 w 7467600"/>
              <a:gd name="connsiteY655" fmla="*/ 4105601 h 6858000"/>
              <a:gd name="connsiteX656" fmla="*/ 112563 w 7467600"/>
              <a:gd name="connsiteY656" fmla="*/ 4396952 h 6858000"/>
              <a:gd name="connsiteX657" fmla="*/ 0 w 7467600"/>
              <a:gd name="connsiteY657" fmla="*/ 4466006 h 6858000"/>
              <a:gd name="connsiteX658" fmla="*/ 0 w 7467600"/>
              <a:gd name="connsiteY658" fmla="*/ 4233763 h 6858000"/>
              <a:gd name="connsiteX659" fmla="*/ 36881 w 7467600"/>
              <a:gd name="connsiteY659" fmla="*/ 4200118 h 6858000"/>
              <a:gd name="connsiteX660" fmla="*/ 910534 w 7467600"/>
              <a:gd name="connsiteY660" fmla="*/ 3629753 h 6858000"/>
              <a:gd name="connsiteX661" fmla="*/ 1578717 w 7467600"/>
              <a:gd name="connsiteY661" fmla="*/ 3575982 h 6858000"/>
              <a:gd name="connsiteX662" fmla="*/ 2338780 w 7467600"/>
              <a:gd name="connsiteY662" fmla="*/ 3033725 h 6858000"/>
              <a:gd name="connsiteX663" fmla="*/ 1807991 w 7467600"/>
              <a:gd name="connsiteY663" fmla="*/ 2807184 h 6858000"/>
              <a:gd name="connsiteX664" fmla="*/ 1416358 w 7467600"/>
              <a:gd name="connsiteY664" fmla="*/ 3112571 h 6858000"/>
              <a:gd name="connsiteX665" fmla="*/ 939066 w 7467600"/>
              <a:gd name="connsiteY665" fmla="*/ 3378798 h 6858000"/>
              <a:gd name="connsiteX666" fmla="*/ 115099 w 7467600"/>
              <a:gd name="connsiteY666" fmla="*/ 3607650 h 6858000"/>
              <a:gd name="connsiteX667" fmla="*/ 97284 w 7467600"/>
              <a:gd name="connsiteY667" fmla="*/ 3520393 h 6858000"/>
              <a:gd name="connsiteX668" fmla="*/ 922050 w 7467600"/>
              <a:gd name="connsiteY668" fmla="*/ 3074867 h 6858000"/>
              <a:gd name="connsiteX669" fmla="*/ 1405265 w 7467600"/>
              <a:gd name="connsiteY669" fmla="*/ 3016319 h 6858000"/>
              <a:gd name="connsiteX670" fmla="*/ 1407512 w 7467600"/>
              <a:gd name="connsiteY670" fmla="*/ 3018001 h 6858000"/>
              <a:gd name="connsiteX671" fmla="*/ 1726266 w 7467600"/>
              <a:gd name="connsiteY671" fmla="*/ 2777274 h 6858000"/>
              <a:gd name="connsiteX672" fmla="*/ 625390 w 7467600"/>
              <a:gd name="connsiteY672" fmla="*/ 2514541 h 6858000"/>
              <a:gd name="connsiteX673" fmla="*/ 619799 w 7467600"/>
              <a:gd name="connsiteY673" fmla="*/ 2527180 h 6858000"/>
              <a:gd name="connsiteX674" fmla="*/ 310030 w 7467600"/>
              <a:gd name="connsiteY674" fmla="*/ 2771818 h 6858000"/>
              <a:gd name="connsiteX675" fmla="*/ 173877 w 7467600"/>
              <a:gd name="connsiteY675" fmla="*/ 2937056 h 6858000"/>
              <a:gd name="connsiteX676" fmla="*/ 77889 w 7467600"/>
              <a:gd name="connsiteY676" fmla="*/ 3138440 h 6858000"/>
              <a:gd name="connsiteX677" fmla="*/ 0 w 7467600"/>
              <a:gd name="connsiteY677" fmla="*/ 3271395 h 6858000"/>
              <a:gd name="connsiteX678" fmla="*/ 0 w 7467600"/>
              <a:gd name="connsiteY678" fmla="*/ 3153002 h 6858000"/>
              <a:gd name="connsiteX679" fmla="*/ 2386 w 7467600"/>
              <a:gd name="connsiteY679" fmla="*/ 3149203 h 6858000"/>
              <a:gd name="connsiteX680" fmla="*/ 89753 w 7467600"/>
              <a:gd name="connsiteY680" fmla="*/ 2987702 h 6858000"/>
              <a:gd name="connsiteX681" fmla="*/ 76869 w 7467600"/>
              <a:gd name="connsiteY681" fmla="*/ 3005404 h 6858000"/>
              <a:gd name="connsiteX682" fmla="*/ 32049 w 7467600"/>
              <a:gd name="connsiteY682" fmla="*/ 3065814 h 6858000"/>
              <a:gd name="connsiteX683" fmla="*/ 0 w 7467600"/>
              <a:gd name="connsiteY683" fmla="*/ 3108744 h 6858000"/>
              <a:gd name="connsiteX684" fmla="*/ 0 w 7467600"/>
              <a:gd name="connsiteY684" fmla="*/ 3058059 h 6858000"/>
              <a:gd name="connsiteX685" fmla="*/ 7610 w 7467600"/>
              <a:gd name="connsiteY685" fmla="*/ 3047889 h 6858000"/>
              <a:gd name="connsiteX686" fmla="*/ 52419 w 7467600"/>
              <a:gd name="connsiteY686" fmla="*/ 2987479 h 6858000"/>
              <a:gd name="connsiteX687" fmla="*/ 59142 w 7467600"/>
              <a:gd name="connsiteY687" fmla="*/ 2978488 h 6858000"/>
              <a:gd name="connsiteX688" fmla="*/ 0 w 7467600"/>
              <a:gd name="connsiteY688" fmla="*/ 3015334 h 6858000"/>
              <a:gd name="connsiteX689" fmla="*/ 0 w 7467600"/>
              <a:gd name="connsiteY689" fmla="*/ 2914286 h 6858000"/>
              <a:gd name="connsiteX690" fmla="*/ 36383 w 7467600"/>
              <a:gd name="connsiteY690" fmla="*/ 2901128 h 6858000"/>
              <a:gd name="connsiteX691" fmla="*/ 156329 w 7467600"/>
              <a:gd name="connsiteY691" fmla="*/ 2840533 h 6858000"/>
              <a:gd name="connsiteX692" fmla="*/ 358355 w 7467600"/>
              <a:gd name="connsiteY692" fmla="*/ 2620471 h 6858000"/>
              <a:gd name="connsiteX693" fmla="*/ 510577 w 7467600"/>
              <a:gd name="connsiteY693" fmla="*/ 2501244 h 6858000"/>
              <a:gd name="connsiteX694" fmla="*/ 211967 w 7467600"/>
              <a:gd name="connsiteY694" fmla="*/ 2479171 h 6858000"/>
              <a:gd name="connsiteX695" fmla="*/ 0 w 7467600"/>
              <a:gd name="connsiteY695" fmla="*/ 2476398 h 6858000"/>
              <a:gd name="connsiteX696" fmla="*/ 0 w 7467600"/>
              <a:gd name="connsiteY696" fmla="*/ 2389189 h 6858000"/>
              <a:gd name="connsiteX697" fmla="*/ 103062 w 7467600"/>
              <a:gd name="connsiteY697" fmla="*/ 2389518 h 6858000"/>
              <a:gd name="connsiteX698" fmla="*/ 510734 w 7467600"/>
              <a:gd name="connsiteY698" fmla="*/ 2416201 h 6858000"/>
              <a:gd name="connsiteX699" fmla="*/ 279257 w 7467600"/>
              <a:gd name="connsiteY699" fmla="*/ 2092102 h 6858000"/>
              <a:gd name="connsiteX700" fmla="*/ 65265 w 7467600"/>
              <a:gd name="connsiteY700" fmla="*/ 2006049 h 6858000"/>
              <a:gd name="connsiteX701" fmla="*/ 0 w 7467600"/>
              <a:gd name="connsiteY701" fmla="*/ 1982532 h 6858000"/>
              <a:gd name="connsiteX702" fmla="*/ 0 w 7467600"/>
              <a:gd name="connsiteY702" fmla="*/ 1912789 h 6858000"/>
              <a:gd name="connsiteX703" fmla="*/ 97460 w 7467600"/>
              <a:gd name="connsiteY703" fmla="*/ 1953725 h 6858000"/>
              <a:gd name="connsiteX704" fmla="*/ 221272 w 7467600"/>
              <a:gd name="connsiteY704" fmla="*/ 1980766 h 6858000"/>
              <a:gd name="connsiteX705" fmla="*/ 116765 w 7467600"/>
              <a:gd name="connsiteY705" fmla="*/ 1911033 h 6858000"/>
              <a:gd name="connsiteX706" fmla="*/ 16405 w 7467600"/>
              <a:gd name="connsiteY706" fmla="*/ 1803412 h 6858000"/>
              <a:gd name="connsiteX707" fmla="*/ 0 w 7467600"/>
              <a:gd name="connsiteY707" fmla="*/ 1784777 h 6858000"/>
              <a:gd name="connsiteX708" fmla="*/ 0 w 7467600"/>
              <a:gd name="connsiteY708" fmla="*/ 1740082 h 6858000"/>
              <a:gd name="connsiteX709" fmla="*/ 39394 w 7467600"/>
              <a:gd name="connsiteY709" fmla="*/ 1784856 h 6858000"/>
              <a:gd name="connsiteX710" fmla="*/ 135813 w 7467600"/>
              <a:gd name="connsiteY710" fmla="*/ 1888838 h 6858000"/>
              <a:gd name="connsiteX711" fmla="*/ 242575 w 7467600"/>
              <a:gd name="connsiteY711" fmla="*/ 1958841 h 6858000"/>
              <a:gd name="connsiteX712" fmla="*/ 82197 w 7467600"/>
              <a:gd name="connsiteY712" fmla="*/ 1754826 h 6858000"/>
              <a:gd name="connsiteX713" fmla="*/ 0 w 7467600"/>
              <a:gd name="connsiteY713" fmla="*/ 1679650 h 6858000"/>
              <a:gd name="connsiteX714" fmla="*/ 0 w 7467600"/>
              <a:gd name="connsiteY714" fmla="*/ 1602463 h 6858000"/>
              <a:gd name="connsiteX715" fmla="*/ 84689 w 7467600"/>
              <a:gd name="connsiteY715" fmla="*/ 1677442 h 6858000"/>
              <a:gd name="connsiteX716" fmla="*/ 298437 w 7467600"/>
              <a:gd name="connsiteY716" fmla="*/ 1968019 h 6858000"/>
              <a:gd name="connsiteX717" fmla="*/ 227269 w 7467600"/>
              <a:gd name="connsiteY717" fmla="*/ 1114064 h 6858000"/>
              <a:gd name="connsiteX718" fmla="*/ 248003 w 7467600"/>
              <a:gd name="connsiteY718" fmla="*/ 1089613 h 6858000"/>
              <a:gd name="connsiteX719" fmla="*/ 427020 w 7467600"/>
              <a:gd name="connsiteY719" fmla="*/ 1619803 h 6858000"/>
              <a:gd name="connsiteX720" fmla="*/ 340345 w 7467600"/>
              <a:gd name="connsiteY720" fmla="*/ 2027739 h 6858000"/>
              <a:gd name="connsiteX721" fmla="*/ 360865 w 7467600"/>
              <a:gd name="connsiteY721" fmla="*/ 2044827 h 6858000"/>
              <a:gd name="connsiteX722" fmla="*/ 560414 w 7467600"/>
              <a:gd name="connsiteY722" fmla="*/ 2421457 h 6858000"/>
              <a:gd name="connsiteX723" fmla="*/ 1359703 w 7467600"/>
              <a:gd name="connsiteY723" fmla="*/ 2578554 h 6858000"/>
              <a:gd name="connsiteX724" fmla="*/ 1359422 w 7467600"/>
              <a:gd name="connsiteY724" fmla="*/ 2577994 h 6858000"/>
              <a:gd name="connsiteX725" fmla="*/ 828701 w 7467600"/>
              <a:gd name="connsiteY725" fmla="*/ 1839520 h 6858000"/>
              <a:gd name="connsiteX726" fmla="*/ 494427 w 7467600"/>
              <a:gd name="connsiteY726" fmla="*/ 1092333 h 6858000"/>
              <a:gd name="connsiteX727" fmla="*/ 506322 w 7467600"/>
              <a:gd name="connsiteY727" fmla="*/ 1020997 h 6858000"/>
              <a:gd name="connsiteX728" fmla="*/ 4570198 w 7467600"/>
              <a:gd name="connsiteY728" fmla="*/ 978081 h 6858000"/>
              <a:gd name="connsiteX729" fmla="*/ 4523691 w 7467600"/>
              <a:gd name="connsiteY729" fmla="*/ 1127776 h 6858000"/>
              <a:gd name="connsiteX730" fmla="*/ 4509875 w 7467600"/>
              <a:gd name="connsiteY730" fmla="*/ 1167552 h 6858000"/>
              <a:gd name="connsiteX731" fmla="*/ 4478168 w 7467600"/>
              <a:gd name="connsiteY731" fmla="*/ 1260735 h 6858000"/>
              <a:gd name="connsiteX732" fmla="*/ 4409309 w 7467600"/>
              <a:gd name="connsiteY732" fmla="*/ 1666996 h 6858000"/>
              <a:gd name="connsiteX733" fmla="*/ 4370031 w 7467600"/>
              <a:gd name="connsiteY733" fmla="*/ 1955666 h 6858000"/>
              <a:gd name="connsiteX734" fmla="*/ 4570198 w 7467600"/>
              <a:gd name="connsiteY734" fmla="*/ 978081 h 6858000"/>
              <a:gd name="connsiteX735" fmla="*/ 4557898 w 7467600"/>
              <a:gd name="connsiteY735" fmla="*/ 900011 h 6858000"/>
              <a:gd name="connsiteX736" fmla="*/ 4344840 w 7467600"/>
              <a:gd name="connsiteY736" fmla="*/ 1922038 h 6858000"/>
              <a:gd name="connsiteX737" fmla="*/ 4378710 w 7467600"/>
              <a:gd name="connsiteY737" fmla="*/ 1665516 h 6858000"/>
              <a:gd name="connsiteX738" fmla="*/ 4448798 w 7467600"/>
              <a:gd name="connsiteY738" fmla="*/ 1253024 h 6858000"/>
              <a:gd name="connsiteX739" fmla="*/ 4480315 w 7467600"/>
              <a:gd name="connsiteY739" fmla="*/ 1158454 h 6858000"/>
              <a:gd name="connsiteX740" fmla="*/ 4494133 w 7467600"/>
              <a:gd name="connsiteY740" fmla="*/ 1118676 h 6858000"/>
              <a:gd name="connsiteX741" fmla="*/ 4557898 w 7467600"/>
              <a:gd name="connsiteY741" fmla="*/ 900011 h 6858000"/>
              <a:gd name="connsiteX742" fmla="*/ 5870151 w 7467600"/>
              <a:gd name="connsiteY742" fmla="*/ 898890 h 6858000"/>
              <a:gd name="connsiteX743" fmla="*/ 5861335 w 7467600"/>
              <a:gd name="connsiteY743" fmla="*/ 899177 h 6858000"/>
              <a:gd name="connsiteX744" fmla="*/ 5843702 w 7467600"/>
              <a:gd name="connsiteY744" fmla="*/ 899748 h 6858000"/>
              <a:gd name="connsiteX745" fmla="*/ 5651107 w 7467600"/>
              <a:gd name="connsiteY745" fmla="*/ 920306 h 6858000"/>
              <a:gd name="connsiteX746" fmla="*/ 5459407 w 7467600"/>
              <a:gd name="connsiteY746" fmla="*/ 940975 h 6858000"/>
              <a:gd name="connsiteX747" fmla="*/ 5374846 w 7467600"/>
              <a:gd name="connsiteY747" fmla="*/ 941988 h 6858000"/>
              <a:gd name="connsiteX748" fmla="*/ 5256105 w 7467600"/>
              <a:gd name="connsiteY748" fmla="*/ 945632 h 6858000"/>
              <a:gd name="connsiteX749" fmla="*/ 5107071 w 7467600"/>
              <a:gd name="connsiteY749" fmla="*/ 969720 h 6858000"/>
              <a:gd name="connsiteX750" fmla="*/ 4998681 w 7467600"/>
              <a:gd name="connsiteY750" fmla="*/ 988771 h 6858000"/>
              <a:gd name="connsiteX751" fmla="*/ 5870151 w 7467600"/>
              <a:gd name="connsiteY751" fmla="*/ 898890 h 6858000"/>
              <a:gd name="connsiteX752" fmla="*/ 5504425 w 7467600"/>
              <a:gd name="connsiteY752" fmla="*/ 848067 h 6858000"/>
              <a:gd name="connsiteX753" fmla="*/ 4968849 w 7467600"/>
              <a:gd name="connsiteY753" fmla="*/ 962318 h 6858000"/>
              <a:gd name="connsiteX754" fmla="*/ 5104039 w 7467600"/>
              <a:gd name="connsiteY754" fmla="*/ 940634 h 6858000"/>
              <a:gd name="connsiteX755" fmla="*/ 5256311 w 7467600"/>
              <a:gd name="connsiteY755" fmla="*/ 916490 h 6858000"/>
              <a:gd name="connsiteX756" fmla="*/ 5377381 w 7467600"/>
              <a:gd name="connsiteY756" fmla="*/ 912671 h 6858000"/>
              <a:gd name="connsiteX757" fmla="*/ 5460148 w 7467600"/>
              <a:gd name="connsiteY757" fmla="*/ 911442 h 6858000"/>
              <a:gd name="connsiteX758" fmla="*/ 5648971 w 7467600"/>
              <a:gd name="connsiteY758" fmla="*/ 891331 h 6858000"/>
              <a:gd name="connsiteX759" fmla="*/ 5844807 w 7467600"/>
              <a:gd name="connsiteY759" fmla="*/ 870718 h 6858000"/>
              <a:gd name="connsiteX760" fmla="*/ 5862975 w 7467600"/>
              <a:gd name="connsiteY760" fmla="*/ 869756 h 6858000"/>
              <a:gd name="connsiteX761" fmla="*/ 5920887 w 7467600"/>
              <a:gd name="connsiteY761" fmla="*/ 865929 h 6858000"/>
              <a:gd name="connsiteX762" fmla="*/ 5504425 w 7467600"/>
              <a:gd name="connsiteY762" fmla="*/ 848067 h 6858000"/>
              <a:gd name="connsiteX763" fmla="*/ 3607114 w 7467600"/>
              <a:gd name="connsiteY763" fmla="*/ 467441 h 6858000"/>
              <a:gd name="connsiteX764" fmla="*/ 3296242 w 7467600"/>
              <a:gd name="connsiteY764" fmla="*/ 807991 h 6858000"/>
              <a:gd name="connsiteX765" fmla="*/ 3174674 w 7467600"/>
              <a:gd name="connsiteY765" fmla="*/ 919759 h 6858000"/>
              <a:gd name="connsiteX766" fmla="*/ 3042978 w 7467600"/>
              <a:gd name="connsiteY766" fmla="*/ 1054894 h 6858000"/>
              <a:gd name="connsiteX767" fmla="*/ 2968914 w 7467600"/>
              <a:gd name="connsiteY767" fmla="*/ 1133756 h 6858000"/>
              <a:gd name="connsiteX768" fmla="*/ 3103823 w 7467600"/>
              <a:gd name="connsiteY768" fmla="*/ 1026814 h 6858000"/>
              <a:gd name="connsiteX769" fmla="*/ 3607114 w 7467600"/>
              <a:gd name="connsiteY769" fmla="*/ 467441 h 6858000"/>
              <a:gd name="connsiteX770" fmla="*/ 3744487 w 7467600"/>
              <a:gd name="connsiteY770" fmla="*/ 383136 h 6858000"/>
              <a:gd name="connsiteX771" fmla="*/ 3970213 w 7467600"/>
              <a:gd name="connsiteY771" fmla="*/ 995559 h 6858000"/>
              <a:gd name="connsiteX772" fmla="*/ 3744487 w 7467600"/>
              <a:gd name="connsiteY772" fmla="*/ 383136 h 6858000"/>
              <a:gd name="connsiteX773" fmla="*/ 3624562 w 7467600"/>
              <a:gd name="connsiteY773" fmla="*/ 367041 h 6858000"/>
              <a:gd name="connsiteX774" fmla="*/ 3489712 w 7467600"/>
              <a:gd name="connsiteY774" fmla="*/ 485386 h 6858000"/>
              <a:gd name="connsiteX775" fmla="*/ 3182994 w 7467600"/>
              <a:gd name="connsiteY775" fmla="*/ 828265 h 6858000"/>
              <a:gd name="connsiteX776" fmla="*/ 2892114 w 7467600"/>
              <a:gd name="connsiteY776" fmla="*/ 1172635 h 6858000"/>
              <a:gd name="connsiteX777" fmla="*/ 3021459 w 7467600"/>
              <a:gd name="connsiteY777" fmla="*/ 1035385 h 6858000"/>
              <a:gd name="connsiteX778" fmla="*/ 3153873 w 7467600"/>
              <a:gd name="connsiteY778" fmla="*/ 898971 h 6858000"/>
              <a:gd name="connsiteX779" fmla="*/ 3276511 w 7467600"/>
              <a:gd name="connsiteY779" fmla="*/ 786423 h 6858000"/>
              <a:gd name="connsiteX780" fmla="*/ 3584154 w 7467600"/>
              <a:gd name="connsiteY780" fmla="*/ 448218 h 6858000"/>
              <a:gd name="connsiteX781" fmla="*/ 3624562 w 7467600"/>
              <a:gd name="connsiteY781" fmla="*/ 367041 h 6858000"/>
              <a:gd name="connsiteX782" fmla="*/ 3766672 w 7467600"/>
              <a:gd name="connsiteY782" fmla="*/ 359429 h 6858000"/>
              <a:gd name="connsiteX783" fmla="*/ 3996338 w 7467600"/>
              <a:gd name="connsiteY783" fmla="*/ 968237 h 6858000"/>
              <a:gd name="connsiteX784" fmla="*/ 3766672 w 7467600"/>
              <a:gd name="connsiteY784" fmla="*/ 359429 h 6858000"/>
              <a:gd name="connsiteX785" fmla="*/ 5805386 w 7467600"/>
              <a:gd name="connsiteY785" fmla="*/ 239240 h 6858000"/>
              <a:gd name="connsiteX786" fmla="*/ 5736947 w 7467600"/>
              <a:gd name="connsiteY786" fmla="*/ 261367 h 6858000"/>
              <a:gd name="connsiteX787" fmla="*/ 5427012 w 7467600"/>
              <a:gd name="connsiteY787" fmla="*/ 311272 h 6858000"/>
              <a:gd name="connsiteX788" fmla="*/ 5147818 w 7467600"/>
              <a:gd name="connsiteY788" fmla="*/ 322112 h 6858000"/>
              <a:gd name="connsiteX789" fmla="*/ 5060854 w 7467600"/>
              <a:gd name="connsiteY789" fmla="*/ 311882 h 6858000"/>
              <a:gd name="connsiteX790" fmla="*/ 4945989 w 7467600"/>
              <a:gd name="connsiteY790" fmla="*/ 300516 h 6858000"/>
              <a:gd name="connsiteX791" fmla="*/ 5410479 w 7467600"/>
              <a:gd name="connsiteY791" fmla="*/ 348434 h 6858000"/>
              <a:gd name="connsiteX792" fmla="*/ 5805386 w 7467600"/>
              <a:gd name="connsiteY792" fmla="*/ 239240 h 6858000"/>
              <a:gd name="connsiteX793" fmla="*/ 5905192 w 7467600"/>
              <a:gd name="connsiteY793" fmla="*/ 163079 h 6858000"/>
              <a:gd name="connsiteX794" fmla="*/ 5865655 w 7467600"/>
              <a:gd name="connsiteY794" fmla="*/ 171901 h 6858000"/>
              <a:gd name="connsiteX795" fmla="*/ 5259740 w 7467600"/>
              <a:gd name="connsiteY795" fmla="*/ 257013 h 6858000"/>
              <a:gd name="connsiteX796" fmla="*/ 5208466 w 7467600"/>
              <a:gd name="connsiteY796" fmla="*/ 257550 h 6858000"/>
              <a:gd name="connsiteX797" fmla="*/ 4980204 w 7467600"/>
              <a:gd name="connsiteY797" fmla="*/ 271903 h 6858000"/>
              <a:gd name="connsiteX798" fmla="*/ 5068068 w 7467600"/>
              <a:gd name="connsiteY798" fmla="*/ 282244 h 6858000"/>
              <a:gd name="connsiteX799" fmla="*/ 5153231 w 7467600"/>
              <a:gd name="connsiteY799" fmla="*/ 292240 h 6858000"/>
              <a:gd name="connsiteX800" fmla="*/ 5426491 w 7467600"/>
              <a:gd name="connsiteY800" fmla="*/ 281128 h 6858000"/>
              <a:gd name="connsiteX801" fmla="*/ 5731212 w 7467600"/>
              <a:gd name="connsiteY801" fmla="*/ 231951 h 6858000"/>
              <a:gd name="connsiteX802" fmla="*/ 5905192 w 7467600"/>
              <a:gd name="connsiteY802" fmla="*/ 163079 h 6858000"/>
              <a:gd name="connsiteX803" fmla="*/ 5944437 w 7467600"/>
              <a:gd name="connsiteY803" fmla="*/ 113829 h 6858000"/>
              <a:gd name="connsiteX804" fmla="*/ 5825032 w 7467600"/>
              <a:gd name="connsiteY804" fmla="*/ 146405 h 6858000"/>
              <a:gd name="connsiteX805" fmla="*/ 4955599 w 7467600"/>
              <a:gd name="connsiteY805" fmla="*/ 247008 h 6858000"/>
              <a:gd name="connsiteX806" fmla="*/ 5210104 w 7467600"/>
              <a:gd name="connsiteY806" fmla="*/ 228123 h 6858000"/>
              <a:gd name="connsiteX807" fmla="*/ 5261015 w 7467600"/>
              <a:gd name="connsiteY807" fmla="*/ 227087 h 6858000"/>
              <a:gd name="connsiteX808" fmla="*/ 5861181 w 7467600"/>
              <a:gd name="connsiteY808" fmla="*/ 143093 h 6858000"/>
              <a:gd name="connsiteX809" fmla="*/ 5961252 w 7467600"/>
              <a:gd name="connsiteY809" fmla="*/ 114820 h 6858000"/>
              <a:gd name="connsiteX810" fmla="*/ 5944437 w 7467600"/>
              <a:gd name="connsiteY810" fmla="*/ 113829 h 6858000"/>
              <a:gd name="connsiteX811" fmla="*/ 3882765 w 7467600"/>
              <a:gd name="connsiteY811" fmla="*/ 0 h 6858000"/>
              <a:gd name="connsiteX812" fmla="*/ 3995099 w 7467600"/>
              <a:gd name="connsiteY812" fmla="*/ 0 h 6858000"/>
              <a:gd name="connsiteX813" fmla="*/ 4163818 w 7467600"/>
              <a:gd name="connsiteY813" fmla="*/ 234104 h 6858000"/>
              <a:gd name="connsiteX814" fmla="*/ 4172099 w 7467600"/>
              <a:gd name="connsiteY814" fmla="*/ 234207 h 6858000"/>
              <a:gd name="connsiteX815" fmla="*/ 4784282 w 7467600"/>
              <a:gd name="connsiteY815" fmla="*/ 276561 h 6858000"/>
              <a:gd name="connsiteX816" fmla="*/ 4801687 w 7467600"/>
              <a:gd name="connsiteY816" fmla="*/ 267764 h 6858000"/>
              <a:gd name="connsiteX817" fmla="*/ 6082788 w 7467600"/>
              <a:gd name="connsiteY817" fmla="*/ 64119 h 6858000"/>
              <a:gd name="connsiteX818" fmla="*/ 6099442 w 7467600"/>
              <a:gd name="connsiteY818" fmla="*/ 82568 h 6858000"/>
              <a:gd name="connsiteX819" fmla="*/ 4804137 w 7467600"/>
              <a:gd name="connsiteY819" fmla="*/ 320931 h 6858000"/>
              <a:gd name="connsiteX820" fmla="*/ 4227047 w 7467600"/>
              <a:gd name="connsiteY820" fmla="*/ 313415 h 6858000"/>
              <a:gd name="connsiteX821" fmla="*/ 4346041 w 7467600"/>
              <a:gd name="connsiteY821" fmla="*/ 456086 h 6858000"/>
              <a:gd name="connsiteX822" fmla="*/ 4870967 w 7467600"/>
              <a:gd name="connsiteY822" fmla="*/ 963061 h 6858000"/>
              <a:gd name="connsiteX823" fmla="*/ 4889647 w 7467600"/>
              <a:gd name="connsiteY823" fmla="*/ 957147 h 6858000"/>
              <a:gd name="connsiteX824" fmla="*/ 5422504 w 7467600"/>
              <a:gd name="connsiteY824" fmla="*/ 805191 h 6858000"/>
              <a:gd name="connsiteX825" fmla="*/ 6087656 w 7467600"/>
              <a:gd name="connsiteY825" fmla="*/ 826703 h 6858000"/>
              <a:gd name="connsiteX826" fmla="*/ 6058717 w 7467600"/>
              <a:gd name="connsiteY826" fmla="*/ 865992 h 6858000"/>
              <a:gd name="connsiteX827" fmla="*/ 4974153 w 7467600"/>
              <a:gd name="connsiteY827" fmla="*/ 1045456 h 6858000"/>
              <a:gd name="connsiteX828" fmla="*/ 5627835 w 7467600"/>
              <a:gd name="connsiteY828" fmla="*/ 1472077 h 6858000"/>
              <a:gd name="connsiteX829" fmla="*/ 5629817 w 7467600"/>
              <a:gd name="connsiteY829" fmla="*/ 1471412 h 6858000"/>
              <a:gd name="connsiteX830" fmla="*/ 5634124 w 7467600"/>
              <a:gd name="connsiteY830" fmla="*/ 1470572 h 6858000"/>
              <a:gd name="connsiteX831" fmla="*/ 5755832 w 7467600"/>
              <a:gd name="connsiteY831" fmla="*/ 1383886 h 6858000"/>
              <a:gd name="connsiteX832" fmla="*/ 6014186 w 7467600"/>
              <a:gd name="connsiteY832" fmla="*/ 1279799 h 6858000"/>
              <a:gd name="connsiteX833" fmla="*/ 6901619 w 7467600"/>
              <a:gd name="connsiteY833" fmla="*/ 1047874 h 6858000"/>
              <a:gd name="connsiteX834" fmla="*/ 6931566 w 7467600"/>
              <a:gd name="connsiteY834" fmla="*/ 1062034 h 6858000"/>
              <a:gd name="connsiteX835" fmla="*/ 5790982 w 7467600"/>
              <a:gd name="connsiteY835" fmla="*/ 1561380 h 6858000"/>
              <a:gd name="connsiteX836" fmla="*/ 6188971 w 7467600"/>
              <a:gd name="connsiteY836" fmla="*/ 1755168 h 6858000"/>
              <a:gd name="connsiteX837" fmla="*/ 6202446 w 7467600"/>
              <a:gd name="connsiteY837" fmla="*/ 1752268 h 6858000"/>
              <a:gd name="connsiteX838" fmla="*/ 7179560 w 7467600"/>
              <a:gd name="connsiteY838" fmla="*/ 1467551 h 6858000"/>
              <a:gd name="connsiteX839" fmla="*/ 7158730 w 7467600"/>
              <a:gd name="connsiteY839" fmla="*/ 1507835 h 6858000"/>
              <a:gd name="connsiteX840" fmla="*/ 6326959 w 7467600"/>
              <a:gd name="connsiteY840" fmla="*/ 1817686 h 6858000"/>
              <a:gd name="connsiteX841" fmla="*/ 6537433 w 7467600"/>
              <a:gd name="connsiteY841" fmla="*/ 1907790 h 6858000"/>
              <a:gd name="connsiteX842" fmla="*/ 6550221 w 7467600"/>
              <a:gd name="connsiteY842" fmla="*/ 1910729 h 6858000"/>
              <a:gd name="connsiteX843" fmla="*/ 6964438 w 7467600"/>
              <a:gd name="connsiteY843" fmla="*/ 2209505 h 6858000"/>
              <a:gd name="connsiteX844" fmla="*/ 7367862 w 7467600"/>
              <a:gd name="connsiteY844" fmla="*/ 2806833 h 6858000"/>
              <a:gd name="connsiteX845" fmla="*/ 7364329 w 7467600"/>
              <a:gd name="connsiteY845" fmla="*/ 2826907 h 6858000"/>
              <a:gd name="connsiteX846" fmla="*/ 7290545 w 7467600"/>
              <a:gd name="connsiteY846" fmla="*/ 2850663 h 6858000"/>
              <a:gd name="connsiteX847" fmla="*/ 6472036 w 7467600"/>
              <a:gd name="connsiteY847" fmla="*/ 1959003 h 6858000"/>
              <a:gd name="connsiteX848" fmla="*/ 5792897 w 7467600"/>
              <a:gd name="connsiteY848" fmla="*/ 1647747 h 6858000"/>
              <a:gd name="connsiteX849" fmla="*/ 5842751 w 7467600"/>
              <a:gd name="connsiteY849" fmla="*/ 1816112 h 6858000"/>
              <a:gd name="connsiteX850" fmla="*/ 5847424 w 7467600"/>
              <a:gd name="connsiteY850" fmla="*/ 1815776 h 6858000"/>
              <a:gd name="connsiteX851" fmla="*/ 6399821 w 7467600"/>
              <a:gd name="connsiteY851" fmla="*/ 2344799 h 6858000"/>
              <a:gd name="connsiteX852" fmla="*/ 6323232 w 7467600"/>
              <a:gd name="connsiteY852" fmla="*/ 2389634 h 6858000"/>
              <a:gd name="connsiteX853" fmla="*/ 5942958 w 7467600"/>
              <a:gd name="connsiteY853" fmla="*/ 2077708 h 6858000"/>
              <a:gd name="connsiteX854" fmla="*/ 5921559 w 7467600"/>
              <a:gd name="connsiteY854" fmla="*/ 2378596 h 6858000"/>
              <a:gd name="connsiteX855" fmla="*/ 5817651 w 7467600"/>
              <a:gd name="connsiteY855" fmla="*/ 3023919 h 6858000"/>
              <a:gd name="connsiteX856" fmla="*/ 5729634 w 7467600"/>
              <a:gd name="connsiteY856" fmla="*/ 3051849 h 6858000"/>
              <a:gd name="connsiteX857" fmla="*/ 5611018 w 7467600"/>
              <a:gd name="connsiteY857" fmla="*/ 2316769 h 6858000"/>
              <a:gd name="connsiteX858" fmla="*/ 5687608 w 7467600"/>
              <a:gd name="connsiteY858" fmla="*/ 2039972 h 6858000"/>
              <a:gd name="connsiteX859" fmla="*/ 5657554 w 7467600"/>
              <a:gd name="connsiteY859" fmla="*/ 1576445 h 6858000"/>
              <a:gd name="connsiteX860" fmla="*/ 5150475 w 7467600"/>
              <a:gd name="connsiteY860" fmla="*/ 1274012 h 6858000"/>
              <a:gd name="connsiteX861" fmla="*/ 5349142 w 7467600"/>
              <a:gd name="connsiteY861" fmla="*/ 2204405 h 6858000"/>
              <a:gd name="connsiteX862" fmla="*/ 5262214 w 7467600"/>
              <a:gd name="connsiteY862" fmla="*/ 2233836 h 6858000"/>
              <a:gd name="connsiteX863" fmla="*/ 4981539 w 7467600"/>
              <a:gd name="connsiteY863" fmla="*/ 1542201 h 6858000"/>
              <a:gd name="connsiteX864" fmla="*/ 4958461 w 7467600"/>
              <a:gd name="connsiteY864" fmla="*/ 1136957 h 6858000"/>
              <a:gd name="connsiteX865" fmla="*/ 4655015 w 7467600"/>
              <a:gd name="connsiteY865" fmla="*/ 891426 h 6858000"/>
              <a:gd name="connsiteX866" fmla="*/ 4348002 w 7467600"/>
              <a:gd name="connsiteY866" fmla="*/ 2205895 h 6858000"/>
              <a:gd name="connsiteX867" fmla="*/ 4262250 w 7467600"/>
              <a:gd name="connsiteY867" fmla="*/ 2219972 h 6858000"/>
              <a:gd name="connsiteX868" fmla="*/ 4550611 w 7467600"/>
              <a:gd name="connsiteY868" fmla="*/ 817540 h 6858000"/>
              <a:gd name="connsiteX869" fmla="*/ 4564418 w 7467600"/>
              <a:gd name="connsiteY869" fmla="*/ 808293 h 6858000"/>
              <a:gd name="connsiteX870" fmla="*/ 4266388 w 7467600"/>
              <a:gd name="connsiteY870" fmla="*/ 500083 h 6858000"/>
              <a:gd name="connsiteX871" fmla="*/ 4032842 w 7467600"/>
              <a:gd name="connsiteY871" fmla="*/ 211809 h 6858000"/>
              <a:gd name="connsiteX872" fmla="*/ 3882765 w 7467600"/>
              <a:gd name="connsiteY872" fmla="*/ 0 h 6858000"/>
              <a:gd name="connsiteX873" fmla="*/ 3721337 w 7467600"/>
              <a:gd name="connsiteY873" fmla="*/ 0 h 6858000"/>
              <a:gd name="connsiteX874" fmla="*/ 3797544 w 7467600"/>
              <a:gd name="connsiteY874" fmla="*/ 0 h 6858000"/>
              <a:gd name="connsiteX875" fmla="*/ 3775734 w 7467600"/>
              <a:gd name="connsiteY875" fmla="*/ 95131 h 6858000"/>
              <a:gd name="connsiteX876" fmla="*/ 3724807 w 7467600"/>
              <a:gd name="connsiteY876" fmla="*/ 272257 h 6858000"/>
              <a:gd name="connsiteX877" fmla="*/ 3726844 w 7467600"/>
              <a:gd name="connsiteY877" fmla="*/ 282988 h 6858000"/>
              <a:gd name="connsiteX878" fmla="*/ 3742664 w 7467600"/>
              <a:gd name="connsiteY878" fmla="*/ 279918 h 6858000"/>
              <a:gd name="connsiteX879" fmla="*/ 4103910 w 7467600"/>
              <a:gd name="connsiteY879" fmla="*/ 1161917 h 6858000"/>
              <a:gd name="connsiteX880" fmla="*/ 4020269 w 7467600"/>
              <a:gd name="connsiteY880" fmla="*/ 1200406 h 6858000"/>
              <a:gd name="connsiteX881" fmla="*/ 3674882 w 7467600"/>
              <a:gd name="connsiteY881" fmla="*/ 488524 h 6858000"/>
              <a:gd name="connsiteX882" fmla="*/ 3132682 w 7467600"/>
              <a:gd name="connsiteY882" fmla="*/ 1072284 h 6858000"/>
              <a:gd name="connsiteX883" fmla="*/ 2716346 w 7467600"/>
              <a:gd name="connsiteY883" fmla="*/ 1276376 h 6858000"/>
              <a:gd name="connsiteX884" fmla="*/ 2716772 w 7467600"/>
              <a:gd name="connsiteY884" fmla="*/ 1255462 h 6858000"/>
              <a:gd name="connsiteX885" fmla="*/ 3471096 w 7467600"/>
              <a:gd name="connsiteY885" fmla="*/ 437072 h 6858000"/>
              <a:gd name="connsiteX886" fmla="*/ 3639057 w 7467600"/>
              <a:gd name="connsiteY886" fmla="*/ 286334 h 6858000"/>
              <a:gd name="connsiteX887" fmla="*/ 3640309 w 7467600"/>
              <a:gd name="connsiteY887" fmla="*/ 284664 h 6858000"/>
              <a:gd name="connsiteX888" fmla="*/ 3646022 w 7467600"/>
              <a:gd name="connsiteY888" fmla="*/ 276711 h 6858000"/>
              <a:gd name="connsiteX889" fmla="*/ 3707943 w 7467600"/>
              <a:gd name="connsiteY889" fmla="*/ 65958 h 6858000"/>
              <a:gd name="connsiteX890" fmla="*/ 3721337 w 7467600"/>
              <a:gd name="connsiteY890" fmla="*/ 0 h 6858000"/>
              <a:gd name="connsiteX891" fmla="*/ 2867960 w 7467600"/>
              <a:gd name="connsiteY891" fmla="*/ 0 h 6858000"/>
              <a:gd name="connsiteX892" fmla="*/ 2926351 w 7467600"/>
              <a:gd name="connsiteY892" fmla="*/ 0 h 6858000"/>
              <a:gd name="connsiteX893" fmla="*/ 2902823 w 7467600"/>
              <a:gd name="connsiteY893" fmla="*/ 262929 h 6858000"/>
              <a:gd name="connsiteX894" fmla="*/ 2940663 w 7467600"/>
              <a:gd name="connsiteY894" fmla="*/ 140884 h 6858000"/>
              <a:gd name="connsiteX895" fmla="*/ 2947039 w 7467600"/>
              <a:gd name="connsiteY895" fmla="*/ 122524 h 6858000"/>
              <a:gd name="connsiteX896" fmla="*/ 2984316 w 7467600"/>
              <a:gd name="connsiteY896" fmla="*/ 0 h 6858000"/>
              <a:gd name="connsiteX897" fmla="*/ 3016114 w 7467600"/>
              <a:gd name="connsiteY897" fmla="*/ 0 h 6858000"/>
              <a:gd name="connsiteX898" fmla="*/ 2979949 w 7467600"/>
              <a:gd name="connsiteY898" fmla="*/ 119274 h 6858000"/>
              <a:gd name="connsiteX899" fmla="*/ 3023879 w 7467600"/>
              <a:gd name="connsiteY899" fmla="*/ 0 h 6858000"/>
              <a:gd name="connsiteX900" fmla="*/ 3105400 w 7467600"/>
              <a:gd name="connsiteY900" fmla="*/ 0 h 6858000"/>
              <a:gd name="connsiteX901" fmla="*/ 3094669 w 7467600"/>
              <a:gd name="connsiteY901" fmla="*/ 30308 h 6858000"/>
              <a:gd name="connsiteX902" fmla="*/ 2901945 w 7467600"/>
              <a:gd name="connsiteY902" fmla="*/ 466538 h 6858000"/>
              <a:gd name="connsiteX903" fmla="*/ 2815209 w 7467600"/>
              <a:gd name="connsiteY903" fmla="*/ 497361 h 6858000"/>
              <a:gd name="connsiteX904" fmla="*/ 2844845 w 7467600"/>
              <a:gd name="connsiteY904" fmla="*/ 127638 h 6858000"/>
              <a:gd name="connsiteX905" fmla="*/ 2867960 w 7467600"/>
              <a:gd name="connsiteY905" fmla="*/ 0 h 6858000"/>
              <a:gd name="connsiteX906" fmla="*/ 1057230 w 7467600"/>
              <a:gd name="connsiteY906" fmla="*/ 0 h 6858000"/>
              <a:gd name="connsiteX907" fmla="*/ 1111003 w 7467600"/>
              <a:gd name="connsiteY907" fmla="*/ 0 h 6858000"/>
              <a:gd name="connsiteX908" fmla="*/ 1125553 w 7467600"/>
              <a:gd name="connsiteY908" fmla="*/ 52588 h 6858000"/>
              <a:gd name="connsiteX909" fmla="*/ 1304276 w 7467600"/>
              <a:gd name="connsiteY909" fmla="*/ 476275 h 6858000"/>
              <a:gd name="connsiteX910" fmla="*/ 1492066 w 7467600"/>
              <a:gd name="connsiteY910" fmla="*/ 886333 h 6858000"/>
              <a:gd name="connsiteX911" fmla="*/ 1423698 w 7467600"/>
              <a:gd name="connsiteY911" fmla="*/ 710817 h 6858000"/>
              <a:gd name="connsiteX912" fmla="*/ 1357609 w 7467600"/>
              <a:gd name="connsiteY912" fmla="*/ 532892 h 6858000"/>
              <a:gd name="connsiteX913" fmla="*/ 1309550 w 7467600"/>
              <a:gd name="connsiteY913" fmla="*/ 374031 h 6858000"/>
              <a:gd name="connsiteX914" fmla="*/ 1193673 w 7467600"/>
              <a:gd name="connsiteY914" fmla="*/ 49533 h 6858000"/>
              <a:gd name="connsiteX915" fmla="*/ 1164391 w 7467600"/>
              <a:gd name="connsiteY915" fmla="*/ 0 h 6858000"/>
              <a:gd name="connsiteX916" fmla="*/ 1200666 w 7467600"/>
              <a:gd name="connsiteY916" fmla="*/ 0 h 6858000"/>
              <a:gd name="connsiteX917" fmla="*/ 1223408 w 7467600"/>
              <a:gd name="connsiteY917" fmla="*/ 38996 h 6858000"/>
              <a:gd name="connsiteX918" fmla="*/ 1339635 w 7467600"/>
              <a:gd name="connsiteY918" fmla="*/ 365517 h 6858000"/>
              <a:gd name="connsiteX919" fmla="*/ 1387469 w 7467600"/>
              <a:gd name="connsiteY919" fmla="*/ 523079 h 6858000"/>
              <a:gd name="connsiteX920" fmla="*/ 1452685 w 7467600"/>
              <a:gd name="connsiteY920" fmla="*/ 699806 h 6858000"/>
              <a:gd name="connsiteX921" fmla="*/ 1492092 w 7467600"/>
              <a:gd name="connsiteY921" fmla="*/ 800424 h 6858000"/>
              <a:gd name="connsiteX922" fmla="*/ 1455302 w 7467600"/>
              <a:gd name="connsiteY922" fmla="*/ 632913 h 6858000"/>
              <a:gd name="connsiteX923" fmla="*/ 1222336 w 7467600"/>
              <a:gd name="connsiteY923" fmla="*/ 9480 h 6858000"/>
              <a:gd name="connsiteX924" fmla="*/ 1214634 w 7467600"/>
              <a:gd name="connsiteY924" fmla="*/ 0 h 6858000"/>
              <a:gd name="connsiteX925" fmla="*/ 1289827 w 7467600"/>
              <a:gd name="connsiteY925" fmla="*/ 0 h 6858000"/>
              <a:gd name="connsiteX926" fmla="*/ 1321076 w 7467600"/>
              <a:gd name="connsiteY926" fmla="*/ 59722 h 6858000"/>
              <a:gd name="connsiteX927" fmla="*/ 1512579 w 7467600"/>
              <a:gd name="connsiteY927" fmla="*/ 626441 h 6858000"/>
              <a:gd name="connsiteX928" fmla="*/ 1506076 w 7467600"/>
              <a:gd name="connsiteY928" fmla="*/ 1089289 h 6858000"/>
              <a:gd name="connsiteX929" fmla="*/ 1486346 w 7467600"/>
              <a:gd name="connsiteY929" fmla="*/ 1079919 h 6858000"/>
              <a:gd name="connsiteX930" fmla="*/ 1070511 w 7467600"/>
              <a:gd name="connsiteY930" fmla="*/ 48609 h 6858000"/>
              <a:gd name="connsiteX931" fmla="*/ 1057230 w 7467600"/>
              <a:gd name="connsiteY931" fmla="*/ 0 h 6858000"/>
              <a:gd name="connsiteX932" fmla="*/ 43151 w 7467600"/>
              <a:gd name="connsiteY932" fmla="*/ 0 h 6858000"/>
              <a:gd name="connsiteX933" fmla="*/ 95283 w 7467600"/>
              <a:gd name="connsiteY933" fmla="*/ 0 h 6858000"/>
              <a:gd name="connsiteX934" fmla="*/ 300708 w 7467600"/>
              <a:gd name="connsiteY934" fmla="*/ 154571 h 6858000"/>
              <a:gd name="connsiteX935" fmla="*/ 530414 w 7467600"/>
              <a:gd name="connsiteY935" fmla="*/ 354673 h 6858000"/>
              <a:gd name="connsiteX936" fmla="*/ 333785 w 7467600"/>
              <a:gd name="connsiteY936" fmla="*/ 161564 h 6858000"/>
              <a:gd name="connsiteX937" fmla="*/ 147005 w 7467600"/>
              <a:gd name="connsiteY937" fmla="*/ 0 h 6858000"/>
              <a:gd name="connsiteX938" fmla="*/ 272509 w 7467600"/>
              <a:gd name="connsiteY938" fmla="*/ 0 h 6858000"/>
              <a:gd name="connsiteX939" fmla="*/ 326276 w 7467600"/>
              <a:gd name="connsiteY939" fmla="*/ 45847 h 6858000"/>
              <a:gd name="connsiteX940" fmla="*/ 823759 w 7467600"/>
              <a:gd name="connsiteY940" fmla="*/ 574145 h 6858000"/>
              <a:gd name="connsiteX941" fmla="*/ 811254 w 7467600"/>
              <a:gd name="connsiteY941" fmla="*/ 665546 h 6858000"/>
              <a:gd name="connsiteX942" fmla="*/ 154042 w 7467600"/>
              <a:gd name="connsiteY942" fmla="*/ 261522 h 6858000"/>
              <a:gd name="connsiteX943" fmla="*/ 13550 w 7467600"/>
              <a:gd name="connsiteY943" fmla="*/ 158423 h 6858000"/>
              <a:gd name="connsiteX944" fmla="*/ 0 w 7467600"/>
              <a:gd name="connsiteY944" fmla="*/ 146618 h 6858000"/>
              <a:gd name="connsiteX945" fmla="*/ 0 w 7467600"/>
              <a:gd name="connsiteY945" fmla="*/ 59161 h 6858000"/>
              <a:gd name="connsiteX946" fmla="*/ 45427 w 7467600"/>
              <a:gd name="connsiteY946" fmla="*/ 101078 h 6858000"/>
              <a:gd name="connsiteX947" fmla="*/ 630103 w 7467600"/>
              <a:gd name="connsiteY947" fmla="*/ 485885 h 6858000"/>
              <a:gd name="connsiteX948" fmla="*/ 532040 w 7467600"/>
              <a:gd name="connsiteY948" fmla="*/ 399359 h 6858000"/>
              <a:gd name="connsiteX949" fmla="*/ 517618 w 7467600"/>
              <a:gd name="connsiteY949" fmla="*/ 385726 h 6858000"/>
              <a:gd name="connsiteX950" fmla="*/ 285074 w 7467600"/>
              <a:gd name="connsiteY950" fmla="*/ 182755 h 6858000"/>
              <a:gd name="connsiteX951" fmla="*/ 43151 w 7467600"/>
              <a:gd name="connsiteY95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7410696 w 7467600"/>
              <a:gd name="connsiteY18" fmla="*/ 6803861 h 6858000"/>
              <a:gd name="connsiteX19" fmla="*/ 1019354 w 7467600"/>
              <a:gd name="connsiteY19" fmla="*/ 6315006 h 6858000"/>
              <a:gd name="connsiteX20" fmla="*/ 441046 w 7467600"/>
              <a:gd name="connsiteY20" fmla="*/ 6691153 h 6858000"/>
              <a:gd name="connsiteX21" fmla="*/ 1019354 w 7467600"/>
              <a:gd name="connsiteY21" fmla="*/ 6315006 h 6858000"/>
              <a:gd name="connsiteX22" fmla="*/ 991680 w 7467600"/>
              <a:gd name="connsiteY22" fmla="*/ 6298413 h 6858000"/>
              <a:gd name="connsiteX23" fmla="*/ 409060 w 7467600"/>
              <a:gd name="connsiteY23" fmla="*/ 6671470 h 6858000"/>
              <a:gd name="connsiteX24" fmla="*/ 991680 w 7467600"/>
              <a:gd name="connsiteY24" fmla="*/ 6298413 h 6858000"/>
              <a:gd name="connsiteX25" fmla="*/ 103333 w 7467600"/>
              <a:gd name="connsiteY25" fmla="*/ 5699602 h 6858000"/>
              <a:gd name="connsiteX26" fmla="*/ 233938 w 7467600"/>
              <a:gd name="connsiteY26" fmla="*/ 5809416 h 6858000"/>
              <a:gd name="connsiteX27" fmla="*/ 883580 w 7467600"/>
              <a:gd name="connsiteY27" fmla="*/ 6180710 h 6858000"/>
              <a:gd name="connsiteX28" fmla="*/ 487337 w 7467600"/>
              <a:gd name="connsiteY28" fmla="*/ 5950182 h 6858000"/>
              <a:gd name="connsiteX29" fmla="*/ 354051 w 7467600"/>
              <a:gd name="connsiteY29" fmla="*/ 5854912 h 6858000"/>
              <a:gd name="connsiteX30" fmla="*/ 195436 w 7467600"/>
              <a:gd name="connsiteY30" fmla="*/ 5755068 h 6858000"/>
              <a:gd name="connsiteX31" fmla="*/ 103333 w 7467600"/>
              <a:gd name="connsiteY31" fmla="*/ 5699602 h 6858000"/>
              <a:gd name="connsiteX32" fmla="*/ 5539432 w 7467600"/>
              <a:gd name="connsiteY32" fmla="*/ 5642928 h 6858000"/>
              <a:gd name="connsiteX33" fmla="*/ 5555462 w 7467600"/>
              <a:gd name="connsiteY33" fmla="*/ 5694454 h 6858000"/>
              <a:gd name="connsiteX34" fmla="*/ 5828270 w 7467600"/>
              <a:gd name="connsiteY34" fmla="*/ 6320663 h 6858000"/>
              <a:gd name="connsiteX35" fmla="*/ 5947416 w 7467600"/>
              <a:gd name="connsiteY35" fmla="*/ 6574846 h 6858000"/>
              <a:gd name="connsiteX36" fmla="*/ 5539432 w 7467600"/>
              <a:gd name="connsiteY36" fmla="*/ 5642928 h 6858000"/>
              <a:gd name="connsiteX37" fmla="*/ 51253 w 7467600"/>
              <a:gd name="connsiteY37" fmla="*/ 5631825 h 6858000"/>
              <a:gd name="connsiteX38" fmla="*/ 211622 w 7467600"/>
              <a:gd name="connsiteY38" fmla="*/ 5728803 h 6858000"/>
              <a:gd name="connsiteX39" fmla="*/ 371652 w 7467600"/>
              <a:gd name="connsiteY39" fmla="*/ 5829062 h 6858000"/>
              <a:gd name="connsiteX40" fmla="*/ 505903 w 7467600"/>
              <a:gd name="connsiteY40" fmla="*/ 5925221 h 6858000"/>
              <a:gd name="connsiteX41" fmla="*/ 899240 w 7467600"/>
              <a:gd name="connsiteY41" fmla="*/ 6153068 h 6858000"/>
              <a:gd name="connsiteX42" fmla="*/ 988114 w 7467600"/>
              <a:gd name="connsiteY42" fmla="*/ 6174204 h 6858000"/>
              <a:gd name="connsiteX43" fmla="*/ 845971 w 7467600"/>
              <a:gd name="connsiteY43" fmla="*/ 6067177 h 6858000"/>
              <a:gd name="connsiteX44" fmla="*/ 448057 w 7467600"/>
              <a:gd name="connsiteY44" fmla="*/ 5841376 h 6858000"/>
              <a:gd name="connsiteX45" fmla="*/ 51253 w 7467600"/>
              <a:gd name="connsiteY45" fmla="*/ 5631825 h 6858000"/>
              <a:gd name="connsiteX46" fmla="*/ 2606687 w 7467600"/>
              <a:gd name="connsiteY46" fmla="*/ 5630718 h 6858000"/>
              <a:gd name="connsiteX47" fmla="*/ 2645658 w 7467600"/>
              <a:gd name="connsiteY47" fmla="*/ 6640259 h 6858000"/>
              <a:gd name="connsiteX48" fmla="*/ 2606687 w 7467600"/>
              <a:gd name="connsiteY48" fmla="*/ 5630718 h 6858000"/>
              <a:gd name="connsiteX49" fmla="*/ 3642057 w 7467600"/>
              <a:gd name="connsiteY49" fmla="*/ 5573487 h 6858000"/>
              <a:gd name="connsiteX50" fmla="*/ 3632981 w 7467600"/>
              <a:gd name="connsiteY50" fmla="*/ 5579437 h 6858000"/>
              <a:gd name="connsiteX51" fmla="*/ 3382436 w 7467600"/>
              <a:gd name="connsiteY51" fmla="*/ 5952726 h 6858000"/>
              <a:gd name="connsiteX52" fmla="*/ 3191929 w 7467600"/>
              <a:gd name="connsiteY52" fmla="*/ 6662669 h 6858000"/>
              <a:gd name="connsiteX53" fmla="*/ 3369898 w 7467600"/>
              <a:gd name="connsiteY53" fmla="*/ 6081771 h 6858000"/>
              <a:gd name="connsiteX54" fmla="*/ 3642057 w 7467600"/>
              <a:gd name="connsiteY54" fmla="*/ 5573487 h 6858000"/>
              <a:gd name="connsiteX55" fmla="*/ 2650666 w 7467600"/>
              <a:gd name="connsiteY55" fmla="*/ 5530686 h 6858000"/>
              <a:gd name="connsiteX56" fmla="*/ 2650249 w 7467600"/>
              <a:gd name="connsiteY56" fmla="*/ 5532101 h 6858000"/>
              <a:gd name="connsiteX57" fmla="*/ 2663808 w 7467600"/>
              <a:gd name="connsiteY57" fmla="*/ 6535215 h 6858000"/>
              <a:gd name="connsiteX58" fmla="*/ 2665418 w 7467600"/>
              <a:gd name="connsiteY58" fmla="*/ 6132756 h 6858000"/>
              <a:gd name="connsiteX59" fmla="*/ 2650666 w 7467600"/>
              <a:gd name="connsiteY59" fmla="*/ 5530686 h 6858000"/>
              <a:gd name="connsiteX60" fmla="*/ 2680277 w 7467600"/>
              <a:gd name="connsiteY60" fmla="*/ 5479204 h 6858000"/>
              <a:gd name="connsiteX61" fmla="*/ 2678972 w 7467600"/>
              <a:gd name="connsiteY61" fmla="*/ 5481582 h 6858000"/>
              <a:gd name="connsiteX62" fmla="*/ 2696666 w 7467600"/>
              <a:gd name="connsiteY62" fmla="*/ 6133836 h 6858000"/>
              <a:gd name="connsiteX63" fmla="*/ 2695769 w 7467600"/>
              <a:gd name="connsiteY63" fmla="*/ 6390955 h 6858000"/>
              <a:gd name="connsiteX64" fmla="*/ 2739893 w 7467600"/>
              <a:gd name="connsiteY64" fmla="*/ 6108357 h 6858000"/>
              <a:gd name="connsiteX65" fmla="*/ 2680277 w 7467600"/>
              <a:gd name="connsiteY65" fmla="*/ 5479204 h 6858000"/>
              <a:gd name="connsiteX66" fmla="*/ 1132195 w 7467600"/>
              <a:gd name="connsiteY66" fmla="*/ 5467980 h 6858000"/>
              <a:gd name="connsiteX67" fmla="*/ 1679056 w 7467600"/>
              <a:gd name="connsiteY67" fmla="*/ 5516907 h 6858000"/>
              <a:gd name="connsiteX68" fmla="*/ 2128648 w 7467600"/>
              <a:gd name="connsiteY68" fmla="*/ 5474249 h 6858000"/>
              <a:gd name="connsiteX69" fmla="*/ 1825619 w 7467600"/>
              <a:gd name="connsiteY69" fmla="*/ 5478447 h 6858000"/>
              <a:gd name="connsiteX70" fmla="*/ 1737798 w 7467600"/>
              <a:gd name="connsiteY70" fmla="*/ 5483353 h 6858000"/>
              <a:gd name="connsiteX71" fmla="*/ 1132195 w 7467600"/>
              <a:gd name="connsiteY71" fmla="*/ 5467980 h 6858000"/>
              <a:gd name="connsiteX72" fmla="*/ 1456157 w 7467600"/>
              <a:gd name="connsiteY72" fmla="*/ 5371404 h 6858000"/>
              <a:gd name="connsiteX73" fmla="*/ 1244432 w 7467600"/>
              <a:gd name="connsiteY73" fmla="*/ 5385601 h 6858000"/>
              <a:gd name="connsiteX74" fmla="*/ 973990 w 7467600"/>
              <a:gd name="connsiteY74" fmla="*/ 5424940 h 6858000"/>
              <a:gd name="connsiteX75" fmla="*/ 1103809 w 7467600"/>
              <a:gd name="connsiteY75" fmla="*/ 5433720 h 6858000"/>
              <a:gd name="connsiteX76" fmla="*/ 1123454 w 7467600"/>
              <a:gd name="connsiteY76" fmla="*/ 5435727 h 6858000"/>
              <a:gd name="connsiteX77" fmla="*/ 1737017 w 7467600"/>
              <a:gd name="connsiteY77" fmla="*/ 5452183 h 6858000"/>
              <a:gd name="connsiteX78" fmla="*/ 1824397 w 7467600"/>
              <a:gd name="connsiteY78" fmla="*/ 5447757 h 6858000"/>
              <a:gd name="connsiteX79" fmla="*/ 2070059 w 7467600"/>
              <a:gd name="connsiteY79" fmla="*/ 5441660 h 6858000"/>
              <a:gd name="connsiteX80" fmla="*/ 1456157 w 7467600"/>
              <a:gd name="connsiteY80" fmla="*/ 5371404 h 6858000"/>
              <a:gd name="connsiteX81" fmla="*/ 4988186 w 7467600"/>
              <a:gd name="connsiteY81" fmla="*/ 5216467 h 6858000"/>
              <a:gd name="connsiteX82" fmla="*/ 4777334 w 7467600"/>
              <a:gd name="connsiteY82" fmla="*/ 5406072 h 6858000"/>
              <a:gd name="connsiteX83" fmla="*/ 4718341 w 7467600"/>
              <a:gd name="connsiteY83" fmla="*/ 5468043 h 6858000"/>
              <a:gd name="connsiteX84" fmla="*/ 4604655 w 7467600"/>
              <a:gd name="connsiteY84" fmla="*/ 5583434 h 6858000"/>
              <a:gd name="connsiteX85" fmla="*/ 4565074 w 7467600"/>
              <a:gd name="connsiteY85" fmla="*/ 5618550 h 6858000"/>
              <a:gd name="connsiteX86" fmla="*/ 4988186 w 7467600"/>
              <a:gd name="connsiteY86" fmla="*/ 5216467 h 6858000"/>
              <a:gd name="connsiteX87" fmla="*/ 4978032 w 7467600"/>
              <a:gd name="connsiteY87" fmla="*/ 5183809 h 6858000"/>
              <a:gd name="connsiteX88" fmla="*/ 4463413 w 7467600"/>
              <a:gd name="connsiteY88" fmla="*/ 5615162 h 6858000"/>
              <a:gd name="connsiteX89" fmla="*/ 4358134 w 7467600"/>
              <a:gd name="connsiteY89" fmla="*/ 5742791 h 6858000"/>
              <a:gd name="connsiteX90" fmla="*/ 4376219 w 7467600"/>
              <a:gd name="connsiteY90" fmla="*/ 5729027 h 6858000"/>
              <a:gd name="connsiteX91" fmla="*/ 4582340 w 7467600"/>
              <a:gd name="connsiteY91" fmla="*/ 5561037 h 6858000"/>
              <a:gd name="connsiteX92" fmla="*/ 4694684 w 7467600"/>
              <a:gd name="connsiteY92" fmla="*/ 5447098 h 6858000"/>
              <a:gd name="connsiteX93" fmla="*/ 4754123 w 7467600"/>
              <a:gd name="connsiteY93" fmla="*/ 5384643 h 6858000"/>
              <a:gd name="connsiteX94" fmla="*/ 4978032 w 7467600"/>
              <a:gd name="connsiteY94" fmla="*/ 5183809 h 6858000"/>
              <a:gd name="connsiteX95" fmla="*/ 1903353 w 7467600"/>
              <a:gd name="connsiteY95" fmla="*/ 5044827 h 6858000"/>
              <a:gd name="connsiteX96" fmla="*/ 1936931 w 7467600"/>
              <a:gd name="connsiteY96" fmla="*/ 5093954 h 6858000"/>
              <a:gd name="connsiteX97" fmla="*/ 2195868 w 7467600"/>
              <a:gd name="connsiteY97" fmla="*/ 5396574 h 6858000"/>
              <a:gd name="connsiteX98" fmla="*/ 2088852 w 7467600"/>
              <a:gd name="connsiteY98" fmla="*/ 5166123 h 6858000"/>
              <a:gd name="connsiteX99" fmla="*/ 1958241 w 7467600"/>
              <a:gd name="connsiteY99" fmla="*/ 5067955 h 6858000"/>
              <a:gd name="connsiteX100" fmla="*/ 1903353 w 7467600"/>
              <a:gd name="connsiteY100" fmla="*/ 5044827 h 6858000"/>
              <a:gd name="connsiteX101" fmla="*/ 1979378 w 7467600"/>
              <a:gd name="connsiteY101" fmla="*/ 4769504 h 6858000"/>
              <a:gd name="connsiteX102" fmla="*/ 2882120 w 7467600"/>
              <a:gd name="connsiteY102" fmla="*/ 5064547 h 6858000"/>
              <a:gd name="connsiteX103" fmla="*/ 2793103 w 7467600"/>
              <a:gd name="connsiteY103" fmla="*/ 5039699 h 6858000"/>
              <a:gd name="connsiteX104" fmla="*/ 2770041 w 7467600"/>
              <a:gd name="connsiteY104" fmla="*/ 5033634 h 6858000"/>
              <a:gd name="connsiteX105" fmla="*/ 1979378 w 7467600"/>
              <a:gd name="connsiteY105" fmla="*/ 4769504 h 6858000"/>
              <a:gd name="connsiteX106" fmla="*/ 1927410 w 7467600"/>
              <a:gd name="connsiteY106" fmla="*/ 4716164 h 6858000"/>
              <a:gd name="connsiteX107" fmla="*/ 1959587 w 7467600"/>
              <a:gd name="connsiteY107" fmla="*/ 4728849 h 6858000"/>
              <a:gd name="connsiteX108" fmla="*/ 2777707 w 7467600"/>
              <a:gd name="connsiteY108" fmla="*/ 5003991 h 6858000"/>
              <a:gd name="connsiteX109" fmla="*/ 2800768 w 7467600"/>
              <a:gd name="connsiteY109" fmla="*/ 5010056 h 6858000"/>
              <a:gd name="connsiteX110" fmla="*/ 2879408 w 7467600"/>
              <a:gd name="connsiteY110" fmla="*/ 5031590 h 6858000"/>
              <a:gd name="connsiteX111" fmla="*/ 2862295 w 7467600"/>
              <a:gd name="connsiteY111" fmla="*/ 5022958 h 6858000"/>
              <a:gd name="connsiteX112" fmla="*/ 2813343 w 7467600"/>
              <a:gd name="connsiteY112" fmla="*/ 4998369 h 6858000"/>
              <a:gd name="connsiteX113" fmla="*/ 2646245 w 7467600"/>
              <a:gd name="connsiteY113" fmla="*/ 4930999 h 6858000"/>
              <a:gd name="connsiteX114" fmla="*/ 1999243 w 7467600"/>
              <a:gd name="connsiteY114" fmla="*/ 4730524 h 6858000"/>
              <a:gd name="connsiteX115" fmla="*/ 1979527 w 7467600"/>
              <a:gd name="connsiteY115" fmla="*/ 4726651 h 6858000"/>
              <a:gd name="connsiteX116" fmla="*/ 1927410 w 7467600"/>
              <a:gd name="connsiteY116" fmla="*/ 4716164 h 6858000"/>
              <a:gd name="connsiteX117" fmla="*/ 1997014 w 7467600"/>
              <a:gd name="connsiteY117" fmla="*/ 4698007 h 6858000"/>
              <a:gd name="connsiteX118" fmla="*/ 2005458 w 7467600"/>
              <a:gd name="connsiteY118" fmla="*/ 4699540 h 6858000"/>
              <a:gd name="connsiteX119" fmla="*/ 2657186 w 7467600"/>
              <a:gd name="connsiteY119" fmla="*/ 4901687 h 6858000"/>
              <a:gd name="connsiteX120" fmla="*/ 2826662 w 7467600"/>
              <a:gd name="connsiteY120" fmla="*/ 4970362 h 6858000"/>
              <a:gd name="connsiteX121" fmla="*/ 2876100 w 7467600"/>
              <a:gd name="connsiteY121" fmla="*/ 4995397 h 6858000"/>
              <a:gd name="connsiteX122" fmla="*/ 3042600 w 7467600"/>
              <a:gd name="connsiteY122" fmla="*/ 5059532 h 6858000"/>
              <a:gd name="connsiteX123" fmla="*/ 1997014 w 7467600"/>
              <a:gd name="connsiteY123" fmla="*/ 4698007 h 6858000"/>
              <a:gd name="connsiteX124" fmla="*/ 2305292 w 7467600"/>
              <a:gd name="connsiteY124" fmla="*/ 4219492 h 6858000"/>
              <a:gd name="connsiteX125" fmla="*/ 3360922 w 7467600"/>
              <a:gd name="connsiteY125" fmla="*/ 4529373 h 6858000"/>
              <a:gd name="connsiteX126" fmla="*/ 3492420 w 7467600"/>
              <a:gd name="connsiteY126" fmla="*/ 4510145 h 6858000"/>
              <a:gd name="connsiteX127" fmla="*/ 3364086 w 7467600"/>
              <a:gd name="connsiteY127" fmla="*/ 4480340 h 6858000"/>
              <a:gd name="connsiteX128" fmla="*/ 3225818 w 7467600"/>
              <a:gd name="connsiteY128" fmla="*/ 4411822 h 6858000"/>
              <a:gd name="connsiteX129" fmla="*/ 3129696 w 7467600"/>
              <a:gd name="connsiteY129" fmla="*/ 4360704 h 6858000"/>
              <a:gd name="connsiteX130" fmla="*/ 2814545 w 7467600"/>
              <a:gd name="connsiteY130" fmla="*/ 4282955 h 6858000"/>
              <a:gd name="connsiteX131" fmla="*/ 2305292 w 7467600"/>
              <a:gd name="connsiteY131" fmla="*/ 4219492 h 6858000"/>
              <a:gd name="connsiteX132" fmla="*/ 2626982 w 7467600"/>
              <a:gd name="connsiteY132" fmla="*/ 4206450 h 6858000"/>
              <a:gd name="connsiteX133" fmla="*/ 2490617 w 7467600"/>
              <a:gd name="connsiteY133" fmla="*/ 4206951 h 6858000"/>
              <a:gd name="connsiteX134" fmla="*/ 2819869 w 7467600"/>
              <a:gd name="connsiteY134" fmla="*/ 4252936 h 6858000"/>
              <a:gd name="connsiteX135" fmla="*/ 3143018 w 7467600"/>
              <a:gd name="connsiteY135" fmla="*/ 4332698 h 6858000"/>
              <a:gd name="connsiteX136" fmla="*/ 3241520 w 7467600"/>
              <a:gd name="connsiteY136" fmla="*/ 4385112 h 6858000"/>
              <a:gd name="connsiteX137" fmla="*/ 3374575 w 7467600"/>
              <a:gd name="connsiteY137" fmla="*/ 4451517 h 6858000"/>
              <a:gd name="connsiteX138" fmla="*/ 3505221 w 7467600"/>
              <a:gd name="connsiteY138" fmla="*/ 4480757 h 6858000"/>
              <a:gd name="connsiteX139" fmla="*/ 2626982 w 7467600"/>
              <a:gd name="connsiteY139" fmla="*/ 4206450 h 6858000"/>
              <a:gd name="connsiteX140" fmla="*/ 1310106 w 7467600"/>
              <a:gd name="connsiteY140" fmla="*/ 3943217 h 6858000"/>
              <a:gd name="connsiteX141" fmla="*/ 854994 w 7467600"/>
              <a:gd name="connsiteY141" fmla="*/ 4399136 h 6858000"/>
              <a:gd name="connsiteX142" fmla="*/ 742462 w 7467600"/>
              <a:gd name="connsiteY142" fmla="*/ 4594648 h 6858000"/>
              <a:gd name="connsiteX143" fmla="*/ 820602 w 7467600"/>
              <a:gd name="connsiteY143" fmla="*/ 4485915 h 6858000"/>
              <a:gd name="connsiteX144" fmla="*/ 878295 w 7467600"/>
              <a:gd name="connsiteY144" fmla="*/ 4403594 h 6858000"/>
              <a:gd name="connsiteX145" fmla="*/ 1240607 w 7467600"/>
              <a:gd name="connsiteY145" fmla="*/ 4010401 h 6858000"/>
              <a:gd name="connsiteX146" fmla="*/ 1310106 w 7467600"/>
              <a:gd name="connsiteY146" fmla="*/ 3943217 h 6858000"/>
              <a:gd name="connsiteX147" fmla="*/ 1423113 w 7467600"/>
              <a:gd name="connsiteY147" fmla="*/ 3874565 h 6858000"/>
              <a:gd name="connsiteX148" fmla="*/ 1260565 w 7467600"/>
              <a:gd name="connsiteY148" fmla="*/ 4031982 h 6858000"/>
              <a:gd name="connsiteX149" fmla="*/ 901900 w 7467600"/>
              <a:gd name="connsiteY149" fmla="*/ 4421236 h 6858000"/>
              <a:gd name="connsiteX150" fmla="*/ 845044 w 7467600"/>
              <a:gd name="connsiteY150" fmla="*/ 4502436 h 6858000"/>
              <a:gd name="connsiteX151" fmla="*/ 685926 w 7467600"/>
              <a:gd name="connsiteY151" fmla="*/ 4703069 h 6858000"/>
              <a:gd name="connsiteX152" fmla="*/ 684248 w 7467600"/>
              <a:gd name="connsiteY152" fmla="*/ 4706721 h 6858000"/>
              <a:gd name="connsiteX153" fmla="*/ 1423113 w 7467600"/>
              <a:gd name="connsiteY153" fmla="*/ 3874565 h 6858000"/>
              <a:gd name="connsiteX154" fmla="*/ 3316479 w 7467600"/>
              <a:gd name="connsiteY154" fmla="*/ 3872136 h 6858000"/>
              <a:gd name="connsiteX155" fmla="*/ 3546806 w 7467600"/>
              <a:gd name="connsiteY155" fmla="*/ 4356139 h 6858000"/>
              <a:gd name="connsiteX156" fmla="*/ 3364433 w 7467600"/>
              <a:gd name="connsiteY156" fmla="*/ 3953121 h 6858000"/>
              <a:gd name="connsiteX157" fmla="*/ 3316479 w 7467600"/>
              <a:gd name="connsiteY157" fmla="*/ 3872136 h 6858000"/>
              <a:gd name="connsiteX158" fmla="*/ 3291335 w 7467600"/>
              <a:gd name="connsiteY158" fmla="*/ 3767420 h 6858000"/>
              <a:gd name="connsiteX159" fmla="*/ 3390805 w 7467600"/>
              <a:gd name="connsiteY159" fmla="*/ 3937163 h 6858000"/>
              <a:gd name="connsiteX160" fmla="*/ 3579062 w 7467600"/>
              <a:gd name="connsiteY160" fmla="*/ 4359040 h 6858000"/>
              <a:gd name="connsiteX161" fmla="*/ 3467355 w 7467600"/>
              <a:gd name="connsiteY161" fmla="*/ 3988130 h 6858000"/>
              <a:gd name="connsiteX162" fmla="*/ 3310753 w 7467600"/>
              <a:gd name="connsiteY162" fmla="*/ 3787140 h 6858000"/>
              <a:gd name="connsiteX163" fmla="*/ 3291335 w 7467600"/>
              <a:gd name="connsiteY163" fmla="*/ 3767420 h 6858000"/>
              <a:gd name="connsiteX164" fmla="*/ 1635889 w 7467600"/>
              <a:gd name="connsiteY164" fmla="*/ 3709494 h 6858000"/>
              <a:gd name="connsiteX165" fmla="*/ 1634800 w 7467600"/>
              <a:gd name="connsiteY165" fmla="*/ 3731111 h 6858000"/>
              <a:gd name="connsiteX166" fmla="*/ 1635889 w 7467600"/>
              <a:gd name="connsiteY166" fmla="*/ 3709494 h 6858000"/>
              <a:gd name="connsiteX167" fmla="*/ 1510397 w 7467600"/>
              <a:gd name="connsiteY167" fmla="*/ 3684705 h 6858000"/>
              <a:gd name="connsiteX168" fmla="*/ 1146550 w 7467600"/>
              <a:gd name="connsiteY168" fmla="*/ 3802012 h 6858000"/>
              <a:gd name="connsiteX169" fmla="*/ 698834 w 7467600"/>
              <a:gd name="connsiteY169" fmla="*/ 3952272 h 6858000"/>
              <a:gd name="connsiteX170" fmla="*/ 34256 w 7467600"/>
              <a:gd name="connsiteY170" fmla="*/ 4347603 h 6858000"/>
              <a:gd name="connsiteX171" fmla="*/ 527241 w 7467600"/>
              <a:gd name="connsiteY171" fmla="*/ 4065078 h 6858000"/>
              <a:gd name="connsiteX172" fmla="*/ 1510397 w 7467600"/>
              <a:gd name="connsiteY172" fmla="*/ 3684705 h 6858000"/>
              <a:gd name="connsiteX173" fmla="*/ 1313114 w 7467600"/>
              <a:gd name="connsiteY173" fmla="*/ 3655216 h 6858000"/>
              <a:gd name="connsiteX174" fmla="*/ 1109304 w 7467600"/>
              <a:gd name="connsiteY174" fmla="*/ 3669030 h 6858000"/>
              <a:gd name="connsiteX175" fmla="*/ 8129 w 7467600"/>
              <a:gd name="connsiteY175" fmla="*/ 4330519 h 6858000"/>
              <a:gd name="connsiteX176" fmla="*/ 687572 w 7467600"/>
              <a:gd name="connsiteY176" fmla="*/ 3925629 h 6858000"/>
              <a:gd name="connsiteX177" fmla="*/ 1138365 w 7467600"/>
              <a:gd name="connsiteY177" fmla="*/ 3774515 h 6858000"/>
              <a:gd name="connsiteX178" fmla="*/ 1505579 w 7467600"/>
              <a:gd name="connsiteY178" fmla="*/ 3655526 h 6858000"/>
              <a:gd name="connsiteX179" fmla="*/ 1313114 w 7467600"/>
              <a:gd name="connsiteY179" fmla="*/ 3655216 h 6858000"/>
              <a:gd name="connsiteX180" fmla="*/ 3655073 w 7467600"/>
              <a:gd name="connsiteY180" fmla="*/ 3650884 h 6858000"/>
              <a:gd name="connsiteX181" fmla="*/ 3989938 w 7467600"/>
              <a:gd name="connsiteY181" fmla="*/ 3991685 h 6858000"/>
              <a:gd name="connsiteX182" fmla="*/ 4393907 w 7467600"/>
              <a:gd name="connsiteY182" fmla="*/ 4261258 h 6858000"/>
              <a:gd name="connsiteX183" fmla="*/ 4648051 w 7467600"/>
              <a:gd name="connsiteY183" fmla="*/ 4374051 h 6858000"/>
              <a:gd name="connsiteX184" fmla="*/ 4383389 w 7467600"/>
              <a:gd name="connsiteY184" fmla="*/ 4184369 h 6858000"/>
              <a:gd name="connsiteX185" fmla="*/ 4165508 w 7467600"/>
              <a:gd name="connsiteY185" fmla="*/ 4035196 h 6858000"/>
              <a:gd name="connsiteX186" fmla="*/ 4068162 w 7467600"/>
              <a:gd name="connsiteY186" fmla="*/ 3953394 h 6858000"/>
              <a:gd name="connsiteX187" fmla="*/ 3981416 w 7467600"/>
              <a:gd name="connsiteY187" fmla="*/ 3880482 h 6858000"/>
              <a:gd name="connsiteX188" fmla="*/ 3800147 w 7467600"/>
              <a:gd name="connsiteY188" fmla="*/ 3749872 h 6858000"/>
              <a:gd name="connsiteX189" fmla="*/ 3655073 w 7467600"/>
              <a:gd name="connsiteY189" fmla="*/ 3650884 h 6858000"/>
              <a:gd name="connsiteX190" fmla="*/ 3670252 w 7467600"/>
              <a:gd name="connsiteY190" fmla="*/ 3622798 h 6858000"/>
              <a:gd name="connsiteX191" fmla="*/ 3817258 w 7467600"/>
              <a:gd name="connsiteY191" fmla="*/ 3723577 h 6858000"/>
              <a:gd name="connsiteX192" fmla="*/ 4000461 w 7467600"/>
              <a:gd name="connsiteY192" fmla="*/ 3855966 h 6858000"/>
              <a:gd name="connsiteX193" fmla="*/ 4088180 w 7467600"/>
              <a:gd name="connsiteY193" fmla="*/ 3929774 h 6858000"/>
              <a:gd name="connsiteX194" fmla="*/ 4184555 w 7467600"/>
              <a:gd name="connsiteY194" fmla="*/ 4010683 h 6858000"/>
              <a:gd name="connsiteX195" fmla="*/ 4399563 w 7467600"/>
              <a:gd name="connsiteY195" fmla="*/ 4158106 h 6858000"/>
              <a:gd name="connsiteX196" fmla="*/ 4684469 w 7467600"/>
              <a:gd name="connsiteY196" fmla="*/ 4364680 h 6858000"/>
              <a:gd name="connsiteX197" fmla="*/ 4690271 w 7467600"/>
              <a:gd name="connsiteY197" fmla="*/ 4370034 h 6858000"/>
              <a:gd name="connsiteX198" fmla="*/ 4136093 w 7467600"/>
              <a:gd name="connsiteY198" fmla="*/ 3858466 h 6858000"/>
              <a:gd name="connsiteX199" fmla="*/ 3670252 w 7467600"/>
              <a:gd name="connsiteY199" fmla="*/ 3622798 h 6858000"/>
              <a:gd name="connsiteX200" fmla="*/ 4440129 w 7467600"/>
              <a:gd name="connsiteY200" fmla="*/ 3448571 h 6858000"/>
              <a:gd name="connsiteX201" fmla="*/ 4856525 w 7467600"/>
              <a:gd name="connsiteY201" fmla="*/ 3915351 h 6858000"/>
              <a:gd name="connsiteX202" fmla="*/ 5059055 w 7467600"/>
              <a:gd name="connsiteY202" fmla="*/ 4108918 h 6858000"/>
              <a:gd name="connsiteX203" fmla="*/ 5290070 w 7467600"/>
              <a:gd name="connsiteY203" fmla="*/ 4263619 h 6858000"/>
              <a:gd name="connsiteX204" fmla="*/ 4834991 w 7467600"/>
              <a:gd name="connsiteY204" fmla="*/ 3830985 h 6858000"/>
              <a:gd name="connsiteX205" fmla="*/ 4440129 w 7467600"/>
              <a:gd name="connsiteY205" fmla="*/ 3448571 h 6858000"/>
              <a:gd name="connsiteX206" fmla="*/ 4441737 w 7467600"/>
              <a:gd name="connsiteY206" fmla="*/ 3399734 h 6858000"/>
              <a:gd name="connsiteX207" fmla="*/ 4431236 w 7467600"/>
              <a:gd name="connsiteY207" fmla="*/ 3400954 h 6858000"/>
              <a:gd name="connsiteX208" fmla="*/ 4557150 w 7467600"/>
              <a:gd name="connsiteY208" fmla="*/ 3510023 h 6858000"/>
              <a:gd name="connsiteX209" fmla="*/ 4856936 w 7467600"/>
              <a:gd name="connsiteY209" fmla="*/ 3809146 h 6858000"/>
              <a:gd name="connsiteX210" fmla="*/ 5111996 w 7467600"/>
              <a:gd name="connsiteY210" fmla="*/ 4065759 h 6858000"/>
              <a:gd name="connsiteX211" fmla="*/ 5388878 w 7467600"/>
              <a:gd name="connsiteY211" fmla="*/ 4300185 h 6858000"/>
              <a:gd name="connsiteX212" fmla="*/ 5425556 w 7467600"/>
              <a:gd name="connsiteY212" fmla="*/ 4308967 h 6858000"/>
              <a:gd name="connsiteX213" fmla="*/ 4943646 w 7467600"/>
              <a:gd name="connsiteY213" fmla="*/ 3822916 h 6858000"/>
              <a:gd name="connsiteX214" fmla="*/ 4594837 w 7467600"/>
              <a:gd name="connsiteY214" fmla="*/ 3532274 h 6858000"/>
              <a:gd name="connsiteX215" fmla="*/ 4441737 w 7467600"/>
              <a:gd name="connsiteY215" fmla="*/ 3399734 h 6858000"/>
              <a:gd name="connsiteX216" fmla="*/ 5425834 w 7467600"/>
              <a:gd name="connsiteY216" fmla="*/ 3162785 h 6858000"/>
              <a:gd name="connsiteX217" fmla="*/ 5401644 w 7467600"/>
              <a:gd name="connsiteY217" fmla="*/ 3617847 h 6858000"/>
              <a:gd name="connsiteX218" fmla="*/ 5467256 w 7467600"/>
              <a:gd name="connsiteY218" fmla="*/ 4175494 h 6858000"/>
              <a:gd name="connsiteX219" fmla="*/ 5448069 w 7467600"/>
              <a:gd name="connsiteY219" fmla="*/ 3567554 h 6858000"/>
              <a:gd name="connsiteX220" fmla="*/ 5425834 w 7467600"/>
              <a:gd name="connsiteY220" fmla="*/ 3162785 h 6858000"/>
              <a:gd name="connsiteX221" fmla="*/ 1318687 w 7467600"/>
              <a:gd name="connsiteY221" fmla="*/ 3113840 h 6858000"/>
              <a:gd name="connsiteX222" fmla="*/ 1066793 w 7467600"/>
              <a:gd name="connsiteY222" fmla="*/ 3212171 h 6858000"/>
              <a:gd name="connsiteX223" fmla="*/ 993319 w 7467600"/>
              <a:gd name="connsiteY223" fmla="*/ 3247648 h 6858000"/>
              <a:gd name="connsiteX224" fmla="*/ 853081 w 7467600"/>
              <a:gd name="connsiteY224" fmla="*/ 3312410 h 6858000"/>
              <a:gd name="connsiteX225" fmla="*/ 805957 w 7467600"/>
              <a:gd name="connsiteY225" fmla="*/ 3330443 h 6858000"/>
              <a:gd name="connsiteX226" fmla="*/ 1318687 w 7467600"/>
              <a:gd name="connsiteY226" fmla="*/ 3113840 h 6858000"/>
              <a:gd name="connsiteX227" fmla="*/ 5453702 w 7467600"/>
              <a:gd name="connsiteY227" fmla="*/ 3090882 h 6858000"/>
              <a:gd name="connsiteX228" fmla="*/ 5480135 w 7467600"/>
              <a:gd name="connsiteY228" fmla="*/ 3565802 h 6858000"/>
              <a:gd name="connsiteX229" fmla="*/ 5499023 w 7467600"/>
              <a:gd name="connsiteY229" fmla="*/ 4166310 h 6858000"/>
              <a:gd name="connsiteX230" fmla="*/ 5547022 w 7467600"/>
              <a:gd name="connsiteY230" fmla="*/ 3607838 h 6858000"/>
              <a:gd name="connsiteX231" fmla="*/ 5515964 w 7467600"/>
              <a:gd name="connsiteY231" fmla="*/ 3378541 h 6858000"/>
              <a:gd name="connsiteX232" fmla="*/ 5453702 w 7467600"/>
              <a:gd name="connsiteY232" fmla="*/ 3090882 h 6858000"/>
              <a:gd name="connsiteX233" fmla="*/ 1238695 w 7467600"/>
              <a:gd name="connsiteY233" fmla="*/ 3076820 h 6858000"/>
              <a:gd name="connsiteX234" fmla="*/ 716371 w 7467600"/>
              <a:gd name="connsiteY234" fmla="*/ 3293249 h 6858000"/>
              <a:gd name="connsiteX235" fmla="*/ 579522 w 7467600"/>
              <a:gd name="connsiteY235" fmla="*/ 3371759 h 6858000"/>
              <a:gd name="connsiteX236" fmla="*/ 600288 w 7467600"/>
              <a:gd name="connsiteY236" fmla="*/ 3365555 h 6858000"/>
              <a:gd name="connsiteX237" fmla="*/ 840692 w 7467600"/>
              <a:gd name="connsiteY237" fmla="*/ 3284921 h 6858000"/>
              <a:gd name="connsiteX238" fmla="*/ 979248 w 7467600"/>
              <a:gd name="connsiteY238" fmla="*/ 3221003 h 6858000"/>
              <a:gd name="connsiteX239" fmla="*/ 1053282 w 7467600"/>
              <a:gd name="connsiteY239" fmla="*/ 3185247 h 6858000"/>
              <a:gd name="connsiteX240" fmla="*/ 1320603 w 7467600"/>
              <a:gd name="connsiteY240" fmla="*/ 3081281 h 6858000"/>
              <a:gd name="connsiteX241" fmla="*/ 1238695 w 7467600"/>
              <a:gd name="connsiteY241" fmla="*/ 3076820 h 6858000"/>
              <a:gd name="connsiteX242" fmla="*/ 5425627 w 7467600"/>
              <a:gd name="connsiteY242" fmla="*/ 2954192 h 6858000"/>
              <a:gd name="connsiteX243" fmla="*/ 5470770 w 7467600"/>
              <a:gd name="connsiteY243" fmla="*/ 3005435 h 6858000"/>
              <a:gd name="connsiteX244" fmla="*/ 5519779 w 7467600"/>
              <a:gd name="connsiteY244" fmla="*/ 4359223 h 6858000"/>
              <a:gd name="connsiteX245" fmla="*/ 5520293 w 7467600"/>
              <a:gd name="connsiteY245" fmla="*/ 4360602 h 6858000"/>
              <a:gd name="connsiteX246" fmla="*/ 5767221 w 7467600"/>
              <a:gd name="connsiteY246" fmla="*/ 4665564 h 6858000"/>
              <a:gd name="connsiteX247" fmla="*/ 6937169 w 7467600"/>
              <a:gd name="connsiteY247" fmla="*/ 4815941 h 6858000"/>
              <a:gd name="connsiteX248" fmla="*/ 6953922 w 7467600"/>
              <a:gd name="connsiteY248" fmla="*/ 4890068 h 6858000"/>
              <a:gd name="connsiteX249" fmla="*/ 6071359 w 7467600"/>
              <a:gd name="connsiteY249" fmla="*/ 4770770 h 6858000"/>
              <a:gd name="connsiteX250" fmla="*/ 6038839 w 7467600"/>
              <a:gd name="connsiteY250" fmla="*/ 4764474 h 6858000"/>
              <a:gd name="connsiteX251" fmla="*/ 6038706 w 7467600"/>
              <a:gd name="connsiteY251" fmla="*/ 4763847 h 6858000"/>
              <a:gd name="connsiteX252" fmla="*/ 6037784 w 7467600"/>
              <a:gd name="connsiteY252" fmla="*/ 4764270 h 6858000"/>
              <a:gd name="connsiteX253" fmla="*/ 6038839 w 7467600"/>
              <a:gd name="connsiteY253" fmla="*/ 4764474 h 6858000"/>
              <a:gd name="connsiteX254" fmla="*/ 6040338 w 7467600"/>
              <a:gd name="connsiteY254" fmla="*/ 4771418 h 6858000"/>
              <a:gd name="connsiteX255" fmla="*/ 6024488 w 7467600"/>
              <a:gd name="connsiteY255" fmla="*/ 4809903 h 6858000"/>
              <a:gd name="connsiteX256" fmla="*/ 5599771 w 7467600"/>
              <a:gd name="connsiteY256" fmla="*/ 5509652 h 6858000"/>
              <a:gd name="connsiteX257" fmla="*/ 5548843 w 7467600"/>
              <a:gd name="connsiteY257" fmla="*/ 5563845 h 6858000"/>
              <a:gd name="connsiteX258" fmla="*/ 5940952 w 7467600"/>
              <a:gd name="connsiteY258" fmla="*/ 6250028 h 6858000"/>
              <a:gd name="connsiteX259" fmla="*/ 6043441 w 7467600"/>
              <a:gd name="connsiteY259" fmla="*/ 6665847 h 6858000"/>
              <a:gd name="connsiteX260" fmla="*/ 6093432 w 7467600"/>
              <a:gd name="connsiteY260" fmla="*/ 6858000 h 6858000"/>
              <a:gd name="connsiteX261" fmla="*/ 6034344 w 7467600"/>
              <a:gd name="connsiteY261" fmla="*/ 6858000 h 6858000"/>
              <a:gd name="connsiteX262" fmla="*/ 6026679 w 7467600"/>
              <a:gd name="connsiteY262" fmla="*/ 6836959 h 6858000"/>
              <a:gd name="connsiteX263" fmla="*/ 5800441 w 7467600"/>
              <a:gd name="connsiteY263" fmla="*/ 6335286 h 6858000"/>
              <a:gd name="connsiteX264" fmla="*/ 5526562 w 7467600"/>
              <a:gd name="connsiteY264" fmla="*/ 5705388 h 6858000"/>
              <a:gd name="connsiteX265" fmla="*/ 5519640 w 7467600"/>
              <a:gd name="connsiteY265" fmla="*/ 5683774 h 6858000"/>
              <a:gd name="connsiteX266" fmla="*/ 5844559 w 7467600"/>
              <a:gd name="connsiteY266" fmla="*/ 6553349 h 6858000"/>
              <a:gd name="connsiteX267" fmla="*/ 5975994 w 7467600"/>
              <a:gd name="connsiteY267" fmla="*/ 6858000 h 6858000"/>
              <a:gd name="connsiteX268" fmla="*/ 5898547 w 7467600"/>
              <a:gd name="connsiteY268" fmla="*/ 6858000 h 6858000"/>
              <a:gd name="connsiteX269" fmla="*/ 5682041 w 7467600"/>
              <a:gd name="connsiteY269" fmla="*/ 6355860 h 6858000"/>
              <a:gd name="connsiteX270" fmla="*/ 5461758 w 7467600"/>
              <a:gd name="connsiteY270" fmla="*/ 5820220 h 6858000"/>
              <a:gd name="connsiteX271" fmla="*/ 5237282 w 7467600"/>
              <a:gd name="connsiteY271" fmla="*/ 6579086 h 6858000"/>
              <a:gd name="connsiteX272" fmla="*/ 5115009 w 7467600"/>
              <a:gd name="connsiteY272" fmla="*/ 6858000 h 6858000"/>
              <a:gd name="connsiteX273" fmla="*/ 5028074 w 7467600"/>
              <a:gd name="connsiteY273" fmla="*/ 6858000 h 6858000"/>
              <a:gd name="connsiteX274" fmla="*/ 5079508 w 7467600"/>
              <a:gd name="connsiteY274" fmla="*/ 6749074 h 6858000"/>
              <a:gd name="connsiteX275" fmla="*/ 5371846 w 7467600"/>
              <a:gd name="connsiteY275" fmla="*/ 5924413 h 6858000"/>
              <a:gd name="connsiteX276" fmla="*/ 5270512 w 7467600"/>
              <a:gd name="connsiteY276" fmla="*/ 6138975 h 6858000"/>
              <a:gd name="connsiteX277" fmla="*/ 5062409 w 7467600"/>
              <a:gd name="connsiteY277" fmla="*/ 6653544 h 6858000"/>
              <a:gd name="connsiteX278" fmla="*/ 5036628 w 7467600"/>
              <a:gd name="connsiteY278" fmla="*/ 6754247 h 6858000"/>
              <a:gd name="connsiteX279" fmla="*/ 5009112 w 7467600"/>
              <a:gd name="connsiteY279" fmla="*/ 6858000 h 6858000"/>
              <a:gd name="connsiteX280" fmla="*/ 4976679 w 7467600"/>
              <a:gd name="connsiteY280" fmla="*/ 6858000 h 6858000"/>
              <a:gd name="connsiteX281" fmla="*/ 5006537 w 7467600"/>
              <a:gd name="connsiteY281" fmla="*/ 6747068 h 6858000"/>
              <a:gd name="connsiteX282" fmla="*/ 5032723 w 7467600"/>
              <a:gd name="connsiteY282" fmla="*/ 6644957 h 6858000"/>
              <a:gd name="connsiteX283" fmla="*/ 5242949 w 7467600"/>
              <a:gd name="connsiteY283" fmla="*/ 6125175 h 6858000"/>
              <a:gd name="connsiteX284" fmla="*/ 5286321 w 7467600"/>
              <a:gd name="connsiteY284" fmla="*/ 6033555 h 6858000"/>
              <a:gd name="connsiteX285" fmla="*/ 5008210 w 7467600"/>
              <a:gd name="connsiteY285" fmla="*/ 6649194 h 6858000"/>
              <a:gd name="connsiteX286" fmla="*/ 4986321 w 7467600"/>
              <a:gd name="connsiteY286" fmla="*/ 6765687 h 6858000"/>
              <a:gd name="connsiteX287" fmla="*/ 4973474 w 7467600"/>
              <a:gd name="connsiteY287" fmla="*/ 6858000 h 6858000"/>
              <a:gd name="connsiteX288" fmla="*/ 4907178 w 7467600"/>
              <a:gd name="connsiteY288" fmla="*/ 6858000 h 6858000"/>
              <a:gd name="connsiteX289" fmla="*/ 4910810 w 7467600"/>
              <a:gd name="connsiteY289" fmla="*/ 6829660 h 6858000"/>
              <a:gd name="connsiteX290" fmla="*/ 4987461 w 7467600"/>
              <a:gd name="connsiteY290" fmla="*/ 6432994 h 6858000"/>
              <a:gd name="connsiteX291" fmla="*/ 5179262 w 7467600"/>
              <a:gd name="connsiteY291" fmla="*/ 6035044 h 6858000"/>
              <a:gd name="connsiteX292" fmla="*/ 4689678 w 7467600"/>
              <a:gd name="connsiteY292" fmla="*/ 6440241 h 6858000"/>
              <a:gd name="connsiteX293" fmla="*/ 4477543 w 7467600"/>
              <a:gd name="connsiteY293" fmla="*/ 6674836 h 6858000"/>
              <a:gd name="connsiteX294" fmla="*/ 4329957 w 7467600"/>
              <a:gd name="connsiteY294" fmla="*/ 6858000 h 6858000"/>
              <a:gd name="connsiteX295" fmla="*/ 4218595 w 7467600"/>
              <a:gd name="connsiteY295" fmla="*/ 6858000 h 6858000"/>
              <a:gd name="connsiteX296" fmla="*/ 4368888 w 7467600"/>
              <a:gd name="connsiteY296" fmla="*/ 6668412 h 6858000"/>
              <a:gd name="connsiteX297" fmla="*/ 4563091 w 7467600"/>
              <a:gd name="connsiteY297" fmla="*/ 6442508 h 6858000"/>
              <a:gd name="connsiteX298" fmla="*/ 5387324 w 7467600"/>
              <a:gd name="connsiteY298" fmla="*/ 5705830 h 6858000"/>
              <a:gd name="connsiteX299" fmla="*/ 5073620 w 7467600"/>
              <a:gd name="connsiteY299" fmla="*/ 5955437 h 6858000"/>
              <a:gd name="connsiteX300" fmla="*/ 4689789 w 7467600"/>
              <a:gd name="connsiteY300" fmla="*/ 6268382 h 6858000"/>
              <a:gd name="connsiteX301" fmla="*/ 4418722 w 7467600"/>
              <a:gd name="connsiteY301" fmla="*/ 6570886 h 6858000"/>
              <a:gd name="connsiteX302" fmla="*/ 4214944 w 7467600"/>
              <a:gd name="connsiteY302" fmla="*/ 6858000 h 6858000"/>
              <a:gd name="connsiteX303" fmla="*/ 4177898 w 7467600"/>
              <a:gd name="connsiteY303" fmla="*/ 6858000 h 6858000"/>
              <a:gd name="connsiteX304" fmla="*/ 4391597 w 7467600"/>
              <a:gd name="connsiteY304" fmla="*/ 6556370 h 6858000"/>
              <a:gd name="connsiteX305" fmla="*/ 4668889 w 7467600"/>
              <a:gd name="connsiteY305" fmla="*/ 6246399 h 6858000"/>
              <a:gd name="connsiteX306" fmla="*/ 5055427 w 7467600"/>
              <a:gd name="connsiteY306" fmla="*/ 5931476 h 6858000"/>
              <a:gd name="connsiteX307" fmla="*/ 5371814 w 7467600"/>
              <a:gd name="connsiteY307" fmla="*/ 5678975 h 6858000"/>
              <a:gd name="connsiteX308" fmla="*/ 4987918 w 7467600"/>
              <a:gd name="connsiteY308" fmla="*/ 5838701 h 6858000"/>
              <a:gd name="connsiteX309" fmla="*/ 4317146 w 7467600"/>
              <a:gd name="connsiteY309" fmla="*/ 6587716 h 6858000"/>
              <a:gd name="connsiteX310" fmla="*/ 4171627 w 7467600"/>
              <a:gd name="connsiteY310" fmla="*/ 6858000 h 6858000"/>
              <a:gd name="connsiteX311" fmla="*/ 4081585 w 7467600"/>
              <a:gd name="connsiteY311" fmla="*/ 6858000 h 6858000"/>
              <a:gd name="connsiteX312" fmla="*/ 4238603 w 7467600"/>
              <a:gd name="connsiteY312" fmla="*/ 6559341 h 6858000"/>
              <a:gd name="connsiteX313" fmla="*/ 4778333 w 7467600"/>
              <a:gd name="connsiteY313" fmla="*/ 5873626 h 6858000"/>
              <a:gd name="connsiteX314" fmla="*/ 5414185 w 7467600"/>
              <a:gd name="connsiteY314" fmla="*/ 5573882 h 6858000"/>
              <a:gd name="connsiteX315" fmla="*/ 5959648 w 7467600"/>
              <a:gd name="connsiteY315" fmla="*/ 4760797 h 6858000"/>
              <a:gd name="connsiteX316" fmla="*/ 5355019 w 7467600"/>
              <a:gd name="connsiteY316" fmla="*/ 4734672 h 6858000"/>
              <a:gd name="connsiteX317" fmla="*/ 5083565 w 7467600"/>
              <a:gd name="connsiteY317" fmla="*/ 5179121 h 6858000"/>
              <a:gd name="connsiteX318" fmla="*/ 4713577 w 7467600"/>
              <a:gd name="connsiteY318" fmla="*/ 5616803 h 6858000"/>
              <a:gd name="connsiteX319" fmla="*/ 3989559 w 7467600"/>
              <a:gd name="connsiteY319" fmla="*/ 6145945 h 6858000"/>
              <a:gd name="connsiteX320" fmla="*/ 3939824 w 7467600"/>
              <a:gd name="connsiteY320" fmla="*/ 6066900 h 6858000"/>
              <a:gd name="connsiteX321" fmla="*/ 4584537 w 7467600"/>
              <a:gd name="connsiteY321" fmla="*/ 5324826 h 6858000"/>
              <a:gd name="connsiteX322" fmla="*/ 5037105 w 7467600"/>
              <a:gd name="connsiteY322" fmla="*/ 5088765 h 6858000"/>
              <a:gd name="connsiteX323" fmla="*/ 5039930 w 7467600"/>
              <a:gd name="connsiteY323" fmla="*/ 5089585 h 6858000"/>
              <a:gd name="connsiteX324" fmla="*/ 5263764 w 7467600"/>
              <a:gd name="connsiteY324" fmla="*/ 4735525 h 6858000"/>
              <a:gd name="connsiteX325" fmla="*/ 4086300 w 7467600"/>
              <a:gd name="connsiteY325" fmla="*/ 4884599 h 6858000"/>
              <a:gd name="connsiteX326" fmla="*/ 4085485 w 7467600"/>
              <a:gd name="connsiteY326" fmla="*/ 4899070 h 6858000"/>
              <a:gd name="connsiteX327" fmla="*/ 3871915 w 7467600"/>
              <a:gd name="connsiteY327" fmla="*/ 5253645 h 6858000"/>
              <a:gd name="connsiteX328" fmla="*/ 3799374 w 7467600"/>
              <a:gd name="connsiteY328" fmla="*/ 5466127 h 6858000"/>
              <a:gd name="connsiteX329" fmla="*/ 3498850 w 7467600"/>
              <a:gd name="connsiteY329" fmla="*/ 6661888 h 6858000"/>
              <a:gd name="connsiteX330" fmla="*/ 3399216 w 7467600"/>
              <a:gd name="connsiteY330" fmla="*/ 6858000 h 6858000"/>
              <a:gd name="connsiteX331" fmla="*/ 3303688 w 7467600"/>
              <a:gd name="connsiteY331" fmla="*/ 6858000 h 6858000"/>
              <a:gd name="connsiteX332" fmla="*/ 3391774 w 7467600"/>
              <a:gd name="connsiteY332" fmla="*/ 6697181 h 6858000"/>
              <a:gd name="connsiteX333" fmla="*/ 3735540 w 7467600"/>
              <a:gd name="connsiteY333" fmla="*/ 5546923 h 6858000"/>
              <a:gd name="connsiteX334" fmla="*/ 3729438 w 7467600"/>
              <a:gd name="connsiteY334" fmla="*/ 5569058 h 6858000"/>
              <a:gd name="connsiteX335" fmla="*/ 3707782 w 7467600"/>
              <a:gd name="connsiteY335" fmla="*/ 5644908 h 6858000"/>
              <a:gd name="connsiteX336" fmla="*/ 3583827 w 7467600"/>
              <a:gd name="connsiteY336" fmla="*/ 6039215 h 6858000"/>
              <a:gd name="connsiteX337" fmla="*/ 3547861 w 7467600"/>
              <a:gd name="connsiteY337" fmla="*/ 6129609 h 6858000"/>
              <a:gd name="connsiteX338" fmla="*/ 3490905 w 7467600"/>
              <a:gd name="connsiteY338" fmla="*/ 6277660 h 6858000"/>
              <a:gd name="connsiteX339" fmla="*/ 3455859 w 7467600"/>
              <a:gd name="connsiteY339" fmla="*/ 6391301 h 6858000"/>
              <a:gd name="connsiteX340" fmla="*/ 3429112 w 7467600"/>
              <a:gd name="connsiteY340" fmla="*/ 6479469 h 6858000"/>
              <a:gd name="connsiteX341" fmla="*/ 3304862 w 7467600"/>
              <a:gd name="connsiteY341" fmla="*/ 6796476 h 6858000"/>
              <a:gd name="connsiteX342" fmla="*/ 3276071 w 7467600"/>
              <a:gd name="connsiteY342" fmla="*/ 6858000 h 6858000"/>
              <a:gd name="connsiteX343" fmla="*/ 3240805 w 7467600"/>
              <a:gd name="connsiteY343" fmla="*/ 6858000 h 6858000"/>
              <a:gd name="connsiteX344" fmla="*/ 3275917 w 7467600"/>
              <a:gd name="connsiteY344" fmla="*/ 6783192 h 6858000"/>
              <a:gd name="connsiteX345" fmla="*/ 3399358 w 7467600"/>
              <a:gd name="connsiteY345" fmla="*/ 6469011 h 6858000"/>
              <a:gd name="connsiteX346" fmla="*/ 3425650 w 7467600"/>
              <a:gd name="connsiteY346" fmla="*/ 6381333 h 6858000"/>
              <a:gd name="connsiteX347" fmla="*/ 3460661 w 7467600"/>
              <a:gd name="connsiteY347" fmla="*/ 6266763 h 6858000"/>
              <a:gd name="connsiteX348" fmla="*/ 3518021 w 7467600"/>
              <a:gd name="connsiteY348" fmla="*/ 6117298 h 6858000"/>
              <a:gd name="connsiteX349" fmla="*/ 3554035 w 7467600"/>
              <a:gd name="connsiteY349" fmla="*/ 6027832 h 6858000"/>
              <a:gd name="connsiteX350" fmla="*/ 3677174 w 7467600"/>
              <a:gd name="connsiteY350" fmla="*/ 5636351 h 6858000"/>
              <a:gd name="connsiteX351" fmla="*/ 3698819 w 7467600"/>
              <a:gd name="connsiteY351" fmla="*/ 5560503 h 6858000"/>
              <a:gd name="connsiteX352" fmla="*/ 3702094 w 7467600"/>
              <a:gd name="connsiteY352" fmla="*/ 5549194 h 6858000"/>
              <a:gd name="connsiteX353" fmla="*/ 3398355 w 7467600"/>
              <a:gd name="connsiteY353" fmla="*/ 6094603 h 6858000"/>
              <a:gd name="connsiteX354" fmla="*/ 3193941 w 7467600"/>
              <a:gd name="connsiteY354" fmla="*/ 6798775 h 6858000"/>
              <a:gd name="connsiteX355" fmla="*/ 3184140 w 7467600"/>
              <a:gd name="connsiteY355" fmla="*/ 6858000 h 6858000"/>
              <a:gd name="connsiteX356" fmla="*/ 3099978 w 7467600"/>
              <a:gd name="connsiteY356" fmla="*/ 6858000 h 6858000"/>
              <a:gd name="connsiteX357" fmla="*/ 3101556 w 7467600"/>
              <a:gd name="connsiteY357" fmla="*/ 6843337 h 6858000"/>
              <a:gd name="connsiteX358" fmla="*/ 3370162 w 7467600"/>
              <a:gd name="connsiteY358" fmla="*/ 5785550 h 6858000"/>
              <a:gd name="connsiteX359" fmla="*/ 3746477 w 7467600"/>
              <a:gd name="connsiteY359" fmla="*/ 5377889 h 6858000"/>
              <a:gd name="connsiteX360" fmla="*/ 3863399 w 7467600"/>
              <a:gd name="connsiteY360" fmla="*/ 5087257 h 6858000"/>
              <a:gd name="connsiteX361" fmla="*/ 3968712 w 7467600"/>
              <a:gd name="connsiteY361" fmla="*/ 4913989 h 6858000"/>
              <a:gd name="connsiteX362" fmla="*/ 2792390 w 7467600"/>
              <a:gd name="connsiteY362" fmla="*/ 5382974 h 6858000"/>
              <a:gd name="connsiteX363" fmla="*/ 2714982 w 7467600"/>
              <a:gd name="connsiteY363" fmla="*/ 5427051 h 6858000"/>
              <a:gd name="connsiteX364" fmla="*/ 2813361 w 7467600"/>
              <a:gd name="connsiteY364" fmla="*/ 6023912 h 6858000"/>
              <a:gd name="connsiteX365" fmla="*/ 2688430 w 7467600"/>
              <a:gd name="connsiteY365" fmla="*/ 6801564 h 6858000"/>
              <a:gd name="connsiteX366" fmla="*/ 2629626 w 7467600"/>
              <a:gd name="connsiteY366" fmla="*/ 6763394 h 6858000"/>
              <a:gd name="connsiteX367" fmla="*/ 2565328 w 7467600"/>
              <a:gd name="connsiteY367" fmla="*/ 5516399 h 6858000"/>
              <a:gd name="connsiteX368" fmla="*/ 1922999 w 7467600"/>
              <a:gd name="connsiteY368" fmla="*/ 5980343 h 6858000"/>
              <a:gd name="connsiteX369" fmla="*/ 1950261 w 7467600"/>
              <a:gd name="connsiteY369" fmla="*/ 6405858 h 6858000"/>
              <a:gd name="connsiteX370" fmla="*/ 2365554 w 7467600"/>
              <a:gd name="connsiteY370" fmla="*/ 6759107 h 6858000"/>
              <a:gd name="connsiteX371" fmla="*/ 2424142 w 7467600"/>
              <a:gd name="connsiteY371" fmla="*/ 6858000 h 6858000"/>
              <a:gd name="connsiteX372" fmla="*/ 2395994 w 7467600"/>
              <a:gd name="connsiteY372" fmla="*/ 6858000 h 6858000"/>
              <a:gd name="connsiteX373" fmla="*/ 2392863 w 7467600"/>
              <a:gd name="connsiteY373" fmla="*/ 6852964 h 6858000"/>
              <a:gd name="connsiteX374" fmla="*/ 2017589 w 7467600"/>
              <a:gd name="connsiteY374" fmla="*/ 6493982 h 6858000"/>
              <a:gd name="connsiteX375" fmla="*/ 2147336 w 7467600"/>
              <a:gd name="connsiteY375" fmla="*/ 6594052 h 6858000"/>
              <a:gd name="connsiteX376" fmla="*/ 2207047 w 7467600"/>
              <a:gd name="connsiteY376" fmla="*/ 6654540 h 6858000"/>
              <a:gd name="connsiteX377" fmla="*/ 2299106 w 7467600"/>
              <a:gd name="connsiteY377" fmla="*/ 6778931 h 6858000"/>
              <a:gd name="connsiteX378" fmla="*/ 2314430 w 7467600"/>
              <a:gd name="connsiteY378" fmla="*/ 6801144 h 6858000"/>
              <a:gd name="connsiteX379" fmla="*/ 2352406 w 7467600"/>
              <a:gd name="connsiteY379" fmla="*/ 6858000 h 6858000"/>
              <a:gd name="connsiteX380" fmla="*/ 2314492 w 7467600"/>
              <a:gd name="connsiteY380" fmla="*/ 6858000 h 6858000"/>
              <a:gd name="connsiteX381" fmla="*/ 2288095 w 7467600"/>
              <a:gd name="connsiteY381" fmla="*/ 6818030 h 6858000"/>
              <a:gd name="connsiteX382" fmla="*/ 2272768 w 7467600"/>
              <a:gd name="connsiteY382" fmla="*/ 6795822 h 6858000"/>
              <a:gd name="connsiteX383" fmla="*/ 2182715 w 7467600"/>
              <a:gd name="connsiteY383" fmla="*/ 6675071 h 6858000"/>
              <a:gd name="connsiteX384" fmla="*/ 2032061 w 7467600"/>
              <a:gd name="connsiteY384" fmla="*/ 6541380 h 6858000"/>
              <a:gd name="connsiteX385" fmla="*/ 2257220 w 7467600"/>
              <a:gd name="connsiteY385" fmla="*/ 6826257 h 6858000"/>
              <a:gd name="connsiteX386" fmla="*/ 2281324 w 7467600"/>
              <a:gd name="connsiteY386" fmla="*/ 6858000 h 6858000"/>
              <a:gd name="connsiteX387" fmla="*/ 2242860 w 7467600"/>
              <a:gd name="connsiteY387" fmla="*/ 6858000 h 6858000"/>
              <a:gd name="connsiteX388" fmla="*/ 2232818 w 7467600"/>
              <a:gd name="connsiteY388" fmla="*/ 6844926 h 6858000"/>
              <a:gd name="connsiteX389" fmla="*/ 1990172 w 7467600"/>
              <a:gd name="connsiteY389" fmla="*/ 6542121 h 6858000"/>
              <a:gd name="connsiteX390" fmla="*/ 2124090 w 7467600"/>
              <a:gd name="connsiteY390" fmla="*/ 6761017 h 6858000"/>
              <a:gd name="connsiteX391" fmla="*/ 2200380 w 7467600"/>
              <a:gd name="connsiteY391" fmla="*/ 6858000 h 6858000"/>
              <a:gd name="connsiteX392" fmla="*/ 2147507 w 7467600"/>
              <a:gd name="connsiteY392" fmla="*/ 6858000 h 6858000"/>
              <a:gd name="connsiteX393" fmla="*/ 2070668 w 7467600"/>
              <a:gd name="connsiteY393" fmla="*/ 6761520 h 6858000"/>
              <a:gd name="connsiteX394" fmla="*/ 1975142 w 7467600"/>
              <a:gd name="connsiteY394" fmla="*/ 6585570 h 6858000"/>
              <a:gd name="connsiteX395" fmla="*/ 2050035 w 7467600"/>
              <a:gd name="connsiteY395" fmla="*/ 6813345 h 6858000"/>
              <a:gd name="connsiteX396" fmla="*/ 2063025 w 7467600"/>
              <a:gd name="connsiteY396" fmla="*/ 6858000 h 6858000"/>
              <a:gd name="connsiteX397" fmla="*/ 2021675 w 7467600"/>
              <a:gd name="connsiteY397" fmla="*/ 6858000 h 6858000"/>
              <a:gd name="connsiteX398" fmla="*/ 2019308 w 7467600"/>
              <a:gd name="connsiteY398" fmla="*/ 6847118 h 6858000"/>
              <a:gd name="connsiteX399" fmla="*/ 1938835 w 7467600"/>
              <a:gd name="connsiteY399" fmla="*/ 6551160 h 6858000"/>
              <a:gd name="connsiteX400" fmla="*/ 1953230 w 7467600"/>
              <a:gd name="connsiteY400" fmla="*/ 6759699 h 6858000"/>
              <a:gd name="connsiteX401" fmla="*/ 1956763 w 7467600"/>
              <a:gd name="connsiteY401" fmla="*/ 6778191 h 6858000"/>
              <a:gd name="connsiteX402" fmla="*/ 1967925 w 7467600"/>
              <a:gd name="connsiteY402" fmla="*/ 6858000 h 6858000"/>
              <a:gd name="connsiteX403" fmla="*/ 1936622 w 7467600"/>
              <a:gd name="connsiteY403" fmla="*/ 6858000 h 6858000"/>
              <a:gd name="connsiteX404" fmla="*/ 1926261 w 7467600"/>
              <a:gd name="connsiteY404" fmla="*/ 6784064 h 6858000"/>
              <a:gd name="connsiteX405" fmla="*/ 1922724 w 7467600"/>
              <a:gd name="connsiteY405" fmla="*/ 6765577 h 6858000"/>
              <a:gd name="connsiteX406" fmla="*/ 1904650 w 7467600"/>
              <a:gd name="connsiteY406" fmla="*/ 6639616 h 6858000"/>
              <a:gd name="connsiteX407" fmla="*/ 1885273 w 7467600"/>
              <a:gd name="connsiteY407" fmla="*/ 6858000 h 6858000"/>
              <a:gd name="connsiteX408" fmla="*/ 1854363 w 7467600"/>
              <a:gd name="connsiteY408" fmla="*/ 6858000 h 6858000"/>
              <a:gd name="connsiteX409" fmla="*/ 1880391 w 7467600"/>
              <a:gd name="connsiteY409" fmla="*/ 6603796 h 6858000"/>
              <a:gd name="connsiteX410" fmla="*/ 1818273 w 7467600"/>
              <a:gd name="connsiteY410" fmla="*/ 6715729 h 6858000"/>
              <a:gd name="connsiteX411" fmla="*/ 1794691 w 7467600"/>
              <a:gd name="connsiteY411" fmla="*/ 6843239 h 6858000"/>
              <a:gd name="connsiteX412" fmla="*/ 1794914 w 7467600"/>
              <a:gd name="connsiteY412" fmla="*/ 6858000 h 6858000"/>
              <a:gd name="connsiteX413" fmla="*/ 1746128 w 7467600"/>
              <a:gd name="connsiteY413" fmla="*/ 6858000 h 6858000"/>
              <a:gd name="connsiteX414" fmla="*/ 1753934 w 7467600"/>
              <a:gd name="connsiteY414" fmla="*/ 6724796 h 6858000"/>
              <a:gd name="connsiteX415" fmla="*/ 1792053 w 7467600"/>
              <a:gd name="connsiteY415" fmla="*/ 6572396 h 6858000"/>
              <a:gd name="connsiteX416" fmla="*/ 1862248 w 7467600"/>
              <a:gd name="connsiteY416" fmla="*/ 6266397 h 6858000"/>
              <a:gd name="connsiteX417" fmla="*/ 1862250 w 7467600"/>
              <a:gd name="connsiteY417" fmla="*/ 6033531 h 6858000"/>
              <a:gd name="connsiteX418" fmla="*/ 1211999 w 7467600"/>
              <a:gd name="connsiteY418" fmla="*/ 6683610 h 6858000"/>
              <a:gd name="connsiteX419" fmla="*/ 1213266 w 7467600"/>
              <a:gd name="connsiteY419" fmla="*/ 6691947 h 6858000"/>
              <a:gd name="connsiteX420" fmla="*/ 1203370 w 7467600"/>
              <a:gd name="connsiteY420" fmla="*/ 6850676 h 6858000"/>
              <a:gd name="connsiteX421" fmla="*/ 1203671 w 7467600"/>
              <a:gd name="connsiteY421" fmla="*/ 6858000 h 6858000"/>
              <a:gd name="connsiteX422" fmla="*/ 1143180 w 7467600"/>
              <a:gd name="connsiteY422" fmla="*/ 6858000 h 6858000"/>
              <a:gd name="connsiteX423" fmla="*/ 1142176 w 7467600"/>
              <a:gd name="connsiteY423" fmla="*/ 6766045 h 6858000"/>
              <a:gd name="connsiteX424" fmla="*/ 1067484 w 7467600"/>
              <a:gd name="connsiteY424" fmla="*/ 6858000 h 6858000"/>
              <a:gd name="connsiteX425" fmla="*/ 953928 w 7467600"/>
              <a:gd name="connsiteY425" fmla="*/ 6858000 h 6858000"/>
              <a:gd name="connsiteX426" fmla="*/ 959715 w 7467600"/>
              <a:gd name="connsiteY426" fmla="*/ 6850185 h 6858000"/>
              <a:gd name="connsiteX427" fmla="*/ 1483788 w 7467600"/>
              <a:gd name="connsiteY427" fmla="*/ 6259174 h 6858000"/>
              <a:gd name="connsiteX428" fmla="*/ 1100671 w 7467600"/>
              <a:gd name="connsiteY428" fmla="*/ 6252137 h 6858000"/>
              <a:gd name="connsiteX429" fmla="*/ 1090144 w 7467600"/>
              <a:gd name="connsiteY429" fmla="*/ 6256748 h 6858000"/>
              <a:gd name="connsiteX430" fmla="*/ 1095872 w 7467600"/>
              <a:gd name="connsiteY430" fmla="*/ 6271892 h 6858000"/>
              <a:gd name="connsiteX431" fmla="*/ 262785 w 7467600"/>
              <a:gd name="connsiteY431" fmla="*/ 6845450 h 6858000"/>
              <a:gd name="connsiteX432" fmla="*/ 209968 w 7467600"/>
              <a:gd name="connsiteY432" fmla="*/ 6770713 h 6858000"/>
              <a:gd name="connsiteX433" fmla="*/ 873460 w 7467600"/>
              <a:gd name="connsiteY433" fmla="*/ 6253768 h 6858000"/>
              <a:gd name="connsiteX434" fmla="*/ 192686 w 7467600"/>
              <a:gd name="connsiteY434" fmla="*/ 5849257 h 6858000"/>
              <a:gd name="connsiteX435" fmla="*/ 4696 w 7467600"/>
              <a:gd name="connsiteY435" fmla="*/ 5697668 h 6858000"/>
              <a:gd name="connsiteX436" fmla="*/ 0 w 7467600"/>
              <a:gd name="connsiteY436" fmla="*/ 5689984 h 6858000"/>
              <a:gd name="connsiteX437" fmla="*/ 0 w 7467600"/>
              <a:gd name="connsiteY437" fmla="*/ 5513472 h 6858000"/>
              <a:gd name="connsiteX438" fmla="*/ 174101 w 7467600"/>
              <a:gd name="connsiteY438" fmla="*/ 5620277 h 6858000"/>
              <a:gd name="connsiteX439" fmla="*/ 891800 w 7467600"/>
              <a:gd name="connsiteY439" fmla="*/ 6036935 h 6858000"/>
              <a:gd name="connsiteX440" fmla="*/ 1072219 w 7467600"/>
              <a:gd name="connsiteY440" fmla="*/ 6169443 h 6858000"/>
              <a:gd name="connsiteX441" fmla="*/ 1074117 w 7467600"/>
              <a:gd name="connsiteY441" fmla="*/ 6170301 h 6858000"/>
              <a:gd name="connsiteX442" fmla="*/ 1083114 w 7467600"/>
              <a:gd name="connsiteY442" fmla="*/ 6174131 h 6858000"/>
              <a:gd name="connsiteX443" fmla="*/ 1543010 w 7467600"/>
              <a:gd name="connsiteY443" fmla="*/ 6191140 h 6858000"/>
              <a:gd name="connsiteX444" fmla="*/ 1551080 w 7467600"/>
              <a:gd name="connsiteY444" fmla="*/ 6195006 h 6858000"/>
              <a:gd name="connsiteX445" fmla="*/ 2345443 w 7467600"/>
              <a:gd name="connsiteY445" fmla="*/ 5549882 h 6858000"/>
              <a:gd name="connsiteX446" fmla="*/ 1721499 w 7467600"/>
              <a:gd name="connsiteY446" fmla="*/ 5599969 h 6858000"/>
              <a:gd name="connsiteX447" fmla="*/ 767716 w 7467600"/>
              <a:gd name="connsiteY447" fmla="*/ 5472768 h 6858000"/>
              <a:gd name="connsiteX448" fmla="*/ 722147 w 7467600"/>
              <a:gd name="connsiteY448" fmla="*/ 5393091 h 6858000"/>
              <a:gd name="connsiteX449" fmla="*/ 1485552 w 7467600"/>
              <a:gd name="connsiteY449" fmla="*/ 5313202 h 6858000"/>
              <a:gd name="connsiteX450" fmla="*/ 2143004 w 7467600"/>
              <a:gd name="connsiteY450" fmla="*/ 5402420 h 6858000"/>
              <a:gd name="connsiteX451" fmla="*/ 1933391 w 7467600"/>
              <a:gd name="connsiteY451" fmla="*/ 5156971 h 6858000"/>
              <a:gd name="connsiteX452" fmla="*/ 1827118 w 7467600"/>
              <a:gd name="connsiteY452" fmla="*/ 4968410 h 6858000"/>
              <a:gd name="connsiteX453" fmla="*/ 1837349 w 7467600"/>
              <a:gd name="connsiteY453" fmla="*/ 4956357 h 6858000"/>
              <a:gd name="connsiteX454" fmla="*/ 2162835 w 7467600"/>
              <a:gd name="connsiteY454" fmla="*/ 5187853 h 6858000"/>
              <a:gd name="connsiteX455" fmla="*/ 2257167 w 7467600"/>
              <a:gd name="connsiteY455" fmla="*/ 5462123 h 6858000"/>
              <a:gd name="connsiteX456" fmla="*/ 2261598 w 7467600"/>
              <a:gd name="connsiteY456" fmla="*/ 5467998 h 6858000"/>
              <a:gd name="connsiteX457" fmla="*/ 2437177 w 7467600"/>
              <a:gd name="connsiteY457" fmla="*/ 5479608 h 6858000"/>
              <a:gd name="connsiteX458" fmla="*/ 2445247 w 7467600"/>
              <a:gd name="connsiteY458" fmla="*/ 5483476 h 6858000"/>
              <a:gd name="connsiteX459" fmla="*/ 2743626 w 7467600"/>
              <a:gd name="connsiteY459" fmla="*/ 5304819 h 6858000"/>
              <a:gd name="connsiteX460" fmla="*/ 3048102 w 7467600"/>
              <a:gd name="connsiteY460" fmla="*/ 5150595 h 6858000"/>
              <a:gd name="connsiteX461" fmla="*/ 1799414 w 7467600"/>
              <a:gd name="connsiteY461" fmla="*/ 4694732 h 6858000"/>
              <a:gd name="connsiteX462" fmla="*/ 1771735 w 7467600"/>
              <a:gd name="connsiteY462" fmla="*/ 4619929 h 6858000"/>
              <a:gd name="connsiteX463" fmla="*/ 3104273 w 7467600"/>
              <a:gd name="connsiteY463" fmla="*/ 5076159 h 6858000"/>
              <a:gd name="connsiteX464" fmla="*/ 3113245 w 7467600"/>
              <a:gd name="connsiteY464" fmla="*/ 5090705 h 6858000"/>
              <a:gd name="connsiteX465" fmla="*/ 3126294 w 7467600"/>
              <a:gd name="connsiteY465" fmla="*/ 5114400 h 6858000"/>
              <a:gd name="connsiteX466" fmla="*/ 3937433 w 7467600"/>
              <a:gd name="connsiteY466" fmla="*/ 4830473 h 6858000"/>
              <a:gd name="connsiteX467" fmla="*/ 3590475 w 7467600"/>
              <a:gd name="connsiteY467" fmla="*/ 4597974 h 6858000"/>
              <a:gd name="connsiteX468" fmla="*/ 3100264 w 7467600"/>
              <a:gd name="connsiteY468" fmla="*/ 4579845 h 6858000"/>
              <a:gd name="connsiteX469" fmla="*/ 2183576 w 7467600"/>
              <a:gd name="connsiteY469" fmla="*/ 4227150 h 6858000"/>
              <a:gd name="connsiteX470" fmla="*/ 2151029 w 7467600"/>
              <a:gd name="connsiteY470" fmla="*/ 4146947 h 6858000"/>
              <a:gd name="connsiteX471" fmla="*/ 3563434 w 7467600"/>
              <a:gd name="connsiteY471" fmla="*/ 4469115 h 6858000"/>
              <a:gd name="connsiteX472" fmla="*/ 3177952 w 7467600"/>
              <a:gd name="connsiteY472" fmla="*/ 3657386 h 6858000"/>
              <a:gd name="connsiteX473" fmla="*/ 3189263 w 7467600"/>
              <a:gd name="connsiteY473" fmla="*/ 3625726 h 6858000"/>
              <a:gd name="connsiteX474" fmla="*/ 3560912 w 7467600"/>
              <a:gd name="connsiteY474" fmla="*/ 4079863 h 6858000"/>
              <a:gd name="connsiteX475" fmla="*/ 3626636 w 7467600"/>
              <a:gd name="connsiteY475" fmla="*/ 4512230 h 6858000"/>
              <a:gd name="connsiteX476" fmla="*/ 3653088 w 7467600"/>
              <a:gd name="connsiteY476" fmla="*/ 4521417 h 6858000"/>
              <a:gd name="connsiteX477" fmla="*/ 3988128 w 7467600"/>
              <a:gd name="connsiteY477" fmla="*/ 4817267 h 6858000"/>
              <a:gd name="connsiteX478" fmla="*/ 4830582 w 7467600"/>
              <a:gd name="connsiteY478" fmla="*/ 4676000 h 6858000"/>
              <a:gd name="connsiteX479" fmla="*/ 4830100 w 7467600"/>
              <a:gd name="connsiteY479" fmla="*/ 4675554 h 6858000"/>
              <a:gd name="connsiteX480" fmla="*/ 4036318 w 7467600"/>
              <a:gd name="connsiteY480" fmla="*/ 4147013 h 6858000"/>
              <a:gd name="connsiteX481" fmla="*/ 3432098 w 7467600"/>
              <a:gd name="connsiteY481" fmla="*/ 3537312 h 6858000"/>
              <a:gd name="connsiteX482" fmla="*/ 3446761 w 7467600"/>
              <a:gd name="connsiteY482" fmla="*/ 3461278 h 6858000"/>
              <a:gd name="connsiteX483" fmla="*/ 4419733 w 7467600"/>
              <a:gd name="connsiteY483" fmla="*/ 3963555 h 6858000"/>
              <a:gd name="connsiteX484" fmla="*/ 4781371 w 7467600"/>
              <a:gd name="connsiteY484" fmla="*/ 4458604 h 6858000"/>
              <a:gd name="connsiteX485" fmla="*/ 4780440 w 7467600"/>
              <a:gd name="connsiteY485" fmla="*/ 4470290 h 6858000"/>
              <a:gd name="connsiteX486" fmla="*/ 4898954 w 7467600"/>
              <a:gd name="connsiteY486" fmla="*/ 4662092 h 6858000"/>
              <a:gd name="connsiteX487" fmla="*/ 4900699 w 7467600"/>
              <a:gd name="connsiteY487" fmla="*/ 4670867 h 6858000"/>
              <a:gd name="connsiteX488" fmla="*/ 5714511 w 7467600"/>
              <a:gd name="connsiteY488" fmla="*/ 4663483 h 6858000"/>
              <a:gd name="connsiteX489" fmla="*/ 5464793 w 7467600"/>
              <a:gd name="connsiteY489" fmla="*/ 4393556 h 6858000"/>
              <a:gd name="connsiteX490" fmla="*/ 5461897 w 7467600"/>
              <a:gd name="connsiteY490" fmla="*/ 4390879 h 6858000"/>
              <a:gd name="connsiteX491" fmla="*/ 4294126 w 7467600"/>
              <a:gd name="connsiteY491" fmla="*/ 3303048 h 6858000"/>
              <a:gd name="connsiteX492" fmla="*/ 4305321 w 7467600"/>
              <a:gd name="connsiteY492" fmla="*/ 3256953 h 6858000"/>
              <a:gd name="connsiteX493" fmla="*/ 4949299 w 7467600"/>
              <a:gd name="connsiteY493" fmla="*/ 3766336 h 6858000"/>
              <a:gd name="connsiteX494" fmla="*/ 5291452 w 7467600"/>
              <a:gd name="connsiteY494" fmla="*/ 4076801 h 6858000"/>
              <a:gd name="connsiteX495" fmla="*/ 5434998 w 7467600"/>
              <a:gd name="connsiteY495" fmla="*/ 4254100 h 6858000"/>
              <a:gd name="connsiteX496" fmla="*/ 5351015 w 7467600"/>
              <a:gd name="connsiteY496" fmla="*/ 3760989 h 6858000"/>
              <a:gd name="connsiteX497" fmla="*/ 5413780 w 7467600"/>
              <a:gd name="connsiteY497" fmla="*/ 2966265 h 6858000"/>
              <a:gd name="connsiteX498" fmla="*/ 5425627 w 7467600"/>
              <a:gd name="connsiteY498" fmla="*/ 2954192 h 6858000"/>
              <a:gd name="connsiteX499" fmla="*/ 6604735 w 7467600"/>
              <a:gd name="connsiteY499" fmla="*/ 2041381 h 6858000"/>
              <a:gd name="connsiteX500" fmla="*/ 7204487 w 7467600"/>
              <a:gd name="connsiteY500" fmla="*/ 2742112 h 6858000"/>
              <a:gd name="connsiteX501" fmla="*/ 7131592 w 7467600"/>
              <a:gd name="connsiteY501" fmla="*/ 2672096 h 6858000"/>
              <a:gd name="connsiteX502" fmla="*/ 6996344 w 7467600"/>
              <a:gd name="connsiteY502" fmla="*/ 2518310 h 6858000"/>
              <a:gd name="connsiteX503" fmla="*/ 6735495 w 7467600"/>
              <a:gd name="connsiteY503" fmla="*/ 2196890 h 6858000"/>
              <a:gd name="connsiteX504" fmla="*/ 6721901 w 7467600"/>
              <a:gd name="connsiteY504" fmla="*/ 2179274 h 6858000"/>
              <a:gd name="connsiteX505" fmla="*/ 6604735 w 7467600"/>
              <a:gd name="connsiteY505" fmla="*/ 2041381 h 6858000"/>
              <a:gd name="connsiteX506" fmla="*/ 6591670 w 7467600"/>
              <a:gd name="connsiteY506" fmla="*/ 1988277 h 6858000"/>
              <a:gd name="connsiteX507" fmla="*/ 6747349 w 7467600"/>
              <a:gd name="connsiteY507" fmla="*/ 2160069 h 6858000"/>
              <a:gd name="connsiteX508" fmla="*/ 6760943 w 7467600"/>
              <a:gd name="connsiteY508" fmla="*/ 2177686 h 6858000"/>
              <a:gd name="connsiteX509" fmla="*/ 7021065 w 7467600"/>
              <a:gd name="connsiteY509" fmla="*/ 2498102 h 6858000"/>
              <a:gd name="connsiteX510" fmla="*/ 7155223 w 7467600"/>
              <a:gd name="connsiteY510" fmla="*/ 2650386 h 6858000"/>
              <a:gd name="connsiteX511" fmla="*/ 7203167 w 7467600"/>
              <a:gd name="connsiteY511" fmla="*/ 2697288 h 6858000"/>
              <a:gd name="connsiteX512" fmla="*/ 6937703 w 7467600"/>
              <a:gd name="connsiteY512" fmla="*/ 2321981 h 6858000"/>
              <a:gd name="connsiteX513" fmla="*/ 6591670 w 7467600"/>
              <a:gd name="connsiteY513" fmla="*/ 1988277 h 6858000"/>
              <a:gd name="connsiteX514" fmla="*/ 5798671 w 7467600"/>
              <a:gd name="connsiteY514" fmla="*/ 1981601 h 6858000"/>
              <a:gd name="connsiteX515" fmla="*/ 5754709 w 7467600"/>
              <a:gd name="connsiteY515" fmla="*/ 2071454 h 6858000"/>
              <a:gd name="connsiteX516" fmla="*/ 5763044 w 7467600"/>
              <a:gd name="connsiteY516" fmla="*/ 2842206 h 6858000"/>
              <a:gd name="connsiteX517" fmla="*/ 5764974 w 7467600"/>
              <a:gd name="connsiteY517" fmla="*/ 2799609 h 6858000"/>
              <a:gd name="connsiteX518" fmla="*/ 5767665 w 7467600"/>
              <a:gd name="connsiteY518" fmla="*/ 2666409 h 6858000"/>
              <a:gd name="connsiteX519" fmla="*/ 5763055 w 7467600"/>
              <a:gd name="connsiteY519" fmla="*/ 2579705 h 6858000"/>
              <a:gd name="connsiteX520" fmla="*/ 5758079 w 7467600"/>
              <a:gd name="connsiteY520" fmla="*/ 2492508 h 6858000"/>
              <a:gd name="connsiteX521" fmla="*/ 5779325 w 7467600"/>
              <a:gd name="connsiteY521" fmla="*/ 2197069 h 6858000"/>
              <a:gd name="connsiteX522" fmla="*/ 5798671 w 7467600"/>
              <a:gd name="connsiteY522" fmla="*/ 1981601 h 6858000"/>
              <a:gd name="connsiteX523" fmla="*/ 5829202 w 7467600"/>
              <a:gd name="connsiteY523" fmla="*/ 1971679 h 6858000"/>
              <a:gd name="connsiteX524" fmla="*/ 5809558 w 7467600"/>
              <a:gd name="connsiteY524" fmla="*/ 2198043 h 6858000"/>
              <a:gd name="connsiteX525" fmla="*/ 5788653 w 7467600"/>
              <a:gd name="connsiteY525" fmla="*/ 2489430 h 6858000"/>
              <a:gd name="connsiteX526" fmla="*/ 5793439 w 7467600"/>
              <a:gd name="connsiteY526" fmla="*/ 2575235 h 6858000"/>
              <a:gd name="connsiteX527" fmla="*/ 5796837 w 7467600"/>
              <a:gd name="connsiteY527" fmla="*/ 2637633 h 6858000"/>
              <a:gd name="connsiteX528" fmla="*/ 5818614 w 7467600"/>
              <a:gd name="connsiteY528" fmla="*/ 2473055 h 6858000"/>
              <a:gd name="connsiteX529" fmla="*/ 5829202 w 7467600"/>
              <a:gd name="connsiteY529" fmla="*/ 1971679 h 6858000"/>
              <a:gd name="connsiteX530" fmla="*/ 5911389 w 7467600"/>
              <a:gd name="connsiteY530" fmla="*/ 1898371 h 6858000"/>
              <a:gd name="connsiteX531" fmla="*/ 6237627 w 7467600"/>
              <a:gd name="connsiteY531" fmla="*/ 2231921 h 6858000"/>
              <a:gd name="connsiteX532" fmla="*/ 5911389 w 7467600"/>
              <a:gd name="connsiteY532" fmla="*/ 1898371 h 6858000"/>
              <a:gd name="connsiteX533" fmla="*/ 6944437 w 7467600"/>
              <a:gd name="connsiteY533" fmla="*/ 1575402 h 6858000"/>
              <a:gd name="connsiteX534" fmla="*/ 6304730 w 7467600"/>
              <a:gd name="connsiteY534" fmla="*/ 1766654 h 6858000"/>
              <a:gd name="connsiteX535" fmla="*/ 6944437 w 7467600"/>
              <a:gd name="connsiteY535" fmla="*/ 1575402 h 6858000"/>
              <a:gd name="connsiteX536" fmla="*/ 7019523 w 7467600"/>
              <a:gd name="connsiteY536" fmla="*/ 1519450 h 6858000"/>
              <a:gd name="connsiteX537" fmla="*/ 6298091 w 7467600"/>
              <a:gd name="connsiteY537" fmla="*/ 1737122 h 6858000"/>
              <a:gd name="connsiteX538" fmla="*/ 7019523 w 7467600"/>
              <a:gd name="connsiteY538" fmla="*/ 1519450 h 6858000"/>
              <a:gd name="connsiteX539" fmla="*/ 2399523 w 7467600"/>
              <a:gd name="connsiteY539" fmla="*/ 1428234 h 6858000"/>
              <a:gd name="connsiteX540" fmla="*/ 2224982 w 7467600"/>
              <a:gd name="connsiteY540" fmla="*/ 1826201 h 6858000"/>
              <a:gd name="connsiteX541" fmla="*/ 2096099 w 7467600"/>
              <a:gd name="connsiteY541" fmla="*/ 2345900 h 6858000"/>
              <a:gd name="connsiteX542" fmla="*/ 2283317 w 7467600"/>
              <a:gd name="connsiteY542" fmla="*/ 1796925 h 6858000"/>
              <a:gd name="connsiteX543" fmla="*/ 2399523 w 7467600"/>
              <a:gd name="connsiteY543" fmla="*/ 1428234 h 6858000"/>
              <a:gd name="connsiteX544" fmla="*/ 2448558 w 7467600"/>
              <a:gd name="connsiteY544" fmla="*/ 1373435 h 6858000"/>
              <a:gd name="connsiteX545" fmla="*/ 2312521 w 7467600"/>
              <a:gd name="connsiteY545" fmla="*/ 1806140 h 6858000"/>
              <a:gd name="connsiteX546" fmla="*/ 2127533 w 7467600"/>
              <a:gd name="connsiteY546" fmla="*/ 2348380 h 6858000"/>
              <a:gd name="connsiteX547" fmla="*/ 2358080 w 7467600"/>
              <a:gd name="connsiteY547" fmla="*/ 1866134 h 6858000"/>
              <a:gd name="connsiteX548" fmla="*/ 2407436 w 7467600"/>
              <a:gd name="connsiteY548" fmla="*/ 1651070 h 6858000"/>
              <a:gd name="connsiteX549" fmla="*/ 2448558 w 7467600"/>
              <a:gd name="connsiteY549" fmla="*/ 1373435 h 6858000"/>
              <a:gd name="connsiteX550" fmla="*/ 278707 w 7467600"/>
              <a:gd name="connsiteY550" fmla="*/ 1352270 h 6858000"/>
              <a:gd name="connsiteX551" fmla="*/ 321570 w 7467600"/>
              <a:gd name="connsiteY551" fmla="*/ 1861610 h 6858000"/>
              <a:gd name="connsiteX552" fmla="*/ 294281 w 7467600"/>
              <a:gd name="connsiteY552" fmla="*/ 1440658 h 6858000"/>
              <a:gd name="connsiteX553" fmla="*/ 278707 w 7467600"/>
              <a:gd name="connsiteY553" fmla="*/ 1352270 h 6858000"/>
              <a:gd name="connsiteX554" fmla="*/ 1423821 w 7467600"/>
              <a:gd name="connsiteY554" fmla="*/ 1351958 h 6858000"/>
              <a:gd name="connsiteX555" fmla="*/ 1638521 w 7467600"/>
              <a:gd name="connsiteY555" fmla="*/ 1908470 h 6858000"/>
              <a:gd name="connsiteX556" fmla="*/ 1754199 w 7467600"/>
              <a:gd name="connsiteY556" fmla="*/ 2149284 h 6858000"/>
              <a:gd name="connsiteX557" fmla="*/ 1908359 w 7467600"/>
              <a:gd name="connsiteY557" fmla="*/ 2364988 h 6858000"/>
              <a:gd name="connsiteX558" fmla="*/ 1647661 w 7467600"/>
              <a:gd name="connsiteY558" fmla="*/ 1825945 h 6858000"/>
              <a:gd name="connsiteX559" fmla="*/ 1423821 w 7467600"/>
              <a:gd name="connsiteY559" fmla="*/ 1351958 h 6858000"/>
              <a:gd name="connsiteX560" fmla="*/ 1431890 w 7467600"/>
              <a:gd name="connsiteY560" fmla="*/ 1306475 h 6858000"/>
              <a:gd name="connsiteX561" fmla="*/ 1507597 w 7467600"/>
              <a:gd name="connsiteY561" fmla="*/ 1446132 h 6858000"/>
              <a:gd name="connsiteX562" fmla="*/ 1674586 w 7467600"/>
              <a:gd name="connsiteY562" fmla="*/ 1813832 h 6858000"/>
              <a:gd name="connsiteX563" fmla="*/ 1815950 w 7467600"/>
              <a:gd name="connsiteY563" fmla="*/ 2128564 h 6858000"/>
              <a:gd name="connsiteX564" fmla="*/ 1984242 w 7467600"/>
              <a:gd name="connsiteY564" fmla="*/ 2430829 h 6858000"/>
              <a:gd name="connsiteX565" fmla="*/ 2014023 w 7467600"/>
              <a:gd name="connsiteY565" fmla="*/ 2450995 h 6858000"/>
              <a:gd name="connsiteX566" fmla="*/ 1747337 w 7467600"/>
              <a:gd name="connsiteY566" fmla="*/ 1855264 h 6858000"/>
              <a:gd name="connsiteX567" fmla="*/ 1533749 w 7467600"/>
              <a:gd name="connsiteY567" fmla="*/ 1478656 h 6858000"/>
              <a:gd name="connsiteX568" fmla="*/ 1431890 w 7467600"/>
              <a:gd name="connsiteY568" fmla="*/ 1306475 h 6858000"/>
              <a:gd name="connsiteX569" fmla="*/ 5052692 w 7467600"/>
              <a:gd name="connsiteY569" fmla="*/ 1292994 h 6858000"/>
              <a:gd name="connsiteX570" fmla="*/ 5200661 w 7467600"/>
              <a:gd name="connsiteY570" fmla="*/ 1635186 h 6858000"/>
              <a:gd name="connsiteX571" fmla="*/ 5297138 w 7467600"/>
              <a:gd name="connsiteY571" fmla="*/ 1906351 h 6858000"/>
              <a:gd name="connsiteX572" fmla="*/ 5052692 w 7467600"/>
              <a:gd name="connsiteY572" fmla="*/ 1292994 h 6858000"/>
              <a:gd name="connsiteX573" fmla="*/ 5009948 w 7467600"/>
              <a:gd name="connsiteY573" fmla="*/ 1273619 h 6858000"/>
              <a:gd name="connsiteX574" fmla="*/ 5121777 w 7467600"/>
              <a:gd name="connsiteY574" fmla="*/ 1654213 h 6858000"/>
              <a:gd name="connsiteX575" fmla="*/ 5293545 w 7467600"/>
              <a:gd name="connsiteY575" fmla="*/ 2072247 h 6858000"/>
              <a:gd name="connsiteX576" fmla="*/ 5294042 w 7467600"/>
              <a:gd name="connsiteY576" fmla="*/ 2065019 h 6858000"/>
              <a:gd name="connsiteX577" fmla="*/ 5171936 w 7467600"/>
              <a:gd name="connsiteY577" fmla="*/ 1647613 h 6858000"/>
              <a:gd name="connsiteX578" fmla="*/ 5009948 w 7467600"/>
              <a:gd name="connsiteY578" fmla="*/ 1273619 h 6858000"/>
              <a:gd name="connsiteX579" fmla="*/ 655236 w 7467600"/>
              <a:gd name="connsiteY579" fmla="*/ 1268632 h 6858000"/>
              <a:gd name="connsiteX580" fmla="*/ 839521 w 7467600"/>
              <a:gd name="connsiteY580" fmla="*/ 1685315 h 6858000"/>
              <a:gd name="connsiteX581" fmla="*/ 1109416 w 7467600"/>
              <a:gd name="connsiteY581" fmla="*/ 2061663 h 6858000"/>
              <a:gd name="connsiteX582" fmla="*/ 1298300 w 7467600"/>
              <a:gd name="connsiteY582" fmla="*/ 2247742 h 6858000"/>
              <a:gd name="connsiteX583" fmla="*/ 1125871 w 7467600"/>
              <a:gd name="connsiteY583" fmla="*/ 1989513 h 6858000"/>
              <a:gd name="connsiteX584" fmla="*/ 981574 w 7467600"/>
              <a:gd name="connsiteY584" fmla="*/ 1783157 h 6858000"/>
              <a:gd name="connsiteX585" fmla="*/ 922198 w 7467600"/>
              <a:gd name="connsiteY585" fmla="*/ 1677437 h 6858000"/>
              <a:gd name="connsiteX586" fmla="*/ 869293 w 7467600"/>
              <a:gd name="connsiteY586" fmla="*/ 1583214 h 6858000"/>
              <a:gd name="connsiteX587" fmla="*/ 751431 w 7467600"/>
              <a:gd name="connsiteY587" fmla="*/ 1405731 h 6858000"/>
              <a:gd name="connsiteX588" fmla="*/ 655236 w 7467600"/>
              <a:gd name="connsiteY588" fmla="*/ 1268632 h 6858000"/>
              <a:gd name="connsiteX589" fmla="*/ 6516292 w 7467600"/>
              <a:gd name="connsiteY589" fmla="*/ 1263064 h 6858000"/>
              <a:gd name="connsiteX590" fmla="*/ 5736320 w 7467600"/>
              <a:gd name="connsiteY590" fmla="*/ 1501803 h 6858000"/>
              <a:gd name="connsiteX591" fmla="*/ 6516292 w 7467600"/>
              <a:gd name="connsiteY591" fmla="*/ 1263064 h 6858000"/>
              <a:gd name="connsiteX592" fmla="*/ 291466 w 7467600"/>
              <a:gd name="connsiteY592" fmla="*/ 1250369 h 6858000"/>
              <a:gd name="connsiteX593" fmla="*/ 323180 w 7467600"/>
              <a:gd name="connsiteY593" fmla="*/ 1435283 h 6858000"/>
              <a:gd name="connsiteX594" fmla="*/ 349381 w 7467600"/>
              <a:gd name="connsiteY594" fmla="*/ 1875041 h 6858000"/>
              <a:gd name="connsiteX595" fmla="*/ 374363 w 7467600"/>
              <a:gd name="connsiteY595" fmla="*/ 1506494 h 6858000"/>
              <a:gd name="connsiteX596" fmla="*/ 302168 w 7467600"/>
              <a:gd name="connsiteY596" fmla="*/ 1274495 h 6858000"/>
              <a:gd name="connsiteX597" fmla="*/ 291466 w 7467600"/>
              <a:gd name="connsiteY597" fmla="*/ 1250369 h 6858000"/>
              <a:gd name="connsiteX598" fmla="*/ 678222 w 7467600"/>
              <a:gd name="connsiteY598" fmla="*/ 1248670 h 6858000"/>
              <a:gd name="connsiteX599" fmla="*/ 775536 w 7467600"/>
              <a:gd name="connsiteY599" fmla="*/ 1388015 h 6858000"/>
              <a:gd name="connsiteX600" fmla="*/ 894529 w 7467600"/>
              <a:gd name="connsiteY600" fmla="*/ 1567739 h 6858000"/>
              <a:gd name="connsiteX601" fmla="*/ 948000 w 7467600"/>
              <a:gd name="connsiteY601" fmla="*/ 1663088 h 6858000"/>
              <a:gd name="connsiteX602" fmla="*/ 1006812 w 7467600"/>
              <a:gd name="connsiteY602" fmla="*/ 1767683 h 6858000"/>
              <a:gd name="connsiteX603" fmla="*/ 1149133 w 7467600"/>
              <a:gd name="connsiteY603" fmla="*/ 1971513 h 6858000"/>
              <a:gd name="connsiteX604" fmla="*/ 1333952 w 7467600"/>
              <a:gd name="connsiteY604" fmla="*/ 2251620 h 6858000"/>
              <a:gd name="connsiteX605" fmla="*/ 1337329 w 7467600"/>
              <a:gd name="connsiteY605" fmla="*/ 2258350 h 6858000"/>
              <a:gd name="connsiteX606" fmla="*/ 1014726 w 7467600"/>
              <a:gd name="connsiteY606" fmla="*/ 1615556 h 6858000"/>
              <a:gd name="connsiteX607" fmla="*/ 678222 w 7467600"/>
              <a:gd name="connsiteY607" fmla="*/ 1248670 h 6858000"/>
              <a:gd name="connsiteX608" fmla="*/ 6691602 w 7467600"/>
              <a:gd name="connsiteY608" fmla="*/ 1140573 h 6858000"/>
              <a:gd name="connsiteX609" fmla="*/ 6571100 w 7467600"/>
              <a:gd name="connsiteY609" fmla="*/ 1183662 h 6858000"/>
              <a:gd name="connsiteX610" fmla="*/ 6241687 w 7467600"/>
              <a:gd name="connsiteY610" fmla="*/ 1257600 h 6858000"/>
              <a:gd name="connsiteX611" fmla="*/ 5693009 w 7467600"/>
              <a:gd name="connsiteY611" fmla="*/ 1478256 h 6858000"/>
              <a:gd name="connsiteX612" fmla="*/ 6548420 w 7467600"/>
              <a:gd name="connsiteY612" fmla="*/ 1214599 h 6858000"/>
              <a:gd name="connsiteX613" fmla="*/ 6605473 w 7467600"/>
              <a:gd name="connsiteY613" fmla="*/ 1184686 h 6858000"/>
              <a:gd name="connsiteX614" fmla="*/ 6691602 w 7467600"/>
              <a:gd name="connsiteY614" fmla="*/ 1140573 h 6858000"/>
              <a:gd name="connsiteX615" fmla="*/ 4002475 w 7467600"/>
              <a:gd name="connsiteY615" fmla="*/ 1037802 h 6858000"/>
              <a:gd name="connsiteX616" fmla="*/ 4000324 w 7467600"/>
              <a:gd name="connsiteY616" fmla="*/ 1039362 h 6858000"/>
              <a:gd name="connsiteX617" fmla="*/ 4002862 w 7467600"/>
              <a:gd name="connsiteY617" fmla="*/ 1042866 h 6858000"/>
              <a:gd name="connsiteX618" fmla="*/ 4002475 w 7467600"/>
              <a:gd name="connsiteY618" fmla="*/ 1037802 h 6858000"/>
              <a:gd name="connsiteX619" fmla="*/ 506322 w 7467600"/>
              <a:gd name="connsiteY619" fmla="*/ 1020997 h 6858000"/>
              <a:gd name="connsiteX620" fmla="*/ 533068 w 7467600"/>
              <a:gd name="connsiteY620" fmla="*/ 1029409 h 6858000"/>
              <a:gd name="connsiteX621" fmla="*/ 1232525 w 7467600"/>
              <a:gd name="connsiteY621" fmla="*/ 1804675 h 6858000"/>
              <a:gd name="connsiteX622" fmla="*/ 1388858 w 7467600"/>
              <a:gd name="connsiteY622" fmla="*/ 2368011 h 6858000"/>
              <a:gd name="connsiteX623" fmla="*/ 1384098 w 7467600"/>
              <a:gd name="connsiteY623" fmla="*/ 2378125 h 6858000"/>
              <a:gd name="connsiteX624" fmla="*/ 1425393 w 7467600"/>
              <a:gd name="connsiteY624" fmla="*/ 2589124 h 6858000"/>
              <a:gd name="connsiteX625" fmla="*/ 1424001 w 7467600"/>
              <a:gd name="connsiteY625" fmla="*/ 2597541 h 6858000"/>
              <a:gd name="connsiteX626" fmla="*/ 2152729 w 7467600"/>
              <a:gd name="connsiteY626" fmla="*/ 2864487 h 6858000"/>
              <a:gd name="connsiteX627" fmla="*/ 2020609 w 7467600"/>
              <a:gd name="connsiteY627" fmla="*/ 2539671 h 6858000"/>
              <a:gd name="connsiteX628" fmla="*/ 2018920 w 7467600"/>
              <a:gd name="connsiteY628" fmla="*/ 2536309 h 6858000"/>
              <a:gd name="connsiteX629" fmla="*/ 1342441 w 7467600"/>
              <a:gd name="connsiteY629" fmla="*/ 1173017 h 6858000"/>
              <a:gd name="connsiteX630" fmla="*/ 1367925 w 7467600"/>
              <a:gd name="connsiteY630" fmla="*/ 1135648 h 6858000"/>
              <a:gd name="connsiteX631" fmla="*/ 1771401 w 7467600"/>
              <a:gd name="connsiteY631" fmla="*/ 1806673 h 6858000"/>
              <a:gd name="connsiteX632" fmla="*/ 1972385 w 7467600"/>
              <a:gd name="connsiteY632" fmla="*/ 2198735 h 6858000"/>
              <a:gd name="connsiteX633" fmla="*/ 2040892 w 7467600"/>
              <a:gd name="connsiteY633" fmla="*/ 2405205 h 6858000"/>
              <a:gd name="connsiteX634" fmla="*/ 2131689 w 7467600"/>
              <a:gd name="connsiteY634" fmla="*/ 1936926 h 6858000"/>
              <a:gd name="connsiteX635" fmla="*/ 2454820 w 7467600"/>
              <a:gd name="connsiteY635" fmla="*/ 1248808 h 6858000"/>
              <a:gd name="connsiteX636" fmla="*/ 2492512 w 7467600"/>
              <a:gd name="connsiteY636" fmla="*/ 1302920 h 6858000"/>
              <a:gd name="connsiteX637" fmla="*/ 2081216 w 7467600"/>
              <a:gd name="connsiteY637" fmla="*/ 2527513 h 6858000"/>
              <a:gd name="connsiteX638" fmla="*/ 2081211 w 7467600"/>
              <a:gd name="connsiteY638" fmla="*/ 2528916 h 6858000"/>
              <a:gd name="connsiteX639" fmla="*/ 2199067 w 7467600"/>
              <a:gd name="connsiteY639" fmla="*/ 2884061 h 6858000"/>
              <a:gd name="connsiteX640" fmla="*/ 3192586 w 7467600"/>
              <a:gd name="connsiteY640" fmla="*/ 3411496 h 6858000"/>
              <a:gd name="connsiteX641" fmla="*/ 3182620 w 7467600"/>
              <a:gd name="connsiteY641" fmla="*/ 3483279 h 6858000"/>
              <a:gd name="connsiteX642" fmla="*/ 2435119 w 7467600"/>
              <a:gd name="connsiteY642" fmla="*/ 3080173 h 6858000"/>
              <a:gd name="connsiteX643" fmla="*/ 2410152 w 7467600"/>
              <a:gd name="connsiteY643" fmla="*/ 3063751 h 6858000"/>
              <a:gd name="connsiteX644" fmla="*/ 2408099 w 7467600"/>
              <a:gd name="connsiteY644" fmla="*/ 3064403 h 6858000"/>
              <a:gd name="connsiteX645" fmla="*/ 2407218 w 7467600"/>
              <a:gd name="connsiteY645" fmla="*/ 3070324 h 6858000"/>
              <a:gd name="connsiteX646" fmla="*/ 2380138 w 7467600"/>
              <a:gd name="connsiteY646" fmla="*/ 3099341 h 6858000"/>
              <a:gd name="connsiteX647" fmla="*/ 1765923 w 7467600"/>
              <a:gd name="connsiteY647" fmla="*/ 3581043 h 6858000"/>
              <a:gd name="connsiteX648" fmla="*/ 1702258 w 7467600"/>
              <a:gd name="connsiteY648" fmla="*/ 3612286 h 6858000"/>
              <a:gd name="connsiteX649" fmla="*/ 1538370 w 7467600"/>
              <a:gd name="connsiteY649" fmla="*/ 3811804 h 6858000"/>
              <a:gd name="connsiteX650" fmla="*/ 542867 w 7467600"/>
              <a:gd name="connsiteY650" fmla="*/ 4944092 h 6858000"/>
              <a:gd name="connsiteX651" fmla="*/ 515800 w 7467600"/>
              <a:gd name="connsiteY651" fmla="*/ 4862180 h 6858000"/>
              <a:gd name="connsiteX652" fmla="*/ 909145 w 7467600"/>
              <a:gd name="connsiteY652" fmla="*/ 4199225 h 6858000"/>
              <a:gd name="connsiteX653" fmla="*/ 1214067 w 7467600"/>
              <a:gd name="connsiteY653" fmla="*/ 3908561 h 6858000"/>
              <a:gd name="connsiteX654" fmla="*/ 640967 w 7467600"/>
              <a:gd name="connsiteY654" fmla="*/ 4105601 h 6858000"/>
              <a:gd name="connsiteX655" fmla="*/ 112563 w 7467600"/>
              <a:gd name="connsiteY655" fmla="*/ 4396952 h 6858000"/>
              <a:gd name="connsiteX656" fmla="*/ 0 w 7467600"/>
              <a:gd name="connsiteY656" fmla="*/ 4466006 h 6858000"/>
              <a:gd name="connsiteX657" fmla="*/ 0 w 7467600"/>
              <a:gd name="connsiteY657" fmla="*/ 4233763 h 6858000"/>
              <a:gd name="connsiteX658" fmla="*/ 36881 w 7467600"/>
              <a:gd name="connsiteY658" fmla="*/ 4200118 h 6858000"/>
              <a:gd name="connsiteX659" fmla="*/ 910534 w 7467600"/>
              <a:gd name="connsiteY659" fmla="*/ 3629753 h 6858000"/>
              <a:gd name="connsiteX660" fmla="*/ 1578717 w 7467600"/>
              <a:gd name="connsiteY660" fmla="*/ 3575982 h 6858000"/>
              <a:gd name="connsiteX661" fmla="*/ 2338780 w 7467600"/>
              <a:gd name="connsiteY661" fmla="*/ 3033725 h 6858000"/>
              <a:gd name="connsiteX662" fmla="*/ 1807991 w 7467600"/>
              <a:gd name="connsiteY662" fmla="*/ 2807184 h 6858000"/>
              <a:gd name="connsiteX663" fmla="*/ 1416358 w 7467600"/>
              <a:gd name="connsiteY663" fmla="*/ 3112571 h 6858000"/>
              <a:gd name="connsiteX664" fmla="*/ 939066 w 7467600"/>
              <a:gd name="connsiteY664" fmla="*/ 3378798 h 6858000"/>
              <a:gd name="connsiteX665" fmla="*/ 115099 w 7467600"/>
              <a:gd name="connsiteY665" fmla="*/ 3607650 h 6858000"/>
              <a:gd name="connsiteX666" fmla="*/ 97284 w 7467600"/>
              <a:gd name="connsiteY666" fmla="*/ 3520393 h 6858000"/>
              <a:gd name="connsiteX667" fmla="*/ 922050 w 7467600"/>
              <a:gd name="connsiteY667" fmla="*/ 3074867 h 6858000"/>
              <a:gd name="connsiteX668" fmla="*/ 1405265 w 7467600"/>
              <a:gd name="connsiteY668" fmla="*/ 3016319 h 6858000"/>
              <a:gd name="connsiteX669" fmla="*/ 1407512 w 7467600"/>
              <a:gd name="connsiteY669" fmla="*/ 3018001 h 6858000"/>
              <a:gd name="connsiteX670" fmla="*/ 1726266 w 7467600"/>
              <a:gd name="connsiteY670" fmla="*/ 2777274 h 6858000"/>
              <a:gd name="connsiteX671" fmla="*/ 625390 w 7467600"/>
              <a:gd name="connsiteY671" fmla="*/ 2514541 h 6858000"/>
              <a:gd name="connsiteX672" fmla="*/ 619799 w 7467600"/>
              <a:gd name="connsiteY672" fmla="*/ 2527180 h 6858000"/>
              <a:gd name="connsiteX673" fmla="*/ 310030 w 7467600"/>
              <a:gd name="connsiteY673" fmla="*/ 2771818 h 6858000"/>
              <a:gd name="connsiteX674" fmla="*/ 173877 w 7467600"/>
              <a:gd name="connsiteY674" fmla="*/ 2937056 h 6858000"/>
              <a:gd name="connsiteX675" fmla="*/ 77889 w 7467600"/>
              <a:gd name="connsiteY675" fmla="*/ 3138440 h 6858000"/>
              <a:gd name="connsiteX676" fmla="*/ 0 w 7467600"/>
              <a:gd name="connsiteY676" fmla="*/ 3271395 h 6858000"/>
              <a:gd name="connsiteX677" fmla="*/ 0 w 7467600"/>
              <a:gd name="connsiteY677" fmla="*/ 3153002 h 6858000"/>
              <a:gd name="connsiteX678" fmla="*/ 2386 w 7467600"/>
              <a:gd name="connsiteY678" fmla="*/ 3149203 h 6858000"/>
              <a:gd name="connsiteX679" fmla="*/ 89753 w 7467600"/>
              <a:gd name="connsiteY679" fmla="*/ 2987702 h 6858000"/>
              <a:gd name="connsiteX680" fmla="*/ 76869 w 7467600"/>
              <a:gd name="connsiteY680" fmla="*/ 3005404 h 6858000"/>
              <a:gd name="connsiteX681" fmla="*/ 32049 w 7467600"/>
              <a:gd name="connsiteY681" fmla="*/ 3065814 h 6858000"/>
              <a:gd name="connsiteX682" fmla="*/ 0 w 7467600"/>
              <a:gd name="connsiteY682" fmla="*/ 3108744 h 6858000"/>
              <a:gd name="connsiteX683" fmla="*/ 0 w 7467600"/>
              <a:gd name="connsiteY683" fmla="*/ 3058059 h 6858000"/>
              <a:gd name="connsiteX684" fmla="*/ 7610 w 7467600"/>
              <a:gd name="connsiteY684" fmla="*/ 3047889 h 6858000"/>
              <a:gd name="connsiteX685" fmla="*/ 52419 w 7467600"/>
              <a:gd name="connsiteY685" fmla="*/ 2987479 h 6858000"/>
              <a:gd name="connsiteX686" fmla="*/ 59142 w 7467600"/>
              <a:gd name="connsiteY686" fmla="*/ 2978488 h 6858000"/>
              <a:gd name="connsiteX687" fmla="*/ 0 w 7467600"/>
              <a:gd name="connsiteY687" fmla="*/ 3015334 h 6858000"/>
              <a:gd name="connsiteX688" fmla="*/ 0 w 7467600"/>
              <a:gd name="connsiteY688" fmla="*/ 2914286 h 6858000"/>
              <a:gd name="connsiteX689" fmla="*/ 36383 w 7467600"/>
              <a:gd name="connsiteY689" fmla="*/ 2901128 h 6858000"/>
              <a:gd name="connsiteX690" fmla="*/ 156329 w 7467600"/>
              <a:gd name="connsiteY690" fmla="*/ 2840533 h 6858000"/>
              <a:gd name="connsiteX691" fmla="*/ 358355 w 7467600"/>
              <a:gd name="connsiteY691" fmla="*/ 2620471 h 6858000"/>
              <a:gd name="connsiteX692" fmla="*/ 510577 w 7467600"/>
              <a:gd name="connsiteY692" fmla="*/ 2501244 h 6858000"/>
              <a:gd name="connsiteX693" fmla="*/ 211967 w 7467600"/>
              <a:gd name="connsiteY693" fmla="*/ 2479171 h 6858000"/>
              <a:gd name="connsiteX694" fmla="*/ 0 w 7467600"/>
              <a:gd name="connsiteY694" fmla="*/ 2476398 h 6858000"/>
              <a:gd name="connsiteX695" fmla="*/ 0 w 7467600"/>
              <a:gd name="connsiteY695" fmla="*/ 2389189 h 6858000"/>
              <a:gd name="connsiteX696" fmla="*/ 103062 w 7467600"/>
              <a:gd name="connsiteY696" fmla="*/ 2389518 h 6858000"/>
              <a:gd name="connsiteX697" fmla="*/ 510734 w 7467600"/>
              <a:gd name="connsiteY697" fmla="*/ 2416201 h 6858000"/>
              <a:gd name="connsiteX698" fmla="*/ 279257 w 7467600"/>
              <a:gd name="connsiteY698" fmla="*/ 2092102 h 6858000"/>
              <a:gd name="connsiteX699" fmla="*/ 65265 w 7467600"/>
              <a:gd name="connsiteY699" fmla="*/ 2006049 h 6858000"/>
              <a:gd name="connsiteX700" fmla="*/ 0 w 7467600"/>
              <a:gd name="connsiteY700" fmla="*/ 1982532 h 6858000"/>
              <a:gd name="connsiteX701" fmla="*/ 0 w 7467600"/>
              <a:gd name="connsiteY701" fmla="*/ 1912789 h 6858000"/>
              <a:gd name="connsiteX702" fmla="*/ 97460 w 7467600"/>
              <a:gd name="connsiteY702" fmla="*/ 1953725 h 6858000"/>
              <a:gd name="connsiteX703" fmla="*/ 221272 w 7467600"/>
              <a:gd name="connsiteY703" fmla="*/ 1980766 h 6858000"/>
              <a:gd name="connsiteX704" fmla="*/ 116765 w 7467600"/>
              <a:gd name="connsiteY704" fmla="*/ 1911033 h 6858000"/>
              <a:gd name="connsiteX705" fmla="*/ 16405 w 7467600"/>
              <a:gd name="connsiteY705" fmla="*/ 1803412 h 6858000"/>
              <a:gd name="connsiteX706" fmla="*/ 0 w 7467600"/>
              <a:gd name="connsiteY706" fmla="*/ 1784777 h 6858000"/>
              <a:gd name="connsiteX707" fmla="*/ 0 w 7467600"/>
              <a:gd name="connsiteY707" fmla="*/ 1740082 h 6858000"/>
              <a:gd name="connsiteX708" fmla="*/ 39394 w 7467600"/>
              <a:gd name="connsiteY708" fmla="*/ 1784856 h 6858000"/>
              <a:gd name="connsiteX709" fmla="*/ 135813 w 7467600"/>
              <a:gd name="connsiteY709" fmla="*/ 1888838 h 6858000"/>
              <a:gd name="connsiteX710" fmla="*/ 242575 w 7467600"/>
              <a:gd name="connsiteY710" fmla="*/ 1958841 h 6858000"/>
              <a:gd name="connsiteX711" fmla="*/ 82197 w 7467600"/>
              <a:gd name="connsiteY711" fmla="*/ 1754826 h 6858000"/>
              <a:gd name="connsiteX712" fmla="*/ 0 w 7467600"/>
              <a:gd name="connsiteY712" fmla="*/ 1679650 h 6858000"/>
              <a:gd name="connsiteX713" fmla="*/ 0 w 7467600"/>
              <a:gd name="connsiteY713" fmla="*/ 1602463 h 6858000"/>
              <a:gd name="connsiteX714" fmla="*/ 84689 w 7467600"/>
              <a:gd name="connsiteY714" fmla="*/ 1677442 h 6858000"/>
              <a:gd name="connsiteX715" fmla="*/ 298437 w 7467600"/>
              <a:gd name="connsiteY715" fmla="*/ 1968019 h 6858000"/>
              <a:gd name="connsiteX716" fmla="*/ 227269 w 7467600"/>
              <a:gd name="connsiteY716" fmla="*/ 1114064 h 6858000"/>
              <a:gd name="connsiteX717" fmla="*/ 248003 w 7467600"/>
              <a:gd name="connsiteY717" fmla="*/ 1089613 h 6858000"/>
              <a:gd name="connsiteX718" fmla="*/ 427020 w 7467600"/>
              <a:gd name="connsiteY718" fmla="*/ 1619803 h 6858000"/>
              <a:gd name="connsiteX719" fmla="*/ 340345 w 7467600"/>
              <a:gd name="connsiteY719" fmla="*/ 2027739 h 6858000"/>
              <a:gd name="connsiteX720" fmla="*/ 360865 w 7467600"/>
              <a:gd name="connsiteY720" fmla="*/ 2044827 h 6858000"/>
              <a:gd name="connsiteX721" fmla="*/ 560414 w 7467600"/>
              <a:gd name="connsiteY721" fmla="*/ 2421457 h 6858000"/>
              <a:gd name="connsiteX722" fmla="*/ 1359703 w 7467600"/>
              <a:gd name="connsiteY722" fmla="*/ 2578554 h 6858000"/>
              <a:gd name="connsiteX723" fmla="*/ 1359422 w 7467600"/>
              <a:gd name="connsiteY723" fmla="*/ 2577994 h 6858000"/>
              <a:gd name="connsiteX724" fmla="*/ 828701 w 7467600"/>
              <a:gd name="connsiteY724" fmla="*/ 1839520 h 6858000"/>
              <a:gd name="connsiteX725" fmla="*/ 494427 w 7467600"/>
              <a:gd name="connsiteY725" fmla="*/ 1092333 h 6858000"/>
              <a:gd name="connsiteX726" fmla="*/ 506322 w 7467600"/>
              <a:gd name="connsiteY726" fmla="*/ 1020997 h 6858000"/>
              <a:gd name="connsiteX727" fmla="*/ 4570198 w 7467600"/>
              <a:gd name="connsiteY727" fmla="*/ 978081 h 6858000"/>
              <a:gd name="connsiteX728" fmla="*/ 4523691 w 7467600"/>
              <a:gd name="connsiteY728" fmla="*/ 1127776 h 6858000"/>
              <a:gd name="connsiteX729" fmla="*/ 4509875 w 7467600"/>
              <a:gd name="connsiteY729" fmla="*/ 1167552 h 6858000"/>
              <a:gd name="connsiteX730" fmla="*/ 4478168 w 7467600"/>
              <a:gd name="connsiteY730" fmla="*/ 1260735 h 6858000"/>
              <a:gd name="connsiteX731" fmla="*/ 4409309 w 7467600"/>
              <a:gd name="connsiteY731" fmla="*/ 1666996 h 6858000"/>
              <a:gd name="connsiteX732" fmla="*/ 4370031 w 7467600"/>
              <a:gd name="connsiteY732" fmla="*/ 1955666 h 6858000"/>
              <a:gd name="connsiteX733" fmla="*/ 4570198 w 7467600"/>
              <a:gd name="connsiteY733" fmla="*/ 978081 h 6858000"/>
              <a:gd name="connsiteX734" fmla="*/ 4557898 w 7467600"/>
              <a:gd name="connsiteY734" fmla="*/ 900011 h 6858000"/>
              <a:gd name="connsiteX735" fmla="*/ 4344840 w 7467600"/>
              <a:gd name="connsiteY735" fmla="*/ 1922038 h 6858000"/>
              <a:gd name="connsiteX736" fmla="*/ 4378710 w 7467600"/>
              <a:gd name="connsiteY736" fmla="*/ 1665516 h 6858000"/>
              <a:gd name="connsiteX737" fmla="*/ 4448798 w 7467600"/>
              <a:gd name="connsiteY737" fmla="*/ 1253024 h 6858000"/>
              <a:gd name="connsiteX738" fmla="*/ 4480315 w 7467600"/>
              <a:gd name="connsiteY738" fmla="*/ 1158454 h 6858000"/>
              <a:gd name="connsiteX739" fmla="*/ 4494133 w 7467600"/>
              <a:gd name="connsiteY739" fmla="*/ 1118676 h 6858000"/>
              <a:gd name="connsiteX740" fmla="*/ 4557898 w 7467600"/>
              <a:gd name="connsiteY740" fmla="*/ 900011 h 6858000"/>
              <a:gd name="connsiteX741" fmla="*/ 5870151 w 7467600"/>
              <a:gd name="connsiteY741" fmla="*/ 898890 h 6858000"/>
              <a:gd name="connsiteX742" fmla="*/ 5861335 w 7467600"/>
              <a:gd name="connsiteY742" fmla="*/ 899177 h 6858000"/>
              <a:gd name="connsiteX743" fmla="*/ 5843702 w 7467600"/>
              <a:gd name="connsiteY743" fmla="*/ 899748 h 6858000"/>
              <a:gd name="connsiteX744" fmla="*/ 5651107 w 7467600"/>
              <a:gd name="connsiteY744" fmla="*/ 920306 h 6858000"/>
              <a:gd name="connsiteX745" fmla="*/ 5459407 w 7467600"/>
              <a:gd name="connsiteY745" fmla="*/ 940975 h 6858000"/>
              <a:gd name="connsiteX746" fmla="*/ 5374846 w 7467600"/>
              <a:gd name="connsiteY746" fmla="*/ 941988 h 6858000"/>
              <a:gd name="connsiteX747" fmla="*/ 5256105 w 7467600"/>
              <a:gd name="connsiteY747" fmla="*/ 945632 h 6858000"/>
              <a:gd name="connsiteX748" fmla="*/ 5107071 w 7467600"/>
              <a:gd name="connsiteY748" fmla="*/ 969720 h 6858000"/>
              <a:gd name="connsiteX749" fmla="*/ 4998681 w 7467600"/>
              <a:gd name="connsiteY749" fmla="*/ 988771 h 6858000"/>
              <a:gd name="connsiteX750" fmla="*/ 5870151 w 7467600"/>
              <a:gd name="connsiteY750" fmla="*/ 898890 h 6858000"/>
              <a:gd name="connsiteX751" fmla="*/ 5504425 w 7467600"/>
              <a:gd name="connsiteY751" fmla="*/ 848067 h 6858000"/>
              <a:gd name="connsiteX752" fmla="*/ 4968849 w 7467600"/>
              <a:gd name="connsiteY752" fmla="*/ 962318 h 6858000"/>
              <a:gd name="connsiteX753" fmla="*/ 5104039 w 7467600"/>
              <a:gd name="connsiteY753" fmla="*/ 940634 h 6858000"/>
              <a:gd name="connsiteX754" fmla="*/ 5256311 w 7467600"/>
              <a:gd name="connsiteY754" fmla="*/ 916490 h 6858000"/>
              <a:gd name="connsiteX755" fmla="*/ 5377381 w 7467600"/>
              <a:gd name="connsiteY755" fmla="*/ 912671 h 6858000"/>
              <a:gd name="connsiteX756" fmla="*/ 5460148 w 7467600"/>
              <a:gd name="connsiteY756" fmla="*/ 911442 h 6858000"/>
              <a:gd name="connsiteX757" fmla="*/ 5648971 w 7467600"/>
              <a:gd name="connsiteY757" fmla="*/ 891331 h 6858000"/>
              <a:gd name="connsiteX758" fmla="*/ 5844807 w 7467600"/>
              <a:gd name="connsiteY758" fmla="*/ 870718 h 6858000"/>
              <a:gd name="connsiteX759" fmla="*/ 5862975 w 7467600"/>
              <a:gd name="connsiteY759" fmla="*/ 869756 h 6858000"/>
              <a:gd name="connsiteX760" fmla="*/ 5920887 w 7467600"/>
              <a:gd name="connsiteY760" fmla="*/ 865929 h 6858000"/>
              <a:gd name="connsiteX761" fmla="*/ 5504425 w 7467600"/>
              <a:gd name="connsiteY761" fmla="*/ 848067 h 6858000"/>
              <a:gd name="connsiteX762" fmla="*/ 3607114 w 7467600"/>
              <a:gd name="connsiteY762" fmla="*/ 467441 h 6858000"/>
              <a:gd name="connsiteX763" fmla="*/ 3296242 w 7467600"/>
              <a:gd name="connsiteY763" fmla="*/ 807991 h 6858000"/>
              <a:gd name="connsiteX764" fmla="*/ 3174674 w 7467600"/>
              <a:gd name="connsiteY764" fmla="*/ 919759 h 6858000"/>
              <a:gd name="connsiteX765" fmla="*/ 3042978 w 7467600"/>
              <a:gd name="connsiteY765" fmla="*/ 1054894 h 6858000"/>
              <a:gd name="connsiteX766" fmla="*/ 2968914 w 7467600"/>
              <a:gd name="connsiteY766" fmla="*/ 1133756 h 6858000"/>
              <a:gd name="connsiteX767" fmla="*/ 3103823 w 7467600"/>
              <a:gd name="connsiteY767" fmla="*/ 1026814 h 6858000"/>
              <a:gd name="connsiteX768" fmla="*/ 3607114 w 7467600"/>
              <a:gd name="connsiteY768" fmla="*/ 467441 h 6858000"/>
              <a:gd name="connsiteX769" fmla="*/ 3744487 w 7467600"/>
              <a:gd name="connsiteY769" fmla="*/ 383136 h 6858000"/>
              <a:gd name="connsiteX770" fmla="*/ 3970213 w 7467600"/>
              <a:gd name="connsiteY770" fmla="*/ 995559 h 6858000"/>
              <a:gd name="connsiteX771" fmla="*/ 3744487 w 7467600"/>
              <a:gd name="connsiteY771" fmla="*/ 383136 h 6858000"/>
              <a:gd name="connsiteX772" fmla="*/ 3624562 w 7467600"/>
              <a:gd name="connsiteY772" fmla="*/ 367041 h 6858000"/>
              <a:gd name="connsiteX773" fmla="*/ 3489712 w 7467600"/>
              <a:gd name="connsiteY773" fmla="*/ 485386 h 6858000"/>
              <a:gd name="connsiteX774" fmla="*/ 3182994 w 7467600"/>
              <a:gd name="connsiteY774" fmla="*/ 828265 h 6858000"/>
              <a:gd name="connsiteX775" fmla="*/ 2892114 w 7467600"/>
              <a:gd name="connsiteY775" fmla="*/ 1172635 h 6858000"/>
              <a:gd name="connsiteX776" fmla="*/ 3021459 w 7467600"/>
              <a:gd name="connsiteY776" fmla="*/ 1035385 h 6858000"/>
              <a:gd name="connsiteX777" fmla="*/ 3153873 w 7467600"/>
              <a:gd name="connsiteY777" fmla="*/ 898971 h 6858000"/>
              <a:gd name="connsiteX778" fmla="*/ 3276511 w 7467600"/>
              <a:gd name="connsiteY778" fmla="*/ 786423 h 6858000"/>
              <a:gd name="connsiteX779" fmla="*/ 3584154 w 7467600"/>
              <a:gd name="connsiteY779" fmla="*/ 448218 h 6858000"/>
              <a:gd name="connsiteX780" fmla="*/ 3624562 w 7467600"/>
              <a:gd name="connsiteY780" fmla="*/ 367041 h 6858000"/>
              <a:gd name="connsiteX781" fmla="*/ 3766672 w 7467600"/>
              <a:gd name="connsiteY781" fmla="*/ 359429 h 6858000"/>
              <a:gd name="connsiteX782" fmla="*/ 3996338 w 7467600"/>
              <a:gd name="connsiteY782" fmla="*/ 968237 h 6858000"/>
              <a:gd name="connsiteX783" fmla="*/ 3766672 w 7467600"/>
              <a:gd name="connsiteY783" fmla="*/ 359429 h 6858000"/>
              <a:gd name="connsiteX784" fmla="*/ 5805386 w 7467600"/>
              <a:gd name="connsiteY784" fmla="*/ 239240 h 6858000"/>
              <a:gd name="connsiteX785" fmla="*/ 5736947 w 7467600"/>
              <a:gd name="connsiteY785" fmla="*/ 261367 h 6858000"/>
              <a:gd name="connsiteX786" fmla="*/ 5427012 w 7467600"/>
              <a:gd name="connsiteY786" fmla="*/ 311272 h 6858000"/>
              <a:gd name="connsiteX787" fmla="*/ 5147818 w 7467600"/>
              <a:gd name="connsiteY787" fmla="*/ 322112 h 6858000"/>
              <a:gd name="connsiteX788" fmla="*/ 5060854 w 7467600"/>
              <a:gd name="connsiteY788" fmla="*/ 311882 h 6858000"/>
              <a:gd name="connsiteX789" fmla="*/ 4945989 w 7467600"/>
              <a:gd name="connsiteY789" fmla="*/ 300516 h 6858000"/>
              <a:gd name="connsiteX790" fmla="*/ 5410479 w 7467600"/>
              <a:gd name="connsiteY790" fmla="*/ 348434 h 6858000"/>
              <a:gd name="connsiteX791" fmla="*/ 5805386 w 7467600"/>
              <a:gd name="connsiteY791" fmla="*/ 239240 h 6858000"/>
              <a:gd name="connsiteX792" fmla="*/ 5905192 w 7467600"/>
              <a:gd name="connsiteY792" fmla="*/ 163079 h 6858000"/>
              <a:gd name="connsiteX793" fmla="*/ 5865655 w 7467600"/>
              <a:gd name="connsiteY793" fmla="*/ 171901 h 6858000"/>
              <a:gd name="connsiteX794" fmla="*/ 5259740 w 7467600"/>
              <a:gd name="connsiteY794" fmla="*/ 257013 h 6858000"/>
              <a:gd name="connsiteX795" fmla="*/ 5208466 w 7467600"/>
              <a:gd name="connsiteY795" fmla="*/ 257550 h 6858000"/>
              <a:gd name="connsiteX796" fmla="*/ 4980204 w 7467600"/>
              <a:gd name="connsiteY796" fmla="*/ 271903 h 6858000"/>
              <a:gd name="connsiteX797" fmla="*/ 5068068 w 7467600"/>
              <a:gd name="connsiteY797" fmla="*/ 282244 h 6858000"/>
              <a:gd name="connsiteX798" fmla="*/ 5153231 w 7467600"/>
              <a:gd name="connsiteY798" fmla="*/ 292240 h 6858000"/>
              <a:gd name="connsiteX799" fmla="*/ 5426491 w 7467600"/>
              <a:gd name="connsiteY799" fmla="*/ 281128 h 6858000"/>
              <a:gd name="connsiteX800" fmla="*/ 5731212 w 7467600"/>
              <a:gd name="connsiteY800" fmla="*/ 231951 h 6858000"/>
              <a:gd name="connsiteX801" fmla="*/ 5905192 w 7467600"/>
              <a:gd name="connsiteY801" fmla="*/ 163079 h 6858000"/>
              <a:gd name="connsiteX802" fmla="*/ 5944437 w 7467600"/>
              <a:gd name="connsiteY802" fmla="*/ 113829 h 6858000"/>
              <a:gd name="connsiteX803" fmla="*/ 5825032 w 7467600"/>
              <a:gd name="connsiteY803" fmla="*/ 146405 h 6858000"/>
              <a:gd name="connsiteX804" fmla="*/ 4955599 w 7467600"/>
              <a:gd name="connsiteY804" fmla="*/ 247008 h 6858000"/>
              <a:gd name="connsiteX805" fmla="*/ 5210104 w 7467600"/>
              <a:gd name="connsiteY805" fmla="*/ 228123 h 6858000"/>
              <a:gd name="connsiteX806" fmla="*/ 5261015 w 7467600"/>
              <a:gd name="connsiteY806" fmla="*/ 227087 h 6858000"/>
              <a:gd name="connsiteX807" fmla="*/ 5861181 w 7467600"/>
              <a:gd name="connsiteY807" fmla="*/ 143093 h 6858000"/>
              <a:gd name="connsiteX808" fmla="*/ 5961252 w 7467600"/>
              <a:gd name="connsiteY808" fmla="*/ 114820 h 6858000"/>
              <a:gd name="connsiteX809" fmla="*/ 5944437 w 7467600"/>
              <a:gd name="connsiteY809" fmla="*/ 113829 h 6858000"/>
              <a:gd name="connsiteX810" fmla="*/ 3882765 w 7467600"/>
              <a:gd name="connsiteY810" fmla="*/ 0 h 6858000"/>
              <a:gd name="connsiteX811" fmla="*/ 3995099 w 7467600"/>
              <a:gd name="connsiteY811" fmla="*/ 0 h 6858000"/>
              <a:gd name="connsiteX812" fmla="*/ 4163818 w 7467600"/>
              <a:gd name="connsiteY812" fmla="*/ 234104 h 6858000"/>
              <a:gd name="connsiteX813" fmla="*/ 4172099 w 7467600"/>
              <a:gd name="connsiteY813" fmla="*/ 234207 h 6858000"/>
              <a:gd name="connsiteX814" fmla="*/ 4784282 w 7467600"/>
              <a:gd name="connsiteY814" fmla="*/ 276561 h 6858000"/>
              <a:gd name="connsiteX815" fmla="*/ 4801687 w 7467600"/>
              <a:gd name="connsiteY815" fmla="*/ 267764 h 6858000"/>
              <a:gd name="connsiteX816" fmla="*/ 6082788 w 7467600"/>
              <a:gd name="connsiteY816" fmla="*/ 64119 h 6858000"/>
              <a:gd name="connsiteX817" fmla="*/ 6099442 w 7467600"/>
              <a:gd name="connsiteY817" fmla="*/ 82568 h 6858000"/>
              <a:gd name="connsiteX818" fmla="*/ 4804137 w 7467600"/>
              <a:gd name="connsiteY818" fmla="*/ 320931 h 6858000"/>
              <a:gd name="connsiteX819" fmla="*/ 4227047 w 7467600"/>
              <a:gd name="connsiteY819" fmla="*/ 313415 h 6858000"/>
              <a:gd name="connsiteX820" fmla="*/ 4346041 w 7467600"/>
              <a:gd name="connsiteY820" fmla="*/ 456086 h 6858000"/>
              <a:gd name="connsiteX821" fmla="*/ 4870967 w 7467600"/>
              <a:gd name="connsiteY821" fmla="*/ 963061 h 6858000"/>
              <a:gd name="connsiteX822" fmla="*/ 4889647 w 7467600"/>
              <a:gd name="connsiteY822" fmla="*/ 957147 h 6858000"/>
              <a:gd name="connsiteX823" fmla="*/ 5422504 w 7467600"/>
              <a:gd name="connsiteY823" fmla="*/ 805191 h 6858000"/>
              <a:gd name="connsiteX824" fmla="*/ 6087656 w 7467600"/>
              <a:gd name="connsiteY824" fmla="*/ 826703 h 6858000"/>
              <a:gd name="connsiteX825" fmla="*/ 6058717 w 7467600"/>
              <a:gd name="connsiteY825" fmla="*/ 865992 h 6858000"/>
              <a:gd name="connsiteX826" fmla="*/ 4974153 w 7467600"/>
              <a:gd name="connsiteY826" fmla="*/ 1045456 h 6858000"/>
              <a:gd name="connsiteX827" fmla="*/ 5627835 w 7467600"/>
              <a:gd name="connsiteY827" fmla="*/ 1472077 h 6858000"/>
              <a:gd name="connsiteX828" fmla="*/ 5629817 w 7467600"/>
              <a:gd name="connsiteY828" fmla="*/ 1471412 h 6858000"/>
              <a:gd name="connsiteX829" fmla="*/ 5634124 w 7467600"/>
              <a:gd name="connsiteY829" fmla="*/ 1470572 h 6858000"/>
              <a:gd name="connsiteX830" fmla="*/ 5755832 w 7467600"/>
              <a:gd name="connsiteY830" fmla="*/ 1383886 h 6858000"/>
              <a:gd name="connsiteX831" fmla="*/ 6014186 w 7467600"/>
              <a:gd name="connsiteY831" fmla="*/ 1279799 h 6858000"/>
              <a:gd name="connsiteX832" fmla="*/ 6901619 w 7467600"/>
              <a:gd name="connsiteY832" fmla="*/ 1047874 h 6858000"/>
              <a:gd name="connsiteX833" fmla="*/ 6931566 w 7467600"/>
              <a:gd name="connsiteY833" fmla="*/ 1062034 h 6858000"/>
              <a:gd name="connsiteX834" fmla="*/ 5790982 w 7467600"/>
              <a:gd name="connsiteY834" fmla="*/ 1561380 h 6858000"/>
              <a:gd name="connsiteX835" fmla="*/ 6188971 w 7467600"/>
              <a:gd name="connsiteY835" fmla="*/ 1755168 h 6858000"/>
              <a:gd name="connsiteX836" fmla="*/ 6202446 w 7467600"/>
              <a:gd name="connsiteY836" fmla="*/ 1752268 h 6858000"/>
              <a:gd name="connsiteX837" fmla="*/ 7179560 w 7467600"/>
              <a:gd name="connsiteY837" fmla="*/ 1467551 h 6858000"/>
              <a:gd name="connsiteX838" fmla="*/ 7158730 w 7467600"/>
              <a:gd name="connsiteY838" fmla="*/ 1507835 h 6858000"/>
              <a:gd name="connsiteX839" fmla="*/ 6326959 w 7467600"/>
              <a:gd name="connsiteY839" fmla="*/ 1817686 h 6858000"/>
              <a:gd name="connsiteX840" fmla="*/ 6537433 w 7467600"/>
              <a:gd name="connsiteY840" fmla="*/ 1907790 h 6858000"/>
              <a:gd name="connsiteX841" fmla="*/ 6550221 w 7467600"/>
              <a:gd name="connsiteY841" fmla="*/ 1910729 h 6858000"/>
              <a:gd name="connsiteX842" fmla="*/ 6964438 w 7467600"/>
              <a:gd name="connsiteY842" fmla="*/ 2209505 h 6858000"/>
              <a:gd name="connsiteX843" fmla="*/ 7367862 w 7467600"/>
              <a:gd name="connsiteY843" fmla="*/ 2806833 h 6858000"/>
              <a:gd name="connsiteX844" fmla="*/ 7364329 w 7467600"/>
              <a:gd name="connsiteY844" fmla="*/ 2826907 h 6858000"/>
              <a:gd name="connsiteX845" fmla="*/ 7290545 w 7467600"/>
              <a:gd name="connsiteY845" fmla="*/ 2850663 h 6858000"/>
              <a:gd name="connsiteX846" fmla="*/ 6472036 w 7467600"/>
              <a:gd name="connsiteY846" fmla="*/ 1959003 h 6858000"/>
              <a:gd name="connsiteX847" fmla="*/ 5792897 w 7467600"/>
              <a:gd name="connsiteY847" fmla="*/ 1647747 h 6858000"/>
              <a:gd name="connsiteX848" fmla="*/ 5842751 w 7467600"/>
              <a:gd name="connsiteY848" fmla="*/ 1816112 h 6858000"/>
              <a:gd name="connsiteX849" fmla="*/ 5847424 w 7467600"/>
              <a:gd name="connsiteY849" fmla="*/ 1815776 h 6858000"/>
              <a:gd name="connsiteX850" fmla="*/ 6399821 w 7467600"/>
              <a:gd name="connsiteY850" fmla="*/ 2344799 h 6858000"/>
              <a:gd name="connsiteX851" fmla="*/ 6323232 w 7467600"/>
              <a:gd name="connsiteY851" fmla="*/ 2389634 h 6858000"/>
              <a:gd name="connsiteX852" fmla="*/ 5942958 w 7467600"/>
              <a:gd name="connsiteY852" fmla="*/ 2077708 h 6858000"/>
              <a:gd name="connsiteX853" fmla="*/ 5921559 w 7467600"/>
              <a:gd name="connsiteY853" fmla="*/ 2378596 h 6858000"/>
              <a:gd name="connsiteX854" fmla="*/ 5817651 w 7467600"/>
              <a:gd name="connsiteY854" fmla="*/ 3023919 h 6858000"/>
              <a:gd name="connsiteX855" fmla="*/ 5729634 w 7467600"/>
              <a:gd name="connsiteY855" fmla="*/ 3051849 h 6858000"/>
              <a:gd name="connsiteX856" fmla="*/ 5611018 w 7467600"/>
              <a:gd name="connsiteY856" fmla="*/ 2316769 h 6858000"/>
              <a:gd name="connsiteX857" fmla="*/ 5687608 w 7467600"/>
              <a:gd name="connsiteY857" fmla="*/ 2039972 h 6858000"/>
              <a:gd name="connsiteX858" fmla="*/ 5657554 w 7467600"/>
              <a:gd name="connsiteY858" fmla="*/ 1576445 h 6858000"/>
              <a:gd name="connsiteX859" fmla="*/ 5150475 w 7467600"/>
              <a:gd name="connsiteY859" fmla="*/ 1274012 h 6858000"/>
              <a:gd name="connsiteX860" fmla="*/ 5349142 w 7467600"/>
              <a:gd name="connsiteY860" fmla="*/ 2204405 h 6858000"/>
              <a:gd name="connsiteX861" fmla="*/ 5262214 w 7467600"/>
              <a:gd name="connsiteY861" fmla="*/ 2233836 h 6858000"/>
              <a:gd name="connsiteX862" fmla="*/ 4981539 w 7467600"/>
              <a:gd name="connsiteY862" fmla="*/ 1542201 h 6858000"/>
              <a:gd name="connsiteX863" fmla="*/ 4958461 w 7467600"/>
              <a:gd name="connsiteY863" fmla="*/ 1136957 h 6858000"/>
              <a:gd name="connsiteX864" fmla="*/ 4655015 w 7467600"/>
              <a:gd name="connsiteY864" fmla="*/ 891426 h 6858000"/>
              <a:gd name="connsiteX865" fmla="*/ 4348002 w 7467600"/>
              <a:gd name="connsiteY865" fmla="*/ 2205895 h 6858000"/>
              <a:gd name="connsiteX866" fmla="*/ 4262250 w 7467600"/>
              <a:gd name="connsiteY866" fmla="*/ 2219972 h 6858000"/>
              <a:gd name="connsiteX867" fmla="*/ 4550611 w 7467600"/>
              <a:gd name="connsiteY867" fmla="*/ 817540 h 6858000"/>
              <a:gd name="connsiteX868" fmla="*/ 4564418 w 7467600"/>
              <a:gd name="connsiteY868" fmla="*/ 808293 h 6858000"/>
              <a:gd name="connsiteX869" fmla="*/ 4266388 w 7467600"/>
              <a:gd name="connsiteY869" fmla="*/ 500083 h 6858000"/>
              <a:gd name="connsiteX870" fmla="*/ 4032842 w 7467600"/>
              <a:gd name="connsiteY870" fmla="*/ 211809 h 6858000"/>
              <a:gd name="connsiteX871" fmla="*/ 3882765 w 7467600"/>
              <a:gd name="connsiteY871" fmla="*/ 0 h 6858000"/>
              <a:gd name="connsiteX872" fmla="*/ 3721337 w 7467600"/>
              <a:gd name="connsiteY872" fmla="*/ 0 h 6858000"/>
              <a:gd name="connsiteX873" fmla="*/ 3797544 w 7467600"/>
              <a:gd name="connsiteY873" fmla="*/ 0 h 6858000"/>
              <a:gd name="connsiteX874" fmla="*/ 3775734 w 7467600"/>
              <a:gd name="connsiteY874" fmla="*/ 95131 h 6858000"/>
              <a:gd name="connsiteX875" fmla="*/ 3724807 w 7467600"/>
              <a:gd name="connsiteY875" fmla="*/ 272257 h 6858000"/>
              <a:gd name="connsiteX876" fmla="*/ 3726844 w 7467600"/>
              <a:gd name="connsiteY876" fmla="*/ 282988 h 6858000"/>
              <a:gd name="connsiteX877" fmla="*/ 3742664 w 7467600"/>
              <a:gd name="connsiteY877" fmla="*/ 279918 h 6858000"/>
              <a:gd name="connsiteX878" fmla="*/ 4103910 w 7467600"/>
              <a:gd name="connsiteY878" fmla="*/ 1161917 h 6858000"/>
              <a:gd name="connsiteX879" fmla="*/ 4020269 w 7467600"/>
              <a:gd name="connsiteY879" fmla="*/ 1200406 h 6858000"/>
              <a:gd name="connsiteX880" fmla="*/ 3674882 w 7467600"/>
              <a:gd name="connsiteY880" fmla="*/ 488524 h 6858000"/>
              <a:gd name="connsiteX881" fmla="*/ 3132682 w 7467600"/>
              <a:gd name="connsiteY881" fmla="*/ 1072284 h 6858000"/>
              <a:gd name="connsiteX882" fmla="*/ 2716346 w 7467600"/>
              <a:gd name="connsiteY882" fmla="*/ 1276376 h 6858000"/>
              <a:gd name="connsiteX883" fmla="*/ 2716772 w 7467600"/>
              <a:gd name="connsiteY883" fmla="*/ 1255462 h 6858000"/>
              <a:gd name="connsiteX884" fmla="*/ 3471096 w 7467600"/>
              <a:gd name="connsiteY884" fmla="*/ 437072 h 6858000"/>
              <a:gd name="connsiteX885" fmla="*/ 3639057 w 7467600"/>
              <a:gd name="connsiteY885" fmla="*/ 286334 h 6858000"/>
              <a:gd name="connsiteX886" fmla="*/ 3640309 w 7467600"/>
              <a:gd name="connsiteY886" fmla="*/ 284664 h 6858000"/>
              <a:gd name="connsiteX887" fmla="*/ 3646022 w 7467600"/>
              <a:gd name="connsiteY887" fmla="*/ 276711 h 6858000"/>
              <a:gd name="connsiteX888" fmla="*/ 3707943 w 7467600"/>
              <a:gd name="connsiteY888" fmla="*/ 65958 h 6858000"/>
              <a:gd name="connsiteX889" fmla="*/ 3721337 w 7467600"/>
              <a:gd name="connsiteY889" fmla="*/ 0 h 6858000"/>
              <a:gd name="connsiteX890" fmla="*/ 2867960 w 7467600"/>
              <a:gd name="connsiteY890" fmla="*/ 0 h 6858000"/>
              <a:gd name="connsiteX891" fmla="*/ 2926351 w 7467600"/>
              <a:gd name="connsiteY891" fmla="*/ 0 h 6858000"/>
              <a:gd name="connsiteX892" fmla="*/ 2902823 w 7467600"/>
              <a:gd name="connsiteY892" fmla="*/ 262929 h 6858000"/>
              <a:gd name="connsiteX893" fmla="*/ 2940663 w 7467600"/>
              <a:gd name="connsiteY893" fmla="*/ 140884 h 6858000"/>
              <a:gd name="connsiteX894" fmla="*/ 2947039 w 7467600"/>
              <a:gd name="connsiteY894" fmla="*/ 122524 h 6858000"/>
              <a:gd name="connsiteX895" fmla="*/ 2984316 w 7467600"/>
              <a:gd name="connsiteY895" fmla="*/ 0 h 6858000"/>
              <a:gd name="connsiteX896" fmla="*/ 3016114 w 7467600"/>
              <a:gd name="connsiteY896" fmla="*/ 0 h 6858000"/>
              <a:gd name="connsiteX897" fmla="*/ 2979949 w 7467600"/>
              <a:gd name="connsiteY897" fmla="*/ 119274 h 6858000"/>
              <a:gd name="connsiteX898" fmla="*/ 3023879 w 7467600"/>
              <a:gd name="connsiteY898" fmla="*/ 0 h 6858000"/>
              <a:gd name="connsiteX899" fmla="*/ 3105400 w 7467600"/>
              <a:gd name="connsiteY899" fmla="*/ 0 h 6858000"/>
              <a:gd name="connsiteX900" fmla="*/ 3094669 w 7467600"/>
              <a:gd name="connsiteY900" fmla="*/ 30308 h 6858000"/>
              <a:gd name="connsiteX901" fmla="*/ 2901945 w 7467600"/>
              <a:gd name="connsiteY901" fmla="*/ 466538 h 6858000"/>
              <a:gd name="connsiteX902" fmla="*/ 2815209 w 7467600"/>
              <a:gd name="connsiteY902" fmla="*/ 497361 h 6858000"/>
              <a:gd name="connsiteX903" fmla="*/ 2844845 w 7467600"/>
              <a:gd name="connsiteY903" fmla="*/ 127638 h 6858000"/>
              <a:gd name="connsiteX904" fmla="*/ 2867960 w 7467600"/>
              <a:gd name="connsiteY904" fmla="*/ 0 h 6858000"/>
              <a:gd name="connsiteX905" fmla="*/ 1057230 w 7467600"/>
              <a:gd name="connsiteY905" fmla="*/ 0 h 6858000"/>
              <a:gd name="connsiteX906" fmla="*/ 1111003 w 7467600"/>
              <a:gd name="connsiteY906" fmla="*/ 0 h 6858000"/>
              <a:gd name="connsiteX907" fmla="*/ 1125553 w 7467600"/>
              <a:gd name="connsiteY907" fmla="*/ 52588 h 6858000"/>
              <a:gd name="connsiteX908" fmla="*/ 1304276 w 7467600"/>
              <a:gd name="connsiteY908" fmla="*/ 476275 h 6858000"/>
              <a:gd name="connsiteX909" fmla="*/ 1492066 w 7467600"/>
              <a:gd name="connsiteY909" fmla="*/ 886333 h 6858000"/>
              <a:gd name="connsiteX910" fmla="*/ 1423698 w 7467600"/>
              <a:gd name="connsiteY910" fmla="*/ 710817 h 6858000"/>
              <a:gd name="connsiteX911" fmla="*/ 1357609 w 7467600"/>
              <a:gd name="connsiteY911" fmla="*/ 532892 h 6858000"/>
              <a:gd name="connsiteX912" fmla="*/ 1309550 w 7467600"/>
              <a:gd name="connsiteY912" fmla="*/ 374031 h 6858000"/>
              <a:gd name="connsiteX913" fmla="*/ 1193673 w 7467600"/>
              <a:gd name="connsiteY913" fmla="*/ 49533 h 6858000"/>
              <a:gd name="connsiteX914" fmla="*/ 1164391 w 7467600"/>
              <a:gd name="connsiteY914" fmla="*/ 0 h 6858000"/>
              <a:gd name="connsiteX915" fmla="*/ 1200666 w 7467600"/>
              <a:gd name="connsiteY915" fmla="*/ 0 h 6858000"/>
              <a:gd name="connsiteX916" fmla="*/ 1223408 w 7467600"/>
              <a:gd name="connsiteY916" fmla="*/ 38996 h 6858000"/>
              <a:gd name="connsiteX917" fmla="*/ 1339635 w 7467600"/>
              <a:gd name="connsiteY917" fmla="*/ 365517 h 6858000"/>
              <a:gd name="connsiteX918" fmla="*/ 1387469 w 7467600"/>
              <a:gd name="connsiteY918" fmla="*/ 523079 h 6858000"/>
              <a:gd name="connsiteX919" fmla="*/ 1452685 w 7467600"/>
              <a:gd name="connsiteY919" fmla="*/ 699806 h 6858000"/>
              <a:gd name="connsiteX920" fmla="*/ 1492092 w 7467600"/>
              <a:gd name="connsiteY920" fmla="*/ 800424 h 6858000"/>
              <a:gd name="connsiteX921" fmla="*/ 1455302 w 7467600"/>
              <a:gd name="connsiteY921" fmla="*/ 632913 h 6858000"/>
              <a:gd name="connsiteX922" fmla="*/ 1222336 w 7467600"/>
              <a:gd name="connsiteY922" fmla="*/ 9480 h 6858000"/>
              <a:gd name="connsiteX923" fmla="*/ 1214634 w 7467600"/>
              <a:gd name="connsiteY923" fmla="*/ 0 h 6858000"/>
              <a:gd name="connsiteX924" fmla="*/ 1289827 w 7467600"/>
              <a:gd name="connsiteY924" fmla="*/ 0 h 6858000"/>
              <a:gd name="connsiteX925" fmla="*/ 1321076 w 7467600"/>
              <a:gd name="connsiteY925" fmla="*/ 59722 h 6858000"/>
              <a:gd name="connsiteX926" fmla="*/ 1512579 w 7467600"/>
              <a:gd name="connsiteY926" fmla="*/ 626441 h 6858000"/>
              <a:gd name="connsiteX927" fmla="*/ 1506076 w 7467600"/>
              <a:gd name="connsiteY927" fmla="*/ 1089289 h 6858000"/>
              <a:gd name="connsiteX928" fmla="*/ 1486346 w 7467600"/>
              <a:gd name="connsiteY928" fmla="*/ 1079919 h 6858000"/>
              <a:gd name="connsiteX929" fmla="*/ 1070511 w 7467600"/>
              <a:gd name="connsiteY929" fmla="*/ 48609 h 6858000"/>
              <a:gd name="connsiteX930" fmla="*/ 1057230 w 7467600"/>
              <a:gd name="connsiteY930" fmla="*/ 0 h 6858000"/>
              <a:gd name="connsiteX931" fmla="*/ 43151 w 7467600"/>
              <a:gd name="connsiteY931" fmla="*/ 0 h 6858000"/>
              <a:gd name="connsiteX932" fmla="*/ 95283 w 7467600"/>
              <a:gd name="connsiteY932" fmla="*/ 0 h 6858000"/>
              <a:gd name="connsiteX933" fmla="*/ 300708 w 7467600"/>
              <a:gd name="connsiteY933" fmla="*/ 154571 h 6858000"/>
              <a:gd name="connsiteX934" fmla="*/ 530414 w 7467600"/>
              <a:gd name="connsiteY934" fmla="*/ 354673 h 6858000"/>
              <a:gd name="connsiteX935" fmla="*/ 333785 w 7467600"/>
              <a:gd name="connsiteY935" fmla="*/ 161564 h 6858000"/>
              <a:gd name="connsiteX936" fmla="*/ 147005 w 7467600"/>
              <a:gd name="connsiteY936" fmla="*/ 0 h 6858000"/>
              <a:gd name="connsiteX937" fmla="*/ 272509 w 7467600"/>
              <a:gd name="connsiteY937" fmla="*/ 0 h 6858000"/>
              <a:gd name="connsiteX938" fmla="*/ 326276 w 7467600"/>
              <a:gd name="connsiteY938" fmla="*/ 45847 h 6858000"/>
              <a:gd name="connsiteX939" fmla="*/ 823759 w 7467600"/>
              <a:gd name="connsiteY939" fmla="*/ 574145 h 6858000"/>
              <a:gd name="connsiteX940" fmla="*/ 811254 w 7467600"/>
              <a:gd name="connsiteY940" fmla="*/ 665546 h 6858000"/>
              <a:gd name="connsiteX941" fmla="*/ 154042 w 7467600"/>
              <a:gd name="connsiteY941" fmla="*/ 261522 h 6858000"/>
              <a:gd name="connsiteX942" fmla="*/ 13550 w 7467600"/>
              <a:gd name="connsiteY942" fmla="*/ 158423 h 6858000"/>
              <a:gd name="connsiteX943" fmla="*/ 0 w 7467600"/>
              <a:gd name="connsiteY943" fmla="*/ 146618 h 6858000"/>
              <a:gd name="connsiteX944" fmla="*/ 0 w 7467600"/>
              <a:gd name="connsiteY944" fmla="*/ 59161 h 6858000"/>
              <a:gd name="connsiteX945" fmla="*/ 45427 w 7467600"/>
              <a:gd name="connsiteY945" fmla="*/ 101078 h 6858000"/>
              <a:gd name="connsiteX946" fmla="*/ 630103 w 7467600"/>
              <a:gd name="connsiteY946" fmla="*/ 485885 h 6858000"/>
              <a:gd name="connsiteX947" fmla="*/ 532040 w 7467600"/>
              <a:gd name="connsiteY947" fmla="*/ 399359 h 6858000"/>
              <a:gd name="connsiteX948" fmla="*/ 517618 w 7467600"/>
              <a:gd name="connsiteY948" fmla="*/ 385726 h 6858000"/>
              <a:gd name="connsiteX949" fmla="*/ 285074 w 7467600"/>
              <a:gd name="connsiteY949" fmla="*/ 182755 h 6858000"/>
              <a:gd name="connsiteX950" fmla="*/ 43151 w 7467600"/>
              <a:gd name="connsiteY95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3149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1019354 w 7467600"/>
              <a:gd name="connsiteY18" fmla="*/ 6315006 h 6858000"/>
              <a:gd name="connsiteX19" fmla="*/ 441046 w 7467600"/>
              <a:gd name="connsiteY19" fmla="*/ 6691153 h 6858000"/>
              <a:gd name="connsiteX20" fmla="*/ 1019354 w 7467600"/>
              <a:gd name="connsiteY20" fmla="*/ 6315006 h 6858000"/>
              <a:gd name="connsiteX21" fmla="*/ 991680 w 7467600"/>
              <a:gd name="connsiteY21" fmla="*/ 6298413 h 6858000"/>
              <a:gd name="connsiteX22" fmla="*/ 409060 w 7467600"/>
              <a:gd name="connsiteY22" fmla="*/ 6671470 h 6858000"/>
              <a:gd name="connsiteX23" fmla="*/ 991680 w 7467600"/>
              <a:gd name="connsiteY23" fmla="*/ 6298413 h 6858000"/>
              <a:gd name="connsiteX24" fmla="*/ 103333 w 7467600"/>
              <a:gd name="connsiteY24" fmla="*/ 5699602 h 6858000"/>
              <a:gd name="connsiteX25" fmla="*/ 233938 w 7467600"/>
              <a:gd name="connsiteY25" fmla="*/ 5809416 h 6858000"/>
              <a:gd name="connsiteX26" fmla="*/ 883580 w 7467600"/>
              <a:gd name="connsiteY26" fmla="*/ 6180710 h 6858000"/>
              <a:gd name="connsiteX27" fmla="*/ 487337 w 7467600"/>
              <a:gd name="connsiteY27" fmla="*/ 5950182 h 6858000"/>
              <a:gd name="connsiteX28" fmla="*/ 354051 w 7467600"/>
              <a:gd name="connsiteY28" fmla="*/ 5854912 h 6858000"/>
              <a:gd name="connsiteX29" fmla="*/ 195436 w 7467600"/>
              <a:gd name="connsiteY29" fmla="*/ 5755068 h 6858000"/>
              <a:gd name="connsiteX30" fmla="*/ 103333 w 7467600"/>
              <a:gd name="connsiteY30" fmla="*/ 5699602 h 6858000"/>
              <a:gd name="connsiteX31" fmla="*/ 5539432 w 7467600"/>
              <a:gd name="connsiteY31" fmla="*/ 5642928 h 6858000"/>
              <a:gd name="connsiteX32" fmla="*/ 5555462 w 7467600"/>
              <a:gd name="connsiteY32" fmla="*/ 5694454 h 6858000"/>
              <a:gd name="connsiteX33" fmla="*/ 5828270 w 7467600"/>
              <a:gd name="connsiteY33" fmla="*/ 6320663 h 6858000"/>
              <a:gd name="connsiteX34" fmla="*/ 5947416 w 7467600"/>
              <a:gd name="connsiteY34" fmla="*/ 6574846 h 6858000"/>
              <a:gd name="connsiteX35" fmla="*/ 5539432 w 7467600"/>
              <a:gd name="connsiteY35" fmla="*/ 5642928 h 6858000"/>
              <a:gd name="connsiteX36" fmla="*/ 51253 w 7467600"/>
              <a:gd name="connsiteY36" fmla="*/ 5631825 h 6858000"/>
              <a:gd name="connsiteX37" fmla="*/ 211622 w 7467600"/>
              <a:gd name="connsiteY37" fmla="*/ 5728803 h 6858000"/>
              <a:gd name="connsiteX38" fmla="*/ 371652 w 7467600"/>
              <a:gd name="connsiteY38" fmla="*/ 5829062 h 6858000"/>
              <a:gd name="connsiteX39" fmla="*/ 505903 w 7467600"/>
              <a:gd name="connsiteY39" fmla="*/ 5925221 h 6858000"/>
              <a:gd name="connsiteX40" fmla="*/ 899240 w 7467600"/>
              <a:gd name="connsiteY40" fmla="*/ 6153068 h 6858000"/>
              <a:gd name="connsiteX41" fmla="*/ 988114 w 7467600"/>
              <a:gd name="connsiteY41" fmla="*/ 6174204 h 6858000"/>
              <a:gd name="connsiteX42" fmla="*/ 845971 w 7467600"/>
              <a:gd name="connsiteY42" fmla="*/ 6067177 h 6858000"/>
              <a:gd name="connsiteX43" fmla="*/ 448057 w 7467600"/>
              <a:gd name="connsiteY43" fmla="*/ 5841376 h 6858000"/>
              <a:gd name="connsiteX44" fmla="*/ 51253 w 7467600"/>
              <a:gd name="connsiteY44" fmla="*/ 5631825 h 6858000"/>
              <a:gd name="connsiteX45" fmla="*/ 2606687 w 7467600"/>
              <a:gd name="connsiteY45" fmla="*/ 5630718 h 6858000"/>
              <a:gd name="connsiteX46" fmla="*/ 2645658 w 7467600"/>
              <a:gd name="connsiteY46" fmla="*/ 6640259 h 6858000"/>
              <a:gd name="connsiteX47" fmla="*/ 2606687 w 7467600"/>
              <a:gd name="connsiteY47" fmla="*/ 5630718 h 6858000"/>
              <a:gd name="connsiteX48" fmla="*/ 3642057 w 7467600"/>
              <a:gd name="connsiteY48" fmla="*/ 5573487 h 6858000"/>
              <a:gd name="connsiteX49" fmla="*/ 3632981 w 7467600"/>
              <a:gd name="connsiteY49" fmla="*/ 5579437 h 6858000"/>
              <a:gd name="connsiteX50" fmla="*/ 3382436 w 7467600"/>
              <a:gd name="connsiteY50" fmla="*/ 5952726 h 6858000"/>
              <a:gd name="connsiteX51" fmla="*/ 3191929 w 7467600"/>
              <a:gd name="connsiteY51" fmla="*/ 6662669 h 6858000"/>
              <a:gd name="connsiteX52" fmla="*/ 3369898 w 7467600"/>
              <a:gd name="connsiteY52" fmla="*/ 6081771 h 6858000"/>
              <a:gd name="connsiteX53" fmla="*/ 3642057 w 7467600"/>
              <a:gd name="connsiteY53" fmla="*/ 5573487 h 6858000"/>
              <a:gd name="connsiteX54" fmla="*/ 2650666 w 7467600"/>
              <a:gd name="connsiteY54" fmla="*/ 5530686 h 6858000"/>
              <a:gd name="connsiteX55" fmla="*/ 2650249 w 7467600"/>
              <a:gd name="connsiteY55" fmla="*/ 5532101 h 6858000"/>
              <a:gd name="connsiteX56" fmla="*/ 2663808 w 7467600"/>
              <a:gd name="connsiteY56" fmla="*/ 6535215 h 6858000"/>
              <a:gd name="connsiteX57" fmla="*/ 2665418 w 7467600"/>
              <a:gd name="connsiteY57" fmla="*/ 6132756 h 6858000"/>
              <a:gd name="connsiteX58" fmla="*/ 2650666 w 7467600"/>
              <a:gd name="connsiteY58" fmla="*/ 5530686 h 6858000"/>
              <a:gd name="connsiteX59" fmla="*/ 2680277 w 7467600"/>
              <a:gd name="connsiteY59" fmla="*/ 5479204 h 6858000"/>
              <a:gd name="connsiteX60" fmla="*/ 2678972 w 7467600"/>
              <a:gd name="connsiteY60" fmla="*/ 5481582 h 6858000"/>
              <a:gd name="connsiteX61" fmla="*/ 2696666 w 7467600"/>
              <a:gd name="connsiteY61" fmla="*/ 6133836 h 6858000"/>
              <a:gd name="connsiteX62" fmla="*/ 2695769 w 7467600"/>
              <a:gd name="connsiteY62" fmla="*/ 6390955 h 6858000"/>
              <a:gd name="connsiteX63" fmla="*/ 2739893 w 7467600"/>
              <a:gd name="connsiteY63" fmla="*/ 6108357 h 6858000"/>
              <a:gd name="connsiteX64" fmla="*/ 2680277 w 7467600"/>
              <a:gd name="connsiteY64" fmla="*/ 5479204 h 6858000"/>
              <a:gd name="connsiteX65" fmla="*/ 1132195 w 7467600"/>
              <a:gd name="connsiteY65" fmla="*/ 5467980 h 6858000"/>
              <a:gd name="connsiteX66" fmla="*/ 1679056 w 7467600"/>
              <a:gd name="connsiteY66" fmla="*/ 5516907 h 6858000"/>
              <a:gd name="connsiteX67" fmla="*/ 2128648 w 7467600"/>
              <a:gd name="connsiteY67" fmla="*/ 5474249 h 6858000"/>
              <a:gd name="connsiteX68" fmla="*/ 1825619 w 7467600"/>
              <a:gd name="connsiteY68" fmla="*/ 5478447 h 6858000"/>
              <a:gd name="connsiteX69" fmla="*/ 1737798 w 7467600"/>
              <a:gd name="connsiteY69" fmla="*/ 5483353 h 6858000"/>
              <a:gd name="connsiteX70" fmla="*/ 1132195 w 7467600"/>
              <a:gd name="connsiteY70" fmla="*/ 5467980 h 6858000"/>
              <a:gd name="connsiteX71" fmla="*/ 1456157 w 7467600"/>
              <a:gd name="connsiteY71" fmla="*/ 5371404 h 6858000"/>
              <a:gd name="connsiteX72" fmla="*/ 1244432 w 7467600"/>
              <a:gd name="connsiteY72" fmla="*/ 5385601 h 6858000"/>
              <a:gd name="connsiteX73" fmla="*/ 973990 w 7467600"/>
              <a:gd name="connsiteY73" fmla="*/ 5424940 h 6858000"/>
              <a:gd name="connsiteX74" fmla="*/ 1103809 w 7467600"/>
              <a:gd name="connsiteY74" fmla="*/ 5433720 h 6858000"/>
              <a:gd name="connsiteX75" fmla="*/ 1123454 w 7467600"/>
              <a:gd name="connsiteY75" fmla="*/ 5435727 h 6858000"/>
              <a:gd name="connsiteX76" fmla="*/ 1737017 w 7467600"/>
              <a:gd name="connsiteY76" fmla="*/ 5452183 h 6858000"/>
              <a:gd name="connsiteX77" fmla="*/ 1824397 w 7467600"/>
              <a:gd name="connsiteY77" fmla="*/ 5447757 h 6858000"/>
              <a:gd name="connsiteX78" fmla="*/ 2070059 w 7467600"/>
              <a:gd name="connsiteY78" fmla="*/ 5441660 h 6858000"/>
              <a:gd name="connsiteX79" fmla="*/ 1456157 w 7467600"/>
              <a:gd name="connsiteY79" fmla="*/ 5371404 h 6858000"/>
              <a:gd name="connsiteX80" fmla="*/ 4988186 w 7467600"/>
              <a:gd name="connsiteY80" fmla="*/ 5216467 h 6858000"/>
              <a:gd name="connsiteX81" fmla="*/ 4777334 w 7467600"/>
              <a:gd name="connsiteY81" fmla="*/ 5406072 h 6858000"/>
              <a:gd name="connsiteX82" fmla="*/ 4718341 w 7467600"/>
              <a:gd name="connsiteY82" fmla="*/ 5468043 h 6858000"/>
              <a:gd name="connsiteX83" fmla="*/ 4604655 w 7467600"/>
              <a:gd name="connsiteY83" fmla="*/ 5583434 h 6858000"/>
              <a:gd name="connsiteX84" fmla="*/ 4565074 w 7467600"/>
              <a:gd name="connsiteY84" fmla="*/ 5618550 h 6858000"/>
              <a:gd name="connsiteX85" fmla="*/ 4988186 w 7467600"/>
              <a:gd name="connsiteY85" fmla="*/ 5216467 h 6858000"/>
              <a:gd name="connsiteX86" fmla="*/ 4978032 w 7467600"/>
              <a:gd name="connsiteY86" fmla="*/ 5183809 h 6858000"/>
              <a:gd name="connsiteX87" fmla="*/ 4463413 w 7467600"/>
              <a:gd name="connsiteY87" fmla="*/ 5615162 h 6858000"/>
              <a:gd name="connsiteX88" fmla="*/ 4358134 w 7467600"/>
              <a:gd name="connsiteY88" fmla="*/ 5742791 h 6858000"/>
              <a:gd name="connsiteX89" fmla="*/ 4376219 w 7467600"/>
              <a:gd name="connsiteY89" fmla="*/ 5729027 h 6858000"/>
              <a:gd name="connsiteX90" fmla="*/ 4582340 w 7467600"/>
              <a:gd name="connsiteY90" fmla="*/ 5561037 h 6858000"/>
              <a:gd name="connsiteX91" fmla="*/ 4694684 w 7467600"/>
              <a:gd name="connsiteY91" fmla="*/ 5447098 h 6858000"/>
              <a:gd name="connsiteX92" fmla="*/ 4754123 w 7467600"/>
              <a:gd name="connsiteY92" fmla="*/ 5384643 h 6858000"/>
              <a:gd name="connsiteX93" fmla="*/ 4978032 w 7467600"/>
              <a:gd name="connsiteY93" fmla="*/ 5183809 h 6858000"/>
              <a:gd name="connsiteX94" fmla="*/ 1903353 w 7467600"/>
              <a:gd name="connsiteY94" fmla="*/ 5044827 h 6858000"/>
              <a:gd name="connsiteX95" fmla="*/ 1936931 w 7467600"/>
              <a:gd name="connsiteY95" fmla="*/ 5093954 h 6858000"/>
              <a:gd name="connsiteX96" fmla="*/ 2195868 w 7467600"/>
              <a:gd name="connsiteY96" fmla="*/ 5396574 h 6858000"/>
              <a:gd name="connsiteX97" fmla="*/ 2088852 w 7467600"/>
              <a:gd name="connsiteY97" fmla="*/ 5166123 h 6858000"/>
              <a:gd name="connsiteX98" fmla="*/ 1958241 w 7467600"/>
              <a:gd name="connsiteY98" fmla="*/ 5067955 h 6858000"/>
              <a:gd name="connsiteX99" fmla="*/ 1903353 w 7467600"/>
              <a:gd name="connsiteY99" fmla="*/ 5044827 h 6858000"/>
              <a:gd name="connsiteX100" fmla="*/ 1979378 w 7467600"/>
              <a:gd name="connsiteY100" fmla="*/ 4769504 h 6858000"/>
              <a:gd name="connsiteX101" fmla="*/ 2882120 w 7467600"/>
              <a:gd name="connsiteY101" fmla="*/ 5064547 h 6858000"/>
              <a:gd name="connsiteX102" fmla="*/ 2793103 w 7467600"/>
              <a:gd name="connsiteY102" fmla="*/ 5039699 h 6858000"/>
              <a:gd name="connsiteX103" fmla="*/ 2770041 w 7467600"/>
              <a:gd name="connsiteY103" fmla="*/ 5033634 h 6858000"/>
              <a:gd name="connsiteX104" fmla="*/ 1979378 w 7467600"/>
              <a:gd name="connsiteY104" fmla="*/ 4769504 h 6858000"/>
              <a:gd name="connsiteX105" fmla="*/ 1927410 w 7467600"/>
              <a:gd name="connsiteY105" fmla="*/ 4716164 h 6858000"/>
              <a:gd name="connsiteX106" fmla="*/ 1959587 w 7467600"/>
              <a:gd name="connsiteY106" fmla="*/ 4728849 h 6858000"/>
              <a:gd name="connsiteX107" fmla="*/ 2777707 w 7467600"/>
              <a:gd name="connsiteY107" fmla="*/ 5003991 h 6858000"/>
              <a:gd name="connsiteX108" fmla="*/ 2800768 w 7467600"/>
              <a:gd name="connsiteY108" fmla="*/ 5010056 h 6858000"/>
              <a:gd name="connsiteX109" fmla="*/ 2879408 w 7467600"/>
              <a:gd name="connsiteY109" fmla="*/ 5031590 h 6858000"/>
              <a:gd name="connsiteX110" fmla="*/ 2862295 w 7467600"/>
              <a:gd name="connsiteY110" fmla="*/ 5022958 h 6858000"/>
              <a:gd name="connsiteX111" fmla="*/ 2813343 w 7467600"/>
              <a:gd name="connsiteY111" fmla="*/ 4998369 h 6858000"/>
              <a:gd name="connsiteX112" fmla="*/ 2646245 w 7467600"/>
              <a:gd name="connsiteY112" fmla="*/ 4930999 h 6858000"/>
              <a:gd name="connsiteX113" fmla="*/ 1999243 w 7467600"/>
              <a:gd name="connsiteY113" fmla="*/ 4730524 h 6858000"/>
              <a:gd name="connsiteX114" fmla="*/ 1979527 w 7467600"/>
              <a:gd name="connsiteY114" fmla="*/ 4726651 h 6858000"/>
              <a:gd name="connsiteX115" fmla="*/ 1927410 w 7467600"/>
              <a:gd name="connsiteY115" fmla="*/ 4716164 h 6858000"/>
              <a:gd name="connsiteX116" fmla="*/ 1997014 w 7467600"/>
              <a:gd name="connsiteY116" fmla="*/ 4698007 h 6858000"/>
              <a:gd name="connsiteX117" fmla="*/ 2005458 w 7467600"/>
              <a:gd name="connsiteY117" fmla="*/ 4699540 h 6858000"/>
              <a:gd name="connsiteX118" fmla="*/ 2657186 w 7467600"/>
              <a:gd name="connsiteY118" fmla="*/ 4901687 h 6858000"/>
              <a:gd name="connsiteX119" fmla="*/ 2826662 w 7467600"/>
              <a:gd name="connsiteY119" fmla="*/ 4970362 h 6858000"/>
              <a:gd name="connsiteX120" fmla="*/ 2876100 w 7467600"/>
              <a:gd name="connsiteY120" fmla="*/ 4995397 h 6858000"/>
              <a:gd name="connsiteX121" fmla="*/ 3042600 w 7467600"/>
              <a:gd name="connsiteY121" fmla="*/ 5059532 h 6858000"/>
              <a:gd name="connsiteX122" fmla="*/ 1997014 w 7467600"/>
              <a:gd name="connsiteY122" fmla="*/ 4698007 h 6858000"/>
              <a:gd name="connsiteX123" fmla="*/ 2305292 w 7467600"/>
              <a:gd name="connsiteY123" fmla="*/ 4219492 h 6858000"/>
              <a:gd name="connsiteX124" fmla="*/ 3360922 w 7467600"/>
              <a:gd name="connsiteY124" fmla="*/ 4529373 h 6858000"/>
              <a:gd name="connsiteX125" fmla="*/ 3492420 w 7467600"/>
              <a:gd name="connsiteY125" fmla="*/ 4510145 h 6858000"/>
              <a:gd name="connsiteX126" fmla="*/ 3364086 w 7467600"/>
              <a:gd name="connsiteY126" fmla="*/ 4480340 h 6858000"/>
              <a:gd name="connsiteX127" fmla="*/ 3225818 w 7467600"/>
              <a:gd name="connsiteY127" fmla="*/ 4411822 h 6858000"/>
              <a:gd name="connsiteX128" fmla="*/ 3129696 w 7467600"/>
              <a:gd name="connsiteY128" fmla="*/ 4360704 h 6858000"/>
              <a:gd name="connsiteX129" fmla="*/ 2814545 w 7467600"/>
              <a:gd name="connsiteY129" fmla="*/ 4282955 h 6858000"/>
              <a:gd name="connsiteX130" fmla="*/ 2305292 w 7467600"/>
              <a:gd name="connsiteY130" fmla="*/ 4219492 h 6858000"/>
              <a:gd name="connsiteX131" fmla="*/ 2626982 w 7467600"/>
              <a:gd name="connsiteY131" fmla="*/ 4206450 h 6858000"/>
              <a:gd name="connsiteX132" fmla="*/ 2490617 w 7467600"/>
              <a:gd name="connsiteY132" fmla="*/ 4206951 h 6858000"/>
              <a:gd name="connsiteX133" fmla="*/ 2819869 w 7467600"/>
              <a:gd name="connsiteY133" fmla="*/ 4252936 h 6858000"/>
              <a:gd name="connsiteX134" fmla="*/ 3143018 w 7467600"/>
              <a:gd name="connsiteY134" fmla="*/ 4332698 h 6858000"/>
              <a:gd name="connsiteX135" fmla="*/ 3241520 w 7467600"/>
              <a:gd name="connsiteY135" fmla="*/ 4385112 h 6858000"/>
              <a:gd name="connsiteX136" fmla="*/ 3374575 w 7467600"/>
              <a:gd name="connsiteY136" fmla="*/ 4451517 h 6858000"/>
              <a:gd name="connsiteX137" fmla="*/ 3505221 w 7467600"/>
              <a:gd name="connsiteY137" fmla="*/ 4480757 h 6858000"/>
              <a:gd name="connsiteX138" fmla="*/ 2626982 w 7467600"/>
              <a:gd name="connsiteY138" fmla="*/ 4206450 h 6858000"/>
              <a:gd name="connsiteX139" fmla="*/ 1310106 w 7467600"/>
              <a:gd name="connsiteY139" fmla="*/ 3943217 h 6858000"/>
              <a:gd name="connsiteX140" fmla="*/ 854994 w 7467600"/>
              <a:gd name="connsiteY140" fmla="*/ 4399136 h 6858000"/>
              <a:gd name="connsiteX141" fmla="*/ 742462 w 7467600"/>
              <a:gd name="connsiteY141" fmla="*/ 4594648 h 6858000"/>
              <a:gd name="connsiteX142" fmla="*/ 820602 w 7467600"/>
              <a:gd name="connsiteY142" fmla="*/ 4485915 h 6858000"/>
              <a:gd name="connsiteX143" fmla="*/ 878295 w 7467600"/>
              <a:gd name="connsiteY143" fmla="*/ 4403594 h 6858000"/>
              <a:gd name="connsiteX144" fmla="*/ 1240607 w 7467600"/>
              <a:gd name="connsiteY144" fmla="*/ 4010401 h 6858000"/>
              <a:gd name="connsiteX145" fmla="*/ 1310106 w 7467600"/>
              <a:gd name="connsiteY145" fmla="*/ 3943217 h 6858000"/>
              <a:gd name="connsiteX146" fmla="*/ 1423113 w 7467600"/>
              <a:gd name="connsiteY146" fmla="*/ 3874565 h 6858000"/>
              <a:gd name="connsiteX147" fmla="*/ 1260565 w 7467600"/>
              <a:gd name="connsiteY147" fmla="*/ 4031982 h 6858000"/>
              <a:gd name="connsiteX148" fmla="*/ 901900 w 7467600"/>
              <a:gd name="connsiteY148" fmla="*/ 4421236 h 6858000"/>
              <a:gd name="connsiteX149" fmla="*/ 845044 w 7467600"/>
              <a:gd name="connsiteY149" fmla="*/ 4502436 h 6858000"/>
              <a:gd name="connsiteX150" fmla="*/ 685926 w 7467600"/>
              <a:gd name="connsiteY150" fmla="*/ 4703069 h 6858000"/>
              <a:gd name="connsiteX151" fmla="*/ 684248 w 7467600"/>
              <a:gd name="connsiteY151" fmla="*/ 4706721 h 6858000"/>
              <a:gd name="connsiteX152" fmla="*/ 1423113 w 7467600"/>
              <a:gd name="connsiteY152" fmla="*/ 3874565 h 6858000"/>
              <a:gd name="connsiteX153" fmla="*/ 3316479 w 7467600"/>
              <a:gd name="connsiteY153" fmla="*/ 3872136 h 6858000"/>
              <a:gd name="connsiteX154" fmla="*/ 3546806 w 7467600"/>
              <a:gd name="connsiteY154" fmla="*/ 4356139 h 6858000"/>
              <a:gd name="connsiteX155" fmla="*/ 3364433 w 7467600"/>
              <a:gd name="connsiteY155" fmla="*/ 3953121 h 6858000"/>
              <a:gd name="connsiteX156" fmla="*/ 3316479 w 7467600"/>
              <a:gd name="connsiteY156" fmla="*/ 3872136 h 6858000"/>
              <a:gd name="connsiteX157" fmla="*/ 3291335 w 7467600"/>
              <a:gd name="connsiteY157" fmla="*/ 3767420 h 6858000"/>
              <a:gd name="connsiteX158" fmla="*/ 3390805 w 7467600"/>
              <a:gd name="connsiteY158" fmla="*/ 3937163 h 6858000"/>
              <a:gd name="connsiteX159" fmla="*/ 3579062 w 7467600"/>
              <a:gd name="connsiteY159" fmla="*/ 4359040 h 6858000"/>
              <a:gd name="connsiteX160" fmla="*/ 3467355 w 7467600"/>
              <a:gd name="connsiteY160" fmla="*/ 3988130 h 6858000"/>
              <a:gd name="connsiteX161" fmla="*/ 3310753 w 7467600"/>
              <a:gd name="connsiteY161" fmla="*/ 3787140 h 6858000"/>
              <a:gd name="connsiteX162" fmla="*/ 3291335 w 7467600"/>
              <a:gd name="connsiteY162" fmla="*/ 3767420 h 6858000"/>
              <a:gd name="connsiteX163" fmla="*/ 1635889 w 7467600"/>
              <a:gd name="connsiteY163" fmla="*/ 3709494 h 6858000"/>
              <a:gd name="connsiteX164" fmla="*/ 1634800 w 7467600"/>
              <a:gd name="connsiteY164" fmla="*/ 3731111 h 6858000"/>
              <a:gd name="connsiteX165" fmla="*/ 1635889 w 7467600"/>
              <a:gd name="connsiteY165" fmla="*/ 3709494 h 6858000"/>
              <a:gd name="connsiteX166" fmla="*/ 1510397 w 7467600"/>
              <a:gd name="connsiteY166" fmla="*/ 3684705 h 6858000"/>
              <a:gd name="connsiteX167" fmla="*/ 1146550 w 7467600"/>
              <a:gd name="connsiteY167" fmla="*/ 3802012 h 6858000"/>
              <a:gd name="connsiteX168" fmla="*/ 698834 w 7467600"/>
              <a:gd name="connsiteY168" fmla="*/ 3952272 h 6858000"/>
              <a:gd name="connsiteX169" fmla="*/ 34256 w 7467600"/>
              <a:gd name="connsiteY169" fmla="*/ 4347603 h 6858000"/>
              <a:gd name="connsiteX170" fmla="*/ 527241 w 7467600"/>
              <a:gd name="connsiteY170" fmla="*/ 4065078 h 6858000"/>
              <a:gd name="connsiteX171" fmla="*/ 1510397 w 7467600"/>
              <a:gd name="connsiteY171" fmla="*/ 3684705 h 6858000"/>
              <a:gd name="connsiteX172" fmla="*/ 1313114 w 7467600"/>
              <a:gd name="connsiteY172" fmla="*/ 3655216 h 6858000"/>
              <a:gd name="connsiteX173" fmla="*/ 1109304 w 7467600"/>
              <a:gd name="connsiteY173" fmla="*/ 3669030 h 6858000"/>
              <a:gd name="connsiteX174" fmla="*/ 8129 w 7467600"/>
              <a:gd name="connsiteY174" fmla="*/ 4330519 h 6858000"/>
              <a:gd name="connsiteX175" fmla="*/ 687572 w 7467600"/>
              <a:gd name="connsiteY175" fmla="*/ 3925629 h 6858000"/>
              <a:gd name="connsiteX176" fmla="*/ 1138365 w 7467600"/>
              <a:gd name="connsiteY176" fmla="*/ 3774515 h 6858000"/>
              <a:gd name="connsiteX177" fmla="*/ 1505579 w 7467600"/>
              <a:gd name="connsiteY177" fmla="*/ 3655526 h 6858000"/>
              <a:gd name="connsiteX178" fmla="*/ 1313114 w 7467600"/>
              <a:gd name="connsiteY178" fmla="*/ 3655216 h 6858000"/>
              <a:gd name="connsiteX179" fmla="*/ 3655073 w 7467600"/>
              <a:gd name="connsiteY179" fmla="*/ 3650884 h 6858000"/>
              <a:gd name="connsiteX180" fmla="*/ 3989938 w 7467600"/>
              <a:gd name="connsiteY180" fmla="*/ 3991685 h 6858000"/>
              <a:gd name="connsiteX181" fmla="*/ 4393907 w 7467600"/>
              <a:gd name="connsiteY181" fmla="*/ 4261258 h 6858000"/>
              <a:gd name="connsiteX182" fmla="*/ 4648051 w 7467600"/>
              <a:gd name="connsiteY182" fmla="*/ 4374051 h 6858000"/>
              <a:gd name="connsiteX183" fmla="*/ 4383389 w 7467600"/>
              <a:gd name="connsiteY183" fmla="*/ 4184369 h 6858000"/>
              <a:gd name="connsiteX184" fmla="*/ 4165508 w 7467600"/>
              <a:gd name="connsiteY184" fmla="*/ 4035196 h 6858000"/>
              <a:gd name="connsiteX185" fmla="*/ 4068162 w 7467600"/>
              <a:gd name="connsiteY185" fmla="*/ 3953394 h 6858000"/>
              <a:gd name="connsiteX186" fmla="*/ 3981416 w 7467600"/>
              <a:gd name="connsiteY186" fmla="*/ 3880482 h 6858000"/>
              <a:gd name="connsiteX187" fmla="*/ 3800147 w 7467600"/>
              <a:gd name="connsiteY187" fmla="*/ 3749872 h 6858000"/>
              <a:gd name="connsiteX188" fmla="*/ 3655073 w 7467600"/>
              <a:gd name="connsiteY188" fmla="*/ 3650884 h 6858000"/>
              <a:gd name="connsiteX189" fmla="*/ 3670252 w 7467600"/>
              <a:gd name="connsiteY189" fmla="*/ 3622798 h 6858000"/>
              <a:gd name="connsiteX190" fmla="*/ 3817258 w 7467600"/>
              <a:gd name="connsiteY190" fmla="*/ 3723577 h 6858000"/>
              <a:gd name="connsiteX191" fmla="*/ 4000461 w 7467600"/>
              <a:gd name="connsiteY191" fmla="*/ 3855966 h 6858000"/>
              <a:gd name="connsiteX192" fmla="*/ 4088180 w 7467600"/>
              <a:gd name="connsiteY192" fmla="*/ 3929774 h 6858000"/>
              <a:gd name="connsiteX193" fmla="*/ 4184555 w 7467600"/>
              <a:gd name="connsiteY193" fmla="*/ 4010683 h 6858000"/>
              <a:gd name="connsiteX194" fmla="*/ 4399563 w 7467600"/>
              <a:gd name="connsiteY194" fmla="*/ 4158106 h 6858000"/>
              <a:gd name="connsiteX195" fmla="*/ 4684469 w 7467600"/>
              <a:gd name="connsiteY195" fmla="*/ 4364680 h 6858000"/>
              <a:gd name="connsiteX196" fmla="*/ 4690271 w 7467600"/>
              <a:gd name="connsiteY196" fmla="*/ 4370034 h 6858000"/>
              <a:gd name="connsiteX197" fmla="*/ 4136093 w 7467600"/>
              <a:gd name="connsiteY197" fmla="*/ 3858466 h 6858000"/>
              <a:gd name="connsiteX198" fmla="*/ 3670252 w 7467600"/>
              <a:gd name="connsiteY198" fmla="*/ 3622798 h 6858000"/>
              <a:gd name="connsiteX199" fmla="*/ 4440129 w 7467600"/>
              <a:gd name="connsiteY199" fmla="*/ 3448571 h 6858000"/>
              <a:gd name="connsiteX200" fmla="*/ 4856525 w 7467600"/>
              <a:gd name="connsiteY200" fmla="*/ 3915351 h 6858000"/>
              <a:gd name="connsiteX201" fmla="*/ 5059055 w 7467600"/>
              <a:gd name="connsiteY201" fmla="*/ 4108918 h 6858000"/>
              <a:gd name="connsiteX202" fmla="*/ 5290070 w 7467600"/>
              <a:gd name="connsiteY202" fmla="*/ 4263619 h 6858000"/>
              <a:gd name="connsiteX203" fmla="*/ 4834991 w 7467600"/>
              <a:gd name="connsiteY203" fmla="*/ 3830985 h 6858000"/>
              <a:gd name="connsiteX204" fmla="*/ 4440129 w 7467600"/>
              <a:gd name="connsiteY204" fmla="*/ 3448571 h 6858000"/>
              <a:gd name="connsiteX205" fmla="*/ 4441737 w 7467600"/>
              <a:gd name="connsiteY205" fmla="*/ 3399734 h 6858000"/>
              <a:gd name="connsiteX206" fmla="*/ 4431236 w 7467600"/>
              <a:gd name="connsiteY206" fmla="*/ 3400954 h 6858000"/>
              <a:gd name="connsiteX207" fmla="*/ 4557150 w 7467600"/>
              <a:gd name="connsiteY207" fmla="*/ 3510023 h 6858000"/>
              <a:gd name="connsiteX208" fmla="*/ 4856936 w 7467600"/>
              <a:gd name="connsiteY208" fmla="*/ 3809146 h 6858000"/>
              <a:gd name="connsiteX209" fmla="*/ 5111996 w 7467600"/>
              <a:gd name="connsiteY209" fmla="*/ 4065759 h 6858000"/>
              <a:gd name="connsiteX210" fmla="*/ 5388878 w 7467600"/>
              <a:gd name="connsiteY210" fmla="*/ 4300185 h 6858000"/>
              <a:gd name="connsiteX211" fmla="*/ 5425556 w 7467600"/>
              <a:gd name="connsiteY211" fmla="*/ 4308967 h 6858000"/>
              <a:gd name="connsiteX212" fmla="*/ 4943646 w 7467600"/>
              <a:gd name="connsiteY212" fmla="*/ 3822916 h 6858000"/>
              <a:gd name="connsiteX213" fmla="*/ 4594837 w 7467600"/>
              <a:gd name="connsiteY213" fmla="*/ 3532274 h 6858000"/>
              <a:gd name="connsiteX214" fmla="*/ 4441737 w 7467600"/>
              <a:gd name="connsiteY214" fmla="*/ 3399734 h 6858000"/>
              <a:gd name="connsiteX215" fmla="*/ 5425834 w 7467600"/>
              <a:gd name="connsiteY215" fmla="*/ 3162785 h 6858000"/>
              <a:gd name="connsiteX216" fmla="*/ 5401644 w 7467600"/>
              <a:gd name="connsiteY216" fmla="*/ 3617847 h 6858000"/>
              <a:gd name="connsiteX217" fmla="*/ 5467256 w 7467600"/>
              <a:gd name="connsiteY217" fmla="*/ 4175494 h 6858000"/>
              <a:gd name="connsiteX218" fmla="*/ 5448069 w 7467600"/>
              <a:gd name="connsiteY218" fmla="*/ 3567554 h 6858000"/>
              <a:gd name="connsiteX219" fmla="*/ 5425834 w 7467600"/>
              <a:gd name="connsiteY219" fmla="*/ 3162785 h 6858000"/>
              <a:gd name="connsiteX220" fmla="*/ 1318687 w 7467600"/>
              <a:gd name="connsiteY220" fmla="*/ 3113840 h 6858000"/>
              <a:gd name="connsiteX221" fmla="*/ 1066793 w 7467600"/>
              <a:gd name="connsiteY221" fmla="*/ 3212171 h 6858000"/>
              <a:gd name="connsiteX222" fmla="*/ 993319 w 7467600"/>
              <a:gd name="connsiteY222" fmla="*/ 3247648 h 6858000"/>
              <a:gd name="connsiteX223" fmla="*/ 853081 w 7467600"/>
              <a:gd name="connsiteY223" fmla="*/ 3312410 h 6858000"/>
              <a:gd name="connsiteX224" fmla="*/ 805957 w 7467600"/>
              <a:gd name="connsiteY224" fmla="*/ 3330443 h 6858000"/>
              <a:gd name="connsiteX225" fmla="*/ 1318687 w 7467600"/>
              <a:gd name="connsiteY225" fmla="*/ 3113840 h 6858000"/>
              <a:gd name="connsiteX226" fmla="*/ 5453702 w 7467600"/>
              <a:gd name="connsiteY226" fmla="*/ 3090882 h 6858000"/>
              <a:gd name="connsiteX227" fmla="*/ 5480135 w 7467600"/>
              <a:gd name="connsiteY227" fmla="*/ 3565802 h 6858000"/>
              <a:gd name="connsiteX228" fmla="*/ 5499023 w 7467600"/>
              <a:gd name="connsiteY228" fmla="*/ 4166310 h 6858000"/>
              <a:gd name="connsiteX229" fmla="*/ 5547022 w 7467600"/>
              <a:gd name="connsiteY229" fmla="*/ 3607838 h 6858000"/>
              <a:gd name="connsiteX230" fmla="*/ 5515964 w 7467600"/>
              <a:gd name="connsiteY230" fmla="*/ 3378541 h 6858000"/>
              <a:gd name="connsiteX231" fmla="*/ 5453702 w 7467600"/>
              <a:gd name="connsiteY231" fmla="*/ 3090882 h 6858000"/>
              <a:gd name="connsiteX232" fmla="*/ 1238695 w 7467600"/>
              <a:gd name="connsiteY232" fmla="*/ 3076820 h 6858000"/>
              <a:gd name="connsiteX233" fmla="*/ 716371 w 7467600"/>
              <a:gd name="connsiteY233" fmla="*/ 3293249 h 6858000"/>
              <a:gd name="connsiteX234" fmla="*/ 579522 w 7467600"/>
              <a:gd name="connsiteY234" fmla="*/ 3371759 h 6858000"/>
              <a:gd name="connsiteX235" fmla="*/ 600288 w 7467600"/>
              <a:gd name="connsiteY235" fmla="*/ 3365555 h 6858000"/>
              <a:gd name="connsiteX236" fmla="*/ 840692 w 7467600"/>
              <a:gd name="connsiteY236" fmla="*/ 3284921 h 6858000"/>
              <a:gd name="connsiteX237" fmla="*/ 979248 w 7467600"/>
              <a:gd name="connsiteY237" fmla="*/ 3221003 h 6858000"/>
              <a:gd name="connsiteX238" fmla="*/ 1053282 w 7467600"/>
              <a:gd name="connsiteY238" fmla="*/ 3185247 h 6858000"/>
              <a:gd name="connsiteX239" fmla="*/ 1320603 w 7467600"/>
              <a:gd name="connsiteY239" fmla="*/ 3081281 h 6858000"/>
              <a:gd name="connsiteX240" fmla="*/ 1238695 w 7467600"/>
              <a:gd name="connsiteY240" fmla="*/ 3076820 h 6858000"/>
              <a:gd name="connsiteX241" fmla="*/ 5425627 w 7467600"/>
              <a:gd name="connsiteY241" fmla="*/ 2954192 h 6858000"/>
              <a:gd name="connsiteX242" fmla="*/ 5470770 w 7467600"/>
              <a:gd name="connsiteY242" fmla="*/ 3005435 h 6858000"/>
              <a:gd name="connsiteX243" fmla="*/ 5519779 w 7467600"/>
              <a:gd name="connsiteY243" fmla="*/ 4359223 h 6858000"/>
              <a:gd name="connsiteX244" fmla="*/ 5520293 w 7467600"/>
              <a:gd name="connsiteY244" fmla="*/ 4360602 h 6858000"/>
              <a:gd name="connsiteX245" fmla="*/ 5767221 w 7467600"/>
              <a:gd name="connsiteY245" fmla="*/ 4665564 h 6858000"/>
              <a:gd name="connsiteX246" fmla="*/ 6937169 w 7467600"/>
              <a:gd name="connsiteY246" fmla="*/ 4815941 h 6858000"/>
              <a:gd name="connsiteX247" fmla="*/ 6953922 w 7467600"/>
              <a:gd name="connsiteY247" fmla="*/ 4890068 h 6858000"/>
              <a:gd name="connsiteX248" fmla="*/ 6071359 w 7467600"/>
              <a:gd name="connsiteY248" fmla="*/ 4770770 h 6858000"/>
              <a:gd name="connsiteX249" fmla="*/ 6038839 w 7467600"/>
              <a:gd name="connsiteY249" fmla="*/ 4764474 h 6858000"/>
              <a:gd name="connsiteX250" fmla="*/ 6038706 w 7467600"/>
              <a:gd name="connsiteY250" fmla="*/ 4763847 h 6858000"/>
              <a:gd name="connsiteX251" fmla="*/ 6037784 w 7467600"/>
              <a:gd name="connsiteY251" fmla="*/ 4764270 h 6858000"/>
              <a:gd name="connsiteX252" fmla="*/ 6038839 w 7467600"/>
              <a:gd name="connsiteY252" fmla="*/ 4764474 h 6858000"/>
              <a:gd name="connsiteX253" fmla="*/ 6040338 w 7467600"/>
              <a:gd name="connsiteY253" fmla="*/ 4771418 h 6858000"/>
              <a:gd name="connsiteX254" fmla="*/ 6024488 w 7467600"/>
              <a:gd name="connsiteY254" fmla="*/ 4809903 h 6858000"/>
              <a:gd name="connsiteX255" fmla="*/ 5599771 w 7467600"/>
              <a:gd name="connsiteY255" fmla="*/ 5509652 h 6858000"/>
              <a:gd name="connsiteX256" fmla="*/ 5548843 w 7467600"/>
              <a:gd name="connsiteY256" fmla="*/ 5563845 h 6858000"/>
              <a:gd name="connsiteX257" fmla="*/ 5940952 w 7467600"/>
              <a:gd name="connsiteY257" fmla="*/ 6250028 h 6858000"/>
              <a:gd name="connsiteX258" fmla="*/ 6043441 w 7467600"/>
              <a:gd name="connsiteY258" fmla="*/ 6665847 h 6858000"/>
              <a:gd name="connsiteX259" fmla="*/ 6093432 w 7467600"/>
              <a:gd name="connsiteY259" fmla="*/ 6858000 h 6858000"/>
              <a:gd name="connsiteX260" fmla="*/ 6034344 w 7467600"/>
              <a:gd name="connsiteY260" fmla="*/ 6858000 h 6858000"/>
              <a:gd name="connsiteX261" fmla="*/ 6026679 w 7467600"/>
              <a:gd name="connsiteY261" fmla="*/ 6836959 h 6858000"/>
              <a:gd name="connsiteX262" fmla="*/ 5800441 w 7467600"/>
              <a:gd name="connsiteY262" fmla="*/ 6335286 h 6858000"/>
              <a:gd name="connsiteX263" fmla="*/ 5526562 w 7467600"/>
              <a:gd name="connsiteY263" fmla="*/ 5705388 h 6858000"/>
              <a:gd name="connsiteX264" fmla="*/ 5519640 w 7467600"/>
              <a:gd name="connsiteY264" fmla="*/ 5683774 h 6858000"/>
              <a:gd name="connsiteX265" fmla="*/ 5844559 w 7467600"/>
              <a:gd name="connsiteY265" fmla="*/ 6553349 h 6858000"/>
              <a:gd name="connsiteX266" fmla="*/ 5975994 w 7467600"/>
              <a:gd name="connsiteY266" fmla="*/ 6858000 h 6858000"/>
              <a:gd name="connsiteX267" fmla="*/ 5898547 w 7467600"/>
              <a:gd name="connsiteY267" fmla="*/ 6858000 h 6858000"/>
              <a:gd name="connsiteX268" fmla="*/ 5682041 w 7467600"/>
              <a:gd name="connsiteY268" fmla="*/ 6355860 h 6858000"/>
              <a:gd name="connsiteX269" fmla="*/ 5461758 w 7467600"/>
              <a:gd name="connsiteY269" fmla="*/ 5820220 h 6858000"/>
              <a:gd name="connsiteX270" fmla="*/ 5237282 w 7467600"/>
              <a:gd name="connsiteY270" fmla="*/ 6579086 h 6858000"/>
              <a:gd name="connsiteX271" fmla="*/ 5115009 w 7467600"/>
              <a:gd name="connsiteY271" fmla="*/ 6858000 h 6858000"/>
              <a:gd name="connsiteX272" fmla="*/ 5028074 w 7467600"/>
              <a:gd name="connsiteY272" fmla="*/ 6858000 h 6858000"/>
              <a:gd name="connsiteX273" fmla="*/ 5079508 w 7467600"/>
              <a:gd name="connsiteY273" fmla="*/ 6749074 h 6858000"/>
              <a:gd name="connsiteX274" fmla="*/ 5371846 w 7467600"/>
              <a:gd name="connsiteY274" fmla="*/ 5924413 h 6858000"/>
              <a:gd name="connsiteX275" fmla="*/ 5270512 w 7467600"/>
              <a:gd name="connsiteY275" fmla="*/ 6138975 h 6858000"/>
              <a:gd name="connsiteX276" fmla="*/ 5062409 w 7467600"/>
              <a:gd name="connsiteY276" fmla="*/ 6653544 h 6858000"/>
              <a:gd name="connsiteX277" fmla="*/ 5036628 w 7467600"/>
              <a:gd name="connsiteY277" fmla="*/ 6754247 h 6858000"/>
              <a:gd name="connsiteX278" fmla="*/ 5009112 w 7467600"/>
              <a:gd name="connsiteY278" fmla="*/ 6858000 h 6858000"/>
              <a:gd name="connsiteX279" fmla="*/ 4976679 w 7467600"/>
              <a:gd name="connsiteY279" fmla="*/ 6858000 h 6858000"/>
              <a:gd name="connsiteX280" fmla="*/ 5006537 w 7467600"/>
              <a:gd name="connsiteY280" fmla="*/ 6747068 h 6858000"/>
              <a:gd name="connsiteX281" fmla="*/ 5032723 w 7467600"/>
              <a:gd name="connsiteY281" fmla="*/ 6644957 h 6858000"/>
              <a:gd name="connsiteX282" fmla="*/ 5242949 w 7467600"/>
              <a:gd name="connsiteY282" fmla="*/ 6125175 h 6858000"/>
              <a:gd name="connsiteX283" fmla="*/ 5286321 w 7467600"/>
              <a:gd name="connsiteY283" fmla="*/ 6033555 h 6858000"/>
              <a:gd name="connsiteX284" fmla="*/ 5008210 w 7467600"/>
              <a:gd name="connsiteY284" fmla="*/ 6649194 h 6858000"/>
              <a:gd name="connsiteX285" fmla="*/ 4986321 w 7467600"/>
              <a:gd name="connsiteY285" fmla="*/ 6765687 h 6858000"/>
              <a:gd name="connsiteX286" fmla="*/ 4973474 w 7467600"/>
              <a:gd name="connsiteY286" fmla="*/ 6858000 h 6858000"/>
              <a:gd name="connsiteX287" fmla="*/ 4907178 w 7467600"/>
              <a:gd name="connsiteY287" fmla="*/ 6858000 h 6858000"/>
              <a:gd name="connsiteX288" fmla="*/ 4910810 w 7467600"/>
              <a:gd name="connsiteY288" fmla="*/ 6829660 h 6858000"/>
              <a:gd name="connsiteX289" fmla="*/ 4987461 w 7467600"/>
              <a:gd name="connsiteY289" fmla="*/ 6432994 h 6858000"/>
              <a:gd name="connsiteX290" fmla="*/ 5179262 w 7467600"/>
              <a:gd name="connsiteY290" fmla="*/ 6035044 h 6858000"/>
              <a:gd name="connsiteX291" fmla="*/ 4689678 w 7467600"/>
              <a:gd name="connsiteY291" fmla="*/ 6440241 h 6858000"/>
              <a:gd name="connsiteX292" fmla="*/ 4477543 w 7467600"/>
              <a:gd name="connsiteY292" fmla="*/ 6674836 h 6858000"/>
              <a:gd name="connsiteX293" fmla="*/ 4329957 w 7467600"/>
              <a:gd name="connsiteY293" fmla="*/ 6858000 h 6858000"/>
              <a:gd name="connsiteX294" fmla="*/ 4218595 w 7467600"/>
              <a:gd name="connsiteY294" fmla="*/ 6858000 h 6858000"/>
              <a:gd name="connsiteX295" fmla="*/ 4368888 w 7467600"/>
              <a:gd name="connsiteY295" fmla="*/ 6668412 h 6858000"/>
              <a:gd name="connsiteX296" fmla="*/ 4563091 w 7467600"/>
              <a:gd name="connsiteY296" fmla="*/ 6442508 h 6858000"/>
              <a:gd name="connsiteX297" fmla="*/ 5387324 w 7467600"/>
              <a:gd name="connsiteY297" fmla="*/ 5705830 h 6858000"/>
              <a:gd name="connsiteX298" fmla="*/ 5073620 w 7467600"/>
              <a:gd name="connsiteY298" fmla="*/ 5955437 h 6858000"/>
              <a:gd name="connsiteX299" fmla="*/ 4689789 w 7467600"/>
              <a:gd name="connsiteY299" fmla="*/ 6268382 h 6858000"/>
              <a:gd name="connsiteX300" fmla="*/ 4418722 w 7467600"/>
              <a:gd name="connsiteY300" fmla="*/ 6570886 h 6858000"/>
              <a:gd name="connsiteX301" fmla="*/ 4214944 w 7467600"/>
              <a:gd name="connsiteY301" fmla="*/ 6858000 h 6858000"/>
              <a:gd name="connsiteX302" fmla="*/ 4177898 w 7467600"/>
              <a:gd name="connsiteY302" fmla="*/ 6858000 h 6858000"/>
              <a:gd name="connsiteX303" fmla="*/ 4391597 w 7467600"/>
              <a:gd name="connsiteY303" fmla="*/ 6556370 h 6858000"/>
              <a:gd name="connsiteX304" fmla="*/ 4668889 w 7467600"/>
              <a:gd name="connsiteY304" fmla="*/ 6246399 h 6858000"/>
              <a:gd name="connsiteX305" fmla="*/ 5055427 w 7467600"/>
              <a:gd name="connsiteY305" fmla="*/ 5931476 h 6858000"/>
              <a:gd name="connsiteX306" fmla="*/ 5371814 w 7467600"/>
              <a:gd name="connsiteY306" fmla="*/ 5678975 h 6858000"/>
              <a:gd name="connsiteX307" fmla="*/ 4987918 w 7467600"/>
              <a:gd name="connsiteY307" fmla="*/ 5838701 h 6858000"/>
              <a:gd name="connsiteX308" fmla="*/ 4317146 w 7467600"/>
              <a:gd name="connsiteY308" fmla="*/ 6587716 h 6858000"/>
              <a:gd name="connsiteX309" fmla="*/ 4171627 w 7467600"/>
              <a:gd name="connsiteY309" fmla="*/ 6858000 h 6858000"/>
              <a:gd name="connsiteX310" fmla="*/ 4081585 w 7467600"/>
              <a:gd name="connsiteY310" fmla="*/ 6858000 h 6858000"/>
              <a:gd name="connsiteX311" fmla="*/ 4238603 w 7467600"/>
              <a:gd name="connsiteY311" fmla="*/ 6559341 h 6858000"/>
              <a:gd name="connsiteX312" fmla="*/ 4778333 w 7467600"/>
              <a:gd name="connsiteY312" fmla="*/ 5873626 h 6858000"/>
              <a:gd name="connsiteX313" fmla="*/ 5414185 w 7467600"/>
              <a:gd name="connsiteY313" fmla="*/ 5573882 h 6858000"/>
              <a:gd name="connsiteX314" fmla="*/ 5959648 w 7467600"/>
              <a:gd name="connsiteY314" fmla="*/ 4760797 h 6858000"/>
              <a:gd name="connsiteX315" fmla="*/ 5355019 w 7467600"/>
              <a:gd name="connsiteY315" fmla="*/ 4734672 h 6858000"/>
              <a:gd name="connsiteX316" fmla="*/ 5083565 w 7467600"/>
              <a:gd name="connsiteY316" fmla="*/ 5179121 h 6858000"/>
              <a:gd name="connsiteX317" fmla="*/ 4713577 w 7467600"/>
              <a:gd name="connsiteY317" fmla="*/ 5616803 h 6858000"/>
              <a:gd name="connsiteX318" fmla="*/ 3989559 w 7467600"/>
              <a:gd name="connsiteY318" fmla="*/ 6145945 h 6858000"/>
              <a:gd name="connsiteX319" fmla="*/ 3939824 w 7467600"/>
              <a:gd name="connsiteY319" fmla="*/ 6066900 h 6858000"/>
              <a:gd name="connsiteX320" fmla="*/ 4584537 w 7467600"/>
              <a:gd name="connsiteY320" fmla="*/ 5324826 h 6858000"/>
              <a:gd name="connsiteX321" fmla="*/ 5037105 w 7467600"/>
              <a:gd name="connsiteY321" fmla="*/ 5088765 h 6858000"/>
              <a:gd name="connsiteX322" fmla="*/ 5039930 w 7467600"/>
              <a:gd name="connsiteY322" fmla="*/ 5089585 h 6858000"/>
              <a:gd name="connsiteX323" fmla="*/ 5263764 w 7467600"/>
              <a:gd name="connsiteY323" fmla="*/ 4735525 h 6858000"/>
              <a:gd name="connsiteX324" fmla="*/ 4086300 w 7467600"/>
              <a:gd name="connsiteY324" fmla="*/ 4884599 h 6858000"/>
              <a:gd name="connsiteX325" fmla="*/ 4085485 w 7467600"/>
              <a:gd name="connsiteY325" fmla="*/ 4899070 h 6858000"/>
              <a:gd name="connsiteX326" fmla="*/ 3871915 w 7467600"/>
              <a:gd name="connsiteY326" fmla="*/ 5253645 h 6858000"/>
              <a:gd name="connsiteX327" fmla="*/ 3799374 w 7467600"/>
              <a:gd name="connsiteY327" fmla="*/ 5466127 h 6858000"/>
              <a:gd name="connsiteX328" fmla="*/ 3498850 w 7467600"/>
              <a:gd name="connsiteY328" fmla="*/ 6661888 h 6858000"/>
              <a:gd name="connsiteX329" fmla="*/ 3399216 w 7467600"/>
              <a:gd name="connsiteY329" fmla="*/ 6858000 h 6858000"/>
              <a:gd name="connsiteX330" fmla="*/ 3303688 w 7467600"/>
              <a:gd name="connsiteY330" fmla="*/ 6858000 h 6858000"/>
              <a:gd name="connsiteX331" fmla="*/ 3391774 w 7467600"/>
              <a:gd name="connsiteY331" fmla="*/ 6697181 h 6858000"/>
              <a:gd name="connsiteX332" fmla="*/ 3735540 w 7467600"/>
              <a:gd name="connsiteY332" fmla="*/ 5546923 h 6858000"/>
              <a:gd name="connsiteX333" fmla="*/ 3729438 w 7467600"/>
              <a:gd name="connsiteY333" fmla="*/ 5569058 h 6858000"/>
              <a:gd name="connsiteX334" fmla="*/ 3707782 w 7467600"/>
              <a:gd name="connsiteY334" fmla="*/ 5644908 h 6858000"/>
              <a:gd name="connsiteX335" fmla="*/ 3583827 w 7467600"/>
              <a:gd name="connsiteY335" fmla="*/ 6039215 h 6858000"/>
              <a:gd name="connsiteX336" fmla="*/ 3547861 w 7467600"/>
              <a:gd name="connsiteY336" fmla="*/ 6129609 h 6858000"/>
              <a:gd name="connsiteX337" fmla="*/ 3490905 w 7467600"/>
              <a:gd name="connsiteY337" fmla="*/ 6277660 h 6858000"/>
              <a:gd name="connsiteX338" fmla="*/ 3455859 w 7467600"/>
              <a:gd name="connsiteY338" fmla="*/ 6391301 h 6858000"/>
              <a:gd name="connsiteX339" fmla="*/ 3429112 w 7467600"/>
              <a:gd name="connsiteY339" fmla="*/ 6479469 h 6858000"/>
              <a:gd name="connsiteX340" fmla="*/ 3304862 w 7467600"/>
              <a:gd name="connsiteY340" fmla="*/ 6796476 h 6858000"/>
              <a:gd name="connsiteX341" fmla="*/ 3276071 w 7467600"/>
              <a:gd name="connsiteY341" fmla="*/ 6858000 h 6858000"/>
              <a:gd name="connsiteX342" fmla="*/ 3240805 w 7467600"/>
              <a:gd name="connsiteY342" fmla="*/ 6858000 h 6858000"/>
              <a:gd name="connsiteX343" fmla="*/ 3275917 w 7467600"/>
              <a:gd name="connsiteY343" fmla="*/ 6783192 h 6858000"/>
              <a:gd name="connsiteX344" fmla="*/ 3399358 w 7467600"/>
              <a:gd name="connsiteY344" fmla="*/ 6469011 h 6858000"/>
              <a:gd name="connsiteX345" fmla="*/ 3425650 w 7467600"/>
              <a:gd name="connsiteY345" fmla="*/ 6381333 h 6858000"/>
              <a:gd name="connsiteX346" fmla="*/ 3460661 w 7467600"/>
              <a:gd name="connsiteY346" fmla="*/ 6266763 h 6858000"/>
              <a:gd name="connsiteX347" fmla="*/ 3518021 w 7467600"/>
              <a:gd name="connsiteY347" fmla="*/ 6117298 h 6858000"/>
              <a:gd name="connsiteX348" fmla="*/ 3554035 w 7467600"/>
              <a:gd name="connsiteY348" fmla="*/ 6027832 h 6858000"/>
              <a:gd name="connsiteX349" fmla="*/ 3677174 w 7467600"/>
              <a:gd name="connsiteY349" fmla="*/ 5636351 h 6858000"/>
              <a:gd name="connsiteX350" fmla="*/ 3698819 w 7467600"/>
              <a:gd name="connsiteY350" fmla="*/ 5560503 h 6858000"/>
              <a:gd name="connsiteX351" fmla="*/ 3702094 w 7467600"/>
              <a:gd name="connsiteY351" fmla="*/ 5549194 h 6858000"/>
              <a:gd name="connsiteX352" fmla="*/ 3398355 w 7467600"/>
              <a:gd name="connsiteY352" fmla="*/ 6094603 h 6858000"/>
              <a:gd name="connsiteX353" fmla="*/ 3193941 w 7467600"/>
              <a:gd name="connsiteY353" fmla="*/ 6798775 h 6858000"/>
              <a:gd name="connsiteX354" fmla="*/ 3184140 w 7467600"/>
              <a:gd name="connsiteY354" fmla="*/ 6858000 h 6858000"/>
              <a:gd name="connsiteX355" fmla="*/ 3099978 w 7467600"/>
              <a:gd name="connsiteY355" fmla="*/ 6858000 h 6858000"/>
              <a:gd name="connsiteX356" fmla="*/ 3101556 w 7467600"/>
              <a:gd name="connsiteY356" fmla="*/ 6843337 h 6858000"/>
              <a:gd name="connsiteX357" fmla="*/ 3370162 w 7467600"/>
              <a:gd name="connsiteY357" fmla="*/ 5785550 h 6858000"/>
              <a:gd name="connsiteX358" fmla="*/ 3746477 w 7467600"/>
              <a:gd name="connsiteY358" fmla="*/ 5377889 h 6858000"/>
              <a:gd name="connsiteX359" fmla="*/ 3863399 w 7467600"/>
              <a:gd name="connsiteY359" fmla="*/ 5087257 h 6858000"/>
              <a:gd name="connsiteX360" fmla="*/ 3968712 w 7467600"/>
              <a:gd name="connsiteY360" fmla="*/ 4913989 h 6858000"/>
              <a:gd name="connsiteX361" fmla="*/ 2792390 w 7467600"/>
              <a:gd name="connsiteY361" fmla="*/ 5382974 h 6858000"/>
              <a:gd name="connsiteX362" fmla="*/ 2714982 w 7467600"/>
              <a:gd name="connsiteY362" fmla="*/ 5427051 h 6858000"/>
              <a:gd name="connsiteX363" fmla="*/ 2813361 w 7467600"/>
              <a:gd name="connsiteY363" fmla="*/ 6023912 h 6858000"/>
              <a:gd name="connsiteX364" fmla="*/ 2688430 w 7467600"/>
              <a:gd name="connsiteY364" fmla="*/ 6801564 h 6858000"/>
              <a:gd name="connsiteX365" fmla="*/ 2629626 w 7467600"/>
              <a:gd name="connsiteY365" fmla="*/ 6763394 h 6858000"/>
              <a:gd name="connsiteX366" fmla="*/ 2565328 w 7467600"/>
              <a:gd name="connsiteY366" fmla="*/ 5516399 h 6858000"/>
              <a:gd name="connsiteX367" fmla="*/ 1922999 w 7467600"/>
              <a:gd name="connsiteY367" fmla="*/ 5980343 h 6858000"/>
              <a:gd name="connsiteX368" fmla="*/ 1950261 w 7467600"/>
              <a:gd name="connsiteY368" fmla="*/ 6405858 h 6858000"/>
              <a:gd name="connsiteX369" fmla="*/ 2365554 w 7467600"/>
              <a:gd name="connsiteY369" fmla="*/ 6759107 h 6858000"/>
              <a:gd name="connsiteX370" fmla="*/ 2424142 w 7467600"/>
              <a:gd name="connsiteY370" fmla="*/ 6858000 h 6858000"/>
              <a:gd name="connsiteX371" fmla="*/ 2395994 w 7467600"/>
              <a:gd name="connsiteY371" fmla="*/ 6858000 h 6858000"/>
              <a:gd name="connsiteX372" fmla="*/ 2392863 w 7467600"/>
              <a:gd name="connsiteY372" fmla="*/ 6852964 h 6858000"/>
              <a:gd name="connsiteX373" fmla="*/ 2017589 w 7467600"/>
              <a:gd name="connsiteY373" fmla="*/ 6493982 h 6858000"/>
              <a:gd name="connsiteX374" fmla="*/ 2147336 w 7467600"/>
              <a:gd name="connsiteY374" fmla="*/ 6594052 h 6858000"/>
              <a:gd name="connsiteX375" fmla="*/ 2207047 w 7467600"/>
              <a:gd name="connsiteY375" fmla="*/ 6654540 h 6858000"/>
              <a:gd name="connsiteX376" fmla="*/ 2299106 w 7467600"/>
              <a:gd name="connsiteY376" fmla="*/ 6778931 h 6858000"/>
              <a:gd name="connsiteX377" fmla="*/ 2314430 w 7467600"/>
              <a:gd name="connsiteY377" fmla="*/ 6801144 h 6858000"/>
              <a:gd name="connsiteX378" fmla="*/ 2352406 w 7467600"/>
              <a:gd name="connsiteY378" fmla="*/ 6858000 h 6858000"/>
              <a:gd name="connsiteX379" fmla="*/ 2314492 w 7467600"/>
              <a:gd name="connsiteY379" fmla="*/ 6858000 h 6858000"/>
              <a:gd name="connsiteX380" fmla="*/ 2288095 w 7467600"/>
              <a:gd name="connsiteY380" fmla="*/ 6818030 h 6858000"/>
              <a:gd name="connsiteX381" fmla="*/ 2272768 w 7467600"/>
              <a:gd name="connsiteY381" fmla="*/ 6795822 h 6858000"/>
              <a:gd name="connsiteX382" fmla="*/ 2182715 w 7467600"/>
              <a:gd name="connsiteY382" fmla="*/ 6675071 h 6858000"/>
              <a:gd name="connsiteX383" fmla="*/ 2032061 w 7467600"/>
              <a:gd name="connsiteY383" fmla="*/ 6541380 h 6858000"/>
              <a:gd name="connsiteX384" fmla="*/ 2257220 w 7467600"/>
              <a:gd name="connsiteY384" fmla="*/ 6826257 h 6858000"/>
              <a:gd name="connsiteX385" fmla="*/ 2281324 w 7467600"/>
              <a:gd name="connsiteY385" fmla="*/ 6858000 h 6858000"/>
              <a:gd name="connsiteX386" fmla="*/ 2242860 w 7467600"/>
              <a:gd name="connsiteY386" fmla="*/ 6858000 h 6858000"/>
              <a:gd name="connsiteX387" fmla="*/ 2232818 w 7467600"/>
              <a:gd name="connsiteY387" fmla="*/ 6844926 h 6858000"/>
              <a:gd name="connsiteX388" fmla="*/ 1990172 w 7467600"/>
              <a:gd name="connsiteY388" fmla="*/ 6542121 h 6858000"/>
              <a:gd name="connsiteX389" fmla="*/ 2124090 w 7467600"/>
              <a:gd name="connsiteY389" fmla="*/ 6761017 h 6858000"/>
              <a:gd name="connsiteX390" fmla="*/ 2200380 w 7467600"/>
              <a:gd name="connsiteY390" fmla="*/ 6858000 h 6858000"/>
              <a:gd name="connsiteX391" fmla="*/ 2147507 w 7467600"/>
              <a:gd name="connsiteY391" fmla="*/ 6858000 h 6858000"/>
              <a:gd name="connsiteX392" fmla="*/ 2070668 w 7467600"/>
              <a:gd name="connsiteY392" fmla="*/ 6761520 h 6858000"/>
              <a:gd name="connsiteX393" fmla="*/ 1975142 w 7467600"/>
              <a:gd name="connsiteY393" fmla="*/ 6585570 h 6858000"/>
              <a:gd name="connsiteX394" fmla="*/ 2050035 w 7467600"/>
              <a:gd name="connsiteY394" fmla="*/ 6813345 h 6858000"/>
              <a:gd name="connsiteX395" fmla="*/ 2063025 w 7467600"/>
              <a:gd name="connsiteY395" fmla="*/ 6858000 h 6858000"/>
              <a:gd name="connsiteX396" fmla="*/ 2021675 w 7467600"/>
              <a:gd name="connsiteY396" fmla="*/ 6858000 h 6858000"/>
              <a:gd name="connsiteX397" fmla="*/ 2019308 w 7467600"/>
              <a:gd name="connsiteY397" fmla="*/ 6847118 h 6858000"/>
              <a:gd name="connsiteX398" fmla="*/ 1938835 w 7467600"/>
              <a:gd name="connsiteY398" fmla="*/ 6551160 h 6858000"/>
              <a:gd name="connsiteX399" fmla="*/ 1953230 w 7467600"/>
              <a:gd name="connsiteY399" fmla="*/ 6759699 h 6858000"/>
              <a:gd name="connsiteX400" fmla="*/ 1956763 w 7467600"/>
              <a:gd name="connsiteY400" fmla="*/ 6778191 h 6858000"/>
              <a:gd name="connsiteX401" fmla="*/ 1967925 w 7467600"/>
              <a:gd name="connsiteY401" fmla="*/ 6858000 h 6858000"/>
              <a:gd name="connsiteX402" fmla="*/ 1936622 w 7467600"/>
              <a:gd name="connsiteY402" fmla="*/ 6858000 h 6858000"/>
              <a:gd name="connsiteX403" fmla="*/ 1926261 w 7467600"/>
              <a:gd name="connsiteY403" fmla="*/ 6784064 h 6858000"/>
              <a:gd name="connsiteX404" fmla="*/ 1922724 w 7467600"/>
              <a:gd name="connsiteY404" fmla="*/ 6765577 h 6858000"/>
              <a:gd name="connsiteX405" fmla="*/ 1904650 w 7467600"/>
              <a:gd name="connsiteY405" fmla="*/ 6639616 h 6858000"/>
              <a:gd name="connsiteX406" fmla="*/ 1885273 w 7467600"/>
              <a:gd name="connsiteY406" fmla="*/ 6858000 h 6858000"/>
              <a:gd name="connsiteX407" fmla="*/ 1854363 w 7467600"/>
              <a:gd name="connsiteY407" fmla="*/ 6858000 h 6858000"/>
              <a:gd name="connsiteX408" fmla="*/ 1880391 w 7467600"/>
              <a:gd name="connsiteY408" fmla="*/ 6603796 h 6858000"/>
              <a:gd name="connsiteX409" fmla="*/ 1818273 w 7467600"/>
              <a:gd name="connsiteY409" fmla="*/ 6715729 h 6858000"/>
              <a:gd name="connsiteX410" fmla="*/ 1794691 w 7467600"/>
              <a:gd name="connsiteY410" fmla="*/ 6843239 h 6858000"/>
              <a:gd name="connsiteX411" fmla="*/ 1794914 w 7467600"/>
              <a:gd name="connsiteY411" fmla="*/ 6858000 h 6858000"/>
              <a:gd name="connsiteX412" fmla="*/ 1746128 w 7467600"/>
              <a:gd name="connsiteY412" fmla="*/ 6858000 h 6858000"/>
              <a:gd name="connsiteX413" fmla="*/ 1753934 w 7467600"/>
              <a:gd name="connsiteY413" fmla="*/ 6724796 h 6858000"/>
              <a:gd name="connsiteX414" fmla="*/ 1792053 w 7467600"/>
              <a:gd name="connsiteY414" fmla="*/ 6572396 h 6858000"/>
              <a:gd name="connsiteX415" fmla="*/ 1862248 w 7467600"/>
              <a:gd name="connsiteY415" fmla="*/ 6266397 h 6858000"/>
              <a:gd name="connsiteX416" fmla="*/ 1862250 w 7467600"/>
              <a:gd name="connsiteY416" fmla="*/ 6033531 h 6858000"/>
              <a:gd name="connsiteX417" fmla="*/ 1211999 w 7467600"/>
              <a:gd name="connsiteY417" fmla="*/ 6683610 h 6858000"/>
              <a:gd name="connsiteX418" fmla="*/ 1213266 w 7467600"/>
              <a:gd name="connsiteY418" fmla="*/ 6691947 h 6858000"/>
              <a:gd name="connsiteX419" fmla="*/ 1203370 w 7467600"/>
              <a:gd name="connsiteY419" fmla="*/ 6850676 h 6858000"/>
              <a:gd name="connsiteX420" fmla="*/ 1203671 w 7467600"/>
              <a:gd name="connsiteY420" fmla="*/ 6858000 h 6858000"/>
              <a:gd name="connsiteX421" fmla="*/ 1143180 w 7467600"/>
              <a:gd name="connsiteY421" fmla="*/ 6858000 h 6858000"/>
              <a:gd name="connsiteX422" fmla="*/ 1142176 w 7467600"/>
              <a:gd name="connsiteY422" fmla="*/ 6766045 h 6858000"/>
              <a:gd name="connsiteX423" fmla="*/ 1067484 w 7467600"/>
              <a:gd name="connsiteY423" fmla="*/ 6858000 h 6858000"/>
              <a:gd name="connsiteX424" fmla="*/ 953928 w 7467600"/>
              <a:gd name="connsiteY424" fmla="*/ 6858000 h 6858000"/>
              <a:gd name="connsiteX425" fmla="*/ 959715 w 7467600"/>
              <a:gd name="connsiteY425" fmla="*/ 6850185 h 6858000"/>
              <a:gd name="connsiteX426" fmla="*/ 1483788 w 7467600"/>
              <a:gd name="connsiteY426" fmla="*/ 6259174 h 6858000"/>
              <a:gd name="connsiteX427" fmla="*/ 1100671 w 7467600"/>
              <a:gd name="connsiteY427" fmla="*/ 6252137 h 6858000"/>
              <a:gd name="connsiteX428" fmla="*/ 1090144 w 7467600"/>
              <a:gd name="connsiteY428" fmla="*/ 6256748 h 6858000"/>
              <a:gd name="connsiteX429" fmla="*/ 1095872 w 7467600"/>
              <a:gd name="connsiteY429" fmla="*/ 6271892 h 6858000"/>
              <a:gd name="connsiteX430" fmla="*/ 262785 w 7467600"/>
              <a:gd name="connsiteY430" fmla="*/ 6845450 h 6858000"/>
              <a:gd name="connsiteX431" fmla="*/ 209968 w 7467600"/>
              <a:gd name="connsiteY431" fmla="*/ 6770713 h 6858000"/>
              <a:gd name="connsiteX432" fmla="*/ 873460 w 7467600"/>
              <a:gd name="connsiteY432" fmla="*/ 6253768 h 6858000"/>
              <a:gd name="connsiteX433" fmla="*/ 192686 w 7467600"/>
              <a:gd name="connsiteY433" fmla="*/ 5849257 h 6858000"/>
              <a:gd name="connsiteX434" fmla="*/ 4696 w 7467600"/>
              <a:gd name="connsiteY434" fmla="*/ 5697668 h 6858000"/>
              <a:gd name="connsiteX435" fmla="*/ 0 w 7467600"/>
              <a:gd name="connsiteY435" fmla="*/ 5689984 h 6858000"/>
              <a:gd name="connsiteX436" fmla="*/ 0 w 7467600"/>
              <a:gd name="connsiteY436" fmla="*/ 5513472 h 6858000"/>
              <a:gd name="connsiteX437" fmla="*/ 174101 w 7467600"/>
              <a:gd name="connsiteY437" fmla="*/ 5620277 h 6858000"/>
              <a:gd name="connsiteX438" fmla="*/ 891800 w 7467600"/>
              <a:gd name="connsiteY438" fmla="*/ 6036935 h 6858000"/>
              <a:gd name="connsiteX439" fmla="*/ 1072219 w 7467600"/>
              <a:gd name="connsiteY439" fmla="*/ 6169443 h 6858000"/>
              <a:gd name="connsiteX440" fmla="*/ 1074117 w 7467600"/>
              <a:gd name="connsiteY440" fmla="*/ 6170301 h 6858000"/>
              <a:gd name="connsiteX441" fmla="*/ 1083114 w 7467600"/>
              <a:gd name="connsiteY441" fmla="*/ 6174131 h 6858000"/>
              <a:gd name="connsiteX442" fmla="*/ 1543010 w 7467600"/>
              <a:gd name="connsiteY442" fmla="*/ 6191140 h 6858000"/>
              <a:gd name="connsiteX443" fmla="*/ 1551080 w 7467600"/>
              <a:gd name="connsiteY443" fmla="*/ 6195006 h 6858000"/>
              <a:gd name="connsiteX444" fmla="*/ 2345443 w 7467600"/>
              <a:gd name="connsiteY444" fmla="*/ 5549882 h 6858000"/>
              <a:gd name="connsiteX445" fmla="*/ 1721499 w 7467600"/>
              <a:gd name="connsiteY445" fmla="*/ 5599969 h 6858000"/>
              <a:gd name="connsiteX446" fmla="*/ 767716 w 7467600"/>
              <a:gd name="connsiteY446" fmla="*/ 5472768 h 6858000"/>
              <a:gd name="connsiteX447" fmla="*/ 722147 w 7467600"/>
              <a:gd name="connsiteY447" fmla="*/ 5393091 h 6858000"/>
              <a:gd name="connsiteX448" fmla="*/ 1485552 w 7467600"/>
              <a:gd name="connsiteY448" fmla="*/ 5313202 h 6858000"/>
              <a:gd name="connsiteX449" fmla="*/ 2143004 w 7467600"/>
              <a:gd name="connsiteY449" fmla="*/ 5402420 h 6858000"/>
              <a:gd name="connsiteX450" fmla="*/ 1933391 w 7467600"/>
              <a:gd name="connsiteY450" fmla="*/ 5156971 h 6858000"/>
              <a:gd name="connsiteX451" fmla="*/ 1827118 w 7467600"/>
              <a:gd name="connsiteY451" fmla="*/ 4968410 h 6858000"/>
              <a:gd name="connsiteX452" fmla="*/ 1837349 w 7467600"/>
              <a:gd name="connsiteY452" fmla="*/ 4956357 h 6858000"/>
              <a:gd name="connsiteX453" fmla="*/ 2162835 w 7467600"/>
              <a:gd name="connsiteY453" fmla="*/ 5187853 h 6858000"/>
              <a:gd name="connsiteX454" fmla="*/ 2257167 w 7467600"/>
              <a:gd name="connsiteY454" fmla="*/ 5462123 h 6858000"/>
              <a:gd name="connsiteX455" fmla="*/ 2261598 w 7467600"/>
              <a:gd name="connsiteY455" fmla="*/ 5467998 h 6858000"/>
              <a:gd name="connsiteX456" fmla="*/ 2437177 w 7467600"/>
              <a:gd name="connsiteY456" fmla="*/ 5479608 h 6858000"/>
              <a:gd name="connsiteX457" fmla="*/ 2445247 w 7467600"/>
              <a:gd name="connsiteY457" fmla="*/ 5483476 h 6858000"/>
              <a:gd name="connsiteX458" fmla="*/ 2743626 w 7467600"/>
              <a:gd name="connsiteY458" fmla="*/ 5304819 h 6858000"/>
              <a:gd name="connsiteX459" fmla="*/ 3048102 w 7467600"/>
              <a:gd name="connsiteY459" fmla="*/ 5150595 h 6858000"/>
              <a:gd name="connsiteX460" fmla="*/ 1799414 w 7467600"/>
              <a:gd name="connsiteY460" fmla="*/ 4694732 h 6858000"/>
              <a:gd name="connsiteX461" fmla="*/ 1771735 w 7467600"/>
              <a:gd name="connsiteY461" fmla="*/ 4619929 h 6858000"/>
              <a:gd name="connsiteX462" fmla="*/ 3104273 w 7467600"/>
              <a:gd name="connsiteY462" fmla="*/ 5076159 h 6858000"/>
              <a:gd name="connsiteX463" fmla="*/ 3113245 w 7467600"/>
              <a:gd name="connsiteY463" fmla="*/ 5090705 h 6858000"/>
              <a:gd name="connsiteX464" fmla="*/ 3126294 w 7467600"/>
              <a:gd name="connsiteY464" fmla="*/ 5114400 h 6858000"/>
              <a:gd name="connsiteX465" fmla="*/ 3937433 w 7467600"/>
              <a:gd name="connsiteY465" fmla="*/ 4830473 h 6858000"/>
              <a:gd name="connsiteX466" fmla="*/ 3590475 w 7467600"/>
              <a:gd name="connsiteY466" fmla="*/ 4597974 h 6858000"/>
              <a:gd name="connsiteX467" fmla="*/ 3100264 w 7467600"/>
              <a:gd name="connsiteY467" fmla="*/ 4579845 h 6858000"/>
              <a:gd name="connsiteX468" fmla="*/ 2183576 w 7467600"/>
              <a:gd name="connsiteY468" fmla="*/ 4227150 h 6858000"/>
              <a:gd name="connsiteX469" fmla="*/ 2151029 w 7467600"/>
              <a:gd name="connsiteY469" fmla="*/ 4146947 h 6858000"/>
              <a:gd name="connsiteX470" fmla="*/ 3563434 w 7467600"/>
              <a:gd name="connsiteY470" fmla="*/ 4469115 h 6858000"/>
              <a:gd name="connsiteX471" fmla="*/ 3177952 w 7467600"/>
              <a:gd name="connsiteY471" fmla="*/ 3657386 h 6858000"/>
              <a:gd name="connsiteX472" fmla="*/ 3189263 w 7467600"/>
              <a:gd name="connsiteY472" fmla="*/ 3625726 h 6858000"/>
              <a:gd name="connsiteX473" fmla="*/ 3560912 w 7467600"/>
              <a:gd name="connsiteY473" fmla="*/ 4079863 h 6858000"/>
              <a:gd name="connsiteX474" fmla="*/ 3626636 w 7467600"/>
              <a:gd name="connsiteY474" fmla="*/ 4512230 h 6858000"/>
              <a:gd name="connsiteX475" fmla="*/ 3653088 w 7467600"/>
              <a:gd name="connsiteY475" fmla="*/ 4521417 h 6858000"/>
              <a:gd name="connsiteX476" fmla="*/ 3988128 w 7467600"/>
              <a:gd name="connsiteY476" fmla="*/ 4817267 h 6858000"/>
              <a:gd name="connsiteX477" fmla="*/ 4830582 w 7467600"/>
              <a:gd name="connsiteY477" fmla="*/ 4676000 h 6858000"/>
              <a:gd name="connsiteX478" fmla="*/ 4830100 w 7467600"/>
              <a:gd name="connsiteY478" fmla="*/ 4675554 h 6858000"/>
              <a:gd name="connsiteX479" fmla="*/ 4036318 w 7467600"/>
              <a:gd name="connsiteY479" fmla="*/ 4147013 h 6858000"/>
              <a:gd name="connsiteX480" fmla="*/ 3432098 w 7467600"/>
              <a:gd name="connsiteY480" fmla="*/ 3537312 h 6858000"/>
              <a:gd name="connsiteX481" fmla="*/ 3446761 w 7467600"/>
              <a:gd name="connsiteY481" fmla="*/ 3461278 h 6858000"/>
              <a:gd name="connsiteX482" fmla="*/ 4419733 w 7467600"/>
              <a:gd name="connsiteY482" fmla="*/ 3963555 h 6858000"/>
              <a:gd name="connsiteX483" fmla="*/ 4781371 w 7467600"/>
              <a:gd name="connsiteY483" fmla="*/ 4458604 h 6858000"/>
              <a:gd name="connsiteX484" fmla="*/ 4780440 w 7467600"/>
              <a:gd name="connsiteY484" fmla="*/ 4470290 h 6858000"/>
              <a:gd name="connsiteX485" fmla="*/ 4898954 w 7467600"/>
              <a:gd name="connsiteY485" fmla="*/ 4662092 h 6858000"/>
              <a:gd name="connsiteX486" fmla="*/ 4900699 w 7467600"/>
              <a:gd name="connsiteY486" fmla="*/ 4670867 h 6858000"/>
              <a:gd name="connsiteX487" fmla="*/ 5714511 w 7467600"/>
              <a:gd name="connsiteY487" fmla="*/ 4663483 h 6858000"/>
              <a:gd name="connsiteX488" fmla="*/ 5464793 w 7467600"/>
              <a:gd name="connsiteY488" fmla="*/ 4393556 h 6858000"/>
              <a:gd name="connsiteX489" fmla="*/ 5461897 w 7467600"/>
              <a:gd name="connsiteY489" fmla="*/ 4390879 h 6858000"/>
              <a:gd name="connsiteX490" fmla="*/ 4294126 w 7467600"/>
              <a:gd name="connsiteY490" fmla="*/ 3303048 h 6858000"/>
              <a:gd name="connsiteX491" fmla="*/ 4305321 w 7467600"/>
              <a:gd name="connsiteY491" fmla="*/ 3256953 h 6858000"/>
              <a:gd name="connsiteX492" fmla="*/ 4949299 w 7467600"/>
              <a:gd name="connsiteY492" fmla="*/ 3766336 h 6858000"/>
              <a:gd name="connsiteX493" fmla="*/ 5291452 w 7467600"/>
              <a:gd name="connsiteY493" fmla="*/ 4076801 h 6858000"/>
              <a:gd name="connsiteX494" fmla="*/ 5434998 w 7467600"/>
              <a:gd name="connsiteY494" fmla="*/ 4254100 h 6858000"/>
              <a:gd name="connsiteX495" fmla="*/ 5351015 w 7467600"/>
              <a:gd name="connsiteY495" fmla="*/ 3760989 h 6858000"/>
              <a:gd name="connsiteX496" fmla="*/ 5413780 w 7467600"/>
              <a:gd name="connsiteY496" fmla="*/ 2966265 h 6858000"/>
              <a:gd name="connsiteX497" fmla="*/ 5425627 w 7467600"/>
              <a:gd name="connsiteY497" fmla="*/ 2954192 h 6858000"/>
              <a:gd name="connsiteX498" fmla="*/ 6604735 w 7467600"/>
              <a:gd name="connsiteY498" fmla="*/ 2041381 h 6858000"/>
              <a:gd name="connsiteX499" fmla="*/ 7204487 w 7467600"/>
              <a:gd name="connsiteY499" fmla="*/ 2742112 h 6858000"/>
              <a:gd name="connsiteX500" fmla="*/ 7131592 w 7467600"/>
              <a:gd name="connsiteY500" fmla="*/ 2672096 h 6858000"/>
              <a:gd name="connsiteX501" fmla="*/ 6996344 w 7467600"/>
              <a:gd name="connsiteY501" fmla="*/ 2518310 h 6858000"/>
              <a:gd name="connsiteX502" fmla="*/ 6735495 w 7467600"/>
              <a:gd name="connsiteY502" fmla="*/ 2196890 h 6858000"/>
              <a:gd name="connsiteX503" fmla="*/ 6721901 w 7467600"/>
              <a:gd name="connsiteY503" fmla="*/ 2179274 h 6858000"/>
              <a:gd name="connsiteX504" fmla="*/ 6604735 w 7467600"/>
              <a:gd name="connsiteY504" fmla="*/ 2041381 h 6858000"/>
              <a:gd name="connsiteX505" fmla="*/ 6591670 w 7467600"/>
              <a:gd name="connsiteY505" fmla="*/ 1988277 h 6858000"/>
              <a:gd name="connsiteX506" fmla="*/ 6747349 w 7467600"/>
              <a:gd name="connsiteY506" fmla="*/ 2160069 h 6858000"/>
              <a:gd name="connsiteX507" fmla="*/ 6760943 w 7467600"/>
              <a:gd name="connsiteY507" fmla="*/ 2177686 h 6858000"/>
              <a:gd name="connsiteX508" fmla="*/ 7021065 w 7467600"/>
              <a:gd name="connsiteY508" fmla="*/ 2498102 h 6858000"/>
              <a:gd name="connsiteX509" fmla="*/ 7155223 w 7467600"/>
              <a:gd name="connsiteY509" fmla="*/ 2650386 h 6858000"/>
              <a:gd name="connsiteX510" fmla="*/ 7203167 w 7467600"/>
              <a:gd name="connsiteY510" fmla="*/ 2697288 h 6858000"/>
              <a:gd name="connsiteX511" fmla="*/ 6937703 w 7467600"/>
              <a:gd name="connsiteY511" fmla="*/ 2321981 h 6858000"/>
              <a:gd name="connsiteX512" fmla="*/ 6591670 w 7467600"/>
              <a:gd name="connsiteY512" fmla="*/ 1988277 h 6858000"/>
              <a:gd name="connsiteX513" fmla="*/ 5798671 w 7467600"/>
              <a:gd name="connsiteY513" fmla="*/ 1981601 h 6858000"/>
              <a:gd name="connsiteX514" fmla="*/ 5754709 w 7467600"/>
              <a:gd name="connsiteY514" fmla="*/ 2071454 h 6858000"/>
              <a:gd name="connsiteX515" fmla="*/ 5763044 w 7467600"/>
              <a:gd name="connsiteY515" fmla="*/ 2842206 h 6858000"/>
              <a:gd name="connsiteX516" fmla="*/ 5764974 w 7467600"/>
              <a:gd name="connsiteY516" fmla="*/ 2799609 h 6858000"/>
              <a:gd name="connsiteX517" fmla="*/ 5767665 w 7467600"/>
              <a:gd name="connsiteY517" fmla="*/ 2666409 h 6858000"/>
              <a:gd name="connsiteX518" fmla="*/ 5763055 w 7467600"/>
              <a:gd name="connsiteY518" fmla="*/ 2579705 h 6858000"/>
              <a:gd name="connsiteX519" fmla="*/ 5758079 w 7467600"/>
              <a:gd name="connsiteY519" fmla="*/ 2492508 h 6858000"/>
              <a:gd name="connsiteX520" fmla="*/ 5779325 w 7467600"/>
              <a:gd name="connsiteY520" fmla="*/ 2197069 h 6858000"/>
              <a:gd name="connsiteX521" fmla="*/ 5798671 w 7467600"/>
              <a:gd name="connsiteY521" fmla="*/ 1981601 h 6858000"/>
              <a:gd name="connsiteX522" fmla="*/ 5829202 w 7467600"/>
              <a:gd name="connsiteY522" fmla="*/ 1971679 h 6858000"/>
              <a:gd name="connsiteX523" fmla="*/ 5809558 w 7467600"/>
              <a:gd name="connsiteY523" fmla="*/ 2198043 h 6858000"/>
              <a:gd name="connsiteX524" fmla="*/ 5788653 w 7467600"/>
              <a:gd name="connsiteY524" fmla="*/ 2489430 h 6858000"/>
              <a:gd name="connsiteX525" fmla="*/ 5793439 w 7467600"/>
              <a:gd name="connsiteY525" fmla="*/ 2575235 h 6858000"/>
              <a:gd name="connsiteX526" fmla="*/ 5796837 w 7467600"/>
              <a:gd name="connsiteY526" fmla="*/ 2637633 h 6858000"/>
              <a:gd name="connsiteX527" fmla="*/ 5818614 w 7467600"/>
              <a:gd name="connsiteY527" fmla="*/ 2473055 h 6858000"/>
              <a:gd name="connsiteX528" fmla="*/ 5829202 w 7467600"/>
              <a:gd name="connsiteY528" fmla="*/ 1971679 h 6858000"/>
              <a:gd name="connsiteX529" fmla="*/ 5911389 w 7467600"/>
              <a:gd name="connsiteY529" fmla="*/ 1898371 h 6858000"/>
              <a:gd name="connsiteX530" fmla="*/ 6237627 w 7467600"/>
              <a:gd name="connsiteY530" fmla="*/ 2231921 h 6858000"/>
              <a:gd name="connsiteX531" fmla="*/ 5911389 w 7467600"/>
              <a:gd name="connsiteY531" fmla="*/ 1898371 h 6858000"/>
              <a:gd name="connsiteX532" fmla="*/ 6944437 w 7467600"/>
              <a:gd name="connsiteY532" fmla="*/ 1575402 h 6858000"/>
              <a:gd name="connsiteX533" fmla="*/ 6304730 w 7467600"/>
              <a:gd name="connsiteY533" fmla="*/ 1766654 h 6858000"/>
              <a:gd name="connsiteX534" fmla="*/ 6944437 w 7467600"/>
              <a:gd name="connsiteY534" fmla="*/ 1575402 h 6858000"/>
              <a:gd name="connsiteX535" fmla="*/ 7019523 w 7467600"/>
              <a:gd name="connsiteY535" fmla="*/ 1519450 h 6858000"/>
              <a:gd name="connsiteX536" fmla="*/ 6298091 w 7467600"/>
              <a:gd name="connsiteY536" fmla="*/ 1737122 h 6858000"/>
              <a:gd name="connsiteX537" fmla="*/ 7019523 w 7467600"/>
              <a:gd name="connsiteY537" fmla="*/ 1519450 h 6858000"/>
              <a:gd name="connsiteX538" fmla="*/ 2399523 w 7467600"/>
              <a:gd name="connsiteY538" fmla="*/ 1428234 h 6858000"/>
              <a:gd name="connsiteX539" fmla="*/ 2224982 w 7467600"/>
              <a:gd name="connsiteY539" fmla="*/ 1826201 h 6858000"/>
              <a:gd name="connsiteX540" fmla="*/ 2096099 w 7467600"/>
              <a:gd name="connsiteY540" fmla="*/ 2345900 h 6858000"/>
              <a:gd name="connsiteX541" fmla="*/ 2283317 w 7467600"/>
              <a:gd name="connsiteY541" fmla="*/ 1796925 h 6858000"/>
              <a:gd name="connsiteX542" fmla="*/ 2399523 w 7467600"/>
              <a:gd name="connsiteY542" fmla="*/ 1428234 h 6858000"/>
              <a:gd name="connsiteX543" fmla="*/ 2448558 w 7467600"/>
              <a:gd name="connsiteY543" fmla="*/ 1373435 h 6858000"/>
              <a:gd name="connsiteX544" fmla="*/ 2312521 w 7467600"/>
              <a:gd name="connsiteY544" fmla="*/ 1806140 h 6858000"/>
              <a:gd name="connsiteX545" fmla="*/ 2127533 w 7467600"/>
              <a:gd name="connsiteY545" fmla="*/ 2348380 h 6858000"/>
              <a:gd name="connsiteX546" fmla="*/ 2358080 w 7467600"/>
              <a:gd name="connsiteY546" fmla="*/ 1866134 h 6858000"/>
              <a:gd name="connsiteX547" fmla="*/ 2407436 w 7467600"/>
              <a:gd name="connsiteY547" fmla="*/ 1651070 h 6858000"/>
              <a:gd name="connsiteX548" fmla="*/ 2448558 w 7467600"/>
              <a:gd name="connsiteY548" fmla="*/ 1373435 h 6858000"/>
              <a:gd name="connsiteX549" fmla="*/ 278707 w 7467600"/>
              <a:gd name="connsiteY549" fmla="*/ 1352270 h 6858000"/>
              <a:gd name="connsiteX550" fmla="*/ 321570 w 7467600"/>
              <a:gd name="connsiteY550" fmla="*/ 1861610 h 6858000"/>
              <a:gd name="connsiteX551" fmla="*/ 294281 w 7467600"/>
              <a:gd name="connsiteY551" fmla="*/ 1440658 h 6858000"/>
              <a:gd name="connsiteX552" fmla="*/ 278707 w 7467600"/>
              <a:gd name="connsiteY552" fmla="*/ 1352270 h 6858000"/>
              <a:gd name="connsiteX553" fmla="*/ 1423821 w 7467600"/>
              <a:gd name="connsiteY553" fmla="*/ 1351958 h 6858000"/>
              <a:gd name="connsiteX554" fmla="*/ 1638521 w 7467600"/>
              <a:gd name="connsiteY554" fmla="*/ 1908470 h 6858000"/>
              <a:gd name="connsiteX555" fmla="*/ 1754199 w 7467600"/>
              <a:gd name="connsiteY555" fmla="*/ 2149284 h 6858000"/>
              <a:gd name="connsiteX556" fmla="*/ 1908359 w 7467600"/>
              <a:gd name="connsiteY556" fmla="*/ 2364988 h 6858000"/>
              <a:gd name="connsiteX557" fmla="*/ 1647661 w 7467600"/>
              <a:gd name="connsiteY557" fmla="*/ 1825945 h 6858000"/>
              <a:gd name="connsiteX558" fmla="*/ 1423821 w 7467600"/>
              <a:gd name="connsiteY558" fmla="*/ 1351958 h 6858000"/>
              <a:gd name="connsiteX559" fmla="*/ 1431890 w 7467600"/>
              <a:gd name="connsiteY559" fmla="*/ 1306475 h 6858000"/>
              <a:gd name="connsiteX560" fmla="*/ 1507597 w 7467600"/>
              <a:gd name="connsiteY560" fmla="*/ 1446132 h 6858000"/>
              <a:gd name="connsiteX561" fmla="*/ 1674586 w 7467600"/>
              <a:gd name="connsiteY561" fmla="*/ 1813832 h 6858000"/>
              <a:gd name="connsiteX562" fmla="*/ 1815950 w 7467600"/>
              <a:gd name="connsiteY562" fmla="*/ 2128564 h 6858000"/>
              <a:gd name="connsiteX563" fmla="*/ 1984242 w 7467600"/>
              <a:gd name="connsiteY563" fmla="*/ 2430829 h 6858000"/>
              <a:gd name="connsiteX564" fmla="*/ 2014023 w 7467600"/>
              <a:gd name="connsiteY564" fmla="*/ 2450995 h 6858000"/>
              <a:gd name="connsiteX565" fmla="*/ 1747337 w 7467600"/>
              <a:gd name="connsiteY565" fmla="*/ 1855264 h 6858000"/>
              <a:gd name="connsiteX566" fmla="*/ 1533749 w 7467600"/>
              <a:gd name="connsiteY566" fmla="*/ 1478656 h 6858000"/>
              <a:gd name="connsiteX567" fmla="*/ 1431890 w 7467600"/>
              <a:gd name="connsiteY567" fmla="*/ 1306475 h 6858000"/>
              <a:gd name="connsiteX568" fmla="*/ 5052692 w 7467600"/>
              <a:gd name="connsiteY568" fmla="*/ 1292994 h 6858000"/>
              <a:gd name="connsiteX569" fmla="*/ 5200661 w 7467600"/>
              <a:gd name="connsiteY569" fmla="*/ 1635186 h 6858000"/>
              <a:gd name="connsiteX570" fmla="*/ 5297138 w 7467600"/>
              <a:gd name="connsiteY570" fmla="*/ 1906351 h 6858000"/>
              <a:gd name="connsiteX571" fmla="*/ 5052692 w 7467600"/>
              <a:gd name="connsiteY571" fmla="*/ 1292994 h 6858000"/>
              <a:gd name="connsiteX572" fmla="*/ 5009948 w 7467600"/>
              <a:gd name="connsiteY572" fmla="*/ 1273619 h 6858000"/>
              <a:gd name="connsiteX573" fmla="*/ 5121777 w 7467600"/>
              <a:gd name="connsiteY573" fmla="*/ 1654213 h 6858000"/>
              <a:gd name="connsiteX574" fmla="*/ 5293545 w 7467600"/>
              <a:gd name="connsiteY574" fmla="*/ 2072247 h 6858000"/>
              <a:gd name="connsiteX575" fmla="*/ 5294042 w 7467600"/>
              <a:gd name="connsiteY575" fmla="*/ 2065019 h 6858000"/>
              <a:gd name="connsiteX576" fmla="*/ 5171936 w 7467600"/>
              <a:gd name="connsiteY576" fmla="*/ 1647613 h 6858000"/>
              <a:gd name="connsiteX577" fmla="*/ 5009948 w 7467600"/>
              <a:gd name="connsiteY577" fmla="*/ 1273619 h 6858000"/>
              <a:gd name="connsiteX578" fmla="*/ 655236 w 7467600"/>
              <a:gd name="connsiteY578" fmla="*/ 1268632 h 6858000"/>
              <a:gd name="connsiteX579" fmla="*/ 839521 w 7467600"/>
              <a:gd name="connsiteY579" fmla="*/ 1685315 h 6858000"/>
              <a:gd name="connsiteX580" fmla="*/ 1109416 w 7467600"/>
              <a:gd name="connsiteY580" fmla="*/ 2061663 h 6858000"/>
              <a:gd name="connsiteX581" fmla="*/ 1298300 w 7467600"/>
              <a:gd name="connsiteY581" fmla="*/ 2247742 h 6858000"/>
              <a:gd name="connsiteX582" fmla="*/ 1125871 w 7467600"/>
              <a:gd name="connsiteY582" fmla="*/ 1989513 h 6858000"/>
              <a:gd name="connsiteX583" fmla="*/ 981574 w 7467600"/>
              <a:gd name="connsiteY583" fmla="*/ 1783157 h 6858000"/>
              <a:gd name="connsiteX584" fmla="*/ 922198 w 7467600"/>
              <a:gd name="connsiteY584" fmla="*/ 1677437 h 6858000"/>
              <a:gd name="connsiteX585" fmla="*/ 869293 w 7467600"/>
              <a:gd name="connsiteY585" fmla="*/ 1583214 h 6858000"/>
              <a:gd name="connsiteX586" fmla="*/ 751431 w 7467600"/>
              <a:gd name="connsiteY586" fmla="*/ 1405731 h 6858000"/>
              <a:gd name="connsiteX587" fmla="*/ 655236 w 7467600"/>
              <a:gd name="connsiteY587" fmla="*/ 1268632 h 6858000"/>
              <a:gd name="connsiteX588" fmla="*/ 6516292 w 7467600"/>
              <a:gd name="connsiteY588" fmla="*/ 1263064 h 6858000"/>
              <a:gd name="connsiteX589" fmla="*/ 5736320 w 7467600"/>
              <a:gd name="connsiteY589" fmla="*/ 1501803 h 6858000"/>
              <a:gd name="connsiteX590" fmla="*/ 6516292 w 7467600"/>
              <a:gd name="connsiteY590" fmla="*/ 1263064 h 6858000"/>
              <a:gd name="connsiteX591" fmla="*/ 291466 w 7467600"/>
              <a:gd name="connsiteY591" fmla="*/ 1250369 h 6858000"/>
              <a:gd name="connsiteX592" fmla="*/ 323180 w 7467600"/>
              <a:gd name="connsiteY592" fmla="*/ 1435283 h 6858000"/>
              <a:gd name="connsiteX593" fmla="*/ 349381 w 7467600"/>
              <a:gd name="connsiteY593" fmla="*/ 1875041 h 6858000"/>
              <a:gd name="connsiteX594" fmla="*/ 374363 w 7467600"/>
              <a:gd name="connsiteY594" fmla="*/ 1506494 h 6858000"/>
              <a:gd name="connsiteX595" fmla="*/ 302168 w 7467600"/>
              <a:gd name="connsiteY595" fmla="*/ 1274495 h 6858000"/>
              <a:gd name="connsiteX596" fmla="*/ 291466 w 7467600"/>
              <a:gd name="connsiteY596" fmla="*/ 1250369 h 6858000"/>
              <a:gd name="connsiteX597" fmla="*/ 678222 w 7467600"/>
              <a:gd name="connsiteY597" fmla="*/ 1248670 h 6858000"/>
              <a:gd name="connsiteX598" fmla="*/ 775536 w 7467600"/>
              <a:gd name="connsiteY598" fmla="*/ 1388015 h 6858000"/>
              <a:gd name="connsiteX599" fmla="*/ 894529 w 7467600"/>
              <a:gd name="connsiteY599" fmla="*/ 1567739 h 6858000"/>
              <a:gd name="connsiteX600" fmla="*/ 948000 w 7467600"/>
              <a:gd name="connsiteY600" fmla="*/ 1663088 h 6858000"/>
              <a:gd name="connsiteX601" fmla="*/ 1006812 w 7467600"/>
              <a:gd name="connsiteY601" fmla="*/ 1767683 h 6858000"/>
              <a:gd name="connsiteX602" fmla="*/ 1149133 w 7467600"/>
              <a:gd name="connsiteY602" fmla="*/ 1971513 h 6858000"/>
              <a:gd name="connsiteX603" fmla="*/ 1333952 w 7467600"/>
              <a:gd name="connsiteY603" fmla="*/ 2251620 h 6858000"/>
              <a:gd name="connsiteX604" fmla="*/ 1337329 w 7467600"/>
              <a:gd name="connsiteY604" fmla="*/ 2258350 h 6858000"/>
              <a:gd name="connsiteX605" fmla="*/ 1014726 w 7467600"/>
              <a:gd name="connsiteY605" fmla="*/ 1615556 h 6858000"/>
              <a:gd name="connsiteX606" fmla="*/ 678222 w 7467600"/>
              <a:gd name="connsiteY606" fmla="*/ 1248670 h 6858000"/>
              <a:gd name="connsiteX607" fmla="*/ 6691602 w 7467600"/>
              <a:gd name="connsiteY607" fmla="*/ 1140573 h 6858000"/>
              <a:gd name="connsiteX608" fmla="*/ 6571100 w 7467600"/>
              <a:gd name="connsiteY608" fmla="*/ 1183662 h 6858000"/>
              <a:gd name="connsiteX609" fmla="*/ 6241687 w 7467600"/>
              <a:gd name="connsiteY609" fmla="*/ 1257600 h 6858000"/>
              <a:gd name="connsiteX610" fmla="*/ 5693009 w 7467600"/>
              <a:gd name="connsiteY610" fmla="*/ 1478256 h 6858000"/>
              <a:gd name="connsiteX611" fmla="*/ 6548420 w 7467600"/>
              <a:gd name="connsiteY611" fmla="*/ 1214599 h 6858000"/>
              <a:gd name="connsiteX612" fmla="*/ 6605473 w 7467600"/>
              <a:gd name="connsiteY612" fmla="*/ 1184686 h 6858000"/>
              <a:gd name="connsiteX613" fmla="*/ 6691602 w 7467600"/>
              <a:gd name="connsiteY613" fmla="*/ 1140573 h 6858000"/>
              <a:gd name="connsiteX614" fmla="*/ 4002475 w 7467600"/>
              <a:gd name="connsiteY614" fmla="*/ 1037802 h 6858000"/>
              <a:gd name="connsiteX615" fmla="*/ 4000324 w 7467600"/>
              <a:gd name="connsiteY615" fmla="*/ 1039362 h 6858000"/>
              <a:gd name="connsiteX616" fmla="*/ 4002862 w 7467600"/>
              <a:gd name="connsiteY616" fmla="*/ 1042866 h 6858000"/>
              <a:gd name="connsiteX617" fmla="*/ 4002475 w 7467600"/>
              <a:gd name="connsiteY617" fmla="*/ 1037802 h 6858000"/>
              <a:gd name="connsiteX618" fmla="*/ 506322 w 7467600"/>
              <a:gd name="connsiteY618" fmla="*/ 1020997 h 6858000"/>
              <a:gd name="connsiteX619" fmla="*/ 533068 w 7467600"/>
              <a:gd name="connsiteY619" fmla="*/ 1029409 h 6858000"/>
              <a:gd name="connsiteX620" fmla="*/ 1232525 w 7467600"/>
              <a:gd name="connsiteY620" fmla="*/ 1804675 h 6858000"/>
              <a:gd name="connsiteX621" fmla="*/ 1388858 w 7467600"/>
              <a:gd name="connsiteY621" fmla="*/ 2368011 h 6858000"/>
              <a:gd name="connsiteX622" fmla="*/ 1384098 w 7467600"/>
              <a:gd name="connsiteY622" fmla="*/ 2378125 h 6858000"/>
              <a:gd name="connsiteX623" fmla="*/ 1425393 w 7467600"/>
              <a:gd name="connsiteY623" fmla="*/ 2589124 h 6858000"/>
              <a:gd name="connsiteX624" fmla="*/ 1424001 w 7467600"/>
              <a:gd name="connsiteY624" fmla="*/ 2597541 h 6858000"/>
              <a:gd name="connsiteX625" fmla="*/ 2152729 w 7467600"/>
              <a:gd name="connsiteY625" fmla="*/ 2864487 h 6858000"/>
              <a:gd name="connsiteX626" fmla="*/ 2020609 w 7467600"/>
              <a:gd name="connsiteY626" fmla="*/ 2539671 h 6858000"/>
              <a:gd name="connsiteX627" fmla="*/ 2018920 w 7467600"/>
              <a:gd name="connsiteY627" fmla="*/ 2536309 h 6858000"/>
              <a:gd name="connsiteX628" fmla="*/ 1342441 w 7467600"/>
              <a:gd name="connsiteY628" fmla="*/ 1173017 h 6858000"/>
              <a:gd name="connsiteX629" fmla="*/ 1367925 w 7467600"/>
              <a:gd name="connsiteY629" fmla="*/ 1135648 h 6858000"/>
              <a:gd name="connsiteX630" fmla="*/ 1771401 w 7467600"/>
              <a:gd name="connsiteY630" fmla="*/ 1806673 h 6858000"/>
              <a:gd name="connsiteX631" fmla="*/ 1972385 w 7467600"/>
              <a:gd name="connsiteY631" fmla="*/ 2198735 h 6858000"/>
              <a:gd name="connsiteX632" fmla="*/ 2040892 w 7467600"/>
              <a:gd name="connsiteY632" fmla="*/ 2405205 h 6858000"/>
              <a:gd name="connsiteX633" fmla="*/ 2131689 w 7467600"/>
              <a:gd name="connsiteY633" fmla="*/ 1936926 h 6858000"/>
              <a:gd name="connsiteX634" fmla="*/ 2454820 w 7467600"/>
              <a:gd name="connsiteY634" fmla="*/ 1248808 h 6858000"/>
              <a:gd name="connsiteX635" fmla="*/ 2492512 w 7467600"/>
              <a:gd name="connsiteY635" fmla="*/ 1302920 h 6858000"/>
              <a:gd name="connsiteX636" fmla="*/ 2081216 w 7467600"/>
              <a:gd name="connsiteY636" fmla="*/ 2527513 h 6858000"/>
              <a:gd name="connsiteX637" fmla="*/ 2081211 w 7467600"/>
              <a:gd name="connsiteY637" fmla="*/ 2528916 h 6858000"/>
              <a:gd name="connsiteX638" fmla="*/ 2199067 w 7467600"/>
              <a:gd name="connsiteY638" fmla="*/ 2884061 h 6858000"/>
              <a:gd name="connsiteX639" fmla="*/ 3192586 w 7467600"/>
              <a:gd name="connsiteY639" fmla="*/ 3411496 h 6858000"/>
              <a:gd name="connsiteX640" fmla="*/ 3182620 w 7467600"/>
              <a:gd name="connsiteY640" fmla="*/ 3483279 h 6858000"/>
              <a:gd name="connsiteX641" fmla="*/ 2435119 w 7467600"/>
              <a:gd name="connsiteY641" fmla="*/ 3080173 h 6858000"/>
              <a:gd name="connsiteX642" fmla="*/ 2410152 w 7467600"/>
              <a:gd name="connsiteY642" fmla="*/ 3063751 h 6858000"/>
              <a:gd name="connsiteX643" fmla="*/ 2408099 w 7467600"/>
              <a:gd name="connsiteY643" fmla="*/ 3064403 h 6858000"/>
              <a:gd name="connsiteX644" fmla="*/ 2407218 w 7467600"/>
              <a:gd name="connsiteY644" fmla="*/ 3070324 h 6858000"/>
              <a:gd name="connsiteX645" fmla="*/ 2380138 w 7467600"/>
              <a:gd name="connsiteY645" fmla="*/ 3099341 h 6858000"/>
              <a:gd name="connsiteX646" fmla="*/ 1765923 w 7467600"/>
              <a:gd name="connsiteY646" fmla="*/ 3581043 h 6858000"/>
              <a:gd name="connsiteX647" fmla="*/ 1702258 w 7467600"/>
              <a:gd name="connsiteY647" fmla="*/ 3612286 h 6858000"/>
              <a:gd name="connsiteX648" fmla="*/ 1538370 w 7467600"/>
              <a:gd name="connsiteY648" fmla="*/ 3811804 h 6858000"/>
              <a:gd name="connsiteX649" fmla="*/ 542867 w 7467600"/>
              <a:gd name="connsiteY649" fmla="*/ 4944092 h 6858000"/>
              <a:gd name="connsiteX650" fmla="*/ 515800 w 7467600"/>
              <a:gd name="connsiteY650" fmla="*/ 4862180 h 6858000"/>
              <a:gd name="connsiteX651" fmla="*/ 909145 w 7467600"/>
              <a:gd name="connsiteY651" fmla="*/ 4199225 h 6858000"/>
              <a:gd name="connsiteX652" fmla="*/ 1214067 w 7467600"/>
              <a:gd name="connsiteY652" fmla="*/ 3908561 h 6858000"/>
              <a:gd name="connsiteX653" fmla="*/ 640967 w 7467600"/>
              <a:gd name="connsiteY653" fmla="*/ 4105601 h 6858000"/>
              <a:gd name="connsiteX654" fmla="*/ 112563 w 7467600"/>
              <a:gd name="connsiteY654" fmla="*/ 4396952 h 6858000"/>
              <a:gd name="connsiteX655" fmla="*/ 0 w 7467600"/>
              <a:gd name="connsiteY655" fmla="*/ 4466006 h 6858000"/>
              <a:gd name="connsiteX656" fmla="*/ 0 w 7467600"/>
              <a:gd name="connsiteY656" fmla="*/ 4233763 h 6858000"/>
              <a:gd name="connsiteX657" fmla="*/ 36881 w 7467600"/>
              <a:gd name="connsiteY657" fmla="*/ 4200118 h 6858000"/>
              <a:gd name="connsiteX658" fmla="*/ 910534 w 7467600"/>
              <a:gd name="connsiteY658" fmla="*/ 3629753 h 6858000"/>
              <a:gd name="connsiteX659" fmla="*/ 1578717 w 7467600"/>
              <a:gd name="connsiteY659" fmla="*/ 3575982 h 6858000"/>
              <a:gd name="connsiteX660" fmla="*/ 2338780 w 7467600"/>
              <a:gd name="connsiteY660" fmla="*/ 3033725 h 6858000"/>
              <a:gd name="connsiteX661" fmla="*/ 1807991 w 7467600"/>
              <a:gd name="connsiteY661" fmla="*/ 2807184 h 6858000"/>
              <a:gd name="connsiteX662" fmla="*/ 1416358 w 7467600"/>
              <a:gd name="connsiteY662" fmla="*/ 3112571 h 6858000"/>
              <a:gd name="connsiteX663" fmla="*/ 939066 w 7467600"/>
              <a:gd name="connsiteY663" fmla="*/ 3378798 h 6858000"/>
              <a:gd name="connsiteX664" fmla="*/ 115099 w 7467600"/>
              <a:gd name="connsiteY664" fmla="*/ 3607650 h 6858000"/>
              <a:gd name="connsiteX665" fmla="*/ 97284 w 7467600"/>
              <a:gd name="connsiteY665" fmla="*/ 3520393 h 6858000"/>
              <a:gd name="connsiteX666" fmla="*/ 922050 w 7467600"/>
              <a:gd name="connsiteY666" fmla="*/ 3074867 h 6858000"/>
              <a:gd name="connsiteX667" fmla="*/ 1405265 w 7467600"/>
              <a:gd name="connsiteY667" fmla="*/ 3016319 h 6858000"/>
              <a:gd name="connsiteX668" fmla="*/ 1407512 w 7467600"/>
              <a:gd name="connsiteY668" fmla="*/ 3018001 h 6858000"/>
              <a:gd name="connsiteX669" fmla="*/ 1726266 w 7467600"/>
              <a:gd name="connsiteY669" fmla="*/ 2777274 h 6858000"/>
              <a:gd name="connsiteX670" fmla="*/ 625390 w 7467600"/>
              <a:gd name="connsiteY670" fmla="*/ 2514541 h 6858000"/>
              <a:gd name="connsiteX671" fmla="*/ 619799 w 7467600"/>
              <a:gd name="connsiteY671" fmla="*/ 2527180 h 6858000"/>
              <a:gd name="connsiteX672" fmla="*/ 310030 w 7467600"/>
              <a:gd name="connsiteY672" fmla="*/ 2771818 h 6858000"/>
              <a:gd name="connsiteX673" fmla="*/ 173877 w 7467600"/>
              <a:gd name="connsiteY673" fmla="*/ 2937056 h 6858000"/>
              <a:gd name="connsiteX674" fmla="*/ 77889 w 7467600"/>
              <a:gd name="connsiteY674" fmla="*/ 3138440 h 6858000"/>
              <a:gd name="connsiteX675" fmla="*/ 0 w 7467600"/>
              <a:gd name="connsiteY675" fmla="*/ 3271395 h 6858000"/>
              <a:gd name="connsiteX676" fmla="*/ 0 w 7467600"/>
              <a:gd name="connsiteY676" fmla="*/ 3153002 h 6858000"/>
              <a:gd name="connsiteX677" fmla="*/ 2386 w 7467600"/>
              <a:gd name="connsiteY677" fmla="*/ 3149203 h 6858000"/>
              <a:gd name="connsiteX678" fmla="*/ 89753 w 7467600"/>
              <a:gd name="connsiteY678" fmla="*/ 2987702 h 6858000"/>
              <a:gd name="connsiteX679" fmla="*/ 76869 w 7467600"/>
              <a:gd name="connsiteY679" fmla="*/ 3005404 h 6858000"/>
              <a:gd name="connsiteX680" fmla="*/ 32049 w 7467600"/>
              <a:gd name="connsiteY680" fmla="*/ 3065814 h 6858000"/>
              <a:gd name="connsiteX681" fmla="*/ 0 w 7467600"/>
              <a:gd name="connsiteY681" fmla="*/ 3108744 h 6858000"/>
              <a:gd name="connsiteX682" fmla="*/ 0 w 7467600"/>
              <a:gd name="connsiteY682" fmla="*/ 3058059 h 6858000"/>
              <a:gd name="connsiteX683" fmla="*/ 7610 w 7467600"/>
              <a:gd name="connsiteY683" fmla="*/ 3047889 h 6858000"/>
              <a:gd name="connsiteX684" fmla="*/ 52419 w 7467600"/>
              <a:gd name="connsiteY684" fmla="*/ 2987479 h 6858000"/>
              <a:gd name="connsiteX685" fmla="*/ 59142 w 7467600"/>
              <a:gd name="connsiteY685" fmla="*/ 2978488 h 6858000"/>
              <a:gd name="connsiteX686" fmla="*/ 0 w 7467600"/>
              <a:gd name="connsiteY686" fmla="*/ 3015334 h 6858000"/>
              <a:gd name="connsiteX687" fmla="*/ 0 w 7467600"/>
              <a:gd name="connsiteY687" fmla="*/ 2914286 h 6858000"/>
              <a:gd name="connsiteX688" fmla="*/ 36383 w 7467600"/>
              <a:gd name="connsiteY688" fmla="*/ 2901128 h 6858000"/>
              <a:gd name="connsiteX689" fmla="*/ 156329 w 7467600"/>
              <a:gd name="connsiteY689" fmla="*/ 2840533 h 6858000"/>
              <a:gd name="connsiteX690" fmla="*/ 358355 w 7467600"/>
              <a:gd name="connsiteY690" fmla="*/ 2620471 h 6858000"/>
              <a:gd name="connsiteX691" fmla="*/ 510577 w 7467600"/>
              <a:gd name="connsiteY691" fmla="*/ 2501244 h 6858000"/>
              <a:gd name="connsiteX692" fmla="*/ 211967 w 7467600"/>
              <a:gd name="connsiteY692" fmla="*/ 2479171 h 6858000"/>
              <a:gd name="connsiteX693" fmla="*/ 0 w 7467600"/>
              <a:gd name="connsiteY693" fmla="*/ 2476398 h 6858000"/>
              <a:gd name="connsiteX694" fmla="*/ 0 w 7467600"/>
              <a:gd name="connsiteY694" fmla="*/ 2389189 h 6858000"/>
              <a:gd name="connsiteX695" fmla="*/ 103062 w 7467600"/>
              <a:gd name="connsiteY695" fmla="*/ 2389518 h 6858000"/>
              <a:gd name="connsiteX696" fmla="*/ 510734 w 7467600"/>
              <a:gd name="connsiteY696" fmla="*/ 2416201 h 6858000"/>
              <a:gd name="connsiteX697" fmla="*/ 279257 w 7467600"/>
              <a:gd name="connsiteY697" fmla="*/ 2092102 h 6858000"/>
              <a:gd name="connsiteX698" fmla="*/ 65265 w 7467600"/>
              <a:gd name="connsiteY698" fmla="*/ 2006049 h 6858000"/>
              <a:gd name="connsiteX699" fmla="*/ 0 w 7467600"/>
              <a:gd name="connsiteY699" fmla="*/ 1982532 h 6858000"/>
              <a:gd name="connsiteX700" fmla="*/ 0 w 7467600"/>
              <a:gd name="connsiteY700" fmla="*/ 1912789 h 6858000"/>
              <a:gd name="connsiteX701" fmla="*/ 97460 w 7467600"/>
              <a:gd name="connsiteY701" fmla="*/ 1953725 h 6858000"/>
              <a:gd name="connsiteX702" fmla="*/ 221272 w 7467600"/>
              <a:gd name="connsiteY702" fmla="*/ 1980766 h 6858000"/>
              <a:gd name="connsiteX703" fmla="*/ 116765 w 7467600"/>
              <a:gd name="connsiteY703" fmla="*/ 1911033 h 6858000"/>
              <a:gd name="connsiteX704" fmla="*/ 16405 w 7467600"/>
              <a:gd name="connsiteY704" fmla="*/ 1803412 h 6858000"/>
              <a:gd name="connsiteX705" fmla="*/ 0 w 7467600"/>
              <a:gd name="connsiteY705" fmla="*/ 1784777 h 6858000"/>
              <a:gd name="connsiteX706" fmla="*/ 0 w 7467600"/>
              <a:gd name="connsiteY706" fmla="*/ 1740082 h 6858000"/>
              <a:gd name="connsiteX707" fmla="*/ 39394 w 7467600"/>
              <a:gd name="connsiteY707" fmla="*/ 1784856 h 6858000"/>
              <a:gd name="connsiteX708" fmla="*/ 135813 w 7467600"/>
              <a:gd name="connsiteY708" fmla="*/ 1888838 h 6858000"/>
              <a:gd name="connsiteX709" fmla="*/ 242575 w 7467600"/>
              <a:gd name="connsiteY709" fmla="*/ 1958841 h 6858000"/>
              <a:gd name="connsiteX710" fmla="*/ 82197 w 7467600"/>
              <a:gd name="connsiteY710" fmla="*/ 1754826 h 6858000"/>
              <a:gd name="connsiteX711" fmla="*/ 0 w 7467600"/>
              <a:gd name="connsiteY711" fmla="*/ 1679650 h 6858000"/>
              <a:gd name="connsiteX712" fmla="*/ 0 w 7467600"/>
              <a:gd name="connsiteY712" fmla="*/ 1602463 h 6858000"/>
              <a:gd name="connsiteX713" fmla="*/ 84689 w 7467600"/>
              <a:gd name="connsiteY713" fmla="*/ 1677442 h 6858000"/>
              <a:gd name="connsiteX714" fmla="*/ 298437 w 7467600"/>
              <a:gd name="connsiteY714" fmla="*/ 1968019 h 6858000"/>
              <a:gd name="connsiteX715" fmla="*/ 227269 w 7467600"/>
              <a:gd name="connsiteY715" fmla="*/ 1114064 h 6858000"/>
              <a:gd name="connsiteX716" fmla="*/ 248003 w 7467600"/>
              <a:gd name="connsiteY716" fmla="*/ 1089613 h 6858000"/>
              <a:gd name="connsiteX717" fmla="*/ 427020 w 7467600"/>
              <a:gd name="connsiteY717" fmla="*/ 1619803 h 6858000"/>
              <a:gd name="connsiteX718" fmla="*/ 340345 w 7467600"/>
              <a:gd name="connsiteY718" fmla="*/ 2027739 h 6858000"/>
              <a:gd name="connsiteX719" fmla="*/ 360865 w 7467600"/>
              <a:gd name="connsiteY719" fmla="*/ 2044827 h 6858000"/>
              <a:gd name="connsiteX720" fmla="*/ 560414 w 7467600"/>
              <a:gd name="connsiteY720" fmla="*/ 2421457 h 6858000"/>
              <a:gd name="connsiteX721" fmla="*/ 1359703 w 7467600"/>
              <a:gd name="connsiteY721" fmla="*/ 2578554 h 6858000"/>
              <a:gd name="connsiteX722" fmla="*/ 1359422 w 7467600"/>
              <a:gd name="connsiteY722" fmla="*/ 2577994 h 6858000"/>
              <a:gd name="connsiteX723" fmla="*/ 828701 w 7467600"/>
              <a:gd name="connsiteY723" fmla="*/ 1839520 h 6858000"/>
              <a:gd name="connsiteX724" fmla="*/ 494427 w 7467600"/>
              <a:gd name="connsiteY724" fmla="*/ 1092333 h 6858000"/>
              <a:gd name="connsiteX725" fmla="*/ 506322 w 7467600"/>
              <a:gd name="connsiteY725" fmla="*/ 1020997 h 6858000"/>
              <a:gd name="connsiteX726" fmla="*/ 4570198 w 7467600"/>
              <a:gd name="connsiteY726" fmla="*/ 978081 h 6858000"/>
              <a:gd name="connsiteX727" fmla="*/ 4523691 w 7467600"/>
              <a:gd name="connsiteY727" fmla="*/ 1127776 h 6858000"/>
              <a:gd name="connsiteX728" fmla="*/ 4509875 w 7467600"/>
              <a:gd name="connsiteY728" fmla="*/ 1167552 h 6858000"/>
              <a:gd name="connsiteX729" fmla="*/ 4478168 w 7467600"/>
              <a:gd name="connsiteY729" fmla="*/ 1260735 h 6858000"/>
              <a:gd name="connsiteX730" fmla="*/ 4409309 w 7467600"/>
              <a:gd name="connsiteY730" fmla="*/ 1666996 h 6858000"/>
              <a:gd name="connsiteX731" fmla="*/ 4370031 w 7467600"/>
              <a:gd name="connsiteY731" fmla="*/ 1955666 h 6858000"/>
              <a:gd name="connsiteX732" fmla="*/ 4570198 w 7467600"/>
              <a:gd name="connsiteY732" fmla="*/ 978081 h 6858000"/>
              <a:gd name="connsiteX733" fmla="*/ 4557898 w 7467600"/>
              <a:gd name="connsiteY733" fmla="*/ 900011 h 6858000"/>
              <a:gd name="connsiteX734" fmla="*/ 4344840 w 7467600"/>
              <a:gd name="connsiteY734" fmla="*/ 1922038 h 6858000"/>
              <a:gd name="connsiteX735" fmla="*/ 4378710 w 7467600"/>
              <a:gd name="connsiteY735" fmla="*/ 1665516 h 6858000"/>
              <a:gd name="connsiteX736" fmla="*/ 4448798 w 7467600"/>
              <a:gd name="connsiteY736" fmla="*/ 1253024 h 6858000"/>
              <a:gd name="connsiteX737" fmla="*/ 4480315 w 7467600"/>
              <a:gd name="connsiteY737" fmla="*/ 1158454 h 6858000"/>
              <a:gd name="connsiteX738" fmla="*/ 4494133 w 7467600"/>
              <a:gd name="connsiteY738" fmla="*/ 1118676 h 6858000"/>
              <a:gd name="connsiteX739" fmla="*/ 4557898 w 7467600"/>
              <a:gd name="connsiteY739" fmla="*/ 900011 h 6858000"/>
              <a:gd name="connsiteX740" fmla="*/ 5870151 w 7467600"/>
              <a:gd name="connsiteY740" fmla="*/ 898890 h 6858000"/>
              <a:gd name="connsiteX741" fmla="*/ 5861335 w 7467600"/>
              <a:gd name="connsiteY741" fmla="*/ 899177 h 6858000"/>
              <a:gd name="connsiteX742" fmla="*/ 5843702 w 7467600"/>
              <a:gd name="connsiteY742" fmla="*/ 899748 h 6858000"/>
              <a:gd name="connsiteX743" fmla="*/ 5651107 w 7467600"/>
              <a:gd name="connsiteY743" fmla="*/ 920306 h 6858000"/>
              <a:gd name="connsiteX744" fmla="*/ 5459407 w 7467600"/>
              <a:gd name="connsiteY744" fmla="*/ 940975 h 6858000"/>
              <a:gd name="connsiteX745" fmla="*/ 5374846 w 7467600"/>
              <a:gd name="connsiteY745" fmla="*/ 941988 h 6858000"/>
              <a:gd name="connsiteX746" fmla="*/ 5256105 w 7467600"/>
              <a:gd name="connsiteY746" fmla="*/ 945632 h 6858000"/>
              <a:gd name="connsiteX747" fmla="*/ 5107071 w 7467600"/>
              <a:gd name="connsiteY747" fmla="*/ 969720 h 6858000"/>
              <a:gd name="connsiteX748" fmla="*/ 4998681 w 7467600"/>
              <a:gd name="connsiteY748" fmla="*/ 988771 h 6858000"/>
              <a:gd name="connsiteX749" fmla="*/ 5870151 w 7467600"/>
              <a:gd name="connsiteY749" fmla="*/ 898890 h 6858000"/>
              <a:gd name="connsiteX750" fmla="*/ 5504425 w 7467600"/>
              <a:gd name="connsiteY750" fmla="*/ 848067 h 6858000"/>
              <a:gd name="connsiteX751" fmla="*/ 4968849 w 7467600"/>
              <a:gd name="connsiteY751" fmla="*/ 962318 h 6858000"/>
              <a:gd name="connsiteX752" fmla="*/ 5104039 w 7467600"/>
              <a:gd name="connsiteY752" fmla="*/ 940634 h 6858000"/>
              <a:gd name="connsiteX753" fmla="*/ 5256311 w 7467600"/>
              <a:gd name="connsiteY753" fmla="*/ 916490 h 6858000"/>
              <a:gd name="connsiteX754" fmla="*/ 5377381 w 7467600"/>
              <a:gd name="connsiteY754" fmla="*/ 912671 h 6858000"/>
              <a:gd name="connsiteX755" fmla="*/ 5460148 w 7467600"/>
              <a:gd name="connsiteY755" fmla="*/ 911442 h 6858000"/>
              <a:gd name="connsiteX756" fmla="*/ 5648971 w 7467600"/>
              <a:gd name="connsiteY756" fmla="*/ 891331 h 6858000"/>
              <a:gd name="connsiteX757" fmla="*/ 5844807 w 7467600"/>
              <a:gd name="connsiteY757" fmla="*/ 870718 h 6858000"/>
              <a:gd name="connsiteX758" fmla="*/ 5862975 w 7467600"/>
              <a:gd name="connsiteY758" fmla="*/ 869756 h 6858000"/>
              <a:gd name="connsiteX759" fmla="*/ 5920887 w 7467600"/>
              <a:gd name="connsiteY759" fmla="*/ 865929 h 6858000"/>
              <a:gd name="connsiteX760" fmla="*/ 5504425 w 7467600"/>
              <a:gd name="connsiteY760" fmla="*/ 848067 h 6858000"/>
              <a:gd name="connsiteX761" fmla="*/ 3607114 w 7467600"/>
              <a:gd name="connsiteY761" fmla="*/ 467441 h 6858000"/>
              <a:gd name="connsiteX762" fmla="*/ 3296242 w 7467600"/>
              <a:gd name="connsiteY762" fmla="*/ 807991 h 6858000"/>
              <a:gd name="connsiteX763" fmla="*/ 3174674 w 7467600"/>
              <a:gd name="connsiteY763" fmla="*/ 919759 h 6858000"/>
              <a:gd name="connsiteX764" fmla="*/ 3042978 w 7467600"/>
              <a:gd name="connsiteY764" fmla="*/ 1054894 h 6858000"/>
              <a:gd name="connsiteX765" fmla="*/ 2968914 w 7467600"/>
              <a:gd name="connsiteY765" fmla="*/ 1133756 h 6858000"/>
              <a:gd name="connsiteX766" fmla="*/ 3103823 w 7467600"/>
              <a:gd name="connsiteY766" fmla="*/ 1026814 h 6858000"/>
              <a:gd name="connsiteX767" fmla="*/ 3607114 w 7467600"/>
              <a:gd name="connsiteY767" fmla="*/ 467441 h 6858000"/>
              <a:gd name="connsiteX768" fmla="*/ 3744487 w 7467600"/>
              <a:gd name="connsiteY768" fmla="*/ 383136 h 6858000"/>
              <a:gd name="connsiteX769" fmla="*/ 3970213 w 7467600"/>
              <a:gd name="connsiteY769" fmla="*/ 995559 h 6858000"/>
              <a:gd name="connsiteX770" fmla="*/ 3744487 w 7467600"/>
              <a:gd name="connsiteY770" fmla="*/ 383136 h 6858000"/>
              <a:gd name="connsiteX771" fmla="*/ 3624562 w 7467600"/>
              <a:gd name="connsiteY771" fmla="*/ 367041 h 6858000"/>
              <a:gd name="connsiteX772" fmla="*/ 3489712 w 7467600"/>
              <a:gd name="connsiteY772" fmla="*/ 485386 h 6858000"/>
              <a:gd name="connsiteX773" fmla="*/ 3182994 w 7467600"/>
              <a:gd name="connsiteY773" fmla="*/ 828265 h 6858000"/>
              <a:gd name="connsiteX774" fmla="*/ 2892114 w 7467600"/>
              <a:gd name="connsiteY774" fmla="*/ 1172635 h 6858000"/>
              <a:gd name="connsiteX775" fmla="*/ 3021459 w 7467600"/>
              <a:gd name="connsiteY775" fmla="*/ 1035385 h 6858000"/>
              <a:gd name="connsiteX776" fmla="*/ 3153873 w 7467600"/>
              <a:gd name="connsiteY776" fmla="*/ 898971 h 6858000"/>
              <a:gd name="connsiteX777" fmla="*/ 3276511 w 7467600"/>
              <a:gd name="connsiteY777" fmla="*/ 786423 h 6858000"/>
              <a:gd name="connsiteX778" fmla="*/ 3584154 w 7467600"/>
              <a:gd name="connsiteY778" fmla="*/ 448218 h 6858000"/>
              <a:gd name="connsiteX779" fmla="*/ 3624562 w 7467600"/>
              <a:gd name="connsiteY779" fmla="*/ 367041 h 6858000"/>
              <a:gd name="connsiteX780" fmla="*/ 3766672 w 7467600"/>
              <a:gd name="connsiteY780" fmla="*/ 359429 h 6858000"/>
              <a:gd name="connsiteX781" fmla="*/ 3996338 w 7467600"/>
              <a:gd name="connsiteY781" fmla="*/ 968237 h 6858000"/>
              <a:gd name="connsiteX782" fmla="*/ 3766672 w 7467600"/>
              <a:gd name="connsiteY782" fmla="*/ 359429 h 6858000"/>
              <a:gd name="connsiteX783" fmla="*/ 5805386 w 7467600"/>
              <a:gd name="connsiteY783" fmla="*/ 239240 h 6858000"/>
              <a:gd name="connsiteX784" fmla="*/ 5736947 w 7467600"/>
              <a:gd name="connsiteY784" fmla="*/ 261367 h 6858000"/>
              <a:gd name="connsiteX785" fmla="*/ 5427012 w 7467600"/>
              <a:gd name="connsiteY785" fmla="*/ 311272 h 6858000"/>
              <a:gd name="connsiteX786" fmla="*/ 5147818 w 7467600"/>
              <a:gd name="connsiteY786" fmla="*/ 322112 h 6858000"/>
              <a:gd name="connsiteX787" fmla="*/ 5060854 w 7467600"/>
              <a:gd name="connsiteY787" fmla="*/ 311882 h 6858000"/>
              <a:gd name="connsiteX788" fmla="*/ 4945989 w 7467600"/>
              <a:gd name="connsiteY788" fmla="*/ 300516 h 6858000"/>
              <a:gd name="connsiteX789" fmla="*/ 5410479 w 7467600"/>
              <a:gd name="connsiteY789" fmla="*/ 348434 h 6858000"/>
              <a:gd name="connsiteX790" fmla="*/ 5805386 w 7467600"/>
              <a:gd name="connsiteY790" fmla="*/ 239240 h 6858000"/>
              <a:gd name="connsiteX791" fmla="*/ 5905192 w 7467600"/>
              <a:gd name="connsiteY791" fmla="*/ 163079 h 6858000"/>
              <a:gd name="connsiteX792" fmla="*/ 5865655 w 7467600"/>
              <a:gd name="connsiteY792" fmla="*/ 171901 h 6858000"/>
              <a:gd name="connsiteX793" fmla="*/ 5259740 w 7467600"/>
              <a:gd name="connsiteY793" fmla="*/ 257013 h 6858000"/>
              <a:gd name="connsiteX794" fmla="*/ 5208466 w 7467600"/>
              <a:gd name="connsiteY794" fmla="*/ 257550 h 6858000"/>
              <a:gd name="connsiteX795" fmla="*/ 4980204 w 7467600"/>
              <a:gd name="connsiteY795" fmla="*/ 271903 h 6858000"/>
              <a:gd name="connsiteX796" fmla="*/ 5068068 w 7467600"/>
              <a:gd name="connsiteY796" fmla="*/ 282244 h 6858000"/>
              <a:gd name="connsiteX797" fmla="*/ 5153231 w 7467600"/>
              <a:gd name="connsiteY797" fmla="*/ 292240 h 6858000"/>
              <a:gd name="connsiteX798" fmla="*/ 5426491 w 7467600"/>
              <a:gd name="connsiteY798" fmla="*/ 281128 h 6858000"/>
              <a:gd name="connsiteX799" fmla="*/ 5731212 w 7467600"/>
              <a:gd name="connsiteY799" fmla="*/ 231951 h 6858000"/>
              <a:gd name="connsiteX800" fmla="*/ 5905192 w 7467600"/>
              <a:gd name="connsiteY800" fmla="*/ 163079 h 6858000"/>
              <a:gd name="connsiteX801" fmla="*/ 5944437 w 7467600"/>
              <a:gd name="connsiteY801" fmla="*/ 113829 h 6858000"/>
              <a:gd name="connsiteX802" fmla="*/ 5825032 w 7467600"/>
              <a:gd name="connsiteY802" fmla="*/ 146405 h 6858000"/>
              <a:gd name="connsiteX803" fmla="*/ 4955599 w 7467600"/>
              <a:gd name="connsiteY803" fmla="*/ 247008 h 6858000"/>
              <a:gd name="connsiteX804" fmla="*/ 5210104 w 7467600"/>
              <a:gd name="connsiteY804" fmla="*/ 228123 h 6858000"/>
              <a:gd name="connsiteX805" fmla="*/ 5261015 w 7467600"/>
              <a:gd name="connsiteY805" fmla="*/ 227087 h 6858000"/>
              <a:gd name="connsiteX806" fmla="*/ 5861181 w 7467600"/>
              <a:gd name="connsiteY806" fmla="*/ 143093 h 6858000"/>
              <a:gd name="connsiteX807" fmla="*/ 5961252 w 7467600"/>
              <a:gd name="connsiteY807" fmla="*/ 114820 h 6858000"/>
              <a:gd name="connsiteX808" fmla="*/ 5944437 w 7467600"/>
              <a:gd name="connsiteY808" fmla="*/ 113829 h 6858000"/>
              <a:gd name="connsiteX809" fmla="*/ 3882765 w 7467600"/>
              <a:gd name="connsiteY809" fmla="*/ 0 h 6858000"/>
              <a:gd name="connsiteX810" fmla="*/ 3995099 w 7467600"/>
              <a:gd name="connsiteY810" fmla="*/ 0 h 6858000"/>
              <a:gd name="connsiteX811" fmla="*/ 4163818 w 7467600"/>
              <a:gd name="connsiteY811" fmla="*/ 234104 h 6858000"/>
              <a:gd name="connsiteX812" fmla="*/ 4172099 w 7467600"/>
              <a:gd name="connsiteY812" fmla="*/ 234207 h 6858000"/>
              <a:gd name="connsiteX813" fmla="*/ 4784282 w 7467600"/>
              <a:gd name="connsiteY813" fmla="*/ 276561 h 6858000"/>
              <a:gd name="connsiteX814" fmla="*/ 4801687 w 7467600"/>
              <a:gd name="connsiteY814" fmla="*/ 267764 h 6858000"/>
              <a:gd name="connsiteX815" fmla="*/ 6082788 w 7467600"/>
              <a:gd name="connsiteY815" fmla="*/ 64119 h 6858000"/>
              <a:gd name="connsiteX816" fmla="*/ 6099442 w 7467600"/>
              <a:gd name="connsiteY816" fmla="*/ 82568 h 6858000"/>
              <a:gd name="connsiteX817" fmla="*/ 4804137 w 7467600"/>
              <a:gd name="connsiteY817" fmla="*/ 320931 h 6858000"/>
              <a:gd name="connsiteX818" fmla="*/ 4227047 w 7467600"/>
              <a:gd name="connsiteY818" fmla="*/ 313415 h 6858000"/>
              <a:gd name="connsiteX819" fmla="*/ 4346041 w 7467600"/>
              <a:gd name="connsiteY819" fmla="*/ 456086 h 6858000"/>
              <a:gd name="connsiteX820" fmla="*/ 4870967 w 7467600"/>
              <a:gd name="connsiteY820" fmla="*/ 963061 h 6858000"/>
              <a:gd name="connsiteX821" fmla="*/ 4889647 w 7467600"/>
              <a:gd name="connsiteY821" fmla="*/ 957147 h 6858000"/>
              <a:gd name="connsiteX822" fmla="*/ 5422504 w 7467600"/>
              <a:gd name="connsiteY822" fmla="*/ 805191 h 6858000"/>
              <a:gd name="connsiteX823" fmla="*/ 6087656 w 7467600"/>
              <a:gd name="connsiteY823" fmla="*/ 826703 h 6858000"/>
              <a:gd name="connsiteX824" fmla="*/ 6058717 w 7467600"/>
              <a:gd name="connsiteY824" fmla="*/ 865992 h 6858000"/>
              <a:gd name="connsiteX825" fmla="*/ 4974153 w 7467600"/>
              <a:gd name="connsiteY825" fmla="*/ 1045456 h 6858000"/>
              <a:gd name="connsiteX826" fmla="*/ 5627835 w 7467600"/>
              <a:gd name="connsiteY826" fmla="*/ 1472077 h 6858000"/>
              <a:gd name="connsiteX827" fmla="*/ 5629817 w 7467600"/>
              <a:gd name="connsiteY827" fmla="*/ 1471412 h 6858000"/>
              <a:gd name="connsiteX828" fmla="*/ 5634124 w 7467600"/>
              <a:gd name="connsiteY828" fmla="*/ 1470572 h 6858000"/>
              <a:gd name="connsiteX829" fmla="*/ 5755832 w 7467600"/>
              <a:gd name="connsiteY829" fmla="*/ 1383886 h 6858000"/>
              <a:gd name="connsiteX830" fmla="*/ 6014186 w 7467600"/>
              <a:gd name="connsiteY830" fmla="*/ 1279799 h 6858000"/>
              <a:gd name="connsiteX831" fmla="*/ 6901619 w 7467600"/>
              <a:gd name="connsiteY831" fmla="*/ 1047874 h 6858000"/>
              <a:gd name="connsiteX832" fmla="*/ 6931566 w 7467600"/>
              <a:gd name="connsiteY832" fmla="*/ 1062034 h 6858000"/>
              <a:gd name="connsiteX833" fmla="*/ 5790982 w 7467600"/>
              <a:gd name="connsiteY833" fmla="*/ 1561380 h 6858000"/>
              <a:gd name="connsiteX834" fmla="*/ 6188971 w 7467600"/>
              <a:gd name="connsiteY834" fmla="*/ 1755168 h 6858000"/>
              <a:gd name="connsiteX835" fmla="*/ 6202446 w 7467600"/>
              <a:gd name="connsiteY835" fmla="*/ 1752268 h 6858000"/>
              <a:gd name="connsiteX836" fmla="*/ 7179560 w 7467600"/>
              <a:gd name="connsiteY836" fmla="*/ 1467551 h 6858000"/>
              <a:gd name="connsiteX837" fmla="*/ 7158730 w 7467600"/>
              <a:gd name="connsiteY837" fmla="*/ 1507835 h 6858000"/>
              <a:gd name="connsiteX838" fmla="*/ 6326959 w 7467600"/>
              <a:gd name="connsiteY838" fmla="*/ 1817686 h 6858000"/>
              <a:gd name="connsiteX839" fmla="*/ 6537433 w 7467600"/>
              <a:gd name="connsiteY839" fmla="*/ 1907790 h 6858000"/>
              <a:gd name="connsiteX840" fmla="*/ 6550221 w 7467600"/>
              <a:gd name="connsiteY840" fmla="*/ 1910729 h 6858000"/>
              <a:gd name="connsiteX841" fmla="*/ 6964438 w 7467600"/>
              <a:gd name="connsiteY841" fmla="*/ 2209505 h 6858000"/>
              <a:gd name="connsiteX842" fmla="*/ 7367862 w 7467600"/>
              <a:gd name="connsiteY842" fmla="*/ 2806833 h 6858000"/>
              <a:gd name="connsiteX843" fmla="*/ 7364329 w 7467600"/>
              <a:gd name="connsiteY843" fmla="*/ 2826907 h 6858000"/>
              <a:gd name="connsiteX844" fmla="*/ 7290545 w 7467600"/>
              <a:gd name="connsiteY844" fmla="*/ 2850663 h 6858000"/>
              <a:gd name="connsiteX845" fmla="*/ 6472036 w 7467600"/>
              <a:gd name="connsiteY845" fmla="*/ 1959003 h 6858000"/>
              <a:gd name="connsiteX846" fmla="*/ 5792897 w 7467600"/>
              <a:gd name="connsiteY846" fmla="*/ 1647747 h 6858000"/>
              <a:gd name="connsiteX847" fmla="*/ 5842751 w 7467600"/>
              <a:gd name="connsiteY847" fmla="*/ 1816112 h 6858000"/>
              <a:gd name="connsiteX848" fmla="*/ 5847424 w 7467600"/>
              <a:gd name="connsiteY848" fmla="*/ 1815776 h 6858000"/>
              <a:gd name="connsiteX849" fmla="*/ 6399821 w 7467600"/>
              <a:gd name="connsiteY849" fmla="*/ 2344799 h 6858000"/>
              <a:gd name="connsiteX850" fmla="*/ 6323232 w 7467600"/>
              <a:gd name="connsiteY850" fmla="*/ 2389634 h 6858000"/>
              <a:gd name="connsiteX851" fmla="*/ 5942958 w 7467600"/>
              <a:gd name="connsiteY851" fmla="*/ 2077708 h 6858000"/>
              <a:gd name="connsiteX852" fmla="*/ 5921559 w 7467600"/>
              <a:gd name="connsiteY852" fmla="*/ 2378596 h 6858000"/>
              <a:gd name="connsiteX853" fmla="*/ 5817651 w 7467600"/>
              <a:gd name="connsiteY853" fmla="*/ 3023919 h 6858000"/>
              <a:gd name="connsiteX854" fmla="*/ 5729634 w 7467600"/>
              <a:gd name="connsiteY854" fmla="*/ 3051849 h 6858000"/>
              <a:gd name="connsiteX855" fmla="*/ 5611018 w 7467600"/>
              <a:gd name="connsiteY855" fmla="*/ 2316769 h 6858000"/>
              <a:gd name="connsiteX856" fmla="*/ 5687608 w 7467600"/>
              <a:gd name="connsiteY856" fmla="*/ 2039972 h 6858000"/>
              <a:gd name="connsiteX857" fmla="*/ 5657554 w 7467600"/>
              <a:gd name="connsiteY857" fmla="*/ 1576445 h 6858000"/>
              <a:gd name="connsiteX858" fmla="*/ 5150475 w 7467600"/>
              <a:gd name="connsiteY858" fmla="*/ 1274012 h 6858000"/>
              <a:gd name="connsiteX859" fmla="*/ 5349142 w 7467600"/>
              <a:gd name="connsiteY859" fmla="*/ 2204405 h 6858000"/>
              <a:gd name="connsiteX860" fmla="*/ 5262214 w 7467600"/>
              <a:gd name="connsiteY860" fmla="*/ 2233836 h 6858000"/>
              <a:gd name="connsiteX861" fmla="*/ 4981539 w 7467600"/>
              <a:gd name="connsiteY861" fmla="*/ 1542201 h 6858000"/>
              <a:gd name="connsiteX862" fmla="*/ 4958461 w 7467600"/>
              <a:gd name="connsiteY862" fmla="*/ 1136957 h 6858000"/>
              <a:gd name="connsiteX863" fmla="*/ 4655015 w 7467600"/>
              <a:gd name="connsiteY863" fmla="*/ 891426 h 6858000"/>
              <a:gd name="connsiteX864" fmla="*/ 4348002 w 7467600"/>
              <a:gd name="connsiteY864" fmla="*/ 2205895 h 6858000"/>
              <a:gd name="connsiteX865" fmla="*/ 4262250 w 7467600"/>
              <a:gd name="connsiteY865" fmla="*/ 2219972 h 6858000"/>
              <a:gd name="connsiteX866" fmla="*/ 4550611 w 7467600"/>
              <a:gd name="connsiteY866" fmla="*/ 817540 h 6858000"/>
              <a:gd name="connsiteX867" fmla="*/ 4564418 w 7467600"/>
              <a:gd name="connsiteY867" fmla="*/ 808293 h 6858000"/>
              <a:gd name="connsiteX868" fmla="*/ 4266388 w 7467600"/>
              <a:gd name="connsiteY868" fmla="*/ 500083 h 6858000"/>
              <a:gd name="connsiteX869" fmla="*/ 4032842 w 7467600"/>
              <a:gd name="connsiteY869" fmla="*/ 211809 h 6858000"/>
              <a:gd name="connsiteX870" fmla="*/ 3882765 w 7467600"/>
              <a:gd name="connsiteY870" fmla="*/ 0 h 6858000"/>
              <a:gd name="connsiteX871" fmla="*/ 3721337 w 7467600"/>
              <a:gd name="connsiteY871" fmla="*/ 0 h 6858000"/>
              <a:gd name="connsiteX872" fmla="*/ 3797544 w 7467600"/>
              <a:gd name="connsiteY872" fmla="*/ 0 h 6858000"/>
              <a:gd name="connsiteX873" fmla="*/ 3775734 w 7467600"/>
              <a:gd name="connsiteY873" fmla="*/ 95131 h 6858000"/>
              <a:gd name="connsiteX874" fmla="*/ 3724807 w 7467600"/>
              <a:gd name="connsiteY874" fmla="*/ 272257 h 6858000"/>
              <a:gd name="connsiteX875" fmla="*/ 3726844 w 7467600"/>
              <a:gd name="connsiteY875" fmla="*/ 282988 h 6858000"/>
              <a:gd name="connsiteX876" fmla="*/ 3742664 w 7467600"/>
              <a:gd name="connsiteY876" fmla="*/ 279918 h 6858000"/>
              <a:gd name="connsiteX877" fmla="*/ 4103910 w 7467600"/>
              <a:gd name="connsiteY877" fmla="*/ 1161917 h 6858000"/>
              <a:gd name="connsiteX878" fmla="*/ 4020269 w 7467600"/>
              <a:gd name="connsiteY878" fmla="*/ 1200406 h 6858000"/>
              <a:gd name="connsiteX879" fmla="*/ 3674882 w 7467600"/>
              <a:gd name="connsiteY879" fmla="*/ 488524 h 6858000"/>
              <a:gd name="connsiteX880" fmla="*/ 3132682 w 7467600"/>
              <a:gd name="connsiteY880" fmla="*/ 1072284 h 6858000"/>
              <a:gd name="connsiteX881" fmla="*/ 2716346 w 7467600"/>
              <a:gd name="connsiteY881" fmla="*/ 1276376 h 6858000"/>
              <a:gd name="connsiteX882" fmla="*/ 2716772 w 7467600"/>
              <a:gd name="connsiteY882" fmla="*/ 1255462 h 6858000"/>
              <a:gd name="connsiteX883" fmla="*/ 3471096 w 7467600"/>
              <a:gd name="connsiteY883" fmla="*/ 437072 h 6858000"/>
              <a:gd name="connsiteX884" fmla="*/ 3639057 w 7467600"/>
              <a:gd name="connsiteY884" fmla="*/ 286334 h 6858000"/>
              <a:gd name="connsiteX885" fmla="*/ 3640309 w 7467600"/>
              <a:gd name="connsiteY885" fmla="*/ 284664 h 6858000"/>
              <a:gd name="connsiteX886" fmla="*/ 3646022 w 7467600"/>
              <a:gd name="connsiteY886" fmla="*/ 276711 h 6858000"/>
              <a:gd name="connsiteX887" fmla="*/ 3707943 w 7467600"/>
              <a:gd name="connsiteY887" fmla="*/ 65958 h 6858000"/>
              <a:gd name="connsiteX888" fmla="*/ 3721337 w 7467600"/>
              <a:gd name="connsiteY888" fmla="*/ 0 h 6858000"/>
              <a:gd name="connsiteX889" fmla="*/ 2867960 w 7467600"/>
              <a:gd name="connsiteY889" fmla="*/ 0 h 6858000"/>
              <a:gd name="connsiteX890" fmla="*/ 2926351 w 7467600"/>
              <a:gd name="connsiteY890" fmla="*/ 0 h 6858000"/>
              <a:gd name="connsiteX891" fmla="*/ 2902823 w 7467600"/>
              <a:gd name="connsiteY891" fmla="*/ 262929 h 6858000"/>
              <a:gd name="connsiteX892" fmla="*/ 2940663 w 7467600"/>
              <a:gd name="connsiteY892" fmla="*/ 140884 h 6858000"/>
              <a:gd name="connsiteX893" fmla="*/ 2947039 w 7467600"/>
              <a:gd name="connsiteY893" fmla="*/ 122524 h 6858000"/>
              <a:gd name="connsiteX894" fmla="*/ 2984316 w 7467600"/>
              <a:gd name="connsiteY894" fmla="*/ 0 h 6858000"/>
              <a:gd name="connsiteX895" fmla="*/ 3016114 w 7467600"/>
              <a:gd name="connsiteY895" fmla="*/ 0 h 6858000"/>
              <a:gd name="connsiteX896" fmla="*/ 2979949 w 7467600"/>
              <a:gd name="connsiteY896" fmla="*/ 119274 h 6858000"/>
              <a:gd name="connsiteX897" fmla="*/ 3023879 w 7467600"/>
              <a:gd name="connsiteY897" fmla="*/ 0 h 6858000"/>
              <a:gd name="connsiteX898" fmla="*/ 3105400 w 7467600"/>
              <a:gd name="connsiteY898" fmla="*/ 0 h 6858000"/>
              <a:gd name="connsiteX899" fmla="*/ 3094669 w 7467600"/>
              <a:gd name="connsiteY899" fmla="*/ 30308 h 6858000"/>
              <a:gd name="connsiteX900" fmla="*/ 2901945 w 7467600"/>
              <a:gd name="connsiteY900" fmla="*/ 466538 h 6858000"/>
              <a:gd name="connsiteX901" fmla="*/ 2815209 w 7467600"/>
              <a:gd name="connsiteY901" fmla="*/ 497361 h 6858000"/>
              <a:gd name="connsiteX902" fmla="*/ 2844845 w 7467600"/>
              <a:gd name="connsiteY902" fmla="*/ 127638 h 6858000"/>
              <a:gd name="connsiteX903" fmla="*/ 2867960 w 7467600"/>
              <a:gd name="connsiteY903" fmla="*/ 0 h 6858000"/>
              <a:gd name="connsiteX904" fmla="*/ 1057230 w 7467600"/>
              <a:gd name="connsiteY904" fmla="*/ 0 h 6858000"/>
              <a:gd name="connsiteX905" fmla="*/ 1111003 w 7467600"/>
              <a:gd name="connsiteY905" fmla="*/ 0 h 6858000"/>
              <a:gd name="connsiteX906" fmla="*/ 1125553 w 7467600"/>
              <a:gd name="connsiteY906" fmla="*/ 52588 h 6858000"/>
              <a:gd name="connsiteX907" fmla="*/ 1304276 w 7467600"/>
              <a:gd name="connsiteY907" fmla="*/ 476275 h 6858000"/>
              <a:gd name="connsiteX908" fmla="*/ 1492066 w 7467600"/>
              <a:gd name="connsiteY908" fmla="*/ 886333 h 6858000"/>
              <a:gd name="connsiteX909" fmla="*/ 1423698 w 7467600"/>
              <a:gd name="connsiteY909" fmla="*/ 710817 h 6858000"/>
              <a:gd name="connsiteX910" fmla="*/ 1357609 w 7467600"/>
              <a:gd name="connsiteY910" fmla="*/ 532892 h 6858000"/>
              <a:gd name="connsiteX911" fmla="*/ 1309550 w 7467600"/>
              <a:gd name="connsiteY911" fmla="*/ 374031 h 6858000"/>
              <a:gd name="connsiteX912" fmla="*/ 1193673 w 7467600"/>
              <a:gd name="connsiteY912" fmla="*/ 49533 h 6858000"/>
              <a:gd name="connsiteX913" fmla="*/ 1164391 w 7467600"/>
              <a:gd name="connsiteY913" fmla="*/ 0 h 6858000"/>
              <a:gd name="connsiteX914" fmla="*/ 1200666 w 7467600"/>
              <a:gd name="connsiteY914" fmla="*/ 0 h 6858000"/>
              <a:gd name="connsiteX915" fmla="*/ 1223408 w 7467600"/>
              <a:gd name="connsiteY915" fmla="*/ 38996 h 6858000"/>
              <a:gd name="connsiteX916" fmla="*/ 1339635 w 7467600"/>
              <a:gd name="connsiteY916" fmla="*/ 365517 h 6858000"/>
              <a:gd name="connsiteX917" fmla="*/ 1387469 w 7467600"/>
              <a:gd name="connsiteY917" fmla="*/ 523079 h 6858000"/>
              <a:gd name="connsiteX918" fmla="*/ 1452685 w 7467600"/>
              <a:gd name="connsiteY918" fmla="*/ 699806 h 6858000"/>
              <a:gd name="connsiteX919" fmla="*/ 1492092 w 7467600"/>
              <a:gd name="connsiteY919" fmla="*/ 800424 h 6858000"/>
              <a:gd name="connsiteX920" fmla="*/ 1455302 w 7467600"/>
              <a:gd name="connsiteY920" fmla="*/ 632913 h 6858000"/>
              <a:gd name="connsiteX921" fmla="*/ 1222336 w 7467600"/>
              <a:gd name="connsiteY921" fmla="*/ 9480 h 6858000"/>
              <a:gd name="connsiteX922" fmla="*/ 1214634 w 7467600"/>
              <a:gd name="connsiteY922" fmla="*/ 0 h 6858000"/>
              <a:gd name="connsiteX923" fmla="*/ 1289827 w 7467600"/>
              <a:gd name="connsiteY923" fmla="*/ 0 h 6858000"/>
              <a:gd name="connsiteX924" fmla="*/ 1321076 w 7467600"/>
              <a:gd name="connsiteY924" fmla="*/ 59722 h 6858000"/>
              <a:gd name="connsiteX925" fmla="*/ 1512579 w 7467600"/>
              <a:gd name="connsiteY925" fmla="*/ 626441 h 6858000"/>
              <a:gd name="connsiteX926" fmla="*/ 1506076 w 7467600"/>
              <a:gd name="connsiteY926" fmla="*/ 1089289 h 6858000"/>
              <a:gd name="connsiteX927" fmla="*/ 1486346 w 7467600"/>
              <a:gd name="connsiteY927" fmla="*/ 1079919 h 6858000"/>
              <a:gd name="connsiteX928" fmla="*/ 1070511 w 7467600"/>
              <a:gd name="connsiteY928" fmla="*/ 48609 h 6858000"/>
              <a:gd name="connsiteX929" fmla="*/ 1057230 w 7467600"/>
              <a:gd name="connsiteY929" fmla="*/ 0 h 6858000"/>
              <a:gd name="connsiteX930" fmla="*/ 43151 w 7467600"/>
              <a:gd name="connsiteY930" fmla="*/ 0 h 6858000"/>
              <a:gd name="connsiteX931" fmla="*/ 95283 w 7467600"/>
              <a:gd name="connsiteY931" fmla="*/ 0 h 6858000"/>
              <a:gd name="connsiteX932" fmla="*/ 300708 w 7467600"/>
              <a:gd name="connsiteY932" fmla="*/ 154571 h 6858000"/>
              <a:gd name="connsiteX933" fmla="*/ 530414 w 7467600"/>
              <a:gd name="connsiteY933" fmla="*/ 354673 h 6858000"/>
              <a:gd name="connsiteX934" fmla="*/ 333785 w 7467600"/>
              <a:gd name="connsiteY934" fmla="*/ 161564 h 6858000"/>
              <a:gd name="connsiteX935" fmla="*/ 147005 w 7467600"/>
              <a:gd name="connsiteY935" fmla="*/ 0 h 6858000"/>
              <a:gd name="connsiteX936" fmla="*/ 272509 w 7467600"/>
              <a:gd name="connsiteY936" fmla="*/ 0 h 6858000"/>
              <a:gd name="connsiteX937" fmla="*/ 326276 w 7467600"/>
              <a:gd name="connsiteY937" fmla="*/ 45847 h 6858000"/>
              <a:gd name="connsiteX938" fmla="*/ 823759 w 7467600"/>
              <a:gd name="connsiteY938" fmla="*/ 574145 h 6858000"/>
              <a:gd name="connsiteX939" fmla="*/ 811254 w 7467600"/>
              <a:gd name="connsiteY939" fmla="*/ 665546 h 6858000"/>
              <a:gd name="connsiteX940" fmla="*/ 154042 w 7467600"/>
              <a:gd name="connsiteY940" fmla="*/ 261522 h 6858000"/>
              <a:gd name="connsiteX941" fmla="*/ 13550 w 7467600"/>
              <a:gd name="connsiteY941" fmla="*/ 158423 h 6858000"/>
              <a:gd name="connsiteX942" fmla="*/ 0 w 7467600"/>
              <a:gd name="connsiteY942" fmla="*/ 146618 h 6858000"/>
              <a:gd name="connsiteX943" fmla="*/ 0 w 7467600"/>
              <a:gd name="connsiteY943" fmla="*/ 59161 h 6858000"/>
              <a:gd name="connsiteX944" fmla="*/ 45427 w 7467600"/>
              <a:gd name="connsiteY944" fmla="*/ 101078 h 6858000"/>
              <a:gd name="connsiteX945" fmla="*/ 630103 w 7467600"/>
              <a:gd name="connsiteY945" fmla="*/ 485885 h 6858000"/>
              <a:gd name="connsiteX946" fmla="*/ 532040 w 7467600"/>
              <a:gd name="connsiteY946" fmla="*/ 399359 h 6858000"/>
              <a:gd name="connsiteX947" fmla="*/ 517618 w 7467600"/>
              <a:gd name="connsiteY947" fmla="*/ 385726 h 6858000"/>
              <a:gd name="connsiteX948" fmla="*/ 285074 w 7467600"/>
              <a:gd name="connsiteY948" fmla="*/ 182755 h 6858000"/>
              <a:gd name="connsiteX949" fmla="*/ 43151 w 7467600"/>
              <a:gd name="connsiteY94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05948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1019354 w 7467600"/>
              <a:gd name="connsiteY17" fmla="*/ 6315006 h 6858000"/>
              <a:gd name="connsiteX18" fmla="*/ 441046 w 7467600"/>
              <a:gd name="connsiteY18" fmla="*/ 6691153 h 6858000"/>
              <a:gd name="connsiteX19" fmla="*/ 1019354 w 7467600"/>
              <a:gd name="connsiteY19" fmla="*/ 6315006 h 6858000"/>
              <a:gd name="connsiteX20" fmla="*/ 991680 w 7467600"/>
              <a:gd name="connsiteY20" fmla="*/ 6298413 h 6858000"/>
              <a:gd name="connsiteX21" fmla="*/ 409060 w 7467600"/>
              <a:gd name="connsiteY21" fmla="*/ 6671470 h 6858000"/>
              <a:gd name="connsiteX22" fmla="*/ 991680 w 7467600"/>
              <a:gd name="connsiteY22" fmla="*/ 6298413 h 6858000"/>
              <a:gd name="connsiteX23" fmla="*/ 103333 w 7467600"/>
              <a:gd name="connsiteY23" fmla="*/ 5699602 h 6858000"/>
              <a:gd name="connsiteX24" fmla="*/ 233938 w 7467600"/>
              <a:gd name="connsiteY24" fmla="*/ 5809416 h 6858000"/>
              <a:gd name="connsiteX25" fmla="*/ 883580 w 7467600"/>
              <a:gd name="connsiteY25" fmla="*/ 6180710 h 6858000"/>
              <a:gd name="connsiteX26" fmla="*/ 487337 w 7467600"/>
              <a:gd name="connsiteY26" fmla="*/ 5950182 h 6858000"/>
              <a:gd name="connsiteX27" fmla="*/ 354051 w 7467600"/>
              <a:gd name="connsiteY27" fmla="*/ 5854912 h 6858000"/>
              <a:gd name="connsiteX28" fmla="*/ 195436 w 7467600"/>
              <a:gd name="connsiteY28" fmla="*/ 5755068 h 6858000"/>
              <a:gd name="connsiteX29" fmla="*/ 103333 w 7467600"/>
              <a:gd name="connsiteY29" fmla="*/ 5699602 h 6858000"/>
              <a:gd name="connsiteX30" fmla="*/ 5539432 w 7467600"/>
              <a:gd name="connsiteY30" fmla="*/ 5642928 h 6858000"/>
              <a:gd name="connsiteX31" fmla="*/ 5555462 w 7467600"/>
              <a:gd name="connsiteY31" fmla="*/ 5694454 h 6858000"/>
              <a:gd name="connsiteX32" fmla="*/ 5828270 w 7467600"/>
              <a:gd name="connsiteY32" fmla="*/ 6320663 h 6858000"/>
              <a:gd name="connsiteX33" fmla="*/ 5947416 w 7467600"/>
              <a:gd name="connsiteY33" fmla="*/ 6574846 h 6858000"/>
              <a:gd name="connsiteX34" fmla="*/ 5539432 w 7467600"/>
              <a:gd name="connsiteY34" fmla="*/ 5642928 h 6858000"/>
              <a:gd name="connsiteX35" fmla="*/ 51253 w 7467600"/>
              <a:gd name="connsiteY35" fmla="*/ 5631825 h 6858000"/>
              <a:gd name="connsiteX36" fmla="*/ 211622 w 7467600"/>
              <a:gd name="connsiteY36" fmla="*/ 5728803 h 6858000"/>
              <a:gd name="connsiteX37" fmla="*/ 371652 w 7467600"/>
              <a:gd name="connsiteY37" fmla="*/ 5829062 h 6858000"/>
              <a:gd name="connsiteX38" fmla="*/ 505903 w 7467600"/>
              <a:gd name="connsiteY38" fmla="*/ 5925221 h 6858000"/>
              <a:gd name="connsiteX39" fmla="*/ 899240 w 7467600"/>
              <a:gd name="connsiteY39" fmla="*/ 6153068 h 6858000"/>
              <a:gd name="connsiteX40" fmla="*/ 988114 w 7467600"/>
              <a:gd name="connsiteY40" fmla="*/ 6174204 h 6858000"/>
              <a:gd name="connsiteX41" fmla="*/ 845971 w 7467600"/>
              <a:gd name="connsiteY41" fmla="*/ 6067177 h 6858000"/>
              <a:gd name="connsiteX42" fmla="*/ 448057 w 7467600"/>
              <a:gd name="connsiteY42" fmla="*/ 5841376 h 6858000"/>
              <a:gd name="connsiteX43" fmla="*/ 51253 w 7467600"/>
              <a:gd name="connsiteY43" fmla="*/ 5631825 h 6858000"/>
              <a:gd name="connsiteX44" fmla="*/ 2606687 w 7467600"/>
              <a:gd name="connsiteY44" fmla="*/ 5630718 h 6858000"/>
              <a:gd name="connsiteX45" fmla="*/ 2645658 w 7467600"/>
              <a:gd name="connsiteY45" fmla="*/ 6640259 h 6858000"/>
              <a:gd name="connsiteX46" fmla="*/ 2606687 w 7467600"/>
              <a:gd name="connsiteY46" fmla="*/ 5630718 h 6858000"/>
              <a:gd name="connsiteX47" fmla="*/ 3642057 w 7467600"/>
              <a:gd name="connsiteY47" fmla="*/ 5573487 h 6858000"/>
              <a:gd name="connsiteX48" fmla="*/ 3632981 w 7467600"/>
              <a:gd name="connsiteY48" fmla="*/ 5579437 h 6858000"/>
              <a:gd name="connsiteX49" fmla="*/ 3382436 w 7467600"/>
              <a:gd name="connsiteY49" fmla="*/ 5952726 h 6858000"/>
              <a:gd name="connsiteX50" fmla="*/ 3191929 w 7467600"/>
              <a:gd name="connsiteY50" fmla="*/ 6662669 h 6858000"/>
              <a:gd name="connsiteX51" fmla="*/ 3369898 w 7467600"/>
              <a:gd name="connsiteY51" fmla="*/ 6081771 h 6858000"/>
              <a:gd name="connsiteX52" fmla="*/ 3642057 w 7467600"/>
              <a:gd name="connsiteY52" fmla="*/ 5573487 h 6858000"/>
              <a:gd name="connsiteX53" fmla="*/ 2650666 w 7467600"/>
              <a:gd name="connsiteY53" fmla="*/ 5530686 h 6858000"/>
              <a:gd name="connsiteX54" fmla="*/ 2650249 w 7467600"/>
              <a:gd name="connsiteY54" fmla="*/ 5532101 h 6858000"/>
              <a:gd name="connsiteX55" fmla="*/ 2663808 w 7467600"/>
              <a:gd name="connsiteY55" fmla="*/ 6535215 h 6858000"/>
              <a:gd name="connsiteX56" fmla="*/ 2665418 w 7467600"/>
              <a:gd name="connsiteY56" fmla="*/ 6132756 h 6858000"/>
              <a:gd name="connsiteX57" fmla="*/ 2650666 w 7467600"/>
              <a:gd name="connsiteY57" fmla="*/ 5530686 h 6858000"/>
              <a:gd name="connsiteX58" fmla="*/ 2680277 w 7467600"/>
              <a:gd name="connsiteY58" fmla="*/ 5479204 h 6858000"/>
              <a:gd name="connsiteX59" fmla="*/ 2678972 w 7467600"/>
              <a:gd name="connsiteY59" fmla="*/ 5481582 h 6858000"/>
              <a:gd name="connsiteX60" fmla="*/ 2696666 w 7467600"/>
              <a:gd name="connsiteY60" fmla="*/ 6133836 h 6858000"/>
              <a:gd name="connsiteX61" fmla="*/ 2695769 w 7467600"/>
              <a:gd name="connsiteY61" fmla="*/ 6390955 h 6858000"/>
              <a:gd name="connsiteX62" fmla="*/ 2739893 w 7467600"/>
              <a:gd name="connsiteY62" fmla="*/ 6108357 h 6858000"/>
              <a:gd name="connsiteX63" fmla="*/ 2680277 w 7467600"/>
              <a:gd name="connsiteY63" fmla="*/ 5479204 h 6858000"/>
              <a:gd name="connsiteX64" fmla="*/ 1132195 w 7467600"/>
              <a:gd name="connsiteY64" fmla="*/ 5467980 h 6858000"/>
              <a:gd name="connsiteX65" fmla="*/ 1679056 w 7467600"/>
              <a:gd name="connsiteY65" fmla="*/ 5516907 h 6858000"/>
              <a:gd name="connsiteX66" fmla="*/ 2128648 w 7467600"/>
              <a:gd name="connsiteY66" fmla="*/ 5474249 h 6858000"/>
              <a:gd name="connsiteX67" fmla="*/ 1825619 w 7467600"/>
              <a:gd name="connsiteY67" fmla="*/ 5478447 h 6858000"/>
              <a:gd name="connsiteX68" fmla="*/ 1737798 w 7467600"/>
              <a:gd name="connsiteY68" fmla="*/ 5483353 h 6858000"/>
              <a:gd name="connsiteX69" fmla="*/ 1132195 w 7467600"/>
              <a:gd name="connsiteY69" fmla="*/ 5467980 h 6858000"/>
              <a:gd name="connsiteX70" fmla="*/ 1456157 w 7467600"/>
              <a:gd name="connsiteY70" fmla="*/ 5371404 h 6858000"/>
              <a:gd name="connsiteX71" fmla="*/ 1244432 w 7467600"/>
              <a:gd name="connsiteY71" fmla="*/ 5385601 h 6858000"/>
              <a:gd name="connsiteX72" fmla="*/ 973990 w 7467600"/>
              <a:gd name="connsiteY72" fmla="*/ 5424940 h 6858000"/>
              <a:gd name="connsiteX73" fmla="*/ 1103809 w 7467600"/>
              <a:gd name="connsiteY73" fmla="*/ 5433720 h 6858000"/>
              <a:gd name="connsiteX74" fmla="*/ 1123454 w 7467600"/>
              <a:gd name="connsiteY74" fmla="*/ 5435727 h 6858000"/>
              <a:gd name="connsiteX75" fmla="*/ 1737017 w 7467600"/>
              <a:gd name="connsiteY75" fmla="*/ 5452183 h 6858000"/>
              <a:gd name="connsiteX76" fmla="*/ 1824397 w 7467600"/>
              <a:gd name="connsiteY76" fmla="*/ 5447757 h 6858000"/>
              <a:gd name="connsiteX77" fmla="*/ 2070059 w 7467600"/>
              <a:gd name="connsiteY77" fmla="*/ 5441660 h 6858000"/>
              <a:gd name="connsiteX78" fmla="*/ 1456157 w 7467600"/>
              <a:gd name="connsiteY78" fmla="*/ 5371404 h 6858000"/>
              <a:gd name="connsiteX79" fmla="*/ 4988186 w 7467600"/>
              <a:gd name="connsiteY79" fmla="*/ 5216467 h 6858000"/>
              <a:gd name="connsiteX80" fmla="*/ 4777334 w 7467600"/>
              <a:gd name="connsiteY80" fmla="*/ 5406072 h 6858000"/>
              <a:gd name="connsiteX81" fmla="*/ 4718341 w 7467600"/>
              <a:gd name="connsiteY81" fmla="*/ 5468043 h 6858000"/>
              <a:gd name="connsiteX82" fmla="*/ 4604655 w 7467600"/>
              <a:gd name="connsiteY82" fmla="*/ 5583434 h 6858000"/>
              <a:gd name="connsiteX83" fmla="*/ 4565074 w 7467600"/>
              <a:gd name="connsiteY83" fmla="*/ 5618550 h 6858000"/>
              <a:gd name="connsiteX84" fmla="*/ 4988186 w 7467600"/>
              <a:gd name="connsiteY84" fmla="*/ 5216467 h 6858000"/>
              <a:gd name="connsiteX85" fmla="*/ 4978032 w 7467600"/>
              <a:gd name="connsiteY85" fmla="*/ 5183809 h 6858000"/>
              <a:gd name="connsiteX86" fmla="*/ 4463413 w 7467600"/>
              <a:gd name="connsiteY86" fmla="*/ 5615162 h 6858000"/>
              <a:gd name="connsiteX87" fmla="*/ 4358134 w 7467600"/>
              <a:gd name="connsiteY87" fmla="*/ 5742791 h 6858000"/>
              <a:gd name="connsiteX88" fmla="*/ 4376219 w 7467600"/>
              <a:gd name="connsiteY88" fmla="*/ 5729027 h 6858000"/>
              <a:gd name="connsiteX89" fmla="*/ 4582340 w 7467600"/>
              <a:gd name="connsiteY89" fmla="*/ 5561037 h 6858000"/>
              <a:gd name="connsiteX90" fmla="*/ 4694684 w 7467600"/>
              <a:gd name="connsiteY90" fmla="*/ 5447098 h 6858000"/>
              <a:gd name="connsiteX91" fmla="*/ 4754123 w 7467600"/>
              <a:gd name="connsiteY91" fmla="*/ 5384643 h 6858000"/>
              <a:gd name="connsiteX92" fmla="*/ 4978032 w 7467600"/>
              <a:gd name="connsiteY92" fmla="*/ 5183809 h 6858000"/>
              <a:gd name="connsiteX93" fmla="*/ 1903353 w 7467600"/>
              <a:gd name="connsiteY93" fmla="*/ 5044827 h 6858000"/>
              <a:gd name="connsiteX94" fmla="*/ 1936931 w 7467600"/>
              <a:gd name="connsiteY94" fmla="*/ 5093954 h 6858000"/>
              <a:gd name="connsiteX95" fmla="*/ 2195868 w 7467600"/>
              <a:gd name="connsiteY95" fmla="*/ 5396574 h 6858000"/>
              <a:gd name="connsiteX96" fmla="*/ 2088852 w 7467600"/>
              <a:gd name="connsiteY96" fmla="*/ 5166123 h 6858000"/>
              <a:gd name="connsiteX97" fmla="*/ 1958241 w 7467600"/>
              <a:gd name="connsiteY97" fmla="*/ 5067955 h 6858000"/>
              <a:gd name="connsiteX98" fmla="*/ 1903353 w 7467600"/>
              <a:gd name="connsiteY98" fmla="*/ 5044827 h 6858000"/>
              <a:gd name="connsiteX99" fmla="*/ 1979378 w 7467600"/>
              <a:gd name="connsiteY99" fmla="*/ 4769504 h 6858000"/>
              <a:gd name="connsiteX100" fmla="*/ 2882120 w 7467600"/>
              <a:gd name="connsiteY100" fmla="*/ 5064547 h 6858000"/>
              <a:gd name="connsiteX101" fmla="*/ 2793103 w 7467600"/>
              <a:gd name="connsiteY101" fmla="*/ 5039699 h 6858000"/>
              <a:gd name="connsiteX102" fmla="*/ 2770041 w 7467600"/>
              <a:gd name="connsiteY102" fmla="*/ 5033634 h 6858000"/>
              <a:gd name="connsiteX103" fmla="*/ 1979378 w 7467600"/>
              <a:gd name="connsiteY103" fmla="*/ 4769504 h 6858000"/>
              <a:gd name="connsiteX104" fmla="*/ 1927410 w 7467600"/>
              <a:gd name="connsiteY104" fmla="*/ 4716164 h 6858000"/>
              <a:gd name="connsiteX105" fmla="*/ 1959587 w 7467600"/>
              <a:gd name="connsiteY105" fmla="*/ 4728849 h 6858000"/>
              <a:gd name="connsiteX106" fmla="*/ 2777707 w 7467600"/>
              <a:gd name="connsiteY106" fmla="*/ 5003991 h 6858000"/>
              <a:gd name="connsiteX107" fmla="*/ 2800768 w 7467600"/>
              <a:gd name="connsiteY107" fmla="*/ 5010056 h 6858000"/>
              <a:gd name="connsiteX108" fmla="*/ 2879408 w 7467600"/>
              <a:gd name="connsiteY108" fmla="*/ 5031590 h 6858000"/>
              <a:gd name="connsiteX109" fmla="*/ 2862295 w 7467600"/>
              <a:gd name="connsiteY109" fmla="*/ 5022958 h 6858000"/>
              <a:gd name="connsiteX110" fmla="*/ 2813343 w 7467600"/>
              <a:gd name="connsiteY110" fmla="*/ 4998369 h 6858000"/>
              <a:gd name="connsiteX111" fmla="*/ 2646245 w 7467600"/>
              <a:gd name="connsiteY111" fmla="*/ 4930999 h 6858000"/>
              <a:gd name="connsiteX112" fmla="*/ 1999243 w 7467600"/>
              <a:gd name="connsiteY112" fmla="*/ 4730524 h 6858000"/>
              <a:gd name="connsiteX113" fmla="*/ 1979527 w 7467600"/>
              <a:gd name="connsiteY113" fmla="*/ 4726651 h 6858000"/>
              <a:gd name="connsiteX114" fmla="*/ 1927410 w 7467600"/>
              <a:gd name="connsiteY114" fmla="*/ 4716164 h 6858000"/>
              <a:gd name="connsiteX115" fmla="*/ 1997014 w 7467600"/>
              <a:gd name="connsiteY115" fmla="*/ 4698007 h 6858000"/>
              <a:gd name="connsiteX116" fmla="*/ 2005458 w 7467600"/>
              <a:gd name="connsiteY116" fmla="*/ 4699540 h 6858000"/>
              <a:gd name="connsiteX117" fmla="*/ 2657186 w 7467600"/>
              <a:gd name="connsiteY117" fmla="*/ 4901687 h 6858000"/>
              <a:gd name="connsiteX118" fmla="*/ 2826662 w 7467600"/>
              <a:gd name="connsiteY118" fmla="*/ 4970362 h 6858000"/>
              <a:gd name="connsiteX119" fmla="*/ 2876100 w 7467600"/>
              <a:gd name="connsiteY119" fmla="*/ 4995397 h 6858000"/>
              <a:gd name="connsiteX120" fmla="*/ 3042600 w 7467600"/>
              <a:gd name="connsiteY120" fmla="*/ 5059532 h 6858000"/>
              <a:gd name="connsiteX121" fmla="*/ 1997014 w 7467600"/>
              <a:gd name="connsiteY121" fmla="*/ 4698007 h 6858000"/>
              <a:gd name="connsiteX122" fmla="*/ 2305292 w 7467600"/>
              <a:gd name="connsiteY122" fmla="*/ 4219492 h 6858000"/>
              <a:gd name="connsiteX123" fmla="*/ 3360922 w 7467600"/>
              <a:gd name="connsiteY123" fmla="*/ 4529373 h 6858000"/>
              <a:gd name="connsiteX124" fmla="*/ 3492420 w 7467600"/>
              <a:gd name="connsiteY124" fmla="*/ 4510145 h 6858000"/>
              <a:gd name="connsiteX125" fmla="*/ 3364086 w 7467600"/>
              <a:gd name="connsiteY125" fmla="*/ 4480340 h 6858000"/>
              <a:gd name="connsiteX126" fmla="*/ 3225818 w 7467600"/>
              <a:gd name="connsiteY126" fmla="*/ 4411822 h 6858000"/>
              <a:gd name="connsiteX127" fmla="*/ 3129696 w 7467600"/>
              <a:gd name="connsiteY127" fmla="*/ 4360704 h 6858000"/>
              <a:gd name="connsiteX128" fmla="*/ 2814545 w 7467600"/>
              <a:gd name="connsiteY128" fmla="*/ 4282955 h 6858000"/>
              <a:gd name="connsiteX129" fmla="*/ 2305292 w 7467600"/>
              <a:gd name="connsiteY129" fmla="*/ 4219492 h 6858000"/>
              <a:gd name="connsiteX130" fmla="*/ 2626982 w 7467600"/>
              <a:gd name="connsiteY130" fmla="*/ 4206450 h 6858000"/>
              <a:gd name="connsiteX131" fmla="*/ 2490617 w 7467600"/>
              <a:gd name="connsiteY131" fmla="*/ 4206951 h 6858000"/>
              <a:gd name="connsiteX132" fmla="*/ 2819869 w 7467600"/>
              <a:gd name="connsiteY132" fmla="*/ 4252936 h 6858000"/>
              <a:gd name="connsiteX133" fmla="*/ 3143018 w 7467600"/>
              <a:gd name="connsiteY133" fmla="*/ 4332698 h 6858000"/>
              <a:gd name="connsiteX134" fmla="*/ 3241520 w 7467600"/>
              <a:gd name="connsiteY134" fmla="*/ 4385112 h 6858000"/>
              <a:gd name="connsiteX135" fmla="*/ 3374575 w 7467600"/>
              <a:gd name="connsiteY135" fmla="*/ 4451517 h 6858000"/>
              <a:gd name="connsiteX136" fmla="*/ 3505221 w 7467600"/>
              <a:gd name="connsiteY136" fmla="*/ 4480757 h 6858000"/>
              <a:gd name="connsiteX137" fmla="*/ 2626982 w 7467600"/>
              <a:gd name="connsiteY137" fmla="*/ 4206450 h 6858000"/>
              <a:gd name="connsiteX138" fmla="*/ 1310106 w 7467600"/>
              <a:gd name="connsiteY138" fmla="*/ 3943217 h 6858000"/>
              <a:gd name="connsiteX139" fmla="*/ 854994 w 7467600"/>
              <a:gd name="connsiteY139" fmla="*/ 4399136 h 6858000"/>
              <a:gd name="connsiteX140" fmla="*/ 742462 w 7467600"/>
              <a:gd name="connsiteY140" fmla="*/ 4594648 h 6858000"/>
              <a:gd name="connsiteX141" fmla="*/ 820602 w 7467600"/>
              <a:gd name="connsiteY141" fmla="*/ 4485915 h 6858000"/>
              <a:gd name="connsiteX142" fmla="*/ 878295 w 7467600"/>
              <a:gd name="connsiteY142" fmla="*/ 4403594 h 6858000"/>
              <a:gd name="connsiteX143" fmla="*/ 1240607 w 7467600"/>
              <a:gd name="connsiteY143" fmla="*/ 4010401 h 6858000"/>
              <a:gd name="connsiteX144" fmla="*/ 1310106 w 7467600"/>
              <a:gd name="connsiteY144" fmla="*/ 3943217 h 6858000"/>
              <a:gd name="connsiteX145" fmla="*/ 1423113 w 7467600"/>
              <a:gd name="connsiteY145" fmla="*/ 3874565 h 6858000"/>
              <a:gd name="connsiteX146" fmla="*/ 1260565 w 7467600"/>
              <a:gd name="connsiteY146" fmla="*/ 4031982 h 6858000"/>
              <a:gd name="connsiteX147" fmla="*/ 901900 w 7467600"/>
              <a:gd name="connsiteY147" fmla="*/ 4421236 h 6858000"/>
              <a:gd name="connsiteX148" fmla="*/ 845044 w 7467600"/>
              <a:gd name="connsiteY148" fmla="*/ 4502436 h 6858000"/>
              <a:gd name="connsiteX149" fmla="*/ 685926 w 7467600"/>
              <a:gd name="connsiteY149" fmla="*/ 4703069 h 6858000"/>
              <a:gd name="connsiteX150" fmla="*/ 684248 w 7467600"/>
              <a:gd name="connsiteY150" fmla="*/ 4706721 h 6858000"/>
              <a:gd name="connsiteX151" fmla="*/ 1423113 w 7467600"/>
              <a:gd name="connsiteY151" fmla="*/ 3874565 h 6858000"/>
              <a:gd name="connsiteX152" fmla="*/ 3316479 w 7467600"/>
              <a:gd name="connsiteY152" fmla="*/ 3872136 h 6858000"/>
              <a:gd name="connsiteX153" fmla="*/ 3546806 w 7467600"/>
              <a:gd name="connsiteY153" fmla="*/ 4356139 h 6858000"/>
              <a:gd name="connsiteX154" fmla="*/ 3364433 w 7467600"/>
              <a:gd name="connsiteY154" fmla="*/ 3953121 h 6858000"/>
              <a:gd name="connsiteX155" fmla="*/ 3316479 w 7467600"/>
              <a:gd name="connsiteY155" fmla="*/ 3872136 h 6858000"/>
              <a:gd name="connsiteX156" fmla="*/ 3291335 w 7467600"/>
              <a:gd name="connsiteY156" fmla="*/ 3767420 h 6858000"/>
              <a:gd name="connsiteX157" fmla="*/ 3390805 w 7467600"/>
              <a:gd name="connsiteY157" fmla="*/ 3937163 h 6858000"/>
              <a:gd name="connsiteX158" fmla="*/ 3579062 w 7467600"/>
              <a:gd name="connsiteY158" fmla="*/ 4359040 h 6858000"/>
              <a:gd name="connsiteX159" fmla="*/ 3467355 w 7467600"/>
              <a:gd name="connsiteY159" fmla="*/ 3988130 h 6858000"/>
              <a:gd name="connsiteX160" fmla="*/ 3310753 w 7467600"/>
              <a:gd name="connsiteY160" fmla="*/ 3787140 h 6858000"/>
              <a:gd name="connsiteX161" fmla="*/ 3291335 w 7467600"/>
              <a:gd name="connsiteY161" fmla="*/ 3767420 h 6858000"/>
              <a:gd name="connsiteX162" fmla="*/ 1635889 w 7467600"/>
              <a:gd name="connsiteY162" fmla="*/ 3709494 h 6858000"/>
              <a:gd name="connsiteX163" fmla="*/ 1634800 w 7467600"/>
              <a:gd name="connsiteY163" fmla="*/ 3731111 h 6858000"/>
              <a:gd name="connsiteX164" fmla="*/ 1635889 w 7467600"/>
              <a:gd name="connsiteY164" fmla="*/ 3709494 h 6858000"/>
              <a:gd name="connsiteX165" fmla="*/ 1510397 w 7467600"/>
              <a:gd name="connsiteY165" fmla="*/ 3684705 h 6858000"/>
              <a:gd name="connsiteX166" fmla="*/ 1146550 w 7467600"/>
              <a:gd name="connsiteY166" fmla="*/ 3802012 h 6858000"/>
              <a:gd name="connsiteX167" fmla="*/ 698834 w 7467600"/>
              <a:gd name="connsiteY167" fmla="*/ 3952272 h 6858000"/>
              <a:gd name="connsiteX168" fmla="*/ 34256 w 7467600"/>
              <a:gd name="connsiteY168" fmla="*/ 4347603 h 6858000"/>
              <a:gd name="connsiteX169" fmla="*/ 527241 w 7467600"/>
              <a:gd name="connsiteY169" fmla="*/ 4065078 h 6858000"/>
              <a:gd name="connsiteX170" fmla="*/ 1510397 w 7467600"/>
              <a:gd name="connsiteY170" fmla="*/ 3684705 h 6858000"/>
              <a:gd name="connsiteX171" fmla="*/ 1313114 w 7467600"/>
              <a:gd name="connsiteY171" fmla="*/ 3655216 h 6858000"/>
              <a:gd name="connsiteX172" fmla="*/ 1109304 w 7467600"/>
              <a:gd name="connsiteY172" fmla="*/ 3669030 h 6858000"/>
              <a:gd name="connsiteX173" fmla="*/ 8129 w 7467600"/>
              <a:gd name="connsiteY173" fmla="*/ 4330519 h 6858000"/>
              <a:gd name="connsiteX174" fmla="*/ 687572 w 7467600"/>
              <a:gd name="connsiteY174" fmla="*/ 3925629 h 6858000"/>
              <a:gd name="connsiteX175" fmla="*/ 1138365 w 7467600"/>
              <a:gd name="connsiteY175" fmla="*/ 3774515 h 6858000"/>
              <a:gd name="connsiteX176" fmla="*/ 1505579 w 7467600"/>
              <a:gd name="connsiteY176" fmla="*/ 3655526 h 6858000"/>
              <a:gd name="connsiteX177" fmla="*/ 1313114 w 7467600"/>
              <a:gd name="connsiteY177" fmla="*/ 3655216 h 6858000"/>
              <a:gd name="connsiteX178" fmla="*/ 3655073 w 7467600"/>
              <a:gd name="connsiteY178" fmla="*/ 3650884 h 6858000"/>
              <a:gd name="connsiteX179" fmla="*/ 3989938 w 7467600"/>
              <a:gd name="connsiteY179" fmla="*/ 3991685 h 6858000"/>
              <a:gd name="connsiteX180" fmla="*/ 4393907 w 7467600"/>
              <a:gd name="connsiteY180" fmla="*/ 4261258 h 6858000"/>
              <a:gd name="connsiteX181" fmla="*/ 4648051 w 7467600"/>
              <a:gd name="connsiteY181" fmla="*/ 4374051 h 6858000"/>
              <a:gd name="connsiteX182" fmla="*/ 4383389 w 7467600"/>
              <a:gd name="connsiteY182" fmla="*/ 4184369 h 6858000"/>
              <a:gd name="connsiteX183" fmla="*/ 4165508 w 7467600"/>
              <a:gd name="connsiteY183" fmla="*/ 4035196 h 6858000"/>
              <a:gd name="connsiteX184" fmla="*/ 4068162 w 7467600"/>
              <a:gd name="connsiteY184" fmla="*/ 3953394 h 6858000"/>
              <a:gd name="connsiteX185" fmla="*/ 3981416 w 7467600"/>
              <a:gd name="connsiteY185" fmla="*/ 3880482 h 6858000"/>
              <a:gd name="connsiteX186" fmla="*/ 3800147 w 7467600"/>
              <a:gd name="connsiteY186" fmla="*/ 3749872 h 6858000"/>
              <a:gd name="connsiteX187" fmla="*/ 3655073 w 7467600"/>
              <a:gd name="connsiteY187" fmla="*/ 3650884 h 6858000"/>
              <a:gd name="connsiteX188" fmla="*/ 3670252 w 7467600"/>
              <a:gd name="connsiteY188" fmla="*/ 3622798 h 6858000"/>
              <a:gd name="connsiteX189" fmla="*/ 3817258 w 7467600"/>
              <a:gd name="connsiteY189" fmla="*/ 3723577 h 6858000"/>
              <a:gd name="connsiteX190" fmla="*/ 4000461 w 7467600"/>
              <a:gd name="connsiteY190" fmla="*/ 3855966 h 6858000"/>
              <a:gd name="connsiteX191" fmla="*/ 4088180 w 7467600"/>
              <a:gd name="connsiteY191" fmla="*/ 3929774 h 6858000"/>
              <a:gd name="connsiteX192" fmla="*/ 4184555 w 7467600"/>
              <a:gd name="connsiteY192" fmla="*/ 4010683 h 6858000"/>
              <a:gd name="connsiteX193" fmla="*/ 4399563 w 7467600"/>
              <a:gd name="connsiteY193" fmla="*/ 4158106 h 6858000"/>
              <a:gd name="connsiteX194" fmla="*/ 4684469 w 7467600"/>
              <a:gd name="connsiteY194" fmla="*/ 4364680 h 6858000"/>
              <a:gd name="connsiteX195" fmla="*/ 4690271 w 7467600"/>
              <a:gd name="connsiteY195" fmla="*/ 4370034 h 6858000"/>
              <a:gd name="connsiteX196" fmla="*/ 4136093 w 7467600"/>
              <a:gd name="connsiteY196" fmla="*/ 3858466 h 6858000"/>
              <a:gd name="connsiteX197" fmla="*/ 3670252 w 7467600"/>
              <a:gd name="connsiteY197" fmla="*/ 3622798 h 6858000"/>
              <a:gd name="connsiteX198" fmla="*/ 4440129 w 7467600"/>
              <a:gd name="connsiteY198" fmla="*/ 3448571 h 6858000"/>
              <a:gd name="connsiteX199" fmla="*/ 4856525 w 7467600"/>
              <a:gd name="connsiteY199" fmla="*/ 3915351 h 6858000"/>
              <a:gd name="connsiteX200" fmla="*/ 5059055 w 7467600"/>
              <a:gd name="connsiteY200" fmla="*/ 4108918 h 6858000"/>
              <a:gd name="connsiteX201" fmla="*/ 5290070 w 7467600"/>
              <a:gd name="connsiteY201" fmla="*/ 4263619 h 6858000"/>
              <a:gd name="connsiteX202" fmla="*/ 4834991 w 7467600"/>
              <a:gd name="connsiteY202" fmla="*/ 3830985 h 6858000"/>
              <a:gd name="connsiteX203" fmla="*/ 4440129 w 7467600"/>
              <a:gd name="connsiteY203" fmla="*/ 3448571 h 6858000"/>
              <a:gd name="connsiteX204" fmla="*/ 4441737 w 7467600"/>
              <a:gd name="connsiteY204" fmla="*/ 3399734 h 6858000"/>
              <a:gd name="connsiteX205" fmla="*/ 4431236 w 7467600"/>
              <a:gd name="connsiteY205" fmla="*/ 3400954 h 6858000"/>
              <a:gd name="connsiteX206" fmla="*/ 4557150 w 7467600"/>
              <a:gd name="connsiteY206" fmla="*/ 3510023 h 6858000"/>
              <a:gd name="connsiteX207" fmla="*/ 4856936 w 7467600"/>
              <a:gd name="connsiteY207" fmla="*/ 3809146 h 6858000"/>
              <a:gd name="connsiteX208" fmla="*/ 5111996 w 7467600"/>
              <a:gd name="connsiteY208" fmla="*/ 4065759 h 6858000"/>
              <a:gd name="connsiteX209" fmla="*/ 5388878 w 7467600"/>
              <a:gd name="connsiteY209" fmla="*/ 4300185 h 6858000"/>
              <a:gd name="connsiteX210" fmla="*/ 5425556 w 7467600"/>
              <a:gd name="connsiteY210" fmla="*/ 4308967 h 6858000"/>
              <a:gd name="connsiteX211" fmla="*/ 4943646 w 7467600"/>
              <a:gd name="connsiteY211" fmla="*/ 3822916 h 6858000"/>
              <a:gd name="connsiteX212" fmla="*/ 4594837 w 7467600"/>
              <a:gd name="connsiteY212" fmla="*/ 3532274 h 6858000"/>
              <a:gd name="connsiteX213" fmla="*/ 4441737 w 7467600"/>
              <a:gd name="connsiteY213" fmla="*/ 3399734 h 6858000"/>
              <a:gd name="connsiteX214" fmla="*/ 5425834 w 7467600"/>
              <a:gd name="connsiteY214" fmla="*/ 3162785 h 6858000"/>
              <a:gd name="connsiteX215" fmla="*/ 5401644 w 7467600"/>
              <a:gd name="connsiteY215" fmla="*/ 3617847 h 6858000"/>
              <a:gd name="connsiteX216" fmla="*/ 5467256 w 7467600"/>
              <a:gd name="connsiteY216" fmla="*/ 4175494 h 6858000"/>
              <a:gd name="connsiteX217" fmla="*/ 5448069 w 7467600"/>
              <a:gd name="connsiteY217" fmla="*/ 3567554 h 6858000"/>
              <a:gd name="connsiteX218" fmla="*/ 5425834 w 7467600"/>
              <a:gd name="connsiteY218" fmla="*/ 3162785 h 6858000"/>
              <a:gd name="connsiteX219" fmla="*/ 1318687 w 7467600"/>
              <a:gd name="connsiteY219" fmla="*/ 3113840 h 6858000"/>
              <a:gd name="connsiteX220" fmla="*/ 1066793 w 7467600"/>
              <a:gd name="connsiteY220" fmla="*/ 3212171 h 6858000"/>
              <a:gd name="connsiteX221" fmla="*/ 993319 w 7467600"/>
              <a:gd name="connsiteY221" fmla="*/ 3247648 h 6858000"/>
              <a:gd name="connsiteX222" fmla="*/ 853081 w 7467600"/>
              <a:gd name="connsiteY222" fmla="*/ 3312410 h 6858000"/>
              <a:gd name="connsiteX223" fmla="*/ 805957 w 7467600"/>
              <a:gd name="connsiteY223" fmla="*/ 3330443 h 6858000"/>
              <a:gd name="connsiteX224" fmla="*/ 1318687 w 7467600"/>
              <a:gd name="connsiteY224" fmla="*/ 3113840 h 6858000"/>
              <a:gd name="connsiteX225" fmla="*/ 5453702 w 7467600"/>
              <a:gd name="connsiteY225" fmla="*/ 3090882 h 6858000"/>
              <a:gd name="connsiteX226" fmla="*/ 5480135 w 7467600"/>
              <a:gd name="connsiteY226" fmla="*/ 3565802 h 6858000"/>
              <a:gd name="connsiteX227" fmla="*/ 5499023 w 7467600"/>
              <a:gd name="connsiteY227" fmla="*/ 4166310 h 6858000"/>
              <a:gd name="connsiteX228" fmla="*/ 5547022 w 7467600"/>
              <a:gd name="connsiteY228" fmla="*/ 3607838 h 6858000"/>
              <a:gd name="connsiteX229" fmla="*/ 5515964 w 7467600"/>
              <a:gd name="connsiteY229" fmla="*/ 3378541 h 6858000"/>
              <a:gd name="connsiteX230" fmla="*/ 5453702 w 7467600"/>
              <a:gd name="connsiteY230" fmla="*/ 3090882 h 6858000"/>
              <a:gd name="connsiteX231" fmla="*/ 1238695 w 7467600"/>
              <a:gd name="connsiteY231" fmla="*/ 3076820 h 6858000"/>
              <a:gd name="connsiteX232" fmla="*/ 716371 w 7467600"/>
              <a:gd name="connsiteY232" fmla="*/ 3293249 h 6858000"/>
              <a:gd name="connsiteX233" fmla="*/ 579522 w 7467600"/>
              <a:gd name="connsiteY233" fmla="*/ 3371759 h 6858000"/>
              <a:gd name="connsiteX234" fmla="*/ 600288 w 7467600"/>
              <a:gd name="connsiteY234" fmla="*/ 3365555 h 6858000"/>
              <a:gd name="connsiteX235" fmla="*/ 840692 w 7467600"/>
              <a:gd name="connsiteY235" fmla="*/ 3284921 h 6858000"/>
              <a:gd name="connsiteX236" fmla="*/ 979248 w 7467600"/>
              <a:gd name="connsiteY236" fmla="*/ 3221003 h 6858000"/>
              <a:gd name="connsiteX237" fmla="*/ 1053282 w 7467600"/>
              <a:gd name="connsiteY237" fmla="*/ 3185247 h 6858000"/>
              <a:gd name="connsiteX238" fmla="*/ 1320603 w 7467600"/>
              <a:gd name="connsiteY238" fmla="*/ 3081281 h 6858000"/>
              <a:gd name="connsiteX239" fmla="*/ 1238695 w 7467600"/>
              <a:gd name="connsiteY239" fmla="*/ 3076820 h 6858000"/>
              <a:gd name="connsiteX240" fmla="*/ 5425627 w 7467600"/>
              <a:gd name="connsiteY240" fmla="*/ 2954192 h 6858000"/>
              <a:gd name="connsiteX241" fmla="*/ 5470770 w 7467600"/>
              <a:gd name="connsiteY241" fmla="*/ 3005435 h 6858000"/>
              <a:gd name="connsiteX242" fmla="*/ 5519779 w 7467600"/>
              <a:gd name="connsiteY242" fmla="*/ 4359223 h 6858000"/>
              <a:gd name="connsiteX243" fmla="*/ 5520293 w 7467600"/>
              <a:gd name="connsiteY243" fmla="*/ 4360602 h 6858000"/>
              <a:gd name="connsiteX244" fmla="*/ 5767221 w 7467600"/>
              <a:gd name="connsiteY244" fmla="*/ 4665564 h 6858000"/>
              <a:gd name="connsiteX245" fmla="*/ 6937169 w 7467600"/>
              <a:gd name="connsiteY245" fmla="*/ 4815941 h 6858000"/>
              <a:gd name="connsiteX246" fmla="*/ 6953922 w 7467600"/>
              <a:gd name="connsiteY246" fmla="*/ 4890068 h 6858000"/>
              <a:gd name="connsiteX247" fmla="*/ 6071359 w 7467600"/>
              <a:gd name="connsiteY247" fmla="*/ 4770770 h 6858000"/>
              <a:gd name="connsiteX248" fmla="*/ 6038839 w 7467600"/>
              <a:gd name="connsiteY248" fmla="*/ 4764474 h 6858000"/>
              <a:gd name="connsiteX249" fmla="*/ 6038706 w 7467600"/>
              <a:gd name="connsiteY249" fmla="*/ 4763847 h 6858000"/>
              <a:gd name="connsiteX250" fmla="*/ 6037784 w 7467600"/>
              <a:gd name="connsiteY250" fmla="*/ 4764270 h 6858000"/>
              <a:gd name="connsiteX251" fmla="*/ 6038839 w 7467600"/>
              <a:gd name="connsiteY251" fmla="*/ 4764474 h 6858000"/>
              <a:gd name="connsiteX252" fmla="*/ 6040338 w 7467600"/>
              <a:gd name="connsiteY252" fmla="*/ 4771418 h 6858000"/>
              <a:gd name="connsiteX253" fmla="*/ 6024488 w 7467600"/>
              <a:gd name="connsiteY253" fmla="*/ 4809903 h 6858000"/>
              <a:gd name="connsiteX254" fmla="*/ 5599771 w 7467600"/>
              <a:gd name="connsiteY254" fmla="*/ 5509652 h 6858000"/>
              <a:gd name="connsiteX255" fmla="*/ 5548843 w 7467600"/>
              <a:gd name="connsiteY255" fmla="*/ 5563845 h 6858000"/>
              <a:gd name="connsiteX256" fmla="*/ 5940952 w 7467600"/>
              <a:gd name="connsiteY256" fmla="*/ 6250028 h 6858000"/>
              <a:gd name="connsiteX257" fmla="*/ 6043441 w 7467600"/>
              <a:gd name="connsiteY257" fmla="*/ 6665847 h 6858000"/>
              <a:gd name="connsiteX258" fmla="*/ 6093432 w 7467600"/>
              <a:gd name="connsiteY258" fmla="*/ 6858000 h 6858000"/>
              <a:gd name="connsiteX259" fmla="*/ 6034344 w 7467600"/>
              <a:gd name="connsiteY259" fmla="*/ 6858000 h 6858000"/>
              <a:gd name="connsiteX260" fmla="*/ 6026679 w 7467600"/>
              <a:gd name="connsiteY260" fmla="*/ 6836959 h 6858000"/>
              <a:gd name="connsiteX261" fmla="*/ 5800441 w 7467600"/>
              <a:gd name="connsiteY261" fmla="*/ 6335286 h 6858000"/>
              <a:gd name="connsiteX262" fmla="*/ 5526562 w 7467600"/>
              <a:gd name="connsiteY262" fmla="*/ 5705388 h 6858000"/>
              <a:gd name="connsiteX263" fmla="*/ 5519640 w 7467600"/>
              <a:gd name="connsiteY263" fmla="*/ 5683774 h 6858000"/>
              <a:gd name="connsiteX264" fmla="*/ 5844559 w 7467600"/>
              <a:gd name="connsiteY264" fmla="*/ 6553349 h 6858000"/>
              <a:gd name="connsiteX265" fmla="*/ 5975994 w 7467600"/>
              <a:gd name="connsiteY265" fmla="*/ 6858000 h 6858000"/>
              <a:gd name="connsiteX266" fmla="*/ 5898547 w 7467600"/>
              <a:gd name="connsiteY266" fmla="*/ 6858000 h 6858000"/>
              <a:gd name="connsiteX267" fmla="*/ 5682041 w 7467600"/>
              <a:gd name="connsiteY267" fmla="*/ 6355860 h 6858000"/>
              <a:gd name="connsiteX268" fmla="*/ 5461758 w 7467600"/>
              <a:gd name="connsiteY268" fmla="*/ 5820220 h 6858000"/>
              <a:gd name="connsiteX269" fmla="*/ 5237282 w 7467600"/>
              <a:gd name="connsiteY269" fmla="*/ 6579086 h 6858000"/>
              <a:gd name="connsiteX270" fmla="*/ 5115009 w 7467600"/>
              <a:gd name="connsiteY270" fmla="*/ 6858000 h 6858000"/>
              <a:gd name="connsiteX271" fmla="*/ 5028074 w 7467600"/>
              <a:gd name="connsiteY271" fmla="*/ 6858000 h 6858000"/>
              <a:gd name="connsiteX272" fmla="*/ 5079508 w 7467600"/>
              <a:gd name="connsiteY272" fmla="*/ 6749074 h 6858000"/>
              <a:gd name="connsiteX273" fmla="*/ 5371846 w 7467600"/>
              <a:gd name="connsiteY273" fmla="*/ 5924413 h 6858000"/>
              <a:gd name="connsiteX274" fmla="*/ 5270512 w 7467600"/>
              <a:gd name="connsiteY274" fmla="*/ 6138975 h 6858000"/>
              <a:gd name="connsiteX275" fmla="*/ 5062409 w 7467600"/>
              <a:gd name="connsiteY275" fmla="*/ 6653544 h 6858000"/>
              <a:gd name="connsiteX276" fmla="*/ 5036628 w 7467600"/>
              <a:gd name="connsiteY276" fmla="*/ 6754247 h 6858000"/>
              <a:gd name="connsiteX277" fmla="*/ 5009112 w 7467600"/>
              <a:gd name="connsiteY277" fmla="*/ 6858000 h 6858000"/>
              <a:gd name="connsiteX278" fmla="*/ 4976679 w 7467600"/>
              <a:gd name="connsiteY278" fmla="*/ 6858000 h 6858000"/>
              <a:gd name="connsiteX279" fmla="*/ 5006537 w 7467600"/>
              <a:gd name="connsiteY279" fmla="*/ 6747068 h 6858000"/>
              <a:gd name="connsiteX280" fmla="*/ 5032723 w 7467600"/>
              <a:gd name="connsiteY280" fmla="*/ 6644957 h 6858000"/>
              <a:gd name="connsiteX281" fmla="*/ 5242949 w 7467600"/>
              <a:gd name="connsiteY281" fmla="*/ 6125175 h 6858000"/>
              <a:gd name="connsiteX282" fmla="*/ 5286321 w 7467600"/>
              <a:gd name="connsiteY282" fmla="*/ 6033555 h 6858000"/>
              <a:gd name="connsiteX283" fmla="*/ 5008210 w 7467600"/>
              <a:gd name="connsiteY283" fmla="*/ 6649194 h 6858000"/>
              <a:gd name="connsiteX284" fmla="*/ 4986321 w 7467600"/>
              <a:gd name="connsiteY284" fmla="*/ 6765687 h 6858000"/>
              <a:gd name="connsiteX285" fmla="*/ 4973474 w 7467600"/>
              <a:gd name="connsiteY285" fmla="*/ 6858000 h 6858000"/>
              <a:gd name="connsiteX286" fmla="*/ 4907178 w 7467600"/>
              <a:gd name="connsiteY286" fmla="*/ 6858000 h 6858000"/>
              <a:gd name="connsiteX287" fmla="*/ 4910810 w 7467600"/>
              <a:gd name="connsiteY287" fmla="*/ 6829660 h 6858000"/>
              <a:gd name="connsiteX288" fmla="*/ 4987461 w 7467600"/>
              <a:gd name="connsiteY288" fmla="*/ 6432994 h 6858000"/>
              <a:gd name="connsiteX289" fmla="*/ 5179262 w 7467600"/>
              <a:gd name="connsiteY289" fmla="*/ 6035044 h 6858000"/>
              <a:gd name="connsiteX290" fmla="*/ 4689678 w 7467600"/>
              <a:gd name="connsiteY290" fmla="*/ 6440241 h 6858000"/>
              <a:gd name="connsiteX291" fmla="*/ 4477543 w 7467600"/>
              <a:gd name="connsiteY291" fmla="*/ 6674836 h 6858000"/>
              <a:gd name="connsiteX292" fmla="*/ 4329957 w 7467600"/>
              <a:gd name="connsiteY292" fmla="*/ 6858000 h 6858000"/>
              <a:gd name="connsiteX293" fmla="*/ 4218595 w 7467600"/>
              <a:gd name="connsiteY293" fmla="*/ 6858000 h 6858000"/>
              <a:gd name="connsiteX294" fmla="*/ 4368888 w 7467600"/>
              <a:gd name="connsiteY294" fmla="*/ 6668412 h 6858000"/>
              <a:gd name="connsiteX295" fmla="*/ 4563091 w 7467600"/>
              <a:gd name="connsiteY295" fmla="*/ 6442508 h 6858000"/>
              <a:gd name="connsiteX296" fmla="*/ 5387324 w 7467600"/>
              <a:gd name="connsiteY296" fmla="*/ 5705830 h 6858000"/>
              <a:gd name="connsiteX297" fmla="*/ 5073620 w 7467600"/>
              <a:gd name="connsiteY297" fmla="*/ 5955437 h 6858000"/>
              <a:gd name="connsiteX298" fmla="*/ 4689789 w 7467600"/>
              <a:gd name="connsiteY298" fmla="*/ 6268382 h 6858000"/>
              <a:gd name="connsiteX299" fmla="*/ 4418722 w 7467600"/>
              <a:gd name="connsiteY299" fmla="*/ 6570886 h 6858000"/>
              <a:gd name="connsiteX300" fmla="*/ 4214944 w 7467600"/>
              <a:gd name="connsiteY300" fmla="*/ 6858000 h 6858000"/>
              <a:gd name="connsiteX301" fmla="*/ 4177898 w 7467600"/>
              <a:gd name="connsiteY301" fmla="*/ 6858000 h 6858000"/>
              <a:gd name="connsiteX302" fmla="*/ 4391597 w 7467600"/>
              <a:gd name="connsiteY302" fmla="*/ 6556370 h 6858000"/>
              <a:gd name="connsiteX303" fmla="*/ 4668889 w 7467600"/>
              <a:gd name="connsiteY303" fmla="*/ 6246399 h 6858000"/>
              <a:gd name="connsiteX304" fmla="*/ 5055427 w 7467600"/>
              <a:gd name="connsiteY304" fmla="*/ 5931476 h 6858000"/>
              <a:gd name="connsiteX305" fmla="*/ 5371814 w 7467600"/>
              <a:gd name="connsiteY305" fmla="*/ 5678975 h 6858000"/>
              <a:gd name="connsiteX306" fmla="*/ 4987918 w 7467600"/>
              <a:gd name="connsiteY306" fmla="*/ 5838701 h 6858000"/>
              <a:gd name="connsiteX307" fmla="*/ 4317146 w 7467600"/>
              <a:gd name="connsiteY307" fmla="*/ 6587716 h 6858000"/>
              <a:gd name="connsiteX308" fmla="*/ 4171627 w 7467600"/>
              <a:gd name="connsiteY308" fmla="*/ 6858000 h 6858000"/>
              <a:gd name="connsiteX309" fmla="*/ 4081585 w 7467600"/>
              <a:gd name="connsiteY309" fmla="*/ 6858000 h 6858000"/>
              <a:gd name="connsiteX310" fmla="*/ 4238603 w 7467600"/>
              <a:gd name="connsiteY310" fmla="*/ 6559341 h 6858000"/>
              <a:gd name="connsiteX311" fmla="*/ 4778333 w 7467600"/>
              <a:gd name="connsiteY311" fmla="*/ 5873626 h 6858000"/>
              <a:gd name="connsiteX312" fmla="*/ 5414185 w 7467600"/>
              <a:gd name="connsiteY312" fmla="*/ 5573882 h 6858000"/>
              <a:gd name="connsiteX313" fmla="*/ 5959648 w 7467600"/>
              <a:gd name="connsiteY313" fmla="*/ 4760797 h 6858000"/>
              <a:gd name="connsiteX314" fmla="*/ 5355019 w 7467600"/>
              <a:gd name="connsiteY314" fmla="*/ 4734672 h 6858000"/>
              <a:gd name="connsiteX315" fmla="*/ 5083565 w 7467600"/>
              <a:gd name="connsiteY315" fmla="*/ 5179121 h 6858000"/>
              <a:gd name="connsiteX316" fmla="*/ 4713577 w 7467600"/>
              <a:gd name="connsiteY316" fmla="*/ 5616803 h 6858000"/>
              <a:gd name="connsiteX317" fmla="*/ 3989559 w 7467600"/>
              <a:gd name="connsiteY317" fmla="*/ 6145945 h 6858000"/>
              <a:gd name="connsiteX318" fmla="*/ 3939824 w 7467600"/>
              <a:gd name="connsiteY318" fmla="*/ 6066900 h 6858000"/>
              <a:gd name="connsiteX319" fmla="*/ 4584537 w 7467600"/>
              <a:gd name="connsiteY319" fmla="*/ 5324826 h 6858000"/>
              <a:gd name="connsiteX320" fmla="*/ 5037105 w 7467600"/>
              <a:gd name="connsiteY320" fmla="*/ 5088765 h 6858000"/>
              <a:gd name="connsiteX321" fmla="*/ 5039930 w 7467600"/>
              <a:gd name="connsiteY321" fmla="*/ 5089585 h 6858000"/>
              <a:gd name="connsiteX322" fmla="*/ 5263764 w 7467600"/>
              <a:gd name="connsiteY322" fmla="*/ 4735525 h 6858000"/>
              <a:gd name="connsiteX323" fmla="*/ 4086300 w 7467600"/>
              <a:gd name="connsiteY323" fmla="*/ 4884599 h 6858000"/>
              <a:gd name="connsiteX324" fmla="*/ 4085485 w 7467600"/>
              <a:gd name="connsiteY324" fmla="*/ 4899070 h 6858000"/>
              <a:gd name="connsiteX325" fmla="*/ 3871915 w 7467600"/>
              <a:gd name="connsiteY325" fmla="*/ 5253645 h 6858000"/>
              <a:gd name="connsiteX326" fmla="*/ 3799374 w 7467600"/>
              <a:gd name="connsiteY326" fmla="*/ 5466127 h 6858000"/>
              <a:gd name="connsiteX327" fmla="*/ 3498850 w 7467600"/>
              <a:gd name="connsiteY327" fmla="*/ 6661888 h 6858000"/>
              <a:gd name="connsiteX328" fmla="*/ 3399216 w 7467600"/>
              <a:gd name="connsiteY328" fmla="*/ 6858000 h 6858000"/>
              <a:gd name="connsiteX329" fmla="*/ 3303688 w 7467600"/>
              <a:gd name="connsiteY329" fmla="*/ 6858000 h 6858000"/>
              <a:gd name="connsiteX330" fmla="*/ 3391774 w 7467600"/>
              <a:gd name="connsiteY330" fmla="*/ 6697181 h 6858000"/>
              <a:gd name="connsiteX331" fmla="*/ 3735540 w 7467600"/>
              <a:gd name="connsiteY331" fmla="*/ 5546923 h 6858000"/>
              <a:gd name="connsiteX332" fmla="*/ 3729438 w 7467600"/>
              <a:gd name="connsiteY332" fmla="*/ 5569058 h 6858000"/>
              <a:gd name="connsiteX333" fmla="*/ 3707782 w 7467600"/>
              <a:gd name="connsiteY333" fmla="*/ 5644908 h 6858000"/>
              <a:gd name="connsiteX334" fmla="*/ 3583827 w 7467600"/>
              <a:gd name="connsiteY334" fmla="*/ 6039215 h 6858000"/>
              <a:gd name="connsiteX335" fmla="*/ 3547861 w 7467600"/>
              <a:gd name="connsiteY335" fmla="*/ 6129609 h 6858000"/>
              <a:gd name="connsiteX336" fmla="*/ 3490905 w 7467600"/>
              <a:gd name="connsiteY336" fmla="*/ 6277660 h 6858000"/>
              <a:gd name="connsiteX337" fmla="*/ 3455859 w 7467600"/>
              <a:gd name="connsiteY337" fmla="*/ 6391301 h 6858000"/>
              <a:gd name="connsiteX338" fmla="*/ 3429112 w 7467600"/>
              <a:gd name="connsiteY338" fmla="*/ 6479469 h 6858000"/>
              <a:gd name="connsiteX339" fmla="*/ 3304862 w 7467600"/>
              <a:gd name="connsiteY339" fmla="*/ 6796476 h 6858000"/>
              <a:gd name="connsiteX340" fmla="*/ 3276071 w 7467600"/>
              <a:gd name="connsiteY340" fmla="*/ 6858000 h 6858000"/>
              <a:gd name="connsiteX341" fmla="*/ 3240805 w 7467600"/>
              <a:gd name="connsiteY341" fmla="*/ 6858000 h 6858000"/>
              <a:gd name="connsiteX342" fmla="*/ 3275917 w 7467600"/>
              <a:gd name="connsiteY342" fmla="*/ 6783192 h 6858000"/>
              <a:gd name="connsiteX343" fmla="*/ 3399358 w 7467600"/>
              <a:gd name="connsiteY343" fmla="*/ 6469011 h 6858000"/>
              <a:gd name="connsiteX344" fmla="*/ 3425650 w 7467600"/>
              <a:gd name="connsiteY344" fmla="*/ 6381333 h 6858000"/>
              <a:gd name="connsiteX345" fmla="*/ 3460661 w 7467600"/>
              <a:gd name="connsiteY345" fmla="*/ 6266763 h 6858000"/>
              <a:gd name="connsiteX346" fmla="*/ 3518021 w 7467600"/>
              <a:gd name="connsiteY346" fmla="*/ 6117298 h 6858000"/>
              <a:gd name="connsiteX347" fmla="*/ 3554035 w 7467600"/>
              <a:gd name="connsiteY347" fmla="*/ 6027832 h 6858000"/>
              <a:gd name="connsiteX348" fmla="*/ 3677174 w 7467600"/>
              <a:gd name="connsiteY348" fmla="*/ 5636351 h 6858000"/>
              <a:gd name="connsiteX349" fmla="*/ 3698819 w 7467600"/>
              <a:gd name="connsiteY349" fmla="*/ 5560503 h 6858000"/>
              <a:gd name="connsiteX350" fmla="*/ 3702094 w 7467600"/>
              <a:gd name="connsiteY350" fmla="*/ 5549194 h 6858000"/>
              <a:gd name="connsiteX351" fmla="*/ 3398355 w 7467600"/>
              <a:gd name="connsiteY351" fmla="*/ 6094603 h 6858000"/>
              <a:gd name="connsiteX352" fmla="*/ 3193941 w 7467600"/>
              <a:gd name="connsiteY352" fmla="*/ 6798775 h 6858000"/>
              <a:gd name="connsiteX353" fmla="*/ 3184140 w 7467600"/>
              <a:gd name="connsiteY353" fmla="*/ 6858000 h 6858000"/>
              <a:gd name="connsiteX354" fmla="*/ 3099978 w 7467600"/>
              <a:gd name="connsiteY354" fmla="*/ 6858000 h 6858000"/>
              <a:gd name="connsiteX355" fmla="*/ 3101556 w 7467600"/>
              <a:gd name="connsiteY355" fmla="*/ 6843337 h 6858000"/>
              <a:gd name="connsiteX356" fmla="*/ 3370162 w 7467600"/>
              <a:gd name="connsiteY356" fmla="*/ 5785550 h 6858000"/>
              <a:gd name="connsiteX357" fmla="*/ 3746477 w 7467600"/>
              <a:gd name="connsiteY357" fmla="*/ 5377889 h 6858000"/>
              <a:gd name="connsiteX358" fmla="*/ 3863399 w 7467600"/>
              <a:gd name="connsiteY358" fmla="*/ 5087257 h 6858000"/>
              <a:gd name="connsiteX359" fmla="*/ 3968712 w 7467600"/>
              <a:gd name="connsiteY359" fmla="*/ 4913989 h 6858000"/>
              <a:gd name="connsiteX360" fmla="*/ 2792390 w 7467600"/>
              <a:gd name="connsiteY360" fmla="*/ 5382974 h 6858000"/>
              <a:gd name="connsiteX361" fmla="*/ 2714982 w 7467600"/>
              <a:gd name="connsiteY361" fmla="*/ 5427051 h 6858000"/>
              <a:gd name="connsiteX362" fmla="*/ 2813361 w 7467600"/>
              <a:gd name="connsiteY362" fmla="*/ 6023912 h 6858000"/>
              <a:gd name="connsiteX363" fmla="*/ 2688430 w 7467600"/>
              <a:gd name="connsiteY363" fmla="*/ 6801564 h 6858000"/>
              <a:gd name="connsiteX364" fmla="*/ 2629626 w 7467600"/>
              <a:gd name="connsiteY364" fmla="*/ 6763394 h 6858000"/>
              <a:gd name="connsiteX365" fmla="*/ 2565328 w 7467600"/>
              <a:gd name="connsiteY365" fmla="*/ 5516399 h 6858000"/>
              <a:gd name="connsiteX366" fmla="*/ 1922999 w 7467600"/>
              <a:gd name="connsiteY366" fmla="*/ 5980343 h 6858000"/>
              <a:gd name="connsiteX367" fmla="*/ 1950261 w 7467600"/>
              <a:gd name="connsiteY367" fmla="*/ 6405858 h 6858000"/>
              <a:gd name="connsiteX368" fmla="*/ 2365554 w 7467600"/>
              <a:gd name="connsiteY368" fmla="*/ 6759107 h 6858000"/>
              <a:gd name="connsiteX369" fmla="*/ 2424142 w 7467600"/>
              <a:gd name="connsiteY369" fmla="*/ 6858000 h 6858000"/>
              <a:gd name="connsiteX370" fmla="*/ 2395994 w 7467600"/>
              <a:gd name="connsiteY370" fmla="*/ 6858000 h 6858000"/>
              <a:gd name="connsiteX371" fmla="*/ 2392863 w 7467600"/>
              <a:gd name="connsiteY371" fmla="*/ 6852964 h 6858000"/>
              <a:gd name="connsiteX372" fmla="*/ 2017589 w 7467600"/>
              <a:gd name="connsiteY372" fmla="*/ 6493982 h 6858000"/>
              <a:gd name="connsiteX373" fmla="*/ 2147336 w 7467600"/>
              <a:gd name="connsiteY373" fmla="*/ 6594052 h 6858000"/>
              <a:gd name="connsiteX374" fmla="*/ 2207047 w 7467600"/>
              <a:gd name="connsiteY374" fmla="*/ 6654540 h 6858000"/>
              <a:gd name="connsiteX375" fmla="*/ 2299106 w 7467600"/>
              <a:gd name="connsiteY375" fmla="*/ 6778931 h 6858000"/>
              <a:gd name="connsiteX376" fmla="*/ 2314430 w 7467600"/>
              <a:gd name="connsiteY376" fmla="*/ 6801144 h 6858000"/>
              <a:gd name="connsiteX377" fmla="*/ 2352406 w 7467600"/>
              <a:gd name="connsiteY377" fmla="*/ 6858000 h 6858000"/>
              <a:gd name="connsiteX378" fmla="*/ 2314492 w 7467600"/>
              <a:gd name="connsiteY378" fmla="*/ 6858000 h 6858000"/>
              <a:gd name="connsiteX379" fmla="*/ 2288095 w 7467600"/>
              <a:gd name="connsiteY379" fmla="*/ 6818030 h 6858000"/>
              <a:gd name="connsiteX380" fmla="*/ 2272768 w 7467600"/>
              <a:gd name="connsiteY380" fmla="*/ 6795822 h 6858000"/>
              <a:gd name="connsiteX381" fmla="*/ 2182715 w 7467600"/>
              <a:gd name="connsiteY381" fmla="*/ 6675071 h 6858000"/>
              <a:gd name="connsiteX382" fmla="*/ 2032061 w 7467600"/>
              <a:gd name="connsiteY382" fmla="*/ 6541380 h 6858000"/>
              <a:gd name="connsiteX383" fmla="*/ 2257220 w 7467600"/>
              <a:gd name="connsiteY383" fmla="*/ 6826257 h 6858000"/>
              <a:gd name="connsiteX384" fmla="*/ 2281324 w 7467600"/>
              <a:gd name="connsiteY384" fmla="*/ 6858000 h 6858000"/>
              <a:gd name="connsiteX385" fmla="*/ 2242860 w 7467600"/>
              <a:gd name="connsiteY385" fmla="*/ 6858000 h 6858000"/>
              <a:gd name="connsiteX386" fmla="*/ 2232818 w 7467600"/>
              <a:gd name="connsiteY386" fmla="*/ 6844926 h 6858000"/>
              <a:gd name="connsiteX387" fmla="*/ 1990172 w 7467600"/>
              <a:gd name="connsiteY387" fmla="*/ 6542121 h 6858000"/>
              <a:gd name="connsiteX388" fmla="*/ 2124090 w 7467600"/>
              <a:gd name="connsiteY388" fmla="*/ 6761017 h 6858000"/>
              <a:gd name="connsiteX389" fmla="*/ 2200380 w 7467600"/>
              <a:gd name="connsiteY389" fmla="*/ 6858000 h 6858000"/>
              <a:gd name="connsiteX390" fmla="*/ 2147507 w 7467600"/>
              <a:gd name="connsiteY390" fmla="*/ 6858000 h 6858000"/>
              <a:gd name="connsiteX391" fmla="*/ 2070668 w 7467600"/>
              <a:gd name="connsiteY391" fmla="*/ 6761520 h 6858000"/>
              <a:gd name="connsiteX392" fmla="*/ 1975142 w 7467600"/>
              <a:gd name="connsiteY392" fmla="*/ 6585570 h 6858000"/>
              <a:gd name="connsiteX393" fmla="*/ 2050035 w 7467600"/>
              <a:gd name="connsiteY393" fmla="*/ 6813345 h 6858000"/>
              <a:gd name="connsiteX394" fmla="*/ 2063025 w 7467600"/>
              <a:gd name="connsiteY394" fmla="*/ 6858000 h 6858000"/>
              <a:gd name="connsiteX395" fmla="*/ 2021675 w 7467600"/>
              <a:gd name="connsiteY395" fmla="*/ 6858000 h 6858000"/>
              <a:gd name="connsiteX396" fmla="*/ 2019308 w 7467600"/>
              <a:gd name="connsiteY396" fmla="*/ 6847118 h 6858000"/>
              <a:gd name="connsiteX397" fmla="*/ 1938835 w 7467600"/>
              <a:gd name="connsiteY397" fmla="*/ 6551160 h 6858000"/>
              <a:gd name="connsiteX398" fmla="*/ 1953230 w 7467600"/>
              <a:gd name="connsiteY398" fmla="*/ 6759699 h 6858000"/>
              <a:gd name="connsiteX399" fmla="*/ 1956763 w 7467600"/>
              <a:gd name="connsiteY399" fmla="*/ 6778191 h 6858000"/>
              <a:gd name="connsiteX400" fmla="*/ 1967925 w 7467600"/>
              <a:gd name="connsiteY400" fmla="*/ 6858000 h 6858000"/>
              <a:gd name="connsiteX401" fmla="*/ 1936622 w 7467600"/>
              <a:gd name="connsiteY401" fmla="*/ 6858000 h 6858000"/>
              <a:gd name="connsiteX402" fmla="*/ 1926261 w 7467600"/>
              <a:gd name="connsiteY402" fmla="*/ 6784064 h 6858000"/>
              <a:gd name="connsiteX403" fmla="*/ 1922724 w 7467600"/>
              <a:gd name="connsiteY403" fmla="*/ 6765577 h 6858000"/>
              <a:gd name="connsiteX404" fmla="*/ 1904650 w 7467600"/>
              <a:gd name="connsiteY404" fmla="*/ 6639616 h 6858000"/>
              <a:gd name="connsiteX405" fmla="*/ 1885273 w 7467600"/>
              <a:gd name="connsiteY405" fmla="*/ 6858000 h 6858000"/>
              <a:gd name="connsiteX406" fmla="*/ 1854363 w 7467600"/>
              <a:gd name="connsiteY406" fmla="*/ 6858000 h 6858000"/>
              <a:gd name="connsiteX407" fmla="*/ 1880391 w 7467600"/>
              <a:gd name="connsiteY407" fmla="*/ 6603796 h 6858000"/>
              <a:gd name="connsiteX408" fmla="*/ 1818273 w 7467600"/>
              <a:gd name="connsiteY408" fmla="*/ 6715729 h 6858000"/>
              <a:gd name="connsiteX409" fmla="*/ 1794691 w 7467600"/>
              <a:gd name="connsiteY409" fmla="*/ 6843239 h 6858000"/>
              <a:gd name="connsiteX410" fmla="*/ 1794914 w 7467600"/>
              <a:gd name="connsiteY410" fmla="*/ 6858000 h 6858000"/>
              <a:gd name="connsiteX411" fmla="*/ 1746128 w 7467600"/>
              <a:gd name="connsiteY411" fmla="*/ 6858000 h 6858000"/>
              <a:gd name="connsiteX412" fmla="*/ 1753934 w 7467600"/>
              <a:gd name="connsiteY412" fmla="*/ 6724796 h 6858000"/>
              <a:gd name="connsiteX413" fmla="*/ 1792053 w 7467600"/>
              <a:gd name="connsiteY413" fmla="*/ 6572396 h 6858000"/>
              <a:gd name="connsiteX414" fmla="*/ 1862248 w 7467600"/>
              <a:gd name="connsiteY414" fmla="*/ 6266397 h 6858000"/>
              <a:gd name="connsiteX415" fmla="*/ 1862250 w 7467600"/>
              <a:gd name="connsiteY415" fmla="*/ 6033531 h 6858000"/>
              <a:gd name="connsiteX416" fmla="*/ 1211999 w 7467600"/>
              <a:gd name="connsiteY416" fmla="*/ 6683610 h 6858000"/>
              <a:gd name="connsiteX417" fmla="*/ 1213266 w 7467600"/>
              <a:gd name="connsiteY417" fmla="*/ 6691947 h 6858000"/>
              <a:gd name="connsiteX418" fmla="*/ 1203370 w 7467600"/>
              <a:gd name="connsiteY418" fmla="*/ 6850676 h 6858000"/>
              <a:gd name="connsiteX419" fmla="*/ 1203671 w 7467600"/>
              <a:gd name="connsiteY419" fmla="*/ 6858000 h 6858000"/>
              <a:gd name="connsiteX420" fmla="*/ 1143180 w 7467600"/>
              <a:gd name="connsiteY420" fmla="*/ 6858000 h 6858000"/>
              <a:gd name="connsiteX421" fmla="*/ 1142176 w 7467600"/>
              <a:gd name="connsiteY421" fmla="*/ 6766045 h 6858000"/>
              <a:gd name="connsiteX422" fmla="*/ 1067484 w 7467600"/>
              <a:gd name="connsiteY422" fmla="*/ 6858000 h 6858000"/>
              <a:gd name="connsiteX423" fmla="*/ 953928 w 7467600"/>
              <a:gd name="connsiteY423" fmla="*/ 6858000 h 6858000"/>
              <a:gd name="connsiteX424" fmla="*/ 959715 w 7467600"/>
              <a:gd name="connsiteY424" fmla="*/ 6850185 h 6858000"/>
              <a:gd name="connsiteX425" fmla="*/ 1483788 w 7467600"/>
              <a:gd name="connsiteY425" fmla="*/ 6259174 h 6858000"/>
              <a:gd name="connsiteX426" fmla="*/ 1100671 w 7467600"/>
              <a:gd name="connsiteY426" fmla="*/ 6252137 h 6858000"/>
              <a:gd name="connsiteX427" fmla="*/ 1090144 w 7467600"/>
              <a:gd name="connsiteY427" fmla="*/ 6256748 h 6858000"/>
              <a:gd name="connsiteX428" fmla="*/ 1095872 w 7467600"/>
              <a:gd name="connsiteY428" fmla="*/ 6271892 h 6858000"/>
              <a:gd name="connsiteX429" fmla="*/ 262785 w 7467600"/>
              <a:gd name="connsiteY429" fmla="*/ 6845450 h 6858000"/>
              <a:gd name="connsiteX430" fmla="*/ 209968 w 7467600"/>
              <a:gd name="connsiteY430" fmla="*/ 6770713 h 6858000"/>
              <a:gd name="connsiteX431" fmla="*/ 873460 w 7467600"/>
              <a:gd name="connsiteY431" fmla="*/ 6253768 h 6858000"/>
              <a:gd name="connsiteX432" fmla="*/ 192686 w 7467600"/>
              <a:gd name="connsiteY432" fmla="*/ 5849257 h 6858000"/>
              <a:gd name="connsiteX433" fmla="*/ 4696 w 7467600"/>
              <a:gd name="connsiteY433" fmla="*/ 5697668 h 6858000"/>
              <a:gd name="connsiteX434" fmla="*/ 0 w 7467600"/>
              <a:gd name="connsiteY434" fmla="*/ 5689984 h 6858000"/>
              <a:gd name="connsiteX435" fmla="*/ 0 w 7467600"/>
              <a:gd name="connsiteY435" fmla="*/ 5513472 h 6858000"/>
              <a:gd name="connsiteX436" fmla="*/ 174101 w 7467600"/>
              <a:gd name="connsiteY436" fmla="*/ 5620277 h 6858000"/>
              <a:gd name="connsiteX437" fmla="*/ 891800 w 7467600"/>
              <a:gd name="connsiteY437" fmla="*/ 6036935 h 6858000"/>
              <a:gd name="connsiteX438" fmla="*/ 1072219 w 7467600"/>
              <a:gd name="connsiteY438" fmla="*/ 6169443 h 6858000"/>
              <a:gd name="connsiteX439" fmla="*/ 1074117 w 7467600"/>
              <a:gd name="connsiteY439" fmla="*/ 6170301 h 6858000"/>
              <a:gd name="connsiteX440" fmla="*/ 1083114 w 7467600"/>
              <a:gd name="connsiteY440" fmla="*/ 6174131 h 6858000"/>
              <a:gd name="connsiteX441" fmla="*/ 1543010 w 7467600"/>
              <a:gd name="connsiteY441" fmla="*/ 6191140 h 6858000"/>
              <a:gd name="connsiteX442" fmla="*/ 1551080 w 7467600"/>
              <a:gd name="connsiteY442" fmla="*/ 6195006 h 6858000"/>
              <a:gd name="connsiteX443" fmla="*/ 2345443 w 7467600"/>
              <a:gd name="connsiteY443" fmla="*/ 5549882 h 6858000"/>
              <a:gd name="connsiteX444" fmla="*/ 1721499 w 7467600"/>
              <a:gd name="connsiteY444" fmla="*/ 5599969 h 6858000"/>
              <a:gd name="connsiteX445" fmla="*/ 767716 w 7467600"/>
              <a:gd name="connsiteY445" fmla="*/ 5472768 h 6858000"/>
              <a:gd name="connsiteX446" fmla="*/ 722147 w 7467600"/>
              <a:gd name="connsiteY446" fmla="*/ 5393091 h 6858000"/>
              <a:gd name="connsiteX447" fmla="*/ 1485552 w 7467600"/>
              <a:gd name="connsiteY447" fmla="*/ 5313202 h 6858000"/>
              <a:gd name="connsiteX448" fmla="*/ 2143004 w 7467600"/>
              <a:gd name="connsiteY448" fmla="*/ 5402420 h 6858000"/>
              <a:gd name="connsiteX449" fmla="*/ 1933391 w 7467600"/>
              <a:gd name="connsiteY449" fmla="*/ 5156971 h 6858000"/>
              <a:gd name="connsiteX450" fmla="*/ 1827118 w 7467600"/>
              <a:gd name="connsiteY450" fmla="*/ 4968410 h 6858000"/>
              <a:gd name="connsiteX451" fmla="*/ 1837349 w 7467600"/>
              <a:gd name="connsiteY451" fmla="*/ 4956357 h 6858000"/>
              <a:gd name="connsiteX452" fmla="*/ 2162835 w 7467600"/>
              <a:gd name="connsiteY452" fmla="*/ 5187853 h 6858000"/>
              <a:gd name="connsiteX453" fmla="*/ 2257167 w 7467600"/>
              <a:gd name="connsiteY453" fmla="*/ 5462123 h 6858000"/>
              <a:gd name="connsiteX454" fmla="*/ 2261598 w 7467600"/>
              <a:gd name="connsiteY454" fmla="*/ 5467998 h 6858000"/>
              <a:gd name="connsiteX455" fmla="*/ 2437177 w 7467600"/>
              <a:gd name="connsiteY455" fmla="*/ 5479608 h 6858000"/>
              <a:gd name="connsiteX456" fmla="*/ 2445247 w 7467600"/>
              <a:gd name="connsiteY456" fmla="*/ 5483476 h 6858000"/>
              <a:gd name="connsiteX457" fmla="*/ 2743626 w 7467600"/>
              <a:gd name="connsiteY457" fmla="*/ 5304819 h 6858000"/>
              <a:gd name="connsiteX458" fmla="*/ 3048102 w 7467600"/>
              <a:gd name="connsiteY458" fmla="*/ 5150595 h 6858000"/>
              <a:gd name="connsiteX459" fmla="*/ 1799414 w 7467600"/>
              <a:gd name="connsiteY459" fmla="*/ 4694732 h 6858000"/>
              <a:gd name="connsiteX460" fmla="*/ 1771735 w 7467600"/>
              <a:gd name="connsiteY460" fmla="*/ 4619929 h 6858000"/>
              <a:gd name="connsiteX461" fmla="*/ 3104273 w 7467600"/>
              <a:gd name="connsiteY461" fmla="*/ 5076159 h 6858000"/>
              <a:gd name="connsiteX462" fmla="*/ 3113245 w 7467600"/>
              <a:gd name="connsiteY462" fmla="*/ 5090705 h 6858000"/>
              <a:gd name="connsiteX463" fmla="*/ 3126294 w 7467600"/>
              <a:gd name="connsiteY463" fmla="*/ 5114400 h 6858000"/>
              <a:gd name="connsiteX464" fmla="*/ 3937433 w 7467600"/>
              <a:gd name="connsiteY464" fmla="*/ 4830473 h 6858000"/>
              <a:gd name="connsiteX465" fmla="*/ 3590475 w 7467600"/>
              <a:gd name="connsiteY465" fmla="*/ 4597974 h 6858000"/>
              <a:gd name="connsiteX466" fmla="*/ 3100264 w 7467600"/>
              <a:gd name="connsiteY466" fmla="*/ 4579845 h 6858000"/>
              <a:gd name="connsiteX467" fmla="*/ 2183576 w 7467600"/>
              <a:gd name="connsiteY467" fmla="*/ 4227150 h 6858000"/>
              <a:gd name="connsiteX468" fmla="*/ 2151029 w 7467600"/>
              <a:gd name="connsiteY468" fmla="*/ 4146947 h 6858000"/>
              <a:gd name="connsiteX469" fmla="*/ 3563434 w 7467600"/>
              <a:gd name="connsiteY469" fmla="*/ 4469115 h 6858000"/>
              <a:gd name="connsiteX470" fmla="*/ 3177952 w 7467600"/>
              <a:gd name="connsiteY470" fmla="*/ 3657386 h 6858000"/>
              <a:gd name="connsiteX471" fmla="*/ 3189263 w 7467600"/>
              <a:gd name="connsiteY471" fmla="*/ 3625726 h 6858000"/>
              <a:gd name="connsiteX472" fmla="*/ 3560912 w 7467600"/>
              <a:gd name="connsiteY472" fmla="*/ 4079863 h 6858000"/>
              <a:gd name="connsiteX473" fmla="*/ 3626636 w 7467600"/>
              <a:gd name="connsiteY473" fmla="*/ 4512230 h 6858000"/>
              <a:gd name="connsiteX474" fmla="*/ 3653088 w 7467600"/>
              <a:gd name="connsiteY474" fmla="*/ 4521417 h 6858000"/>
              <a:gd name="connsiteX475" fmla="*/ 3988128 w 7467600"/>
              <a:gd name="connsiteY475" fmla="*/ 4817267 h 6858000"/>
              <a:gd name="connsiteX476" fmla="*/ 4830582 w 7467600"/>
              <a:gd name="connsiteY476" fmla="*/ 4676000 h 6858000"/>
              <a:gd name="connsiteX477" fmla="*/ 4830100 w 7467600"/>
              <a:gd name="connsiteY477" fmla="*/ 4675554 h 6858000"/>
              <a:gd name="connsiteX478" fmla="*/ 4036318 w 7467600"/>
              <a:gd name="connsiteY478" fmla="*/ 4147013 h 6858000"/>
              <a:gd name="connsiteX479" fmla="*/ 3432098 w 7467600"/>
              <a:gd name="connsiteY479" fmla="*/ 3537312 h 6858000"/>
              <a:gd name="connsiteX480" fmla="*/ 3446761 w 7467600"/>
              <a:gd name="connsiteY480" fmla="*/ 3461278 h 6858000"/>
              <a:gd name="connsiteX481" fmla="*/ 4419733 w 7467600"/>
              <a:gd name="connsiteY481" fmla="*/ 3963555 h 6858000"/>
              <a:gd name="connsiteX482" fmla="*/ 4781371 w 7467600"/>
              <a:gd name="connsiteY482" fmla="*/ 4458604 h 6858000"/>
              <a:gd name="connsiteX483" fmla="*/ 4780440 w 7467600"/>
              <a:gd name="connsiteY483" fmla="*/ 4470290 h 6858000"/>
              <a:gd name="connsiteX484" fmla="*/ 4898954 w 7467600"/>
              <a:gd name="connsiteY484" fmla="*/ 4662092 h 6858000"/>
              <a:gd name="connsiteX485" fmla="*/ 4900699 w 7467600"/>
              <a:gd name="connsiteY485" fmla="*/ 4670867 h 6858000"/>
              <a:gd name="connsiteX486" fmla="*/ 5714511 w 7467600"/>
              <a:gd name="connsiteY486" fmla="*/ 4663483 h 6858000"/>
              <a:gd name="connsiteX487" fmla="*/ 5464793 w 7467600"/>
              <a:gd name="connsiteY487" fmla="*/ 4393556 h 6858000"/>
              <a:gd name="connsiteX488" fmla="*/ 5461897 w 7467600"/>
              <a:gd name="connsiteY488" fmla="*/ 4390879 h 6858000"/>
              <a:gd name="connsiteX489" fmla="*/ 4294126 w 7467600"/>
              <a:gd name="connsiteY489" fmla="*/ 3303048 h 6858000"/>
              <a:gd name="connsiteX490" fmla="*/ 4305321 w 7467600"/>
              <a:gd name="connsiteY490" fmla="*/ 3256953 h 6858000"/>
              <a:gd name="connsiteX491" fmla="*/ 4949299 w 7467600"/>
              <a:gd name="connsiteY491" fmla="*/ 3766336 h 6858000"/>
              <a:gd name="connsiteX492" fmla="*/ 5291452 w 7467600"/>
              <a:gd name="connsiteY492" fmla="*/ 4076801 h 6858000"/>
              <a:gd name="connsiteX493" fmla="*/ 5434998 w 7467600"/>
              <a:gd name="connsiteY493" fmla="*/ 4254100 h 6858000"/>
              <a:gd name="connsiteX494" fmla="*/ 5351015 w 7467600"/>
              <a:gd name="connsiteY494" fmla="*/ 3760989 h 6858000"/>
              <a:gd name="connsiteX495" fmla="*/ 5413780 w 7467600"/>
              <a:gd name="connsiteY495" fmla="*/ 2966265 h 6858000"/>
              <a:gd name="connsiteX496" fmla="*/ 5425627 w 7467600"/>
              <a:gd name="connsiteY496" fmla="*/ 2954192 h 6858000"/>
              <a:gd name="connsiteX497" fmla="*/ 6604735 w 7467600"/>
              <a:gd name="connsiteY497" fmla="*/ 2041381 h 6858000"/>
              <a:gd name="connsiteX498" fmla="*/ 7204487 w 7467600"/>
              <a:gd name="connsiteY498" fmla="*/ 2742112 h 6858000"/>
              <a:gd name="connsiteX499" fmla="*/ 7131592 w 7467600"/>
              <a:gd name="connsiteY499" fmla="*/ 2672096 h 6858000"/>
              <a:gd name="connsiteX500" fmla="*/ 6996344 w 7467600"/>
              <a:gd name="connsiteY500" fmla="*/ 2518310 h 6858000"/>
              <a:gd name="connsiteX501" fmla="*/ 6735495 w 7467600"/>
              <a:gd name="connsiteY501" fmla="*/ 2196890 h 6858000"/>
              <a:gd name="connsiteX502" fmla="*/ 6721901 w 7467600"/>
              <a:gd name="connsiteY502" fmla="*/ 2179274 h 6858000"/>
              <a:gd name="connsiteX503" fmla="*/ 6604735 w 7467600"/>
              <a:gd name="connsiteY503" fmla="*/ 2041381 h 6858000"/>
              <a:gd name="connsiteX504" fmla="*/ 6591670 w 7467600"/>
              <a:gd name="connsiteY504" fmla="*/ 1988277 h 6858000"/>
              <a:gd name="connsiteX505" fmla="*/ 6747349 w 7467600"/>
              <a:gd name="connsiteY505" fmla="*/ 2160069 h 6858000"/>
              <a:gd name="connsiteX506" fmla="*/ 6760943 w 7467600"/>
              <a:gd name="connsiteY506" fmla="*/ 2177686 h 6858000"/>
              <a:gd name="connsiteX507" fmla="*/ 7021065 w 7467600"/>
              <a:gd name="connsiteY507" fmla="*/ 2498102 h 6858000"/>
              <a:gd name="connsiteX508" fmla="*/ 7155223 w 7467600"/>
              <a:gd name="connsiteY508" fmla="*/ 2650386 h 6858000"/>
              <a:gd name="connsiteX509" fmla="*/ 7203167 w 7467600"/>
              <a:gd name="connsiteY509" fmla="*/ 2697288 h 6858000"/>
              <a:gd name="connsiteX510" fmla="*/ 6937703 w 7467600"/>
              <a:gd name="connsiteY510" fmla="*/ 2321981 h 6858000"/>
              <a:gd name="connsiteX511" fmla="*/ 6591670 w 7467600"/>
              <a:gd name="connsiteY511" fmla="*/ 1988277 h 6858000"/>
              <a:gd name="connsiteX512" fmla="*/ 5798671 w 7467600"/>
              <a:gd name="connsiteY512" fmla="*/ 1981601 h 6858000"/>
              <a:gd name="connsiteX513" fmla="*/ 5754709 w 7467600"/>
              <a:gd name="connsiteY513" fmla="*/ 2071454 h 6858000"/>
              <a:gd name="connsiteX514" fmla="*/ 5763044 w 7467600"/>
              <a:gd name="connsiteY514" fmla="*/ 2842206 h 6858000"/>
              <a:gd name="connsiteX515" fmla="*/ 5764974 w 7467600"/>
              <a:gd name="connsiteY515" fmla="*/ 2799609 h 6858000"/>
              <a:gd name="connsiteX516" fmla="*/ 5767665 w 7467600"/>
              <a:gd name="connsiteY516" fmla="*/ 2666409 h 6858000"/>
              <a:gd name="connsiteX517" fmla="*/ 5763055 w 7467600"/>
              <a:gd name="connsiteY517" fmla="*/ 2579705 h 6858000"/>
              <a:gd name="connsiteX518" fmla="*/ 5758079 w 7467600"/>
              <a:gd name="connsiteY518" fmla="*/ 2492508 h 6858000"/>
              <a:gd name="connsiteX519" fmla="*/ 5779325 w 7467600"/>
              <a:gd name="connsiteY519" fmla="*/ 2197069 h 6858000"/>
              <a:gd name="connsiteX520" fmla="*/ 5798671 w 7467600"/>
              <a:gd name="connsiteY520" fmla="*/ 1981601 h 6858000"/>
              <a:gd name="connsiteX521" fmla="*/ 5829202 w 7467600"/>
              <a:gd name="connsiteY521" fmla="*/ 1971679 h 6858000"/>
              <a:gd name="connsiteX522" fmla="*/ 5809558 w 7467600"/>
              <a:gd name="connsiteY522" fmla="*/ 2198043 h 6858000"/>
              <a:gd name="connsiteX523" fmla="*/ 5788653 w 7467600"/>
              <a:gd name="connsiteY523" fmla="*/ 2489430 h 6858000"/>
              <a:gd name="connsiteX524" fmla="*/ 5793439 w 7467600"/>
              <a:gd name="connsiteY524" fmla="*/ 2575235 h 6858000"/>
              <a:gd name="connsiteX525" fmla="*/ 5796837 w 7467600"/>
              <a:gd name="connsiteY525" fmla="*/ 2637633 h 6858000"/>
              <a:gd name="connsiteX526" fmla="*/ 5818614 w 7467600"/>
              <a:gd name="connsiteY526" fmla="*/ 2473055 h 6858000"/>
              <a:gd name="connsiteX527" fmla="*/ 5829202 w 7467600"/>
              <a:gd name="connsiteY527" fmla="*/ 1971679 h 6858000"/>
              <a:gd name="connsiteX528" fmla="*/ 5911389 w 7467600"/>
              <a:gd name="connsiteY528" fmla="*/ 1898371 h 6858000"/>
              <a:gd name="connsiteX529" fmla="*/ 6237627 w 7467600"/>
              <a:gd name="connsiteY529" fmla="*/ 2231921 h 6858000"/>
              <a:gd name="connsiteX530" fmla="*/ 5911389 w 7467600"/>
              <a:gd name="connsiteY530" fmla="*/ 1898371 h 6858000"/>
              <a:gd name="connsiteX531" fmla="*/ 6944437 w 7467600"/>
              <a:gd name="connsiteY531" fmla="*/ 1575402 h 6858000"/>
              <a:gd name="connsiteX532" fmla="*/ 6304730 w 7467600"/>
              <a:gd name="connsiteY532" fmla="*/ 1766654 h 6858000"/>
              <a:gd name="connsiteX533" fmla="*/ 6944437 w 7467600"/>
              <a:gd name="connsiteY533" fmla="*/ 1575402 h 6858000"/>
              <a:gd name="connsiteX534" fmla="*/ 7019523 w 7467600"/>
              <a:gd name="connsiteY534" fmla="*/ 1519450 h 6858000"/>
              <a:gd name="connsiteX535" fmla="*/ 6298091 w 7467600"/>
              <a:gd name="connsiteY535" fmla="*/ 1737122 h 6858000"/>
              <a:gd name="connsiteX536" fmla="*/ 7019523 w 7467600"/>
              <a:gd name="connsiteY536" fmla="*/ 1519450 h 6858000"/>
              <a:gd name="connsiteX537" fmla="*/ 2399523 w 7467600"/>
              <a:gd name="connsiteY537" fmla="*/ 1428234 h 6858000"/>
              <a:gd name="connsiteX538" fmla="*/ 2224982 w 7467600"/>
              <a:gd name="connsiteY538" fmla="*/ 1826201 h 6858000"/>
              <a:gd name="connsiteX539" fmla="*/ 2096099 w 7467600"/>
              <a:gd name="connsiteY539" fmla="*/ 2345900 h 6858000"/>
              <a:gd name="connsiteX540" fmla="*/ 2283317 w 7467600"/>
              <a:gd name="connsiteY540" fmla="*/ 1796925 h 6858000"/>
              <a:gd name="connsiteX541" fmla="*/ 2399523 w 7467600"/>
              <a:gd name="connsiteY541" fmla="*/ 1428234 h 6858000"/>
              <a:gd name="connsiteX542" fmla="*/ 2448558 w 7467600"/>
              <a:gd name="connsiteY542" fmla="*/ 1373435 h 6858000"/>
              <a:gd name="connsiteX543" fmla="*/ 2312521 w 7467600"/>
              <a:gd name="connsiteY543" fmla="*/ 1806140 h 6858000"/>
              <a:gd name="connsiteX544" fmla="*/ 2127533 w 7467600"/>
              <a:gd name="connsiteY544" fmla="*/ 2348380 h 6858000"/>
              <a:gd name="connsiteX545" fmla="*/ 2358080 w 7467600"/>
              <a:gd name="connsiteY545" fmla="*/ 1866134 h 6858000"/>
              <a:gd name="connsiteX546" fmla="*/ 2407436 w 7467600"/>
              <a:gd name="connsiteY546" fmla="*/ 1651070 h 6858000"/>
              <a:gd name="connsiteX547" fmla="*/ 2448558 w 7467600"/>
              <a:gd name="connsiteY547" fmla="*/ 1373435 h 6858000"/>
              <a:gd name="connsiteX548" fmla="*/ 278707 w 7467600"/>
              <a:gd name="connsiteY548" fmla="*/ 1352270 h 6858000"/>
              <a:gd name="connsiteX549" fmla="*/ 321570 w 7467600"/>
              <a:gd name="connsiteY549" fmla="*/ 1861610 h 6858000"/>
              <a:gd name="connsiteX550" fmla="*/ 294281 w 7467600"/>
              <a:gd name="connsiteY550" fmla="*/ 1440658 h 6858000"/>
              <a:gd name="connsiteX551" fmla="*/ 278707 w 7467600"/>
              <a:gd name="connsiteY551" fmla="*/ 1352270 h 6858000"/>
              <a:gd name="connsiteX552" fmla="*/ 1423821 w 7467600"/>
              <a:gd name="connsiteY552" fmla="*/ 1351958 h 6858000"/>
              <a:gd name="connsiteX553" fmla="*/ 1638521 w 7467600"/>
              <a:gd name="connsiteY553" fmla="*/ 1908470 h 6858000"/>
              <a:gd name="connsiteX554" fmla="*/ 1754199 w 7467600"/>
              <a:gd name="connsiteY554" fmla="*/ 2149284 h 6858000"/>
              <a:gd name="connsiteX555" fmla="*/ 1908359 w 7467600"/>
              <a:gd name="connsiteY555" fmla="*/ 2364988 h 6858000"/>
              <a:gd name="connsiteX556" fmla="*/ 1647661 w 7467600"/>
              <a:gd name="connsiteY556" fmla="*/ 1825945 h 6858000"/>
              <a:gd name="connsiteX557" fmla="*/ 1423821 w 7467600"/>
              <a:gd name="connsiteY557" fmla="*/ 1351958 h 6858000"/>
              <a:gd name="connsiteX558" fmla="*/ 1431890 w 7467600"/>
              <a:gd name="connsiteY558" fmla="*/ 1306475 h 6858000"/>
              <a:gd name="connsiteX559" fmla="*/ 1507597 w 7467600"/>
              <a:gd name="connsiteY559" fmla="*/ 1446132 h 6858000"/>
              <a:gd name="connsiteX560" fmla="*/ 1674586 w 7467600"/>
              <a:gd name="connsiteY560" fmla="*/ 1813832 h 6858000"/>
              <a:gd name="connsiteX561" fmla="*/ 1815950 w 7467600"/>
              <a:gd name="connsiteY561" fmla="*/ 2128564 h 6858000"/>
              <a:gd name="connsiteX562" fmla="*/ 1984242 w 7467600"/>
              <a:gd name="connsiteY562" fmla="*/ 2430829 h 6858000"/>
              <a:gd name="connsiteX563" fmla="*/ 2014023 w 7467600"/>
              <a:gd name="connsiteY563" fmla="*/ 2450995 h 6858000"/>
              <a:gd name="connsiteX564" fmla="*/ 1747337 w 7467600"/>
              <a:gd name="connsiteY564" fmla="*/ 1855264 h 6858000"/>
              <a:gd name="connsiteX565" fmla="*/ 1533749 w 7467600"/>
              <a:gd name="connsiteY565" fmla="*/ 1478656 h 6858000"/>
              <a:gd name="connsiteX566" fmla="*/ 1431890 w 7467600"/>
              <a:gd name="connsiteY566" fmla="*/ 1306475 h 6858000"/>
              <a:gd name="connsiteX567" fmla="*/ 5052692 w 7467600"/>
              <a:gd name="connsiteY567" fmla="*/ 1292994 h 6858000"/>
              <a:gd name="connsiteX568" fmla="*/ 5200661 w 7467600"/>
              <a:gd name="connsiteY568" fmla="*/ 1635186 h 6858000"/>
              <a:gd name="connsiteX569" fmla="*/ 5297138 w 7467600"/>
              <a:gd name="connsiteY569" fmla="*/ 1906351 h 6858000"/>
              <a:gd name="connsiteX570" fmla="*/ 5052692 w 7467600"/>
              <a:gd name="connsiteY570" fmla="*/ 1292994 h 6858000"/>
              <a:gd name="connsiteX571" fmla="*/ 5009948 w 7467600"/>
              <a:gd name="connsiteY571" fmla="*/ 1273619 h 6858000"/>
              <a:gd name="connsiteX572" fmla="*/ 5121777 w 7467600"/>
              <a:gd name="connsiteY572" fmla="*/ 1654213 h 6858000"/>
              <a:gd name="connsiteX573" fmla="*/ 5293545 w 7467600"/>
              <a:gd name="connsiteY573" fmla="*/ 2072247 h 6858000"/>
              <a:gd name="connsiteX574" fmla="*/ 5294042 w 7467600"/>
              <a:gd name="connsiteY574" fmla="*/ 2065019 h 6858000"/>
              <a:gd name="connsiteX575" fmla="*/ 5171936 w 7467600"/>
              <a:gd name="connsiteY575" fmla="*/ 1647613 h 6858000"/>
              <a:gd name="connsiteX576" fmla="*/ 5009948 w 7467600"/>
              <a:gd name="connsiteY576" fmla="*/ 1273619 h 6858000"/>
              <a:gd name="connsiteX577" fmla="*/ 655236 w 7467600"/>
              <a:gd name="connsiteY577" fmla="*/ 1268632 h 6858000"/>
              <a:gd name="connsiteX578" fmla="*/ 839521 w 7467600"/>
              <a:gd name="connsiteY578" fmla="*/ 1685315 h 6858000"/>
              <a:gd name="connsiteX579" fmla="*/ 1109416 w 7467600"/>
              <a:gd name="connsiteY579" fmla="*/ 2061663 h 6858000"/>
              <a:gd name="connsiteX580" fmla="*/ 1298300 w 7467600"/>
              <a:gd name="connsiteY580" fmla="*/ 2247742 h 6858000"/>
              <a:gd name="connsiteX581" fmla="*/ 1125871 w 7467600"/>
              <a:gd name="connsiteY581" fmla="*/ 1989513 h 6858000"/>
              <a:gd name="connsiteX582" fmla="*/ 981574 w 7467600"/>
              <a:gd name="connsiteY582" fmla="*/ 1783157 h 6858000"/>
              <a:gd name="connsiteX583" fmla="*/ 922198 w 7467600"/>
              <a:gd name="connsiteY583" fmla="*/ 1677437 h 6858000"/>
              <a:gd name="connsiteX584" fmla="*/ 869293 w 7467600"/>
              <a:gd name="connsiteY584" fmla="*/ 1583214 h 6858000"/>
              <a:gd name="connsiteX585" fmla="*/ 751431 w 7467600"/>
              <a:gd name="connsiteY585" fmla="*/ 1405731 h 6858000"/>
              <a:gd name="connsiteX586" fmla="*/ 655236 w 7467600"/>
              <a:gd name="connsiteY586" fmla="*/ 1268632 h 6858000"/>
              <a:gd name="connsiteX587" fmla="*/ 6516292 w 7467600"/>
              <a:gd name="connsiteY587" fmla="*/ 1263064 h 6858000"/>
              <a:gd name="connsiteX588" fmla="*/ 5736320 w 7467600"/>
              <a:gd name="connsiteY588" fmla="*/ 1501803 h 6858000"/>
              <a:gd name="connsiteX589" fmla="*/ 6516292 w 7467600"/>
              <a:gd name="connsiteY589" fmla="*/ 1263064 h 6858000"/>
              <a:gd name="connsiteX590" fmla="*/ 291466 w 7467600"/>
              <a:gd name="connsiteY590" fmla="*/ 1250369 h 6858000"/>
              <a:gd name="connsiteX591" fmla="*/ 323180 w 7467600"/>
              <a:gd name="connsiteY591" fmla="*/ 1435283 h 6858000"/>
              <a:gd name="connsiteX592" fmla="*/ 349381 w 7467600"/>
              <a:gd name="connsiteY592" fmla="*/ 1875041 h 6858000"/>
              <a:gd name="connsiteX593" fmla="*/ 374363 w 7467600"/>
              <a:gd name="connsiteY593" fmla="*/ 1506494 h 6858000"/>
              <a:gd name="connsiteX594" fmla="*/ 302168 w 7467600"/>
              <a:gd name="connsiteY594" fmla="*/ 1274495 h 6858000"/>
              <a:gd name="connsiteX595" fmla="*/ 291466 w 7467600"/>
              <a:gd name="connsiteY595" fmla="*/ 1250369 h 6858000"/>
              <a:gd name="connsiteX596" fmla="*/ 678222 w 7467600"/>
              <a:gd name="connsiteY596" fmla="*/ 1248670 h 6858000"/>
              <a:gd name="connsiteX597" fmla="*/ 775536 w 7467600"/>
              <a:gd name="connsiteY597" fmla="*/ 1388015 h 6858000"/>
              <a:gd name="connsiteX598" fmla="*/ 894529 w 7467600"/>
              <a:gd name="connsiteY598" fmla="*/ 1567739 h 6858000"/>
              <a:gd name="connsiteX599" fmla="*/ 948000 w 7467600"/>
              <a:gd name="connsiteY599" fmla="*/ 1663088 h 6858000"/>
              <a:gd name="connsiteX600" fmla="*/ 1006812 w 7467600"/>
              <a:gd name="connsiteY600" fmla="*/ 1767683 h 6858000"/>
              <a:gd name="connsiteX601" fmla="*/ 1149133 w 7467600"/>
              <a:gd name="connsiteY601" fmla="*/ 1971513 h 6858000"/>
              <a:gd name="connsiteX602" fmla="*/ 1333952 w 7467600"/>
              <a:gd name="connsiteY602" fmla="*/ 2251620 h 6858000"/>
              <a:gd name="connsiteX603" fmla="*/ 1337329 w 7467600"/>
              <a:gd name="connsiteY603" fmla="*/ 2258350 h 6858000"/>
              <a:gd name="connsiteX604" fmla="*/ 1014726 w 7467600"/>
              <a:gd name="connsiteY604" fmla="*/ 1615556 h 6858000"/>
              <a:gd name="connsiteX605" fmla="*/ 678222 w 7467600"/>
              <a:gd name="connsiteY605" fmla="*/ 1248670 h 6858000"/>
              <a:gd name="connsiteX606" fmla="*/ 6691602 w 7467600"/>
              <a:gd name="connsiteY606" fmla="*/ 1140573 h 6858000"/>
              <a:gd name="connsiteX607" fmla="*/ 6571100 w 7467600"/>
              <a:gd name="connsiteY607" fmla="*/ 1183662 h 6858000"/>
              <a:gd name="connsiteX608" fmla="*/ 6241687 w 7467600"/>
              <a:gd name="connsiteY608" fmla="*/ 1257600 h 6858000"/>
              <a:gd name="connsiteX609" fmla="*/ 5693009 w 7467600"/>
              <a:gd name="connsiteY609" fmla="*/ 1478256 h 6858000"/>
              <a:gd name="connsiteX610" fmla="*/ 6548420 w 7467600"/>
              <a:gd name="connsiteY610" fmla="*/ 1214599 h 6858000"/>
              <a:gd name="connsiteX611" fmla="*/ 6605473 w 7467600"/>
              <a:gd name="connsiteY611" fmla="*/ 1184686 h 6858000"/>
              <a:gd name="connsiteX612" fmla="*/ 6691602 w 7467600"/>
              <a:gd name="connsiteY612" fmla="*/ 1140573 h 6858000"/>
              <a:gd name="connsiteX613" fmla="*/ 4002475 w 7467600"/>
              <a:gd name="connsiteY613" fmla="*/ 1037802 h 6858000"/>
              <a:gd name="connsiteX614" fmla="*/ 4000324 w 7467600"/>
              <a:gd name="connsiteY614" fmla="*/ 1039362 h 6858000"/>
              <a:gd name="connsiteX615" fmla="*/ 4002862 w 7467600"/>
              <a:gd name="connsiteY615" fmla="*/ 1042866 h 6858000"/>
              <a:gd name="connsiteX616" fmla="*/ 4002475 w 7467600"/>
              <a:gd name="connsiteY616" fmla="*/ 1037802 h 6858000"/>
              <a:gd name="connsiteX617" fmla="*/ 506322 w 7467600"/>
              <a:gd name="connsiteY617" fmla="*/ 1020997 h 6858000"/>
              <a:gd name="connsiteX618" fmla="*/ 533068 w 7467600"/>
              <a:gd name="connsiteY618" fmla="*/ 1029409 h 6858000"/>
              <a:gd name="connsiteX619" fmla="*/ 1232525 w 7467600"/>
              <a:gd name="connsiteY619" fmla="*/ 1804675 h 6858000"/>
              <a:gd name="connsiteX620" fmla="*/ 1388858 w 7467600"/>
              <a:gd name="connsiteY620" fmla="*/ 2368011 h 6858000"/>
              <a:gd name="connsiteX621" fmla="*/ 1384098 w 7467600"/>
              <a:gd name="connsiteY621" fmla="*/ 2378125 h 6858000"/>
              <a:gd name="connsiteX622" fmla="*/ 1425393 w 7467600"/>
              <a:gd name="connsiteY622" fmla="*/ 2589124 h 6858000"/>
              <a:gd name="connsiteX623" fmla="*/ 1424001 w 7467600"/>
              <a:gd name="connsiteY623" fmla="*/ 2597541 h 6858000"/>
              <a:gd name="connsiteX624" fmla="*/ 2152729 w 7467600"/>
              <a:gd name="connsiteY624" fmla="*/ 2864487 h 6858000"/>
              <a:gd name="connsiteX625" fmla="*/ 2020609 w 7467600"/>
              <a:gd name="connsiteY625" fmla="*/ 2539671 h 6858000"/>
              <a:gd name="connsiteX626" fmla="*/ 2018920 w 7467600"/>
              <a:gd name="connsiteY626" fmla="*/ 2536309 h 6858000"/>
              <a:gd name="connsiteX627" fmla="*/ 1342441 w 7467600"/>
              <a:gd name="connsiteY627" fmla="*/ 1173017 h 6858000"/>
              <a:gd name="connsiteX628" fmla="*/ 1367925 w 7467600"/>
              <a:gd name="connsiteY628" fmla="*/ 1135648 h 6858000"/>
              <a:gd name="connsiteX629" fmla="*/ 1771401 w 7467600"/>
              <a:gd name="connsiteY629" fmla="*/ 1806673 h 6858000"/>
              <a:gd name="connsiteX630" fmla="*/ 1972385 w 7467600"/>
              <a:gd name="connsiteY630" fmla="*/ 2198735 h 6858000"/>
              <a:gd name="connsiteX631" fmla="*/ 2040892 w 7467600"/>
              <a:gd name="connsiteY631" fmla="*/ 2405205 h 6858000"/>
              <a:gd name="connsiteX632" fmla="*/ 2131689 w 7467600"/>
              <a:gd name="connsiteY632" fmla="*/ 1936926 h 6858000"/>
              <a:gd name="connsiteX633" fmla="*/ 2454820 w 7467600"/>
              <a:gd name="connsiteY633" fmla="*/ 1248808 h 6858000"/>
              <a:gd name="connsiteX634" fmla="*/ 2492512 w 7467600"/>
              <a:gd name="connsiteY634" fmla="*/ 1302920 h 6858000"/>
              <a:gd name="connsiteX635" fmla="*/ 2081216 w 7467600"/>
              <a:gd name="connsiteY635" fmla="*/ 2527513 h 6858000"/>
              <a:gd name="connsiteX636" fmla="*/ 2081211 w 7467600"/>
              <a:gd name="connsiteY636" fmla="*/ 2528916 h 6858000"/>
              <a:gd name="connsiteX637" fmla="*/ 2199067 w 7467600"/>
              <a:gd name="connsiteY637" fmla="*/ 2884061 h 6858000"/>
              <a:gd name="connsiteX638" fmla="*/ 3192586 w 7467600"/>
              <a:gd name="connsiteY638" fmla="*/ 3411496 h 6858000"/>
              <a:gd name="connsiteX639" fmla="*/ 3182620 w 7467600"/>
              <a:gd name="connsiteY639" fmla="*/ 3483279 h 6858000"/>
              <a:gd name="connsiteX640" fmla="*/ 2435119 w 7467600"/>
              <a:gd name="connsiteY640" fmla="*/ 3080173 h 6858000"/>
              <a:gd name="connsiteX641" fmla="*/ 2410152 w 7467600"/>
              <a:gd name="connsiteY641" fmla="*/ 3063751 h 6858000"/>
              <a:gd name="connsiteX642" fmla="*/ 2408099 w 7467600"/>
              <a:gd name="connsiteY642" fmla="*/ 3064403 h 6858000"/>
              <a:gd name="connsiteX643" fmla="*/ 2407218 w 7467600"/>
              <a:gd name="connsiteY643" fmla="*/ 3070324 h 6858000"/>
              <a:gd name="connsiteX644" fmla="*/ 2380138 w 7467600"/>
              <a:gd name="connsiteY644" fmla="*/ 3099341 h 6858000"/>
              <a:gd name="connsiteX645" fmla="*/ 1765923 w 7467600"/>
              <a:gd name="connsiteY645" fmla="*/ 3581043 h 6858000"/>
              <a:gd name="connsiteX646" fmla="*/ 1702258 w 7467600"/>
              <a:gd name="connsiteY646" fmla="*/ 3612286 h 6858000"/>
              <a:gd name="connsiteX647" fmla="*/ 1538370 w 7467600"/>
              <a:gd name="connsiteY647" fmla="*/ 3811804 h 6858000"/>
              <a:gd name="connsiteX648" fmla="*/ 542867 w 7467600"/>
              <a:gd name="connsiteY648" fmla="*/ 4944092 h 6858000"/>
              <a:gd name="connsiteX649" fmla="*/ 515800 w 7467600"/>
              <a:gd name="connsiteY649" fmla="*/ 4862180 h 6858000"/>
              <a:gd name="connsiteX650" fmla="*/ 909145 w 7467600"/>
              <a:gd name="connsiteY650" fmla="*/ 4199225 h 6858000"/>
              <a:gd name="connsiteX651" fmla="*/ 1214067 w 7467600"/>
              <a:gd name="connsiteY651" fmla="*/ 3908561 h 6858000"/>
              <a:gd name="connsiteX652" fmla="*/ 640967 w 7467600"/>
              <a:gd name="connsiteY652" fmla="*/ 4105601 h 6858000"/>
              <a:gd name="connsiteX653" fmla="*/ 112563 w 7467600"/>
              <a:gd name="connsiteY653" fmla="*/ 4396952 h 6858000"/>
              <a:gd name="connsiteX654" fmla="*/ 0 w 7467600"/>
              <a:gd name="connsiteY654" fmla="*/ 4466006 h 6858000"/>
              <a:gd name="connsiteX655" fmla="*/ 0 w 7467600"/>
              <a:gd name="connsiteY655" fmla="*/ 4233763 h 6858000"/>
              <a:gd name="connsiteX656" fmla="*/ 36881 w 7467600"/>
              <a:gd name="connsiteY656" fmla="*/ 4200118 h 6858000"/>
              <a:gd name="connsiteX657" fmla="*/ 910534 w 7467600"/>
              <a:gd name="connsiteY657" fmla="*/ 3629753 h 6858000"/>
              <a:gd name="connsiteX658" fmla="*/ 1578717 w 7467600"/>
              <a:gd name="connsiteY658" fmla="*/ 3575982 h 6858000"/>
              <a:gd name="connsiteX659" fmla="*/ 2338780 w 7467600"/>
              <a:gd name="connsiteY659" fmla="*/ 3033725 h 6858000"/>
              <a:gd name="connsiteX660" fmla="*/ 1807991 w 7467600"/>
              <a:gd name="connsiteY660" fmla="*/ 2807184 h 6858000"/>
              <a:gd name="connsiteX661" fmla="*/ 1416358 w 7467600"/>
              <a:gd name="connsiteY661" fmla="*/ 3112571 h 6858000"/>
              <a:gd name="connsiteX662" fmla="*/ 939066 w 7467600"/>
              <a:gd name="connsiteY662" fmla="*/ 3378798 h 6858000"/>
              <a:gd name="connsiteX663" fmla="*/ 115099 w 7467600"/>
              <a:gd name="connsiteY663" fmla="*/ 3607650 h 6858000"/>
              <a:gd name="connsiteX664" fmla="*/ 97284 w 7467600"/>
              <a:gd name="connsiteY664" fmla="*/ 3520393 h 6858000"/>
              <a:gd name="connsiteX665" fmla="*/ 922050 w 7467600"/>
              <a:gd name="connsiteY665" fmla="*/ 3074867 h 6858000"/>
              <a:gd name="connsiteX666" fmla="*/ 1405265 w 7467600"/>
              <a:gd name="connsiteY666" fmla="*/ 3016319 h 6858000"/>
              <a:gd name="connsiteX667" fmla="*/ 1407512 w 7467600"/>
              <a:gd name="connsiteY667" fmla="*/ 3018001 h 6858000"/>
              <a:gd name="connsiteX668" fmla="*/ 1726266 w 7467600"/>
              <a:gd name="connsiteY668" fmla="*/ 2777274 h 6858000"/>
              <a:gd name="connsiteX669" fmla="*/ 625390 w 7467600"/>
              <a:gd name="connsiteY669" fmla="*/ 2514541 h 6858000"/>
              <a:gd name="connsiteX670" fmla="*/ 619799 w 7467600"/>
              <a:gd name="connsiteY670" fmla="*/ 2527180 h 6858000"/>
              <a:gd name="connsiteX671" fmla="*/ 310030 w 7467600"/>
              <a:gd name="connsiteY671" fmla="*/ 2771818 h 6858000"/>
              <a:gd name="connsiteX672" fmla="*/ 173877 w 7467600"/>
              <a:gd name="connsiteY672" fmla="*/ 2937056 h 6858000"/>
              <a:gd name="connsiteX673" fmla="*/ 77889 w 7467600"/>
              <a:gd name="connsiteY673" fmla="*/ 3138440 h 6858000"/>
              <a:gd name="connsiteX674" fmla="*/ 0 w 7467600"/>
              <a:gd name="connsiteY674" fmla="*/ 3271395 h 6858000"/>
              <a:gd name="connsiteX675" fmla="*/ 0 w 7467600"/>
              <a:gd name="connsiteY675" fmla="*/ 3153002 h 6858000"/>
              <a:gd name="connsiteX676" fmla="*/ 2386 w 7467600"/>
              <a:gd name="connsiteY676" fmla="*/ 3149203 h 6858000"/>
              <a:gd name="connsiteX677" fmla="*/ 89753 w 7467600"/>
              <a:gd name="connsiteY677" fmla="*/ 2987702 h 6858000"/>
              <a:gd name="connsiteX678" fmla="*/ 76869 w 7467600"/>
              <a:gd name="connsiteY678" fmla="*/ 3005404 h 6858000"/>
              <a:gd name="connsiteX679" fmla="*/ 32049 w 7467600"/>
              <a:gd name="connsiteY679" fmla="*/ 3065814 h 6858000"/>
              <a:gd name="connsiteX680" fmla="*/ 0 w 7467600"/>
              <a:gd name="connsiteY680" fmla="*/ 3108744 h 6858000"/>
              <a:gd name="connsiteX681" fmla="*/ 0 w 7467600"/>
              <a:gd name="connsiteY681" fmla="*/ 3058059 h 6858000"/>
              <a:gd name="connsiteX682" fmla="*/ 7610 w 7467600"/>
              <a:gd name="connsiteY682" fmla="*/ 3047889 h 6858000"/>
              <a:gd name="connsiteX683" fmla="*/ 52419 w 7467600"/>
              <a:gd name="connsiteY683" fmla="*/ 2987479 h 6858000"/>
              <a:gd name="connsiteX684" fmla="*/ 59142 w 7467600"/>
              <a:gd name="connsiteY684" fmla="*/ 2978488 h 6858000"/>
              <a:gd name="connsiteX685" fmla="*/ 0 w 7467600"/>
              <a:gd name="connsiteY685" fmla="*/ 3015334 h 6858000"/>
              <a:gd name="connsiteX686" fmla="*/ 0 w 7467600"/>
              <a:gd name="connsiteY686" fmla="*/ 2914286 h 6858000"/>
              <a:gd name="connsiteX687" fmla="*/ 36383 w 7467600"/>
              <a:gd name="connsiteY687" fmla="*/ 2901128 h 6858000"/>
              <a:gd name="connsiteX688" fmla="*/ 156329 w 7467600"/>
              <a:gd name="connsiteY688" fmla="*/ 2840533 h 6858000"/>
              <a:gd name="connsiteX689" fmla="*/ 358355 w 7467600"/>
              <a:gd name="connsiteY689" fmla="*/ 2620471 h 6858000"/>
              <a:gd name="connsiteX690" fmla="*/ 510577 w 7467600"/>
              <a:gd name="connsiteY690" fmla="*/ 2501244 h 6858000"/>
              <a:gd name="connsiteX691" fmla="*/ 211967 w 7467600"/>
              <a:gd name="connsiteY691" fmla="*/ 2479171 h 6858000"/>
              <a:gd name="connsiteX692" fmla="*/ 0 w 7467600"/>
              <a:gd name="connsiteY692" fmla="*/ 2476398 h 6858000"/>
              <a:gd name="connsiteX693" fmla="*/ 0 w 7467600"/>
              <a:gd name="connsiteY693" fmla="*/ 2389189 h 6858000"/>
              <a:gd name="connsiteX694" fmla="*/ 103062 w 7467600"/>
              <a:gd name="connsiteY694" fmla="*/ 2389518 h 6858000"/>
              <a:gd name="connsiteX695" fmla="*/ 510734 w 7467600"/>
              <a:gd name="connsiteY695" fmla="*/ 2416201 h 6858000"/>
              <a:gd name="connsiteX696" fmla="*/ 279257 w 7467600"/>
              <a:gd name="connsiteY696" fmla="*/ 2092102 h 6858000"/>
              <a:gd name="connsiteX697" fmla="*/ 65265 w 7467600"/>
              <a:gd name="connsiteY697" fmla="*/ 2006049 h 6858000"/>
              <a:gd name="connsiteX698" fmla="*/ 0 w 7467600"/>
              <a:gd name="connsiteY698" fmla="*/ 1982532 h 6858000"/>
              <a:gd name="connsiteX699" fmla="*/ 0 w 7467600"/>
              <a:gd name="connsiteY699" fmla="*/ 1912789 h 6858000"/>
              <a:gd name="connsiteX700" fmla="*/ 97460 w 7467600"/>
              <a:gd name="connsiteY700" fmla="*/ 1953725 h 6858000"/>
              <a:gd name="connsiteX701" fmla="*/ 221272 w 7467600"/>
              <a:gd name="connsiteY701" fmla="*/ 1980766 h 6858000"/>
              <a:gd name="connsiteX702" fmla="*/ 116765 w 7467600"/>
              <a:gd name="connsiteY702" fmla="*/ 1911033 h 6858000"/>
              <a:gd name="connsiteX703" fmla="*/ 16405 w 7467600"/>
              <a:gd name="connsiteY703" fmla="*/ 1803412 h 6858000"/>
              <a:gd name="connsiteX704" fmla="*/ 0 w 7467600"/>
              <a:gd name="connsiteY704" fmla="*/ 1784777 h 6858000"/>
              <a:gd name="connsiteX705" fmla="*/ 0 w 7467600"/>
              <a:gd name="connsiteY705" fmla="*/ 1740082 h 6858000"/>
              <a:gd name="connsiteX706" fmla="*/ 39394 w 7467600"/>
              <a:gd name="connsiteY706" fmla="*/ 1784856 h 6858000"/>
              <a:gd name="connsiteX707" fmla="*/ 135813 w 7467600"/>
              <a:gd name="connsiteY707" fmla="*/ 1888838 h 6858000"/>
              <a:gd name="connsiteX708" fmla="*/ 242575 w 7467600"/>
              <a:gd name="connsiteY708" fmla="*/ 1958841 h 6858000"/>
              <a:gd name="connsiteX709" fmla="*/ 82197 w 7467600"/>
              <a:gd name="connsiteY709" fmla="*/ 1754826 h 6858000"/>
              <a:gd name="connsiteX710" fmla="*/ 0 w 7467600"/>
              <a:gd name="connsiteY710" fmla="*/ 1679650 h 6858000"/>
              <a:gd name="connsiteX711" fmla="*/ 0 w 7467600"/>
              <a:gd name="connsiteY711" fmla="*/ 1602463 h 6858000"/>
              <a:gd name="connsiteX712" fmla="*/ 84689 w 7467600"/>
              <a:gd name="connsiteY712" fmla="*/ 1677442 h 6858000"/>
              <a:gd name="connsiteX713" fmla="*/ 298437 w 7467600"/>
              <a:gd name="connsiteY713" fmla="*/ 1968019 h 6858000"/>
              <a:gd name="connsiteX714" fmla="*/ 227269 w 7467600"/>
              <a:gd name="connsiteY714" fmla="*/ 1114064 h 6858000"/>
              <a:gd name="connsiteX715" fmla="*/ 248003 w 7467600"/>
              <a:gd name="connsiteY715" fmla="*/ 1089613 h 6858000"/>
              <a:gd name="connsiteX716" fmla="*/ 427020 w 7467600"/>
              <a:gd name="connsiteY716" fmla="*/ 1619803 h 6858000"/>
              <a:gd name="connsiteX717" fmla="*/ 340345 w 7467600"/>
              <a:gd name="connsiteY717" fmla="*/ 2027739 h 6858000"/>
              <a:gd name="connsiteX718" fmla="*/ 360865 w 7467600"/>
              <a:gd name="connsiteY718" fmla="*/ 2044827 h 6858000"/>
              <a:gd name="connsiteX719" fmla="*/ 560414 w 7467600"/>
              <a:gd name="connsiteY719" fmla="*/ 2421457 h 6858000"/>
              <a:gd name="connsiteX720" fmla="*/ 1359703 w 7467600"/>
              <a:gd name="connsiteY720" fmla="*/ 2578554 h 6858000"/>
              <a:gd name="connsiteX721" fmla="*/ 1359422 w 7467600"/>
              <a:gd name="connsiteY721" fmla="*/ 2577994 h 6858000"/>
              <a:gd name="connsiteX722" fmla="*/ 828701 w 7467600"/>
              <a:gd name="connsiteY722" fmla="*/ 1839520 h 6858000"/>
              <a:gd name="connsiteX723" fmla="*/ 494427 w 7467600"/>
              <a:gd name="connsiteY723" fmla="*/ 1092333 h 6858000"/>
              <a:gd name="connsiteX724" fmla="*/ 506322 w 7467600"/>
              <a:gd name="connsiteY724" fmla="*/ 1020997 h 6858000"/>
              <a:gd name="connsiteX725" fmla="*/ 4570198 w 7467600"/>
              <a:gd name="connsiteY725" fmla="*/ 978081 h 6858000"/>
              <a:gd name="connsiteX726" fmla="*/ 4523691 w 7467600"/>
              <a:gd name="connsiteY726" fmla="*/ 1127776 h 6858000"/>
              <a:gd name="connsiteX727" fmla="*/ 4509875 w 7467600"/>
              <a:gd name="connsiteY727" fmla="*/ 1167552 h 6858000"/>
              <a:gd name="connsiteX728" fmla="*/ 4478168 w 7467600"/>
              <a:gd name="connsiteY728" fmla="*/ 1260735 h 6858000"/>
              <a:gd name="connsiteX729" fmla="*/ 4409309 w 7467600"/>
              <a:gd name="connsiteY729" fmla="*/ 1666996 h 6858000"/>
              <a:gd name="connsiteX730" fmla="*/ 4370031 w 7467600"/>
              <a:gd name="connsiteY730" fmla="*/ 1955666 h 6858000"/>
              <a:gd name="connsiteX731" fmla="*/ 4570198 w 7467600"/>
              <a:gd name="connsiteY731" fmla="*/ 978081 h 6858000"/>
              <a:gd name="connsiteX732" fmla="*/ 4557898 w 7467600"/>
              <a:gd name="connsiteY732" fmla="*/ 900011 h 6858000"/>
              <a:gd name="connsiteX733" fmla="*/ 4344840 w 7467600"/>
              <a:gd name="connsiteY733" fmla="*/ 1922038 h 6858000"/>
              <a:gd name="connsiteX734" fmla="*/ 4378710 w 7467600"/>
              <a:gd name="connsiteY734" fmla="*/ 1665516 h 6858000"/>
              <a:gd name="connsiteX735" fmla="*/ 4448798 w 7467600"/>
              <a:gd name="connsiteY735" fmla="*/ 1253024 h 6858000"/>
              <a:gd name="connsiteX736" fmla="*/ 4480315 w 7467600"/>
              <a:gd name="connsiteY736" fmla="*/ 1158454 h 6858000"/>
              <a:gd name="connsiteX737" fmla="*/ 4494133 w 7467600"/>
              <a:gd name="connsiteY737" fmla="*/ 1118676 h 6858000"/>
              <a:gd name="connsiteX738" fmla="*/ 4557898 w 7467600"/>
              <a:gd name="connsiteY738" fmla="*/ 900011 h 6858000"/>
              <a:gd name="connsiteX739" fmla="*/ 5870151 w 7467600"/>
              <a:gd name="connsiteY739" fmla="*/ 898890 h 6858000"/>
              <a:gd name="connsiteX740" fmla="*/ 5861335 w 7467600"/>
              <a:gd name="connsiteY740" fmla="*/ 899177 h 6858000"/>
              <a:gd name="connsiteX741" fmla="*/ 5843702 w 7467600"/>
              <a:gd name="connsiteY741" fmla="*/ 899748 h 6858000"/>
              <a:gd name="connsiteX742" fmla="*/ 5651107 w 7467600"/>
              <a:gd name="connsiteY742" fmla="*/ 920306 h 6858000"/>
              <a:gd name="connsiteX743" fmla="*/ 5459407 w 7467600"/>
              <a:gd name="connsiteY743" fmla="*/ 940975 h 6858000"/>
              <a:gd name="connsiteX744" fmla="*/ 5374846 w 7467600"/>
              <a:gd name="connsiteY744" fmla="*/ 941988 h 6858000"/>
              <a:gd name="connsiteX745" fmla="*/ 5256105 w 7467600"/>
              <a:gd name="connsiteY745" fmla="*/ 945632 h 6858000"/>
              <a:gd name="connsiteX746" fmla="*/ 5107071 w 7467600"/>
              <a:gd name="connsiteY746" fmla="*/ 969720 h 6858000"/>
              <a:gd name="connsiteX747" fmla="*/ 4998681 w 7467600"/>
              <a:gd name="connsiteY747" fmla="*/ 988771 h 6858000"/>
              <a:gd name="connsiteX748" fmla="*/ 5870151 w 7467600"/>
              <a:gd name="connsiteY748" fmla="*/ 898890 h 6858000"/>
              <a:gd name="connsiteX749" fmla="*/ 5504425 w 7467600"/>
              <a:gd name="connsiteY749" fmla="*/ 848067 h 6858000"/>
              <a:gd name="connsiteX750" fmla="*/ 4968849 w 7467600"/>
              <a:gd name="connsiteY750" fmla="*/ 962318 h 6858000"/>
              <a:gd name="connsiteX751" fmla="*/ 5104039 w 7467600"/>
              <a:gd name="connsiteY751" fmla="*/ 940634 h 6858000"/>
              <a:gd name="connsiteX752" fmla="*/ 5256311 w 7467600"/>
              <a:gd name="connsiteY752" fmla="*/ 916490 h 6858000"/>
              <a:gd name="connsiteX753" fmla="*/ 5377381 w 7467600"/>
              <a:gd name="connsiteY753" fmla="*/ 912671 h 6858000"/>
              <a:gd name="connsiteX754" fmla="*/ 5460148 w 7467600"/>
              <a:gd name="connsiteY754" fmla="*/ 911442 h 6858000"/>
              <a:gd name="connsiteX755" fmla="*/ 5648971 w 7467600"/>
              <a:gd name="connsiteY755" fmla="*/ 891331 h 6858000"/>
              <a:gd name="connsiteX756" fmla="*/ 5844807 w 7467600"/>
              <a:gd name="connsiteY756" fmla="*/ 870718 h 6858000"/>
              <a:gd name="connsiteX757" fmla="*/ 5862975 w 7467600"/>
              <a:gd name="connsiteY757" fmla="*/ 869756 h 6858000"/>
              <a:gd name="connsiteX758" fmla="*/ 5920887 w 7467600"/>
              <a:gd name="connsiteY758" fmla="*/ 865929 h 6858000"/>
              <a:gd name="connsiteX759" fmla="*/ 5504425 w 7467600"/>
              <a:gd name="connsiteY759" fmla="*/ 848067 h 6858000"/>
              <a:gd name="connsiteX760" fmla="*/ 3607114 w 7467600"/>
              <a:gd name="connsiteY760" fmla="*/ 467441 h 6858000"/>
              <a:gd name="connsiteX761" fmla="*/ 3296242 w 7467600"/>
              <a:gd name="connsiteY761" fmla="*/ 807991 h 6858000"/>
              <a:gd name="connsiteX762" fmla="*/ 3174674 w 7467600"/>
              <a:gd name="connsiteY762" fmla="*/ 919759 h 6858000"/>
              <a:gd name="connsiteX763" fmla="*/ 3042978 w 7467600"/>
              <a:gd name="connsiteY763" fmla="*/ 1054894 h 6858000"/>
              <a:gd name="connsiteX764" fmla="*/ 2968914 w 7467600"/>
              <a:gd name="connsiteY764" fmla="*/ 1133756 h 6858000"/>
              <a:gd name="connsiteX765" fmla="*/ 3103823 w 7467600"/>
              <a:gd name="connsiteY765" fmla="*/ 1026814 h 6858000"/>
              <a:gd name="connsiteX766" fmla="*/ 3607114 w 7467600"/>
              <a:gd name="connsiteY766" fmla="*/ 467441 h 6858000"/>
              <a:gd name="connsiteX767" fmla="*/ 3744487 w 7467600"/>
              <a:gd name="connsiteY767" fmla="*/ 383136 h 6858000"/>
              <a:gd name="connsiteX768" fmla="*/ 3970213 w 7467600"/>
              <a:gd name="connsiteY768" fmla="*/ 995559 h 6858000"/>
              <a:gd name="connsiteX769" fmla="*/ 3744487 w 7467600"/>
              <a:gd name="connsiteY769" fmla="*/ 383136 h 6858000"/>
              <a:gd name="connsiteX770" fmla="*/ 3624562 w 7467600"/>
              <a:gd name="connsiteY770" fmla="*/ 367041 h 6858000"/>
              <a:gd name="connsiteX771" fmla="*/ 3489712 w 7467600"/>
              <a:gd name="connsiteY771" fmla="*/ 485386 h 6858000"/>
              <a:gd name="connsiteX772" fmla="*/ 3182994 w 7467600"/>
              <a:gd name="connsiteY772" fmla="*/ 828265 h 6858000"/>
              <a:gd name="connsiteX773" fmla="*/ 2892114 w 7467600"/>
              <a:gd name="connsiteY773" fmla="*/ 1172635 h 6858000"/>
              <a:gd name="connsiteX774" fmla="*/ 3021459 w 7467600"/>
              <a:gd name="connsiteY774" fmla="*/ 1035385 h 6858000"/>
              <a:gd name="connsiteX775" fmla="*/ 3153873 w 7467600"/>
              <a:gd name="connsiteY775" fmla="*/ 898971 h 6858000"/>
              <a:gd name="connsiteX776" fmla="*/ 3276511 w 7467600"/>
              <a:gd name="connsiteY776" fmla="*/ 786423 h 6858000"/>
              <a:gd name="connsiteX777" fmla="*/ 3584154 w 7467600"/>
              <a:gd name="connsiteY777" fmla="*/ 448218 h 6858000"/>
              <a:gd name="connsiteX778" fmla="*/ 3624562 w 7467600"/>
              <a:gd name="connsiteY778" fmla="*/ 367041 h 6858000"/>
              <a:gd name="connsiteX779" fmla="*/ 3766672 w 7467600"/>
              <a:gd name="connsiteY779" fmla="*/ 359429 h 6858000"/>
              <a:gd name="connsiteX780" fmla="*/ 3996338 w 7467600"/>
              <a:gd name="connsiteY780" fmla="*/ 968237 h 6858000"/>
              <a:gd name="connsiteX781" fmla="*/ 3766672 w 7467600"/>
              <a:gd name="connsiteY781" fmla="*/ 359429 h 6858000"/>
              <a:gd name="connsiteX782" fmla="*/ 5805386 w 7467600"/>
              <a:gd name="connsiteY782" fmla="*/ 239240 h 6858000"/>
              <a:gd name="connsiteX783" fmla="*/ 5736947 w 7467600"/>
              <a:gd name="connsiteY783" fmla="*/ 261367 h 6858000"/>
              <a:gd name="connsiteX784" fmla="*/ 5427012 w 7467600"/>
              <a:gd name="connsiteY784" fmla="*/ 311272 h 6858000"/>
              <a:gd name="connsiteX785" fmla="*/ 5147818 w 7467600"/>
              <a:gd name="connsiteY785" fmla="*/ 322112 h 6858000"/>
              <a:gd name="connsiteX786" fmla="*/ 5060854 w 7467600"/>
              <a:gd name="connsiteY786" fmla="*/ 311882 h 6858000"/>
              <a:gd name="connsiteX787" fmla="*/ 4945989 w 7467600"/>
              <a:gd name="connsiteY787" fmla="*/ 300516 h 6858000"/>
              <a:gd name="connsiteX788" fmla="*/ 5410479 w 7467600"/>
              <a:gd name="connsiteY788" fmla="*/ 348434 h 6858000"/>
              <a:gd name="connsiteX789" fmla="*/ 5805386 w 7467600"/>
              <a:gd name="connsiteY789" fmla="*/ 239240 h 6858000"/>
              <a:gd name="connsiteX790" fmla="*/ 5905192 w 7467600"/>
              <a:gd name="connsiteY790" fmla="*/ 163079 h 6858000"/>
              <a:gd name="connsiteX791" fmla="*/ 5865655 w 7467600"/>
              <a:gd name="connsiteY791" fmla="*/ 171901 h 6858000"/>
              <a:gd name="connsiteX792" fmla="*/ 5259740 w 7467600"/>
              <a:gd name="connsiteY792" fmla="*/ 257013 h 6858000"/>
              <a:gd name="connsiteX793" fmla="*/ 5208466 w 7467600"/>
              <a:gd name="connsiteY793" fmla="*/ 257550 h 6858000"/>
              <a:gd name="connsiteX794" fmla="*/ 4980204 w 7467600"/>
              <a:gd name="connsiteY794" fmla="*/ 271903 h 6858000"/>
              <a:gd name="connsiteX795" fmla="*/ 5068068 w 7467600"/>
              <a:gd name="connsiteY795" fmla="*/ 282244 h 6858000"/>
              <a:gd name="connsiteX796" fmla="*/ 5153231 w 7467600"/>
              <a:gd name="connsiteY796" fmla="*/ 292240 h 6858000"/>
              <a:gd name="connsiteX797" fmla="*/ 5426491 w 7467600"/>
              <a:gd name="connsiteY797" fmla="*/ 281128 h 6858000"/>
              <a:gd name="connsiteX798" fmla="*/ 5731212 w 7467600"/>
              <a:gd name="connsiteY798" fmla="*/ 231951 h 6858000"/>
              <a:gd name="connsiteX799" fmla="*/ 5905192 w 7467600"/>
              <a:gd name="connsiteY799" fmla="*/ 163079 h 6858000"/>
              <a:gd name="connsiteX800" fmla="*/ 5944437 w 7467600"/>
              <a:gd name="connsiteY800" fmla="*/ 113829 h 6858000"/>
              <a:gd name="connsiteX801" fmla="*/ 5825032 w 7467600"/>
              <a:gd name="connsiteY801" fmla="*/ 146405 h 6858000"/>
              <a:gd name="connsiteX802" fmla="*/ 4955599 w 7467600"/>
              <a:gd name="connsiteY802" fmla="*/ 247008 h 6858000"/>
              <a:gd name="connsiteX803" fmla="*/ 5210104 w 7467600"/>
              <a:gd name="connsiteY803" fmla="*/ 228123 h 6858000"/>
              <a:gd name="connsiteX804" fmla="*/ 5261015 w 7467600"/>
              <a:gd name="connsiteY804" fmla="*/ 227087 h 6858000"/>
              <a:gd name="connsiteX805" fmla="*/ 5861181 w 7467600"/>
              <a:gd name="connsiteY805" fmla="*/ 143093 h 6858000"/>
              <a:gd name="connsiteX806" fmla="*/ 5961252 w 7467600"/>
              <a:gd name="connsiteY806" fmla="*/ 114820 h 6858000"/>
              <a:gd name="connsiteX807" fmla="*/ 5944437 w 7467600"/>
              <a:gd name="connsiteY807" fmla="*/ 113829 h 6858000"/>
              <a:gd name="connsiteX808" fmla="*/ 3882765 w 7467600"/>
              <a:gd name="connsiteY808" fmla="*/ 0 h 6858000"/>
              <a:gd name="connsiteX809" fmla="*/ 3995099 w 7467600"/>
              <a:gd name="connsiteY809" fmla="*/ 0 h 6858000"/>
              <a:gd name="connsiteX810" fmla="*/ 4163818 w 7467600"/>
              <a:gd name="connsiteY810" fmla="*/ 234104 h 6858000"/>
              <a:gd name="connsiteX811" fmla="*/ 4172099 w 7467600"/>
              <a:gd name="connsiteY811" fmla="*/ 234207 h 6858000"/>
              <a:gd name="connsiteX812" fmla="*/ 4784282 w 7467600"/>
              <a:gd name="connsiteY812" fmla="*/ 276561 h 6858000"/>
              <a:gd name="connsiteX813" fmla="*/ 4801687 w 7467600"/>
              <a:gd name="connsiteY813" fmla="*/ 267764 h 6858000"/>
              <a:gd name="connsiteX814" fmla="*/ 6082788 w 7467600"/>
              <a:gd name="connsiteY814" fmla="*/ 64119 h 6858000"/>
              <a:gd name="connsiteX815" fmla="*/ 6099442 w 7467600"/>
              <a:gd name="connsiteY815" fmla="*/ 82568 h 6858000"/>
              <a:gd name="connsiteX816" fmla="*/ 4804137 w 7467600"/>
              <a:gd name="connsiteY816" fmla="*/ 320931 h 6858000"/>
              <a:gd name="connsiteX817" fmla="*/ 4227047 w 7467600"/>
              <a:gd name="connsiteY817" fmla="*/ 313415 h 6858000"/>
              <a:gd name="connsiteX818" fmla="*/ 4346041 w 7467600"/>
              <a:gd name="connsiteY818" fmla="*/ 456086 h 6858000"/>
              <a:gd name="connsiteX819" fmla="*/ 4870967 w 7467600"/>
              <a:gd name="connsiteY819" fmla="*/ 963061 h 6858000"/>
              <a:gd name="connsiteX820" fmla="*/ 4889647 w 7467600"/>
              <a:gd name="connsiteY820" fmla="*/ 957147 h 6858000"/>
              <a:gd name="connsiteX821" fmla="*/ 5422504 w 7467600"/>
              <a:gd name="connsiteY821" fmla="*/ 805191 h 6858000"/>
              <a:gd name="connsiteX822" fmla="*/ 6087656 w 7467600"/>
              <a:gd name="connsiteY822" fmla="*/ 826703 h 6858000"/>
              <a:gd name="connsiteX823" fmla="*/ 6058717 w 7467600"/>
              <a:gd name="connsiteY823" fmla="*/ 865992 h 6858000"/>
              <a:gd name="connsiteX824" fmla="*/ 4974153 w 7467600"/>
              <a:gd name="connsiteY824" fmla="*/ 1045456 h 6858000"/>
              <a:gd name="connsiteX825" fmla="*/ 5627835 w 7467600"/>
              <a:gd name="connsiteY825" fmla="*/ 1472077 h 6858000"/>
              <a:gd name="connsiteX826" fmla="*/ 5629817 w 7467600"/>
              <a:gd name="connsiteY826" fmla="*/ 1471412 h 6858000"/>
              <a:gd name="connsiteX827" fmla="*/ 5634124 w 7467600"/>
              <a:gd name="connsiteY827" fmla="*/ 1470572 h 6858000"/>
              <a:gd name="connsiteX828" fmla="*/ 5755832 w 7467600"/>
              <a:gd name="connsiteY828" fmla="*/ 1383886 h 6858000"/>
              <a:gd name="connsiteX829" fmla="*/ 6014186 w 7467600"/>
              <a:gd name="connsiteY829" fmla="*/ 1279799 h 6858000"/>
              <a:gd name="connsiteX830" fmla="*/ 6901619 w 7467600"/>
              <a:gd name="connsiteY830" fmla="*/ 1047874 h 6858000"/>
              <a:gd name="connsiteX831" fmla="*/ 6931566 w 7467600"/>
              <a:gd name="connsiteY831" fmla="*/ 1062034 h 6858000"/>
              <a:gd name="connsiteX832" fmla="*/ 5790982 w 7467600"/>
              <a:gd name="connsiteY832" fmla="*/ 1561380 h 6858000"/>
              <a:gd name="connsiteX833" fmla="*/ 6188971 w 7467600"/>
              <a:gd name="connsiteY833" fmla="*/ 1755168 h 6858000"/>
              <a:gd name="connsiteX834" fmla="*/ 6202446 w 7467600"/>
              <a:gd name="connsiteY834" fmla="*/ 1752268 h 6858000"/>
              <a:gd name="connsiteX835" fmla="*/ 7179560 w 7467600"/>
              <a:gd name="connsiteY835" fmla="*/ 1467551 h 6858000"/>
              <a:gd name="connsiteX836" fmla="*/ 7158730 w 7467600"/>
              <a:gd name="connsiteY836" fmla="*/ 1507835 h 6858000"/>
              <a:gd name="connsiteX837" fmla="*/ 6326959 w 7467600"/>
              <a:gd name="connsiteY837" fmla="*/ 1817686 h 6858000"/>
              <a:gd name="connsiteX838" fmla="*/ 6537433 w 7467600"/>
              <a:gd name="connsiteY838" fmla="*/ 1907790 h 6858000"/>
              <a:gd name="connsiteX839" fmla="*/ 6550221 w 7467600"/>
              <a:gd name="connsiteY839" fmla="*/ 1910729 h 6858000"/>
              <a:gd name="connsiteX840" fmla="*/ 6964438 w 7467600"/>
              <a:gd name="connsiteY840" fmla="*/ 2209505 h 6858000"/>
              <a:gd name="connsiteX841" fmla="*/ 7367862 w 7467600"/>
              <a:gd name="connsiteY841" fmla="*/ 2806833 h 6858000"/>
              <a:gd name="connsiteX842" fmla="*/ 7364329 w 7467600"/>
              <a:gd name="connsiteY842" fmla="*/ 2826907 h 6858000"/>
              <a:gd name="connsiteX843" fmla="*/ 7290545 w 7467600"/>
              <a:gd name="connsiteY843" fmla="*/ 2850663 h 6858000"/>
              <a:gd name="connsiteX844" fmla="*/ 6472036 w 7467600"/>
              <a:gd name="connsiteY844" fmla="*/ 1959003 h 6858000"/>
              <a:gd name="connsiteX845" fmla="*/ 5792897 w 7467600"/>
              <a:gd name="connsiteY845" fmla="*/ 1647747 h 6858000"/>
              <a:gd name="connsiteX846" fmla="*/ 5842751 w 7467600"/>
              <a:gd name="connsiteY846" fmla="*/ 1816112 h 6858000"/>
              <a:gd name="connsiteX847" fmla="*/ 5847424 w 7467600"/>
              <a:gd name="connsiteY847" fmla="*/ 1815776 h 6858000"/>
              <a:gd name="connsiteX848" fmla="*/ 6399821 w 7467600"/>
              <a:gd name="connsiteY848" fmla="*/ 2344799 h 6858000"/>
              <a:gd name="connsiteX849" fmla="*/ 6323232 w 7467600"/>
              <a:gd name="connsiteY849" fmla="*/ 2389634 h 6858000"/>
              <a:gd name="connsiteX850" fmla="*/ 5942958 w 7467600"/>
              <a:gd name="connsiteY850" fmla="*/ 2077708 h 6858000"/>
              <a:gd name="connsiteX851" fmla="*/ 5921559 w 7467600"/>
              <a:gd name="connsiteY851" fmla="*/ 2378596 h 6858000"/>
              <a:gd name="connsiteX852" fmla="*/ 5817651 w 7467600"/>
              <a:gd name="connsiteY852" fmla="*/ 3023919 h 6858000"/>
              <a:gd name="connsiteX853" fmla="*/ 5729634 w 7467600"/>
              <a:gd name="connsiteY853" fmla="*/ 3051849 h 6858000"/>
              <a:gd name="connsiteX854" fmla="*/ 5611018 w 7467600"/>
              <a:gd name="connsiteY854" fmla="*/ 2316769 h 6858000"/>
              <a:gd name="connsiteX855" fmla="*/ 5687608 w 7467600"/>
              <a:gd name="connsiteY855" fmla="*/ 2039972 h 6858000"/>
              <a:gd name="connsiteX856" fmla="*/ 5657554 w 7467600"/>
              <a:gd name="connsiteY856" fmla="*/ 1576445 h 6858000"/>
              <a:gd name="connsiteX857" fmla="*/ 5150475 w 7467600"/>
              <a:gd name="connsiteY857" fmla="*/ 1274012 h 6858000"/>
              <a:gd name="connsiteX858" fmla="*/ 5349142 w 7467600"/>
              <a:gd name="connsiteY858" fmla="*/ 2204405 h 6858000"/>
              <a:gd name="connsiteX859" fmla="*/ 5262214 w 7467600"/>
              <a:gd name="connsiteY859" fmla="*/ 2233836 h 6858000"/>
              <a:gd name="connsiteX860" fmla="*/ 4981539 w 7467600"/>
              <a:gd name="connsiteY860" fmla="*/ 1542201 h 6858000"/>
              <a:gd name="connsiteX861" fmla="*/ 4958461 w 7467600"/>
              <a:gd name="connsiteY861" fmla="*/ 1136957 h 6858000"/>
              <a:gd name="connsiteX862" fmla="*/ 4655015 w 7467600"/>
              <a:gd name="connsiteY862" fmla="*/ 891426 h 6858000"/>
              <a:gd name="connsiteX863" fmla="*/ 4348002 w 7467600"/>
              <a:gd name="connsiteY863" fmla="*/ 2205895 h 6858000"/>
              <a:gd name="connsiteX864" fmla="*/ 4262250 w 7467600"/>
              <a:gd name="connsiteY864" fmla="*/ 2219972 h 6858000"/>
              <a:gd name="connsiteX865" fmla="*/ 4550611 w 7467600"/>
              <a:gd name="connsiteY865" fmla="*/ 817540 h 6858000"/>
              <a:gd name="connsiteX866" fmla="*/ 4564418 w 7467600"/>
              <a:gd name="connsiteY866" fmla="*/ 808293 h 6858000"/>
              <a:gd name="connsiteX867" fmla="*/ 4266388 w 7467600"/>
              <a:gd name="connsiteY867" fmla="*/ 500083 h 6858000"/>
              <a:gd name="connsiteX868" fmla="*/ 4032842 w 7467600"/>
              <a:gd name="connsiteY868" fmla="*/ 211809 h 6858000"/>
              <a:gd name="connsiteX869" fmla="*/ 3882765 w 7467600"/>
              <a:gd name="connsiteY869" fmla="*/ 0 h 6858000"/>
              <a:gd name="connsiteX870" fmla="*/ 3721337 w 7467600"/>
              <a:gd name="connsiteY870" fmla="*/ 0 h 6858000"/>
              <a:gd name="connsiteX871" fmla="*/ 3797544 w 7467600"/>
              <a:gd name="connsiteY871" fmla="*/ 0 h 6858000"/>
              <a:gd name="connsiteX872" fmla="*/ 3775734 w 7467600"/>
              <a:gd name="connsiteY872" fmla="*/ 95131 h 6858000"/>
              <a:gd name="connsiteX873" fmla="*/ 3724807 w 7467600"/>
              <a:gd name="connsiteY873" fmla="*/ 272257 h 6858000"/>
              <a:gd name="connsiteX874" fmla="*/ 3726844 w 7467600"/>
              <a:gd name="connsiteY874" fmla="*/ 282988 h 6858000"/>
              <a:gd name="connsiteX875" fmla="*/ 3742664 w 7467600"/>
              <a:gd name="connsiteY875" fmla="*/ 279918 h 6858000"/>
              <a:gd name="connsiteX876" fmla="*/ 4103910 w 7467600"/>
              <a:gd name="connsiteY876" fmla="*/ 1161917 h 6858000"/>
              <a:gd name="connsiteX877" fmla="*/ 4020269 w 7467600"/>
              <a:gd name="connsiteY877" fmla="*/ 1200406 h 6858000"/>
              <a:gd name="connsiteX878" fmla="*/ 3674882 w 7467600"/>
              <a:gd name="connsiteY878" fmla="*/ 488524 h 6858000"/>
              <a:gd name="connsiteX879" fmla="*/ 3132682 w 7467600"/>
              <a:gd name="connsiteY879" fmla="*/ 1072284 h 6858000"/>
              <a:gd name="connsiteX880" fmla="*/ 2716346 w 7467600"/>
              <a:gd name="connsiteY880" fmla="*/ 1276376 h 6858000"/>
              <a:gd name="connsiteX881" fmla="*/ 2716772 w 7467600"/>
              <a:gd name="connsiteY881" fmla="*/ 1255462 h 6858000"/>
              <a:gd name="connsiteX882" fmla="*/ 3471096 w 7467600"/>
              <a:gd name="connsiteY882" fmla="*/ 437072 h 6858000"/>
              <a:gd name="connsiteX883" fmla="*/ 3639057 w 7467600"/>
              <a:gd name="connsiteY883" fmla="*/ 286334 h 6858000"/>
              <a:gd name="connsiteX884" fmla="*/ 3640309 w 7467600"/>
              <a:gd name="connsiteY884" fmla="*/ 284664 h 6858000"/>
              <a:gd name="connsiteX885" fmla="*/ 3646022 w 7467600"/>
              <a:gd name="connsiteY885" fmla="*/ 276711 h 6858000"/>
              <a:gd name="connsiteX886" fmla="*/ 3707943 w 7467600"/>
              <a:gd name="connsiteY886" fmla="*/ 65958 h 6858000"/>
              <a:gd name="connsiteX887" fmla="*/ 3721337 w 7467600"/>
              <a:gd name="connsiteY887" fmla="*/ 0 h 6858000"/>
              <a:gd name="connsiteX888" fmla="*/ 2867960 w 7467600"/>
              <a:gd name="connsiteY888" fmla="*/ 0 h 6858000"/>
              <a:gd name="connsiteX889" fmla="*/ 2926351 w 7467600"/>
              <a:gd name="connsiteY889" fmla="*/ 0 h 6858000"/>
              <a:gd name="connsiteX890" fmla="*/ 2902823 w 7467600"/>
              <a:gd name="connsiteY890" fmla="*/ 262929 h 6858000"/>
              <a:gd name="connsiteX891" fmla="*/ 2940663 w 7467600"/>
              <a:gd name="connsiteY891" fmla="*/ 140884 h 6858000"/>
              <a:gd name="connsiteX892" fmla="*/ 2947039 w 7467600"/>
              <a:gd name="connsiteY892" fmla="*/ 122524 h 6858000"/>
              <a:gd name="connsiteX893" fmla="*/ 2984316 w 7467600"/>
              <a:gd name="connsiteY893" fmla="*/ 0 h 6858000"/>
              <a:gd name="connsiteX894" fmla="*/ 3016114 w 7467600"/>
              <a:gd name="connsiteY894" fmla="*/ 0 h 6858000"/>
              <a:gd name="connsiteX895" fmla="*/ 2979949 w 7467600"/>
              <a:gd name="connsiteY895" fmla="*/ 119274 h 6858000"/>
              <a:gd name="connsiteX896" fmla="*/ 3023879 w 7467600"/>
              <a:gd name="connsiteY896" fmla="*/ 0 h 6858000"/>
              <a:gd name="connsiteX897" fmla="*/ 3105400 w 7467600"/>
              <a:gd name="connsiteY897" fmla="*/ 0 h 6858000"/>
              <a:gd name="connsiteX898" fmla="*/ 3094669 w 7467600"/>
              <a:gd name="connsiteY898" fmla="*/ 30308 h 6858000"/>
              <a:gd name="connsiteX899" fmla="*/ 2901945 w 7467600"/>
              <a:gd name="connsiteY899" fmla="*/ 466538 h 6858000"/>
              <a:gd name="connsiteX900" fmla="*/ 2815209 w 7467600"/>
              <a:gd name="connsiteY900" fmla="*/ 497361 h 6858000"/>
              <a:gd name="connsiteX901" fmla="*/ 2844845 w 7467600"/>
              <a:gd name="connsiteY901" fmla="*/ 127638 h 6858000"/>
              <a:gd name="connsiteX902" fmla="*/ 2867960 w 7467600"/>
              <a:gd name="connsiteY902" fmla="*/ 0 h 6858000"/>
              <a:gd name="connsiteX903" fmla="*/ 1057230 w 7467600"/>
              <a:gd name="connsiteY903" fmla="*/ 0 h 6858000"/>
              <a:gd name="connsiteX904" fmla="*/ 1111003 w 7467600"/>
              <a:gd name="connsiteY904" fmla="*/ 0 h 6858000"/>
              <a:gd name="connsiteX905" fmla="*/ 1125553 w 7467600"/>
              <a:gd name="connsiteY905" fmla="*/ 52588 h 6858000"/>
              <a:gd name="connsiteX906" fmla="*/ 1304276 w 7467600"/>
              <a:gd name="connsiteY906" fmla="*/ 476275 h 6858000"/>
              <a:gd name="connsiteX907" fmla="*/ 1492066 w 7467600"/>
              <a:gd name="connsiteY907" fmla="*/ 886333 h 6858000"/>
              <a:gd name="connsiteX908" fmla="*/ 1423698 w 7467600"/>
              <a:gd name="connsiteY908" fmla="*/ 710817 h 6858000"/>
              <a:gd name="connsiteX909" fmla="*/ 1357609 w 7467600"/>
              <a:gd name="connsiteY909" fmla="*/ 532892 h 6858000"/>
              <a:gd name="connsiteX910" fmla="*/ 1309550 w 7467600"/>
              <a:gd name="connsiteY910" fmla="*/ 374031 h 6858000"/>
              <a:gd name="connsiteX911" fmla="*/ 1193673 w 7467600"/>
              <a:gd name="connsiteY911" fmla="*/ 49533 h 6858000"/>
              <a:gd name="connsiteX912" fmla="*/ 1164391 w 7467600"/>
              <a:gd name="connsiteY912" fmla="*/ 0 h 6858000"/>
              <a:gd name="connsiteX913" fmla="*/ 1200666 w 7467600"/>
              <a:gd name="connsiteY913" fmla="*/ 0 h 6858000"/>
              <a:gd name="connsiteX914" fmla="*/ 1223408 w 7467600"/>
              <a:gd name="connsiteY914" fmla="*/ 38996 h 6858000"/>
              <a:gd name="connsiteX915" fmla="*/ 1339635 w 7467600"/>
              <a:gd name="connsiteY915" fmla="*/ 365517 h 6858000"/>
              <a:gd name="connsiteX916" fmla="*/ 1387469 w 7467600"/>
              <a:gd name="connsiteY916" fmla="*/ 523079 h 6858000"/>
              <a:gd name="connsiteX917" fmla="*/ 1452685 w 7467600"/>
              <a:gd name="connsiteY917" fmla="*/ 699806 h 6858000"/>
              <a:gd name="connsiteX918" fmla="*/ 1492092 w 7467600"/>
              <a:gd name="connsiteY918" fmla="*/ 800424 h 6858000"/>
              <a:gd name="connsiteX919" fmla="*/ 1455302 w 7467600"/>
              <a:gd name="connsiteY919" fmla="*/ 632913 h 6858000"/>
              <a:gd name="connsiteX920" fmla="*/ 1222336 w 7467600"/>
              <a:gd name="connsiteY920" fmla="*/ 9480 h 6858000"/>
              <a:gd name="connsiteX921" fmla="*/ 1214634 w 7467600"/>
              <a:gd name="connsiteY921" fmla="*/ 0 h 6858000"/>
              <a:gd name="connsiteX922" fmla="*/ 1289827 w 7467600"/>
              <a:gd name="connsiteY922" fmla="*/ 0 h 6858000"/>
              <a:gd name="connsiteX923" fmla="*/ 1321076 w 7467600"/>
              <a:gd name="connsiteY923" fmla="*/ 59722 h 6858000"/>
              <a:gd name="connsiteX924" fmla="*/ 1512579 w 7467600"/>
              <a:gd name="connsiteY924" fmla="*/ 626441 h 6858000"/>
              <a:gd name="connsiteX925" fmla="*/ 1506076 w 7467600"/>
              <a:gd name="connsiteY925" fmla="*/ 1089289 h 6858000"/>
              <a:gd name="connsiteX926" fmla="*/ 1486346 w 7467600"/>
              <a:gd name="connsiteY926" fmla="*/ 1079919 h 6858000"/>
              <a:gd name="connsiteX927" fmla="*/ 1070511 w 7467600"/>
              <a:gd name="connsiteY927" fmla="*/ 48609 h 6858000"/>
              <a:gd name="connsiteX928" fmla="*/ 1057230 w 7467600"/>
              <a:gd name="connsiteY928" fmla="*/ 0 h 6858000"/>
              <a:gd name="connsiteX929" fmla="*/ 43151 w 7467600"/>
              <a:gd name="connsiteY929" fmla="*/ 0 h 6858000"/>
              <a:gd name="connsiteX930" fmla="*/ 95283 w 7467600"/>
              <a:gd name="connsiteY930" fmla="*/ 0 h 6858000"/>
              <a:gd name="connsiteX931" fmla="*/ 300708 w 7467600"/>
              <a:gd name="connsiteY931" fmla="*/ 154571 h 6858000"/>
              <a:gd name="connsiteX932" fmla="*/ 530414 w 7467600"/>
              <a:gd name="connsiteY932" fmla="*/ 354673 h 6858000"/>
              <a:gd name="connsiteX933" fmla="*/ 333785 w 7467600"/>
              <a:gd name="connsiteY933" fmla="*/ 161564 h 6858000"/>
              <a:gd name="connsiteX934" fmla="*/ 147005 w 7467600"/>
              <a:gd name="connsiteY934" fmla="*/ 0 h 6858000"/>
              <a:gd name="connsiteX935" fmla="*/ 272509 w 7467600"/>
              <a:gd name="connsiteY935" fmla="*/ 0 h 6858000"/>
              <a:gd name="connsiteX936" fmla="*/ 326276 w 7467600"/>
              <a:gd name="connsiteY936" fmla="*/ 45847 h 6858000"/>
              <a:gd name="connsiteX937" fmla="*/ 823759 w 7467600"/>
              <a:gd name="connsiteY937" fmla="*/ 574145 h 6858000"/>
              <a:gd name="connsiteX938" fmla="*/ 811254 w 7467600"/>
              <a:gd name="connsiteY938" fmla="*/ 665546 h 6858000"/>
              <a:gd name="connsiteX939" fmla="*/ 154042 w 7467600"/>
              <a:gd name="connsiteY939" fmla="*/ 261522 h 6858000"/>
              <a:gd name="connsiteX940" fmla="*/ 13550 w 7467600"/>
              <a:gd name="connsiteY940" fmla="*/ 158423 h 6858000"/>
              <a:gd name="connsiteX941" fmla="*/ 0 w 7467600"/>
              <a:gd name="connsiteY941" fmla="*/ 146618 h 6858000"/>
              <a:gd name="connsiteX942" fmla="*/ 0 w 7467600"/>
              <a:gd name="connsiteY942" fmla="*/ 59161 h 6858000"/>
              <a:gd name="connsiteX943" fmla="*/ 45427 w 7467600"/>
              <a:gd name="connsiteY943" fmla="*/ 101078 h 6858000"/>
              <a:gd name="connsiteX944" fmla="*/ 630103 w 7467600"/>
              <a:gd name="connsiteY944" fmla="*/ 485885 h 6858000"/>
              <a:gd name="connsiteX945" fmla="*/ 532040 w 7467600"/>
              <a:gd name="connsiteY945" fmla="*/ 399359 h 6858000"/>
              <a:gd name="connsiteX946" fmla="*/ 517618 w 7467600"/>
              <a:gd name="connsiteY946" fmla="*/ 385726 h 6858000"/>
              <a:gd name="connsiteX947" fmla="*/ 285074 w 7467600"/>
              <a:gd name="connsiteY947" fmla="*/ 182755 h 6858000"/>
              <a:gd name="connsiteX948" fmla="*/ 43151 w 7467600"/>
              <a:gd name="connsiteY94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67913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1019354 w 7467600"/>
              <a:gd name="connsiteY16" fmla="*/ 6315006 h 6858000"/>
              <a:gd name="connsiteX17" fmla="*/ 441046 w 7467600"/>
              <a:gd name="connsiteY17" fmla="*/ 6691153 h 6858000"/>
              <a:gd name="connsiteX18" fmla="*/ 1019354 w 7467600"/>
              <a:gd name="connsiteY18" fmla="*/ 6315006 h 6858000"/>
              <a:gd name="connsiteX19" fmla="*/ 991680 w 7467600"/>
              <a:gd name="connsiteY19" fmla="*/ 6298413 h 6858000"/>
              <a:gd name="connsiteX20" fmla="*/ 409060 w 7467600"/>
              <a:gd name="connsiteY20" fmla="*/ 6671470 h 6858000"/>
              <a:gd name="connsiteX21" fmla="*/ 991680 w 7467600"/>
              <a:gd name="connsiteY21" fmla="*/ 6298413 h 6858000"/>
              <a:gd name="connsiteX22" fmla="*/ 103333 w 7467600"/>
              <a:gd name="connsiteY22" fmla="*/ 5699602 h 6858000"/>
              <a:gd name="connsiteX23" fmla="*/ 233938 w 7467600"/>
              <a:gd name="connsiteY23" fmla="*/ 5809416 h 6858000"/>
              <a:gd name="connsiteX24" fmla="*/ 883580 w 7467600"/>
              <a:gd name="connsiteY24" fmla="*/ 6180710 h 6858000"/>
              <a:gd name="connsiteX25" fmla="*/ 487337 w 7467600"/>
              <a:gd name="connsiteY25" fmla="*/ 5950182 h 6858000"/>
              <a:gd name="connsiteX26" fmla="*/ 354051 w 7467600"/>
              <a:gd name="connsiteY26" fmla="*/ 5854912 h 6858000"/>
              <a:gd name="connsiteX27" fmla="*/ 195436 w 7467600"/>
              <a:gd name="connsiteY27" fmla="*/ 5755068 h 6858000"/>
              <a:gd name="connsiteX28" fmla="*/ 103333 w 7467600"/>
              <a:gd name="connsiteY28" fmla="*/ 5699602 h 6858000"/>
              <a:gd name="connsiteX29" fmla="*/ 5539432 w 7467600"/>
              <a:gd name="connsiteY29" fmla="*/ 5642928 h 6858000"/>
              <a:gd name="connsiteX30" fmla="*/ 5555462 w 7467600"/>
              <a:gd name="connsiteY30" fmla="*/ 5694454 h 6858000"/>
              <a:gd name="connsiteX31" fmla="*/ 5828270 w 7467600"/>
              <a:gd name="connsiteY31" fmla="*/ 6320663 h 6858000"/>
              <a:gd name="connsiteX32" fmla="*/ 5947416 w 7467600"/>
              <a:gd name="connsiteY32" fmla="*/ 6574846 h 6858000"/>
              <a:gd name="connsiteX33" fmla="*/ 5539432 w 7467600"/>
              <a:gd name="connsiteY33" fmla="*/ 5642928 h 6858000"/>
              <a:gd name="connsiteX34" fmla="*/ 51253 w 7467600"/>
              <a:gd name="connsiteY34" fmla="*/ 5631825 h 6858000"/>
              <a:gd name="connsiteX35" fmla="*/ 211622 w 7467600"/>
              <a:gd name="connsiteY35" fmla="*/ 5728803 h 6858000"/>
              <a:gd name="connsiteX36" fmla="*/ 371652 w 7467600"/>
              <a:gd name="connsiteY36" fmla="*/ 5829062 h 6858000"/>
              <a:gd name="connsiteX37" fmla="*/ 505903 w 7467600"/>
              <a:gd name="connsiteY37" fmla="*/ 5925221 h 6858000"/>
              <a:gd name="connsiteX38" fmla="*/ 899240 w 7467600"/>
              <a:gd name="connsiteY38" fmla="*/ 6153068 h 6858000"/>
              <a:gd name="connsiteX39" fmla="*/ 988114 w 7467600"/>
              <a:gd name="connsiteY39" fmla="*/ 6174204 h 6858000"/>
              <a:gd name="connsiteX40" fmla="*/ 845971 w 7467600"/>
              <a:gd name="connsiteY40" fmla="*/ 6067177 h 6858000"/>
              <a:gd name="connsiteX41" fmla="*/ 448057 w 7467600"/>
              <a:gd name="connsiteY41" fmla="*/ 5841376 h 6858000"/>
              <a:gd name="connsiteX42" fmla="*/ 51253 w 7467600"/>
              <a:gd name="connsiteY42" fmla="*/ 5631825 h 6858000"/>
              <a:gd name="connsiteX43" fmla="*/ 2606687 w 7467600"/>
              <a:gd name="connsiteY43" fmla="*/ 5630718 h 6858000"/>
              <a:gd name="connsiteX44" fmla="*/ 2645658 w 7467600"/>
              <a:gd name="connsiteY44" fmla="*/ 6640259 h 6858000"/>
              <a:gd name="connsiteX45" fmla="*/ 2606687 w 7467600"/>
              <a:gd name="connsiteY45" fmla="*/ 5630718 h 6858000"/>
              <a:gd name="connsiteX46" fmla="*/ 3642057 w 7467600"/>
              <a:gd name="connsiteY46" fmla="*/ 5573487 h 6858000"/>
              <a:gd name="connsiteX47" fmla="*/ 3632981 w 7467600"/>
              <a:gd name="connsiteY47" fmla="*/ 5579437 h 6858000"/>
              <a:gd name="connsiteX48" fmla="*/ 3382436 w 7467600"/>
              <a:gd name="connsiteY48" fmla="*/ 5952726 h 6858000"/>
              <a:gd name="connsiteX49" fmla="*/ 3191929 w 7467600"/>
              <a:gd name="connsiteY49" fmla="*/ 6662669 h 6858000"/>
              <a:gd name="connsiteX50" fmla="*/ 3369898 w 7467600"/>
              <a:gd name="connsiteY50" fmla="*/ 6081771 h 6858000"/>
              <a:gd name="connsiteX51" fmla="*/ 3642057 w 7467600"/>
              <a:gd name="connsiteY51" fmla="*/ 5573487 h 6858000"/>
              <a:gd name="connsiteX52" fmla="*/ 2650666 w 7467600"/>
              <a:gd name="connsiteY52" fmla="*/ 5530686 h 6858000"/>
              <a:gd name="connsiteX53" fmla="*/ 2650249 w 7467600"/>
              <a:gd name="connsiteY53" fmla="*/ 5532101 h 6858000"/>
              <a:gd name="connsiteX54" fmla="*/ 2663808 w 7467600"/>
              <a:gd name="connsiteY54" fmla="*/ 6535215 h 6858000"/>
              <a:gd name="connsiteX55" fmla="*/ 2665418 w 7467600"/>
              <a:gd name="connsiteY55" fmla="*/ 6132756 h 6858000"/>
              <a:gd name="connsiteX56" fmla="*/ 2650666 w 7467600"/>
              <a:gd name="connsiteY56" fmla="*/ 5530686 h 6858000"/>
              <a:gd name="connsiteX57" fmla="*/ 2680277 w 7467600"/>
              <a:gd name="connsiteY57" fmla="*/ 5479204 h 6858000"/>
              <a:gd name="connsiteX58" fmla="*/ 2678972 w 7467600"/>
              <a:gd name="connsiteY58" fmla="*/ 5481582 h 6858000"/>
              <a:gd name="connsiteX59" fmla="*/ 2696666 w 7467600"/>
              <a:gd name="connsiteY59" fmla="*/ 6133836 h 6858000"/>
              <a:gd name="connsiteX60" fmla="*/ 2695769 w 7467600"/>
              <a:gd name="connsiteY60" fmla="*/ 6390955 h 6858000"/>
              <a:gd name="connsiteX61" fmla="*/ 2739893 w 7467600"/>
              <a:gd name="connsiteY61" fmla="*/ 6108357 h 6858000"/>
              <a:gd name="connsiteX62" fmla="*/ 2680277 w 7467600"/>
              <a:gd name="connsiteY62" fmla="*/ 5479204 h 6858000"/>
              <a:gd name="connsiteX63" fmla="*/ 1132195 w 7467600"/>
              <a:gd name="connsiteY63" fmla="*/ 5467980 h 6858000"/>
              <a:gd name="connsiteX64" fmla="*/ 1679056 w 7467600"/>
              <a:gd name="connsiteY64" fmla="*/ 5516907 h 6858000"/>
              <a:gd name="connsiteX65" fmla="*/ 2128648 w 7467600"/>
              <a:gd name="connsiteY65" fmla="*/ 5474249 h 6858000"/>
              <a:gd name="connsiteX66" fmla="*/ 1825619 w 7467600"/>
              <a:gd name="connsiteY66" fmla="*/ 5478447 h 6858000"/>
              <a:gd name="connsiteX67" fmla="*/ 1737798 w 7467600"/>
              <a:gd name="connsiteY67" fmla="*/ 5483353 h 6858000"/>
              <a:gd name="connsiteX68" fmla="*/ 1132195 w 7467600"/>
              <a:gd name="connsiteY68" fmla="*/ 5467980 h 6858000"/>
              <a:gd name="connsiteX69" fmla="*/ 1456157 w 7467600"/>
              <a:gd name="connsiteY69" fmla="*/ 5371404 h 6858000"/>
              <a:gd name="connsiteX70" fmla="*/ 1244432 w 7467600"/>
              <a:gd name="connsiteY70" fmla="*/ 5385601 h 6858000"/>
              <a:gd name="connsiteX71" fmla="*/ 973990 w 7467600"/>
              <a:gd name="connsiteY71" fmla="*/ 5424940 h 6858000"/>
              <a:gd name="connsiteX72" fmla="*/ 1103809 w 7467600"/>
              <a:gd name="connsiteY72" fmla="*/ 5433720 h 6858000"/>
              <a:gd name="connsiteX73" fmla="*/ 1123454 w 7467600"/>
              <a:gd name="connsiteY73" fmla="*/ 5435727 h 6858000"/>
              <a:gd name="connsiteX74" fmla="*/ 1737017 w 7467600"/>
              <a:gd name="connsiteY74" fmla="*/ 5452183 h 6858000"/>
              <a:gd name="connsiteX75" fmla="*/ 1824397 w 7467600"/>
              <a:gd name="connsiteY75" fmla="*/ 5447757 h 6858000"/>
              <a:gd name="connsiteX76" fmla="*/ 2070059 w 7467600"/>
              <a:gd name="connsiteY76" fmla="*/ 5441660 h 6858000"/>
              <a:gd name="connsiteX77" fmla="*/ 1456157 w 7467600"/>
              <a:gd name="connsiteY77" fmla="*/ 5371404 h 6858000"/>
              <a:gd name="connsiteX78" fmla="*/ 4988186 w 7467600"/>
              <a:gd name="connsiteY78" fmla="*/ 5216467 h 6858000"/>
              <a:gd name="connsiteX79" fmla="*/ 4777334 w 7467600"/>
              <a:gd name="connsiteY79" fmla="*/ 5406072 h 6858000"/>
              <a:gd name="connsiteX80" fmla="*/ 4718341 w 7467600"/>
              <a:gd name="connsiteY80" fmla="*/ 5468043 h 6858000"/>
              <a:gd name="connsiteX81" fmla="*/ 4604655 w 7467600"/>
              <a:gd name="connsiteY81" fmla="*/ 5583434 h 6858000"/>
              <a:gd name="connsiteX82" fmla="*/ 4565074 w 7467600"/>
              <a:gd name="connsiteY82" fmla="*/ 5618550 h 6858000"/>
              <a:gd name="connsiteX83" fmla="*/ 4988186 w 7467600"/>
              <a:gd name="connsiteY83" fmla="*/ 5216467 h 6858000"/>
              <a:gd name="connsiteX84" fmla="*/ 4978032 w 7467600"/>
              <a:gd name="connsiteY84" fmla="*/ 5183809 h 6858000"/>
              <a:gd name="connsiteX85" fmla="*/ 4463413 w 7467600"/>
              <a:gd name="connsiteY85" fmla="*/ 5615162 h 6858000"/>
              <a:gd name="connsiteX86" fmla="*/ 4358134 w 7467600"/>
              <a:gd name="connsiteY86" fmla="*/ 5742791 h 6858000"/>
              <a:gd name="connsiteX87" fmla="*/ 4376219 w 7467600"/>
              <a:gd name="connsiteY87" fmla="*/ 5729027 h 6858000"/>
              <a:gd name="connsiteX88" fmla="*/ 4582340 w 7467600"/>
              <a:gd name="connsiteY88" fmla="*/ 5561037 h 6858000"/>
              <a:gd name="connsiteX89" fmla="*/ 4694684 w 7467600"/>
              <a:gd name="connsiteY89" fmla="*/ 5447098 h 6858000"/>
              <a:gd name="connsiteX90" fmla="*/ 4754123 w 7467600"/>
              <a:gd name="connsiteY90" fmla="*/ 5384643 h 6858000"/>
              <a:gd name="connsiteX91" fmla="*/ 4978032 w 7467600"/>
              <a:gd name="connsiteY91" fmla="*/ 5183809 h 6858000"/>
              <a:gd name="connsiteX92" fmla="*/ 1903353 w 7467600"/>
              <a:gd name="connsiteY92" fmla="*/ 5044827 h 6858000"/>
              <a:gd name="connsiteX93" fmla="*/ 1936931 w 7467600"/>
              <a:gd name="connsiteY93" fmla="*/ 5093954 h 6858000"/>
              <a:gd name="connsiteX94" fmla="*/ 2195868 w 7467600"/>
              <a:gd name="connsiteY94" fmla="*/ 5396574 h 6858000"/>
              <a:gd name="connsiteX95" fmla="*/ 2088852 w 7467600"/>
              <a:gd name="connsiteY95" fmla="*/ 5166123 h 6858000"/>
              <a:gd name="connsiteX96" fmla="*/ 1958241 w 7467600"/>
              <a:gd name="connsiteY96" fmla="*/ 5067955 h 6858000"/>
              <a:gd name="connsiteX97" fmla="*/ 1903353 w 7467600"/>
              <a:gd name="connsiteY97" fmla="*/ 5044827 h 6858000"/>
              <a:gd name="connsiteX98" fmla="*/ 1979378 w 7467600"/>
              <a:gd name="connsiteY98" fmla="*/ 4769504 h 6858000"/>
              <a:gd name="connsiteX99" fmla="*/ 2882120 w 7467600"/>
              <a:gd name="connsiteY99" fmla="*/ 5064547 h 6858000"/>
              <a:gd name="connsiteX100" fmla="*/ 2793103 w 7467600"/>
              <a:gd name="connsiteY100" fmla="*/ 5039699 h 6858000"/>
              <a:gd name="connsiteX101" fmla="*/ 2770041 w 7467600"/>
              <a:gd name="connsiteY101" fmla="*/ 5033634 h 6858000"/>
              <a:gd name="connsiteX102" fmla="*/ 1979378 w 7467600"/>
              <a:gd name="connsiteY102" fmla="*/ 4769504 h 6858000"/>
              <a:gd name="connsiteX103" fmla="*/ 1927410 w 7467600"/>
              <a:gd name="connsiteY103" fmla="*/ 4716164 h 6858000"/>
              <a:gd name="connsiteX104" fmla="*/ 1959587 w 7467600"/>
              <a:gd name="connsiteY104" fmla="*/ 4728849 h 6858000"/>
              <a:gd name="connsiteX105" fmla="*/ 2777707 w 7467600"/>
              <a:gd name="connsiteY105" fmla="*/ 5003991 h 6858000"/>
              <a:gd name="connsiteX106" fmla="*/ 2800768 w 7467600"/>
              <a:gd name="connsiteY106" fmla="*/ 5010056 h 6858000"/>
              <a:gd name="connsiteX107" fmla="*/ 2879408 w 7467600"/>
              <a:gd name="connsiteY107" fmla="*/ 5031590 h 6858000"/>
              <a:gd name="connsiteX108" fmla="*/ 2862295 w 7467600"/>
              <a:gd name="connsiteY108" fmla="*/ 5022958 h 6858000"/>
              <a:gd name="connsiteX109" fmla="*/ 2813343 w 7467600"/>
              <a:gd name="connsiteY109" fmla="*/ 4998369 h 6858000"/>
              <a:gd name="connsiteX110" fmla="*/ 2646245 w 7467600"/>
              <a:gd name="connsiteY110" fmla="*/ 4930999 h 6858000"/>
              <a:gd name="connsiteX111" fmla="*/ 1999243 w 7467600"/>
              <a:gd name="connsiteY111" fmla="*/ 4730524 h 6858000"/>
              <a:gd name="connsiteX112" fmla="*/ 1979527 w 7467600"/>
              <a:gd name="connsiteY112" fmla="*/ 4726651 h 6858000"/>
              <a:gd name="connsiteX113" fmla="*/ 1927410 w 7467600"/>
              <a:gd name="connsiteY113" fmla="*/ 4716164 h 6858000"/>
              <a:gd name="connsiteX114" fmla="*/ 1997014 w 7467600"/>
              <a:gd name="connsiteY114" fmla="*/ 4698007 h 6858000"/>
              <a:gd name="connsiteX115" fmla="*/ 2005458 w 7467600"/>
              <a:gd name="connsiteY115" fmla="*/ 4699540 h 6858000"/>
              <a:gd name="connsiteX116" fmla="*/ 2657186 w 7467600"/>
              <a:gd name="connsiteY116" fmla="*/ 4901687 h 6858000"/>
              <a:gd name="connsiteX117" fmla="*/ 2826662 w 7467600"/>
              <a:gd name="connsiteY117" fmla="*/ 4970362 h 6858000"/>
              <a:gd name="connsiteX118" fmla="*/ 2876100 w 7467600"/>
              <a:gd name="connsiteY118" fmla="*/ 4995397 h 6858000"/>
              <a:gd name="connsiteX119" fmla="*/ 3042600 w 7467600"/>
              <a:gd name="connsiteY119" fmla="*/ 5059532 h 6858000"/>
              <a:gd name="connsiteX120" fmla="*/ 1997014 w 7467600"/>
              <a:gd name="connsiteY120" fmla="*/ 4698007 h 6858000"/>
              <a:gd name="connsiteX121" fmla="*/ 2305292 w 7467600"/>
              <a:gd name="connsiteY121" fmla="*/ 4219492 h 6858000"/>
              <a:gd name="connsiteX122" fmla="*/ 3360922 w 7467600"/>
              <a:gd name="connsiteY122" fmla="*/ 4529373 h 6858000"/>
              <a:gd name="connsiteX123" fmla="*/ 3492420 w 7467600"/>
              <a:gd name="connsiteY123" fmla="*/ 4510145 h 6858000"/>
              <a:gd name="connsiteX124" fmla="*/ 3364086 w 7467600"/>
              <a:gd name="connsiteY124" fmla="*/ 4480340 h 6858000"/>
              <a:gd name="connsiteX125" fmla="*/ 3225818 w 7467600"/>
              <a:gd name="connsiteY125" fmla="*/ 4411822 h 6858000"/>
              <a:gd name="connsiteX126" fmla="*/ 3129696 w 7467600"/>
              <a:gd name="connsiteY126" fmla="*/ 4360704 h 6858000"/>
              <a:gd name="connsiteX127" fmla="*/ 2814545 w 7467600"/>
              <a:gd name="connsiteY127" fmla="*/ 4282955 h 6858000"/>
              <a:gd name="connsiteX128" fmla="*/ 2305292 w 7467600"/>
              <a:gd name="connsiteY128" fmla="*/ 4219492 h 6858000"/>
              <a:gd name="connsiteX129" fmla="*/ 2626982 w 7467600"/>
              <a:gd name="connsiteY129" fmla="*/ 4206450 h 6858000"/>
              <a:gd name="connsiteX130" fmla="*/ 2490617 w 7467600"/>
              <a:gd name="connsiteY130" fmla="*/ 4206951 h 6858000"/>
              <a:gd name="connsiteX131" fmla="*/ 2819869 w 7467600"/>
              <a:gd name="connsiteY131" fmla="*/ 4252936 h 6858000"/>
              <a:gd name="connsiteX132" fmla="*/ 3143018 w 7467600"/>
              <a:gd name="connsiteY132" fmla="*/ 4332698 h 6858000"/>
              <a:gd name="connsiteX133" fmla="*/ 3241520 w 7467600"/>
              <a:gd name="connsiteY133" fmla="*/ 4385112 h 6858000"/>
              <a:gd name="connsiteX134" fmla="*/ 3374575 w 7467600"/>
              <a:gd name="connsiteY134" fmla="*/ 4451517 h 6858000"/>
              <a:gd name="connsiteX135" fmla="*/ 3505221 w 7467600"/>
              <a:gd name="connsiteY135" fmla="*/ 4480757 h 6858000"/>
              <a:gd name="connsiteX136" fmla="*/ 2626982 w 7467600"/>
              <a:gd name="connsiteY136" fmla="*/ 4206450 h 6858000"/>
              <a:gd name="connsiteX137" fmla="*/ 1310106 w 7467600"/>
              <a:gd name="connsiteY137" fmla="*/ 3943217 h 6858000"/>
              <a:gd name="connsiteX138" fmla="*/ 854994 w 7467600"/>
              <a:gd name="connsiteY138" fmla="*/ 4399136 h 6858000"/>
              <a:gd name="connsiteX139" fmla="*/ 742462 w 7467600"/>
              <a:gd name="connsiteY139" fmla="*/ 4594648 h 6858000"/>
              <a:gd name="connsiteX140" fmla="*/ 820602 w 7467600"/>
              <a:gd name="connsiteY140" fmla="*/ 4485915 h 6858000"/>
              <a:gd name="connsiteX141" fmla="*/ 878295 w 7467600"/>
              <a:gd name="connsiteY141" fmla="*/ 4403594 h 6858000"/>
              <a:gd name="connsiteX142" fmla="*/ 1240607 w 7467600"/>
              <a:gd name="connsiteY142" fmla="*/ 4010401 h 6858000"/>
              <a:gd name="connsiteX143" fmla="*/ 1310106 w 7467600"/>
              <a:gd name="connsiteY143" fmla="*/ 3943217 h 6858000"/>
              <a:gd name="connsiteX144" fmla="*/ 1423113 w 7467600"/>
              <a:gd name="connsiteY144" fmla="*/ 3874565 h 6858000"/>
              <a:gd name="connsiteX145" fmla="*/ 1260565 w 7467600"/>
              <a:gd name="connsiteY145" fmla="*/ 4031982 h 6858000"/>
              <a:gd name="connsiteX146" fmla="*/ 901900 w 7467600"/>
              <a:gd name="connsiteY146" fmla="*/ 4421236 h 6858000"/>
              <a:gd name="connsiteX147" fmla="*/ 845044 w 7467600"/>
              <a:gd name="connsiteY147" fmla="*/ 4502436 h 6858000"/>
              <a:gd name="connsiteX148" fmla="*/ 685926 w 7467600"/>
              <a:gd name="connsiteY148" fmla="*/ 4703069 h 6858000"/>
              <a:gd name="connsiteX149" fmla="*/ 684248 w 7467600"/>
              <a:gd name="connsiteY149" fmla="*/ 4706721 h 6858000"/>
              <a:gd name="connsiteX150" fmla="*/ 1423113 w 7467600"/>
              <a:gd name="connsiteY150" fmla="*/ 3874565 h 6858000"/>
              <a:gd name="connsiteX151" fmla="*/ 3316479 w 7467600"/>
              <a:gd name="connsiteY151" fmla="*/ 3872136 h 6858000"/>
              <a:gd name="connsiteX152" fmla="*/ 3546806 w 7467600"/>
              <a:gd name="connsiteY152" fmla="*/ 4356139 h 6858000"/>
              <a:gd name="connsiteX153" fmla="*/ 3364433 w 7467600"/>
              <a:gd name="connsiteY153" fmla="*/ 3953121 h 6858000"/>
              <a:gd name="connsiteX154" fmla="*/ 3316479 w 7467600"/>
              <a:gd name="connsiteY154" fmla="*/ 3872136 h 6858000"/>
              <a:gd name="connsiteX155" fmla="*/ 3291335 w 7467600"/>
              <a:gd name="connsiteY155" fmla="*/ 3767420 h 6858000"/>
              <a:gd name="connsiteX156" fmla="*/ 3390805 w 7467600"/>
              <a:gd name="connsiteY156" fmla="*/ 3937163 h 6858000"/>
              <a:gd name="connsiteX157" fmla="*/ 3579062 w 7467600"/>
              <a:gd name="connsiteY157" fmla="*/ 4359040 h 6858000"/>
              <a:gd name="connsiteX158" fmla="*/ 3467355 w 7467600"/>
              <a:gd name="connsiteY158" fmla="*/ 3988130 h 6858000"/>
              <a:gd name="connsiteX159" fmla="*/ 3310753 w 7467600"/>
              <a:gd name="connsiteY159" fmla="*/ 3787140 h 6858000"/>
              <a:gd name="connsiteX160" fmla="*/ 3291335 w 7467600"/>
              <a:gd name="connsiteY160" fmla="*/ 3767420 h 6858000"/>
              <a:gd name="connsiteX161" fmla="*/ 1635889 w 7467600"/>
              <a:gd name="connsiteY161" fmla="*/ 3709494 h 6858000"/>
              <a:gd name="connsiteX162" fmla="*/ 1634800 w 7467600"/>
              <a:gd name="connsiteY162" fmla="*/ 3731111 h 6858000"/>
              <a:gd name="connsiteX163" fmla="*/ 1635889 w 7467600"/>
              <a:gd name="connsiteY163" fmla="*/ 3709494 h 6858000"/>
              <a:gd name="connsiteX164" fmla="*/ 1510397 w 7467600"/>
              <a:gd name="connsiteY164" fmla="*/ 3684705 h 6858000"/>
              <a:gd name="connsiteX165" fmla="*/ 1146550 w 7467600"/>
              <a:gd name="connsiteY165" fmla="*/ 3802012 h 6858000"/>
              <a:gd name="connsiteX166" fmla="*/ 698834 w 7467600"/>
              <a:gd name="connsiteY166" fmla="*/ 3952272 h 6858000"/>
              <a:gd name="connsiteX167" fmla="*/ 34256 w 7467600"/>
              <a:gd name="connsiteY167" fmla="*/ 4347603 h 6858000"/>
              <a:gd name="connsiteX168" fmla="*/ 527241 w 7467600"/>
              <a:gd name="connsiteY168" fmla="*/ 4065078 h 6858000"/>
              <a:gd name="connsiteX169" fmla="*/ 1510397 w 7467600"/>
              <a:gd name="connsiteY169" fmla="*/ 3684705 h 6858000"/>
              <a:gd name="connsiteX170" fmla="*/ 1313114 w 7467600"/>
              <a:gd name="connsiteY170" fmla="*/ 3655216 h 6858000"/>
              <a:gd name="connsiteX171" fmla="*/ 1109304 w 7467600"/>
              <a:gd name="connsiteY171" fmla="*/ 3669030 h 6858000"/>
              <a:gd name="connsiteX172" fmla="*/ 8129 w 7467600"/>
              <a:gd name="connsiteY172" fmla="*/ 4330519 h 6858000"/>
              <a:gd name="connsiteX173" fmla="*/ 687572 w 7467600"/>
              <a:gd name="connsiteY173" fmla="*/ 3925629 h 6858000"/>
              <a:gd name="connsiteX174" fmla="*/ 1138365 w 7467600"/>
              <a:gd name="connsiteY174" fmla="*/ 3774515 h 6858000"/>
              <a:gd name="connsiteX175" fmla="*/ 1505579 w 7467600"/>
              <a:gd name="connsiteY175" fmla="*/ 3655526 h 6858000"/>
              <a:gd name="connsiteX176" fmla="*/ 1313114 w 7467600"/>
              <a:gd name="connsiteY176" fmla="*/ 3655216 h 6858000"/>
              <a:gd name="connsiteX177" fmla="*/ 3655073 w 7467600"/>
              <a:gd name="connsiteY177" fmla="*/ 3650884 h 6858000"/>
              <a:gd name="connsiteX178" fmla="*/ 3989938 w 7467600"/>
              <a:gd name="connsiteY178" fmla="*/ 3991685 h 6858000"/>
              <a:gd name="connsiteX179" fmla="*/ 4393907 w 7467600"/>
              <a:gd name="connsiteY179" fmla="*/ 4261258 h 6858000"/>
              <a:gd name="connsiteX180" fmla="*/ 4648051 w 7467600"/>
              <a:gd name="connsiteY180" fmla="*/ 4374051 h 6858000"/>
              <a:gd name="connsiteX181" fmla="*/ 4383389 w 7467600"/>
              <a:gd name="connsiteY181" fmla="*/ 4184369 h 6858000"/>
              <a:gd name="connsiteX182" fmla="*/ 4165508 w 7467600"/>
              <a:gd name="connsiteY182" fmla="*/ 4035196 h 6858000"/>
              <a:gd name="connsiteX183" fmla="*/ 4068162 w 7467600"/>
              <a:gd name="connsiteY183" fmla="*/ 3953394 h 6858000"/>
              <a:gd name="connsiteX184" fmla="*/ 3981416 w 7467600"/>
              <a:gd name="connsiteY184" fmla="*/ 3880482 h 6858000"/>
              <a:gd name="connsiteX185" fmla="*/ 3800147 w 7467600"/>
              <a:gd name="connsiteY185" fmla="*/ 3749872 h 6858000"/>
              <a:gd name="connsiteX186" fmla="*/ 3655073 w 7467600"/>
              <a:gd name="connsiteY186" fmla="*/ 3650884 h 6858000"/>
              <a:gd name="connsiteX187" fmla="*/ 3670252 w 7467600"/>
              <a:gd name="connsiteY187" fmla="*/ 3622798 h 6858000"/>
              <a:gd name="connsiteX188" fmla="*/ 3817258 w 7467600"/>
              <a:gd name="connsiteY188" fmla="*/ 3723577 h 6858000"/>
              <a:gd name="connsiteX189" fmla="*/ 4000461 w 7467600"/>
              <a:gd name="connsiteY189" fmla="*/ 3855966 h 6858000"/>
              <a:gd name="connsiteX190" fmla="*/ 4088180 w 7467600"/>
              <a:gd name="connsiteY190" fmla="*/ 3929774 h 6858000"/>
              <a:gd name="connsiteX191" fmla="*/ 4184555 w 7467600"/>
              <a:gd name="connsiteY191" fmla="*/ 4010683 h 6858000"/>
              <a:gd name="connsiteX192" fmla="*/ 4399563 w 7467600"/>
              <a:gd name="connsiteY192" fmla="*/ 4158106 h 6858000"/>
              <a:gd name="connsiteX193" fmla="*/ 4684469 w 7467600"/>
              <a:gd name="connsiteY193" fmla="*/ 4364680 h 6858000"/>
              <a:gd name="connsiteX194" fmla="*/ 4690271 w 7467600"/>
              <a:gd name="connsiteY194" fmla="*/ 4370034 h 6858000"/>
              <a:gd name="connsiteX195" fmla="*/ 4136093 w 7467600"/>
              <a:gd name="connsiteY195" fmla="*/ 3858466 h 6858000"/>
              <a:gd name="connsiteX196" fmla="*/ 3670252 w 7467600"/>
              <a:gd name="connsiteY196" fmla="*/ 3622798 h 6858000"/>
              <a:gd name="connsiteX197" fmla="*/ 4440129 w 7467600"/>
              <a:gd name="connsiteY197" fmla="*/ 3448571 h 6858000"/>
              <a:gd name="connsiteX198" fmla="*/ 4856525 w 7467600"/>
              <a:gd name="connsiteY198" fmla="*/ 3915351 h 6858000"/>
              <a:gd name="connsiteX199" fmla="*/ 5059055 w 7467600"/>
              <a:gd name="connsiteY199" fmla="*/ 4108918 h 6858000"/>
              <a:gd name="connsiteX200" fmla="*/ 5290070 w 7467600"/>
              <a:gd name="connsiteY200" fmla="*/ 4263619 h 6858000"/>
              <a:gd name="connsiteX201" fmla="*/ 4834991 w 7467600"/>
              <a:gd name="connsiteY201" fmla="*/ 3830985 h 6858000"/>
              <a:gd name="connsiteX202" fmla="*/ 4440129 w 7467600"/>
              <a:gd name="connsiteY202" fmla="*/ 3448571 h 6858000"/>
              <a:gd name="connsiteX203" fmla="*/ 4441737 w 7467600"/>
              <a:gd name="connsiteY203" fmla="*/ 3399734 h 6858000"/>
              <a:gd name="connsiteX204" fmla="*/ 4431236 w 7467600"/>
              <a:gd name="connsiteY204" fmla="*/ 3400954 h 6858000"/>
              <a:gd name="connsiteX205" fmla="*/ 4557150 w 7467600"/>
              <a:gd name="connsiteY205" fmla="*/ 3510023 h 6858000"/>
              <a:gd name="connsiteX206" fmla="*/ 4856936 w 7467600"/>
              <a:gd name="connsiteY206" fmla="*/ 3809146 h 6858000"/>
              <a:gd name="connsiteX207" fmla="*/ 5111996 w 7467600"/>
              <a:gd name="connsiteY207" fmla="*/ 4065759 h 6858000"/>
              <a:gd name="connsiteX208" fmla="*/ 5388878 w 7467600"/>
              <a:gd name="connsiteY208" fmla="*/ 4300185 h 6858000"/>
              <a:gd name="connsiteX209" fmla="*/ 5425556 w 7467600"/>
              <a:gd name="connsiteY209" fmla="*/ 4308967 h 6858000"/>
              <a:gd name="connsiteX210" fmla="*/ 4943646 w 7467600"/>
              <a:gd name="connsiteY210" fmla="*/ 3822916 h 6858000"/>
              <a:gd name="connsiteX211" fmla="*/ 4594837 w 7467600"/>
              <a:gd name="connsiteY211" fmla="*/ 3532274 h 6858000"/>
              <a:gd name="connsiteX212" fmla="*/ 4441737 w 7467600"/>
              <a:gd name="connsiteY212" fmla="*/ 3399734 h 6858000"/>
              <a:gd name="connsiteX213" fmla="*/ 5425834 w 7467600"/>
              <a:gd name="connsiteY213" fmla="*/ 3162785 h 6858000"/>
              <a:gd name="connsiteX214" fmla="*/ 5401644 w 7467600"/>
              <a:gd name="connsiteY214" fmla="*/ 3617847 h 6858000"/>
              <a:gd name="connsiteX215" fmla="*/ 5467256 w 7467600"/>
              <a:gd name="connsiteY215" fmla="*/ 4175494 h 6858000"/>
              <a:gd name="connsiteX216" fmla="*/ 5448069 w 7467600"/>
              <a:gd name="connsiteY216" fmla="*/ 3567554 h 6858000"/>
              <a:gd name="connsiteX217" fmla="*/ 5425834 w 7467600"/>
              <a:gd name="connsiteY217" fmla="*/ 3162785 h 6858000"/>
              <a:gd name="connsiteX218" fmla="*/ 1318687 w 7467600"/>
              <a:gd name="connsiteY218" fmla="*/ 3113840 h 6858000"/>
              <a:gd name="connsiteX219" fmla="*/ 1066793 w 7467600"/>
              <a:gd name="connsiteY219" fmla="*/ 3212171 h 6858000"/>
              <a:gd name="connsiteX220" fmla="*/ 993319 w 7467600"/>
              <a:gd name="connsiteY220" fmla="*/ 3247648 h 6858000"/>
              <a:gd name="connsiteX221" fmla="*/ 853081 w 7467600"/>
              <a:gd name="connsiteY221" fmla="*/ 3312410 h 6858000"/>
              <a:gd name="connsiteX222" fmla="*/ 805957 w 7467600"/>
              <a:gd name="connsiteY222" fmla="*/ 3330443 h 6858000"/>
              <a:gd name="connsiteX223" fmla="*/ 1318687 w 7467600"/>
              <a:gd name="connsiteY223" fmla="*/ 3113840 h 6858000"/>
              <a:gd name="connsiteX224" fmla="*/ 5453702 w 7467600"/>
              <a:gd name="connsiteY224" fmla="*/ 3090882 h 6858000"/>
              <a:gd name="connsiteX225" fmla="*/ 5480135 w 7467600"/>
              <a:gd name="connsiteY225" fmla="*/ 3565802 h 6858000"/>
              <a:gd name="connsiteX226" fmla="*/ 5499023 w 7467600"/>
              <a:gd name="connsiteY226" fmla="*/ 4166310 h 6858000"/>
              <a:gd name="connsiteX227" fmla="*/ 5547022 w 7467600"/>
              <a:gd name="connsiteY227" fmla="*/ 3607838 h 6858000"/>
              <a:gd name="connsiteX228" fmla="*/ 5515964 w 7467600"/>
              <a:gd name="connsiteY228" fmla="*/ 3378541 h 6858000"/>
              <a:gd name="connsiteX229" fmla="*/ 5453702 w 7467600"/>
              <a:gd name="connsiteY229" fmla="*/ 3090882 h 6858000"/>
              <a:gd name="connsiteX230" fmla="*/ 1238695 w 7467600"/>
              <a:gd name="connsiteY230" fmla="*/ 3076820 h 6858000"/>
              <a:gd name="connsiteX231" fmla="*/ 716371 w 7467600"/>
              <a:gd name="connsiteY231" fmla="*/ 3293249 h 6858000"/>
              <a:gd name="connsiteX232" fmla="*/ 579522 w 7467600"/>
              <a:gd name="connsiteY232" fmla="*/ 3371759 h 6858000"/>
              <a:gd name="connsiteX233" fmla="*/ 600288 w 7467600"/>
              <a:gd name="connsiteY233" fmla="*/ 3365555 h 6858000"/>
              <a:gd name="connsiteX234" fmla="*/ 840692 w 7467600"/>
              <a:gd name="connsiteY234" fmla="*/ 3284921 h 6858000"/>
              <a:gd name="connsiteX235" fmla="*/ 979248 w 7467600"/>
              <a:gd name="connsiteY235" fmla="*/ 3221003 h 6858000"/>
              <a:gd name="connsiteX236" fmla="*/ 1053282 w 7467600"/>
              <a:gd name="connsiteY236" fmla="*/ 3185247 h 6858000"/>
              <a:gd name="connsiteX237" fmla="*/ 1320603 w 7467600"/>
              <a:gd name="connsiteY237" fmla="*/ 3081281 h 6858000"/>
              <a:gd name="connsiteX238" fmla="*/ 1238695 w 7467600"/>
              <a:gd name="connsiteY238" fmla="*/ 3076820 h 6858000"/>
              <a:gd name="connsiteX239" fmla="*/ 5425627 w 7467600"/>
              <a:gd name="connsiteY239" fmla="*/ 2954192 h 6858000"/>
              <a:gd name="connsiteX240" fmla="*/ 5470770 w 7467600"/>
              <a:gd name="connsiteY240" fmla="*/ 3005435 h 6858000"/>
              <a:gd name="connsiteX241" fmla="*/ 5519779 w 7467600"/>
              <a:gd name="connsiteY241" fmla="*/ 4359223 h 6858000"/>
              <a:gd name="connsiteX242" fmla="*/ 5520293 w 7467600"/>
              <a:gd name="connsiteY242" fmla="*/ 4360602 h 6858000"/>
              <a:gd name="connsiteX243" fmla="*/ 5767221 w 7467600"/>
              <a:gd name="connsiteY243" fmla="*/ 4665564 h 6858000"/>
              <a:gd name="connsiteX244" fmla="*/ 6937169 w 7467600"/>
              <a:gd name="connsiteY244" fmla="*/ 4815941 h 6858000"/>
              <a:gd name="connsiteX245" fmla="*/ 6953922 w 7467600"/>
              <a:gd name="connsiteY245" fmla="*/ 4890068 h 6858000"/>
              <a:gd name="connsiteX246" fmla="*/ 6071359 w 7467600"/>
              <a:gd name="connsiteY246" fmla="*/ 4770770 h 6858000"/>
              <a:gd name="connsiteX247" fmla="*/ 6038839 w 7467600"/>
              <a:gd name="connsiteY247" fmla="*/ 4764474 h 6858000"/>
              <a:gd name="connsiteX248" fmla="*/ 6038706 w 7467600"/>
              <a:gd name="connsiteY248" fmla="*/ 4763847 h 6858000"/>
              <a:gd name="connsiteX249" fmla="*/ 6037784 w 7467600"/>
              <a:gd name="connsiteY249" fmla="*/ 4764270 h 6858000"/>
              <a:gd name="connsiteX250" fmla="*/ 6038839 w 7467600"/>
              <a:gd name="connsiteY250" fmla="*/ 4764474 h 6858000"/>
              <a:gd name="connsiteX251" fmla="*/ 6040338 w 7467600"/>
              <a:gd name="connsiteY251" fmla="*/ 4771418 h 6858000"/>
              <a:gd name="connsiteX252" fmla="*/ 6024488 w 7467600"/>
              <a:gd name="connsiteY252" fmla="*/ 4809903 h 6858000"/>
              <a:gd name="connsiteX253" fmla="*/ 5599771 w 7467600"/>
              <a:gd name="connsiteY253" fmla="*/ 5509652 h 6858000"/>
              <a:gd name="connsiteX254" fmla="*/ 5548843 w 7467600"/>
              <a:gd name="connsiteY254" fmla="*/ 5563845 h 6858000"/>
              <a:gd name="connsiteX255" fmla="*/ 5940952 w 7467600"/>
              <a:gd name="connsiteY255" fmla="*/ 6250028 h 6858000"/>
              <a:gd name="connsiteX256" fmla="*/ 6043441 w 7467600"/>
              <a:gd name="connsiteY256" fmla="*/ 6665847 h 6858000"/>
              <a:gd name="connsiteX257" fmla="*/ 6093432 w 7467600"/>
              <a:gd name="connsiteY257" fmla="*/ 6858000 h 6858000"/>
              <a:gd name="connsiteX258" fmla="*/ 6034344 w 7467600"/>
              <a:gd name="connsiteY258" fmla="*/ 6858000 h 6858000"/>
              <a:gd name="connsiteX259" fmla="*/ 6026679 w 7467600"/>
              <a:gd name="connsiteY259" fmla="*/ 6836959 h 6858000"/>
              <a:gd name="connsiteX260" fmla="*/ 5800441 w 7467600"/>
              <a:gd name="connsiteY260" fmla="*/ 6335286 h 6858000"/>
              <a:gd name="connsiteX261" fmla="*/ 5526562 w 7467600"/>
              <a:gd name="connsiteY261" fmla="*/ 5705388 h 6858000"/>
              <a:gd name="connsiteX262" fmla="*/ 5519640 w 7467600"/>
              <a:gd name="connsiteY262" fmla="*/ 5683774 h 6858000"/>
              <a:gd name="connsiteX263" fmla="*/ 5844559 w 7467600"/>
              <a:gd name="connsiteY263" fmla="*/ 6553349 h 6858000"/>
              <a:gd name="connsiteX264" fmla="*/ 5975994 w 7467600"/>
              <a:gd name="connsiteY264" fmla="*/ 6858000 h 6858000"/>
              <a:gd name="connsiteX265" fmla="*/ 5898547 w 7467600"/>
              <a:gd name="connsiteY265" fmla="*/ 6858000 h 6858000"/>
              <a:gd name="connsiteX266" fmla="*/ 5682041 w 7467600"/>
              <a:gd name="connsiteY266" fmla="*/ 6355860 h 6858000"/>
              <a:gd name="connsiteX267" fmla="*/ 5461758 w 7467600"/>
              <a:gd name="connsiteY267" fmla="*/ 5820220 h 6858000"/>
              <a:gd name="connsiteX268" fmla="*/ 5237282 w 7467600"/>
              <a:gd name="connsiteY268" fmla="*/ 6579086 h 6858000"/>
              <a:gd name="connsiteX269" fmla="*/ 5115009 w 7467600"/>
              <a:gd name="connsiteY269" fmla="*/ 6858000 h 6858000"/>
              <a:gd name="connsiteX270" fmla="*/ 5028074 w 7467600"/>
              <a:gd name="connsiteY270" fmla="*/ 6858000 h 6858000"/>
              <a:gd name="connsiteX271" fmla="*/ 5079508 w 7467600"/>
              <a:gd name="connsiteY271" fmla="*/ 6749074 h 6858000"/>
              <a:gd name="connsiteX272" fmla="*/ 5371846 w 7467600"/>
              <a:gd name="connsiteY272" fmla="*/ 5924413 h 6858000"/>
              <a:gd name="connsiteX273" fmla="*/ 5270512 w 7467600"/>
              <a:gd name="connsiteY273" fmla="*/ 6138975 h 6858000"/>
              <a:gd name="connsiteX274" fmla="*/ 5062409 w 7467600"/>
              <a:gd name="connsiteY274" fmla="*/ 6653544 h 6858000"/>
              <a:gd name="connsiteX275" fmla="*/ 5036628 w 7467600"/>
              <a:gd name="connsiteY275" fmla="*/ 6754247 h 6858000"/>
              <a:gd name="connsiteX276" fmla="*/ 5009112 w 7467600"/>
              <a:gd name="connsiteY276" fmla="*/ 6858000 h 6858000"/>
              <a:gd name="connsiteX277" fmla="*/ 4976679 w 7467600"/>
              <a:gd name="connsiteY277" fmla="*/ 6858000 h 6858000"/>
              <a:gd name="connsiteX278" fmla="*/ 5006537 w 7467600"/>
              <a:gd name="connsiteY278" fmla="*/ 6747068 h 6858000"/>
              <a:gd name="connsiteX279" fmla="*/ 5032723 w 7467600"/>
              <a:gd name="connsiteY279" fmla="*/ 6644957 h 6858000"/>
              <a:gd name="connsiteX280" fmla="*/ 5242949 w 7467600"/>
              <a:gd name="connsiteY280" fmla="*/ 6125175 h 6858000"/>
              <a:gd name="connsiteX281" fmla="*/ 5286321 w 7467600"/>
              <a:gd name="connsiteY281" fmla="*/ 6033555 h 6858000"/>
              <a:gd name="connsiteX282" fmla="*/ 5008210 w 7467600"/>
              <a:gd name="connsiteY282" fmla="*/ 6649194 h 6858000"/>
              <a:gd name="connsiteX283" fmla="*/ 4986321 w 7467600"/>
              <a:gd name="connsiteY283" fmla="*/ 6765687 h 6858000"/>
              <a:gd name="connsiteX284" fmla="*/ 4973474 w 7467600"/>
              <a:gd name="connsiteY284" fmla="*/ 6858000 h 6858000"/>
              <a:gd name="connsiteX285" fmla="*/ 4907178 w 7467600"/>
              <a:gd name="connsiteY285" fmla="*/ 6858000 h 6858000"/>
              <a:gd name="connsiteX286" fmla="*/ 4910810 w 7467600"/>
              <a:gd name="connsiteY286" fmla="*/ 6829660 h 6858000"/>
              <a:gd name="connsiteX287" fmla="*/ 4987461 w 7467600"/>
              <a:gd name="connsiteY287" fmla="*/ 6432994 h 6858000"/>
              <a:gd name="connsiteX288" fmla="*/ 5179262 w 7467600"/>
              <a:gd name="connsiteY288" fmla="*/ 6035044 h 6858000"/>
              <a:gd name="connsiteX289" fmla="*/ 4689678 w 7467600"/>
              <a:gd name="connsiteY289" fmla="*/ 6440241 h 6858000"/>
              <a:gd name="connsiteX290" fmla="*/ 4477543 w 7467600"/>
              <a:gd name="connsiteY290" fmla="*/ 6674836 h 6858000"/>
              <a:gd name="connsiteX291" fmla="*/ 4329957 w 7467600"/>
              <a:gd name="connsiteY291" fmla="*/ 6858000 h 6858000"/>
              <a:gd name="connsiteX292" fmla="*/ 4218595 w 7467600"/>
              <a:gd name="connsiteY292" fmla="*/ 6858000 h 6858000"/>
              <a:gd name="connsiteX293" fmla="*/ 4368888 w 7467600"/>
              <a:gd name="connsiteY293" fmla="*/ 6668412 h 6858000"/>
              <a:gd name="connsiteX294" fmla="*/ 4563091 w 7467600"/>
              <a:gd name="connsiteY294" fmla="*/ 6442508 h 6858000"/>
              <a:gd name="connsiteX295" fmla="*/ 5387324 w 7467600"/>
              <a:gd name="connsiteY295" fmla="*/ 5705830 h 6858000"/>
              <a:gd name="connsiteX296" fmla="*/ 5073620 w 7467600"/>
              <a:gd name="connsiteY296" fmla="*/ 5955437 h 6858000"/>
              <a:gd name="connsiteX297" fmla="*/ 4689789 w 7467600"/>
              <a:gd name="connsiteY297" fmla="*/ 6268382 h 6858000"/>
              <a:gd name="connsiteX298" fmla="*/ 4418722 w 7467600"/>
              <a:gd name="connsiteY298" fmla="*/ 6570886 h 6858000"/>
              <a:gd name="connsiteX299" fmla="*/ 4214944 w 7467600"/>
              <a:gd name="connsiteY299" fmla="*/ 6858000 h 6858000"/>
              <a:gd name="connsiteX300" fmla="*/ 4177898 w 7467600"/>
              <a:gd name="connsiteY300" fmla="*/ 6858000 h 6858000"/>
              <a:gd name="connsiteX301" fmla="*/ 4391597 w 7467600"/>
              <a:gd name="connsiteY301" fmla="*/ 6556370 h 6858000"/>
              <a:gd name="connsiteX302" fmla="*/ 4668889 w 7467600"/>
              <a:gd name="connsiteY302" fmla="*/ 6246399 h 6858000"/>
              <a:gd name="connsiteX303" fmla="*/ 5055427 w 7467600"/>
              <a:gd name="connsiteY303" fmla="*/ 5931476 h 6858000"/>
              <a:gd name="connsiteX304" fmla="*/ 5371814 w 7467600"/>
              <a:gd name="connsiteY304" fmla="*/ 5678975 h 6858000"/>
              <a:gd name="connsiteX305" fmla="*/ 4987918 w 7467600"/>
              <a:gd name="connsiteY305" fmla="*/ 5838701 h 6858000"/>
              <a:gd name="connsiteX306" fmla="*/ 4317146 w 7467600"/>
              <a:gd name="connsiteY306" fmla="*/ 6587716 h 6858000"/>
              <a:gd name="connsiteX307" fmla="*/ 4171627 w 7467600"/>
              <a:gd name="connsiteY307" fmla="*/ 6858000 h 6858000"/>
              <a:gd name="connsiteX308" fmla="*/ 4081585 w 7467600"/>
              <a:gd name="connsiteY308" fmla="*/ 6858000 h 6858000"/>
              <a:gd name="connsiteX309" fmla="*/ 4238603 w 7467600"/>
              <a:gd name="connsiteY309" fmla="*/ 6559341 h 6858000"/>
              <a:gd name="connsiteX310" fmla="*/ 4778333 w 7467600"/>
              <a:gd name="connsiteY310" fmla="*/ 5873626 h 6858000"/>
              <a:gd name="connsiteX311" fmla="*/ 5414185 w 7467600"/>
              <a:gd name="connsiteY311" fmla="*/ 5573882 h 6858000"/>
              <a:gd name="connsiteX312" fmla="*/ 5959648 w 7467600"/>
              <a:gd name="connsiteY312" fmla="*/ 4760797 h 6858000"/>
              <a:gd name="connsiteX313" fmla="*/ 5355019 w 7467600"/>
              <a:gd name="connsiteY313" fmla="*/ 4734672 h 6858000"/>
              <a:gd name="connsiteX314" fmla="*/ 5083565 w 7467600"/>
              <a:gd name="connsiteY314" fmla="*/ 5179121 h 6858000"/>
              <a:gd name="connsiteX315" fmla="*/ 4713577 w 7467600"/>
              <a:gd name="connsiteY315" fmla="*/ 5616803 h 6858000"/>
              <a:gd name="connsiteX316" fmla="*/ 3989559 w 7467600"/>
              <a:gd name="connsiteY316" fmla="*/ 6145945 h 6858000"/>
              <a:gd name="connsiteX317" fmla="*/ 3939824 w 7467600"/>
              <a:gd name="connsiteY317" fmla="*/ 6066900 h 6858000"/>
              <a:gd name="connsiteX318" fmla="*/ 4584537 w 7467600"/>
              <a:gd name="connsiteY318" fmla="*/ 5324826 h 6858000"/>
              <a:gd name="connsiteX319" fmla="*/ 5037105 w 7467600"/>
              <a:gd name="connsiteY319" fmla="*/ 5088765 h 6858000"/>
              <a:gd name="connsiteX320" fmla="*/ 5039930 w 7467600"/>
              <a:gd name="connsiteY320" fmla="*/ 5089585 h 6858000"/>
              <a:gd name="connsiteX321" fmla="*/ 5263764 w 7467600"/>
              <a:gd name="connsiteY321" fmla="*/ 4735525 h 6858000"/>
              <a:gd name="connsiteX322" fmla="*/ 4086300 w 7467600"/>
              <a:gd name="connsiteY322" fmla="*/ 4884599 h 6858000"/>
              <a:gd name="connsiteX323" fmla="*/ 4085485 w 7467600"/>
              <a:gd name="connsiteY323" fmla="*/ 4899070 h 6858000"/>
              <a:gd name="connsiteX324" fmla="*/ 3871915 w 7467600"/>
              <a:gd name="connsiteY324" fmla="*/ 5253645 h 6858000"/>
              <a:gd name="connsiteX325" fmla="*/ 3799374 w 7467600"/>
              <a:gd name="connsiteY325" fmla="*/ 5466127 h 6858000"/>
              <a:gd name="connsiteX326" fmla="*/ 3498850 w 7467600"/>
              <a:gd name="connsiteY326" fmla="*/ 6661888 h 6858000"/>
              <a:gd name="connsiteX327" fmla="*/ 3399216 w 7467600"/>
              <a:gd name="connsiteY327" fmla="*/ 6858000 h 6858000"/>
              <a:gd name="connsiteX328" fmla="*/ 3303688 w 7467600"/>
              <a:gd name="connsiteY328" fmla="*/ 6858000 h 6858000"/>
              <a:gd name="connsiteX329" fmla="*/ 3391774 w 7467600"/>
              <a:gd name="connsiteY329" fmla="*/ 6697181 h 6858000"/>
              <a:gd name="connsiteX330" fmla="*/ 3735540 w 7467600"/>
              <a:gd name="connsiteY330" fmla="*/ 5546923 h 6858000"/>
              <a:gd name="connsiteX331" fmla="*/ 3729438 w 7467600"/>
              <a:gd name="connsiteY331" fmla="*/ 5569058 h 6858000"/>
              <a:gd name="connsiteX332" fmla="*/ 3707782 w 7467600"/>
              <a:gd name="connsiteY332" fmla="*/ 5644908 h 6858000"/>
              <a:gd name="connsiteX333" fmla="*/ 3583827 w 7467600"/>
              <a:gd name="connsiteY333" fmla="*/ 6039215 h 6858000"/>
              <a:gd name="connsiteX334" fmla="*/ 3547861 w 7467600"/>
              <a:gd name="connsiteY334" fmla="*/ 6129609 h 6858000"/>
              <a:gd name="connsiteX335" fmla="*/ 3490905 w 7467600"/>
              <a:gd name="connsiteY335" fmla="*/ 6277660 h 6858000"/>
              <a:gd name="connsiteX336" fmla="*/ 3455859 w 7467600"/>
              <a:gd name="connsiteY336" fmla="*/ 6391301 h 6858000"/>
              <a:gd name="connsiteX337" fmla="*/ 3429112 w 7467600"/>
              <a:gd name="connsiteY337" fmla="*/ 6479469 h 6858000"/>
              <a:gd name="connsiteX338" fmla="*/ 3304862 w 7467600"/>
              <a:gd name="connsiteY338" fmla="*/ 6796476 h 6858000"/>
              <a:gd name="connsiteX339" fmla="*/ 3276071 w 7467600"/>
              <a:gd name="connsiteY339" fmla="*/ 6858000 h 6858000"/>
              <a:gd name="connsiteX340" fmla="*/ 3240805 w 7467600"/>
              <a:gd name="connsiteY340" fmla="*/ 6858000 h 6858000"/>
              <a:gd name="connsiteX341" fmla="*/ 3275917 w 7467600"/>
              <a:gd name="connsiteY341" fmla="*/ 6783192 h 6858000"/>
              <a:gd name="connsiteX342" fmla="*/ 3399358 w 7467600"/>
              <a:gd name="connsiteY342" fmla="*/ 6469011 h 6858000"/>
              <a:gd name="connsiteX343" fmla="*/ 3425650 w 7467600"/>
              <a:gd name="connsiteY343" fmla="*/ 6381333 h 6858000"/>
              <a:gd name="connsiteX344" fmla="*/ 3460661 w 7467600"/>
              <a:gd name="connsiteY344" fmla="*/ 6266763 h 6858000"/>
              <a:gd name="connsiteX345" fmla="*/ 3518021 w 7467600"/>
              <a:gd name="connsiteY345" fmla="*/ 6117298 h 6858000"/>
              <a:gd name="connsiteX346" fmla="*/ 3554035 w 7467600"/>
              <a:gd name="connsiteY346" fmla="*/ 6027832 h 6858000"/>
              <a:gd name="connsiteX347" fmla="*/ 3677174 w 7467600"/>
              <a:gd name="connsiteY347" fmla="*/ 5636351 h 6858000"/>
              <a:gd name="connsiteX348" fmla="*/ 3698819 w 7467600"/>
              <a:gd name="connsiteY348" fmla="*/ 5560503 h 6858000"/>
              <a:gd name="connsiteX349" fmla="*/ 3702094 w 7467600"/>
              <a:gd name="connsiteY349" fmla="*/ 5549194 h 6858000"/>
              <a:gd name="connsiteX350" fmla="*/ 3398355 w 7467600"/>
              <a:gd name="connsiteY350" fmla="*/ 6094603 h 6858000"/>
              <a:gd name="connsiteX351" fmla="*/ 3193941 w 7467600"/>
              <a:gd name="connsiteY351" fmla="*/ 6798775 h 6858000"/>
              <a:gd name="connsiteX352" fmla="*/ 3184140 w 7467600"/>
              <a:gd name="connsiteY352" fmla="*/ 6858000 h 6858000"/>
              <a:gd name="connsiteX353" fmla="*/ 3099978 w 7467600"/>
              <a:gd name="connsiteY353" fmla="*/ 6858000 h 6858000"/>
              <a:gd name="connsiteX354" fmla="*/ 3101556 w 7467600"/>
              <a:gd name="connsiteY354" fmla="*/ 6843337 h 6858000"/>
              <a:gd name="connsiteX355" fmla="*/ 3370162 w 7467600"/>
              <a:gd name="connsiteY355" fmla="*/ 5785550 h 6858000"/>
              <a:gd name="connsiteX356" fmla="*/ 3746477 w 7467600"/>
              <a:gd name="connsiteY356" fmla="*/ 5377889 h 6858000"/>
              <a:gd name="connsiteX357" fmla="*/ 3863399 w 7467600"/>
              <a:gd name="connsiteY357" fmla="*/ 5087257 h 6858000"/>
              <a:gd name="connsiteX358" fmla="*/ 3968712 w 7467600"/>
              <a:gd name="connsiteY358" fmla="*/ 4913989 h 6858000"/>
              <a:gd name="connsiteX359" fmla="*/ 2792390 w 7467600"/>
              <a:gd name="connsiteY359" fmla="*/ 5382974 h 6858000"/>
              <a:gd name="connsiteX360" fmla="*/ 2714982 w 7467600"/>
              <a:gd name="connsiteY360" fmla="*/ 5427051 h 6858000"/>
              <a:gd name="connsiteX361" fmla="*/ 2813361 w 7467600"/>
              <a:gd name="connsiteY361" fmla="*/ 6023912 h 6858000"/>
              <a:gd name="connsiteX362" fmla="*/ 2688430 w 7467600"/>
              <a:gd name="connsiteY362" fmla="*/ 6801564 h 6858000"/>
              <a:gd name="connsiteX363" fmla="*/ 2629626 w 7467600"/>
              <a:gd name="connsiteY363" fmla="*/ 6763394 h 6858000"/>
              <a:gd name="connsiteX364" fmla="*/ 2565328 w 7467600"/>
              <a:gd name="connsiteY364" fmla="*/ 5516399 h 6858000"/>
              <a:gd name="connsiteX365" fmla="*/ 1922999 w 7467600"/>
              <a:gd name="connsiteY365" fmla="*/ 5980343 h 6858000"/>
              <a:gd name="connsiteX366" fmla="*/ 1950261 w 7467600"/>
              <a:gd name="connsiteY366" fmla="*/ 6405858 h 6858000"/>
              <a:gd name="connsiteX367" fmla="*/ 2365554 w 7467600"/>
              <a:gd name="connsiteY367" fmla="*/ 6759107 h 6858000"/>
              <a:gd name="connsiteX368" fmla="*/ 2424142 w 7467600"/>
              <a:gd name="connsiteY368" fmla="*/ 6858000 h 6858000"/>
              <a:gd name="connsiteX369" fmla="*/ 2395994 w 7467600"/>
              <a:gd name="connsiteY369" fmla="*/ 6858000 h 6858000"/>
              <a:gd name="connsiteX370" fmla="*/ 2392863 w 7467600"/>
              <a:gd name="connsiteY370" fmla="*/ 6852964 h 6858000"/>
              <a:gd name="connsiteX371" fmla="*/ 2017589 w 7467600"/>
              <a:gd name="connsiteY371" fmla="*/ 6493982 h 6858000"/>
              <a:gd name="connsiteX372" fmla="*/ 2147336 w 7467600"/>
              <a:gd name="connsiteY372" fmla="*/ 6594052 h 6858000"/>
              <a:gd name="connsiteX373" fmla="*/ 2207047 w 7467600"/>
              <a:gd name="connsiteY373" fmla="*/ 6654540 h 6858000"/>
              <a:gd name="connsiteX374" fmla="*/ 2299106 w 7467600"/>
              <a:gd name="connsiteY374" fmla="*/ 6778931 h 6858000"/>
              <a:gd name="connsiteX375" fmla="*/ 2314430 w 7467600"/>
              <a:gd name="connsiteY375" fmla="*/ 6801144 h 6858000"/>
              <a:gd name="connsiteX376" fmla="*/ 2352406 w 7467600"/>
              <a:gd name="connsiteY376" fmla="*/ 6858000 h 6858000"/>
              <a:gd name="connsiteX377" fmla="*/ 2314492 w 7467600"/>
              <a:gd name="connsiteY377" fmla="*/ 6858000 h 6858000"/>
              <a:gd name="connsiteX378" fmla="*/ 2288095 w 7467600"/>
              <a:gd name="connsiteY378" fmla="*/ 6818030 h 6858000"/>
              <a:gd name="connsiteX379" fmla="*/ 2272768 w 7467600"/>
              <a:gd name="connsiteY379" fmla="*/ 6795822 h 6858000"/>
              <a:gd name="connsiteX380" fmla="*/ 2182715 w 7467600"/>
              <a:gd name="connsiteY380" fmla="*/ 6675071 h 6858000"/>
              <a:gd name="connsiteX381" fmla="*/ 2032061 w 7467600"/>
              <a:gd name="connsiteY381" fmla="*/ 6541380 h 6858000"/>
              <a:gd name="connsiteX382" fmla="*/ 2257220 w 7467600"/>
              <a:gd name="connsiteY382" fmla="*/ 6826257 h 6858000"/>
              <a:gd name="connsiteX383" fmla="*/ 2281324 w 7467600"/>
              <a:gd name="connsiteY383" fmla="*/ 6858000 h 6858000"/>
              <a:gd name="connsiteX384" fmla="*/ 2242860 w 7467600"/>
              <a:gd name="connsiteY384" fmla="*/ 6858000 h 6858000"/>
              <a:gd name="connsiteX385" fmla="*/ 2232818 w 7467600"/>
              <a:gd name="connsiteY385" fmla="*/ 6844926 h 6858000"/>
              <a:gd name="connsiteX386" fmla="*/ 1990172 w 7467600"/>
              <a:gd name="connsiteY386" fmla="*/ 6542121 h 6858000"/>
              <a:gd name="connsiteX387" fmla="*/ 2124090 w 7467600"/>
              <a:gd name="connsiteY387" fmla="*/ 6761017 h 6858000"/>
              <a:gd name="connsiteX388" fmla="*/ 2200380 w 7467600"/>
              <a:gd name="connsiteY388" fmla="*/ 6858000 h 6858000"/>
              <a:gd name="connsiteX389" fmla="*/ 2147507 w 7467600"/>
              <a:gd name="connsiteY389" fmla="*/ 6858000 h 6858000"/>
              <a:gd name="connsiteX390" fmla="*/ 2070668 w 7467600"/>
              <a:gd name="connsiteY390" fmla="*/ 6761520 h 6858000"/>
              <a:gd name="connsiteX391" fmla="*/ 1975142 w 7467600"/>
              <a:gd name="connsiteY391" fmla="*/ 6585570 h 6858000"/>
              <a:gd name="connsiteX392" fmla="*/ 2050035 w 7467600"/>
              <a:gd name="connsiteY392" fmla="*/ 6813345 h 6858000"/>
              <a:gd name="connsiteX393" fmla="*/ 2063025 w 7467600"/>
              <a:gd name="connsiteY393" fmla="*/ 6858000 h 6858000"/>
              <a:gd name="connsiteX394" fmla="*/ 2021675 w 7467600"/>
              <a:gd name="connsiteY394" fmla="*/ 6858000 h 6858000"/>
              <a:gd name="connsiteX395" fmla="*/ 2019308 w 7467600"/>
              <a:gd name="connsiteY395" fmla="*/ 6847118 h 6858000"/>
              <a:gd name="connsiteX396" fmla="*/ 1938835 w 7467600"/>
              <a:gd name="connsiteY396" fmla="*/ 6551160 h 6858000"/>
              <a:gd name="connsiteX397" fmla="*/ 1953230 w 7467600"/>
              <a:gd name="connsiteY397" fmla="*/ 6759699 h 6858000"/>
              <a:gd name="connsiteX398" fmla="*/ 1956763 w 7467600"/>
              <a:gd name="connsiteY398" fmla="*/ 6778191 h 6858000"/>
              <a:gd name="connsiteX399" fmla="*/ 1967925 w 7467600"/>
              <a:gd name="connsiteY399" fmla="*/ 6858000 h 6858000"/>
              <a:gd name="connsiteX400" fmla="*/ 1936622 w 7467600"/>
              <a:gd name="connsiteY400" fmla="*/ 6858000 h 6858000"/>
              <a:gd name="connsiteX401" fmla="*/ 1926261 w 7467600"/>
              <a:gd name="connsiteY401" fmla="*/ 6784064 h 6858000"/>
              <a:gd name="connsiteX402" fmla="*/ 1922724 w 7467600"/>
              <a:gd name="connsiteY402" fmla="*/ 6765577 h 6858000"/>
              <a:gd name="connsiteX403" fmla="*/ 1904650 w 7467600"/>
              <a:gd name="connsiteY403" fmla="*/ 6639616 h 6858000"/>
              <a:gd name="connsiteX404" fmla="*/ 1885273 w 7467600"/>
              <a:gd name="connsiteY404" fmla="*/ 6858000 h 6858000"/>
              <a:gd name="connsiteX405" fmla="*/ 1854363 w 7467600"/>
              <a:gd name="connsiteY405" fmla="*/ 6858000 h 6858000"/>
              <a:gd name="connsiteX406" fmla="*/ 1880391 w 7467600"/>
              <a:gd name="connsiteY406" fmla="*/ 6603796 h 6858000"/>
              <a:gd name="connsiteX407" fmla="*/ 1818273 w 7467600"/>
              <a:gd name="connsiteY407" fmla="*/ 6715729 h 6858000"/>
              <a:gd name="connsiteX408" fmla="*/ 1794691 w 7467600"/>
              <a:gd name="connsiteY408" fmla="*/ 6843239 h 6858000"/>
              <a:gd name="connsiteX409" fmla="*/ 1794914 w 7467600"/>
              <a:gd name="connsiteY409" fmla="*/ 6858000 h 6858000"/>
              <a:gd name="connsiteX410" fmla="*/ 1746128 w 7467600"/>
              <a:gd name="connsiteY410" fmla="*/ 6858000 h 6858000"/>
              <a:gd name="connsiteX411" fmla="*/ 1753934 w 7467600"/>
              <a:gd name="connsiteY411" fmla="*/ 6724796 h 6858000"/>
              <a:gd name="connsiteX412" fmla="*/ 1792053 w 7467600"/>
              <a:gd name="connsiteY412" fmla="*/ 6572396 h 6858000"/>
              <a:gd name="connsiteX413" fmla="*/ 1862248 w 7467600"/>
              <a:gd name="connsiteY413" fmla="*/ 6266397 h 6858000"/>
              <a:gd name="connsiteX414" fmla="*/ 1862250 w 7467600"/>
              <a:gd name="connsiteY414" fmla="*/ 6033531 h 6858000"/>
              <a:gd name="connsiteX415" fmla="*/ 1211999 w 7467600"/>
              <a:gd name="connsiteY415" fmla="*/ 6683610 h 6858000"/>
              <a:gd name="connsiteX416" fmla="*/ 1213266 w 7467600"/>
              <a:gd name="connsiteY416" fmla="*/ 6691947 h 6858000"/>
              <a:gd name="connsiteX417" fmla="*/ 1203370 w 7467600"/>
              <a:gd name="connsiteY417" fmla="*/ 6850676 h 6858000"/>
              <a:gd name="connsiteX418" fmla="*/ 1203671 w 7467600"/>
              <a:gd name="connsiteY418" fmla="*/ 6858000 h 6858000"/>
              <a:gd name="connsiteX419" fmla="*/ 1143180 w 7467600"/>
              <a:gd name="connsiteY419" fmla="*/ 6858000 h 6858000"/>
              <a:gd name="connsiteX420" fmla="*/ 1142176 w 7467600"/>
              <a:gd name="connsiteY420" fmla="*/ 6766045 h 6858000"/>
              <a:gd name="connsiteX421" fmla="*/ 1067484 w 7467600"/>
              <a:gd name="connsiteY421" fmla="*/ 6858000 h 6858000"/>
              <a:gd name="connsiteX422" fmla="*/ 953928 w 7467600"/>
              <a:gd name="connsiteY422" fmla="*/ 6858000 h 6858000"/>
              <a:gd name="connsiteX423" fmla="*/ 959715 w 7467600"/>
              <a:gd name="connsiteY423" fmla="*/ 6850185 h 6858000"/>
              <a:gd name="connsiteX424" fmla="*/ 1483788 w 7467600"/>
              <a:gd name="connsiteY424" fmla="*/ 6259174 h 6858000"/>
              <a:gd name="connsiteX425" fmla="*/ 1100671 w 7467600"/>
              <a:gd name="connsiteY425" fmla="*/ 6252137 h 6858000"/>
              <a:gd name="connsiteX426" fmla="*/ 1090144 w 7467600"/>
              <a:gd name="connsiteY426" fmla="*/ 6256748 h 6858000"/>
              <a:gd name="connsiteX427" fmla="*/ 1095872 w 7467600"/>
              <a:gd name="connsiteY427" fmla="*/ 6271892 h 6858000"/>
              <a:gd name="connsiteX428" fmla="*/ 262785 w 7467600"/>
              <a:gd name="connsiteY428" fmla="*/ 6845450 h 6858000"/>
              <a:gd name="connsiteX429" fmla="*/ 209968 w 7467600"/>
              <a:gd name="connsiteY429" fmla="*/ 6770713 h 6858000"/>
              <a:gd name="connsiteX430" fmla="*/ 873460 w 7467600"/>
              <a:gd name="connsiteY430" fmla="*/ 6253768 h 6858000"/>
              <a:gd name="connsiteX431" fmla="*/ 192686 w 7467600"/>
              <a:gd name="connsiteY431" fmla="*/ 5849257 h 6858000"/>
              <a:gd name="connsiteX432" fmla="*/ 4696 w 7467600"/>
              <a:gd name="connsiteY432" fmla="*/ 5697668 h 6858000"/>
              <a:gd name="connsiteX433" fmla="*/ 0 w 7467600"/>
              <a:gd name="connsiteY433" fmla="*/ 5689984 h 6858000"/>
              <a:gd name="connsiteX434" fmla="*/ 0 w 7467600"/>
              <a:gd name="connsiteY434" fmla="*/ 5513472 h 6858000"/>
              <a:gd name="connsiteX435" fmla="*/ 174101 w 7467600"/>
              <a:gd name="connsiteY435" fmla="*/ 5620277 h 6858000"/>
              <a:gd name="connsiteX436" fmla="*/ 891800 w 7467600"/>
              <a:gd name="connsiteY436" fmla="*/ 6036935 h 6858000"/>
              <a:gd name="connsiteX437" fmla="*/ 1072219 w 7467600"/>
              <a:gd name="connsiteY437" fmla="*/ 6169443 h 6858000"/>
              <a:gd name="connsiteX438" fmla="*/ 1074117 w 7467600"/>
              <a:gd name="connsiteY438" fmla="*/ 6170301 h 6858000"/>
              <a:gd name="connsiteX439" fmla="*/ 1083114 w 7467600"/>
              <a:gd name="connsiteY439" fmla="*/ 6174131 h 6858000"/>
              <a:gd name="connsiteX440" fmla="*/ 1543010 w 7467600"/>
              <a:gd name="connsiteY440" fmla="*/ 6191140 h 6858000"/>
              <a:gd name="connsiteX441" fmla="*/ 1551080 w 7467600"/>
              <a:gd name="connsiteY441" fmla="*/ 6195006 h 6858000"/>
              <a:gd name="connsiteX442" fmla="*/ 2345443 w 7467600"/>
              <a:gd name="connsiteY442" fmla="*/ 5549882 h 6858000"/>
              <a:gd name="connsiteX443" fmla="*/ 1721499 w 7467600"/>
              <a:gd name="connsiteY443" fmla="*/ 5599969 h 6858000"/>
              <a:gd name="connsiteX444" fmla="*/ 767716 w 7467600"/>
              <a:gd name="connsiteY444" fmla="*/ 5472768 h 6858000"/>
              <a:gd name="connsiteX445" fmla="*/ 722147 w 7467600"/>
              <a:gd name="connsiteY445" fmla="*/ 5393091 h 6858000"/>
              <a:gd name="connsiteX446" fmla="*/ 1485552 w 7467600"/>
              <a:gd name="connsiteY446" fmla="*/ 5313202 h 6858000"/>
              <a:gd name="connsiteX447" fmla="*/ 2143004 w 7467600"/>
              <a:gd name="connsiteY447" fmla="*/ 5402420 h 6858000"/>
              <a:gd name="connsiteX448" fmla="*/ 1933391 w 7467600"/>
              <a:gd name="connsiteY448" fmla="*/ 5156971 h 6858000"/>
              <a:gd name="connsiteX449" fmla="*/ 1827118 w 7467600"/>
              <a:gd name="connsiteY449" fmla="*/ 4968410 h 6858000"/>
              <a:gd name="connsiteX450" fmla="*/ 1837349 w 7467600"/>
              <a:gd name="connsiteY450" fmla="*/ 4956357 h 6858000"/>
              <a:gd name="connsiteX451" fmla="*/ 2162835 w 7467600"/>
              <a:gd name="connsiteY451" fmla="*/ 5187853 h 6858000"/>
              <a:gd name="connsiteX452" fmla="*/ 2257167 w 7467600"/>
              <a:gd name="connsiteY452" fmla="*/ 5462123 h 6858000"/>
              <a:gd name="connsiteX453" fmla="*/ 2261598 w 7467600"/>
              <a:gd name="connsiteY453" fmla="*/ 5467998 h 6858000"/>
              <a:gd name="connsiteX454" fmla="*/ 2437177 w 7467600"/>
              <a:gd name="connsiteY454" fmla="*/ 5479608 h 6858000"/>
              <a:gd name="connsiteX455" fmla="*/ 2445247 w 7467600"/>
              <a:gd name="connsiteY455" fmla="*/ 5483476 h 6858000"/>
              <a:gd name="connsiteX456" fmla="*/ 2743626 w 7467600"/>
              <a:gd name="connsiteY456" fmla="*/ 5304819 h 6858000"/>
              <a:gd name="connsiteX457" fmla="*/ 3048102 w 7467600"/>
              <a:gd name="connsiteY457" fmla="*/ 5150595 h 6858000"/>
              <a:gd name="connsiteX458" fmla="*/ 1799414 w 7467600"/>
              <a:gd name="connsiteY458" fmla="*/ 4694732 h 6858000"/>
              <a:gd name="connsiteX459" fmla="*/ 1771735 w 7467600"/>
              <a:gd name="connsiteY459" fmla="*/ 4619929 h 6858000"/>
              <a:gd name="connsiteX460" fmla="*/ 3104273 w 7467600"/>
              <a:gd name="connsiteY460" fmla="*/ 5076159 h 6858000"/>
              <a:gd name="connsiteX461" fmla="*/ 3113245 w 7467600"/>
              <a:gd name="connsiteY461" fmla="*/ 5090705 h 6858000"/>
              <a:gd name="connsiteX462" fmla="*/ 3126294 w 7467600"/>
              <a:gd name="connsiteY462" fmla="*/ 5114400 h 6858000"/>
              <a:gd name="connsiteX463" fmla="*/ 3937433 w 7467600"/>
              <a:gd name="connsiteY463" fmla="*/ 4830473 h 6858000"/>
              <a:gd name="connsiteX464" fmla="*/ 3590475 w 7467600"/>
              <a:gd name="connsiteY464" fmla="*/ 4597974 h 6858000"/>
              <a:gd name="connsiteX465" fmla="*/ 3100264 w 7467600"/>
              <a:gd name="connsiteY465" fmla="*/ 4579845 h 6858000"/>
              <a:gd name="connsiteX466" fmla="*/ 2183576 w 7467600"/>
              <a:gd name="connsiteY466" fmla="*/ 4227150 h 6858000"/>
              <a:gd name="connsiteX467" fmla="*/ 2151029 w 7467600"/>
              <a:gd name="connsiteY467" fmla="*/ 4146947 h 6858000"/>
              <a:gd name="connsiteX468" fmla="*/ 3563434 w 7467600"/>
              <a:gd name="connsiteY468" fmla="*/ 4469115 h 6858000"/>
              <a:gd name="connsiteX469" fmla="*/ 3177952 w 7467600"/>
              <a:gd name="connsiteY469" fmla="*/ 3657386 h 6858000"/>
              <a:gd name="connsiteX470" fmla="*/ 3189263 w 7467600"/>
              <a:gd name="connsiteY470" fmla="*/ 3625726 h 6858000"/>
              <a:gd name="connsiteX471" fmla="*/ 3560912 w 7467600"/>
              <a:gd name="connsiteY471" fmla="*/ 4079863 h 6858000"/>
              <a:gd name="connsiteX472" fmla="*/ 3626636 w 7467600"/>
              <a:gd name="connsiteY472" fmla="*/ 4512230 h 6858000"/>
              <a:gd name="connsiteX473" fmla="*/ 3653088 w 7467600"/>
              <a:gd name="connsiteY473" fmla="*/ 4521417 h 6858000"/>
              <a:gd name="connsiteX474" fmla="*/ 3988128 w 7467600"/>
              <a:gd name="connsiteY474" fmla="*/ 4817267 h 6858000"/>
              <a:gd name="connsiteX475" fmla="*/ 4830582 w 7467600"/>
              <a:gd name="connsiteY475" fmla="*/ 4676000 h 6858000"/>
              <a:gd name="connsiteX476" fmla="*/ 4830100 w 7467600"/>
              <a:gd name="connsiteY476" fmla="*/ 4675554 h 6858000"/>
              <a:gd name="connsiteX477" fmla="*/ 4036318 w 7467600"/>
              <a:gd name="connsiteY477" fmla="*/ 4147013 h 6858000"/>
              <a:gd name="connsiteX478" fmla="*/ 3432098 w 7467600"/>
              <a:gd name="connsiteY478" fmla="*/ 3537312 h 6858000"/>
              <a:gd name="connsiteX479" fmla="*/ 3446761 w 7467600"/>
              <a:gd name="connsiteY479" fmla="*/ 3461278 h 6858000"/>
              <a:gd name="connsiteX480" fmla="*/ 4419733 w 7467600"/>
              <a:gd name="connsiteY480" fmla="*/ 3963555 h 6858000"/>
              <a:gd name="connsiteX481" fmla="*/ 4781371 w 7467600"/>
              <a:gd name="connsiteY481" fmla="*/ 4458604 h 6858000"/>
              <a:gd name="connsiteX482" fmla="*/ 4780440 w 7467600"/>
              <a:gd name="connsiteY482" fmla="*/ 4470290 h 6858000"/>
              <a:gd name="connsiteX483" fmla="*/ 4898954 w 7467600"/>
              <a:gd name="connsiteY483" fmla="*/ 4662092 h 6858000"/>
              <a:gd name="connsiteX484" fmla="*/ 4900699 w 7467600"/>
              <a:gd name="connsiteY484" fmla="*/ 4670867 h 6858000"/>
              <a:gd name="connsiteX485" fmla="*/ 5714511 w 7467600"/>
              <a:gd name="connsiteY485" fmla="*/ 4663483 h 6858000"/>
              <a:gd name="connsiteX486" fmla="*/ 5464793 w 7467600"/>
              <a:gd name="connsiteY486" fmla="*/ 4393556 h 6858000"/>
              <a:gd name="connsiteX487" fmla="*/ 5461897 w 7467600"/>
              <a:gd name="connsiteY487" fmla="*/ 4390879 h 6858000"/>
              <a:gd name="connsiteX488" fmla="*/ 4294126 w 7467600"/>
              <a:gd name="connsiteY488" fmla="*/ 3303048 h 6858000"/>
              <a:gd name="connsiteX489" fmla="*/ 4305321 w 7467600"/>
              <a:gd name="connsiteY489" fmla="*/ 3256953 h 6858000"/>
              <a:gd name="connsiteX490" fmla="*/ 4949299 w 7467600"/>
              <a:gd name="connsiteY490" fmla="*/ 3766336 h 6858000"/>
              <a:gd name="connsiteX491" fmla="*/ 5291452 w 7467600"/>
              <a:gd name="connsiteY491" fmla="*/ 4076801 h 6858000"/>
              <a:gd name="connsiteX492" fmla="*/ 5434998 w 7467600"/>
              <a:gd name="connsiteY492" fmla="*/ 4254100 h 6858000"/>
              <a:gd name="connsiteX493" fmla="*/ 5351015 w 7467600"/>
              <a:gd name="connsiteY493" fmla="*/ 3760989 h 6858000"/>
              <a:gd name="connsiteX494" fmla="*/ 5413780 w 7467600"/>
              <a:gd name="connsiteY494" fmla="*/ 2966265 h 6858000"/>
              <a:gd name="connsiteX495" fmla="*/ 5425627 w 7467600"/>
              <a:gd name="connsiteY495" fmla="*/ 2954192 h 6858000"/>
              <a:gd name="connsiteX496" fmla="*/ 6604735 w 7467600"/>
              <a:gd name="connsiteY496" fmla="*/ 2041381 h 6858000"/>
              <a:gd name="connsiteX497" fmla="*/ 7204487 w 7467600"/>
              <a:gd name="connsiteY497" fmla="*/ 2742112 h 6858000"/>
              <a:gd name="connsiteX498" fmla="*/ 7131592 w 7467600"/>
              <a:gd name="connsiteY498" fmla="*/ 2672096 h 6858000"/>
              <a:gd name="connsiteX499" fmla="*/ 6996344 w 7467600"/>
              <a:gd name="connsiteY499" fmla="*/ 2518310 h 6858000"/>
              <a:gd name="connsiteX500" fmla="*/ 6735495 w 7467600"/>
              <a:gd name="connsiteY500" fmla="*/ 2196890 h 6858000"/>
              <a:gd name="connsiteX501" fmla="*/ 6721901 w 7467600"/>
              <a:gd name="connsiteY501" fmla="*/ 2179274 h 6858000"/>
              <a:gd name="connsiteX502" fmla="*/ 6604735 w 7467600"/>
              <a:gd name="connsiteY502" fmla="*/ 2041381 h 6858000"/>
              <a:gd name="connsiteX503" fmla="*/ 6591670 w 7467600"/>
              <a:gd name="connsiteY503" fmla="*/ 1988277 h 6858000"/>
              <a:gd name="connsiteX504" fmla="*/ 6747349 w 7467600"/>
              <a:gd name="connsiteY504" fmla="*/ 2160069 h 6858000"/>
              <a:gd name="connsiteX505" fmla="*/ 6760943 w 7467600"/>
              <a:gd name="connsiteY505" fmla="*/ 2177686 h 6858000"/>
              <a:gd name="connsiteX506" fmla="*/ 7021065 w 7467600"/>
              <a:gd name="connsiteY506" fmla="*/ 2498102 h 6858000"/>
              <a:gd name="connsiteX507" fmla="*/ 7155223 w 7467600"/>
              <a:gd name="connsiteY507" fmla="*/ 2650386 h 6858000"/>
              <a:gd name="connsiteX508" fmla="*/ 7203167 w 7467600"/>
              <a:gd name="connsiteY508" fmla="*/ 2697288 h 6858000"/>
              <a:gd name="connsiteX509" fmla="*/ 6937703 w 7467600"/>
              <a:gd name="connsiteY509" fmla="*/ 2321981 h 6858000"/>
              <a:gd name="connsiteX510" fmla="*/ 6591670 w 7467600"/>
              <a:gd name="connsiteY510" fmla="*/ 1988277 h 6858000"/>
              <a:gd name="connsiteX511" fmla="*/ 5798671 w 7467600"/>
              <a:gd name="connsiteY511" fmla="*/ 1981601 h 6858000"/>
              <a:gd name="connsiteX512" fmla="*/ 5754709 w 7467600"/>
              <a:gd name="connsiteY512" fmla="*/ 2071454 h 6858000"/>
              <a:gd name="connsiteX513" fmla="*/ 5763044 w 7467600"/>
              <a:gd name="connsiteY513" fmla="*/ 2842206 h 6858000"/>
              <a:gd name="connsiteX514" fmla="*/ 5764974 w 7467600"/>
              <a:gd name="connsiteY514" fmla="*/ 2799609 h 6858000"/>
              <a:gd name="connsiteX515" fmla="*/ 5767665 w 7467600"/>
              <a:gd name="connsiteY515" fmla="*/ 2666409 h 6858000"/>
              <a:gd name="connsiteX516" fmla="*/ 5763055 w 7467600"/>
              <a:gd name="connsiteY516" fmla="*/ 2579705 h 6858000"/>
              <a:gd name="connsiteX517" fmla="*/ 5758079 w 7467600"/>
              <a:gd name="connsiteY517" fmla="*/ 2492508 h 6858000"/>
              <a:gd name="connsiteX518" fmla="*/ 5779325 w 7467600"/>
              <a:gd name="connsiteY518" fmla="*/ 2197069 h 6858000"/>
              <a:gd name="connsiteX519" fmla="*/ 5798671 w 7467600"/>
              <a:gd name="connsiteY519" fmla="*/ 1981601 h 6858000"/>
              <a:gd name="connsiteX520" fmla="*/ 5829202 w 7467600"/>
              <a:gd name="connsiteY520" fmla="*/ 1971679 h 6858000"/>
              <a:gd name="connsiteX521" fmla="*/ 5809558 w 7467600"/>
              <a:gd name="connsiteY521" fmla="*/ 2198043 h 6858000"/>
              <a:gd name="connsiteX522" fmla="*/ 5788653 w 7467600"/>
              <a:gd name="connsiteY522" fmla="*/ 2489430 h 6858000"/>
              <a:gd name="connsiteX523" fmla="*/ 5793439 w 7467600"/>
              <a:gd name="connsiteY523" fmla="*/ 2575235 h 6858000"/>
              <a:gd name="connsiteX524" fmla="*/ 5796837 w 7467600"/>
              <a:gd name="connsiteY524" fmla="*/ 2637633 h 6858000"/>
              <a:gd name="connsiteX525" fmla="*/ 5818614 w 7467600"/>
              <a:gd name="connsiteY525" fmla="*/ 2473055 h 6858000"/>
              <a:gd name="connsiteX526" fmla="*/ 5829202 w 7467600"/>
              <a:gd name="connsiteY526" fmla="*/ 1971679 h 6858000"/>
              <a:gd name="connsiteX527" fmla="*/ 5911389 w 7467600"/>
              <a:gd name="connsiteY527" fmla="*/ 1898371 h 6858000"/>
              <a:gd name="connsiteX528" fmla="*/ 6237627 w 7467600"/>
              <a:gd name="connsiteY528" fmla="*/ 2231921 h 6858000"/>
              <a:gd name="connsiteX529" fmla="*/ 5911389 w 7467600"/>
              <a:gd name="connsiteY529" fmla="*/ 1898371 h 6858000"/>
              <a:gd name="connsiteX530" fmla="*/ 6944437 w 7467600"/>
              <a:gd name="connsiteY530" fmla="*/ 1575402 h 6858000"/>
              <a:gd name="connsiteX531" fmla="*/ 6304730 w 7467600"/>
              <a:gd name="connsiteY531" fmla="*/ 1766654 h 6858000"/>
              <a:gd name="connsiteX532" fmla="*/ 6944437 w 7467600"/>
              <a:gd name="connsiteY532" fmla="*/ 1575402 h 6858000"/>
              <a:gd name="connsiteX533" fmla="*/ 7019523 w 7467600"/>
              <a:gd name="connsiteY533" fmla="*/ 1519450 h 6858000"/>
              <a:gd name="connsiteX534" fmla="*/ 6298091 w 7467600"/>
              <a:gd name="connsiteY534" fmla="*/ 1737122 h 6858000"/>
              <a:gd name="connsiteX535" fmla="*/ 7019523 w 7467600"/>
              <a:gd name="connsiteY535" fmla="*/ 1519450 h 6858000"/>
              <a:gd name="connsiteX536" fmla="*/ 2399523 w 7467600"/>
              <a:gd name="connsiteY536" fmla="*/ 1428234 h 6858000"/>
              <a:gd name="connsiteX537" fmla="*/ 2224982 w 7467600"/>
              <a:gd name="connsiteY537" fmla="*/ 1826201 h 6858000"/>
              <a:gd name="connsiteX538" fmla="*/ 2096099 w 7467600"/>
              <a:gd name="connsiteY538" fmla="*/ 2345900 h 6858000"/>
              <a:gd name="connsiteX539" fmla="*/ 2283317 w 7467600"/>
              <a:gd name="connsiteY539" fmla="*/ 1796925 h 6858000"/>
              <a:gd name="connsiteX540" fmla="*/ 2399523 w 7467600"/>
              <a:gd name="connsiteY540" fmla="*/ 1428234 h 6858000"/>
              <a:gd name="connsiteX541" fmla="*/ 2448558 w 7467600"/>
              <a:gd name="connsiteY541" fmla="*/ 1373435 h 6858000"/>
              <a:gd name="connsiteX542" fmla="*/ 2312521 w 7467600"/>
              <a:gd name="connsiteY542" fmla="*/ 1806140 h 6858000"/>
              <a:gd name="connsiteX543" fmla="*/ 2127533 w 7467600"/>
              <a:gd name="connsiteY543" fmla="*/ 2348380 h 6858000"/>
              <a:gd name="connsiteX544" fmla="*/ 2358080 w 7467600"/>
              <a:gd name="connsiteY544" fmla="*/ 1866134 h 6858000"/>
              <a:gd name="connsiteX545" fmla="*/ 2407436 w 7467600"/>
              <a:gd name="connsiteY545" fmla="*/ 1651070 h 6858000"/>
              <a:gd name="connsiteX546" fmla="*/ 2448558 w 7467600"/>
              <a:gd name="connsiteY546" fmla="*/ 1373435 h 6858000"/>
              <a:gd name="connsiteX547" fmla="*/ 278707 w 7467600"/>
              <a:gd name="connsiteY547" fmla="*/ 1352270 h 6858000"/>
              <a:gd name="connsiteX548" fmla="*/ 321570 w 7467600"/>
              <a:gd name="connsiteY548" fmla="*/ 1861610 h 6858000"/>
              <a:gd name="connsiteX549" fmla="*/ 294281 w 7467600"/>
              <a:gd name="connsiteY549" fmla="*/ 1440658 h 6858000"/>
              <a:gd name="connsiteX550" fmla="*/ 278707 w 7467600"/>
              <a:gd name="connsiteY550" fmla="*/ 1352270 h 6858000"/>
              <a:gd name="connsiteX551" fmla="*/ 1423821 w 7467600"/>
              <a:gd name="connsiteY551" fmla="*/ 1351958 h 6858000"/>
              <a:gd name="connsiteX552" fmla="*/ 1638521 w 7467600"/>
              <a:gd name="connsiteY552" fmla="*/ 1908470 h 6858000"/>
              <a:gd name="connsiteX553" fmla="*/ 1754199 w 7467600"/>
              <a:gd name="connsiteY553" fmla="*/ 2149284 h 6858000"/>
              <a:gd name="connsiteX554" fmla="*/ 1908359 w 7467600"/>
              <a:gd name="connsiteY554" fmla="*/ 2364988 h 6858000"/>
              <a:gd name="connsiteX555" fmla="*/ 1647661 w 7467600"/>
              <a:gd name="connsiteY555" fmla="*/ 1825945 h 6858000"/>
              <a:gd name="connsiteX556" fmla="*/ 1423821 w 7467600"/>
              <a:gd name="connsiteY556" fmla="*/ 1351958 h 6858000"/>
              <a:gd name="connsiteX557" fmla="*/ 1431890 w 7467600"/>
              <a:gd name="connsiteY557" fmla="*/ 1306475 h 6858000"/>
              <a:gd name="connsiteX558" fmla="*/ 1507597 w 7467600"/>
              <a:gd name="connsiteY558" fmla="*/ 1446132 h 6858000"/>
              <a:gd name="connsiteX559" fmla="*/ 1674586 w 7467600"/>
              <a:gd name="connsiteY559" fmla="*/ 1813832 h 6858000"/>
              <a:gd name="connsiteX560" fmla="*/ 1815950 w 7467600"/>
              <a:gd name="connsiteY560" fmla="*/ 2128564 h 6858000"/>
              <a:gd name="connsiteX561" fmla="*/ 1984242 w 7467600"/>
              <a:gd name="connsiteY561" fmla="*/ 2430829 h 6858000"/>
              <a:gd name="connsiteX562" fmla="*/ 2014023 w 7467600"/>
              <a:gd name="connsiteY562" fmla="*/ 2450995 h 6858000"/>
              <a:gd name="connsiteX563" fmla="*/ 1747337 w 7467600"/>
              <a:gd name="connsiteY563" fmla="*/ 1855264 h 6858000"/>
              <a:gd name="connsiteX564" fmla="*/ 1533749 w 7467600"/>
              <a:gd name="connsiteY564" fmla="*/ 1478656 h 6858000"/>
              <a:gd name="connsiteX565" fmla="*/ 1431890 w 7467600"/>
              <a:gd name="connsiteY565" fmla="*/ 1306475 h 6858000"/>
              <a:gd name="connsiteX566" fmla="*/ 5052692 w 7467600"/>
              <a:gd name="connsiteY566" fmla="*/ 1292994 h 6858000"/>
              <a:gd name="connsiteX567" fmla="*/ 5200661 w 7467600"/>
              <a:gd name="connsiteY567" fmla="*/ 1635186 h 6858000"/>
              <a:gd name="connsiteX568" fmla="*/ 5297138 w 7467600"/>
              <a:gd name="connsiteY568" fmla="*/ 1906351 h 6858000"/>
              <a:gd name="connsiteX569" fmla="*/ 5052692 w 7467600"/>
              <a:gd name="connsiteY569" fmla="*/ 1292994 h 6858000"/>
              <a:gd name="connsiteX570" fmla="*/ 5009948 w 7467600"/>
              <a:gd name="connsiteY570" fmla="*/ 1273619 h 6858000"/>
              <a:gd name="connsiteX571" fmla="*/ 5121777 w 7467600"/>
              <a:gd name="connsiteY571" fmla="*/ 1654213 h 6858000"/>
              <a:gd name="connsiteX572" fmla="*/ 5293545 w 7467600"/>
              <a:gd name="connsiteY572" fmla="*/ 2072247 h 6858000"/>
              <a:gd name="connsiteX573" fmla="*/ 5294042 w 7467600"/>
              <a:gd name="connsiteY573" fmla="*/ 2065019 h 6858000"/>
              <a:gd name="connsiteX574" fmla="*/ 5171936 w 7467600"/>
              <a:gd name="connsiteY574" fmla="*/ 1647613 h 6858000"/>
              <a:gd name="connsiteX575" fmla="*/ 5009948 w 7467600"/>
              <a:gd name="connsiteY575" fmla="*/ 1273619 h 6858000"/>
              <a:gd name="connsiteX576" fmla="*/ 655236 w 7467600"/>
              <a:gd name="connsiteY576" fmla="*/ 1268632 h 6858000"/>
              <a:gd name="connsiteX577" fmla="*/ 839521 w 7467600"/>
              <a:gd name="connsiteY577" fmla="*/ 1685315 h 6858000"/>
              <a:gd name="connsiteX578" fmla="*/ 1109416 w 7467600"/>
              <a:gd name="connsiteY578" fmla="*/ 2061663 h 6858000"/>
              <a:gd name="connsiteX579" fmla="*/ 1298300 w 7467600"/>
              <a:gd name="connsiteY579" fmla="*/ 2247742 h 6858000"/>
              <a:gd name="connsiteX580" fmla="*/ 1125871 w 7467600"/>
              <a:gd name="connsiteY580" fmla="*/ 1989513 h 6858000"/>
              <a:gd name="connsiteX581" fmla="*/ 981574 w 7467600"/>
              <a:gd name="connsiteY581" fmla="*/ 1783157 h 6858000"/>
              <a:gd name="connsiteX582" fmla="*/ 922198 w 7467600"/>
              <a:gd name="connsiteY582" fmla="*/ 1677437 h 6858000"/>
              <a:gd name="connsiteX583" fmla="*/ 869293 w 7467600"/>
              <a:gd name="connsiteY583" fmla="*/ 1583214 h 6858000"/>
              <a:gd name="connsiteX584" fmla="*/ 751431 w 7467600"/>
              <a:gd name="connsiteY584" fmla="*/ 1405731 h 6858000"/>
              <a:gd name="connsiteX585" fmla="*/ 655236 w 7467600"/>
              <a:gd name="connsiteY585" fmla="*/ 1268632 h 6858000"/>
              <a:gd name="connsiteX586" fmla="*/ 6516292 w 7467600"/>
              <a:gd name="connsiteY586" fmla="*/ 1263064 h 6858000"/>
              <a:gd name="connsiteX587" fmla="*/ 5736320 w 7467600"/>
              <a:gd name="connsiteY587" fmla="*/ 1501803 h 6858000"/>
              <a:gd name="connsiteX588" fmla="*/ 6516292 w 7467600"/>
              <a:gd name="connsiteY588" fmla="*/ 1263064 h 6858000"/>
              <a:gd name="connsiteX589" fmla="*/ 291466 w 7467600"/>
              <a:gd name="connsiteY589" fmla="*/ 1250369 h 6858000"/>
              <a:gd name="connsiteX590" fmla="*/ 323180 w 7467600"/>
              <a:gd name="connsiteY590" fmla="*/ 1435283 h 6858000"/>
              <a:gd name="connsiteX591" fmla="*/ 349381 w 7467600"/>
              <a:gd name="connsiteY591" fmla="*/ 1875041 h 6858000"/>
              <a:gd name="connsiteX592" fmla="*/ 374363 w 7467600"/>
              <a:gd name="connsiteY592" fmla="*/ 1506494 h 6858000"/>
              <a:gd name="connsiteX593" fmla="*/ 302168 w 7467600"/>
              <a:gd name="connsiteY593" fmla="*/ 1274495 h 6858000"/>
              <a:gd name="connsiteX594" fmla="*/ 291466 w 7467600"/>
              <a:gd name="connsiteY594" fmla="*/ 1250369 h 6858000"/>
              <a:gd name="connsiteX595" fmla="*/ 678222 w 7467600"/>
              <a:gd name="connsiteY595" fmla="*/ 1248670 h 6858000"/>
              <a:gd name="connsiteX596" fmla="*/ 775536 w 7467600"/>
              <a:gd name="connsiteY596" fmla="*/ 1388015 h 6858000"/>
              <a:gd name="connsiteX597" fmla="*/ 894529 w 7467600"/>
              <a:gd name="connsiteY597" fmla="*/ 1567739 h 6858000"/>
              <a:gd name="connsiteX598" fmla="*/ 948000 w 7467600"/>
              <a:gd name="connsiteY598" fmla="*/ 1663088 h 6858000"/>
              <a:gd name="connsiteX599" fmla="*/ 1006812 w 7467600"/>
              <a:gd name="connsiteY599" fmla="*/ 1767683 h 6858000"/>
              <a:gd name="connsiteX600" fmla="*/ 1149133 w 7467600"/>
              <a:gd name="connsiteY600" fmla="*/ 1971513 h 6858000"/>
              <a:gd name="connsiteX601" fmla="*/ 1333952 w 7467600"/>
              <a:gd name="connsiteY601" fmla="*/ 2251620 h 6858000"/>
              <a:gd name="connsiteX602" fmla="*/ 1337329 w 7467600"/>
              <a:gd name="connsiteY602" fmla="*/ 2258350 h 6858000"/>
              <a:gd name="connsiteX603" fmla="*/ 1014726 w 7467600"/>
              <a:gd name="connsiteY603" fmla="*/ 1615556 h 6858000"/>
              <a:gd name="connsiteX604" fmla="*/ 678222 w 7467600"/>
              <a:gd name="connsiteY604" fmla="*/ 1248670 h 6858000"/>
              <a:gd name="connsiteX605" fmla="*/ 6691602 w 7467600"/>
              <a:gd name="connsiteY605" fmla="*/ 1140573 h 6858000"/>
              <a:gd name="connsiteX606" fmla="*/ 6571100 w 7467600"/>
              <a:gd name="connsiteY606" fmla="*/ 1183662 h 6858000"/>
              <a:gd name="connsiteX607" fmla="*/ 6241687 w 7467600"/>
              <a:gd name="connsiteY607" fmla="*/ 1257600 h 6858000"/>
              <a:gd name="connsiteX608" fmla="*/ 5693009 w 7467600"/>
              <a:gd name="connsiteY608" fmla="*/ 1478256 h 6858000"/>
              <a:gd name="connsiteX609" fmla="*/ 6548420 w 7467600"/>
              <a:gd name="connsiteY609" fmla="*/ 1214599 h 6858000"/>
              <a:gd name="connsiteX610" fmla="*/ 6605473 w 7467600"/>
              <a:gd name="connsiteY610" fmla="*/ 1184686 h 6858000"/>
              <a:gd name="connsiteX611" fmla="*/ 6691602 w 7467600"/>
              <a:gd name="connsiteY611" fmla="*/ 1140573 h 6858000"/>
              <a:gd name="connsiteX612" fmla="*/ 4002475 w 7467600"/>
              <a:gd name="connsiteY612" fmla="*/ 1037802 h 6858000"/>
              <a:gd name="connsiteX613" fmla="*/ 4000324 w 7467600"/>
              <a:gd name="connsiteY613" fmla="*/ 1039362 h 6858000"/>
              <a:gd name="connsiteX614" fmla="*/ 4002862 w 7467600"/>
              <a:gd name="connsiteY614" fmla="*/ 1042866 h 6858000"/>
              <a:gd name="connsiteX615" fmla="*/ 4002475 w 7467600"/>
              <a:gd name="connsiteY615" fmla="*/ 1037802 h 6858000"/>
              <a:gd name="connsiteX616" fmla="*/ 506322 w 7467600"/>
              <a:gd name="connsiteY616" fmla="*/ 1020997 h 6858000"/>
              <a:gd name="connsiteX617" fmla="*/ 533068 w 7467600"/>
              <a:gd name="connsiteY617" fmla="*/ 1029409 h 6858000"/>
              <a:gd name="connsiteX618" fmla="*/ 1232525 w 7467600"/>
              <a:gd name="connsiteY618" fmla="*/ 1804675 h 6858000"/>
              <a:gd name="connsiteX619" fmla="*/ 1388858 w 7467600"/>
              <a:gd name="connsiteY619" fmla="*/ 2368011 h 6858000"/>
              <a:gd name="connsiteX620" fmla="*/ 1384098 w 7467600"/>
              <a:gd name="connsiteY620" fmla="*/ 2378125 h 6858000"/>
              <a:gd name="connsiteX621" fmla="*/ 1425393 w 7467600"/>
              <a:gd name="connsiteY621" fmla="*/ 2589124 h 6858000"/>
              <a:gd name="connsiteX622" fmla="*/ 1424001 w 7467600"/>
              <a:gd name="connsiteY622" fmla="*/ 2597541 h 6858000"/>
              <a:gd name="connsiteX623" fmla="*/ 2152729 w 7467600"/>
              <a:gd name="connsiteY623" fmla="*/ 2864487 h 6858000"/>
              <a:gd name="connsiteX624" fmla="*/ 2020609 w 7467600"/>
              <a:gd name="connsiteY624" fmla="*/ 2539671 h 6858000"/>
              <a:gd name="connsiteX625" fmla="*/ 2018920 w 7467600"/>
              <a:gd name="connsiteY625" fmla="*/ 2536309 h 6858000"/>
              <a:gd name="connsiteX626" fmla="*/ 1342441 w 7467600"/>
              <a:gd name="connsiteY626" fmla="*/ 1173017 h 6858000"/>
              <a:gd name="connsiteX627" fmla="*/ 1367925 w 7467600"/>
              <a:gd name="connsiteY627" fmla="*/ 1135648 h 6858000"/>
              <a:gd name="connsiteX628" fmla="*/ 1771401 w 7467600"/>
              <a:gd name="connsiteY628" fmla="*/ 1806673 h 6858000"/>
              <a:gd name="connsiteX629" fmla="*/ 1972385 w 7467600"/>
              <a:gd name="connsiteY629" fmla="*/ 2198735 h 6858000"/>
              <a:gd name="connsiteX630" fmla="*/ 2040892 w 7467600"/>
              <a:gd name="connsiteY630" fmla="*/ 2405205 h 6858000"/>
              <a:gd name="connsiteX631" fmla="*/ 2131689 w 7467600"/>
              <a:gd name="connsiteY631" fmla="*/ 1936926 h 6858000"/>
              <a:gd name="connsiteX632" fmla="*/ 2454820 w 7467600"/>
              <a:gd name="connsiteY632" fmla="*/ 1248808 h 6858000"/>
              <a:gd name="connsiteX633" fmla="*/ 2492512 w 7467600"/>
              <a:gd name="connsiteY633" fmla="*/ 1302920 h 6858000"/>
              <a:gd name="connsiteX634" fmla="*/ 2081216 w 7467600"/>
              <a:gd name="connsiteY634" fmla="*/ 2527513 h 6858000"/>
              <a:gd name="connsiteX635" fmla="*/ 2081211 w 7467600"/>
              <a:gd name="connsiteY635" fmla="*/ 2528916 h 6858000"/>
              <a:gd name="connsiteX636" fmla="*/ 2199067 w 7467600"/>
              <a:gd name="connsiteY636" fmla="*/ 2884061 h 6858000"/>
              <a:gd name="connsiteX637" fmla="*/ 3192586 w 7467600"/>
              <a:gd name="connsiteY637" fmla="*/ 3411496 h 6858000"/>
              <a:gd name="connsiteX638" fmla="*/ 3182620 w 7467600"/>
              <a:gd name="connsiteY638" fmla="*/ 3483279 h 6858000"/>
              <a:gd name="connsiteX639" fmla="*/ 2435119 w 7467600"/>
              <a:gd name="connsiteY639" fmla="*/ 3080173 h 6858000"/>
              <a:gd name="connsiteX640" fmla="*/ 2410152 w 7467600"/>
              <a:gd name="connsiteY640" fmla="*/ 3063751 h 6858000"/>
              <a:gd name="connsiteX641" fmla="*/ 2408099 w 7467600"/>
              <a:gd name="connsiteY641" fmla="*/ 3064403 h 6858000"/>
              <a:gd name="connsiteX642" fmla="*/ 2407218 w 7467600"/>
              <a:gd name="connsiteY642" fmla="*/ 3070324 h 6858000"/>
              <a:gd name="connsiteX643" fmla="*/ 2380138 w 7467600"/>
              <a:gd name="connsiteY643" fmla="*/ 3099341 h 6858000"/>
              <a:gd name="connsiteX644" fmla="*/ 1765923 w 7467600"/>
              <a:gd name="connsiteY644" fmla="*/ 3581043 h 6858000"/>
              <a:gd name="connsiteX645" fmla="*/ 1702258 w 7467600"/>
              <a:gd name="connsiteY645" fmla="*/ 3612286 h 6858000"/>
              <a:gd name="connsiteX646" fmla="*/ 1538370 w 7467600"/>
              <a:gd name="connsiteY646" fmla="*/ 3811804 h 6858000"/>
              <a:gd name="connsiteX647" fmla="*/ 542867 w 7467600"/>
              <a:gd name="connsiteY647" fmla="*/ 4944092 h 6858000"/>
              <a:gd name="connsiteX648" fmla="*/ 515800 w 7467600"/>
              <a:gd name="connsiteY648" fmla="*/ 4862180 h 6858000"/>
              <a:gd name="connsiteX649" fmla="*/ 909145 w 7467600"/>
              <a:gd name="connsiteY649" fmla="*/ 4199225 h 6858000"/>
              <a:gd name="connsiteX650" fmla="*/ 1214067 w 7467600"/>
              <a:gd name="connsiteY650" fmla="*/ 3908561 h 6858000"/>
              <a:gd name="connsiteX651" fmla="*/ 640967 w 7467600"/>
              <a:gd name="connsiteY651" fmla="*/ 4105601 h 6858000"/>
              <a:gd name="connsiteX652" fmla="*/ 112563 w 7467600"/>
              <a:gd name="connsiteY652" fmla="*/ 4396952 h 6858000"/>
              <a:gd name="connsiteX653" fmla="*/ 0 w 7467600"/>
              <a:gd name="connsiteY653" fmla="*/ 4466006 h 6858000"/>
              <a:gd name="connsiteX654" fmla="*/ 0 w 7467600"/>
              <a:gd name="connsiteY654" fmla="*/ 4233763 h 6858000"/>
              <a:gd name="connsiteX655" fmla="*/ 36881 w 7467600"/>
              <a:gd name="connsiteY655" fmla="*/ 4200118 h 6858000"/>
              <a:gd name="connsiteX656" fmla="*/ 910534 w 7467600"/>
              <a:gd name="connsiteY656" fmla="*/ 3629753 h 6858000"/>
              <a:gd name="connsiteX657" fmla="*/ 1578717 w 7467600"/>
              <a:gd name="connsiteY657" fmla="*/ 3575982 h 6858000"/>
              <a:gd name="connsiteX658" fmla="*/ 2338780 w 7467600"/>
              <a:gd name="connsiteY658" fmla="*/ 3033725 h 6858000"/>
              <a:gd name="connsiteX659" fmla="*/ 1807991 w 7467600"/>
              <a:gd name="connsiteY659" fmla="*/ 2807184 h 6858000"/>
              <a:gd name="connsiteX660" fmla="*/ 1416358 w 7467600"/>
              <a:gd name="connsiteY660" fmla="*/ 3112571 h 6858000"/>
              <a:gd name="connsiteX661" fmla="*/ 939066 w 7467600"/>
              <a:gd name="connsiteY661" fmla="*/ 3378798 h 6858000"/>
              <a:gd name="connsiteX662" fmla="*/ 115099 w 7467600"/>
              <a:gd name="connsiteY662" fmla="*/ 3607650 h 6858000"/>
              <a:gd name="connsiteX663" fmla="*/ 97284 w 7467600"/>
              <a:gd name="connsiteY663" fmla="*/ 3520393 h 6858000"/>
              <a:gd name="connsiteX664" fmla="*/ 922050 w 7467600"/>
              <a:gd name="connsiteY664" fmla="*/ 3074867 h 6858000"/>
              <a:gd name="connsiteX665" fmla="*/ 1405265 w 7467600"/>
              <a:gd name="connsiteY665" fmla="*/ 3016319 h 6858000"/>
              <a:gd name="connsiteX666" fmla="*/ 1407512 w 7467600"/>
              <a:gd name="connsiteY666" fmla="*/ 3018001 h 6858000"/>
              <a:gd name="connsiteX667" fmla="*/ 1726266 w 7467600"/>
              <a:gd name="connsiteY667" fmla="*/ 2777274 h 6858000"/>
              <a:gd name="connsiteX668" fmla="*/ 625390 w 7467600"/>
              <a:gd name="connsiteY668" fmla="*/ 2514541 h 6858000"/>
              <a:gd name="connsiteX669" fmla="*/ 619799 w 7467600"/>
              <a:gd name="connsiteY669" fmla="*/ 2527180 h 6858000"/>
              <a:gd name="connsiteX670" fmla="*/ 310030 w 7467600"/>
              <a:gd name="connsiteY670" fmla="*/ 2771818 h 6858000"/>
              <a:gd name="connsiteX671" fmla="*/ 173877 w 7467600"/>
              <a:gd name="connsiteY671" fmla="*/ 2937056 h 6858000"/>
              <a:gd name="connsiteX672" fmla="*/ 77889 w 7467600"/>
              <a:gd name="connsiteY672" fmla="*/ 3138440 h 6858000"/>
              <a:gd name="connsiteX673" fmla="*/ 0 w 7467600"/>
              <a:gd name="connsiteY673" fmla="*/ 3271395 h 6858000"/>
              <a:gd name="connsiteX674" fmla="*/ 0 w 7467600"/>
              <a:gd name="connsiteY674" fmla="*/ 3153002 h 6858000"/>
              <a:gd name="connsiteX675" fmla="*/ 2386 w 7467600"/>
              <a:gd name="connsiteY675" fmla="*/ 3149203 h 6858000"/>
              <a:gd name="connsiteX676" fmla="*/ 89753 w 7467600"/>
              <a:gd name="connsiteY676" fmla="*/ 2987702 h 6858000"/>
              <a:gd name="connsiteX677" fmla="*/ 76869 w 7467600"/>
              <a:gd name="connsiteY677" fmla="*/ 3005404 h 6858000"/>
              <a:gd name="connsiteX678" fmla="*/ 32049 w 7467600"/>
              <a:gd name="connsiteY678" fmla="*/ 3065814 h 6858000"/>
              <a:gd name="connsiteX679" fmla="*/ 0 w 7467600"/>
              <a:gd name="connsiteY679" fmla="*/ 3108744 h 6858000"/>
              <a:gd name="connsiteX680" fmla="*/ 0 w 7467600"/>
              <a:gd name="connsiteY680" fmla="*/ 3058059 h 6858000"/>
              <a:gd name="connsiteX681" fmla="*/ 7610 w 7467600"/>
              <a:gd name="connsiteY681" fmla="*/ 3047889 h 6858000"/>
              <a:gd name="connsiteX682" fmla="*/ 52419 w 7467600"/>
              <a:gd name="connsiteY682" fmla="*/ 2987479 h 6858000"/>
              <a:gd name="connsiteX683" fmla="*/ 59142 w 7467600"/>
              <a:gd name="connsiteY683" fmla="*/ 2978488 h 6858000"/>
              <a:gd name="connsiteX684" fmla="*/ 0 w 7467600"/>
              <a:gd name="connsiteY684" fmla="*/ 3015334 h 6858000"/>
              <a:gd name="connsiteX685" fmla="*/ 0 w 7467600"/>
              <a:gd name="connsiteY685" fmla="*/ 2914286 h 6858000"/>
              <a:gd name="connsiteX686" fmla="*/ 36383 w 7467600"/>
              <a:gd name="connsiteY686" fmla="*/ 2901128 h 6858000"/>
              <a:gd name="connsiteX687" fmla="*/ 156329 w 7467600"/>
              <a:gd name="connsiteY687" fmla="*/ 2840533 h 6858000"/>
              <a:gd name="connsiteX688" fmla="*/ 358355 w 7467600"/>
              <a:gd name="connsiteY688" fmla="*/ 2620471 h 6858000"/>
              <a:gd name="connsiteX689" fmla="*/ 510577 w 7467600"/>
              <a:gd name="connsiteY689" fmla="*/ 2501244 h 6858000"/>
              <a:gd name="connsiteX690" fmla="*/ 211967 w 7467600"/>
              <a:gd name="connsiteY690" fmla="*/ 2479171 h 6858000"/>
              <a:gd name="connsiteX691" fmla="*/ 0 w 7467600"/>
              <a:gd name="connsiteY691" fmla="*/ 2476398 h 6858000"/>
              <a:gd name="connsiteX692" fmla="*/ 0 w 7467600"/>
              <a:gd name="connsiteY692" fmla="*/ 2389189 h 6858000"/>
              <a:gd name="connsiteX693" fmla="*/ 103062 w 7467600"/>
              <a:gd name="connsiteY693" fmla="*/ 2389518 h 6858000"/>
              <a:gd name="connsiteX694" fmla="*/ 510734 w 7467600"/>
              <a:gd name="connsiteY694" fmla="*/ 2416201 h 6858000"/>
              <a:gd name="connsiteX695" fmla="*/ 279257 w 7467600"/>
              <a:gd name="connsiteY695" fmla="*/ 2092102 h 6858000"/>
              <a:gd name="connsiteX696" fmla="*/ 65265 w 7467600"/>
              <a:gd name="connsiteY696" fmla="*/ 2006049 h 6858000"/>
              <a:gd name="connsiteX697" fmla="*/ 0 w 7467600"/>
              <a:gd name="connsiteY697" fmla="*/ 1982532 h 6858000"/>
              <a:gd name="connsiteX698" fmla="*/ 0 w 7467600"/>
              <a:gd name="connsiteY698" fmla="*/ 1912789 h 6858000"/>
              <a:gd name="connsiteX699" fmla="*/ 97460 w 7467600"/>
              <a:gd name="connsiteY699" fmla="*/ 1953725 h 6858000"/>
              <a:gd name="connsiteX700" fmla="*/ 221272 w 7467600"/>
              <a:gd name="connsiteY700" fmla="*/ 1980766 h 6858000"/>
              <a:gd name="connsiteX701" fmla="*/ 116765 w 7467600"/>
              <a:gd name="connsiteY701" fmla="*/ 1911033 h 6858000"/>
              <a:gd name="connsiteX702" fmla="*/ 16405 w 7467600"/>
              <a:gd name="connsiteY702" fmla="*/ 1803412 h 6858000"/>
              <a:gd name="connsiteX703" fmla="*/ 0 w 7467600"/>
              <a:gd name="connsiteY703" fmla="*/ 1784777 h 6858000"/>
              <a:gd name="connsiteX704" fmla="*/ 0 w 7467600"/>
              <a:gd name="connsiteY704" fmla="*/ 1740082 h 6858000"/>
              <a:gd name="connsiteX705" fmla="*/ 39394 w 7467600"/>
              <a:gd name="connsiteY705" fmla="*/ 1784856 h 6858000"/>
              <a:gd name="connsiteX706" fmla="*/ 135813 w 7467600"/>
              <a:gd name="connsiteY706" fmla="*/ 1888838 h 6858000"/>
              <a:gd name="connsiteX707" fmla="*/ 242575 w 7467600"/>
              <a:gd name="connsiteY707" fmla="*/ 1958841 h 6858000"/>
              <a:gd name="connsiteX708" fmla="*/ 82197 w 7467600"/>
              <a:gd name="connsiteY708" fmla="*/ 1754826 h 6858000"/>
              <a:gd name="connsiteX709" fmla="*/ 0 w 7467600"/>
              <a:gd name="connsiteY709" fmla="*/ 1679650 h 6858000"/>
              <a:gd name="connsiteX710" fmla="*/ 0 w 7467600"/>
              <a:gd name="connsiteY710" fmla="*/ 1602463 h 6858000"/>
              <a:gd name="connsiteX711" fmla="*/ 84689 w 7467600"/>
              <a:gd name="connsiteY711" fmla="*/ 1677442 h 6858000"/>
              <a:gd name="connsiteX712" fmla="*/ 298437 w 7467600"/>
              <a:gd name="connsiteY712" fmla="*/ 1968019 h 6858000"/>
              <a:gd name="connsiteX713" fmla="*/ 227269 w 7467600"/>
              <a:gd name="connsiteY713" fmla="*/ 1114064 h 6858000"/>
              <a:gd name="connsiteX714" fmla="*/ 248003 w 7467600"/>
              <a:gd name="connsiteY714" fmla="*/ 1089613 h 6858000"/>
              <a:gd name="connsiteX715" fmla="*/ 427020 w 7467600"/>
              <a:gd name="connsiteY715" fmla="*/ 1619803 h 6858000"/>
              <a:gd name="connsiteX716" fmla="*/ 340345 w 7467600"/>
              <a:gd name="connsiteY716" fmla="*/ 2027739 h 6858000"/>
              <a:gd name="connsiteX717" fmla="*/ 360865 w 7467600"/>
              <a:gd name="connsiteY717" fmla="*/ 2044827 h 6858000"/>
              <a:gd name="connsiteX718" fmla="*/ 560414 w 7467600"/>
              <a:gd name="connsiteY718" fmla="*/ 2421457 h 6858000"/>
              <a:gd name="connsiteX719" fmla="*/ 1359703 w 7467600"/>
              <a:gd name="connsiteY719" fmla="*/ 2578554 h 6858000"/>
              <a:gd name="connsiteX720" fmla="*/ 1359422 w 7467600"/>
              <a:gd name="connsiteY720" fmla="*/ 2577994 h 6858000"/>
              <a:gd name="connsiteX721" fmla="*/ 828701 w 7467600"/>
              <a:gd name="connsiteY721" fmla="*/ 1839520 h 6858000"/>
              <a:gd name="connsiteX722" fmla="*/ 494427 w 7467600"/>
              <a:gd name="connsiteY722" fmla="*/ 1092333 h 6858000"/>
              <a:gd name="connsiteX723" fmla="*/ 506322 w 7467600"/>
              <a:gd name="connsiteY723" fmla="*/ 1020997 h 6858000"/>
              <a:gd name="connsiteX724" fmla="*/ 4570198 w 7467600"/>
              <a:gd name="connsiteY724" fmla="*/ 978081 h 6858000"/>
              <a:gd name="connsiteX725" fmla="*/ 4523691 w 7467600"/>
              <a:gd name="connsiteY725" fmla="*/ 1127776 h 6858000"/>
              <a:gd name="connsiteX726" fmla="*/ 4509875 w 7467600"/>
              <a:gd name="connsiteY726" fmla="*/ 1167552 h 6858000"/>
              <a:gd name="connsiteX727" fmla="*/ 4478168 w 7467600"/>
              <a:gd name="connsiteY727" fmla="*/ 1260735 h 6858000"/>
              <a:gd name="connsiteX728" fmla="*/ 4409309 w 7467600"/>
              <a:gd name="connsiteY728" fmla="*/ 1666996 h 6858000"/>
              <a:gd name="connsiteX729" fmla="*/ 4370031 w 7467600"/>
              <a:gd name="connsiteY729" fmla="*/ 1955666 h 6858000"/>
              <a:gd name="connsiteX730" fmla="*/ 4570198 w 7467600"/>
              <a:gd name="connsiteY730" fmla="*/ 978081 h 6858000"/>
              <a:gd name="connsiteX731" fmla="*/ 4557898 w 7467600"/>
              <a:gd name="connsiteY731" fmla="*/ 900011 h 6858000"/>
              <a:gd name="connsiteX732" fmla="*/ 4344840 w 7467600"/>
              <a:gd name="connsiteY732" fmla="*/ 1922038 h 6858000"/>
              <a:gd name="connsiteX733" fmla="*/ 4378710 w 7467600"/>
              <a:gd name="connsiteY733" fmla="*/ 1665516 h 6858000"/>
              <a:gd name="connsiteX734" fmla="*/ 4448798 w 7467600"/>
              <a:gd name="connsiteY734" fmla="*/ 1253024 h 6858000"/>
              <a:gd name="connsiteX735" fmla="*/ 4480315 w 7467600"/>
              <a:gd name="connsiteY735" fmla="*/ 1158454 h 6858000"/>
              <a:gd name="connsiteX736" fmla="*/ 4494133 w 7467600"/>
              <a:gd name="connsiteY736" fmla="*/ 1118676 h 6858000"/>
              <a:gd name="connsiteX737" fmla="*/ 4557898 w 7467600"/>
              <a:gd name="connsiteY737" fmla="*/ 900011 h 6858000"/>
              <a:gd name="connsiteX738" fmla="*/ 5870151 w 7467600"/>
              <a:gd name="connsiteY738" fmla="*/ 898890 h 6858000"/>
              <a:gd name="connsiteX739" fmla="*/ 5861335 w 7467600"/>
              <a:gd name="connsiteY739" fmla="*/ 899177 h 6858000"/>
              <a:gd name="connsiteX740" fmla="*/ 5843702 w 7467600"/>
              <a:gd name="connsiteY740" fmla="*/ 899748 h 6858000"/>
              <a:gd name="connsiteX741" fmla="*/ 5651107 w 7467600"/>
              <a:gd name="connsiteY741" fmla="*/ 920306 h 6858000"/>
              <a:gd name="connsiteX742" fmla="*/ 5459407 w 7467600"/>
              <a:gd name="connsiteY742" fmla="*/ 940975 h 6858000"/>
              <a:gd name="connsiteX743" fmla="*/ 5374846 w 7467600"/>
              <a:gd name="connsiteY743" fmla="*/ 941988 h 6858000"/>
              <a:gd name="connsiteX744" fmla="*/ 5256105 w 7467600"/>
              <a:gd name="connsiteY744" fmla="*/ 945632 h 6858000"/>
              <a:gd name="connsiteX745" fmla="*/ 5107071 w 7467600"/>
              <a:gd name="connsiteY745" fmla="*/ 969720 h 6858000"/>
              <a:gd name="connsiteX746" fmla="*/ 4998681 w 7467600"/>
              <a:gd name="connsiteY746" fmla="*/ 988771 h 6858000"/>
              <a:gd name="connsiteX747" fmla="*/ 5870151 w 7467600"/>
              <a:gd name="connsiteY747" fmla="*/ 898890 h 6858000"/>
              <a:gd name="connsiteX748" fmla="*/ 5504425 w 7467600"/>
              <a:gd name="connsiteY748" fmla="*/ 848067 h 6858000"/>
              <a:gd name="connsiteX749" fmla="*/ 4968849 w 7467600"/>
              <a:gd name="connsiteY749" fmla="*/ 962318 h 6858000"/>
              <a:gd name="connsiteX750" fmla="*/ 5104039 w 7467600"/>
              <a:gd name="connsiteY750" fmla="*/ 940634 h 6858000"/>
              <a:gd name="connsiteX751" fmla="*/ 5256311 w 7467600"/>
              <a:gd name="connsiteY751" fmla="*/ 916490 h 6858000"/>
              <a:gd name="connsiteX752" fmla="*/ 5377381 w 7467600"/>
              <a:gd name="connsiteY752" fmla="*/ 912671 h 6858000"/>
              <a:gd name="connsiteX753" fmla="*/ 5460148 w 7467600"/>
              <a:gd name="connsiteY753" fmla="*/ 911442 h 6858000"/>
              <a:gd name="connsiteX754" fmla="*/ 5648971 w 7467600"/>
              <a:gd name="connsiteY754" fmla="*/ 891331 h 6858000"/>
              <a:gd name="connsiteX755" fmla="*/ 5844807 w 7467600"/>
              <a:gd name="connsiteY755" fmla="*/ 870718 h 6858000"/>
              <a:gd name="connsiteX756" fmla="*/ 5862975 w 7467600"/>
              <a:gd name="connsiteY756" fmla="*/ 869756 h 6858000"/>
              <a:gd name="connsiteX757" fmla="*/ 5920887 w 7467600"/>
              <a:gd name="connsiteY757" fmla="*/ 865929 h 6858000"/>
              <a:gd name="connsiteX758" fmla="*/ 5504425 w 7467600"/>
              <a:gd name="connsiteY758" fmla="*/ 848067 h 6858000"/>
              <a:gd name="connsiteX759" fmla="*/ 3607114 w 7467600"/>
              <a:gd name="connsiteY759" fmla="*/ 467441 h 6858000"/>
              <a:gd name="connsiteX760" fmla="*/ 3296242 w 7467600"/>
              <a:gd name="connsiteY760" fmla="*/ 807991 h 6858000"/>
              <a:gd name="connsiteX761" fmla="*/ 3174674 w 7467600"/>
              <a:gd name="connsiteY761" fmla="*/ 919759 h 6858000"/>
              <a:gd name="connsiteX762" fmla="*/ 3042978 w 7467600"/>
              <a:gd name="connsiteY762" fmla="*/ 1054894 h 6858000"/>
              <a:gd name="connsiteX763" fmla="*/ 2968914 w 7467600"/>
              <a:gd name="connsiteY763" fmla="*/ 1133756 h 6858000"/>
              <a:gd name="connsiteX764" fmla="*/ 3103823 w 7467600"/>
              <a:gd name="connsiteY764" fmla="*/ 1026814 h 6858000"/>
              <a:gd name="connsiteX765" fmla="*/ 3607114 w 7467600"/>
              <a:gd name="connsiteY765" fmla="*/ 467441 h 6858000"/>
              <a:gd name="connsiteX766" fmla="*/ 3744487 w 7467600"/>
              <a:gd name="connsiteY766" fmla="*/ 383136 h 6858000"/>
              <a:gd name="connsiteX767" fmla="*/ 3970213 w 7467600"/>
              <a:gd name="connsiteY767" fmla="*/ 995559 h 6858000"/>
              <a:gd name="connsiteX768" fmla="*/ 3744487 w 7467600"/>
              <a:gd name="connsiteY768" fmla="*/ 383136 h 6858000"/>
              <a:gd name="connsiteX769" fmla="*/ 3624562 w 7467600"/>
              <a:gd name="connsiteY769" fmla="*/ 367041 h 6858000"/>
              <a:gd name="connsiteX770" fmla="*/ 3489712 w 7467600"/>
              <a:gd name="connsiteY770" fmla="*/ 485386 h 6858000"/>
              <a:gd name="connsiteX771" fmla="*/ 3182994 w 7467600"/>
              <a:gd name="connsiteY771" fmla="*/ 828265 h 6858000"/>
              <a:gd name="connsiteX772" fmla="*/ 2892114 w 7467600"/>
              <a:gd name="connsiteY772" fmla="*/ 1172635 h 6858000"/>
              <a:gd name="connsiteX773" fmla="*/ 3021459 w 7467600"/>
              <a:gd name="connsiteY773" fmla="*/ 1035385 h 6858000"/>
              <a:gd name="connsiteX774" fmla="*/ 3153873 w 7467600"/>
              <a:gd name="connsiteY774" fmla="*/ 898971 h 6858000"/>
              <a:gd name="connsiteX775" fmla="*/ 3276511 w 7467600"/>
              <a:gd name="connsiteY775" fmla="*/ 786423 h 6858000"/>
              <a:gd name="connsiteX776" fmla="*/ 3584154 w 7467600"/>
              <a:gd name="connsiteY776" fmla="*/ 448218 h 6858000"/>
              <a:gd name="connsiteX777" fmla="*/ 3624562 w 7467600"/>
              <a:gd name="connsiteY777" fmla="*/ 367041 h 6858000"/>
              <a:gd name="connsiteX778" fmla="*/ 3766672 w 7467600"/>
              <a:gd name="connsiteY778" fmla="*/ 359429 h 6858000"/>
              <a:gd name="connsiteX779" fmla="*/ 3996338 w 7467600"/>
              <a:gd name="connsiteY779" fmla="*/ 968237 h 6858000"/>
              <a:gd name="connsiteX780" fmla="*/ 3766672 w 7467600"/>
              <a:gd name="connsiteY780" fmla="*/ 359429 h 6858000"/>
              <a:gd name="connsiteX781" fmla="*/ 5805386 w 7467600"/>
              <a:gd name="connsiteY781" fmla="*/ 239240 h 6858000"/>
              <a:gd name="connsiteX782" fmla="*/ 5736947 w 7467600"/>
              <a:gd name="connsiteY782" fmla="*/ 261367 h 6858000"/>
              <a:gd name="connsiteX783" fmla="*/ 5427012 w 7467600"/>
              <a:gd name="connsiteY783" fmla="*/ 311272 h 6858000"/>
              <a:gd name="connsiteX784" fmla="*/ 5147818 w 7467600"/>
              <a:gd name="connsiteY784" fmla="*/ 322112 h 6858000"/>
              <a:gd name="connsiteX785" fmla="*/ 5060854 w 7467600"/>
              <a:gd name="connsiteY785" fmla="*/ 311882 h 6858000"/>
              <a:gd name="connsiteX786" fmla="*/ 4945989 w 7467600"/>
              <a:gd name="connsiteY786" fmla="*/ 300516 h 6858000"/>
              <a:gd name="connsiteX787" fmla="*/ 5410479 w 7467600"/>
              <a:gd name="connsiteY787" fmla="*/ 348434 h 6858000"/>
              <a:gd name="connsiteX788" fmla="*/ 5805386 w 7467600"/>
              <a:gd name="connsiteY788" fmla="*/ 239240 h 6858000"/>
              <a:gd name="connsiteX789" fmla="*/ 5905192 w 7467600"/>
              <a:gd name="connsiteY789" fmla="*/ 163079 h 6858000"/>
              <a:gd name="connsiteX790" fmla="*/ 5865655 w 7467600"/>
              <a:gd name="connsiteY790" fmla="*/ 171901 h 6858000"/>
              <a:gd name="connsiteX791" fmla="*/ 5259740 w 7467600"/>
              <a:gd name="connsiteY791" fmla="*/ 257013 h 6858000"/>
              <a:gd name="connsiteX792" fmla="*/ 5208466 w 7467600"/>
              <a:gd name="connsiteY792" fmla="*/ 257550 h 6858000"/>
              <a:gd name="connsiteX793" fmla="*/ 4980204 w 7467600"/>
              <a:gd name="connsiteY793" fmla="*/ 271903 h 6858000"/>
              <a:gd name="connsiteX794" fmla="*/ 5068068 w 7467600"/>
              <a:gd name="connsiteY794" fmla="*/ 282244 h 6858000"/>
              <a:gd name="connsiteX795" fmla="*/ 5153231 w 7467600"/>
              <a:gd name="connsiteY795" fmla="*/ 292240 h 6858000"/>
              <a:gd name="connsiteX796" fmla="*/ 5426491 w 7467600"/>
              <a:gd name="connsiteY796" fmla="*/ 281128 h 6858000"/>
              <a:gd name="connsiteX797" fmla="*/ 5731212 w 7467600"/>
              <a:gd name="connsiteY797" fmla="*/ 231951 h 6858000"/>
              <a:gd name="connsiteX798" fmla="*/ 5905192 w 7467600"/>
              <a:gd name="connsiteY798" fmla="*/ 163079 h 6858000"/>
              <a:gd name="connsiteX799" fmla="*/ 5944437 w 7467600"/>
              <a:gd name="connsiteY799" fmla="*/ 113829 h 6858000"/>
              <a:gd name="connsiteX800" fmla="*/ 5825032 w 7467600"/>
              <a:gd name="connsiteY800" fmla="*/ 146405 h 6858000"/>
              <a:gd name="connsiteX801" fmla="*/ 4955599 w 7467600"/>
              <a:gd name="connsiteY801" fmla="*/ 247008 h 6858000"/>
              <a:gd name="connsiteX802" fmla="*/ 5210104 w 7467600"/>
              <a:gd name="connsiteY802" fmla="*/ 228123 h 6858000"/>
              <a:gd name="connsiteX803" fmla="*/ 5261015 w 7467600"/>
              <a:gd name="connsiteY803" fmla="*/ 227087 h 6858000"/>
              <a:gd name="connsiteX804" fmla="*/ 5861181 w 7467600"/>
              <a:gd name="connsiteY804" fmla="*/ 143093 h 6858000"/>
              <a:gd name="connsiteX805" fmla="*/ 5961252 w 7467600"/>
              <a:gd name="connsiteY805" fmla="*/ 114820 h 6858000"/>
              <a:gd name="connsiteX806" fmla="*/ 5944437 w 7467600"/>
              <a:gd name="connsiteY806" fmla="*/ 113829 h 6858000"/>
              <a:gd name="connsiteX807" fmla="*/ 3882765 w 7467600"/>
              <a:gd name="connsiteY807" fmla="*/ 0 h 6858000"/>
              <a:gd name="connsiteX808" fmla="*/ 3995099 w 7467600"/>
              <a:gd name="connsiteY808" fmla="*/ 0 h 6858000"/>
              <a:gd name="connsiteX809" fmla="*/ 4163818 w 7467600"/>
              <a:gd name="connsiteY809" fmla="*/ 234104 h 6858000"/>
              <a:gd name="connsiteX810" fmla="*/ 4172099 w 7467600"/>
              <a:gd name="connsiteY810" fmla="*/ 234207 h 6858000"/>
              <a:gd name="connsiteX811" fmla="*/ 4784282 w 7467600"/>
              <a:gd name="connsiteY811" fmla="*/ 276561 h 6858000"/>
              <a:gd name="connsiteX812" fmla="*/ 4801687 w 7467600"/>
              <a:gd name="connsiteY812" fmla="*/ 267764 h 6858000"/>
              <a:gd name="connsiteX813" fmla="*/ 6082788 w 7467600"/>
              <a:gd name="connsiteY813" fmla="*/ 64119 h 6858000"/>
              <a:gd name="connsiteX814" fmla="*/ 6099442 w 7467600"/>
              <a:gd name="connsiteY814" fmla="*/ 82568 h 6858000"/>
              <a:gd name="connsiteX815" fmla="*/ 4804137 w 7467600"/>
              <a:gd name="connsiteY815" fmla="*/ 320931 h 6858000"/>
              <a:gd name="connsiteX816" fmla="*/ 4227047 w 7467600"/>
              <a:gd name="connsiteY816" fmla="*/ 313415 h 6858000"/>
              <a:gd name="connsiteX817" fmla="*/ 4346041 w 7467600"/>
              <a:gd name="connsiteY817" fmla="*/ 456086 h 6858000"/>
              <a:gd name="connsiteX818" fmla="*/ 4870967 w 7467600"/>
              <a:gd name="connsiteY818" fmla="*/ 963061 h 6858000"/>
              <a:gd name="connsiteX819" fmla="*/ 4889647 w 7467600"/>
              <a:gd name="connsiteY819" fmla="*/ 957147 h 6858000"/>
              <a:gd name="connsiteX820" fmla="*/ 5422504 w 7467600"/>
              <a:gd name="connsiteY820" fmla="*/ 805191 h 6858000"/>
              <a:gd name="connsiteX821" fmla="*/ 6087656 w 7467600"/>
              <a:gd name="connsiteY821" fmla="*/ 826703 h 6858000"/>
              <a:gd name="connsiteX822" fmla="*/ 6058717 w 7467600"/>
              <a:gd name="connsiteY822" fmla="*/ 865992 h 6858000"/>
              <a:gd name="connsiteX823" fmla="*/ 4974153 w 7467600"/>
              <a:gd name="connsiteY823" fmla="*/ 1045456 h 6858000"/>
              <a:gd name="connsiteX824" fmla="*/ 5627835 w 7467600"/>
              <a:gd name="connsiteY824" fmla="*/ 1472077 h 6858000"/>
              <a:gd name="connsiteX825" fmla="*/ 5629817 w 7467600"/>
              <a:gd name="connsiteY825" fmla="*/ 1471412 h 6858000"/>
              <a:gd name="connsiteX826" fmla="*/ 5634124 w 7467600"/>
              <a:gd name="connsiteY826" fmla="*/ 1470572 h 6858000"/>
              <a:gd name="connsiteX827" fmla="*/ 5755832 w 7467600"/>
              <a:gd name="connsiteY827" fmla="*/ 1383886 h 6858000"/>
              <a:gd name="connsiteX828" fmla="*/ 6014186 w 7467600"/>
              <a:gd name="connsiteY828" fmla="*/ 1279799 h 6858000"/>
              <a:gd name="connsiteX829" fmla="*/ 6901619 w 7467600"/>
              <a:gd name="connsiteY829" fmla="*/ 1047874 h 6858000"/>
              <a:gd name="connsiteX830" fmla="*/ 6931566 w 7467600"/>
              <a:gd name="connsiteY830" fmla="*/ 1062034 h 6858000"/>
              <a:gd name="connsiteX831" fmla="*/ 5790982 w 7467600"/>
              <a:gd name="connsiteY831" fmla="*/ 1561380 h 6858000"/>
              <a:gd name="connsiteX832" fmla="*/ 6188971 w 7467600"/>
              <a:gd name="connsiteY832" fmla="*/ 1755168 h 6858000"/>
              <a:gd name="connsiteX833" fmla="*/ 6202446 w 7467600"/>
              <a:gd name="connsiteY833" fmla="*/ 1752268 h 6858000"/>
              <a:gd name="connsiteX834" fmla="*/ 7179560 w 7467600"/>
              <a:gd name="connsiteY834" fmla="*/ 1467551 h 6858000"/>
              <a:gd name="connsiteX835" fmla="*/ 7158730 w 7467600"/>
              <a:gd name="connsiteY835" fmla="*/ 1507835 h 6858000"/>
              <a:gd name="connsiteX836" fmla="*/ 6326959 w 7467600"/>
              <a:gd name="connsiteY836" fmla="*/ 1817686 h 6858000"/>
              <a:gd name="connsiteX837" fmla="*/ 6537433 w 7467600"/>
              <a:gd name="connsiteY837" fmla="*/ 1907790 h 6858000"/>
              <a:gd name="connsiteX838" fmla="*/ 6550221 w 7467600"/>
              <a:gd name="connsiteY838" fmla="*/ 1910729 h 6858000"/>
              <a:gd name="connsiteX839" fmla="*/ 6964438 w 7467600"/>
              <a:gd name="connsiteY839" fmla="*/ 2209505 h 6858000"/>
              <a:gd name="connsiteX840" fmla="*/ 7367862 w 7467600"/>
              <a:gd name="connsiteY840" fmla="*/ 2806833 h 6858000"/>
              <a:gd name="connsiteX841" fmla="*/ 7364329 w 7467600"/>
              <a:gd name="connsiteY841" fmla="*/ 2826907 h 6858000"/>
              <a:gd name="connsiteX842" fmla="*/ 7290545 w 7467600"/>
              <a:gd name="connsiteY842" fmla="*/ 2850663 h 6858000"/>
              <a:gd name="connsiteX843" fmla="*/ 6472036 w 7467600"/>
              <a:gd name="connsiteY843" fmla="*/ 1959003 h 6858000"/>
              <a:gd name="connsiteX844" fmla="*/ 5792897 w 7467600"/>
              <a:gd name="connsiteY844" fmla="*/ 1647747 h 6858000"/>
              <a:gd name="connsiteX845" fmla="*/ 5842751 w 7467600"/>
              <a:gd name="connsiteY845" fmla="*/ 1816112 h 6858000"/>
              <a:gd name="connsiteX846" fmla="*/ 5847424 w 7467600"/>
              <a:gd name="connsiteY846" fmla="*/ 1815776 h 6858000"/>
              <a:gd name="connsiteX847" fmla="*/ 6399821 w 7467600"/>
              <a:gd name="connsiteY847" fmla="*/ 2344799 h 6858000"/>
              <a:gd name="connsiteX848" fmla="*/ 6323232 w 7467600"/>
              <a:gd name="connsiteY848" fmla="*/ 2389634 h 6858000"/>
              <a:gd name="connsiteX849" fmla="*/ 5942958 w 7467600"/>
              <a:gd name="connsiteY849" fmla="*/ 2077708 h 6858000"/>
              <a:gd name="connsiteX850" fmla="*/ 5921559 w 7467600"/>
              <a:gd name="connsiteY850" fmla="*/ 2378596 h 6858000"/>
              <a:gd name="connsiteX851" fmla="*/ 5817651 w 7467600"/>
              <a:gd name="connsiteY851" fmla="*/ 3023919 h 6858000"/>
              <a:gd name="connsiteX852" fmla="*/ 5729634 w 7467600"/>
              <a:gd name="connsiteY852" fmla="*/ 3051849 h 6858000"/>
              <a:gd name="connsiteX853" fmla="*/ 5611018 w 7467600"/>
              <a:gd name="connsiteY853" fmla="*/ 2316769 h 6858000"/>
              <a:gd name="connsiteX854" fmla="*/ 5687608 w 7467600"/>
              <a:gd name="connsiteY854" fmla="*/ 2039972 h 6858000"/>
              <a:gd name="connsiteX855" fmla="*/ 5657554 w 7467600"/>
              <a:gd name="connsiteY855" fmla="*/ 1576445 h 6858000"/>
              <a:gd name="connsiteX856" fmla="*/ 5150475 w 7467600"/>
              <a:gd name="connsiteY856" fmla="*/ 1274012 h 6858000"/>
              <a:gd name="connsiteX857" fmla="*/ 5349142 w 7467600"/>
              <a:gd name="connsiteY857" fmla="*/ 2204405 h 6858000"/>
              <a:gd name="connsiteX858" fmla="*/ 5262214 w 7467600"/>
              <a:gd name="connsiteY858" fmla="*/ 2233836 h 6858000"/>
              <a:gd name="connsiteX859" fmla="*/ 4981539 w 7467600"/>
              <a:gd name="connsiteY859" fmla="*/ 1542201 h 6858000"/>
              <a:gd name="connsiteX860" fmla="*/ 4958461 w 7467600"/>
              <a:gd name="connsiteY860" fmla="*/ 1136957 h 6858000"/>
              <a:gd name="connsiteX861" fmla="*/ 4655015 w 7467600"/>
              <a:gd name="connsiteY861" fmla="*/ 891426 h 6858000"/>
              <a:gd name="connsiteX862" fmla="*/ 4348002 w 7467600"/>
              <a:gd name="connsiteY862" fmla="*/ 2205895 h 6858000"/>
              <a:gd name="connsiteX863" fmla="*/ 4262250 w 7467600"/>
              <a:gd name="connsiteY863" fmla="*/ 2219972 h 6858000"/>
              <a:gd name="connsiteX864" fmla="*/ 4550611 w 7467600"/>
              <a:gd name="connsiteY864" fmla="*/ 817540 h 6858000"/>
              <a:gd name="connsiteX865" fmla="*/ 4564418 w 7467600"/>
              <a:gd name="connsiteY865" fmla="*/ 808293 h 6858000"/>
              <a:gd name="connsiteX866" fmla="*/ 4266388 w 7467600"/>
              <a:gd name="connsiteY866" fmla="*/ 500083 h 6858000"/>
              <a:gd name="connsiteX867" fmla="*/ 4032842 w 7467600"/>
              <a:gd name="connsiteY867" fmla="*/ 211809 h 6858000"/>
              <a:gd name="connsiteX868" fmla="*/ 3882765 w 7467600"/>
              <a:gd name="connsiteY868" fmla="*/ 0 h 6858000"/>
              <a:gd name="connsiteX869" fmla="*/ 3721337 w 7467600"/>
              <a:gd name="connsiteY869" fmla="*/ 0 h 6858000"/>
              <a:gd name="connsiteX870" fmla="*/ 3797544 w 7467600"/>
              <a:gd name="connsiteY870" fmla="*/ 0 h 6858000"/>
              <a:gd name="connsiteX871" fmla="*/ 3775734 w 7467600"/>
              <a:gd name="connsiteY871" fmla="*/ 95131 h 6858000"/>
              <a:gd name="connsiteX872" fmla="*/ 3724807 w 7467600"/>
              <a:gd name="connsiteY872" fmla="*/ 272257 h 6858000"/>
              <a:gd name="connsiteX873" fmla="*/ 3726844 w 7467600"/>
              <a:gd name="connsiteY873" fmla="*/ 282988 h 6858000"/>
              <a:gd name="connsiteX874" fmla="*/ 3742664 w 7467600"/>
              <a:gd name="connsiteY874" fmla="*/ 279918 h 6858000"/>
              <a:gd name="connsiteX875" fmla="*/ 4103910 w 7467600"/>
              <a:gd name="connsiteY875" fmla="*/ 1161917 h 6858000"/>
              <a:gd name="connsiteX876" fmla="*/ 4020269 w 7467600"/>
              <a:gd name="connsiteY876" fmla="*/ 1200406 h 6858000"/>
              <a:gd name="connsiteX877" fmla="*/ 3674882 w 7467600"/>
              <a:gd name="connsiteY877" fmla="*/ 488524 h 6858000"/>
              <a:gd name="connsiteX878" fmla="*/ 3132682 w 7467600"/>
              <a:gd name="connsiteY878" fmla="*/ 1072284 h 6858000"/>
              <a:gd name="connsiteX879" fmla="*/ 2716346 w 7467600"/>
              <a:gd name="connsiteY879" fmla="*/ 1276376 h 6858000"/>
              <a:gd name="connsiteX880" fmla="*/ 2716772 w 7467600"/>
              <a:gd name="connsiteY880" fmla="*/ 1255462 h 6858000"/>
              <a:gd name="connsiteX881" fmla="*/ 3471096 w 7467600"/>
              <a:gd name="connsiteY881" fmla="*/ 437072 h 6858000"/>
              <a:gd name="connsiteX882" fmla="*/ 3639057 w 7467600"/>
              <a:gd name="connsiteY882" fmla="*/ 286334 h 6858000"/>
              <a:gd name="connsiteX883" fmla="*/ 3640309 w 7467600"/>
              <a:gd name="connsiteY883" fmla="*/ 284664 h 6858000"/>
              <a:gd name="connsiteX884" fmla="*/ 3646022 w 7467600"/>
              <a:gd name="connsiteY884" fmla="*/ 276711 h 6858000"/>
              <a:gd name="connsiteX885" fmla="*/ 3707943 w 7467600"/>
              <a:gd name="connsiteY885" fmla="*/ 65958 h 6858000"/>
              <a:gd name="connsiteX886" fmla="*/ 3721337 w 7467600"/>
              <a:gd name="connsiteY886" fmla="*/ 0 h 6858000"/>
              <a:gd name="connsiteX887" fmla="*/ 2867960 w 7467600"/>
              <a:gd name="connsiteY887" fmla="*/ 0 h 6858000"/>
              <a:gd name="connsiteX888" fmla="*/ 2926351 w 7467600"/>
              <a:gd name="connsiteY888" fmla="*/ 0 h 6858000"/>
              <a:gd name="connsiteX889" fmla="*/ 2902823 w 7467600"/>
              <a:gd name="connsiteY889" fmla="*/ 262929 h 6858000"/>
              <a:gd name="connsiteX890" fmla="*/ 2940663 w 7467600"/>
              <a:gd name="connsiteY890" fmla="*/ 140884 h 6858000"/>
              <a:gd name="connsiteX891" fmla="*/ 2947039 w 7467600"/>
              <a:gd name="connsiteY891" fmla="*/ 122524 h 6858000"/>
              <a:gd name="connsiteX892" fmla="*/ 2984316 w 7467600"/>
              <a:gd name="connsiteY892" fmla="*/ 0 h 6858000"/>
              <a:gd name="connsiteX893" fmla="*/ 3016114 w 7467600"/>
              <a:gd name="connsiteY893" fmla="*/ 0 h 6858000"/>
              <a:gd name="connsiteX894" fmla="*/ 2979949 w 7467600"/>
              <a:gd name="connsiteY894" fmla="*/ 119274 h 6858000"/>
              <a:gd name="connsiteX895" fmla="*/ 3023879 w 7467600"/>
              <a:gd name="connsiteY895" fmla="*/ 0 h 6858000"/>
              <a:gd name="connsiteX896" fmla="*/ 3105400 w 7467600"/>
              <a:gd name="connsiteY896" fmla="*/ 0 h 6858000"/>
              <a:gd name="connsiteX897" fmla="*/ 3094669 w 7467600"/>
              <a:gd name="connsiteY897" fmla="*/ 30308 h 6858000"/>
              <a:gd name="connsiteX898" fmla="*/ 2901945 w 7467600"/>
              <a:gd name="connsiteY898" fmla="*/ 466538 h 6858000"/>
              <a:gd name="connsiteX899" fmla="*/ 2815209 w 7467600"/>
              <a:gd name="connsiteY899" fmla="*/ 497361 h 6858000"/>
              <a:gd name="connsiteX900" fmla="*/ 2844845 w 7467600"/>
              <a:gd name="connsiteY900" fmla="*/ 127638 h 6858000"/>
              <a:gd name="connsiteX901" fmla="*/ 2867960 w 7467600"/>
              <a:gd name="connsiteY901" fmla="*/ 0 h 6858000"/>
              <a:gd name="connsiteX902" fmla="*/ 1057230 w 7467600"/>
              <a:gd name="connsiteY902" fmla="*/ 0 h 6858000"/>
              <a:gd name="connsiteX903" fmla="*/ 1111003 w 7467600"/>
              <a:gd name="connsiteY903" fmla="*/ 0 h 6858000"/>
              <a:gd name="connsiteX904" fmla="*/ 1125553 w 7467600"/>
              <a:gd name="connsiteY904" fmla="*/ 52588 h 6858000"/>
              <a:gd name="connsiteX905" fmla="*/ 1304276 w 7467600"/>
              <a:gd name="connsiteY905" fmla="*/ 476275 h 6858000"/>
              <a:gd name="connsiteX906" fmla="*/ 1492066 w 7467600"/>
              <a:gd name="connsiteY906" fmla="*/ 886333 h 6858000"/>
              <a:gd name="connsiteX907" fmla="*/ 1423698 w 7467600"/>
              <a:gd name="connsiteY907" fmla="*/ 710817 h 6858000"/>
              <a:gd name="connsiteX908" fmla="*/ 1357609 w 7467600"/>
              <a:gd name="connsiteY908" fmla="*/ 532892 h 6858000"/>
              <a:gd name="connsiteX909" fmla="*/ 1309550 w 7467600"/>
              <a:gd name="connsiteY909" fmla="*/ 374031 h 6858000"/>
              <a:gd name="connsiteX910" fmla="*/ 1193673 w 7467600"/>
              <a:gd name="connsiteY910" fmla="*/ 49533 h 6858000"/>
              <a:gd name="connsiteX911" fmla="*/ 1164391 w 7467600"/>
              <a:gd name="connsiteY911" fmla="*/ 0 h 6858000"/>
              <a:gd name="connsiteX912" fmla="*/ 1200666 w 7467600"/>
              <a:gd name="connsiteY912" fmla="*/ 0 h 6858000"/>
              <a:gd name="connsiteX913" fmla="*/ 1223408 w 7467600"/>
              <a:gd name="connsiteY913" fmla="*/ 38996 h 6858000"/>
              <a:gd name="connsiteX914" fmla="*/ 1339635 w 7467600"/>
              <a:gd name="connsiteY914" fmla="*/ 365517 h 6858000"/>
              <a:gd name="connsiteX915" fmla="*/ 1387469 w 7467600"/>
              <a:gd name="connsiteY915" fmla="*/ 523079 h 6858000"/>
              <a:gd name="connsiteX916" fmla="*/ 1452685 w 7467600"/>
              <a:gd name="connsiteY916" fmla="*/ 699806 h 6858000"/>
              <a:gd name="connsiteX917" fmla="*/ 1492092 w 7467600"/>
              <a:gd name="connsiteY917" fmla="*/ 800424 h 6858000"/>
              <a:gd name="connsiteX918" fmla="*/ 1455302 w 7467600"/>
              <a:gd name="connsiteY918" fmla="*/ 632913 h 6858000"/>
              <a:gd name="connsiteX919" fmla="*/ 1222336 w 7467600"/>
              <a:gd name="connsiteY919" fmla="*/ 9480 h 6858000"/>
              <a:gd name="connsiteX920" fmla="*/ 1214634 w 7467600"/>
              <a:gd name="connsiteY920" fmla="*/ 0 h 6858000"/>
              <a:gd name="connsiteX921" fmla="*/ 1289827 w 7467600"/>
              <a:gd name="connsiteY921" fmla="*/ 0 h 6858000"/>
              <a:gd name="connsiteX922" fmla="*/ 1321076 w 7467600"/>
              <a:gd name="connsiteY922" fmla="*/ 59722 h 6858000"/>
              <a:gd name="connsiteX923" fmla="*/ 1512579 w 7467600"/>
              <a:gd name="connsiteY923" fmla="*/ 626441 h 6858000"/>
              <a:gd name="connsiteX924" fmla="*/ 1506076 w 7467600"/>
              <a:gd name="connsiteY924" fmla="*/ 1089289 h 6858000"/>
              <a:gd name="connsiteX925" fmla="*/ 1486346 w 7467600"/>
              <a:gd name="connsiteY925" fmla="*/ 1079919 h 6858000"/>
              <a:gd name="connsiteX926" fmla="*/ 1070511 w 7467600"/>
              <a:gd name="connsiteY926" fmla="*/ 48609 h 6858000"/>
              <a:gd name="connsiteX927" fmla="*/ 1057230 w 7467600"/>
              <a:gd name="connsiteY927" fmla="*/ 0 h 6858000"/>
              <a:gd name="connsiteX928" fmla="*/ 43151 w 7467600"/>
              <a:gd name="connsiteY928" fmla="*/ 0 h 6858000"/>
              <a:gd name="connsiteX929" fmla="*/ 95283 w 7467600"/>
              <a:gd name="connsiteY929" fmla="*/ 0 h 6858000"/>
              <a:gd name="connsiteX930" fmla="*/ 300708 w 7467600"/>
              <a:gd name="connsiteY930" fmla="*/ 154571 h 6858000"/>
              <a:gd name="connsiteX931" fmla="*/ 530414 w 7467600"/>
              <a:gd name="connsiteY931" fmla="*/ 354673 h 6858000"/>
              <a:gd name="connsiteX932" fmla="*/ 333785 w 7467600"/>
              <a:gd name="connsiteY932" fmla="*/ 161564 h 6858000"/>
              <a:gd name="connsiteX933" fmla="*/ 147005 w 7467600"/>
              <a:gd name="connsiteY933" fmla="*/ 0 h 6858000"/>
              <a:gd name="connsiteX934" fmla="*/ 272509 w 7467600"/>
              <a:gd name="connsiteY934" fmla="*/ 0 h 6858000"/>
              <a:gd name="connsiteX935" fmla="*/ 326276 w 7467600"/>
              <a:gd name="connsiteY935" fmla="*/ 45847 h 6858000"/>
              <a:gd name="connsiteX936" fmla="*/ 823759 w 7467600"/>
              <a:gd name="connsiteY936" fmla="*/ 574145 h 6858000"/>
              <a:gd name="connsiteX937" fmla="*/ 811254 w 7467600"/>
              <a:gd name="connsiteY937" fmla="*/ 665546 h 6858000"/>
              <a:gd name="connsiteX938" fmla="*/ 154042 w 7467600"/>
              <a:gd name="connsiteY938" fmla="*/ 261522 h 6858000"/>
              <a:gd name="connsiteX939" fmla="*/ 13550 w 7467600"/>
              <a:gd name="connsiteY939" fmla="*/ 158423 h 6858000"/>
              <a:gd name="connsiteX940" fmla="*/ 0 w 7467600"/>
              <a:gd name="connsiteY940" fmla="*/ 146618 h 6858000"/>
              <a:gd name="connsiteX941" fmla="*/ 0 w 7467600"/>
              <a:gd name="connsiteY941" fmla="*/ 59161 h 6858000"/>
              <a:gd name="connsiteX942" fmla="*/ 45427 w 7467600"/>
              <a:gd name="connsiteY942" fmla="*/ 101078 h 6858000"/>
              <a:gd name="connsiteX943" fmla="*/ 630103 w 7467600"/>
              <a:gd name="connsiteY943" fmla="*/ 485885 h 6858000"/>
              <a:gd name="connsiteX944" fmla="*/ 532040 w 7467600"/>
              <a:gd name="connsiteY944" fmla="*/ 399359 h 6858000"/>
              <a:gd name="connsiteX945" fmla="*/ 517618 w 7467600"/>
              <a:gd name="connsiteY945" fmla="*/ 385726 h 6858000"/>
              <a:gd name="connsiteX946" fmla="*/ 285074 w 7467600"/>
              <a:gd name="connsiteY946" fmla="*/ 182755 h 6858000"/>
              <a:gd name="connsiteX947" fmla="*/ 43151 w 7467600"/>
              <a:gd name="connsiteY94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3615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1019354 w 7467600"/>
              <a:gd name="connsiteY15" fmla="*/ 6315006 h 6858000"/>
              <a:gd name="connsiteX16" fmla="*/ 441046 w 7467600"/>
              <a:gd name="connsiteY16" fmla="*/ 6691153 h 6858000"/>
              <a:gd name="connsiteX17" fmla="*/ 1019354 w 7467600"/>
              <a:gd name="connsiteY17" fmla="*/ 6315006 h 6858000"/>
              <a:gd name="connsiteX18" fmla="*/ 991680 w 7467600"/>
              <a:gd name="connsiteY18" fmla="*/ 6298413 h 6858000"/>
              <a:gd name="connsiteX19" fmla="*/ 409060 w 7467600"/>
              <a:gd name="connsiteY19" fmla="*/ 6671470 h 6858000"/>
              <a:gd name="connsiteX20" fmla="*/ 991680 w 7467600"/>
              <a:gd name="connsiteY20" fmla="*/ 6298413 h 6858000"/>
              <a:gd name="connsiteX21" fmla="*/ 103333 w 7467600"/>
              <a:gd name="connsiteY21" fmla="*/ 5699602 h 6858000"/>
              <a:gd name="connsiteX22" fmla="*/ 233938 w 7467600"/>
              <a:gd name="connsiteY22" fmla="*/ 5809416 h 6858000"/>
              <a:gd name="connsiteX23" fmla="*/ 883580 w 7467600"/>
              <a:gd name="connsiteY23" fmla="*/ 6180710 h 6858000"/>
              <a:gd name="connsiteX24" fmla="*/ 487337 w 7467600"/>
              <a:gd name="connsiteY24" fmla="*/ 5950182 h 6858000"/>
              <a:gd name="connsiteX25" fmla="*/ 354051 w 7467600"/>
              <a:gd name="connsiteY25" fmla="*/ 5854912 h 6858000"/>
              <a:gd name="connsiteX26" fmla="*/ 195436 w 7467600"/>
              <a:gd name="connsiteY26" fmla="*/ 5755068 h 6858000"/>
              <a:gd name="connsiteX27" fmla="*/ 103333 w 7467600"/>
              <a:gd name="connsiteY27" fmla="*/ 5699602 h 6858000"/>
              <a:gd name="connsiteX28" fmla="*/ 5539432 w 7467600"/>
              <a:gd name="connsiteY28" fmla="*/ 5642928 h 6858000"/>
              <a:gd name="connsiteX29" fmla="*/ 5555462 w 7467600"/>
              <a:gd name="connsiteY29" fmla="*/ 5694454 h 6858000"/>
              <a:gd name="connsiteX30" fmla="*/ 5828270 w 7467600"/>
              <a:gd name="connsiteY30" fmla="*/ 6320663 h 6858000"/>
              <a:gd name="connsiteX31" fmla="*/ 5947416 w 7467600"/>
              <a:gd name="connsiteY31" fmla="*/ 6574846 h 6858000"/>
              <a:gd name="connsiteX32" fmla="*/ 5539432 w 7467600"/>
              <a:gd name="connsiteY32" fmla="*/ 5642928 h 6858000"/>
              <a:gd name="connsiteX33" fmla="*/ 51253 w 7467600"/>
              <a:gd name="connsiteY33" fmla="*/ 5631825 h 6858000"/>
              <a:gd name="connsiteX34" fmla="*/ 211622 w 7467600"/>
              <a:gd name="connsiteY34" fmla="*/ 5728803 h 6858000"/>
              <a:gd name="connsiteX35" fmla="*/ 371652 w 7467600"/>
              <a:gd name="connsiteY35" fmla="*/ 5829062 h 6858000"/>
              <a:gd name="connsiteX36" fmla="*/ 505903 w 7467600"/>
              <a:gd name="connsiteY36" fmla="*/ 5925221 h 6858000"/>
              <a:gd name="connsiteX37" fmla="*/ 899240 w 7467600"/>
              <a:gd name="connsiteY37" fmla="*/ 6153068 h 6858000"/>
              <a:gd name="connsiteX38" fmla="*/ 988114 w 7467600"/>
              <a:gd name="connsiteY38" fmla="*/ 6174204 h 6858000"/>
              <a:gd name="connsiteX39" fmla="*/ 845971 w 7467600"/>
              <a:gd name="connsiteY39" fmla="*/ 6067177 h 6858000"/>
              <a:gd name="connsiteX40" fmla="*/ 448057 w 7467600"/>
              <a:gd name="connsiteY40" fmla="*/ 5841376 h 6858000"/>
              <a:gd name="connsiteX41" fmla="*/ 51253 w 7467600"/>
              <a:gd name="connsiteY41" fmla="*/ 5631825 h 6858000"/>
              <a:gd name="connsiteX42" fmla="*/ 2606687 w 7467600"/>
              <a:gd name="connsiteY42" fmla="*/ 5630718 h 6858000"/>
              <a:gd name="connsiteX43" fmla="*/ 2645658 w 7467600"/>
              <a:gd name="connsiteY43" fmla="*/ 6640259 h 6858000"/>
              <a:gd name="connsiteX44" fmla="*/ 2606687 w 7467600"/>
              <a:gd name="connsiteY44" fmla="*/ 5630718 h 6858000"/>
              <a:gd name="connsiteX45" fmla="*/ 3642057 w 7467600"/>
              <a:gd name="connsiteY45" fmla="*/ 5573487 h 6858000"/>
              <a:gd name="connsiteX46" fmla="*/ 3632981 w 7467600"/>
              <a:gd name="connsiteY46" fmla="*/ 5579437 h 6858000"/>
              <a:gd name="connsiteX47" fmla="*/ 3382436 w 7467600"/>
              <a:gd name="connsiteY47" fmla="*/ 5952726 h 6858000"/>
              <a:gd name="connsiteX48" fmla="*/ 3191929 w 7467600"/>
              <a:gd name="connsiteY48" fmla="*/ 6662669 h 6858000"/>
              <a:gd name="connsiteX49" fmla="*/ 3369898 w 7467600"/>
              <a:gd name="connsiteY49" fmla="*/ 6081771 h 6858000"/>
              <a:gd name="connsiteX50" fmla="*/ 3642057 w 7467600"/>
              <a:gd name="connsiteY50" fmla="*/ 5573487 h 6858000"/>
              <a:gd name="connsiteX51" fmla="*/ 2650666 w 7467600"/>
              <a:gd name="connsiteY51" fmla="*/ 5530686 h 6858000"/>
              <a:gd name="connsiteX52" fmla="*/ 2650249 w 7467600"/>
              <a:gd name="connsiteY52" fmla="*/ 5532101 h 6858000"/>
              <a:gd name="connsiteX53" fmla="*/ 2663808 w 7467600"/>
              <a:gd name="connsiteY53" fmla="*/ 6535215 h 6858000"/>
              <a:gd name="connsiteX54" fmla="*/ 2665418 w 7467600"/>
              <a:gd name="connsiteY54" fmla="*/ 6132756 h 6858000"/>
              <a:gd name="connsiteX55" fmla="*/ 2650666 w 7467600"/>
              <a:gd name="connsiteY55" fmla="*/ 5530686 h 6858000"/>
              <a:gd name="connsiteX56" fmla="*/ 2680277 w 7467600"/>
              <a:gd name="connsiteY56" fmla="*/ 5479204 h 6858000"/>
              <a:gd name="connsiteX57" fmla="*/ 2678972 w 7467600"/>
              <a:gd name="connsiteY57" fmla="*/ 5481582 h 6858000"/>
              <a:gd name="connsiteX58" fmla="*/ 2696666 w 7467600"/>
              <a:gd name="connsiteY58" fmla="*/ 6133836 h 6858000"/>
              <a:gd name="connsiteX59" fmla="*/ 2695769 w 7467600"/>
              <a:gd name="connsiteY59" fmla="*/ 6390955 h 6858000"/>
              <a:gd name="connsiteX60" fmla="*/ 2739893 w 7467600"/>
              <a:gd name="connsiteY60" fmla="*/ 6108357 h 6858000"/>
              <a:gd name="connsiteX61" fmla="*/ 2680277 w 7467600"/>
              <a:gd name="connsiteY61" fmla="*/ 5479204 h 6858000"/>
              <a:gd name="connsiteX62" fmla="*/ 1132195 w 7467600"/>
              <a:gd name="connsiteY62" fmla="*/ 5467980 h 6858000"/>
              <a:gd name="connsiteX63" fmla="*/ 1679056 w 7467600"/>
              <a:gd name="connsiteY63" fmla="*/ 5516907 h 6858000"/>
              <a:gd name="connsiteX64" fmla="*/ 2128648 w 7467600"/>
              <a:gd name="connsiteY64" fmla="*/ 5474249 h 6858000"/>
              <a:gd name="connsiteX65" fmla="*/ 1825619 w 7467600"/>
              <a:gd name="connsiteY65" fmla="*/ 5478447 h 6858000"/>
              <a:gd name="connsiteX66" fmla="*/ 1737798 w 7467600"/>
              <a:gd name="connsiteY66" fmla="*/ 5483353 h 6858000"/>
              <a:gd name="connsiteX67" fmla="*/ 1132195 w 7467600"/>
              <a:gd name="connsiteY67" fmla="*/ 5467980 h 6858000"/>
              <a:gd name="connsiteX68" fmla="*/ 1456157 w 7467600"/>
              <a:gd name="connsiteY68" fmla="*/ 5371404 h 6858000"/>
              <a:gd name="connsiteX69" fmla="*/ 1244432 w 7467600"/>
              <a:gd name="connsiteY69" fmla="*/ 5385601 h 6858000"/>
              <a:gd name="connsiteX70" fmla="*/ 973990 w 7467600"/>
              <a:gd name="connsiteY70" fmla="*/ 5424940 h 6858000"/>
              <a:gd name="connsiteX71" fmla="*/ 1103809 w 7467600"/>
              <a:gd name="connsiteY71" fmla="*/ 5433720 h 6858000"/>
              <a:gd name="connsiteX72" fmla="*/ 1123454 w 7467600"/>
              <a:gd name="connsiteY72" fmla="*/ 5435727 h 6858000"/>
              <a:gd name="connsiteX73" fmla="*/ 1737017 w 7467600"/>
              <a:gd name="connsiteY73" fmla="*/ 5452183 h 6858000"/>
              <a:gd name="connsiteX74" fmla="*/ 1824397 w 7467600"/>
              <a:gd name="connsiteY74" fmla="*/ 5447757 h 6858000"/>
              <a:gd name="connsiteX75" fmla="*/ 2070059 w 7467600"/>
              <a:gd name="connsiteY75" fmla="*/ 5441660 h 6858000"/>
              <a:gd name="connsiteX76" fmla="*/ 1456157 w 7467600"/>
              <a:gd name="connsiteY76" fmla="*/ 5371404 h 6858000"/>
              <a:gd name="connsiteX77" fmla="*/ 4988186 w 7467600"/>
              <a:gd name="connsiteY77" fmla="*/ 5216467 h 6858000"/>
              <a:gd name="connsiteX78" fmla="*/ 4777334 w 7467600"/>
              <a:gd name="connsiteY78" fmla="*/ 5406072 h 6858000"/>
              <a:gd name="connsiteX79" fmla="*/ 4718341 w 7467600"/>
              <a:gd name="connsiteY79" fmla="*/ 5468043 h 6858000"/>
              <a:gd name="connsiteX80" fmla="*/ 4604655 w 7467600"/>
              <a:gd name="connsiteY80" fmla="*/ 5583434 h 6858000"/>
              <a:gd name="connsiteX81" fmla="*/ 4565074 w 7467600"/>
              <a:gd name="connsiteY81" fmla="*/ 5618550 h 6858000"/>
              <a:gd name="connsiteX82" fmla="*/ 4988186 w 7467600"/>
              <a:gd name="connsiteY82" fmla="*/ 5216467 h 6858000"/>
              <a:gd name="connsiteX83" fmla="*/ 4978032 w 7467600"/>
              <a:gd name="connsiteY83" fmla="*/ 5183809 h 6858000"/>
              <a:gd name="connsiteX84" fmla="*/ 4463413 w 7467600"/>
              <a:gd name="connsiteY84" fmla="*/ 5615162 h 6858000"/>
              <a:gd name="connsiteX85" fmla="*/ 4358134 w 7467600"/>
              <a:gd name="connsiteY85" fmla="*/ 5742791 h 6858000"/>
              <a:gd name="connsiteX86" fmla="*/ 4376219 w 7467600"/>
              <a:gd name="connsiteY86" fmla="*/ 5729027 h 6858000"/>
              <a:gd name="connsiteX87" fmla="*/ 4582340 w 7467600"/>
              <a:gd name="connsiteY87" fmla="*/ 5561037 h 6858000"/>
              <a:gd name="connsiteX88" fmla="*/ 4694684 w 7467600"/>
              <a:gd name="connsiteY88" fmla="*/ 5447098 h 6858000"/>
              <a:gd name="connsiteX89" fmla="*/ 4754123 w 7467600"/>
              <a:gd name="connsiteY89" fmla="*/ 5384643 h 6858000"/>
              <a:gd name="connsiteX90" fmla="*/ 4978032 w 7467600"/>
              <a:gd name="connsiteY90" fmla="*/ 5183809 h 6858000"/>
              <a:gd name="connsiteX91" fmla="*/ 1903353 w 7467600"/>
              <a:gd name="connsiteY91" fmla="*/ 5044827 h 6858000"/>
              <a:gd name="connsiteX92" fmla="*/ 1936931 w 7467600"/>
              <a:gd name="connsiteY92" fmla="*/ 5093954 h 6858000"/>
              <a:gd name="connsiteX93" fmla="*/ 2195868 w 7467600"/>
              <a:gd name="connsiteY93" fmla="*/ 5396574 h 6858000"/>
              <a:gd name="connsiteX94" fmla="*/ 2088852 w 7467600"/>
              <a:gd name="connsiteY94" fmla="*/ 5166123 h 6858000"/>
              <a:gd name="connsiteX95" fmla="*/ 1958241 w 7467600"/>
              <a:gd name="connsiteY95" fmla="*/ 5067955 h 6858000"/>
              <a:gd name="connsiteX96" fmla="*/ 1903353 w 7467600"/>
              <a:gd name="connsiteY96" fmla="*/ 5044827 h 6858000"/>
              <a:gd name="connsiteX97" fmla="*/ 1979378 w 7467600"/>
              <a:gd name="connsiteY97" fmla="*/ 4769504 h 6858000"/>
              <a:gd name="connsiteX98" fmla="*/ 2882120 w 7467600"/>
              <a:gd name="connsiteY98" fmla="*/ 5064547 h 6858000"/>
              <a:gd name="connsiteX99" fmla="*/ 2793103 w 7467600"/>
              <a:gd name="connsiteY99" fmla="*/ 5039699 h 6858000"/>
              <a:gd name="connsiteX100" fmla="*/ 2770041 w 7467600"/>
              <a:gd name="connsiteY100" fmla="*/ 5033634 h 6858000"/>
              <a:gd name="connsiteX101" fmla="*/ 1979378 w 7467600"/>
              <a:gd name="connsiteY101" fmla="*/ 4769504 h 6858000"/>
              <a:gd name="connsiteX102" fmla="*/ 1927410 w 7467600"/>
              <a:gd name="connsiteY102" fmla="*/ 4716164 h 6858000"/>
              <a:gd name="connsiteX103" fmla="*/ 1959587 w 7467600"/>
              <a:gd name="connsiteY103" fmla="*/ 4728849 h 6858000"/>
              <a:gd name="connsiteX104" fmla="*/ 2777707 w 7467600"/>
              <a:gd name="connsiteY104" fmla="*/ 5003991 h 6858000"/>
              <a:gd name="connsiteX105" fmla="*/ 2800768 w 7467600"/>
              <a:gd name="connsiteY105" fmla="*/ 5010056 h 6858000"/>
              <a:gd name="connsiteX106" fmla="*/ 2879408 w 7467600"/>
              <a:gd name="connsiteY106" fmla="*/ 5031590 h 6858000"/>
              <a:gd name="connsiteX107" fmla="*/ 2862295 w 7467600"/>
              <a:gd name="connsiteY107" fmla="*/ 5022958 h 6858000"/>
              <a:gd name="connsiteX108" fmla="*/ 2813343 w 7467600"/>
              <a:gd name="connsiteY108" fmla="*/ 4998369 h 6858000"/>
              <a:gd name="connsiteX109" fmla="*/ 2646245 w 7467600"/>
              <a:gd name="connsiteY109" fmla="*/ 4930999 h 6858000"/>
              <a:gd name="connsiteX110" fmla="*/ 1999243 w 7467600"/>
              <a:gd name="connsiteY110" fmla="*/ 4730524 h 6858000"/>
              <a:gd name="connsiteX111" fmla="*/ 1979527 w 7467600"/>
              <a:gd name="connsiteY111" fmla="*/ 4726651 h 6858000"/>
              <a:gd name="connsiteX112" fmla="*/ 1927410 w 7467600"/>
              <a:gd name="connsiteY112" fmla="*/ 4716164 h 6858000"/>
              <a:gd name="connsiteX113" fmla="*/ 1997014 w 7467600"/>
              <a:gd name="connsiteY113" fmla="*/ 4698007 h 6858000"/>
              <a:gd name="connsiteX114" fmla="*/ 2005458 w 7467600"/>
              <a:gd name="connsiteY114" fmla="*/ 4699540 h 6858000"/>
              <a:gd name="connsiteX115" fmla="*/ 2657186 w 7467600"/>
              <a:gd name="connsiteY115" fmla="*/ 4901687 h 6858000"/>
              <a:gd name="connsiteX116" fmla="*/ 2826662 w 7467600"/>
              <a:gd name="connsiteY116" fmla="*/ 4970362 h 6858000"/>
              <a:gd name="connsiteX117" fmla="*/ 2876100 w 7467600"/>
              <a:gd name="connsiteY117" fmla="*/ 4995397 h 6858000"/>
              <a:gd name="connsiteX118" fmla="*/ 3042600 w 7467600"/>
              <a:gd name="connsiteY118" fmla="*/ 5059532 h 6858000"/>
              <a:gd name="connsiteX119" fmla="*/ 1997014 w 7467600"/>
              <a:gd name="connsiteY119" fmla="*/ 4698007 h 6858000"/>
              <a:gd name="connsiteX120" fmla="*/ 2305292 w 7467600"/>
              <a:gd name="connsiteY120" fmla="*/ 4219492 h 6858000"/>
              <a:gd name="connsiteX121" fmla="*/ 3360922 w 7467600"/>
              <a:gd name="connsiteY121" fmla="*/ 4529373 h 6858000"/>
              <a:gd name="connsiteX122" fmla="*/ 3492420 w 7467600"/>
              <a:gd name="connsiteY122" fmla="*/ 4510145 h 6858000"/>
              <a:gd name="connsiteX123" fmla="*/ 3364086 w 7467600"/>
              <a:gd name="connsiteY123" fmla="*/ 4480340 h 6858000"/>
              <a:gd name="connsiteX124" fmla="*/ 3225818 w 7467600"/>
              <a:gd name="connsiteY124" fmla="*/ 4411822 h 6858000"/>
              <a:gd name="connsiteX125" fmla="*/ 3129696 w 7467600"/>
              <a:gd name="connsiteY125" fmla="*/ 4360704 h 6858000"/>
              <a:gd name="connsiteX126" fmla="*/ 2814545 w 7467600"/>
              <a:gd name="connsiteY126" fmla="*/ 4282955 h 6858000"/>
              <a:gd name="connsiteX127" fmla="*/ 2305292 w 7467600"/>
              <a:gd name="connsiteY127" fmla="*/ 4219492 h 6858000"/>
              <a:gd name="connsiteX128" fmla="*/ 2626982 w 7467600"/>
              <a:gd name="connsiteY128" fmla="*/ 4206450 h 6858000"/>
              <a:gd name="connsiteX129" fmla="*/ 2490617 w 7467600"/>
              <a:gd name="connsiteY129" fmla="*/ 4206951 h 6858000"/>
              <a:gd name="connsiteX130" fmla="*/ 2819869 w 7467600"/>
              <a:gd name="connsiteY130" fmla="*/ 4252936 h 6858000"/>
              <a:gd name="connsiteX131" fmla="*/ 3143018 w 7467600"/>
              <a:gd name="connsiteY131" fmla="*/ 4332698 h 6858000"/>
              <a:gd name="connsiteX132" fmla="*/ 3241520 w 7467600"/>
              <a:gd name="connsiteY132" fmla="*/ 4385112 h 6858000"/>
              <a:gd name="connsiteX133" fmla="*/ 3374575 w 7467600"/>
              <a:gd name="connsiteY133" fmla="*/ 4451517 h 6858000"/>
              <a:gd name="connsiteX134" fmla="*/ 3505221 w 7467600"/>
              <a:gd name="connsiteY134" fmla="*/ 4480757 h 6858000"/>
              <a:gd name="connsiteX135" fmla="*/ 2626982 w 7467600"/>
              <a:gd name="connsiteY135" fmla="*/ 4206450 h 6858000"/>
              <a:gd name="connsiteX136" fmla="*/ 1310106 w 7467600"/>
              <a:gd name="connsiteY136" fmla="*/ 3943217 h 6858000"/>
              <a:gd name="connsiteX137" fmla="*/ 854994 w 7467600"/>
              <a:gd name="connsiteY137" fmla="*/ 4399136 h 6858000"/>
              <a:gd name="connsiteX138" fmla="*/ 742462 w 7467600"/>
              <a:gd name="connsiteY138" fmla="*/ 4594648 h 6858000"/>
              <a:gd name="connsiteX139" fmla="*/ 820602 w 7467600"/>
              <a:gd name="connsiteY139" fmla="*/ 4485915 h 6858000"/>
              <a:gd name="connsiteX140" fmla="*/ 878295 w 7467600"/>
              <a:gd name="connsiteY140" fmla="*/ 4403594 h 6858000"/>
              <a:gd name="connsiteX141" fmla="*/ 1240607 w 7467600"/>
              <a:gd name="connsiteY141" fmla="*/ 4010401 h 6858000"/>
              <a:gd name="connsiteX142" fmla="*/ 1310106 w 7467600"/>
              <a:gd name="connsiteY142" fmla="*/ 3943217 h 6858000"/>
              <a:gd name="connsiteX143" fmla="*/ 1423113 w 7467600"/>
              <a:gd name="connsiteY143" fmla="*/ 3874565 h 6858000"/>
              <a:gd name="connsiteX144" fmla="*/ 1260565 w 7467600"/>
              <a:gd name="connsiteY144" fmla="*/ 4031982 h 6858000"/>
              <a:gd name="connsiteX145" fmla="*/ 901900 w 7467600"/>
              <a:gd name="connsiteY145" fmla="*/ 4421236 h 6858000"/>
              <a:gd name="connsiteX146" fmla="*/ 845044 w 7467600"/>
              <a:gd name="connsiteY146" fmla="*/ 4502436 h 6858000"/>
              <a:gd name="connsiteX147" fmla="*/ 685926 w 7467600"/>
              <a:gd name="connsiteY147" fmla="*/ 4703069 h 6858000"/>
              <a:gd name="connsiteX148" fmla="*/ 684248 w 7467600"/>
              <a:gd name="connsiteY148" fmla="*/ 4706721 h 6858000"/>
              <a:gd name="connsiteX149" fmla="*/ 1423113 w 7467600"/>
              <a:gd name="connsiteY149" fmla="*/ 3874565 h 6858000"/>
              <a:gd name="connsiteX150" fmla="*/ 3316479 w 7467600"/>
              <a:gd name="connsiteY150" fmla="*/ 3872136 h 6858000"/>
              <a:gd name="connsiteX151" fmla="*/ 3546806 w 7467600"/>
              <a:gd name="connsiteY151" fmla="*/ 4356139 h 6858000"/>
              <a:gd name="connsiteX152" fmla="*/ 3364433 w 7467600"/>
              <a:gd name="connsiteY152" fmla="*/ 3953121 h 6858000"/>
              <a:gd name="connsiteX153" fmla="*/ 3316479 w 7467600"/>
              <a:gd name="connsiteY153" fmla="*/ 3872136 h 6858000"/>
              <a:gd name="connsiteX154" fmla="*/ 3291335 w 7467600"/>
              <a:gd name="connsiteY154" fmla="*/ 3767420 h 6858000"/>
              <a:gd name="connsiteX155" fmla="*/ 3390805 w 7467600"/>
              <a:gd name="connsiteY155" fmla="*/ 3937163 h 6858000"/>
              <a:gd name="connsiteX156" fmla="*/ 3579062 w 7467600"/>
              <a:gd name="connsiteY156" fmla="*/ 4359040 h 6858000"/>
              <a:gd name="connsiteX157" fmla="*/ 3467355 w 7467600"/>
              <a:gd name="connsiteY157" fmla="*/ 3988130 h 6858000"/>
              <a:gd name="connsiteX158" fmla="*/ 3310753 w 7467600"/>
              <a:gd name="connsiteY158" fmla="*/ 3787140 h 6858000"/>
              <a:gd name="connsiteX159" fmla="*/ 3291335 w 7467600"/>
              <a:gd name="connsiteY159" fmla="*/ 3767420 h 6858000"/>
              <a:gd name="connsiteX160" fmla="*/ 1635889 w 7467600"/>
              <a:gd name="connsiteY160" fmla="*/ 3709494 h 6858000"/>
              <a:gd name="connsiteX161" fmla="*/ 1634800 w 7467600"/>
              <a:gd name="connsiteY161" fmla="*/ 3731111 h 6858000"/>
              <a:gd name="connsiteX162" fmla="*/ 1635889 w 7467600"/>
              <a:gd name="connsiteY162" fmla="*/ 3709494 h 6858000"/>
              <a:gd name="connsiteX163" fmla="*/ 1510397 w 7467600"/>
              <a:gd name="connsiteY163" fmla="*/ 3684705 h 6858000"/>
              <a:gd name="connsiteX164" fmla="*/ 1146550 w 7467600"/>
              <a:gd name="connsiteY164" fmla="*/ 3802012 h 6858000"/>
              <a:gd name="connsiteX165" fmla="*/ 698834 w 7467600"/>
              <a:gd name="connsiteY165" fmla="*/ 3952272 h 6858000"/>
              <a:gd name="connsiteX166" fmla="*/ 34256 w 7467600"/>
              <a:gd name="connsiteY166" fmla="*/ 4347603 h 6858000"/>
              <a:gd name="connsiteX167" fmla="*/ 527241 w 7467600"/>
              <a:gd name="connsiteY167" fmla="*/ 4065078 h 6858000"/>
              <a:gd name="connsiteX168" fmla="*/ 1510397 w 7467600"/>
              <a:gd name="connsiteY168" fmla="*/ 3684705 h 6858000"/>
              <a:gd name="connsiteX169" fmla="*/ 1313114 w 7467600"/>
              <a:gd name="connsiteY169" fmla="*/ 3655216 h 6858000"/>
              <a:gd name="connsiteX170" fmla="*/ 1109304 w 7467600"/>
              <a:gd name="connsiteY170" fmla="*/ 3669030 h 6858000"/>
              <a:gd name="connsiteX171" fmla="*/ 8129 w 7467600"/>
              <a:gd name="connsiteY171" fmla="*/ 4330519 h 6858000"/>
              <a:gd name="connsiteX172" fmla="*/ 687572 w 7467600"/>
              <a:gd name="connsiteY172" fmla="*/ 3925629 h 6858000"/>
              <a:gd name="connsiteX173" fmla="*/ 1138365 w 7467600"/>
              <a:gd name="connsiteY173" fmla="*/ 3774515 h 6858000"/>
              <a:gd name="connsiteX174" fmla="*/ 1505579 w 7467600"/>
              <a:gd name="connsiteY174" fmla="*/ 3655526 h 6858000"/>
              <a:gd name="connsiteX175" fmla="*/ 1313114 w 7467600"/>
              <a:gd name="connsiteY175" fmla="*/ 3655216 h 6858000"/>
              <a:gd name="connsiteX176" fmla="*/ 3655073 w 7467600"/>
              <a:gd name="connsiteY176" fmla="*/ 3650884 h 6858000"/>
              <a:gd name="connsiteX177" fmla="*/ 3989938 w 7467600"/>
              <a:gd name="connsiteY177" fmla="*/ 3991685 h 6858000"/>
              <a:gd name="connsiteX178" fmla="*/ 4393907 w 7467600"/>
              <a:gd name="connsiteY178" fmla="*/ 4261258 h 6858000"/>
              <a:gd name="connsiteX179" fmla="*/ 4648051 w 7467600"/>
              <a:gd name="connsiteY179" fmla="*/ 4374051 h 6858000"/>
              <a:gd name="connsiteX180" fmla="*/ 4383389 w 7467600"/>
              <a:gd name="connsiteY180" fmla="*/ 4184369 h 6858000"/>
              <a:gd name="connsiteX181" fmla="*/ 4165508 w 7467600"/>
              <a:gd name="connsiteY181" fmla="*/ 4035196 h 6858000"/>
              <a:gd name="connsiteX182" fmla="*/ 4068162 w 7467600"/>
              <a:gd name="connsiteY182" fmla="*/ 3953394 h 6858000"/>
              <a:gd name="connsiteX183" fmla="*/ 3981416 w 7467600"/>
              <a:gd name="connsiteY183" fmla="*/ 3880482 h 6858000"/>
              <a:gd name="connsiteX184" fmla="*/ 3800147 w 7467600"/>
              <a:gd name="connsiteY184" fmla="*/ 3749872 h 6858000"/>
              <a:gd name="connsiteX185" fmla="*/ 3655073 w 7467600"/>
              <a:gd name="connsiteY185" fmla="*/ 3650884 h 6858000"/>
              <a:gd name="connsiteX186" fmla="*/ 3670252 w 7467600"/>
              <a:gd name="connsiteY186" fmla="*/ 3622798 h 6858000"/>
              <a:gd name="connsiteX187" fmla="*/ 3817258 w 7467600"/>
              <a:gd name="connsiteY187" fmla="*/ 3723577 h 6858000"/>
              <a:gd name="connsiteX188" fmla="*/ 4000461 w 7467600"/>
              <a:gd name="connsiteY188" fmla="*/ 3855966 h 6858000"/>
              <a:gd name="connsiteX189" fmla="*/ 4088180 w 7467600"/>
              <a:gd name="connsiteY189" fmla="*/ 3929774 h 6858000"/>
              <a:gd name="connsiteX190" fmla="*/ 4184555 w 7467600"/>
              <a:gd name="connsiteY190" fmla="*/ 4010683 h 6858000"/>
              <a:gd name="connsiteX191" fmla="*/ 4399563 w 7467600"/>
              <a:gd name="connsiteY191" fmla="*/ 4158106 h 6858000"/>
              <a:gd name="connsiteX192" fmla="*/ 4684469 w 7467600"/>
              <a:gd name="connsiteY192" fmla="*/ 4364680 h 6858000"/>
              <a:gd name="connsiteX193" fmla="*/ 4690271 w 7467600"/>
              <a:gd name="connsiteY193" fmla="*/ 4370034 h 6858000"/>
              <a:gd name="connsiteX194" fmla="*/ 4136093 w 7467600"/>
              <a:gd name="connsiteY194" fmla="*/ 3858466 h 6858000"/>
              <a:gd name="connsiteX195" fmla="*/ 3670252 w 7467600"/>
              <a:gd name="connsiteY195" fmla="*/ 3622798 h 6858000"/>
              <a:gd name="connsiteX196" fmla="*/ 4440129 w 7467600"/>
              <a:gd name="connsiteY196" fmla="*/ 3448571 h 6858000"/>
              <a:gd name="connsiteX197" fmla="*/ 4856525 w 7467600"/>
              <a:gd name="connsiteY197" fmla="*/ 3915351 h 6858000"/>
              <a:gd name="connsiteX198" fmla="*/ 5059055 w 7467600"/>
              <a:gd name="connsiteY198" fmla="*/ 4108918 h 6858000"/>
              <a:gd name="connsiteX199" fmla="*/ 5290070 w 7467600"/>
              <a:gd name="connsiteY199" fmla="*/ 4263619 h 6858000"/>
              <a:gd name="connsiteX200" fmla="*/ 4834991 w 7467600"/>
              <a:gd name="connsiteY200" fmla="*/ 3830985 h 6858000"/>
              <a:gd name="connsiteX201" fmla="*/ 4440129 w 7467600"/>
              <a:gd name="connsiteY201" fmla="*/ 3448571 h 6858000"/>
              <a:gd name="connsiteX202" fmla="*/ 4441737 w 7467600"/>
              <a:gd name="connsiteY202" fmla="*/ 3399734 h 6858000"/>
              <a:gd name="connsiteX203" fmla="*/ 4431236 w 7467600"/>
              <a:gd name="connsiteY203" fmla="*/ 3400954 h 6858000"/>
              <a:gd name="connsiteX204" fmla="*/ 4557150 w 7467600"/>
              <a:gd name="connsiteY204" fmla="*/ 3510023 h 6858000"/>
              <a:gd name="connsiteX205" fmla="*/ 4856936 w 7467600"/>
              <a:gd name="connsiteY205" fmla="*/ 3809146 h 6858000"/>
              <a:gd name="connsiteX206" fmla="*/ 5111996 w 7467600"/>
              <a:gd name="connsiteY206" fmla="*/ 4065759 h 6858000"/>
              <a:gd name="connsiteX207" fmla="*/ 5388878 w 7467600"/>
              <a:gd name="connsiteY207" fmla="*/ 4300185 h 6858000"/>
              <a:gd name="connsiteX208" fmla="*/ 5425556 w 7467600"/>
              <a:gd name="connsiteY208" fmla="*/ 4308967 h 6858000"/>
              <a:gd name="connsiteX209" fmla="*/ 4943646 w 7467600"/>
              <a:gd name="connsiteY209" fmla="*/ 3822916 h 6858000"/>
              <a:gd name="connsiteX210" fmla="*/ 4594837 w 7467600"/>
              <a:gd name="connsiteY210" fmla="*/ 3532274 h 6858000"/>
              <a:gd name="connsiteX211" fmla="*/ 4441737 w 7467600"/>
              <a:gd name="connsiteY211" fmla="*/ 3399734 h 6858000"/>
              <a:gd name="connsiteX212" fmla="*/ 5425834 w 7467600"/>
              <a:gd name="connsiteY212" fmla="*/ 3162785 h 6858000"/>
              <a:gd name="connsiteX213" fmla="*/ 5401644 w 7467600"/>
              <a:gd name="connsiteY213" fmla="*/ 3617847 h 6858000"/>
              <a:gd name="connsiteX214" fmla="*/ 5467256 w 7467600"/>
              <a:gd name="connsiteY214" fmla="*/ 4175494 h 6858000"/>
              <a:gd name="connsiteX215" fmla="*/ 5448069 w 7467600"/>
              <a:gd name="connsiteY215" fmla="*/ 3567554 h 6858000"/>
              <a:gd name="connsiteX216" fmla="*/ 5425834 w 7467600"/>
              <a:gd name="connsiteY216" fmla="*/ 3162785 h 6858000"/>
              <a:gd name="connsiteX217" fmla="*/ 1318687 w 7467600"/>
              <a:gd name="connsiteY217" fmla="*/ 3113840 h 6858000"/>
              <a:gd name="connsiteX218" fmla="*/ 1066793 w 7467600"/>
              <a:gd name="connsiteY218" fmla="*/ 3212171 h 6858000"/>
              <a:gd name="connsiteX219" fmla="*/ 993319 w 7467600"/>
              <a:gd name="connsiteY219" fmla="*/ 3247648 h 6858000"/>
              <a:gd name="connsiteX220" fmla="*/ 853081 w 7467600"/>
              <a:gd name="connsiteY220" fmla="*/ 3312410 h 6858000"/>
              <a:gd name="connsiteX221" fmla="*/ 805957 w 7467600"/>
              <a:gd name="connsiteY221" fmla="*/ 3330443 h 6858000"/>
              <a:gd name="connsiteX222" fmla="*/ 1318687 w 7467600"/>
              <a:gd name="connsiteY222" fmla="*/ 3113840 h 6858000"/>
              <a:gd name="connsiteX223" fmla="*/ 5453702 w 7467600"/>
              <a:gd name="connsiteY223" fmla="*/ 3090882 h 6858000"/>
              <a:gd name="connsiteX224" fmla="*/ 5480135 w 7467600"/>
              <a:gd name="connsiteY224" fmla="*/ 3565802 h 6858000"/>
              <a:gd name="connsiteX225" fmla="*/ 5499023 w 7467600"/>
              <a:gd name="connsiteY225" fmla="*/ 4166310 h 6858000"/>
              <a:gd name="connsiteX226" fmla="*/ 5547022 w 7467600"/>
              <a:gd name="connsiteY226" fmla="*/ 3607838 h 6858000"/>
              <a:gd name="connsiteX227" fmla="*/ 5515964 w 7467600"/>
              <a:gd name="connsiteY227" fmla="*/ 3378541 h 6858000"/>
              <a:gd name="connsiteX228" fmla="*/ 5453702 w 7467600"/>
              <a:gd name="connsiteY228" fmla="*/ 3090882 h 6858000"/>
              <a:gd name="connsiteX229" fmla="*/ 1238695 w 7467600"/>
              <a:gd name="connsiteY229" fmla="*/ 3076820 h 6858000"/>
              <a:gd name="connsiteX230" fmla="*/ 716371 w 7467600"/>
              <a:gd name="connsiteY230" fmla="*/ 3293249 h 6858000"/>
              <a:gd name="connsiteX231" fmla="*/ 579522 w 7467600"/>
              <a:gd name="connsiteY231" fmla="*/ 3371759 h 6858000"/>
              <a:gd name="connsiteX232" fmla="*/ 600288 w 7467600"/>
              <a:gd name="connsiteY232" fmla="*/ 3365555 h 6858000"/>
              <a:gd name="connsiteX233" fmla="*/ 840692 w 7467600"/>
              <a:gd name="connsiteY233" fmla="*/ 3284921 h 6858000"/>
              <a:gd name="connsiteX234" fmla="*/ 979248 w 7467600"/>
              <a:gd name="connsiteY234" fmla="*/ 3221003 h 6858000"/>
              <a:gd name="connsiteX235" fmla="*/ 1053282 w 7467600"/>
              <a:gd name="connsiteY235" fmla="*/ 3185247 h 6858000"/>
              <a:gd name="connsiteX236" fmla="*/ 1320603 w 7467600"/>
              <a:gd name="connsiteY236" fmla="*/ 3081281 h 6858000"/>
              <a:gd name="connsiteX237" fmla="*/ 1238695 w 7467600"/>
              <a:gd name="connsiteY237" fmla="*/ 3076820 h 6858000"/>
              <a:gd name="connsiteX238" fmla="*/ 5425627 w 7467600"/>
              <a:gd name="connsiteY238" fmla="*/ 2954192 h 6858000"/>
              <a:gd name="connsiteX239" fmla="*/ 5470770 w 7467600"/>
              <a:gd name="connsiteY239" fmla="*/ 3005435 h 6858000"/>
              <a:gd name="connsiteX240" fmla="*/ 5519779 w 7467600"/>
              <a:gd name="connsiteY240" fmla="*/ 4359223 h 6858000"/>
              <a:gd name="connsiteX241" fmla="*/ 5520293 w 7467600"/>
              <a:gd name="connsiteY241" fmla="*/ 4360602 h 6858000"/>
              <a:gd name="connsiteX242" fmla="*/ 5767221 w 7467600"/>
              <a:gd name="connsiteY242" fmla="*/ 4665564 h 6858000"/>
              <a:gd name="connsiteX243" fmla="*/ 6937169 w 7467600"/>
              <a:gd name="connsiteY243" fmla="*/ 4815941 h 6858000"/>
              <a:gd name="connsiteX244" fmla="*/ 6953922 w 7467600"/>
              <a:gd name="connsiteY244" fmla="*/ 4890068 h 6858000"/>
              <a:gd name="connsiteX245" fmla="*/ 6071359 w 7467600"/>
              <a:gd name="connsiteY245" fmla="*/ 4770770 h 6858000"/>
              <a:gd name="connsiteX246" fmla="*/ 6038839 w 7467600"/>
              <a:gd name="connsiteY246" fmla="*/ 4764474 h 6858000"/>
              <a:gd name="connsiteX247" fmla="*/ 6038706 w 7467600"/>
              <a:gd name="connsiteY247" fmla="*/ 4763847 h 6858000"/>
              <a:gd name="connsiteX248" fmla="*/ 6037784 w 7467600"/>
              <a:gd name="connsiteY248" fmla="*/ 4764270 h 6858000"/>
              <a:gd name="connsiteX249" fmla="*/ 6038839 w 7467600"/>
              <a:gd name="connsiteY249" fmla="*/ 4764474 h 6858000"/>
              <a:gd name="connsiteX250" fmla="*/ 6040338 w 7467600"/>
              <a:gd name="connsiteY250" fmla="*/ 4771418 h 6858000"/>
              <a:gd name="connsiteX251" fmla="*/ 6024488 w 7467600"/>
              <a:gd name="connsiteY251" fmla="*/ 4809903 h 6858000"/>
              <a:gd name="connsiteX252" fmla="*/ 5599771 w 7467600"/>
              <a:gd name="connsiteY252" fmla="*/ 5509652 h 6858000"/>
              <a:gd name="connsiteX253" fmla="*/ 5548843 w 7467600"/>
              <a:gd name="connsiteY253" fmla="*/ 5563845 h 6858000"/>
              <a:gd name="connsiteX254" fmla="*/ 5940952 w 7467600"/>
              <a:gd name="connsiteY254" fmla="*/ 6250028 h 6858000"/>
              <a:gd name="connsiteX255" fmla="*/ 6043441 w 7467600"/>
              <a:gd name="connsiteY255" fmla="*/ 6665847 h 6858000"/>
              <a:gd name="connsiteX256" fmla="*/ 6093432 w 7467600"/>
              <a:gd name="connsiteY256" fmla="*/ 6858000 h 6858000"/>
              <a:gd name="connsiteX257" fmla="*/ 6034344 w 7467600"/>
              <a:gd name="connsiteY257" fmla="*/ 6858000 h 6858000"/>
              <a:gd name="connsiteX258" fmla="*/ 6026679 w 7467600"/>
              <a:gd name="connsiteY258" fmla="*/ 6836959 h 6858000"/>
              <a:gd name="connsiteX259" fmla="*/ 5800441 w 7467600"/>
              <a:gd name="connsiteY259" fmla="*/ 6335286 h 6858000"/>
              <a:gd name="connsiteX260" fmla="*/ 5526562 w 7467600"/>
              <a:gd name="connsiteY260" fmla="*/ 5705388 h 6858000"/>
              <a:gd name="connsiteX261" fmla="*/ 5519640 w 7467600"/>
              <a:gd name="connsiteY261" fmla="*/ 5683774 h 6858000"/>
              <a:gd name="connsiteX262" fmla="*/ 5844559 w 7467600"/>
              <a:gd name="connsiteY262" fmla="*/ 6553349 h 6858000"/>
              <a:gd name="connsiteX263" fmla="*/ 5975994 w 7467600"/>
              <a:gd name="connsiteY263" fmla="*/ 6858000 h 6858000"/>
              <a:gd name="connsiteX264" fmla="*/ 5898547 w 7467600"/>
              <a:gd name="connsiteY264" fmla="*/ 6858000 h 6858000"/>
              <a:gd name="connsiteX265" fmla="*/ 5682041 w 7467600"/>
              <a:gd name="connsiteY265" fmla="*/ 6355860 h 6858000"/>
              <a:gd name="connsiteX266" fmla="*/ 5461758 w 7467600"/>
              <a:gd name="connsiteY266" fmla="*/ 5820220 h 6858000"/>
              <a:gd name="connsiteX267" fmla="*/ 5237282 w 7467600"/>
              <a:gd name="connsiteY267" fmla="*/ 6579086 h 6858000"/>
              <a:gd name="connsiteX268" fmla="*/ 5115009 w 7467600"/>
              <a:gd name="connsiteY268" fmla="*/ 6858000 h 6858000"/>
              <a:gd name="connsiteX269" fmla="*/ 5028074 w 7467600"/>
              <a:gd name="connsiteY269" fmla="*/ 6858000 h 6858000"/>
              <a:gd name="connsiteX270" fmla="*/ 5079508 w 7467600"/>
              <a:gd name="connsiteY270" fmla="*/ 6749074 h 6858000"/>
              <a:gd name="connsiteX271" fmla="*/ 5371846 w 7467600"/>
              <a:gd name="connsiteY271" fmla="*/ 5924413 h 6858000"/>
              <a:gd name="connsiteX272" fmla="*/ 5270512 w 7467600"/>
              <a:gd name="connsiteY272" fmla="*/ 6138975 h 6858000"/>
              <a:gd name="connsiteX273" fmla="*/ 5062409 w 7467600"/>
              <a:gd name="connsiteY273" fmla="*/ 6653544 h 6858000"/>
              <a:gd name="connsiteX274" fmla="*/ 5036628 w 7467600"/>
              <a:gd name="connsiteY274" fmla="*/ 6754247 h 6858000"/>
              <a:gd name="connsiteX275" fmla="*/ 5009112 w 7467600"/>
              <a:gd name="connsiteY275" fmla="*/ 6858000 h 6858000"/>
              <a:gd name="connsiteX276" fmla="*/ 4976679 w 7467600"/>
              <a:gd name="connsiteY276" fmla="*/ 6858000 h 6858000"/>
              <a:gd name="connsiteX277" fmla="*/ 5006537 w 7467600"/>
              <a:gd name="connsiteY277" fmla="*/ 6747068 h 6858000"/>
              <a:gd name="connsiteX278" fmla="*/ 5032723 w 7467600"/>
              <a:gd name="connsiteY278" fmla="*/ 6644957 h 6858000"/>
              <a:gd name="connsiteX279" fmla="*/ 5242949 w 7467600"/>
              <a:gd name="connsiteY279" fmla="*/ 6125175 h 6858000"/>
              <a:gd name="connsiteX280" fmla="*/ 5286321 w 7467600"/>
              <a:gd name="connsiteY280" fmla="*/ 6033555 h 6858000"/>
              <a:gd name="connsiteX281" fmla="*/ 5008210 w 7467600"/>
              <a:gd name="connsiteY281" fmla="*/ 6649194 h 6858000"/>
              <a:gd name="connsiteX282" fmla="*/ 4986321 w 7467600"/>
              <a:gd name="connsiteY282" fmla="*/ 6765687 h 6858000"/>
              <a:gd name="connsiteX283" fmla="*/ 4973474 w 7467600"/>
              <a:gd name="connsiteY283" fmla="*/ 6858000 h 6858000"/>
              <a:gd name="connsiteX284" fmla="*/ 4907178 w 7467600"/>
              <a:gd name="connsiteY284" fmla="*/ 6858000 h 6858000"/>
              <a:gd name="connsiteX285" fmla="*/ 4910810 w 7467600"/>
              <a:gd name="connsiteY285" fmla="*/ 6829660 h 6858000"/>
              <a:gd name="connsiteX286" fmla="*/ 4987461 w 7467600"/>
              <a:gd name="connsiteY286" fmla="*/ 6432994 h 6858000"/>
              <a:gd name="connsiteX287" fmla="*/ 5179262 w 7467600"/>
              <a:gd name="connsiteY287" fmla="*/ 6035044 h 6858000"/>
              <a:gd name="connsiteX288" fmla="*/ 4689678 w 7467600"/>
              <a:gd name="connsiteY288" fmla="*/ 6440241 h 6858000"/>
              <a:gd name="connsiteX289" fmla="*/ 4477543 w 7467600"/>
              <a:gd name="connsiteY289" fmla="*/ 6674836 h 6858000"/>
              <a:gd name="connsiteX290" fmla="*/ 4329957 w 7467600"/>
              <a:gd name="connsiteY290" fmla="*/ 6858000 h 6858000"/>
              <a:gd name="connsiteX291" fmla="*/ 4218595 w 7467600"/>
              <a:gd name="connsiteY291" fmla="*/ 6858000 h 6858000"/>
              <a:gd name="connsiteX292" fmla="*/ 4368888 w 7467600"/>
              <a:gd name="connsiteY292" fmla="*/ 6668412 h 6858000"/>
              <a:gd name="connsiteX293" fmla="*/ 4563091 w 7467600"/>
              <a:gd name="connsiteY293" fmla="*/ 6442508 h 6858000"/>
              <a:gd name="connsiteX294" fmla="*/ 5387324 w 7467600"/>
              <a:gd name="connsiteY294" fmla="*/ 5705830 h 6858000"/>
              <a:gd name="connsiteX295" fmla="*/ 5073620 w 7467600"/>
              <a:gd name="connsiteY295" fmla="*/ 5955437 h 6858000"/>
              <a:gd name="connsiteX296" fmla="*/ 4689789 w 7467600"/>
              <a:gd name="connsiteY296" fmla="*/ 6268382 h 6858000"/>
              <a:gd name="connsiteX297" fmla="*/ 4418722 w 7467600"/>
              <a:gd name="connsiteY297" fmla="*/ 6570886 h 6858000"/>
              <a:gd name="connsiteX298" fmla="*/ 4214944 w 7467600"/>
              <a:gd name="connsiteY298" fmla="*/ 6858000 h 6858000"/>
              <a:gd name="connsiteX299" fmla="*/ 4177898 w 7467600"/>
              <a:gd name="connsiteY299" fmla="*/ 6858000 h 6858000"/>
              <a:gd name="connsiteX300" fmla="*/ 4391597 w 7467600"/>
              <a:gd name="connsiteY300" fmla="*/ 6556370 h 6858000"/>
              <a:gd name="connsiteX301" fmla="*/ 4668889 w 7467600"/>
              <a:gd name="connsiteY301" fmla="*/ 6246399 h 6858000"/>
              <a:gd name="connsiteX302" fmla="*/ 5055427 w 7467600"/>
              <a:gd name="connsiteY302" fmla="*/ 5931476 h 6858000"/>
              <a:gd name="connsiteX303" fmla="*/ 5371814 w 7467600"/>
              <a:gd name="connsiteY303" fmla="*/ 5678975 h 6858000"/>
              <a:gd name="connsiteX304" fmla="*/ 4987918 w 7467600"/>
              <a:gd name="connsiteY304" fmla="*/ 5838701 h 6858000"/>
              <a:gd name="connsiteX305" fmla="*/ 4317146 w 7467600"/>
              <a:gd name="connsiteY305" fmla="*/ 6587716 h 6858000"/>
              <a:gd name="connsiteX306" fmla="*/ 4171627 w 7467600"/>
              <a:gd name="connsiteY306" fmla="*/ 6858000 h 6858000"/>
              <a:gd name="connsiteX307" fmla="*/ 4081585 w 7467600"/>
              <a:gd name="connsiteY307" fmla="*/ 6858000 h 6858000"/>
              <a:gd name="connsiteX308" fmla="*/ 4238603 w 7467600"/>
              <a:gd name="connsiteY308" fmla="*/ 6559341 h 6858000"/>
              <a:gd name="connsiteX309" fmla="*/ 4778333 w 7467600"/>
              <a:gd name="connsiteY309" fmla="*/ 5873626 h 6858000"/>
              <a:gd name="connsiteX310" fmla="*/ 5414185 w 7467600"/>
              <a:gd name="connsiteY310" fmla="*/ 5573882 h 6858000"/>
              <a:gd name="connsiteX311" fmla="*/ 5959648 w 7467600"/>
              <a:gd name="connsiteY311" fmla="*/ 4760797 h 6858000"/>
              <a:gd name="connsiteX312" fmla="*/ 5355019 w 7467600"/>
              <a:gd name="connsiteY312" fmla="*/ 4734672 h 6858000"/>
              <a:gd name="connsiteX313" fmla="*/ 5083565 w 7467600"/>
              <a:gd name="connsiteY313" fmla="*/ 5179121 h 6858000"/>
              <a:gd name="connsiteX314" fmla="*/ 4713577 w 7467600"/>
              <a:gd name="connsiteY314" fmla="*/ 5616803 h 6858000"/>
              <a:gd name="connsiteX315" fmla="*/ 3989559 w 7467600"/>
              <a:gd name="connsiteY315" fmla="*/ 6145945 h 6858000"/>
              <a:gd name="connsiteX316" fmla="*/ 3939824 w 7467600"/>
              <a:gd name="connsiteY316" fmla="*/ 6066900 h 6858000"/>
              <a:gd name="connsiteX317" fmla="*/ 4584537 w 7467600"/>
              <a:gd name="connsiteY317" fmla="*/ 5324826 h 6858000"/>
              <a:gd name="connsiteX318" fmla="*/ 5037105 w 7467600"/>
              <a:gd name="connsiteY318" fmla="*/ 5088765 h 6858000"/>
              <a:gd name="connsiteX319" fmla="*/ 5039930 w 7467600"/>
              <a:gd name="connsiteY319" fmla="*/ 5089585 h 6858000"/>
              <a:gd name="connsiteX320" fmla="*/ 5263764 w 7467600"/>
              <a:gd name="connsiteY320" fmla="*/ 4735525 h 6858000"/>
              <a:gd name="connsiteX321" fmla="*/ 4086300 w 7467600"/>
              <a:gd name="connsiteY321" fmla="*/ 4884599 h 6858000"/>
              <a:gd name="connsiteX322" fmla="*/ 4085485 w 7467600"/>
              <a:gd name="connsiteY322" fmla="*/ 4899070 h 6858000"/>
              <a:gd name="connsiteX323" fmla="*/ 3871915 w 7467600"/>
              <a:gd name="connsiteY323" fmla="*/ 5253645 h 6858000"/>
              <a:gd name="connsiteX324" fmla="*/ 3799374 w 7467600"/>
              <a:gd name="connsiteY324" fmla="*/ 5466127 h 6858000"/>
              <a:gd name="connsiteX325" fmla="*/ 3498850 w 7467600"/>
              <a:gd name="connsiteY325" fmla="*/ 6661888 h 6858000"/>
              <a:gd name="connsiteX326" fmla="*/ 3399216 w 7467600"/>
              <a:gd name="connsiteY326" fmla="*/ 6858000 h 6858000"/>
              <a:gd name="connsiteX327" fmla="*/ 3303688 w 7467600"/>
              <a:gd name="connsiteY327" fmla="*/ 6858000 h 6858000"/>
              <a:gd name="connsiteX328" fmla="*/ 3391774 w 7467600"/>
              <a:gd name="connsiteY328" fmla="*/ 6697181 h 6858000"/>
              <a:gd name="connsiteX329" fmla="*/ 3735540 w 7467600"/>
              <a:gd name="connsiteY329" fmla="*/ 5546923 h 6858000"/>
              <a:gd name="connsiteX330" fmla="*/ 3729438 w 7467600"/>
              <a:gd name="connsiteY330" fmla="*/ 5569058 h 6858000"/>
              <a:gd name="connsiteX331" fmla="*/ 3707782 w 7467600"/>
              <a:gd name="connsiteY331" fmla="*/ 5644908 h 6858000"/>
              <a:gd name="connsiteX332" fmla="*/ 3583827 w 7467600"/>
              <a:gd name="connsiteY332" fmla="*/ 6039215 h 6858000"/>
              <a:gd name="connsiteX333" fmla="*/ 3547861 w 7467600"/>
              <a:gd name="connsiteY333" fmla="*/ 6129609 h 6858000"/>
              <a:gd name="connsiteX334" fmla="*/ 3490905 w 7467600"/>
              <a:gd name="connsiteY334" fmla="*/ 6277660 h 6858000"/>
              <a:gd name="connsiteX335" fmla="*/ 3455859 w 7467600"/>
              <a:gd name="connsiteY335" fmla="*/ 6391301 h 6858000"/>
              <a:gd name="connsiteX336" fmla="*/ 3429112 w 7467600"/>
              <a:gd name="connsiteY336" fmla="*/ 6479469 h 6858000"/>
              <a:gd name="connsiteX337" fmla="*/ 3304862 w 7467600"/>
              <a:gd name="connsiteY337" fmla="*/ 6796476 h 6858000"/>
              <a:gd name="connsiteX338" fmla="*/ 3276071 w 7467600"/>
              <a:gd name="connsiteY338" fmla="*/ 6858000 h 6858000"/>
              <a:gd name="connsiteX339" fmla="*/ 3240805 w 7467600"/>
              <a:gd name="connsiteY339" fmla="*/ 6858000 h 6858000"/>
              <a:gd name="connsiteX340" fmla="*/ 3275917 w 7467600"/>
              <a:gd name="connsiteY340" fmla="*/ 6783192 h 6858000"/>
              <a:gd name="connsiteX341" fmla="*/ 3399358 w 7467600"/>
              <a:gd name="connsiteY341" fmla="*/ 6469011 h 6858000"/>
              <a:gd name="connsiteX342" fmla="*/ 3425650 w 7467600"/>
              <a:gd name="connsiteY342" fmla="*/ 6381333 h 6858000"/>
              <a:gd name="connsiteX343" fmla="*/ 3460661 w 7467600"/>
              <a:gd name="connsiteY343" fmla="*/ 6266763 h 6858000"/>
              <a:gd name="connsiteX344" fmla="*/ 3518021 w 7467600"/>
              <a:gd name="connsiteY344" fmla="*/ 6117298 h 6858000"/>
              <a:gd name="connsiteX345" fmla="*/ 3554035 w 7467600"/>
              <a:gd name="connsiteY345" fmla="*/ 6027832 h 6858000"/>
              <a:gd name="connsiteX346" fmla="*/ 3677174 w 7467600"/>
              <a:gd name="connsiteY346" fmla="*/ 5636351 h 6858000"/>
              <a:gd name="connsiteX347" fmla="*/ 3698819 w 7467600"/>
              <a:gd name="connsiteY347" fmla="*/ 5560503 h 6858000"/>
              <a:gd name="connsiteX348" fmla="*/ 3702094 w 7467600"/>
              <a:gd name="connsiteY348" fmla="*/ 5549194 h 6858000"/>
              <a:gd name="connsiteX349" fmla="*/ 3398355 w 7467600"/>
              <a:gd name="connsiteY349" fmla="*/ 6094603 h 6858000"/>
              <a:gd name="connsiteX350" fmla="*/ 3193941 w 7467600"/>
              <a:gd name="connsiteY350" fmla="*/ 6798775 h 6858000"/>
              <a:gd name="connsiteX351" fmla="*/ 3184140 w 7467600"/>
              <a:gd name="connsiteY351" fmla="*/ 6858000 h 6858000"/>
              <a:gd name="connsiteX352" fmla="*/ 3099978 w 7467600"/>
              <a:gd name="connsiteY352" fmla="*/ 6858000 h 6858000"/>
              <a:gd name="connsiteX353" fmla="*/ 3101556 w 7467600"/>
              <a:gd name="connsiteY353" fmla="*/ 6843337 h 6858000"/>
              <a:gd name="connsiteX354" fmla="*/ 3370162 w 7467600"/>
              <a:gd name="connsiteY354" fmla="*/ 5785550 h 6858000"/>
              <a:gd name="connsiteX355" fmla="*/ 3746477 w 7467600"/>
              <a:gd name="connsiteY355" fmla="*/ 5377889 h 6858000"/>
              <a:gd name="connsiteX356" fmla="*/ 3863399 w 7467600"/>
              <a:gd name="connsiteY356" fmla="*/ 5087257 h 6858000"/>
              <a:gd name="connsiteX357" fmla="*/ 3968712 w 7467600"/>
              <a:gd name="connsiteY357" fmla="*/ 4913989 h 6858000"/>
              <a:gd name="connsiteX358" fmla="*/ 2792390 w 7467600"/>
              <a:gd name="connsiteY358" fmla="*/ 5382974 h 6858000"/>
              <a:gd name="connsiteX359" fmla="*/ 2714982 w 7467600"/>
              <a:gd name="connsiteY359" fmla="*/ 5427051 h 6858000"/>
              <a:gd name="connsiteX360" fmla="*/ 2813361 w 7467600"/>
              <a:gd name="connsiteY360" fmla="*/ 6023912 h 6858000"/>
              <a:gd name="connsiteX361" fmla="*/ 2688430 w 7467600"/>
              <a:gd name="connsiteY361" fmla="*/ 6801564 h 6858000"/>
              <a:gd name="connsiteX362" fmla="*/ 2629626 w 7467600"/>
              <a:gd name="connsiteY362" fmla="*/ 6763394 h 6858000"/>
              <a:gd name="connsiteX363" fmla="*/ 2565328 w 7467600"/>
              <a:gd name="connsiteY363" fmla="*/ 5516399 h 6858000"/>
              <a:gd name="connsiteX364" fmla="*/ 1922999 w 7467600"/>
              <a:gd name="connsiteY364" fmla="*/ 5980343 h 6858000"/>
              <a:gd name="connsiteX365" fmla="*/ 1950261 w 7467600"/>
              <a:gd name="connsiteY365" fmla="*/ 6405858 h 6858000"/>
              <a:gd name="connsiteX366" fmla="*/ 2365554 w 7467600"/>
              <a:gd name="connsiteY366" fmla="*/ 6759107 h 6858000"/>
              <a:gd name="connsiteX367" fmla="*/ 2424142 w 7467600"/>
              <a:gd name="connsiteY367" fmla="*/ 6858000 h 6858000"/>
              <a:gd name="connsiteX368" fmla="*/ 2395994 w 7467600"/>
              <a:gd name="connsiteY368" fmla="*/ 6858000 h 6858000"/>
              <a:gd name="connsiteX369" fmla="*/ 2392863 w 7467600"/>
              <a:gd name="connsiteY369" fmla="*/ 6852964 h 6858000"/>
              <a:gd name="connsiteX370" fmla="*/ 2017589 w 7467600"/>
              <a:gd name="connsiteY370" fmla="*/ 6493982 h 6858000"/>
              <a:gd name="connsiteX371" fmla="*/ 2147336 w 7467600"/>
              <a:gd name="connsiteY371" fmla="*/ 6594052 h 6858000"/>
              <a:gd name="connsiteX372" fmla="*/ 2207047 w 7467600"/>
              <a:gd name="connsiteY372" fmla="*/ 6654540 h 6858000"/>
              <a:gd name="connsiteX373" fmla="*/ 2299106 w 7467600"/>
              <a:gd name="connsiteY373" fmla="*/ 6778931 h 6858000"/>
              <a:gd name="connsiteX374" fmla="*/ 2314430 w 7467600"/>
              <a:gd name="connsiteY374" fmla="*/ 6801144 h 6858000"/>
              <a:gd name="connsiteX375" fmla="*/ 2352406 w 7467600"/>
              <a:gd name="connsiteY375" fmla="*/ 6858000 h 6858000"/>
              <a:gd name="connsiteX376" fmla="*/ 2314492 w 7467600"/>
              <a:gd name="connsiteY376" fmla="*/ 6858000 h 6858000"/>
              <a:gd name="connsiteX377" fmla="*/ 2288095 w 7467600"/>
              <a:gd name="connsiteY377" fmla="*/ 6818030 h 6858000"/>
              <a:gd name="connsiteX378" fmla="*/ 2272768 w 7467600"/>
              <a:gd name="connsiteY378" fmla="*/ 6795822 h 6858000"/>
              <a:gd name="connsiteX379" fmla="*/ 2182715 w 7467600"/>
              <a:gd name="connsiteY379" fmla="*/ 6675071 h 6858000"/>
              <a:gd name="connsiteX380" fmla="*/ 2032061 w 7467600"/>
              <a:gd name="connsiteY380" fmla="*/ 6541380 h 6858000"/>
              <a:gd name="connsiteX381" fmla="*/ 2257220 w 7467600"/>
              <a:gd name="connsiteY381" fmla="*/ 6826257 h 6858000"/>
              <a:gd name="connsiteX382" fmla="*/ 2281324 w 7467600"/>
              <a:gd name="connsiteY382" fmla="*/ 6858000 h 6858000"/>
              <a:gd name="connsiteX383" fmla="*/ 2242860 w 7467600"/>
              <a:gd name="connsiteY383" fmla="*/ 6858000 h 6858000"/>
              <a:gd name="connsiteX384" fmla="*/ 2232818 w 7467600"/>
              <a:gd name="connsiteY384" fmla="*/ 6844926 h 6858000"/>
              <a:gd name="connsiteX385" fmla="*/ 1990172 w 7467600"/>
              <a:gd name="connsiteY385" fmla="*/ 6542121 h 6858000"/>
              <a:gd name="connsiteX386" fmla="*/ 2124090 w 7467600"/>
              <a:gd name="connsiteY386" fmla="*/ 6761017 h 6858000"/>
              <a:gd name="connsiteX387" fmla="*/ 2200380 w 7467600"/>
              <a:gd name="connsiteY387" fmla="*/ 6858000 h 6858000"/>
              <a:gd name="connsiteX388" fmla="*/ 2147507 w 7467600"/>
              <a:gd name="connsiteY388" fmla="*/ 6858000 h 6858000"/>
              <a:gd name="connsiteX389" fmla="*/ 2070668 w 7467600"/>
              <a:gd name="connsiteY389" fmla="*/ 6761520 h 6858000"/>
              <a:gd name="connsiteX390" fmla="*/ 1975142 w 7467600"/>
              <a:gd name="connsiteY390" fmla="*/ 6585570 h 6858000"/>
              <a:gd name="connsiteX391" fmla="*/ 2050035 w 7467600"/>
              <a:gd name="connsiteY391" fmla="*/ 6813345 h 6858000"/>
              <a:gd name="connsiteX392" fmla="*/ 2063025 w 7467600"/>
              <a:gd name="connsiteY392" fmla="*/ 6858000 h 6858000"/>
              <a:gd name="connsiteX393" fmla="*/ 2021675 w 7467600"/>
              <a:gd name="connsiteY393" fmla="*/ 6858000 h 6858000"/>
              <a:gd name="connsiteX394" fmla="*/ 2019308 w 7467600"/>
              <a:gd name="connsiteY394" fmla="*/ 6847118 h 6858000"/>
              <a:gd name="connsiteX395" fmla="*/ 1938835 w 7467600"/>
              <a:gd name="connsiteY395" fmla="*/ 6551160 h 6858000"/>
              <a:gd name="connsiteX396" fmla="*/ 1953230 w 7467600"/>
              <a:gd name="connsiteY396" fmla="*/ 6759699 h 6858000"/>
              <a:gd name="connsiteX397" fmla="*/ 1956763 w 7467600"/>
              <a:gd name="connsiteY397" fmla="*/ 6778191 h 6858000"/>
              <a:gd name="connsiteX398" fmla="*/ 1967925 w 7467600"/>
              <a:gd name="connsiteY398" fmla="*/ 6858000 h 6858000"/>
              <a:gd name="connsiteX399" fmla="*/ 1936622 w 7467600"/>
              <a:gd name="connsiteY399" fmla="*/ 6858000 h 6858000"/>
              <a:gd name="connsiteX400" fmla="*/ 1926261 w 7467600"/>
              <a:gd name="connsiteY400" fmla="*/ 6784064 h 6858000"/>
              <a:gd name="connsiteX401" fmla="*/ 1922724 w 7467600"/>
              <a:gd name="connsiteY401" fmla="*/ 6765577 h 6858000"/>
              <a:gd name="connsiteX402" fmla="*/ 1904650 w 7467600"/>
              <a:gd name="connsiteY402" fmla="*/ 6639616 h 6858000"/>
              <a:gd name="connsiteX403" fmla="*/ 1885273 w 7467600"/>
              <a:gd name="connsiteY403" fmla="*/ 6858000 h 6858000"/>
              <a:gd name="connsiteX404" fmla="*/ 1854363 w 7467600"/>
              <a:gd name="connsiteY404" fmla="*/ 6858000 h 6858000"/>
              <a:gd name="connsiteX405" fmla="*/ 1880391 w 7467600"/>
              <a:gd name="connsiteY405" fmla="*/ 6603796 h 6858000"/>
              <a:gd name="connsiteX406" fmla="*/ 1818273 w 7467600"/>
              <a:gd name="connsiteY406" fmla="*/ 6715729 h 6858000"/>
              <a:gd name="connsiteX407" fmla="*/ 1794691 w 7467600"/>
              <a:gd name="connsiteY407" fmla="*/ 6843239 h 6858000"/>
              <a:gd name="connsiteX408" fmla="*/ 1794914 w 7467600"/>
              <a:gd name="connsiteY408" fmla="*/ 6858000 h 6858000"/>
              <a:gd name="connsiteX409" fmla="*/ 1746128 w 7467600"/>
              <a:gd name="connsiteY409" fmla="*/ 6858000 h 6858000"/>
              <a:gd name="connsiteX410" fmla="*/ 1753934 w 7467600"/>
              <a:gd name="connsiteY410" fmla="*/ 6724796 h 6858000"/>
              <a:gd name="connsiteX411" fmla="*/ 1792053 w 7467600"/>
              <a:gd name="connsiteY411" fmla="*/ 6572396 h 6858000"/>
              <a:gd name="connsiteX412" fmla="*/ 1862248 w 7467600"/>
              <a:gd name="connsiteY412" fmla="*/ 6266397 h 6858000"/>
              <a:gd name="connsiteX413" fmla="*/ 1862250 w 7467600"/>
              <a:gd name="connsiteY413" fmla="*/ 6033531 h 6858000"/>
              <a:gd name="connsiteX414" fmla="*/ 1211999 w 7467600"/>
              <a:gd name="connsiteY414" fmla="*/ 6683610 h 6858000"/>
              <a:gd name="connsiteX415" fmla="*/ 1213266 w 7467600"/>
              <a:gd name="connsiteY415" fmla="*/ 6691947 h 6858000"/>
              <a:gd name="connsiteX416" fmla="*/ 1203370 w 7467600"/>
              <a:gd name="connsiteY416" fmla="*/ 6850676 h 6858000"/>
              <a:gd name="connsiteX417" fmla="*/ 1203671 w 7467600"/>
              <a:gd name="connsiteY417" fmla="*/ 6858000 h 6858000"/>
              <a:gd name="connsiteX418" fmla="*/ 1143180 w 7467600"/>
              <a:gd name="connsiteY418" fmla="*/ 6858000 h 6858000"/>
              <a:gd name="connsiteX419" fmla="*/ 1142176 w 7467600"/>
              <a:gd name="connsiteY419" fmla="*/ 6766045 h 6858000"/>
              <a:gd name="connsiteX420" fmla="*/ 1067484 w 7467600"/>
              <a:gd name="connsiteY420" fmla="*/ 6858000 h 6858000"/>
              <a:gd name="connsiteX421" fmla="*/ 953928 w 7467600"/>
              <a:gd name="connsiteY421" fmla="*/ 6858000 h 6858000"/>
              <a:gd name="connsiteX422" fmla="*/ 959715 w 7467600"/>
              <a:gd name="connsiteY422" fmla="*/ 6850185 h 6858000"/>
              <a:gd name="connsiteX423" fmla="*/ 1483788 w 7467600"/>
              <a:gd name="connsiteY423" fmla="*/ 6259174 h 6858000"/>
              <a:gd name="connsiteX424" fmla="*/ 1100671 w 7467600"/>
              <a:gd name="connsiteY424" fmla="*/ 6252137 h 6858000"/>
              <a:gd name="connsiteX425" fmla="*/ 1090144 w 7467600"/>
              <a:gd name="connsiteY425" fmla="*/ 6256748 h 6858000"/>
              <a:gd name="connsiteX426" fmla="*/ 1095872 w 7467600"/>
              <a:gd name="connsiteY426" fmla="*/ 6271892 h 6858000"/>
              <a:gd name="connsiteX427" fmla="*/ 262785 w 7467600"/>
              <a:gd name="connsiteY427" fmla="*/ 6845450 h 6858000"/>
              <a:gd name="connsiteX428" fmla="*/ 209968 w 7467600"/>
              <a:gd name="connsiteY428" fmla="*/ 6770713 h 6858000"/>
              <a:gd name="connsiteX429" fmla="*/ 873460 w 7467600"/>
              <a:gd name="connsiteY429" fmla="*/ 6253768 h 6858000"/>
              <a:gd name="connsiteX430" fmla="*/ 192686 w 7467600"/>
              <a:gd name="connsiteY430" fmla="*/ 5849257 h 6858000"/>
              <a:gd name="connsiteX431" fmla="*/ 4696 w 7467600"/>
              <a:gd name="connsiteY431" fmla="*/ 5697668 h 6858000"/>
              <a:gd name="connsiteX432" fmla="*/ 0 w 7467600"/>
              <a:gd name="connsiteY432" fmla="*/ 5689984 h 6858000"/>
              <a:gd name="connsiteX433" fmla="*/ 0 w 7467600"/>
              <a:gd name="connsiteY433" fmla="*/ 5513472 h 6858000"/>
              <a:gd name="connsiteX434" fmla="*/ 174101 w 7467600"/>
              <a:gd name="connsiteY434" fmla="*/ 5620277 h 6858000"/>
              <a:gd name="connsiteX435" fmla="*/ 891800 w 7467600"/>
              <a:gd name="connsiteY435" fmla="*/ 6036935 h 6858000"/>
              <a:gd name="connsiteX436" fmla="*/ 1072219 w 7467600"/>
              <a:gd name="connsiteY436" fmla="*/ 6169443 h 6858000"/>
              <a:gd name="connsiteX437" fmla="*/ 1074117 w 7467600"/>
              <a:gd name="connsiteY437" fmla="*/ 6170301 h 6858000"/>
              <a:gd name="connsiteX438" fmla="*/ 1083114 w 7467600"/>
              <a:gd name="connsiteY438" fmla="*/ 6174131 h 6858000"/>
              <a:gd name="connsiteX439" fmla="*/ 1543010 w 7467600"/>
              <a:gd name="connsiteY439" fmla="*/ 6191140 h 6858000"/>
              <a:gd name="connsiteX440" fmla="*/ 1551080 w 7467600"/>
              <a:gd name="connsiteY440" fmla="*/ 6195006 h 6858000"/>
              <a:gd name="connsiteX441" fmla="*/ 2345443 w 7467600"/>
              <a:gd name="connsiteY441" fmla="*/ 5549882 h 6858000"/>
              <a:gd name="connsiteX442" fmla="*/ 1721499 w 7467600"/>
              <a:gd name="connsiteY442" fmla="*/ 5599969 h 6858000"/>
              <a:gd name="connsiteX443" fmla="*/ 767716 w 7467600"/>
              <a:gd name="connsiteY443" fmla="*/ 5472768 h 6858000"/>
              <a:gd name="connsiteX444" fmla="*/ 722147 w 7467600"/>
              <a:gd name="connsiteY444" fmla="*/ 5393091 h 6858000"/>
              <a:gd name="connsiteX445" fmla="*/ 1485552 w 7467600"/>
              <a:gd name="connsiteY445" fmla="*/ 5313202 h 6858000"/>
              <a:gd name="connsiteX446" fmla="*/ 2143004 w 7467600"/>
              <a:gd name="connsiteY446" fmla="*/ 5402420 h 6858000"/>
              <a:gd name="connsiteX447" fmla="*/ 1933391 w 7467600"/>
              <a:gd name="connsiteY447" fmla="*/ 5156971 h 6858000"/>
              <a:gd name="connsiteX448" fmla="*/ 1827118 w 7467600"/>
              <a:gd name="connsiteY448" fmla="*/ 4968410 h 6858000"/>
              <a:gd name="connsiteX449" fmla="*/ 1837349 w 7467600"/>
              <a:gd name="connsiteY449" fmla="*/ 4956357 h 6858000"/>
              <a:gd name="connsiteX450" fmla="*/ 2162835 w 7467600"/>
              <a:gd name="connsiteY450" fmla="*/ 5187853 h 6858000"/>
              <a:gd name="connsiteX451" fmla="*/ 2257167 w 7467600"/>
              <a:gd name="connsiteY451" fmla="*/ 5462123 h 6858000"/>
              <a:gd name="connsiteX452" fmla="*/ 2261598 w 7467600"/>
              <a:gd name="connsiteY452" fmla="*/ 5467998 h 6858000"/>
              <a:gd name="connsiteX453" fmla="*/ 2437177 w 7467600"/>
              <a:gd name="connsiteY453" fmla="*/ 5479608 h 6858000"/>
              <a:gd name="connsiteX454" fmla="*/ 2445247 w 7467600"/>
              <a:gd name="connsiteY454" fmla="*/ 5483476 h 6858000"/>
              <a:gd name="connsiteX455" fmla="*/ 2743626 w 7467600"/>
              <a:gd name="connsiteY455" fmla="*/ 5304819 h 6858000"/>
              <a:gd name="connsiteX456" fmla="*/ 3048102 w 7467600"/>
              <a:gd name="connsiteY456" fmla="*/ 5150595 h 6858000"/>
              <a:gd name="connsiteX457" fmla="*/ 1799414 w 7467600"/>
              <a:gd name="connsiteY457" fmla="*/ 4694732 h 6858000"/>
              <a:gd name="connsiteX458" fmla="*/ 1771735 w 7467600"/>
              <a:gd name="connsiteY458" fmla="*/ 4619929 h 6858000"/>
              <a:gd name="connsiteX459" fmla="*/ 3104273 w 7467600"/>
              <a:gd name="connsiteY459" fmla="*/ 5076159 h 6858000"/>
              <a:gd name="connsiteX460" fmla="*/ 3113245 w 7467600"/>
              <a:gd name="connsiteY460" fmla="*/ 5090705 h 6858000"/>
              <a:gd name="connsiteX461" fmla="*/ 3126294 w 7467600"/>
              <a:gd name="connsiteY461" fmla="*/ 5114400 h 6858000"/>
              <a:gd name="connsiteX462" fmla="*/ 3937433 w 7467600"/>
              <a:gd name="connsiteY462" fmla="*/ 4830473 h 6858000"/>
              <a:gd name="connsiteX463" fmla="*/ 3590475 w 7467600"/>
              <a:gd name="connsiteY463" fmla="*/ 4597974 h 6858000"/>
              <a:gd name="connsiteX464" fmla="*/ 3100264 w 7467600"/>
              <a:gd name="connsiteY464" fmla="*/ 4579845 h 6858000"/>
              <a:gd name="connsiteX465" fmla="*/ 2183576 w 7467600"/>
              <a:gd name="connsiteY465" fmla="*/ 4227150 h 6858000"/>
              <a:gd name="connsiteX466" fmla="*/ 2151029 w 7467600"/>
              <a:gd name="connsiteY466" fmla="*/ 4146947 h 6858000"/>
              <a:gd name="connsiteX467" fmla="*/ 3563434 w 7467600"/>
              <a:gd name="connsiteY467" fmla="*/ 4469115 h 6858000"/>
              <a:gd name="connsiteX468" fmla="*/ 3177952 w 7467600"/>
              <a:gd name="connsiteY468" fmla="*/ 3657386 h 6858000"/>
              <a:gd name="connsiteX469" fmla="*/ 3189263 w 7467600"/>
              <a:gd name="connsiteY469" fmla="*/ 3625726 h 6858000"/>
              <a:gd name="connsiteX470" fmla="*/ 3560912 w 7467600"/>
              <a:gd name="connsiteY470" fmla="*/ 4079863 h 6858000"/>
              <a:gd name="connsiteX471" fmla="*/ 3626636 w 7467600"/>
              <a:gd name="connsiteY471" fmla="*/ 4512230 h 6858000"/>
              <a:gd name="connsiteX472" fmla="*/ 3653088 w 7467600"/>
              <a:gd name="connsiteY472" fmla="*/ 4521417 h 6858000"/>
              <a:gd name="connsiteX473" fmla="*/ 3988128 w 7467600"/>
              <a:gd name="connsiteY473" fmla="*/ 4817267 h 6858000"/>
              <a:gd name="connsiteX474" fmla="*/ 4830582 w 7467600"/>
              <a:gd name="connsiteY474" fmla="*/ 4676000 h 6858000"/>
              <a:gd name="connsiteX475" fmla="*/ 4830100 w 7467600"/>
              <a:gd name="connsiteY475" fmla="*/ 4675554 h 6858000"/>
              <a:gd name="connsiteX476" fmla="*/ 4036318 w 7467600"/>
              <a:gd name="connsiteY476" fmla="*/ 4147013 h 6858000"/>
              <a:gd name="connsiteX477" fmla="*/ 3432098 w 7467600"/>
              <a:gd name="connsiteY477" fmla="*/ 3537312 h 6858000"/>
              <a:gd name="connsiteX478" fmla="*/ 3446761 w 7467600"/>
              <a:gd name="connsiteY478" fmla="*/ 3461278 h 6858000"/>
              <a:gd name="connsiteX479" fmla="*/ 4419733 w 7467600"/>
              <a:gd name="connsiteY479" fmla="*/ 3963555 h 6858000"/>
              <a:gd name="connsiteX480" fmla="*/ 4781371 w 7467600"/>
              <a:gd name="connsiteY480" fmla="*/ 4458604 h 6858000"/>
              <a:gd name="connsiteX481" fmla="*/ 4780440 w 7467600"/>
              <a:gd name="connsiteY481" fmla="*/ 4470290 h 6858000"/>
              <a:gd name="connsiteX482" fmla="*/ 4898954 w 7467600"/>
              <a:gd name="connsiteY482" fmla="*/ 4662092 h 6858000"/>
              <a:gd name="connsiteX483" fmla="*/ 4900699 w 7467600"/>
              <a:gd name="connsiteY483" fmla="*/ 4670867 h 6858000"/>
              <a:gd name="connsiteX484" fmla="*/ 5714511 w 7467600"/>
              <a:gd name="connsiteY484" fmla="*/ 4663483 h 6858000"/>
              <a:gd name="connsiteX485" fmla="*/ 5464793 w 7467600"/>
              <a:gd name="connsiteY485" fmla="*/ 4393556 h 6858000"/>
              <a:gd name="connsiteX486" fmla="*/ 5461897 w 7467600"/>
              <a:gd name="connsiteY486" fmla="*/ 4390879 h 6858000"/>
              <a:gd name="connsiteX487" fmla="*/ 4294126 w 7467600"/>
              <a:gd name="connsiteY487" fmla="*/ 3303048 h 6858000"/>
              <a:gd name="connsiteX488" fmla="*/ 4305321 w 7467600"/>
              <a:gd name="connsiteY488" fmla="*/ 3256953 h 6858000"/>
              <a:gd name="connsiteX489" fmla="*/ 4949299 w 7467600"/>
              <a:gd name="connsiteY489" fmla="*/ 3766336 h 6858000"/>
              <a:gd name="connsiteX490" fmla="*/ 5291452 w 7467600"/>
              <a:gd name="connsiteY490" fmla="*/ 4076801 h 6858000"/>
              <a:gd name="connsiteX491" fmla="*/ 5434998 w 7467600"/>
              <a:gd name="connsiteY491" fmla="*/ 4254100 h 6858000"/>
              <a:gd name="connsiteX492" fmla="*/ 5351015 w 7467600"/>
              <a:gd name="connsiteY492" fmla="*/ 3760989 h 6858000"/>
              <a:gd name="connsiteX493" fmla="*/ 5413780 w 7467600"/>
              <a:gd name="connsiteY493" fmla="*/ 2966265 h 6858000"/>
              <a:gd name="connsiteX494" fmla="*/ 5425627 w 7467600"/>
              <a:gd name="connsiteY494" fmla="*/ 2954192 h 6858000"/>
              <a:gd name="connsiteX495" fmla="*/ 6604735 w 7467600"/>
              <a:gd name="connsiteY495" fmla="*/ 2041381 h 6858000"/>
              <a:gd name="connsiteX496" fmla="*/ 7204487 w 7467600"/>
              <a:gd name="connsiteY496" fmla="*/ 2742112 h 6858000"/>
              <a:gd name="connsiteX497" fmla="*/ 7131592 w 7467600"/>
              <a:gd name="connsiteY497" fmla="*/ 2672096 h 6858000"/>
              <a:gd name="connsiteX498" fmla="*/ 6996344 w 7467600"/>
              <a:gd name="connsiteY498" fmla="*/ 2518310 h 6858000"/>
              <a:gd name="connsiteX499" fmla="*/ 6735495 w 7467600"/>
              <a:gd name="connsiteY499" fmla="*/ 2196890 h 6858000"/>
              <a:gd name="connsiteX500" fmla="*/ 6721901 w 7467600"/>
              <a:gd name="connsiteY500" fmla="*/ 2179274 h 6858000"/>
              <a:gd name="connsiteX501" fmla="*/ 6604735 w 7467600"/>
              <a:gd name="connsiteY501" fmla="*/ 2041381 h 6858000"/>
              <a:gd name="connsiteX502" fmla="*/ 6591670 w 7467600"/>
              <a:gd name="connsiteY502" fmla="*/ 1988277 h 6858000"/>
              <a:gd name="connsiteX503" fmla="*/ 6747349 w 7467600"/>
              <a:gd name="connsiteY503" fmla="*/ 2160069 h 6858000"/>
              <a:gd name="connsiteX504" fmla="*/ 6760943 w 7467600"/>
              <a:gd name="connsiteY504" fmla="*/ 2177686 h 6858000"/>
              <a:gd name="connsiteX505" fmla="*/ 7021065 w 7467600"/>
              <a:gd name="connsiteY505" fmla="*/ 2498102 h 6858000"/>
              <a:gd name="connsiteX506" fmla="*/ 7155223 w 7467600"/>
              <a:gd name="connsiteY506" fmla="*/ 2650386 h 6858000"/>
              <a:gd name="connsiteX507" fmla="*/ 7203167 w 7467600"/>
              <a:gd name="connsiteY507" fmla="*/ 2697288 h 6858000"/>
              <a:gd name="connsiteX508" fmla="*/ 6937703 w 7467600"/>
              <a:gd name="connsiteY508" fmla="*/ 2321981 h 6858000"/>
              <a:gd name="connsiteX509" fmla="*/ 6591670 w 7467600"/>
              <a:gd name="connsiteY509" fmla="*/ 1988277 h 6858000"/>
              <a:gd name="connsiteX510" fmla="*/ 5798671 w 7467600"/>
              <a:gd name="connsiteY510" fmla="*/ 1981601 h 6858000"/>
              <a:gd name="connsiteX511" fmla="*/ 5754709 w 7467600"/>
              <a:gd name="connsiteY511" fmla="*/ 2071454 h 6858000"/>
              <a:gd name="connsiteX512" fmla="*/ 5763044 w 7467600"/>
              <a:gd name="connsiteY512" fmla="*/ 2842206 h 6858000"/>
              <a:gd name="connsiteX513" fmla="*/ 5764974 w 7467600"/>
              <a:gd name="connsiteY513" fmla="*/ 2799609 h 6858000"/>
              <a:gd name="connsiteX514" fmla="*/ 5767665 w 7467600"/>
              <a:gd name="connsiteY514" fmla="*/ 2666409 h 6858000"/>
              <a:gd name="connsiteX515" fmla="*/ 5763055 w 7467600"/>
              <a:gd name="connsiteY515" fmla="*/ 2579705 h 6858000"/>
              <a:gd name="connsiteX516" fmla="*/ 5758079 w 7467600"/>
              <a:gd name="connsiteY516" fmla="*/ 2492508 h 6858000"/>
              <a:gd name="connsiteX517" fmla="*/ 5779325 w 7467600"/>
              <a:gd name="connsiteY517" fmla="*/ 2197069 h 6858000"/>
              <a:gd name="connsiteX518" fmla="*/ 5798671 w 7467600"/>
              <a:gd name="connsiteY518" fmla="*/ 1981601 h 6858000"/>
              <a:gd name="connsiteX519" fmla="*/ 5829202 w 7467600"/>
              <a:gd name="connsiteY519" fmla="*/ 1971679 h 6858000"/>
              <a:gd name="connsiteX520" fmla="*/ 5809558 w 7467600"/>
              <a:gd name="connsiteY520" fmla="*/ 2198043 h 6858000"/>
              <a:gd name="connsiteX521" fmla="*/ 5788653 w 7467600"/>
              <a:gd name="connsiteY521" fmla="*/ 2489430 h 6858000"/>
              <a:gd name="connsiteX522" fmla="*/ 5793439 w 7467600"/>
              <a:gd name="connsiteY522" fmla="*/ 2575235 h 6858000"/>
              <a:gd name="connsiteX523" fmla="*/ 5796837 w 7467600"/>
              <a:gd name="connsiteY523" fmla="*/ 2637633 h 6858000"/>
              <a:gd name="connsiteX524" fmla="*/ 5818614 w 7467600"/>
              <a:gd name="connsiteY524" fmla="*/ 2473055 h 6858000"/>
              <a:gd name="connsiteX525" fmla="*/ 5829202 w 7467600"/>
              <a:gd name="connsiteY525" fmla="*/ 1971679 h 6858000"/>
              <a:gd name="connsiteX526" fmla="*/ 5911389 w 7467600"/>
              <a:gd name="connsiteY526" fmla="*/ 1898371 h 6858000"/>
              <a:gd name="connsiteX527" fmla="*/ 6237627 w 7467600"/>
              <a:gd name="connsiteY527" fmla="*/ 2231921 h 6858000"/>
              <a:gd name="connsiteX528" fmla="*/ 5911389 w 7467600"/>
              <a:gd name="connsiteY528" fmla="*/ 1898371 h 6858000"/>
              <a:gd name="connsiteX529" fmla="*/ 6944437 w 7467600"/>
              <a:gd name="connsiteY529" fmla="*/ 1575402 h 6858000"/>
              <a:gd name="connsiteX530" fmla="*/ 6304730 w 7467600"/>
              <a:gd name="connsiteY530" fmla="*/ 1766654 h 6858000"/>
              <a:gd name="connsiteX531" fmla="*/ 6944437 w 7467600"/>
              <a:gd name="connsiteY531" fmla="*/ 1575402 h 6858000"/>
              <a:gd name="connsiteX532" fmla="*/ 7019523 w 7467600"/>
              <a:gd name="connsiteY532" fmla="*/ 1519450 h 6858000"/>
              <a:gd name="connsiteX533" fmla="*/ 6298091 w 7467600"/>
              <a:gd name="connsiteY533" fmla="*/ 1737122 h 6858000"/>
              <a:gd name="connsiteX534" fmla="*/ 7019523 w 7467600"/>
              <a:gd name="connsiteY534" fmla="*/ 1519450 h 6858000"/>
              <a:gd name="connsiteX535" fmla="*/ 2399523 w 7467600"/>
              <a:gd name="connsiteY535" fmla="*/ 1428234 h 6858000"/>
              <a:gd name="connsiteX536" fmla="*/ 2224982 w 7467600"/>
              <a:gd name="connsiteY536" fmla="*/ 1826201 h 6858000"/>
              <a:gd name="connsiteX537" fmla="*/ 2096099 w 7467600"/>
              <a:gd name="connsiteY537" fmla="*/ 2345900 h 6858000"/>
              <a:gd name="connsiteX538" fmla="*/ 2283317 w 7467600"/>
              <a:gd name="connsiteY538" fmla="*/ 1796925 h 6858000"/>
              <a:gd name="connsiteX539" fmla="*/ 2399523 w 7467600"/>
              <a:gd name="connsiteY539" fmla="*/ 1428234 h 6858000"/>
              <a:gd name="connsiteX540" fmla="*/ 2448558 w 7467600"/>
              <a:gd name="connsiteY540" fmla="*/ 1373435 h 6858000"/>
              <a:gd name="connsiteX541" fmla="*/ 2312521 w 7467600"/>
              <a:gd name="connsiteY541" fmla="*/ 1806140 h 6858000"/>
              <a:gd name="connsiteX542" fmla="*/ 2127533 w 7467600"/>
              <a:gd name="connsiteY542" fmla="*/ 2348380 h 6858000"/>
              <a:gd name="connsiteX543" fmla="*/ 2358080 w 7467600"/>
              <a:gd name="connsiteY543" fmla="*/ 1866134 h 6858000"/>
              <a:gd name="connsiteX544" fmla="*/ 2407436 w 7467600"/>
              <a:gd name="connsiteY544" fmla="*/ 1651070 h 6858000"/>
              <a:gd name="connsiteX545" fmla="*/ 2448558 w 7467600"/>
              <a:gd name="connsiteY545" fmla="*/ 1373435 h 6858000"/>
              <a:gd name="connsiteX546" fmla="*/ 278707 w 7467600"/>
              <a:gd name="connsiteY546" fmla="*/ 1352270 h 6858000"/>
              <a:gd name="connsiteX547" fmla="*/ 321570 w 7467600"/>
              <a:gd name="connsiteY547" fmla="*/ 1861610 h 6858000"/>
              <a:gd name="connsiteX548" fmla="*/ 294281 w 7467600"/>
              <a:gd name="connsiteY548" fmla="*/ 1440658 h 6858000"/>
              <a:gd name="connsiteX549" fmla="*/ 278707 w 7467600"/>
              <a:gd name="connsiteY549" fmla="*/ 1352270 h 6858000"/>
              <a:gd name="connsiteX550" fmla="*/ 1423821 w 7467600"/>
              <a:gd name="connsiteY550" fmla="*/ 1351958 h 6858000"/>
              <a:gd name="connsiteX551" fmla="*/ 1638521 w 7467600"/>
              <a:gd name="connsiteY551" fmla="*/ 1908470 h 6858000"/>
              <a:gd name="connsiteX552" fmla="*/ 1754199 w 7467600"/>
              <a:gd name="connsiteY552" fmla="*/ 2149284 h 6858000"/>
              <a:gd name="connsiteX553" fmla="*/ 1908359 w 7467600"/>
              <a:gd name="connsiteY553" fmla="*/ 2364988 h 6858000"/>
              <a:gd name="connsiteX554" fmla="*/ 1647661 w 7467600"/>
              <a:gd name="connsiteY554" fmla="*/ 1825945 h 6858000"/>
              <a:gd name="connsiteX555" fmla="*/ 1423821 w 7467600"/>
              <a:gd name="connsiteY555" fmla="*/ 1351958 h 6858000"/>
              <a:gd name="connsiteX556" fmla="*/ 1431890 w 7467600"/>
              <a:gd name="connsiteY556" fmla="*/ 1306475 h 6858000"/>
              <a:gd name="connsiteX557" fmla="*/ 1507597 w 7467600"/>
              <a:gd name="connsiteY557" fmla="*/ 1446132 h 6858000"/>
              <a:gd name="connsiteX558" fmla="*/ 1674586 w 7467600"/>
              <a:gd name="connsiteY558" fmla="*/ 1813832 h 6858000"/>
              <a:gd name="connsiteX559" fmla="*/ 1815950 w 7467600"/>
              <a:gd name="connsiteY559" fmla="*/ 2128564 h 6858000"/>
              <a:gd name="connsiteX560" fmla="*/ 1984242 w 7467600"/>
              <a:gd name="connsiteY560" fmla="*/ 2430829 h 6858000"/>
              <a:gd name="connsiteX561" fmla="*/ 2014023 w 7467600"/>
              <a:gd name="connsiteY561" fmla="*/ 2450995 h 6858000"/>
              <a:gd name="connsiteX562" fmla="*/ 1747337 w 7467600"/>
              <a:gd name="connsiteY562" fmla="*/ 1855264 h 6858000"/>
              <a:gd name="connsiteX563" fmla="*/ 1533749 w 7467600"/>
              <a:gd name="connsiteY563" fmla="*/ 1478656 h 6858000"/>
              <a:gd name="connsiteX564" fmla="*/ 1431890 w 7467600"/>
              <a:gd name="connsiteY564" fmla="*/ 1306475 h 6858000"/>
              <a:gd name="connsiteX565" fmla="*/ 5052692 w 7467600"/>
              <a:gd name="connsiteY565" fmla="*/ 1292994 h 6858000"/>
              <a:gd name="connsiteX566" fmla="*/ 5200661 w 7467600"/>
              <a:gd name="connsiteY566" fmla="*/ 1635186 h 6858000"/>
              <a:gd name="connsiteX567" fmla="*/ 5297138 w 7467600"/>
              <a:gd name="connsiteY567" fmla="*/ 1906351 h 6858000"/>
              <a:gd name="connsiteX568" fmla="*/ 5052692 w 7467600"/>
              <a:gd name="connsiteY568" fmla="*/ 1292994 h 6858000"/>
              <a:gd name="connsiteX569" fmla="*/ 5009948 w 7467600"/>
              <a:gd name="connsiteY569" fmla="*/ 1273619 h 6858000"/>
              <a:gd name="connsiteX570" fmla="*/ 5121777 w 7467600"/>
              <a:gd name="connsiteY570" fmla="*/ 1654213 h 6858000"/>
              <a:gd name="connsiteX571" fmla="*/ 5293545 w 7467600"/>
              <a:gd name="connsiteY571" fmla="*/ 2072247 h 6858000"/>
              <a:gd name="connsiteX572" fmla="*/ 5294042 w 7467600"/>
              <a:gd name="connsiteY572" fmla="*/ 2065019 h 6858000"/>
              <a:gd name="connsiteX573" fmla="*/ 5171936 w 7467600"/>
              <a:gd name="connsiteY573" fmla="*/ 1647613 h 6858000"/>
              <a:gd name="connsiteX574" fmla="*/ 5009948 w 7467600"/>
              <a:gd name="connsiteY574" fmla="*/ 1273619 h 6858000"/>
              <a:gd name="connsiteX575" fmla="*/ 655236 w 7467600"/>
              <a:gd name="connsiteY575" fmla="*/ 1268632 h 6858000"/>
              <a:gd name="connsiteX576" fmla="*/ 839521 w 7467600"/>
              <a:gd name="connsiteY576" fmla="*/ 1685315 h 6858000"/>
              <a:gd name="connsiteX577" fmla="*/ 1109416 w 7467600"/>
              <a:gd name="connsiteY577" fmla="*/ 2061663 h 6858000"/>
              <a:gd name="connsiteX578" fmla="*/ 1298300 w 7467600"/>
              <a:gd name="connsiteY578" fmla="*/ 2247742 h 6858000"/>
              <a:gd name="connsiteX579" fmla="*/ 1125871 w 7467600"/>
              <a:gd name="connsiteY579" fmla="*/ 1989513 h 6858000"/>
              <a:gd name="connsiteX580" fmla="*/ 981574 w 7467600"/>
              <a:gd name="connsiteY580" fmla="*/ 1783157 h 6858000"/>
              <a:gd name="connsiteX581" fmla="*/ 922198 w 7467600"/>
              <a:gd name="connsiteY581" fmla="*/ 1677437 h 6858000"/>
              <a:gd name="connsiteX582" fmla="*/ 869293 w 7467600"/>
              <a:gd name="connsiteY582" fmla="*/ 1583214 h 6858000"/>
              <a:gd name="connsiteX583" fmla="*/ 751431 w 7467600"/>
              <a:gd name="connsiteY583" fmla="*/ 1405731 h 6858000"/>
              <a:gd name="connsiteX584" fmla="*/ 655236 w 7467600"/>
              <a:gd name="connsiteY584" fmla="*/ 1268632 h 6858000"/>
              <a:gd name="connsiteX585" fmla="*/ 6516292 w 7467600"/>
              <a:gd name="connsiteY585" fmla="*/ 1263064 h 6858000"/>
              <a:gd name="connsiteX586" fmla="*/ 5736320 w 7467600"/>
              <a:gd name="connsiteY586" fmla="*/ 1501803 h 6858000"/>
              <a:gd name="connsiteX587" fmla="*/ 6516292 w 7467600"/>
              <a:gd name="connsiteY587" fmla="*/ 1263064 h 6858000"/>
              <a:gd name="connsiteX588" fmla="*/ 291466 w 7467600"/>
              <a:gd name="connsiteY588" fmla="*/ 1250369 h 6858000"/>
              <a:gd name="connsiteX589" fmla="*/ 323180 w 7467600"/>
              <a:gd name="connsiteY589" fmla="*/ 1435283 h 6858000"/>
              <a:gd name="connsiteX590" fmla="*/ 349381 w 7467600"/>
              <a:gd name="connsiteY590" fmla="*/ 1875041 h 6858000"/>
              <a:gd name="connsiteX591" fmla="*/ 374363 w 7467600"/>
              <a:gd name="connsiteY591" fmla="*/ 1506494 h 6858000"/>
              <a:gd name="connsiteX592" fmla="*/ 302168 w 7467600"/>
              <a:gd name="connsiteY592" fmla="*/ 1274495 h 6858000"/>
              <a:gd name="connsiteX593" fmla="*/ 291466 w 7467600"/>
              <a:gd name="connsiteY593" fmla="*/ 1250369 h 6858000"/>
              <a:gd name="connsiteX594" fmla="*/ 678222 w 7467600"/>
              <a:gd name="connsiteY594" fmla="*/ 1248670 h 6858000"/>
              <a:gd name="connsiteX595" fmla="*/ 775536 w 7467600"/>
              <a:gd name="connsiteY595" fmla="*/ 1388015 h 6858000"/>
              <a:gd name="connsiteX596" fmla="*/ 894529 w 7467600"/>
              <a:gd name="connsiteY596" fmla="*/ 1567739 h 6858000"/>
              <a:gd name="connsiteX597" fmla="*/ 948000 w 7467600"/>
              <a:gd name="connsiteY597" fmla="*/ 1663088 h 6858000"/>
              <a:gd name="connsiteX598" fmla="*/ 1006812 w 7467600"/>
              <a:gd name="connsiteY598" fmla="*/ 1767683 h 6858000"/>
              <a:gd name="connsiteX599" fmla="*/ 1149133 w 7467600"/>
              <a:gd name="connsiteY599" fmla="*/ 1971513 h 6858000"/>
              <a:gd name="connsiteX600" fmla="*/ 1333952 w 7467600"/>
              <a:gd name="connsiteY600" fmla="*/ 2251620 h 6858000"/>
              <a:gd name="connsiteX601" fmla="*/ 1337329 w 7467600"/>
              <a:gd name="connsiteY601" fmla="*/ 2258350 h 6858000"/>
              <a:gd name="connsiteX602" fmla="*/ 1014726 w 7467600"/>
              <a:gd name="connsiteY602" fmla="*/ 1615556 h 6858000"/>
              <a:gd name="connsiteX603" fmla="*/ 678222 w 7467600"/>
              <a:gd name="connsiteY603" fmla="*/ 1248670 h 6858000"/>
              <a:gd name="connsiteX604" fmla="*/ 6691602 w 7467600"/>
              <a:gd name="connsiteY604" fmla="*/ 1140573 h 6858000"/>
              <a:gd name="connsiteX605" fmla="*/ 6571100 w 7467600"/>
              <a:gd name="connsiteY605" fmla="*/ 1183662 h 6858000"/>
              <a:gd name="connsiteX606" fmla="*/ 6241687 w 7467600"/>
              <a:gd name="connsiteY606" fmla="*/ 1257600 h 6858000"/>
              <a:gd name="connsiteX607" fmla="*/ 5693009 w 7467600"/>
              <a:gd name="connsiteY607" fmla="*/ 1478256 h 6858000"/>
              <a:gd name="connsiteX608" fmla="*/ 6548420 w 7467600"/>
              <a:gd name="connsiteY608" fmla="*/ 1214599 h 6858000"/>
              <a:gd name="connsiteX609" fmla="*/ 6605473 w 7467600"/>
              <a:gd name="connsiteY609" fmla="*/ 1184686 h 6858000"/>
              <a:gd name="connsiteX610" fmla="*/ 6691602 w 7467600"/>
              <a:gd name="connsiteY610" fmla="*/ 1140573 h 6858000"/>
              <a:gd name="connsiteX611" fmla="*/ 4002475 w 7467600"/>
              <a:gd name="connsiteY611" fmla="*/ 1037802 h 6858000"/>
              <a:gd name="connsiteX612" fmla="*/ 4000324 w 7467600"/>
              <a:gd name="connsiteY612" fmla="*/ 1039362 h 6858000"/>
              <a:gd name="connsiteX613" fmla="*/ 4002862 w 7467600"/>
              <a:gd name="connsiteY613" fmla="*/ 1042866 h 6858000"/>
              <a:gd name="connsiteX614" fmla="*/ 4002475 w 7467600"/>
              <a:gd name="connsiteY614" fmla="*/ 1037802 h 6858000"/>
              <a:gd name="connsiteX615" fmla="*/ 506322 w 7467600"/>
              <a:gd name="connsiteY615" fmla="*/ 1020997 h 6858000"/>
              <a:gd name="connsiteX616" fmla="*/ 533068 w 7467600"/>
              <a:gd name="connsiteY616" fmla="*/ 1029409 h 6858000"/>
              <a:gd name="connsiteX617" fmla="*/ 1232525 w 7467600"/>
              <a:gd name="connsiteY617" fmla="*/ 1804675 h 6858000"/>
              <a:gd name="connsiteX618" fmla="*/ 1388858 w 7467600"/>
              <a:gd name="connsiteY618" fmla="*/ 2368011 h 6858000"/>
              <a:gd name="connsiteX619" fmla="*/ 1384098 w 7467600"/>
              <a:gd name="connsiteY619" fmla="*/ 2378125 h 6858000"/>
              <a:gd name="connsiteX620" fmla="*/ 1425393 w 7467600"/>
              <a:gd name="connsiteY620" fmla="*/ 2589124 h 6858000"/>
              <a:gd name="connsiteX621" fmla="*/ 1424001 w 7467600"/>
              <a:gd name="connsiteY621" fmla="*/ 2597541 h 6858000"/>
              <a:gd name="connsiteX622" fmla="*/ 2152729 w 7467600"/>
              <a:gd name="connsiteY622" fmla="*/ 2864487 h 6858000"/>
              <a:gd name="connsiteX623" fmla="*/ 2020609 w 7467600"/>
              <a:gd name="connsiteY623" fmla="*/ 2539671 h 6858000"/>
              <a:gd name="connsiteX624" fmla="*/ 2018920 w 7467600"/>
              <a:gd name="connsiteY624" fmla="*/ 2536309 h 6858000"/>
              <a:gd name="connsiteX625" fmla="*/ 1342441 w 7467600"/>
              <a:gd name="connsiteY625" fmla="*/ 1173017 h 6858000"/>
              <a:gd name="connsiteX626" fmla="*/ 1367925 w 7467600"/>
              <a:gd name="connsiteY626" fmla="*/ 1135648 h 6858000"/>
              <a:gd name="connsiteX627" fmla="*/ 1771401 w 7467600"/>
              <a:gd name="connsiteY627" fmla="*/ 1806673 h 6858000"/>
              <a:gd name="connsiteX628" fmla="*/ 1972385 w 7467600"/>
              <a:gd name="connsiteY628" fmla="*/ 2198735 h 6858000"/>
              <a:gd name="connsiteX629" fmla="*/ 2040892 w 7467600"/>
              <a:gd name="connsiteY629" fmla="*/ 2405205 h 6858000"/>
              <a:gd name="connsiteX630" fmla="*/ 2131689 w 7467600"/>
              <a:gd name="connsiteY630" fmla="*/ 1936926 h 6858000"/>
              <a:gd name="connsiteX631" fmla="*/ 2454820 w 7467600"/>
              <a:gd name="connsiteY631" fmla="*/ 1248808 h 6858000"/>
              <a:gd name="connsiteX632" fmla="*/ 2492512 w 7467600"/>
              <a:gd name="connsiteY632" fmla="*/ 1302920 h 6858000"/>
              <a:gd name="connsiteX633" fmla="*/ 2081216 w 7467600"/>
              <a:gd name="connsiteY633" fmla="*/ 2527513 h 6858000"/>
              <a:gd name="connsiteX634" fmla="*/ 2081211 w 7467600"/>
              <a:gd name="connsiteY634" fmla="*/ 2528916 h 6858000"/>
              <a:gd name="connsiteX635" fmla="*/ 2199067 w 7467600"/>
              <a:gd name="connsiteY635" fmla="*/ 2884061 h 6858000"/>
              <a:gd name="connsiteX636" fmla="*/ 3192586 w 7467600"/>
              <a:gd name="connsiteY636" fmla="*/ 3411496 h 6858000"/>
              <a:gd name="connsiteX637" fmla="*/ 3182620 w 7467600"/>
              <a:gd name="connsiteY637" fmla="*/ 3483279 h 6858000"/>
              <a:gd name="connsiteX638" fmla="*/ 2435119 w 7467600"/>
              <a:gd name="connsiteY638" fmla="*/ 3080173 h 6858000"/>
              <a:gd name="connsiteX639" fmla="*/ 2410152 w 7467600"/>
              <a:gd name="connsiteY639" fmla="*/ 3063751 h 6858000"/>
              <a:gd name="connsiteX640" fmla="*/ 2408099 w 7467600"/>
              <a:gd name="connsiteY640" fmla="*/ 3064403 h 6858000"/>
              <a:gd name="connsiteX641" fmla="*/ 2407218 w 7467600"/>
              <a:gd name="connsiteY641" fmla="*/ 3070324 h 6858000"/>
              <a:gd name="connsiteX642" fmla="*/ 2380138 w 7467600"/>
              <a:gd name="connsiteY642" fmla="*/ 3099341 h 6858000"/>
              <a:gd name="connsiteX643" fmla="*/ 1765923 w 7467600"/>
              <a:gd name="connsiteY643" fmla="*/ 3581043 h 6858000"/>
              <a:gd name="connsiteX644" fmla="*/ 1702258 w 7467600"/>
              <a:gd name="connsiteY644" fmla="*/ 3612286 h 6858000"/>
              <a:gd name="connsiteX645" fmla="*/ 1538370 w 7467600"/>
              <a:gd name="connsiteY645" fmla="*/ 3811804 h 6858000"/>
              <a:gd name="connsiteX646" fmla="*/ 542867 w 7467600"/>
              <a:gd name="connsiteY646" fmla="*/ 4944092 h 6858000"/>
              <a:gd name="connsiteX647" fmla="*/ 515800 w 7467600"/>
              <a:gd name="connsiteY647" fmla="*/ 4862180 h 6858000"/>
              <a:gd name="connsiteX648" fmla="*/ 909145 w 7467600"/>
              <a:gd name="connsiteY648" fmla="*/ 4199225 h 6858000"/>
              <a:gd name="connsiteX649" fmla="*/ 1214067 w 7467600"/>
              <a:gd name="connsiteY649" fmla="*/ 3908561 h 6858000"/>
              <a:gd name="connsiteX650" fmla="*/ 640967 w 7467600"/>
              <a:gd name="connsiteY650" fmla="*/ 4105601 h 6858000"/>
              <a:gd name="connsiteX651" fmla="*/ 112563 w 7467600"/>
              <a:gd name="connsiteY651" fmla="*/ 4396952 h 6858000"/>
              <a:gd name="connsiteX652" fmla="*/ 0 w 7467600"/>
              <a:gd name="connsiteY652" fmla="*/ 4466006 h 6858000"/>
              <a:gd name="connsiteX653" fmla="*/ 0 w 7467600"/>
              <a:gd name="connsiteY653" fmla="*/ 4233763 h 6858000"/>
              <a:gd name="connsiteX654" fmla="*/ 36881 w 7467600"/>
              <a:gd name="connsiteY654" fmla="*/ 4200118 h 6858000"/>
              <a:gd name="connsiteX655" fmla="*/ 910534 w 7467600"/>
              <a:gd name="connsiteY655" fmla="*/ 3629753 h 6858000"/>
              <a:gd name="connsiteX656" fmla="*/ 1578717 w 7467600"/>
              <a:gd name="connsiteY656" fmla="*/ 3575982 h 6858000"/>
              <a:gd name="connsiteX657" fmla="*/ 2338780 w 7467600"/>
              <a:gd name="connsiteY657" fmla="*/ 3033725 h 6858000"/>
              <a:gd name="connsiteX658" fmla="*/ 1807991 w 7467600"/>
              <a:gd name="connsiteY658" fmla="*/ 2807184 h 6858000"/>
              <a:gd name="connsiteX659" fmla="*/ 1416358 w 7467600"/>
              <a:gd name="connsiteY659" fmla="*/ 3112571 h 6858000"/>
              <a:gd name="connsiteX660" fmla="*/ 939066 w 7467600"/>
              <a:gd name="connsiteY660" fmla="*/ 3378798 h 6858000"/>
              <a:gd name="connsiteX661" fmla="*/ 115099 w 7467600"/>
              <a:gd name="connsiteY661" fmla="*/ 3607650 h 6858000"/>
              <a:gd name="connsiteX662" fmla="*/ 97284 w 7467600"/>
              <a:gd name="connsiteY662" fmla="*/ 3520393 h 6858000"/>
              <a:gd name="connsiteX663" fmla="*/ 922050 w 7467600"/>
              <a:gd name="connsiteY663" fmla="*/ 3074867 h 6858000"/>
              <a:gd name="connsiteX664" fmla="*/ 1405265 w 7467600"/>
              <a:gd name="connsiteY664" fmla="*/ 3016319 h 6858000"/>
              <a:gd name="connsiteX665" fmla="*/ 1407512 w 7467600"/>
              <a:gd name="connsiteY665" fmla="*/ 3018001 h 6858000"/>
              <a:gd name="connsiteX666" fmla="*/ 1726266 w 7467600"/>
              <a:gd name="connsiteY666" fmla="*/ 2777274 h 6858000"/>
              <a:gd name="connsiteX667" fmla="*/ 625390 w 7467600"/>
              <a:gd name="connsiteY667" fmla="*/ 2514541 h 6858000"/>
              <a:gd name="connsiteX668" fmla="*/ 619799 w 7467600"/>
              <a:gd name="connsiteY668" fmla="*/ 2527180 h 6858000"/>
              <a:gd name="connsiteX669" fmla="*/ 310030 w 7467600"/>
              <a:gd name="connsiteY669" fmla="*/ 2771818 h 6858000"/>
              <a:gd name="connsiteX670" fmla="*/ 173877 w 7467600"/>
              <a:gd name="connsiteY670" fmla="*/ 2937056 h 6858000"/>
              <a:gd name="connsiteX671" fmla="*/ 77889 w 7467600"/>
              <a:gd name="connsiteY671" fmla="*/ 3138440 h 6858000"/>
              <a:gd name="connsiteX672" fmla="*/ 0 w 7467600"/>
              <a:gd name="connsiteY672" fmla="*/ 3271395 h 6858000"/>
              <a:gd name="connsiteX673" fmla="*/ 0 w 7467600"/>
              <a:gd name="connsiteY673" fmla="*/ 3153002 h 6858000"/>
              <a:gd name="connsiteX674" fmla="*/ 2386 w 7467600"/>
              <a:gd name="connsiteY674" fmla="*/ 3149203 h 6858000"/>
              <a:gd name="connsiteX675" fmla="*/ 89753 w 7467600"/>
              <a:gd name="connsiteY675" fmla="*/ 2987702 h 6858000"/>
              <a:gd name="connsiteX676" fmla="*/ 76869 w 7467600"/>
              <a:gd name="connsiteY676" fmla="*/ 3005404 h 6858000"/>
              <a:gd name="connsiteX677" fmla="*/ 32049 w 7467600"/>
              <a:gd name="connsiteY677" fmla="*/ 3065814 h 6858000"/>
              <a:gd name="connsiteX678" fmla="*/ 0 w 7467600"/>
              <a:gd name="connsiteY678" fmla="*/ 3108744 h 6858000"/>
              <a:gd name="connsiteX679" fmla="*/ 0 w 7467600"/>
              <a:gd name="connsiteY679" fmla="*/ 3058059 h 6858000"/>
              <a:gd name="connsiteX680" fmla="*/ 7610 w 7467600"/>
              <a:gd name="connsiteY680" fmla="*/ 3047889 h 6858000"/>
              <a:gd name="connsiteX681" fmla="*/ 52419 w 7467600"/>
              <a:gd name="connsiteY681" fmla="*/ 2987479 h 6858000"/>
              <a:gd name="connsiteX682" fmla="*/ 59142 w 7467600"/>
              <a:gd name="connsiteY682" fmla="*/ 2978488 h 6858000"/>
              <a:gd name="connsiteX683" fmla="*/ 0 w 7467600"/>
              <a:gd name="connsiteY683" fmla="*/ 3015334 h 6858000"/>
              <a:gd name="connsiteX684" fmla="*/ 0 w 7467600"/>
              <a:gd name="connsiteY684" fmla="*/ 2914286 h 6858000"/>
              <a:gd name="connsiteX685" fmla="*/ 36383 w 7467600"/>
              <a:gd name="connsiteY685" fmla="*/ 2901128 h 6858000"/>
              <a:gd name="connsiteX686" fmla="*/ 156329 w 7467600"/>
              <a:gd name="connsiteY686" fmla="*/ 2840533 h 6858000"/>
              <a:gd name="connsiteX687" fmla="*/ 358355 w 7467600"/>
              <a:gd name="connsiteY687" fmla="*/ 2620471 h 6858000"/>
              <a:gd name="connsiteX688" fmla="*/ 510577 w 7467600"/>
              <a:gd name="connsiteY688" fmla="*/ 2501244 h 6858000"/>
              <a:gd name="connsiteX689" fmla="*/ 211967 w 7467600"/>
              <a:gd name="connsiteY689" fmla="*/ 2479171 h 6858000"/>
              <a:gd name="connsiteX690" fmla="*/ 0 w 7467600"/>
              <a:gd name="connsiteY690" fmla="*/ 2476398 h 6858000"/>
              <a:gd name="connsiteX691" fmla="*/ 0 w 7467600"/>
              <a:gd name="connsiteY691" fmla="*/ 2389189 h 6858000"/>
              <a:gd name="connsiteX692" fmla="*/ 103062 w 7467600"/>
              <a:gd name="connsiteY692" fmla="*/ 2389518 h 6858000"/>
              <a:gd name="connsiteX693" fmla="*/ 510734 w 7467600"/>
              <a:gd name="connsiteY693" fmla="*/ 2416201 h 6858000"/>
              <a:gd name="connsiteX694" fmla="*/ 279257 w 7467600"/>
              <a:gd name="connsiteY694" fmla="*/ 2092102 h 6858000"/>
              <a:gd name="connsiteX695" fmla="*/ 65265 w 7467600"/>
              <a:gd name="connsiteY695" fmla="*/ 2006049 h 6858000"/>
              <a:gd name="connsiteX696" fmla="*/ 0 w 7467600"/>
              <a:gd name="connsiteY696" fmla="*/ 1982532 h 6858000"/>
              <a:gd name="connsiteX697" fmla="*/ 0 w 7467600"/>
              <a:gd name="connsiteY697" fmla="*/ 1912789 h 6858000"/>
              <a:gd name="connsiteX698" fmla="*/ 97460 w 7467600"/>
              <a:gd name="connsiteY698" fmla="*/ 1953725 h 6858000"/>
              <a:gd name="connsiteX699" fmla="*/ 221272 w 7467600"/>
              <a:gd name="connsiteY699" fmla="*/ 1980766 h 6858000"/>
              <a:gd name="connsiteX700" fmla="*/ 116765 w 7467600"/>
              <a:gd name="connsiteY700" fmla="*/ 1911033 h 6858000"/>
              <a:gd name="connsiteX701" fmla="*/ 16405 w 7467600"/>
              <a:gd name="connsiteY701" fmla="*/ 1803412 h 6858000"/>
              <a:gd name="connsiteX702" fmla="*/ 0 w 7467600"/>
              <a:gd name="connsiteY702" fmla="*/ 1784777 h 6858000"/>
              <a:gd name="connsiteX703" fmla="*/ 0 w 7467600"/>
              <a:gd name="connsiteY703" fmla="*/ 1740082 h 6858000"/>
              <a:gd name="connsiteX704" fmla="*/ 39394 w 7467600"/>
              <a:gd name="connsiteY704" fmla="*/ 1784856 h 6858000"/>
              <a:gd name="connsiteX705" fmla="*/ 135813 w 7467600"/>
              <a:gd name="connsiteY705" fmla="*/ 1888838 h 6858000"/>
              <a:gd name="connsiteX706" fmla="*/ 242575 w 7467600"/>
              <a:gd name="connsiteY706" fmla="*/ 1958841 h 6858000"/>
              <a:gd name="connsiteX707" fmla="*/ 82197 w 7467600"/>
              <a:gd name="connsiteY707" fmla="*/ 1754826 h 6858000"/>
              <a:gd name="connsiteX708" fmla="*/ 0 w 7467600"/>
              <a:gd name="connsiteY708" fmla="*/ 1679650 h 6858000"/>
              <a:gd name="connsiteX709" fmla="*/ 0 w 7467600"/>
              <a:gd name="connsiteY709" fmla="*/ 1602463 h 6858000"/>
              <a:gd name="connsiteX710" fmla="*/ 84689 w 7467600"/>
              <a:gd name="connsiteY710" fmla="*/ 1677442 h 6858000"/>
              <a:gd name="connsiteX711" fmla="*/ 298437 w 7467600"/>
              <a:gd name="connsiteY711" fmla="*/ 1968019 h 6858000"/>
              <a:gd name="connsiteX712" fmla="*/ 227269 w 7467600"/>
              <a:gd name="connsiteY712" fmla="*/ 1114064 h 6858000"/>
              <a:gd name="connsiteX713" fmla="*/ 248003 w 7467600"/>
              <a:gd name="connsiteY713" fmla="*/ 1089613 h 6858000"/>
              <a:gd name="connsiteX714" fmla="*/ 427020 w 7467600"/>
              <a:gd name="connsiteY714" fmla="*/ 1619803 h 6858000"/>
              <a:gd name="connsiteX715" fmla="*/ 340345 w 7467600"/>
              <a:gd name="connsiteY715" fmla="*/ 2027739 h 6858000"/>
              <a:gd name="connsiteX716" fmla="*/ 360865 w 7467600"/>
              <a:gd name="connsiteY716" fmla="*/ 2044827 h 6858000"/>
              <a:gd name="connsiteX717" fmla="*/ 560414 w 7467600"/>
              <a:gd name="connsiteY717" fmla="*/ 2421457 h 6858000"/>
              <a:gd name="connsiteX718" fmla="*/ 1359703 w 7467600"/>
              <a:gd name="connsiteY718" fmla="*/ 2578554 h 6858000"/>
              <a:gd name="connsiteX719" fmla="*/ 1359422 w 7467600"/>
              <a:gd name="connsiteY719" fmla="*/ 2577994 h 6858000"/>
              <a:gd name="connsiteX720" fmla="*/ 828701 w 7467600"/>
              <a:gd name="connsiteY720" fmla="*/ 1839520 h 6858000"/>
              <a:gd name="connsiteX721" fmla="*/ 494427 w 7467600"/>
              <a:gd name="connsiteY721" fmla="*/ 1092333 h 6858000"/>
              <a:gd name="connsiteX722" fmla="*/ 506322 w 7467600"/>
              <a:gd name="connsiteY722" fmla="*/ 1020997 h 6858000"/>
              <a:gd name="connsiteX723" fmla="*/ 4570198 w 7467600"/>
              <a:gd name="connsiteY723" fmla="*/ 978081 h 6858000"/>
              <a:gd name="connsiteX724" fmla="*/ 4523691 w 7467600"/>
              <a:gd name="connsiteY724" fmla="*/ 1127776 h 6858000"/>
              <a:gd name="connsiteX725" fmla="*/ 4509875 w 7467600"/>
              <a:gd name="connsiteY725" fmla="*/ 1167552 h 6858000"/>
              <a:gd name="connsiteX726" fmla="*/ 4478168 w 7467600"/>
              <a:gd name="connsiteY726" fmla="*/ 1260735 h 6858000"/>
              <a:gd name="connsiteX727" fmla="*/ 4409309 w 7467600"/>
              <a:gd name="connsiteY727" fmla="*/ 1666996 h 6858000"/>
              <a:gd name="connsiteX728" fmla="*/ 4370031 w 7467600"/>
              <a:gd name="connsiteY728" fmla="*/ 1955666 h 6858000"/>
              <a:gd name="connsiteX729" fmla="*/ 4570198 w 7467600"/>
              <a:gd name="connsiteY729" fmla="*/ 978081 h 6858000"/>
              <a:gd name="connsiteX730" fmla="*/ 4557898 w 7467600"/>
              <a:gd name="connsiteY730" fmla="*/ 900011 h 6858000"/>
              <a:gd name="connsiteX731" fmla="*/ 4344840 w 7467600"/>
              <a:gd name="connsiteY731" fmla="*/ 1922038 h 6858000"/>
              <a:gd name="connsiteX732" fmla="*/ 4378710 w 7467600"/>
              <a:gd name="connsiteY732" fmla="*/ 1665516 h 6858000"/>
              <a:gd name="connsiteX733" fmla="*/ 4448798 w 7467600"/>
              <a:gd name="connsiteY733" fmla="*/ 1253024 h 6858000"/>
              <a:gd name="connsiteX734" fmla="*/ 4480315 w 7467600"/>
              <a:gd name="connsiteY734" fmla="*/ 1158454 h 6858000"/>
              <a:gd name="connsiteX735" fmla="*/ 4494133 w 7467600"/>
              <a:gd name="connsiteY735" fmla="*/ 1118676 h 6858000"/>
              <a:gd name="connsiteX736" fmla="*/ 4557898 w 7467600"/>
              <a:gd name="connsiteY736" fmla="*/ 900011 h 6858000"/>
              <a:gd name="connsiteX737" fmla="*/ 5870151 w 7467600"/>
              <a:gd name="connsiteY737" fmla="*/ 898890 h 6858000"/>
              <a:gd name="connsiteX738" fmla="*/ 5861335 w 7467600"/>
              <a:gd name="connsiteY738" fmla="*/ 899177 h 6858000"/>
              <a:gd name="connsiteX739" fmla="*/ 5843702 w 7467600"/>
              <a:gd name="connsiteY739" fmla="*/ 899748 h 6858000"/>
              <a:gd name="connsiteX740" fmla="*/ 5651107 w 7467600"/>
              <a:gd name="connsiteY740" fmla="*/ 920306 h 6858000"/>
              <a:gd name="connsiteX741" fmla="*/ 5459407 w 7467600"/>
              <a:gd name="connsiteY741" fmla="*/ 940975 h 6858000"/>
              <a:gd name="connsiteX742" fmla="*/ 5374846 w 7467600"/>
              <a:gd name="connsiteY742" fmla="*/ 941988 h 6858000"/>
              <a:gd name="connsiteX743" fmla="*/ 5256105 w 7467600"/>
              <a:gd name="connsiteY743" fmla="*/ 945632 h 6858000"/>
              <a:gd name="connsiteX744" fmla="*/ 5107071 w 7467600"/>
              <a:gd name="connsiteY744" fmla="*/ 969720 h 6858000"/>
              <a:gd name="connsiteX745" fmla="*/ 4998681 w 7467600"/>
              <a:gd name="connsiteY745" fmla="*/ 988771 h 6858000"/>
              <a:gd name="connsiteX746" fmla="*/ 5870151 w 7467600"/>
              <a:gd name="connsiteY746" fmla="*/ 898890 h 6858000"/>
              <a:gd name="connsiteX747" fmla="*/ 5504425 w 7467600"/>
              <a:gd name="connsiteY747" fmla="*/ 848067 h 6858000"/>
              <a:gd name="connsiteX748" fmla="*/ 4968849 w 7467600"/>
              <a:gd name="connsiteY748" fmla="*/ 962318 h 6858000"/>
              <a:gd name="connsiteX749" fmla="*/ 5104039 w 7467600"/>
              <a:gd name="connsiteY749" fmla="*/ 940634 h 6858000"/>
              <a:gd name="connsiteX750" fmla="*/ 5256311 w 7467600"/>
              <a:gd name="connsiteY750" fmla="*/ 916490 h 6858000"/>
              <a:gd name="connsiteX751" fmla="*/ 5377381 w 7467600"/>
              <a:gd name="connsiteY751" fmla="*/ 912671 h 6858000"/>
              <a:gd name="connsiteX752" fmla="*/ 5460148 w 7467600"/>
              <a:gd name="connsiteY752" fmla="*/ 911442 h 6858000"/>
              <a:gd name="connsiteX753" fmla="*/ 5648971 w 7467600"/>
              <a:gd name="connsiteY753" fmla="*/ 891331 h 6858000"/>
              <a:gd name="connsiteX754" fmla="*/ 5844807 w 7467600"/>
              <a:gd name="connsiteY754" fmla="*/ 870718 h 6858000"/>
              <a:gd name="connsiteX755" fmla="*/ 5862975 w 7467600"/>
              <a:gd name="connsiteY755" fmla="*/ 869756 h 6858000"/>
              <a:gd name="connsiteX756" fmla="*/ 5920887 w 7467600"/>
              <a:gd name="connsiteY756" fmla="*/ 865929 h 6858000"/>
              <a:gd name="connsiteX757" fmla="*/ 5504425 w 7467600"/>
              <a:gd name="connsiteY757" fmla="*/ 848067 h 6858000"/>
              <a:gd name="connsiteX758" fmla="*/ 3607114 w 7467600"/>
              <a:gd name="connsiteY758" fmla="*/ 467441 h 6858000"/>
              <a:gd name="connsiteX759" fmla="*/ 3296242 w 7467600"/>
              <a:gd name="connsiteY759" fmla="*/ 807991 h 6858000"/>
              <a:gd name="connsiteX760" fmla="*/ 3174674 w 7467600"/>
              <a:gd name="connsiteY760" fmla="*/ 919759 h 6858000"/>
              <a:gd name="connsiteX761" fmla="*/ 3042978 w 7467600"/>
              <a:gd name="connsiteY761" fmla="*/ 1054894 h 6858000"/>
              <a:gd name="connsiteX762" fmla="*/ 2968914 w 7467600"/>
              <a:gd name="connsiteY762" fmla="*/ 1133756 h 6858000"/>
              <a:gd name="connsiteX763" fmla="*/ 3103823 w 7467600"/>
              <a:gd name="connsiteY763" fmla="*/ 1026814 h 6858000"/>
              <a:gd name="connsiteX764" fmla="*/ 3607114 w 7467600"/>
              <a:gd name="connsiteY764" fmla="*/ 467441 h 6858000"/>
              <a:gd name="connsiteX765" fmla="*/ 3744487 w 7467600"/>
              <a:gd name="connsiteY765" fmla="*/ 383136 h 6858000"/>
              <a:gd name="connsiteX766" fmla="*/ 3970213 w 7467600"/>
              <a:gd name="connsiteY766" fmla="*/ 995559 h 6858000"/>
              <a:gd name="connsiteX767" fmla="*/ 3744487 w 7467600"/>
              <a:gd name="connsiteY767" fmla="*/ 383136 h 6858000"/>
              <a:gd name="connsiteX768" fmla="*/ 3624562 w 7467600"/>
              <a:gd name="connsiteY768" fmla="*/ 367041 h 6858000"/>
              <a:gd name="connsiteX769" fmla="*/ 3489712 w 7467600"/>
              <a:gd name="connsiteY769" fmla="*/ 485386 h 6858000"/>
              <a:gd name="connsiteX770" fmla="*/ 3182994 w 7467600"/>
              <a:gd name="connsiteY770" fmla="*/ 828265 h 6858000"/>
              <a:gd name="connsiteX771" fmla="*/ 2892114 w 7467600"/>
              <a:gd name="connsiteY771" fmla="*/ 1172635 h 6858000"/>
              <a:gd name="connsiteX772" fmla="*/ 3021459 w 7467600"/>
              <a:gd name="connsiteY772" fmla="*/ 1035385 h 6858000"/>
              <a:gd name="connsiteX773" fmla="*/ 3153873 w 7467600"/>
              <a:gd name="connsiteY773" fmla="*/ 898971 h 6858000"/>
              <a:gd name="connsiteX774" fmla="*/ 3276511 w 7467600"/>
              <a:gd name="connsiteY774" fmla="*/ 786423 h 6858000"/>
              <a:gd name="connsiteX775" fmla="*/ 3584154 w 7467600"/>
              <a:gd name="connsiteY775" fmla="*/ 448218 h 6858000"/>
              <a:gd name="connsiteX776" fmla="*/ 3624562 w 7467600"/>
              <a:gd name="connsiteY776" fmla="*/ 367041 h 6858000"/>
              <a:gd name="connsiteX777" fmla="*/ 3766672 w 7467600"/>
              <a:gd name="connsiteY777" fmla="*/ 359429 h 6858000"/>
              <a:gd name="connsiteX778" fmla="*/ 3996338 w 7467600"/>
              <a:gd name="connsiteY778" fmla="*/ 968237 h 6858000"/>
              <a:gd name="connsiteX779" fmla="*/ 3766672 w 7467600"/>
              <a:gd name="connsiteY779" fmla="*/ 359429 h 6858000"/>
              <a:gd name="connsiteX780" fmla="*/ 5805386 w 7467600"/>
              <a:gd name="connsiteY780" fmla="*/ 239240 h 6858000"/>
              <a:gd name="connsiteX781" fmla="*/ 5736947 w 7467600"/>
              <a:gd name="connsiteY781" fmla="*/ 261367 h 6858000"/>
              <a:gd name="connsiteX782" fmla="*/ 5427012 w 7467600"/>
              <a:gd name="connsiteY782" fmla="*/ 311272 h 6858000"/>
              <a:gd name="connsiteX783" fmla="*/ 5147818 w 7467600"/>
              <a:gd name="connsiteY783" fmla="*/ 322112 h 6858000"/>
              <a:gd name="connsiteX784" fmla="*/ 5060854 w 7467600"/>
              <a:gd name="connsiteY784" fmla="*/ 311882 h 6858000"/>
              <a:gd name="connsiteX785" fmla="*/ 4945989 w 7467600"/>
              <a:gd name="connsiteY785" fmla="*/ 300516 h 6858000"/>
              <a:gd name="connsiteX786" fmla="*/ 5410479 w 7467600"/>
              <a:gd name="connsiteY786" fmla="*/ 348434 h 6858000"/>
              <a:gd name="connsiteX787" fmla="*/ 5805386 w 7467600"/>
              <a:gd name="connsiteY787" fmla="*/ 239240 h 6858000"/>
              <a:gd name="connsiteX788" fmla="*/ 5905192 w 7467600"/>
              <a:gd name="connsiteY788" fmla="*/ 163079 h 6858000"/>
              <a:gd name="connsiteX789" fmla="*/ 5865655 w 7467600"/>
              <a:gd name="connsiteY789" fmla="*/ 171901 h 6858000"/>
              <a:gd name="connsiteX790" fmla="*/ 5259740 w 7467600"/>
              <a:gd name="connsiteY790" fmla="*/ 257013 h 6858000"/>
              <a:gd name="connsiteX791" fmla="*/ 5208466 w 7467600"/>
              <a:gd name="connsiteY791" fmla="*/ 257550 h 6858000"/>
              <a:gd name="connsiteX792" fmla="*/ 4980204 w 7467600"/>
              <a:gd name="connsiteY792" fmla="*/ 271903 h 6858000"/>
              <a:gd name="connsiteX793" fmla="*/ 5068068 w 7467600"/>
              <a:gd name="connsiteY793" fmla="*/ 282244 h 6858000"/>
              <a:gd name="connsiteX794" fmla="*/ 5153231 w 7467600"/>
              <a:gd name="connsiteY794" fmla="*/ 292240 h 6858000"/>
              <a:gd name="connsiteX795" fmla="*/ 5426491 w 7467600"/>
              <a:gd name="connsiteY795" fmla="*/ 281128 h 6858000"/>
              <a:gd name="connsiteX796" fmla="*/ 5731212 w 7467600"/>
              <a:gd name="connsiteY796" fmla="*/ 231951 h 6858000"/>
              <a:gd name="connsiteX797" fmla="*/ 5905192 w 7467600"/>
              <a:gd name="connsiteY797" fmla="*/ 163079 h 6858000"/>
              <a:gd name="connsiteX798" fmla="*/ 5944437 w 7467600"/>
              <a:gd name="connsiteY798" fmla="*/ 113829 h 6858000"/>
              <a:gd name="connsiteX799" fmla="*/ 5825032 w 7467600"/>
              <a:gd name="connsiteY799" fmla="*/ 146405 h 6858000"/>
              <a:gd name="connsiteX800" fmla="*/ 4955599 w 7467600"/>
              <a:gd name="connsiteY800" fmla="*/ 247008 h 6858000"/>
              <a:gd name="connsiteX801" fmla="*/ 5210104 w 7467600"/>
              <a:gd name="connsiteY801" fmla="*/ 228123 h 6858000"/>
              <a:gd name="connsiteX802" fmla="*/ 5261015 w 7467600"/>
              <a:gd name="connsiteY802" fmla="*/ 227087 h 6858000"/>
              <a:gd name="connsiteX803" fmla="*/ 5861181 w 7467600"/>
              <a:gd name="connsiteY803" fmla="*/ 143093 h 6858000"/>
              <a:gd name="connsiteX804" fmla="*/ 5961252 w 7467600"/>
              <a:gd name="connsiteY804" fmla="*/ 114820 h 6858000"/>
              <a:gd name="connsiteX805" fmla="*/ 5944437 w 7467600"/>
              <a:gd name="connsiteY805" fmla="*/ 113829 h 6858000"/>
              <a:gd name="connsiteX806" fmla="*/ 3882765 w 7467600"/>
              <a:gd name="connsiteY806" fmla="*/ 0 h 6858000"/>
              <a:gd name="connsiteX807" fmla="*/ 3995099 w 7467600"/>
              <a:gd name="connsiteY807" fmla="*/ 0 h 6858000"/>
              <a:gd name="connsiteX808" fmla="*/ 4163818 w 7467600"/>
              <a:gd name="connsiteY808" fmla="*/ 234104 h 6858000"/>
              <a:gd name="connsiteX809" fmla="*/ 4172099 w 7467600"/>
              <a:gd name="connsiteY809" fmla="*/ 234207 h 6858000"/>
              <a:gd name="connsiteX810" fmla="*/ 4784282 w 7467600"/>
              <a:gd name="connsiteY810" fmla="*/ 276561 h 6858000"/>
              <a:gd name="connsiteX811" fmla="*/ 4801687 w 7467600"/>
              <a:gd name="connsiteY811" fmla="*/ 267764 h 6858000"/>
              <a:gd name="connsiteX812" fmla="*/ 6082788 w 7467600"/>
              <a:gd name="connsiteY812" fmla="*/ 64119 h 6858000"/>
              <a:gd name="connsiteX813" fmla="*/ 6099442 w 7467600"/>
              <a:gd name="connsiteY813" fmla="*/ 82568 h 6858000"/>
              <a:gd name="connsiteX814" fmla="*/ 4804137 w 7467600"/>
              <a:gd name="connsiteY814" fmla="*/ 320931 h 6858000"/>
              <a:gd name="connsiteX815" fmla="*/ 4227047 w 7467600"/>
              <a:gd name="connsiteY815" fmla="*/ 313415 h 6858000"/>
              <a:gd name="connsiteX816" fmla="*/ 4346041 w 7467600"/>
              <a:gd name="connsiteY816" fmla="*/ 456086 h 6858000"/>
              <a:gd name="connsiteX817" fmla="*/ 4870967 w 7467600"/>
              <a:gd name="connsiteY817" fmla="*/ 963061 h 6858000"/>
              <a:gd name="connsiteX818" fmla="*/ 4889647 w 7467600"/>
              <a:gd name="connsiteY818" fmla="*/ 957147 h 6858000"/>
              <a:gd name="connsiteX819" fmla="*/ 5422504 w 7467600"/>
              <a:gd name="connsiteY819" fmla="*/ 805191 h 6858000"/>
              <a:gd name="connsiteX820" fmla="*/ 6087656 w 7467600"/>
              <a:gd name="connsiteY820" fmla="*/ 826703 h 6858000"/>
              <a:gd name="connsiteX821" fmla="*/ 6058717 w 7467600"/>
              <a:gd name="connsiteY821" fmla="*/ 865992 h 6858000"/>
              <a:gd name="connsiteX822" fmla="*/ 4974153 w 7467600"/>
              <a:gd name="connsiteY822" fmla="*/ 1045456 h 6858000"/>
              <a:gd name="connsiteX823" fmla="*/ 5627835 w 7467600"/>
              <a:gd name="connsiteY823" fmla="*/ 1472077 h 6858000"/>
              <a:gd name="connsiteX824" fmla="*/ 5629817 w 7467600"/>
              <a:gd name="connsiteY824" fmla="*/ 1471412 h 6858000"/>
              <a:gd name="connsiteX825" fmla="*/ 5634124 w 7467600"/>
              <a:gd name="connsiteY825" fmla="*/ 1470572 h 6858000"/>
              <a:gd name="connsiteX826" fmla="*/ 5755832 w 7467600"/>
              <a:gd name="connsiteY826" fmla="*/ 1383886 h 6858000"/>
              <a:gd name="connsiteX827" fmla="*/ 6014186 w 7467600"/>
              <a:gd name="connsiteY827" fmla="*/ 1279799 h 6858000"/>
              <a:gd name="connsiteX828" fmla="*/ 6901619 w 7467600"/>
              <a:gd name="connsiteY828" fmla="*/ 1047874 h 6858000"/>
              <a:gd name="connsiteX829" fmla="*/ 6931566 w 7467600"/>
              <a:gd name="connsiteY829" fmla="*/ 1062034 h 6858000"/>
              <a:gd name="connsiteX830" fmla="*/ 5790982 w 7467600"/>
              <a:gd name="connsiteY830" fmla="*/ 1561380 h 6858000"/>
              <a:gd name="connsiteX831" fmla="*/ 6188971 w 7467600"/>
              <a:gd name="connsiteY831" fmla="*/ 1755168 h 6858000"/>
              <a:gd name="connsiteX832" fmla="*/ 6202446 w 7467600"/>
              <a:gd name="connsiteY832" fmla="*/ 1752268 h 6858000"/>
              <a:gd name="connsiteX833" fmla="*/ 7179560 w 7467600"/>
              <a:gd name="connsiteY833" fmla="*/ 1467551 h 6858000"/>
              <a:gd name="connsiteX834" fmla="*/ 7158730 w 7467600"/>
              <a:gd name="connsiteY834" fmla="*/ 1507835 h 6858000"/>
              <a:gd name="connsiteX835" fmla="*/ 6326959 w 7467600"/>
              <a:gd name="connsiteY835" fmla="*/ 1817686 h 6858000"/>
              <a:gd name="connsiteX836" fmla="*/ 6537433 w 7467600"/>
              <a:gd name="connsiteY836" fmla="*/ 1907790 h 6858000"/>
              <a:gd name="connsiteX837" fmla="*/ 6550221 w 7467600"/>
              <a:gd name="connsiteY837" fmla="*/ 1910729 h 6858000"/>
              <a:gd name="connsiteX838" fmla="*/ 6964438 w 7467600"/>
              <a:gd name="connsiteY838" fmla="*/ 2209505 h 6858000"/>
              <a:gd name="connsiteX839" fmla="*/ 7367862 w 7467600"/>
              <a:gd name="connsiteY839" fmla="*/ 2806833 h 6858000"/>
              <a:gd name="connsiteX840" fmla="*/ 7364329 w 7467600"/>
              <a:gd name="connsiteY840" fmla="*/ 2826907 h 6858000"/>
              <a:gd name="connsiteX841" fmla="*/ 7290545 w 7467600"/>
              <a:gd name="connsiteY841" fmla="*/ 2850663 h 6858000"/>
              <a:gd name="connsiteX842" fmla="*/ 6472036 w 7467600"/>
              <a:gd name="connsiteY842" fmla="*/ 1959003 h 6858000"/>
              <a:gd name="connsiteX843" fmla="*/ 5792897 w 7467600"/>
              <a:gd name="connsiteY843" fmla="*/ 1647747 h 6858000"/>
              <a:gd name="connsiteX844" fmla="*/ 5842751 w 7467600"/>
              <a:gd name="connsiteY844" fmla="*/ 1816112 h 6858000"/>
              <a:gd name="connsiteX845" fmla="*/ 5847424 w 7467600"/>
              <a:gd name="connsiteY845" fmla="*/ 1815776 h 6858000"/>
              <a:gd name="connsiteX846" fmla="*/ 6399821 w 7467600"/>
              <a:gd name="connsiteY846" fmla="*/ 2344799 h 6858000"/>
              <a:gd name="connsiteX847" fmla="*/ 6323232 w 7467600"/>
              <a:gd name="connsiteY847" fmla="*/ 2389634 h 6858000"/>
              <a:gd name="connsiteX848" fmla="*/ 5942958 w 7467600"/>
              <a:gd name="connsiteY848" fmla="*/ 2077708 h 6858000"/>
              <a:gd name="connsiteX849" fmla="*/ 5921559 w 7467600"/>
              <a:gd name="connsiteY849" fmla="*/ 2378596 h 6858000"/>
              <a:gd name="connsiteX850" fmla="*/ 5817651 w 7467600"/>
              <a:gd name="connsiteY850" fmla="*/ 3023919 h 6858000"/>
              <a:gd name="connsiteX851" fmla="*/ 5729634 w 7467600"/>
              <a:gd name="connsiteY851" fmla="*/ 3051849 h 6858000"/>
              <a:gd name="connsiteX852" fmla="*/ 5611018 w 7467600"/>
              <a:gd name="connsiteY852" fmla="*/ 2316769 h 6858000"/>
              <a:gd name="connsiteX853" fmla="*/ 5687608 w 7467600"/>
              <a:gd name="connsiteY853" fmla="*/ 2039972 h 6858000"/>
              <a:gd name="connsiteX854" fmla="*/ 5657554 w 7467600"/>
              <a:gd name="connsiteY854" fmla="*/ 1576445 h 6858000"/>
              <a:gd name="connsiteX855" fmla="*/ 5150475 w 7467600"/>
              <a:gd name="connsiteY855" fmla="*/ 1274012 h 6858000"/>
              <a:gd name="connsiteX856" fmla="*/ 5349142 w 7467600"/>
              <a:gd name="connsiteY856" fmla="*/ 2204405 h 6858000"/>
              <a:gd name="connsiteX857" fmla="*/ 5262214 w 7467600"/>
              <a:gd name="connsiteY857" fmla="*/ 2233836 h 6858000"/>
              <a:gd name="connsiteX858" fmla="*/ 4981539 w 7467600"/>
              <a:gd name="connsiteY858" fmla="*/ 1542201 h 6858000"/>
              <a:gd name="connsiteX859" fmla="*/ 4958461 w 7467600"/>
              <a:gd name="connsiteY859" fmla="*/ 1136957 h 6858000"/>
              <a:gd name="connsiteX860" fmla="*/ 4655015 w 7467600"/>
              <a:gd name="connsiteY860" fmla="*/ 891426 h 6858000"/>
              <a:gd name="connsiteX861" fmla="*/ 4348002 w 7467600"/>
              <a:gd name="connsiteY861" fmla="*/ 2205895 h 6858000"/>
              <a:gd name="connsiteX862" fmla="*/ 4262250 w 7467600"/>
              <a:gd name="connsiteY862" fmla="*/ 2219972 h 6858000"/>
              <a:gd name="connsiteX863" fmla="*/ 4550611 w 7467600"/>
              <a:gd name="connsiteY863" fmla="*/ 817540 h 6858000"/>
              <a:gd name="connsiteX864" fmla="*/ 4564418 w 7467600"/>
              <a:gd name="connsiteY864" fmla="*/ 808293 h 6858000"/>
              <a:gd name="connsiteX865" fmla="*/ 4266388 w 7467600"/>
              <a:gd name="connsiteY865" fmla="*/ 500083 h 6858000"/>
              <a:gd name="connsiteX866" fmla="*/ 4032842 w 7467600"/>
              <a:gd name="connsiteY866" fmla="*/ 211809 h 6858000"/>
              <a:gd name="connsiteX867" fmla="*/ 3882765 w 7467600"/>
              <a:gd name="connsiteY867" fmla="*/ 0 h 6858000"/>
              <a:gd name="connsiteX868" fmla="*/ 3721337 w 7467600"/>
              <a:gd name="connsiteY868" fmla="*/ 0 h 6858000"/>
              <a:gd name="connsiteX869" fmla="*/ 3797544 w 7467600"/>
              <a:gd name="connsiteY869" fmla="*/ 0 h 6858000"/>
              <a:gd name="connsiteX870" fmla="*/ 3775734 w 7467600"/>
              <a:gd name="connsiteY870" fmla="*/ 95131 h 6858000"/>
              <a:gd name="connsiteX871" fmla="*/ 3724807 w 7467600"/>
              <a:gd name="connsiteY871" fmla="*/ 272257 h 6858000"/>
              <a:gd name="connsiteX872" fmla="*/ 3726844 w 7467600"/>
              <a:gd name="connsiteY872" fmla="*/ 282988 h 6858000"/>
              <a:gd name="connsiteX873" fmla="*/ 3742664 w 7467600"/>
              <a:gd name="connsiteY873" fmla="*/ 279918 h 6858000"/>
              <a:gd name="connsiteX874" fmla="*/ 4103910 w 7467600"/>
              <a:gd name="connsiteY874" fmla="*/ 1161917 h 6858000"/>
              <a:gd name="connsiteX875" fmla="*/ 4020269 w 7467600"/>
              <a:gd name="connsiteY875" fmla="*/ 1200406 h 6858000"/>
              <a:gd name="connsiteX876" fmla="*/ 3674882 w 7467600"/>
              <a:gd name="connsiteY876" fmla="*/ 488524 h 6858000"/>
              <a:gd name="connsiteX877" fmla="*/ 3132682 w 7467600"/>
              <a:gd name="connsiteY877" fmla="*/ 1072284 h 6858000"/>
              <a:gd name="connsiteX878" fmla="*/ 2716346 w 7467600"/>
              <a:gd name="connsiteY878" fmla="*/ 1276376 h 6858000"/>
              <a:gd name="connsiteX879" fmla="*/ 2716772 w 7467600"/>
              <a:gd name="connsiteY879" fmla="*/ 1255462 h 6858000"/>
              <a:gd name="connsiteX880" fmla="*/ 3471096 w 7467600"/>
              <a:gd name="connsiteY880" fmla="*/ 437072 h 6858000"/>
              <a:gd name="connsiteX881" fmla="*/ 3639057 w 7467600"/>
              <a:gd name="connsiteY881" fmla="*/ 286334 h 6858000"/>
              <a:gd name="connsiteX882" fmla="*/ 3640309 w 7467600"/>
              <a:gd name="connsiteY882" fmla="*/ 284664 h 6858000"/>
              <a:gd name="connsiteX883" fmla="*/ 3646022 w 7467600"/>
              <a:gd name="connsiteY883" fmla="*/ 276711 h 6858000"/>
              <a:gd name="connsiteX884" fmla="*/ 3707943 w 7467600"/>
              <a:gd name="connsiteY884" fmla="*/ 65958 h 6858000"/>
              <a:gd name="connsiteX885" fmla="*/ 3721337 w 7467600"/>
              <a:gd name="connsiteY885" fmla="*/ 0 h 6858000"/>
              <a:gd name="connsiteX886" fmla="*/ 2867960 w 7467600"/>
              <a:gd name="connsiteY886" fmla="*/ 0 h 6858000"/>
              <a:gd name="connsiteX887" fmla="*/ 2926351 w 7467600"/>
              <a:gd name="connsiteY887" fmla="*/ 0 h 6858000"/>
              <a:gd name="connsiteX888" fmla="*/ 2902823 w 7467600"/>
              <a:gd name="connsiteY888" fmla="*/ 262929 h 6858000"/>
              <a:gd name="connsiteX889" fmla="*/ 2940663 w 7467600"/>
              <a:gd name="connsiteY889" fmla="*/ 140884 h 6858000"/>
              <a:gd name="connsiteX890" fmla="*/ 2947039 w 7467600"/>
              <a:gd name="connsiteY890" fmla="*/ 122524 h 6858000"/>
              <a:gd name="connsiteX891" fmla="*/ 2984316 w 7467600"/>
              <a:gd name="connsiteY891" fmla="*/ 0 h 6858000"/>
              <a:gd name="connsiteX892" fmla="*/ 3016114 w 7467600"/>
              <a:gd name="connsiteY892" fmla="*/ 0 h 6858000"/>
              <a:gd name="connsiteX893" fmla="*/ 2979949 w 7467600"/>
              <a:gd name="connsiteY893" fmla="*/ 119274 h 6858000"/>
              <a:gd name="connsiteX894" fmla="*/ 3023879 w 7467600"/>
              <a:gd name="connsiteY894" fmla="*/ 0 h 6858000"/>
              <a:gd name="connsiteX895" fmla="*/ 3105400 w 7467600"/>
              <a:gd name="connsiteY895" fmla="*/ 0 h 6858000"/>
              <a:gd name="connsiteX896" fmla="*/ 3094669 w 7467600"/>
              <a:gd name="connsiteY896" fmla="*/ 30308 h 6858000"/>
              <a:gd name="connsiteX897" fmla="*/ 2901945 w 7467600"/>
              <a:gd name="connsiteY897" fmla="*/ 466538 h 6858000"/>
              <a:gd name="connsiteX898" fmla="*/ 2815209 w 7467600"/>
              <a:gd name="connsiteY898" fmla="*/ 497361 h 6858000"/>
              <a:gd name="connsiteX899" fmla="*/ 2844845 w 7467600"/>
              <a:gd name="connsiteY899" fmla="*/ 127638 h 6858000"/>
              <a:gd name="connsiteX900" fmla="*/ 2867960 w 7467600"/>
              <a:gd name="connsiteY900" fmla="*/ 0 h 6858000"/>
              <a:gd name="connsiteX901" fmla="*/ 1057230 w 7467600"/>
              <a:gd name="connsiteY901" fmla="*/ 0 h 6858000"/>
              <a:gd name="connsiteX902" fmla="*/ 1111003 w 7467600"/>
              <a:gd name="connsiteY902" fmla="*/ 0 h 6858000"/>
              <a:gd name="connsiteX903" fmla="*/ 1125553 w 7467600"/>
              <a:gd name="connsiteY903" fmla="*/ 52588 h 6858000"/>
              <a:gd name="connsiteX904" fmla="*/ 1304276 w 7467600"/>
              <a:gd name="connsiteY904" fmla="*/ 476275 h 6858000"/>
              <a:gd name="connsiteX905" fmla="*/ 1492066 w 7467600"/>
              <a:gd name="connsiteY905" fmla="*/ 886333 h 6858000"/>
              <a:gd name="connsiteX906" fmla="*/ 1423698 w 7467600"/>
              <a:gd name="connsiteY906" fmla="*/ 710817 h 6858000"/>
              <a:gd name="connsiteX907" fmla="*/ 1357609 w 7467600"/>
              <a:gd name="connsiteY907" fmla="*/ 532892 h 6858000"/>
              <a:gd name="connsiteX908" fmla="*/ 1309550 w 7467600"/>
              <a:gd name="connsiteY908" fmla="*/ 374031 h 6858000"/>
              <a:gd name="connsiteX909" fmla="*/ 1193673 w 7467600"/>
              <a:gd name="connsiteY909" fmla="*/ 49533 h 6858000"/>
              <a:gd name="connsiteX910" fmla="*/ 1164391 w 7467600"/>
              <a:gd name="connsiteY910" fmla="*/ 0 h 6858000"/>
              <a:gd name="connsiteX911" fmla="*/ 1200666 w 7467600"/>
              <a:gd name="connsiteY911" fmla="*/ 0 h 6858000"/>
              <a:gd name="connsiteX912" fmla="*/ 1223408 w 7467600"/>
              <a:gd name="connsiteY912" fmla="*/ 38996 h 6858000"/>
              <a:gd name="connsiteX913" fmla="*/ 1339635 w 7467600"/>
              <a:gd name="connsiteY913" fmla="*/ 365517 h 6858000"/>
              <a:gd name="connsiteX914" fmla="*/ 1387469 w 7467600"/>
              <a:gd name="connsiteY914" fmla="*/ 523079 h 6858000"/>
              <a:gd name="connsiteX915" fmla="*/ 1452685 w 7467600"/>
              <a:gd name="connsiteY915" fmla="*/ 699806 h 6858000"/>
              <a:gd name="connsiteX916" fmla="*/ 1492092 w 7467600"/>
              <a:gd name="connsiteY916" fmla="*/ 800424 h 6858000"/>
              <a:gd name="connsiteX917" fmla="*/ 1455302 w 7467600"/>
              <a:gd name="connsiteY917" fmla="*/ 632913 h 6858000"/>
              <a:gd name="connsiteX918" fmla="*/ 1222336 w 7467600"/>
              <a:gd name="connsiteY918" fmla="*/ 9480 h 6858000"/>
              <a:gd name="connsiteX919" fmla="*/ 1214634 w 7467600"/>
              <a:gd name="connsiteY919" fmla="*/ 0 h 6858000"/>
              <a:gd name="connsiteX920" fmla="*/ 1289827 w 7467600"/>
              <a:gd name="connsiteY920" fmla="*/ 0 h 6858000"/>
              <a:gd name="connsiteX921" fmla="*/ 1321076 w 7467600"/>
              <a:gd name="connsiteY921" fmla="*/ 59722 h 6858000"/>
              <a:gd name="connsiteX922" fmla="*/ 1512579 w 7467600"/>
              <a:gd name="connsiteY922" fmla="*/ 626441 h 6858000"/>
              <a:gd name="connsiteX923" fmla="*/ 1506076 w 7467600"/>
              <a:gd name="connsiteY923" fmla="*/ 1089289 h 6858000"/>
              <a:gd name="connsiteX924" fmla="*/ 1486346 w 7467600"/>
              <a:gd name="connsiteY924" fmla="*/ 1079919 h 6858000"/>
              <a:gd name="connsiteX925" fmla="*/ 1070511 w 7467600"/>
              <a:gd name="connsiteY925" fmla="*/ 48609 h 6858000"/>
              <a:gd name="connsiteX926" fmla="*/ 1057230 w 7467600"/>
              <a:gd name="connsiteY926" fmla="*/ 0 h 6858000"/>
              <a:gd name="connsiteX927" fmla="*/ 43151 w 7467600"/>
              <a:gd name="connsiteY927" fmla="*/ 0 h 6858000"/>
              <a:gd name="connsiteX928" fmla="*/ 95283 w 7467600"/>
              <a:gd name="connsiteY928" fmla="*/ 0 h 6858000"/>
              <a:gd name="connsiteX929" fmla="*/ 300708 w 7467600"/>
              <a:gd name="connsiteY929" fmla="*/ 154571 h 6858000"/>
              <a:gd name="connsiteX930" fmla="*/ 530414 w 7467600"/>
              <a:gd name="connsiteY930" fmla="*/ 354673 h 6858000"/>
              <a:gd name="connsiteX931" fmla="*/ 333785 w 7467600"/>
              <a:gd name="connsiteY931" fmla="*/ 161564 h 6858000"/>
              <a:gd name="connsiteX932" fmla="*/ 147005 w 7467600"/>
              <a:gd name="connsiteY932" fmla="*/ 0 h 6858000"/>
              <a:gd name="connsiteX933" fmla="*/ 272509 w 7467600"/>
              <a:gd name="connsiteY933" fmla="*/ 0 h 6858000"/>
              <a:gd name="connsiteX934" fmla="*/ 326276 w 7467600"/>
              <a:gd name="connsiteY934" fmla="*/ 45847 h 6858000"/>
              <a:gd name="connsiteX935" fmla="*/ 823759 w 7467600"/>
              <a:gd name="connsiteY935" fmla="*/ 574145 h 6858000"/>
              <a:gd name="connsiteX936" fmla="*/ 811254 w 7467600"/>
              <a:gd name="connsiteY936" fmla="*/ 665546 h 6858000"/>
              <a:gd name="connsiteX937" fmla="*/ 154042 w 7467600"/>
              <a:gd name="connsiteY937" fmla="*/ 261522 h 6858000"/>
              <a:gd name="connsiteX938" fmla="*/ 13550 w 7467600"/>
              <a:gd name="connsiteY938" fmla="*/ 158423 h 6858000"/>
              <a:gd name="connsiteX939" fmla="*/ 0 w 7467600"/>
              <a:gd name="connsiteY939" fmla="*/ 146618 h 6858000"/>
              <a:gd name="connsiteX940" fmla="*/ 0 w 7467600"/>
              <a:gd name="connsiteY940" fmla="*/ 59161 h 6858000"/>
              <a:gd name="connsiteX941" fmla="*/ 45427 w 7467600"/>
              <a:gd name="connsiteY941" fmla="*/ 101078 h 6858000"/>
              <a:gd name="connsiteX942" fmla="*/ 630103 w 7467600"/>
              <a:gd name="connsiteY942" fmla="*/ 485885 h 6858000"/>
              <a:gd name="connsiteX943" fmla="*/ 532040 w 7467600"/>
              <a:gd name="connsiteY943" fmla="*/ 399359 h 6858000"/>
              <a:gd name="connsiteX944" fmla="*/ 517618 w 7467600"/>
              <a:gd name="connsiteY944" fmla="*/ 385726 h 6858000"/>
              <a:gd name="connsiteX945" fmla="*/ 285074 w 7467600"/>
              <a:gd name="connsiteY945" fmla="*/ 182755 h 6858000"/>
              <a:gd name="connsiteX946" fmla="*/ 43151 w 7467600"/>
              <a:gd name="connsiteY94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34024 w 7467600"/>
              <a:gd name="connsiteY4" fmla="*/ 672213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1019354 w 7467600"/>
              <a:gd name="connsiteY14" fmla="*/ 6315006 h 6858000"/>
              <a:gd name="connsiteX15" fmla="*/ 441046 w 7467600"/>
              <a:gd name="connsiteY15" fmla="*/ 6691153 h 6858000"/>
              <a:gd name="connsiteX16" fmla="*/ 1019354 w 7467600"/>
              <a:gd name="connsiteY16" fmla="*/ 6315006 h 6858000"/>
              <a:gd name="connsiteX17" fmla="*/ 991680 w 7467600"/>
              <a:gd name="connsiteY17" fmla="*/ 6298413 h 6858000"/>
              <a:gd name="connsiteX18" fmla="*/ 409060 w 7467600"/>
              <a:gd name="connsiteY18" fmla="*/ 6671470 h 6858000"/>
              <a:gd name="connsiteX19" fmla="*/ 991680 w 7467600"/>
              <a:gd name="connsiteY19" fmla="*/ 6298413 h 6858000"/>
              <a:gd name="connsiteX20" fmla="*/ 103333 w 7467600"/>
              <a:gd name="connsiteY20" fmla="*/ 5699602 h 6858000"/>
              <a:gd name="connsiteX21" fmla="*/ 233938 w 7467600"/>
              <a:gd name="connsiteY21" fmla="*/ 5809416 h 6858000"/>
              <a:gd name="connsiteX22" fmla="*/ 883580 w 7467600"/>
              <a:gd name="connsiteY22" fmla="*/ 6180710 h 6858000"/>
              <a:gd name="connsiteX23" fmla="*/ 487337 w 7467600"/>
              <a:gd name="connsiteY23" fmla="*/ 5950182 h 6858000"/>
              <a:gd name="connsiteX24" fmla="*/ 354051 w 7467600"/>
              <a:gd name="connsiteY24" fmla="*/ 5854912 h 6858000"/>
              <a:gd name="connsiteX25" fmla="*/ 195436 w 7467600"/>
              <a:gd name="connsiteY25" fmla="*/ 5755068 h 6858000"/>
              <a:gd name="connsiteX26" fmla="*/ 103333 w 7467600"/>
              <a:gd name="connsiteY26" fmla="*/ 5699602 h 6858000"/>
              <a:gd name="connsiteX27" fmla="*/ 5539432 w 7467600"/>
              <a:gd name="connsiteY27" fmla="*/ 5642928 h 6858000"/>
              <a:gd name="connsiteX28" fmla="*/ 5555462 w 7467600"/>
              <a:gd name="connsiteY28" fmla="*/ 5694454 h 6858000"/>
              <a:gd name="connsiteX29" fmla="*/ 5828270 w 7467600"/>
              <a:gd name="connsiteY29" fmla="*/ 6320663 h 6858000"/>
              <a:gd name="connsiteX30" fmla="*/ 5947416 w 7467600"/>
              <a:gd name="connsiteY30" fmla="*/ 6574846 h 6858000"/>
              <a:gd name="connsiteX31" fmla="*/ 5539432 w 7467600"/>
              <a:gd name="connsiteY31" fmla="*/ 5642928 h 6858000"/>
              <a:gd name="connsiteX32" fmla="*/ 51253 w 7467600"/>
              <a:gd name="connsiteY32" fmla="*/ 5631825 h 6858000"/>
              <a:gd name="connsiteX33" fmla="*/ 211622 w 7467600"/>
              <a:gd name="connsiteY33" fmla="*/ 5728803 h 6858000"/>
              <a:gd name="connsiteX34" fmla="*/ 371652 w 7467600"/>
              <a:gd name="connsiteY34" fmla="*/ 5829062 h 6858000"/>
              <a:gd name="connsiteX35" fmla="*/ 505903 w 7467600"/>
              <a:gd name="connsiteY35" fmla="*/ 5925221 h 6858000"/>
              <a:gd name="connsiteX36" fmla="*/ 899240 w 7467600"/>
              <a:gd name="connsiteY36" fmla="*/ 6153068 h 6858000"/>
              <a:gd name="connsiteX37" fmla="*/ 988114 w 7467600"/>
              <a:gd name="connsiteY37" fmla="*/ 6174204 h 6858000"/>
              <a:gd name="connsiteX38" fmla="*/ 845971 w 7467600"/>
              <a:gd name="connsiteY38" fmla="*/ 6067177 h 6858000"/>
              <a:gd name="connsiteX39" fmla="*/ 448057 w 7467600"/>
              <a:gd name="connsiteY39" fmla="*/ 5841376 h 6858000"/>
              <a:gd name="connsiteX40" fmla="*/ 51253 w 7467600"/>
              <a:gd name="connsiteY40" fmla="*/ 5631825 h 6858000"/>
              <a:gd name="connsiteX41" fmla="*/ 2606687 w 7467600"/>
              <a:gd name="connsiteY41" fmla="*/ 5630718 h 6858000"/>
              <a:gd name="connsiteX42" fmla="*/ 2645658 w 7467600"/>
              <a:gd name="connsiteY42" fmla="*/ 6640259 h 6858000"/>
              <a:gd name="connsiteX43" fmla="*/ 2606687 w 7467600"/>
              <a:gd name="connsiteY43" fmla="*/ 5630718 h 6858000"/>
              <a:gd name="connsiteX44" fmla="*/ 3642057 w 7467600"/>
              <a:gd name="connsiteY44" fmla="*/ 5573487 h 6858000"/>
              <a:gd name="connsiteX45" fmla="*/ 3632981 w 7467600"/>
              <a:gd name="connsiteY45" fmla="*/ 5579437 h 6858000"/>
              <a:gd name="connsiteX46" fmla="*/ 3382436 w 7467600"/>
              <a:gd name="connsiteY46" fmla="*/ 5952726 h 6858000"/>
              <a:gd name="connsiteX47" fmla="*/ 3191929 w 7467600"/>
              <a:gd name="connsiteY47" fmla="*/ 6662669 h 6858000"/>
              <a:gd name="connsiteX48" fmla="*/ 3369898 w 7467600"/>
              <a:gd name="connsiteY48" fmla="*/ 6081771 h 6858000"/>
              <a:gd name="connsiteX49" fmla="*/ 3642057 w 7467600"/>
              <a:gd name="connsiteY49" fmla="*/ 5573487 h 6858000"/>
              <a:gd name="connsiteX50" fmla="*/ 2650666 w 7467600"/>
              <a:gd name="connsiteY50" fmla="*/ 5530686 h 6858000"/>
              <a:gd name="connsiteX51" fmla="*/ 2650249 w 7467600"/>
              <a:gd name="connsiteY51" fmla="*/ 5532101 h 6858000"/>
              <a:gd name="connsiteX52" fmla="*/ 2663808 w 7467600"/>
              <a:gd name="connsiteY52" fmla="*/ 6535215 h 6858000"/>
              <a:gd name="connsiteX53" fmla="*/ 2665418 w 7467600"/>
              <a:gd name="connsiteY53" fmla="*/ 6132756 h 6858000"/>
              <a:gd name="connsiteX54" fmla="*/ 2650666 w 7467600"/>
              <a:gd name="connsiteY54" fmla="*/ 5530686 h 6858000"/>
              <a:gd name="connsiteX55" fmla="*/ 2680277 w 7467600"/>
              <a:gd name="connsiteY55" fmla="*/ 5479204 h 6858000"/>
              <a:gd name="connsiteX56" fmla="*/ 2678972 w 7467600"/>
              <a:gd name="connsiteY56" fmla="*/ 5481582 h 6858000"/>
              <a:gd name="connsiteX57" fmla="*/ 2696666 w 7467600"/>
              <a:gd name="connsiteY57" fmla="*/ 6133836 h 6858000"/>
              <a:gd name="connsiteX58" fmla="*/ 2695769 w 7467600"/>
              <a:gd name="connsiteY58" fmla="*/ 6390955 h 6858000"/>
              <a:gd name="connsiteX59" fmla="*/ 2739893 w 7467600"/>
              <a:gd name="connsiteY59" fmla="*/ 6108357 h 6858000"/>
              <a:gd name="connsiteX60" fmla="*/ 2680277 w 7467600"/>
              <a:gd name="connsiteY60" fmla="*/ 5479204 h 6858000"/>
              <a:gd name="connsiteX61" fmla="*/ 1132195 w 7467600"/>
              <a:gd name="connsiteY61" fmla="*/ 5467980 h 6858000"/>
              <a:gd name="connsiteX62" fmla="*/ 1679056 w 7467600"/>
              <a:gd name="connsiteY62" fmla="*/ 5516907 h 6858000"/>
              <a:gd name="connsiteX63" fmla="*/ 2128648 w 7467600"/>
              <a:gd name="connsiteY63" fmla="*/ 5474249 h 6858000"/>
              <a:gd name="connsiteX64" fmla="*/ 1825619 w 7467600"/>
              <a:gd name="connsiteY64" fmla="*/ 5478447 h 6858000"/>
              <a:gd name="connsiteX65" fmla="*/ 1737798 w 7467600"/>
              <a:gd name="connsiteY65" fmla="*/ 5483353 h 6858000"/>
              <a:gd name="connsiteX66" fmla="*/ 1132195 w 7467600"/>
              <a:gd name="connsiteY66" fmla="*/ 5467980 h 6858000"/>
              <a:gd name="connsiteX67" fmla="*/ 1456157 w 7467600"/>
              <a:gd name="connsiteY67" fmla="*/ 5371404 h 6858000"/>
              <a:gd name="connsiteX68" fmla="*/ 1244432 w 7467600"/>
              <a:gd name="connsiteY68" fmla="*/ 5385601 h 6858000"/>
              <a:gd name="connsiteX69" fmla="*/ 973990 w 7467600"/>
              <a:gd name="connsiteY69" fmla="*/ 5424940 h 6858000"/>
              <a:gd name="connsiteX70" fmla="*/ 1103809 w 7467600"/>
              <a:gd name="connsiteY70" fmla="*/ 5433720 h 6858000"/>
              <a:gd name="connsiteX71" fmla="*/ 1123454 w 7467600"/>
              <a:gd name="connsiteY71" fmla="*/ 5435727 h 6858000"/>
              <a:gd name="connsiteX72" fmla="*/ 1737017 w 7467600"/>
              <a:gd name="connsiteY72" fmla="*/ 5452183 h 6858000"/>
              <a:gd name="connsiteX73" fmla="*/ 1824397 w 7467600"/>
              <a:gd name="connsiteY73" fmla="*/ 5447757 h 6858000"/>
              <a:gd name="connsiteX74" fmla="*/ 2070059 w 7467600"/>
              <a:gd name="connsiteY74" fmla="*/ 5441660 h 6858000"/>
              <a:gd name="connsiteX75" fmla="*/ 1456157 w 7467600"/>
              <a:gd name="connsiteY75" fmla="*/ 5371404 h 6858000"/>
              <a:gd name="connsiteX76" fmla="*/ 4988186 w 7467600"/>
              <a:gd name="connsiteY76" fmla="*/ 5216467 h 6858000"/>
              <a:gd name="connsiteX77" fmla="*/ 4777334 w 7467600"/>
              <a:gd name="connsiteY77" fmla="*/ 5406072 h 6858000"/>
              <a:gd name="connsiteX78" fmla="*/ 4718341 w 7467600"/>
              <a:gd name="connsiteY78" fmla="*/ 5468043 h 6858000"/>
              <a:gd name="connsiteX79" fmla="*/ 4604655 w 7467600"/>
              <a:gd name="connsiteY79" fmla="*/ 5583434 h 6858000"/>
              <a:gd name="connsiteX80" fmla="*/ 4565074 w 7467600"/>
              <a:gd name="connsiteY80" fmla="*/ 5618550 h 6858000"/>
              <a:gd name="connsiteX81" fmla="*/ 4988186 w 7467600"/>
              <a:gd name="connsiteY81" fmla="*/ 5216467 h 6858000"/>
              <a:gd name="connsiteX82" fmla="*/ 4978032 w 7467600"/>
              <a:gd name="connsiteY82" fmla="*/ 5183809 h 6858000"/>
              <a:gd name="connsiteX83" fmla="*/ 4463413 w 7467600"/>
              <a:gd name="connsiteY83" fmla="*/ 5615162 h 6858000"/>
              <a:gd name="connsiteX84" fmla="*/ 4358134 w 7467600"/>
              <a:gd name="connsiteY84" fmla="*/ 5742791 h 6858000"/>
              <a:gd name="connsiteX85" fmla="*/ 4376219 w 7467600"/>
              <a:gd name="connsiteY85" fmla="*/ 5729027 h 6858000"/>
              <a:gd name="connsiteX86" fmla="*/ 4582340 w 7467600"/>
              <a:gd name="connsiteY86" fmla="*/ 5561037 h 6858000"/>
              <a:gd name="connsiteX87" fmla="*/ 4694684 w 7467600"/>
              <a:gd name="connsiteY87" fmla="*/ 5447098 h 6858000"/>
              <a:gd name="connsiteX88" fmla="*/ 4754123 w 7467600"/>
              <a:gd name="connsiteY88" fmla="*/ 5384643 h 6858000"/>
              <a:gd name="connsiteX89" fmla="*/ 4978032 w 7467600"/>
              <a:gd name="connsiteY89" fmla="*/ 5183809 h 6858000"/>
              <a:gd name="connsiteX90" fmla="*/ 1903353 w 7467600"/>
              <a:gd name="connsiteY90" fmla="*/ 5044827 h 6858000"/>
              <a:gd name="connsiteX91" fmla="*/ 1936931 w 7467600"/>
              <a:gd name="connsiteY91" fmla="*/ 5093954 h 6858000"/>
              <a:gd name="connsiteX92" fmla="*/ 2195868 w 7467600"/>
              <a:gd name="connsiteY92" fmla="*/ 5396574 h 6858000"/>
              <a:gd name="connsiteX93" fmla="*/ 2088852 w 7467600"/>
              <a:gd name="connsiteY93" fmla="*/ 5166123 h 6858000"/>
              <a:gd name="connsiteX94" fmla="*/ 1958241 w 7467600"/>
              <a:gd name="connsiteY94" fmla="*/ 5067955 h 6858000"/>
              <a:gd name="connsiteX95" fmla="*/ 1903353 w 7467600"/>
              <a:gd name="connsiteY95" fmla="*/ 5044827 h 6858000"/>
              <a:gd name="connsiteX96" fmla="*/ 1979378 w 7467600"/>
              <a:gd name="connsiteY96" fmla="*/ 4769504 h 6858000"/>
              <a:gd name="connsiteX97" fmla="*/ 2882120 w 7467600"/>
              <a:gd name="connsiteY97" fmla="*/ 5064547 h 6858000"/>
              <a:gd name="connsiteX98" fmla="*/ 2793103 w 7467600"/>
              <a:gd name="connsiteY98" fmla="*/ 5039699 h 6858000"/>
              <a:gd name="connsiteX99" fmla="*/ 2770041 w 7467600"/>
              <a:gd name="connsiteY99" fmla="*/ 5033634 h 6858000"/>
              <a:gd name="connsiteX100" fmla="*/ 1979378 w 7467600"/>
              <a:gd name="connsiteY100" fmla="*/ 4769504 h 6858000"/>
              <a:gd name="connsiteX101" fmla="*/ 1927410 w 7467600"/>
              <a:gd name="connsiteY101" fmla="*/ 4716164 h 6858000"/>
              <a:gd name="connsiteX102" fmla="*/ 1959587 w 7467600"/>
              <a:gd name="connsiteY102" fmla="*/ 4728849 h 6858000"/>
              <a:gd name="connsiteX103" fmla="*/ 2777707 w 7467600"/>
              <a:gd name="connsiteY103" fmla="*/ 5003991 h 6858000"/>
              <a:gd name="connsiteX104" fmla="*/ 2800768 w 7467600"/>
              <a:gd name="connsiteY104" fmla="*/ 5010056 h 6858000"/>
              <a:gd name="connsiteX105" fmla="*/ 2879408 w 7467600"/>
              <a:gd name="connsiteY105" fmla="*/ 5031590 h 6858000"/>
              <a:gd name="connsiteX106" fmla="*/ 2862295 w 7467600"/>
              <a:gd name="connsiteY106" fmla="*/ 5022958 h 6858000"/>
              <a:gd name="connsiteX107" fmla="*/ 2813343 w 7467600"/>
              <a:gd name="connsiteY107" fmla="*/ 4998369 h 6858000"/>
              <a:gd name="connsiteX108" fmla="*/ 2646245 w 7467600"/>
              <a:gd name="connsiteY108" fmla="*/ 4930999 h 6858000"/>
              <a:gd name="connsiteX109" fmla="*/ 1999243 w 7467600"/>
              <a:gd name="connsiteY109" fmla="*/ 4730524 h 6858000"/>
              <a:gd name="connsiteX110" fmla="*/ 1979527 w 7467600"/>
              <a:gd name="connsiteY110" fmla="*/ 4726651 h 6858000"/>
              <a:gd name="connsiteX111" fmla="*/ 1927410 w 7467600"/>
              <a:gd name="connsiteY111" fmla="*/ 4716164 h 6858000"/>
              <a:gd name="connsiteX112" fmla="*/ 1997014 w 7467600"/>
              <a:gd name="connsiteY112" fmla="*/ 4698007 h 6858000"/>
              <a:gd name="connsiteX113" fmla="*/ 2005458 w 7467600"/>
              <a:gd name="connsiteY113" fmla="*/ 4699540 h 6858000"/>
              <a:gd name="connsiteX114" fmla="*/ 2657186 w 7467600"/>
              <a:gd name="connsiteY114" fmla="*/ 4901687 h 6858000"/>
              <a:gd name="connsiteX115" fmla="*/ 2826662 w 7467600"/>
              <a:gd name="connsiteY115" fmla="*/ 4970362 h 6858000"/>
              <a:gd name="connsiteX116" fmla="*/ 2876100 w 7467600"/>
              <a:gd name="connsiteY116" fmla="*/ 4995397 h 6858000"/>
              <a:gd name="connsiteX117" fmla="*/ 3042600 w 7467600"/>
              <a:gd name="connsiteY117" fmla="*/ 5059532 h 6858000"/>
              <a:gd name="connsiteX118" fmla="*/ 1997014 w 7467600"/>
              <a:gd name="connsiteY118" fmla="*/ 4698007 h 6858000"/>
              <a:gd name="connsiteX119" fmla="*/ 2305292 w 7467600"/>
              <a:gd name="connsiteY119" fmla="*/ 4219492 h 6858000"/>
              <a:gd name="connsiteX120" fmla="*/ 3360922 w 7467600"/>
              <a:gd name="connsiteY120" fmla="*/ 4529373 h 6858000"/>
              <a:gd name="connsiteX121" fmla="*/ 3492420 w 7467600"/>
              <a:gd name="connsiteY121" fmla="*/ 4510145 h 6858000"/>
              <a:gd name="connsiteX122" fmla="*/ 3364086 w 7467600"/>
              <a:gd name="connsiteY122" fmla="*/ 4480340 h 6858000"/>
              <a:gd name="connsiteX123" fmla="*/ 3225818 w 7467600"/>
              <a:gd name="connsiteY123" fmla="*/ 4411822 h 6858000"/>
              <a:gd name="connsiteX124" fmla="*/ 3129696 w 7467600"/>
              <a:gd name="connsiteY124" fmla="*/ 4360704 h 6858000"/>
              <a:gd name="connsiteX125" fmla="*/ 2814545 w 7467600"/>
              <a:gd name="connsiteY125" fmla="*/ 4282955 h 6858000"/>
              <a:gd name="connsiteX126" fmla="*/ 2305292 w 7467600"/>
              <a:gd name="connsiteY126" fmla="*/ 4219492 h 6858000"/>
              <a:gd name="connsiteX127" fmla="*/ 2626982 w 7467600"/>
              <a:gd name="connsiteY127" fmla="*/ 4206450 h 6858000"/>
              <a:gd name="connsiteX128" fmla="*/ 2490617 w 7467600"/>
              <a:gd name="connsiteY128" fmla="*/ 4206951 h 6858000"/>
              <a:gd name="connsiteX129" fmla="*/ 2819869 w 7467600"/>
              <a:gd name="connsiteY129" fmla="*/ 4252936 h 6858000"/>
              <a:gd name="connsiteX130" fmla="*/ 3143018 w 7467600"/>
              <a:gd name="connsiteY130" fmla="*/ 4332698 h 6858000"/>
              <a:gd name="connsiteX131" fmla="*/ 3241520 w 7467600"/>
              <a:gd name="connsiteY131" fmla="*/ 4385112 h 6858000"/>
              <a:gd name="connsiteX132" fmla="*/ 3374575 w 7467600"/>
              <a:gd name="connsiteY132" fmla="*/ 4451517 h 6858000"/>
              <a:gd name="connsiteX133" fmla="*/ 3505221 w 7467600"/>
              <a:gd name="connsiteY133" fmla="*/ 4480757 h 6858000"/>
              <a:gd name="connsiteX134" fmla="*/ 2626982 w 7467600"/>
              <a:gd name="connsiteY134" fmla="*/ 4206450 h 6858000"/>
              <a:gd name="connsiteX135" fmla="*/ 1310106 w 7467600"/>
              <a:gd name="connsiteY135" fmla="*/ 3943217 h 6858000"/>
              <a:gd name="connsiteX136" fmla="*/ 854994 w 7467600"/>
              <a:gd name="connsiteY136" fmla="*/ 4399136 h 6858000"/>
              <a:gd name="connsiteX137" fmla="*/ 742462 w 7467600"/>
              <a:gd name="connsiteY137" fmla="*/ 4594648 h 6858000"/>
              <a:gd name="connsiteX138" fmla="*/ 820602 w 7467600"/>
              <a:gd name="connsiteY138" fmla="*/ 4485915 h 6858000"/>
              <a:gd name="connsiteX139" fmla="*/ 878295 w 7467600"/>
              <a:gd name="connsiteY139" fmla="*/ 4403594 h 6858000"/>
              <a:gd name="connsiteX140" fmla="*/ 1240607 w 7467600"/>
              <a:gd name="connsiteY140" fmla="*/ 4010401 h 6858000"/>
              <a:gd name="connsiteX141" fmla="*/ 1310106 w 7467600"/>
              <a:gd name="connsiteY141" fmla="*/ 3943217 h 6858000"/>
              <a:gd name="connsiteX142" fmla="*/ 1423113 w 7467600"/>
              <a:gd name="connsiteY142" fmla="*/ 3874565 h 6858000"/>
              <a:gd name="connsiteX143" fmla="*/ 1260565 w 7467600"/>
              <a:gd name="connsiteY143" fmla="*/ 4031982 h 6858000"/>
              <a:gd name="connsiteX144" fmla="*/ 901900 w 7467600"/>
              <a:gd name="connsiteY144" fmla="*/ 4421236 h 6858000"/>
              <a:gd name="connsiteX145" fmla="*/ 845044 w 7467600"/>
              <a:gd name="connsiteY145" fmla="*/ 4502436 h 6858000"/>
              <a:gd name="connsiteX146" fmla="*/ 685926 w 7467600"/>
              <a:gd name="connsiteY146" fmla="*/ 4703069 h 6858000"/>
              <a:gd name="connsiteX147" fmla="*/ 684248 w 7467600"/>
              <a:gd name="connsiteY147" fmla="*/ 4706721 h 6858000"/>
              <a:gd name="connsiteX148" fmla="*/ 1423113 w 7467600"/>
              <a:gd name="connsiteY148" fmla="*/ 3874565 h 6858000"/>
              <a:gd name="connsiteX149" fmla="*/ 3316479 w 7467600"/>
              <a:gd name="connsiteY149" fmla="*/ 3872136 h 6858000"/>
              <a:gd name="connsiteX150" fmla="*/ 3546806 w 7467600"/>
              <a:gd name="connsiteY150" fmla="*/ 4356139 h 6858000"/>
              <a:gd name="connsiteX151" fmla="*/ 3364433 w 7467600"/>
              <a:gd name="connsiteY151" fmla="*/ 3953121 h 6858000"/>
              <a:gd name="connsiteX152" fmla="*/ 3316479 w 7467600"/>
              <a:gd name="connsiteY152" fmla="*/ 3872136 h 6858000"/>
              <a:gd name="connsiteX153" fmla="*/ 3291335 w 7467600"/>
              <a:gd name="connsiteY153" fmla="*/ 3767420 h 6858000"/>
              <a:gd name="connsiteX154" fmla="*/ 3390805 w 7467600"/>
              <a:gd name="connsiteY154" fmla="*/ 3937163 h 6858000"/>
              <a:gd name="connsiteX155" fmla="*/ 3579062 w 7467600"/>
              <a:gd name="connsiteY155" fmla="*/ 4359040 h 6858000"/>
              <a:gd name="connsiteX156" fmla="*/ 3467355 w 7467600"/>
              <a:gd name="connsiteY156" fmla="*/ 3988130 h 6858000"/>
              <a:gd name="connsiteX157" fmla="*/ 3310753 w 7467600"/>
              <a:gd name="connsiteY157" fmla="*/ 3787140 h 6858000"/>
              <a:gd name="connsiteX158" fmla="*/ 3291335 w 7467600"/>
              <a:gd name="connsiteY158" fmla="*/ 3767420 h 6858000"/>
              <a:gd name="connsiteX159" fmla="*/ 1635889 w 7467600"/>
              <a:gd name="connsiteY159" fmla="*/ 3709494 h 6858000"/>
              <a:gd name="connsiteX160" fmla="*/ 1634800 w 7467600"/>
              <a:gd name="connsiteY160" fmla="*/ 3731111 h 6858000"/>
              <a:gd name="connsiteX161" fmla="*/ 1635889 w 7467600"/>
              <a:gd name="connsiteY161" fmla="*/ 3709494 h 6858000"/>
              <a:gd name="connsiteX162" fmla="*/ 1510397 w 7467600"/>
              <a:gd name="connsiteY162" fmla="*/ 3684705 h 6858000"/>
              <a:gd name="connsiteX163" fmla="*/ 1146550 w 7467600"/>
              <a:gd name="connsiteY163" fmla="*/ 3802012 h 6858000"/>
              <a:gd name="connsiteX164" fmla="*/ 698834 w 7467600"/>
              <a:gd name="connsiteY164" fmla="*/ 3952272 h 6858000"/>
              <a:gd name="connsiteX165" fmla="*/ 34256 w 7467600"/>
              <a:gd name="connsiteY165" fmla="*/ 4347603 h 6858000"/>
              <a:gd name="connsiteX166" fmla="*/ 527241 w 7467600"/>
              <a:gd name="connsiteY166" fmla="*/ 4065078 h 6858000"/>
              <a:gd name="connsiteX167" fmla="*/ 1510397 w 7467600"/>
              <a:gd name="connsiteY167" fmla="*/ 3684705 h 6858000"/>
              <a:gd name="connsiteX168" fmla="*/ 1313114 w 7467600"/>
              <a:gd name="connsiteY168" fmla="*/ 3655216 h 6858000"/>
              <a:gd name="connsiteX169" fmla="*/ 1109304 w 7467600"/>
              <a:gd name="connsiteY169" fmla="*/ 3669030 h 6858000"/>
              <a:gd name="connsiteX170" fmla="*/ 8129 w 7467600"/>
              <a:gd name="connsiteY170" fmla="*/ 4330519 h 6858000"/>
              <a:gd name="connsiteX171" fmla="*/ 687572 w 7467600"/>
              <a:gd name="connsiteY171" fmla="*/ 3925629 h 6858000"/>
              <a:gd name="connsiteX172" fmla="*/ 1138365 w 7467600"/>
              <a:gd name="connsiteY172" fmla="*/ 3774515 h 6858000"/>
              <a:gd name="connsiteX173" fmla="*/ 1505579 w 7467600"/>
              <a:gd name="connsiteY173" fmla="*/ 3655526 h 6858000"/>
              <a:gd name="connsiteX174" fmla="*/ 1313114 w 7467600"/>
              <a:gd name="connsiteY174" fmla="*/ 3655216 h 6858000"/>
              <a:gd name="connsiteX175" fmla="*/ 3655073 w 7467600"/>
              <a:gd name="connsiteY175" fmla="*/ 3650884 h 6858000"/>
              <a:gd name="connsiteX176" fmla="*/ 3989938 w 7467600"/>
              <a:gd name="connsiteY176" fmla="*/ 3991685 h 6858000"/>
              <a:gd name="connsiteX177" fmla="*/ 4393907 w 7467600"/>
              <a:gd name="connsiteY177" fmla="*/ 4261258 h 6858000"/>
              <a:gd name="connsiteX178" fmla="*/ 4648051 w 7467600"/>
              <a:gd name="connsiteY178" fmla="*/ 4374051 h 6858000"/>
              <a:gd name="connsiteX179" fmla="*/ 4383389 w 7467600"/>
              <a:gd name="connsiteY179" fmla="*/ 4184369 h 6858000"/>
              <a:gd name="connsiteX180" fmla="*/ 4165508 w 7467600"/>
              <a:gd name="connsiteY180" fmla="*/ 4035196 h 6858000"/>
              <a:gd name="connsiteX181" fmla="*/ 4068162 w 7467600"/>
              <a:gd name="connsiteY181" fmla="*/ 3953394 h 6858000"/>
              <a:gd name="connsiteX182" fmla="*/ 3981416 w 7467600"/>
              <a:gd name="connsiteY182" fmla="*/ 3880482 h 6858000"/>
              <a:gd name="connsiteX183" fmla="*/ 3800147 w 7467600"/>
              <a:gd name="connsiteY183" fmla="*/ 3749872 h 6858000"/>
              <a:gd name="connsiteX184" fmla="*/ 3655073 w 7467600"/>
              <a:gd name="connsiteY184" fmla="*/ 3650884 h 6858000"/>
              <a:gd name="connsiteX185" fmla="*/ 3670252 w 7467600"/>
              <a:gd name="connsiteY185" fmla="*/ 3622798 h 6858000"/>
              <a:gd name="connsiteX186" fmla="*/ 3817258 w 7467600"/>
              <a:gd name="connsiteY186" fmla="*/ 3723577 h 6858000"/>
              <a:gd name="connsiteX187" fmla="*/ 4000461 w 7467600"/>
              <a:gd name="connsiteY187" fmla="*/ 3855966 h 6858000"/>
              <a:gd name="connsiteX188" fmla="*/ 4088180 w 7467600"/>
              <a:gd name="connsiteY188" fmla="*/ 3929774 h 6858000"/>
              <a:gd name="connsiteX189" fmla="*/ 4184555 w 7467600"/>
              <a:gd name="connsiteY189" fmla="*/ 4010683 h 6858000"/>
              <a:gd name="connsiteX190" fmla="*/ 4399563 w 7467600"/>
              <a:gd name="connsiteY190" fmla="*/ 4158106 h 6858000"/>
              <a:gd name="connsiteX191" fmla="*/ 4684469 w 7467600"/>
              <a:gd name="connsiteY191" fmla="*/ 4364680 h 6858000"/>
              <a:gd name="connsiteX192" fmla="*/ 4690271 w 7467600"/>
              <a:gd name="connsiteY192" fmla="*/ 4370034 h 6858000"/>
              <a:gd name="connsiteX193" fmla="*/ 4136093 w 7467600"/>
              <a:gd name="connsiteY193" fmla="*/ 3858466 h 6858000"/>
              <a:gd name="connsiteX194" fmla="*/ 3670252 w 7467600"/>
              <a:gd name="connsiteY194" fmla="*/ 3622798 h 6858000"/>
              <a:gd name="connsiteX195" fmla="*/ 4440129 w 7467600"/>
              <a:gd name="connsiteY195" fmla="*/ 3448571 h 6858000"/>
              <a:gd name="connsiteX196" fmla="*/ 4856525 w 7467600"/>
              <a:gd name="connsiteY196" fmla="*/ 3915351 h 6858000"/>
              <a:gd name="connsiteX197" fmla="*/ 5059055 w 7467600"/>
              <a:gd name="connsiteY197" fmla="*/ 4108918 h 6858000"/>
              <a:gd name="connsiteX198" fmla="*/ 5290070 w 7467600"/>
              <a:gd name="connsiteY198" fmla="*/ 4263619 h 6858000"/>
              <a:gd name="connsiteX199" fmla="*/ 4834991 w 7467600"/>
              <a:gd name="connsiteY199" fmla="*/ 3830985 h 6858000"/>
              <a:gd name="connsiteX200" fmla="*/ 4440129 w 7467600"/>
              <a:gd name="connsiteY200" fmla="*/ 3448571 h 6858000"/>
              <a:gd name="connsiteX201" fmla="*/ 4441737 w 7467600"/>
              <a:gd name="connsiteY201" fmla="*/ 3399734 h 6858000"/>
              <a:gd name="connsiteX202" fmla="*/ 4431236 w 7467600"/>
              <a:gd name="connsiteY202" fmla="*/ 3400954 h 6858000"/>
              <a:gd name="connsiteX203" fmla="*/ 4557150 w 7467600"/>
              <a:gd name="connsiteY203" fmla="*/ 3510023 h 6858000"/>
              <a:gd name="connsiteX204" fmla="*/ 4856936 w 7467600"/>
              <a:gd name="connsiteY204" fmla="*/ 3809146 h 6858000"/>
              <a:gd name="connsiteX205" fmla="*/ 5111996 w 7467600"/>
              <a:gd name="connsiteY205" fmla="*/ 4065759 h 6858000"/>
              <a:gd name="connsiteX206" fmla="*/ 5388878 w 7467600"/>
              <a:gd name="connsiteY206" fmla="*/ 4300185 h 6858000"/>
              <a:gd name="connsiteX207" fmla="*/ 5425556 w 7467600"/>
              <a:gd name="connsiteY207" fmla="*/ 4308967 h 6858000"/>
              <a:gd name="connsiteX208" fmla="*/ 4943646 w 7467600"/>
              <a:gd name="connsiteY208" fmla="*/ 3822916 h 6858000"/>
              <a:gd name="connsiteX209" fmla="*/ 4594837 w 7467600"/>
              <a:gd name="connsiteY209" fmla="*/ 3532274 h 6858000"/>
              <a:gd name="connsiteX210" fmla="*/ 4441737 w 7467600"/>
              <a:gd name="connsiteY210" fmla="*/ 3399734 h 6858000"/>
              <a:gd name="connsiteX211" fmla="*/ 5425834 w 7467600"/>
              <a:gd name="connsiteY211" fmla="*/ 3162785 h 6858000"/>
              <a:gd name="connsiteX212" fmla="*/ 5401644 w 7467600"/>
              <a:gd name="connsiteY212" fmla="*/ 3617847 h 6858000"/>
              <a:gd name="connsiteX213" fmla="*/ 5467256 w 7467600"/>
              <a:gd name="connsiteY213" fmla="*/ 4175494 h 6858000"/>
              <a:gd name="connsiteX214" fmla="*/ 5448069 w 7467600"/>
              <a:gd name="connsiteY214" fmla="*/ 3567554 h 6858000"/>
              <a:gd name="connsiteX215" fmla="*/ 5425834 w 7467600"/>
              <a:gd name="connsiteY215" fmla="*/ 3162785 h 6858000"/>
              <a:gd name="connsiteX216" fmla="*/ 1318687 w 7467600"/>
              <a:gd name="connsiteY216" fmla="*/ 3113840 h 6858000"/>
              <a:gd name="connsiteX217" fmla="*/ 1066793 w 7467600"/>
              <a:gd name="connsiteY217" fmla="*/ 3212171 h 6858000"/>
              <a:gd name="connsiteX218" fmla="*/ 993319 w 7467600"/>
              <a:gd name="connsiteY218" fmla="*/ 3247648 h 6858000"/>
              <a:gd name="connsiteX219" fmla="*/ 853081 w 7467600"/>
              <a:gd name="connsiteY219" fmla="*/ 3312410 h 6858000"/>
              <a:gd name="connsiteX220" fmla="*/ 805957 w 7467600"/>
              <a:gd name="connsiteY220" fmla="*/ 3330443 h 6858000"/>
              <a:gd name="connsiteX221" fmla="*/ 1318687 w 7467600"/>
              <a:gd name="connsiteY221" fmla="*/ 3113840 h 6858000"/>
              <a:gd name="connsiteX222" fmla="*/ 5453702 w 7467600"/>
              <a:gd name="connsiteY222" fmla="*/ 3090882 h 6858000"/>
              <a:gd name="connsiteX223" fmla="*/ 5480135 w 7467600"/>
              <a:gd name="connsiteY223" fmla="*/ 3565802 h 6858000"/>
              <a:gd name="connsiteX224" fmla="*/ 5499023 w 7467600"/>
              <a:gd name="connsiteY224" fmla="*/ 4166310 h 6858000"/>
              <a:gd name="connsiteX225" fmla="*/ 5547022 w 7467600"/>
              <a:gd name="connsiteY225" fmla="*/ 3607838 h 6858000"/>
              <a:gd name="connsiteX226" fmla="*/ 5515964 w 7467600"/>
              <a:gd name="connsiteY226" fmla="*/ 3378541 h 6858000"/>
              <a:gd name="connsiteX227" fmla="*/ 5453702 w 7467600"/>
              <a:gd name="connsiteY227" fmla="*/ 3090882 h 6858000"/>
              <a:gd name="connsiteX228" fmla="*/ 1238695 w 7467600"/>
              <a:gd name="connsiteY228" fmla="*/ 3076820 h 6858000"/>
              <a:gd name="connsiteX229" fmla="*/ 716371 w 7467600"/>
              <a:gd name="connsiteY229" fmla="*/ 3293249 h 6858000"/>
              <a:gd name="connsiteX230" fmla="*/ 579522 w 7467600"/>
              <a:gd name="connsiteY230" fmla="*/ 3371759 h 6858000"/>
              <a:gd name="connsiteX231" fmla="*/ 600288 w 7467600"/>
              <a:gd name="connsiteY231" fmla="*/ 3365555 h 6858000"/>
              <a:gd name="connsiteX232" fmla="*/ 840692 w 7467600"/>
              <a:gd name="connsiteY232" fmla="*/ 3284921 h 6858000"/>
              <a:gd name="connsiteX233" fmla="*/ 979248 w 7467600"/>
              <a:gd name="connsiteY233" fmla="*/ 3221003 h 6858000"/>
              <a:gd name="connsiteX234" fmla="*/ 1053282 w 7467600"/>
              <a:gd name="connsiteY234" fmla="*/ 3185247 h 6858000"/>
              <a:gd name="connsiteX235" fmla="*/ 1320603 w 7467600"/>
              <a:gd name="connsiteY235" fmla="*/ 3081281 h 6858000"/>
              <a:gd name="connsiteX236" fmla="*/ 1238695 w 7467600"/>
              <a:gd name="connsiteY236" fmla="*/ 3076820 h 6858000"/>
              <a:gd name="connsiteX237" fmla="*/ 5425627 w 7467600"/>
              <a:gd name="connsiteY237" fmla="*/ 2954192 h 6858000"/>
              <a:gd name="connsiteX238" fmla="*/ 5470770 w 7467600"/>
              <a:gd name="connsiteY238" fmla="*/ 3005435 h 6858000"/>
              <a:gd name="connsiteX239" fmla="*/ 5519779 w 7467600"/>
              <a:gd name="connsiteY239" fmla="*/ 4359223 h 6858000"/>
              <a:gd name="connsiteX240" fmla="*/ 5520293 w 7467600"/>
              <a:gd name="connsiteY240" fmla="*/ 4360602 h 6858000"/>
              <a:gd name="connsiteX241" fmla="*/ 5767221 w 7467600"/>
              <a:gd name="connsiteY241" fmla="*/ 4665564 h 6858000"/>
              <a:gd name="connsiteX242" fmla="*/ 6937169 w 7467600"/>
              <a:gd name="connsiteY242" fmla="*/ 4815941 h 6858000"/>
              <a:gd name="connsiteX243" fmla="*/ 6953922 w 7467600"/>
              <a:gd name="connsiteY243" fmla="*/ 4890068 h 6858000"/>
              <a:gd name="connsiteX244" fmla="*/ 6071359 w 7467600"/>
              <a:gd name="connsiteY244" fmla="*/ 4770770 h 6858000"/>
              <a:gd name="connsiteX245" fmla="*/ 6038839 w 7467600"/>
              <a:gd name="connsiteY245" fmla="*/ 4764474 h 6858000"/>
              <a:gd name="connsiteX246" fmla="*/ 6038706 w 7467600"/>
              <a:gd name="connsiteY246" fmla="*/ 4763847 h 6858000"/>
              <a:gd name="connsiteX247" fmla="*/ 6037784 w 7467600"/>
              <a:gd name="connsiteY247" fmla="*/ 4764270 h 6858000"/>
              <a:gd name="connsiteX248" fmla="*/ 6038839 w 7467600"/>
              <a:gd name="connsiteY248" fmla="*/ 4764474 h 6858000"/>
              <a:gd name="connsiteX249" fmla="*/ 6040338 w 7467600"/>
              <a:gd name="connsiteY249" fmla="*/ 4771418 h 6858000"/>
              <a:gd name="connsiteX250" fmla="*/ 6024488 w 7467600"/>
              <a:gd name="connsiteY250" fmla="*/ 4809903 h 6858000"/>
              <a:gd name="connsiteX251" fmla="*/ 5599771 w 7467600"/>
              <a:gd name="connsiteY251" fmla="*/ 5509652 h 6858000"/>
              <a:gd name="connsiteX252" fmla="*/ 5548843 w 7467600"/>
              <a:gd name="connsiteY252" fmla="*/ 5563845 h 6858000"/>
              <a:gd name="connsiteX253" fmla="*/ 5940952 w 7467600"/>
              <a:gd name="connsiteY253" fmla="*/ 6250028 h 6858000"/>
              <a:gd name="connsiteX254" fmla="*/ 6043441 w 7467600"/>
              <a:gd name="connsiteY254" fmla="*/ 6665847 h 6858000"/>
              <a:gd name="connsiteX255" fmla="*/ 6093432 w 7467600"/>
              <a:gd name="connsiteY255" fmla="*/ 6858000 h 6858000"/>
              <a:gd name="connsiteX256" fmla="*/ 6034344 w 7467600"/>
              <a:gd name="connsiteY256" fmla="*/ 6858000 h 6858000"/>
              <a:gd name="connsiteX257" fmla="*/ 6026679 w 7467600"/>
              <a:gd name="connsiteY257" fmla="*/ 6836959 h 6858000"/>
              <a:gd name="connsiteX258" fmla="*/ 5800441 w 7467600"/>
              <a:gd name="connsiteY258" fmla="*/ 6335286 h 6858000"/>
              <a:gd name="connsiteX259" fmla="*/ 5526562 w 7467600"/>
              <a:gd name="connsiteY259" fmla="*/ 5705388 h 6858000"/>
              <a:gd name="connsiteX260" fmla="*/ 5519640 w 7467600"/>
              <a:gd name="connsiteY260" fmla="*/ 5683774 h 6858000"/>
              <a:gd name="connsiteX261" fmla="*/ 5844559 w 7467600"/>
              <a:gd name="connsiteY261" fmla="*/ 6553349 h 6858000"/>
              <a:gd name="connsiteX262" fmla="*/ 5975994 w 7467600"/>
              <a:gd name="connsiteY262" fmla="*/ 6858000 h 6858000"/>
              <a:gd name="connsiteX263" fmla="*/ 5898547 w 7467600"/>
              <a:gd name="connsiteY263" fmla="*/ 6858000 h 6858000"/>
              <a:gd name="connsiteX264" fmla="*/ 5682041 w 7467600"/>
              <a:gd name="connsiteY264" fmla="*/ 6355860 h 6858000"/>
              <a:gd name="connsiteX265" fmla="*/ 5461758 w 7467600"/>
              <a:gd name="connsiteY265" fmla="*/ 5820220 h 6858000"/>
              <a:gd name="connsiteX266" fmla="*/ 5237282 w 7467600"/>
              <a:gd name="connsiteY266" fmla="*/ 6579086 h 6858000"/>
              <a:gd name="connsiteX267" fmla="*/ 5115009 w 7467600"/>
              <a:gd name="connsiteY267" fmla="*/ 6858000 h 6858000"/>
              <a:gd name="connsiteX268" fmla="*/ 5028074 w 7467600"/>
              <a:gd name="connsiteY268" fmla="*/ 6858000 h 6858000"/>
              <a:gd name="connsiteX269" fmla="*/ 5079508 w 7467600"/>
              <a:gd name="connsiteY269" fmla="*/ 6749074 h 6858000"/>
              <a:gd name="connsiteX270" fmla="*/ 5371846 w 7467600"/>
              <a:gd name="connsiteY270" fmla="*/ 5924413 h 6858000"/>
              <a:gd name="connsiteX271" fmla="*/ 5270512 w 7467600"/>
              <a:gd name="connsiteY271" fmla="*/ 6138975 h 6858000"/>
              <a:gd name="connsiteX272" fmla="*/ 5062409 w 7467600"/>
              <a:gd name="connsiteY272" fmla="*/ 6653544 h 6858000"/>
              <a:gd name="connsiteX273" fmla="*/ 5036628 w 7467600"/>
              <a:gd name="connsiteY273" fmla="*/ 6754247 h 6858000"/>
              <a:gd name="connsiteX274" fmla="*/ 5009112 w 7467600"/>
              <a:gd name="connsiteY274" fmla="*/ 6858000 h 6858000"/>
              <a:gd name="connsiteX275" fmla="*/ 4976679 w 7467600"/>
              <a:gd name="connsiteY275" fmla="*/ 6858000 h 6858000"/>
              <a:gd name="connsiteX276" fmla="*/ 5006537 w 7467600"/>
              <a:gd name="connsiteY276" fmla="*/ 6747068 h 6858000"/>
              <a:gd name="connsiteX277" fmla="*/ 5032723 w 7467600"/>
              <a:gd name="connsiteY277" fmla="*/ 6644957 h 6858000"/>
              <a:gd name="connsiteX278" fmla="*/ 5242949 w 7467600"/>
              <a:gd name="connsiteY278" fmla="*/ 6125175 h 6858000"/>
              <a:gd name="connsiteX279" fmla="*/ 5286321 w 7467600"/>
              <a:gd name="connsiteY279" fmla="*/ 6033555 h 6858000"/>
              <a:gd name="connsiteX280" fmla="*/ 5008210 w 7467600"/>
              <a:gd name="connsiteY280" fmla="*/ 6649194 h 6858000"/>
              <a:gd name="connsiteX281" fmla="*/ 4986321 w 7467600"/>
              <a:gd name="connsiteY281" fmla="*/ 6765687 h 6858000"/>
              <a:gd name="connsiteX282" fmla="*/ 4973474 w 7467600"/>
              <a:gd name="connsiteY282" fmla="*/ 6858000 h 6858000"/>
              <a:gd name="connsiteX283" fmla="*/ 4907178 w 7467600"/>
              <a:gd name="connsiteY283" fmla="*/ 6858000 h 6858000"/>
              <a:gd name="connsiteX284" fmla="*/ 4910810 w 7467600"/>
              <a:gd name="connsiteY284" fmla="*/ 6829660 h 6858000"/>
              <a:gd name="connsiteX285" fmla="*/ 4987461 w 7467600"/>
              <a:gd name="connsiteY285" fmla="*/ 6432994 h 6858000"/>
              <a:gd name="connsiteX286" fmla="*/ 5179262 w 7467600"/>
              <a:gd name="connsiteY286" fmla="*/ 6035044 h 6858000"/>
              <a:gd name="connsiteX287" fmla="*/ 4689678 w 7467600"/>
              <a:gd name="connsiteY287" fmla="*/ 6440241 h 6858000"/>
              <a:gd name="connsiteX288" fmla="*/ 4477543 w 7467600"/>
              <a:gd name="connsiteY288" fmla="*/ 6674836 h 6858000"/>
              <a:gd name="connsiteX289" fmla="*/ 4329957 w 7467600"/>
              <a:gd name="connsiteY289" fmla="*/ 6858000 h 6858000"/>
              <a:gd name="connsiteX290" fmla="*/ 4218595 w 7467600"/>
              <a:gd name="connsiteY290" fmla="*/ 6858000 h 6858000"/>
              <a:gd name="connsiteX291" fmla="*/ 4368888 w 7467600"/>
              <a:gd name="connsiteY291" fmla="*/ 6668412 h 6858000"/>
              <a:gd name="connsiteX292" fmla="*/ 4563091 w 7467600"/>
              <a:gd name="connsiteY292" fmla="*/ 6442508 h 6858000"/>
              <a:gd name="connsiteX293" fmla="*/ 5387324 w 7467600"/>
              <a:gd name="connsiteY293" fmla="*/ 5705830 h 6858000"/>
              <a:gd name="connsiteX294" fmla="*/ 5073620 w 7467600"/>
              <a:gd name="connsiteY294" fmla="*/ 5955437 h 6858000"/>
              <a:gd name="connsiteX295" fmla="*/ 4689789 w 7467600"/>
              <a:gd name="connsiteY295" fmla="*/ 6268382 h 6858000"/>
              <a:gd name="connsiteX296" fmla="*/ 4418722 w 7467600"/>
              <a:gd name="connsiteY296" fmla="*/ 6570886 h 6858000"/>
              <a:gd name="connsiteX297" fmla="*/ 4214944 w 7467600"/>
              <a:gd name="connsiteY297" fmla="*/ 6858000 h 6858000"/>
              <a:gd name="connsiteX298" fmla="*/ 4177898 w 7467600"/>
              <a:gd name="connsiteY298" fmla="*/ 6858000 h 6858000"/>
              <a:gd name="connsiteX299" fmla="*/ 4391597 w 7467600"/>
              <a:gd name="connsiteY299" fmla="*/ 6556370 h 6858000"/>
              <a:gd name="connsiteX300" fmla="*/ 4668889 w 7467600"/>
              <a:gd name="connsiteY300" fmla="*/ 6246399 h 6858000"/>
              <a:gd name="connsiteX301" fmla="*/ 5055427 w 7467600"/>
              <a:gd name="connsiteY301" fmla="*/ 5931476 h 6858000"/>
              <a:gd name="connsiteX302" fmla="*/ 5371814 w 7467600"/>
              <a:gd name="connsiteY302" fmla="*/ 5678975 h 6858000"/>
              <a:gd name="connsiteX303" fmla="*/ 4987918 w 7467600"/>
              <a:gd name="connsiteY303" fmla="*/ 5838701 h 6858000"/>
              <a:gd name="connsiteX304" fmla="*/ 4317146 w 7467600"/>
              <a:gd name="connsiteY304" fmla="*/ 6587716 h 6858000"/>
              <a:gd name="connsiteX305" fmla="*/ 4171627 w 7467600"/>
              <a:gd name="connsiteY305" fmla="*/ 6858000 h 6858000"/>
              <a:gd name="connsiteX306" fmla="*/ 4081585 w 7467600"/>
              <a:gd name="connsiteY306" fmla="*/ 6858000 h 6858000"/>
              <a:gd name="connsiteX307" fmla="*/ 4238603 w 7467600"/>
              <a:gd name="connsiteY307" fmla="*/ 6559341 h 6858000"/>
              <a:gd name="connsiteX308" fmla="*/ 4778333 w 7467600"/>
              <a:gd name="connsiteY308" fmla="*/ 5873626 h 6858000"/>
              <a:gd name="connsiteX309" fmla="*/ 5414185 w 7467600"/>
              <a:gd name="connsiteY309" fmla="*/ 5573882 h 6858000"/>
              <a:gd name="connsiteX310" fmla="*/ 5959648 w 7467600"/>
              <a:gd name="connsiteY310" fmla="*/ 4760797 h 6858000"/>
              <a:gd name="connsiteX311" fmla="*/ 5355019 w 7467600"/>
              <a:gd name="connsiteY311" fmla="*/ 4734672 h 6858000"/>
              <a:gd name="connsiteX312" fmla="*/ 5083565 w 7467600"/>
              <a:gd name="connsiteY312" fmla="*/ 5179121 h 6858000"/>
              <a:gd name="connsiteX313" fmla="*/ 4713577 w 7467600"/>
              <a:gd name="connsiteY313" fmla="*/ 5616803 h 6858000"/>
              <a:gd name="connsiteX314" fmla="*/ 3989559 w 7467600"/>
              <a:gd name="connsiteY314" fmla="*/ 6145945 h 6858000"/>
              <a:gd name="connsiteX315" fmla="*/ 3939824 w 7467600"/>
              <a:gd name="connsiteY315" fmla="*/ 6066900 h 6858000"/>
              <a:gd name="connsiteX316" fmla="*/ 4584537 w 7467600"/>
              <a:gd name="connsiteY316" fmla="*/ 5324826 h 6858000"/>
              <a:gd name="connsiteX317" fmla="*/ 5037105 w 7467600"/>
              <a:gd name="connsiteY317" fmla="*/ 5088765 h 6858000"/>
              <a:gd name="connsiteX318" fmla="*/ 5039930 w 7467600"/>
              <a:gd name="connsiteY318" fmla="*/ 5089585 h 6858000"/>
              <a:gd name="connsiteX319" fmla="*/ 5263764 w 7467600"/>
              <a:gd name="connsiteY319" fmla="*/ 4735525 h 6858000"/>
              <a:gd name="connsiteX320" fmla="*/ 4086300 w 7467600"/>
              <a:gd name="connsiteY320" fmla="*/ 4884599 h 6858000"/>
              <a:gd name="connsiteX321" fmla="*/ 4085485 w 7467600"/>
              <a:gd name="connsiteY321" fmla="*/ 4899070 h 6858000"/>
              <a:gd name="connsiteX322" fmla="*/ 3871915 w 7467600"/>
              <a:gd name="connsiteY322" fmla="*/ 5253645 h 6858000"/>
              <a:gd name="connsiteX323" fmla="*/ 3799374 w 7467600"/>
              <a:gd name="connsiteY323" fmla="*/ 5466127 h 6858000"/>
              <a:gd name="connsiteX324" fmla="*/ 3498850 w 7467600"/>
              <a:gd name="connsiteY324" fmla="*/ 6661888 h 6858000"/>
              <a:gd name="connsiteX325" fmla="*/ 3399216 w 7467600"/>
              <a:gd name="connsiteY325" fmla="*/ 6858000 h 6858000"/>
              <a:gd name="connsiteX326" fmla="*/ 3303688 w 7467600"/>
              <a:gd name="connsiteY326" fmla="*/ 6858000 h 6858000"/>
              <a:gd name="connsiteX327" fmla="*/ 3391774 w 7467600"/>
              <a:gd name="connsiteY327" fmla="*/ 6697181 h 6858000"/>
              <a:gd name="connsiteX328" fmla="*/ 3735540 w 7467600"/>
              <a:gd name="connsiteY328" fmla="*/ 5546923 h 6858000"/>
              <a:gd name="connsiteX329" fmla="*/ 3729438 w 7467600"/>
              <a:gd name="connsiteY329" fmla="*/ 5569058 h 6858000"/>
              <a:gd name="connsiteX330" fmla="*/ 3707782 w 7467600"/>
              <a:gd name="connsiteY330" fmla="*/ 5644908 h 6858000"/>
              <a:gd name="connsiteX331" fmla="*/ 3583827 w 7467600"/>
              <a:gd name="connsiteY331" fmla="*/ 6039215 h 6858000"/>
              <a:gd name="connsiteX332" fmla="*/ 3547861 w 7467600"/>
              <a:gd name="connsiteY332" fmla="*/ 6129609 h 6858000"/>
              <a:gd name="connsiteX333" fmla="*/ 3490905 w 7467600"/>
              <a:gd name="connsiteY333" fmla="*/ 6277660 h 6858000"/>
              <a:gd name="connsiteX334" fmla="*/ 3455859 w 7467600"/>
              <a:gd name="connsiteY334" fmla="*/ 6391301 h 6858000"/>
              <a:gd name="connsiteX335" fmla="*/ 3429112 w 7467600"/>
              <a:gd name="connsiteY335" fmla="*/ 6479469 h 6858000"/>
              <a:gd name="connsiteX336" fmla="*/ 3304862 w 7467600"/>
              <a:gd name="connsiteY336" fmla="*/ 6796476 h 6858000"/>
              <a:gd name="connsiteX337" fmla="*/ 3276071 w 7467600"/>
              <a:gd name="connsiteY337" fmla="*/ 6858000 h 6858000"/>
              <a:gd name="connsiteX338" fmla="*/ 3240805 w 7467600"/>
              <a:gd name="connsiteY338" fmla="*/ 6858000 h 6858000"/>
              <a:gd name="connsiteX339" fmla="*/ 3275917 w 7467600"/>
              <a:gd name="connsiteY339" fmla="*/ 6783192 h 6858000"/>
              <a:gd name="connsiteX340" fmla="*/ 3399358 w 7467600"/>
              <a:gd name="connsiteY340" fmla="*/ 6469011 h 6858000"/>
              <a:gd name="connsiteX341" fmla="*/ 3425650 w 7467600"/>
              <a:gd name="connsiteY341" fmla="*/ 6381333 h 6858000"/>
              <a:gd name="connsiteX342" fmla="*/ 3460661 w 7467600"/>
              <a:gd name="connsiteY342" fmla="*/ 6266763 h 6858000"/>
              <a:gd name="connsiteX343" fmla="*/ 3518021 w 7467600"/>
              <a:gd name="connsiteY343" fmla="*/ 6117298 h 6858000"/>
              <a:gd name="connsiteX344" fmla="*/ 3554035 w 7467600"/>
              <a:gd name="connsiteY344" fmla="*/ 6027832 h 6858000"/>
              <a:gd name="connsiteX345" fmla="*/ 3677174 w 7467600"/>
              <a:gd name="connsiteY345" fmla="*/ 5636351 h 6858000"/>
              <a:gd name="connsiteX346" fmla="*/ 3698819 w 7467600"/>
              <a:gd name="connsiteY346" fmla="*/ 5560503 h 6858000"/>
              <a:gd name="connsiteX347" fmla="*/ 3702094 w 7467600"/>
              <a:gd name="connsiteY347" fmla="*/ 5549194 h 6858000"/>
              <a:gd name="connsiteX348" fmla="*/ 3398355 w 7467600"/>
              <a:gd name="connsiteY348" fmla="*/ 6094603 h 6858000"/>
              <a:gd name="connsiteX349" fmla="*/ 3193941 w 7467600"/>
              <a:gd name="connsiteY349" fmla="*/ 6798775 h 6858000"/>
              <a:gd name="connsiteX350" fmla="*/ 3184140 w 7467600"/>
              <a:gd name="connsiteY350" fmla="*/ 6858000 h 6858000"/>
              <a:gd name="connsiteX351" fmla="*/ 3099978 w 7467600"/>
              <a:gd name="connsiteY351" fmla="*/ 6858000 h 6858000"/>
              <a:gd name="connsiteX352" fmla="*/ 3101556 w 7467600"/>
              <a:gd name="connsiteY352" fmla="*/ 6843337 h 6858000"/>
              <a:gd name="connsiteX353" fmla="*/ 3370162 w 7467600"/>
              <a:gd name="connsiteY353" fmla="*/ 5785550 h 6858000"/>
              <a:gd name="connsiteX354" fmla="*/ 3746477 w 7467600"/>
              <a:gd name="connsiteY354" fmla="*/ 5377889 h 6858000"/>
              <a:gd name="connsiteX355" fmla="*/ 3863399 w 7467600"/>
              <a:gd name="connsiteY355" fmla="*/ 5087257 h 6858000"/>
              <a:gd name="connsiteX356" fmla="*/ 3968712 w 7467600"/>
              <a:gd name="connsiteY356" fmla="*/ 4913989 h 6858000"/>
              <a:gd name="connsiteX357" fmla="*/ 2792390 w 7467600"/>
              <a:gd name="connsiteY357" fmla="*/ 5382974 h 6858000"/>
              <a:gd name="connsiteX358" fmla="*/ 2714982 w 7467600"/>
              <a:gd name="connsiteY358" fmla="*/ 5427051 h 6858000"/>
              <a:gd name="connsiteX359" fmla="*/ 2813361 w 7467600"/>
              <a:gd name="connsiteY359" fmla="*/ 6023912 h 6858000"/>
              <a:gd name="connsiteX360" fmla="*/ 2688430 w 7467600"/>
              <a:gd name="connsiteY360" fmla="*/ 6801564 h 6858000"/>
              <a:gd name="connsiteX361" fmla="*/ 2629626 w 7467600"/>
              <a:gd name="connsiteY361" fmla="*/ 6763394 h 6858000"/>
              <a:gd name="connsiteX362" fmla="*/ 2565328 w 7467600"/>
              <a:gd name="connsiteY362" fmla="*/ 5516399 h 6858000"/>
              <a:gd name="connsiteX363" fmla="*/ 1922999 w 7467600"/>
              <a:gd name="connsiteY363" fmla="*/ 5980343 h 6858000"/>
              <a:gd name="connsiteX364" fmla="*/ 1950261 w 7467600"/>
              <a:gd name="connsiteY364" fmla="*/ 6405858 h 6858000"/>
              <a:gd name="connsiteX365" fmla="*/ 2365554 w 7467600"/>
              <a:gd name="connsiteY365" fmla="*/ 6759107 h 6858000"/>
              <a:gd name="connsiteX366" fmla="*/ 2424142 w 7467600"/>
              <a:gd name="connsiteY366" fmla="*/ 6858000 h 6858000"/>
              <a:gd name="connsiteX367" fmla="*/ 2395994 w 7467600"/>
              <a:gd name="connsiteY367" fmla="*/ 6858000 h 6858000"/>
              <a:gd name="connsiteX368" fmla="*/ 2392863 w 7467600"/>
              <a:gd name="connsiteY368" fmla="*/ 6852964 h 6858000"/>
              <a:gd name="connsiteX369" fmla="*/ 2017589 w 7467600"/>
              <a:gd name="connsiteY369" fmla="*/ 6493982 h 6858000"/>
              <a:gd name="connsiteX370" fmla="*/ 2147336 w 7467600"/>
              <a:gd name="connsiteY370" fmla="*/ 6594052 h 6858000"/>
              <a:gd name="connsiteX371" fmla="*/ 2207047 w 7467600"/>
              <a:gd name="connsiteY371" fmla="*/ 6654540 h 6858000"/>
              <a:gd name="connsiteX372" fmla="*/ 2299106 w 7467600"/>
              <a:gd name="connsiteY372" fmla="*/ 6778931 h 6858000"/>
              <a:gd name="connsiteX373" fmla="*/ 2314430 w 7467600"/>
              <a:gd name="connsiteY373" fmla="*/ 6801144 h 6858000"/>
              <a:gd name="connsiteX374" fmla="*/ 2352406 w 7467600"/>
              <a:gd name="connsiteY374" fmla="*/ 6858000 h 6858000"/>
              <a:gd name="connsiteX375" fmla="*/ 2314492 w 7467600"/>
              <a:gd name="connsiteY375" fmla="*/ 6858000 h 6858000"/>
              <a:gd name="connsiteX376" fmla="*/ 2288095 w 7467600"/>
              <a:gd name="connsiteY376" fmla="*/ 6818030 h 6858000"/>
              <a:gd name="connsiteX377" fmla="*/ 2272768 w 7467600"/>
              <a:gd name="connsiteY377" fmla="*/ 6795822 h 6858000"/>
              <a:gd name="connsiteX378" fmla="*/ 2182715 w 7467600"/>
              <a:gd name="connsiteY378" fmla="*/ 6675071 h 6858000"/>
              <a:gd name="connsiteX379" fmla="*/ 2032061 w 7467600"/>
              <a:gd name="connsiteY379" fmla="*/ 6541380 h 6858000"/>
              <a:gd name="connsiteX380" fmla="*/ 2257220 w 7467600"/>
              <a:gd name="connsiteY380" fmla="*/ 6826257 h 6858000"/>
              <a:gd name="connsiteX381" fmla="*/ 2281324 w 7467600"/>
              <a:gd name="connsiteY381" fmla="*/ 6858000 h 6858000"/>
              <a:gd name="connsiteX382" fmla="*/ 2242860 w 7467600"/>
              <a:gd name="connsiteY382" fmla="*/ 6858000 h 6858000"/>
              <a:gd name="connsiteX383" fmla="*/ 2232818 w 7467600"/>
              <a:gd name="connsiteY383" fmla="*/ 6844926 h 6858000"/>
              <a:gd name="connsiteX384" fmla="*/ 1990172 w 7467600"/>
              <a:gd name="connsiteY384" fmla="*/ 6542121 h 6858000"/>
              <a:gd name="connsiteX385" fmla="*/ 2124090 w 7467600"/>
              <a:gd name="connsiteY385" fmla="*/ 6761017 h 6858000"/>
              <a:gd name="connsiteX386" fmla="*/ 2200380 w 7467600"/>
              <a:gd name="connsiteY386" fmla="*/ 6858000 h 6858000"/>
              <a:gd name="connsiteX387" fmla="*/ 2147507 w 7467600"/>
              <a:gd name="connsiteY387" fmla="*/ 6858000 h 6858000"/>
              <a:gd name="connsiteX388" fmla="*/ 2070668 w 7467600"/>
              <a:gd name="connsiteY388" fmla="*/ 6761520 h 6858000"/>
              <a:gd name="connsiteX389" fmla="*/ 1975142 w 7467600"/>
              <a:gd name="connsiteY389" fmla="*/ 6585570 h 6858000"/>
              <a:gd name="connsiteX390" fmla="*/ 2050035 w 7467600"/>
              <a:gd name="connsiteY390" fmla="*/ 6813345 h 6858000"/>
              <a:gd name="connsiteX391" fmla="*/ 2063025 w 7467600"/>
              <a:gd name="connsiteY391" fmla="*/ 6858000 h 6858000"/>
              <a:gd name="connsiteX392" fmla="*/ 2021675 w 7467600"/>
              <a:gd name="connsiteY392" fmla="*/ 6858000 h 6858000"/>
              <a:gd name="connsiteX393" fmla="*/ 2019308 w 7467600"/>
              <a:gd name="connsiteY393" fmla="*/ 6847118 h 6858000"/>
              <a:gd name="connsiteX394" fmla="*/ 1938835 w 7467600"/>
              <a:gd name="connsiteY394" fmla="*/ 6551160 h 6858000"/>
              <a:gd name="connsiteX395" fmla="*/ 1953230 w 7467600"/>
              <a:gd name="connsiteY395" fmla="*/ 6759699 h 6858000"/>
              <a:gd name="connsiteX396" fmla="*/ 1956763 w 7467600"/>
              <a:gd name="connsiteY396" fmla="*/ 6778191 h 6858000"/>
              <a:gd name="connsiteX397" fmla="*/ 1967925 w 7467600"/>
              <a:gd name="connsiteY397" fmla="*/ 6858000 h 6858000"/>
              <a:gd name="connsiteX398" fmla="*/ 1936622 w 7467600"/>
              <a:gd name="connsiteY398" fmla="*/ 6858000 h 6858000"/>
              <a:gd name="connsiteX399" fmla="*/ 1926261 w 7467600"/>
              <a:gd name="connsiteY399" fmla="*/ 6784064 h 6858000"/>
              <a:gd name="connsiteX400" fmla="*/ 1922724 w 7467600"/>
              <a:gd name="connsiteY400" fmla="*/ 6765577 h 6858000"/>
              <a:gd name="connsiteX401" fmla="*/ 1904650 w 7467600"/>
              <a:gd name="connsiteY401" fmla="*/ 6639616 h 6858000"/>
              <a:gd name="connsiteX402" fmla="*/ 1885273 w 7467600"/>
              <a:gd name="connsiteY402" fmla="*/ 6858000 h 6858000"/>
              <a:gd name="connsiteX403" fmla="*/ 1854363 w 7467600"/>
              <a:gd name="connsiteY403" fmla="*/ 6858000 h 6858000"/>
              <a:gd name="connsiteX404" fmla="*/ 1880391 w 7467600"/>
              <a:gd name="connsiteY404" fmla="*/ 6603796 h 6858000"/>
              <a:gd name="connsiteX405" fmla="*/ 1818273 w 7467600"/>
              <a:gd name="connsiteY405" fmla="*/ 6715729 h 6858000"/>
              <a:gd name="connsiteX406" fmla="*/ 1794691 w 7467600"/>
              <a:gd name="connsiteY406" fmla="*/ 6843239 h 6858000"/>
              <a:gd name="connsiteX407" fmla="*/ 1794914 w 7467600"/>
              <a:gd name="connsiteY407" fmla="*/ 6858000 h 6858000"/>
              <a:gd name="connsiteX408" fmla="*/ 1746128 w 7467600"/>
              <a:gd name="connsiteY408" fmla="*/ 6858000 h 6858000"/>
              <a:gd name="connsiteX409" fmla="*/ 1753934 w 7467600"/>
              <a:gd name="connsiteY409" fmla="*/ 6724796 h 6858000"/>
              <a:gd name="connsiteX410" fmla="*/ 1792053 w 7467600"/>
              <a:gd name="connsiteY410" fmla="*/ 6572396 h 6858000"/>
              <a:gd name="connsiteX411" fmla="*/ 1862248 w 7467600"/>
              <a:gd name="connsiteY411" fmla="*/ 6266397 h 6858000"/>
              <a:gd name="connsiteX412" fmla="*/ 1862250 w 7467600"/>
              <a:gd name="connsiteY412" fmla="*/ 6033531 h 6858000"/>
              <a:gd name="connsiteX413" fmla="*/ 1211999 w 7467600"/>
              <a:gd name="connsiteY413" fmla="*/ 6683610 h 6858000"/>
              <a:gd name="connsiteX414" fmla="*/ 1213266 w 7467600"/>
              <a:gd name="connsiteY414" fmla="*/ 6691947 h 6858000"/>
              <a:gd name="connsiteX415" fmla="*/ 1203370 w 7467600"/>
              <a:gd name="connsiteY415" fmla="*/ 6850676 h 6858000"/>
              <a:gd name="connsiteX416" fmla="*/ 1203671 w 7467600"/>
              <a:gd name="connsiteY416" fmla="*/ 6858000 h 6858000"/>
              <a:gd name="connsiteX417" fmla="*/ 1143180 w 7467600"/>
              <a:gd name="connsiteY417" fmla="*/ 6858000 h 6858000"/>
              <a:gd name="connsiteX418" fmla="*/ 1142176 w 7467600"/>
              <a:gd name="connsiteY418" fmla="*/ 6766045 h 6858000"/>
              <a:gd name="connsiteX419" fmla="*/ 1067484 w 7467600"/>
              <a:gd name="connsiteY419" fmla="*/ 6858000 h 6858000"/>
              <a:gd name="connsiteX420" fmla="*/ 953928 w 7467600"/>
              <a:gd name="connsiteY420" fmla="*/ 6858000 h 6858000"/>
              <a:gd name="connsiteX421" fmla="*/ 959715 w 7467600"/>
              <a:gd name="connsiteY421" fmla="*/ 6850185 h 6858000"/>
              <a:gd name="connsiteX422" fmla="*/ 1483788 w 7467600"/>
              <a:gd name="connsiteY422" fmla="*/ 6259174 h 6858000"/>
              <a:gd name="connsiteX423" fmla="*/ 1100671 w 7467600"/>
              <a:gd name="connsiteY423" fmla="*/ 6252137 h 6858000"/>
              <a:gd name="connsiteX424" fmla="*/ 1090144 w 7467600"/>
              <a:gd name="connsiteY424" fmla="*/ 6256748 h 6858000"/>
              <a:gd name="connsiteX425" fmla="*/ 1095872 w 7467600"/>
              <a:gd name="connsiteY425" fmla="*/ 6271892 h 6858000"/>
              <a:gd name="connsiteX426" fmla="*/ 262785 w 7467600"/>
              <a:gd name="connsiteY426" fmla="*/ 6845450 h 6858000"/>
              <a:gd name="connsiteX427" fmla="*/ 209968 w 7467600"/>
              <a:gd name="connsiteY427" fmla="*/ 6770713 h 6858000"/>
              <a:gd name="connsiteX428" fmla="*/ 873460 w 7467600"/>
              <a:gd name="connsiteY428" fmla="*/ 6253768 h 6858000"/>
              <a:gd name="connsiteX429" fmla="*/ 192686 w 7467600"/>
              <a:gd name="connsiteY429" fmla="*/ 5849257 h 6858000"/>
              <a:gd name="connsiteX430" fmla="*/ 4696 w 7467600"/>
              <a:gd name="connsiteY430" fmla="*/ 5697668 h 6858000"/>
              <a:gd name="connsiteX431" fmla="*/ 0 w 7467600"/>
              <a:gd name="connsiteY431" fmla="*/ 5689984 h 6858000"/>
              <a:gd name="connsiteX432" fmla="*/ 0 w 7467600"/>
              <a:gd name="connsiteY432" fmla="*/ 5513472 h 6858000"/>
              <a:gd name="connsiteX433" fmla="*/ 174101 w 7467600"/>
              <a:gd name="connsiteY433" fmla="*/ 5620277 h 6858000"/>
              <a:gd name="connsiteX434" fmla="*/ 891800 w 7467600"/>
              <a:gd name="connsiteY434" fmla="*/ 6036935 h 6858000"/>
              <a:gd name="connsiteX435" fmla="*/ 1072219 w 7467600"/>
              <a:gd name="connsiteY435" fmla="*/ 6169443 h 6858000"/>
              <a:gd name="connsiteX436" fmla="*/ 1074117 w 7467600"/>
              <a:gd name="connsiteY436" fmla="*/ 6170301 h 6858000"/>
              <a:gd name="connsiteX437" fmla="*/ 1083114 w 7467600"/>
              <a:gd name="connsiteY437" fmla="*/ 6174131 h 6858000"/>
              <a:gd name="connsiteX438" fmla="*/ 1543010 w 7467600"/>
              <a:gd name="connsiteY438" fmla="*/ 6191140 h 6858000"/>
              <a:gd name="connsiteX439" fmla="*/ 1551080 w 7467600"/>
              <a:gd name="connsiteY439" fmla="*/ 6195006 h 6858000"/>
              <a:gd name="connsiteX440" fmla="*/ 2345443 w 7467600"/>
              <a:gd name="connsiteY440" fmla="*/ 5549882 h 6858000"/>
              <a:gd name="connsiteX441" fmla="*/ 1721499 w 7467600"/>
              <a:gd name="connsiteY441" fmla="*/ 5599969 h 6858000"/>
              <a:gd name="connsiteX442" fmla="*/ 767716 w 7467600"/>
              <a:gd name="connsiteY442" fmla="*/ 5472768 h 6858000"/>
              <a:gd name="connsiteX443" fmla="*/ 722147 w 7467600"/>
              <a:gd name="connsiteY443" fmla="*/ 5393091 h 6858000"/>
              <a:gd name="connsiteX444" fmla="*/ 1485552 w 7467600"/>
              <a:gd name="connsiteY444" fmla="*/ 5313202 h 6858000"/>
              <a:gd name="connsiteX445" fmla="*/ 2143004 w 7467600"/>
              <a:gd name="connsiteY445" fmla="*/ 5402420 h 6858000"/>
              <a:gd name="connsiteX446" fmla="*/ 1933391 w 7467600"/>
              <a:gd name="connsiteY446" fmla="*/ 5156971 h 6858000"/>
              <a:gd name="connsiteX447" fmla="*/ 1827118 w 7467600"/>
              <a:gd name="connsiteY447" fmla="*/ 4968410 h 6858000"/>
              <a:gd name="connsiteX448" fmla="*/ 1837349 w 7467600"/>
              <a:gd name="connsiteY448" fmla="*/ 4956357 h 6858000"/>
              <a:gd name="connsiteX449" fmla="*/ 2162835 w 7467600"/>
              <a:gd name="connsiteY449" fmla="*/ 5187853 h 6858000"/>
              <a:gd name="connsiteX450" fmla="*/ 2257167 w 7467600"/>
              <a:gd name="connsiteY450" fmla="*/ 5462123 h 6858000"/>
              <a:gd name="connsiteX451" fmla="*/ 2261598 w 7467600"/>
              <a:gd name="connsiteY451" fmla="*/ 5467998 h 6858000"/>
              <a:gd name="connsiteX452" fmla="*/ 2437177 w 7467600"/>
              <a:gd name="connsiteY452" fmla="*/ 5479608 h 6858000"/>
              <a:gd name="connsiteX453" fmla="*/ 2445247 w 7467600"/>
              <a:gd name="connsiteY453" fmla="*/ 5483476 h 6858000"/>
              <a:gd name="connsiteX454" fmla="*/ 2743626 w 7467600"/>
              <a:gd name="connsiteY454" fmla="*/ 5304819 h 6858000"/>
              <a:gd name="connsiteX455" fmla="*/ 3048102 w 7467600"/>
              <a:gd name="connsiteY455" fmla="*/ 5150595 h 6858000"/>
              <a:gd name="connsiteX456" fmla="*/ 1799414 w 7467600"/>
              <a:gd name="connsiteY456" fmla="*/ 4694732 h 6858000"/>
              <a:gd name="connsiteX457" fmla="*/ 1771735 w 7467600"/>
              <a:gd name="connsiteY457" fmla="*/ 4619929 h 6858000"/>
              <a:gd name="connsiteX458" fmla="*/ 3104273 w 7467600"/>
              <a:gd name="connsiteY458" fmla="*/ 5076159 h 6858000"/>
              <a:gd name="connsiteX459" fmla="*/ 3113245 w 7467600"/>
              <a:gd name="connsiteY459" fmla="*/ 5090705 h 6858000"/>
              <a:gd name="connsiteX460" fmla="*/ 3126294 w 7467600"/>
              <a:gd name="connsiteY460" fmla="*/ 5114400 h 6858000"/>
              <a:gd name="connsiteX461" fmla="*/ 3937433 w 7467600"/>
              <a:gd name="connsiteY461" fmla="*/ 4830473 h 6858000"/>
              <a:gd name="connsiteX462" fmla="*/ 3590475 w 7467600"/>
              <a:gd name="connsiteY462" fmla="*/ 4597974 h 6858000"/>
              <a:gd name="connsiteX463" fmla="*/ 3100264 w 7467600"/>
              <a:gd name="connsiteY463" fmla="*/ 4579845 h 6858000"/>
              <a:gd name="connsiteX464" fmla="*/ 2183576 w 7467600"/>
              <a:gd name="connsiteY464" fmla="*/ 4227150 h 6858000"/>
              <a:gd name="connsiteX465" fmla="*/ 2151029 w 7467600"/>
              <a:gd name="connsiteY465" fmla="*/ 4146947 h 6858000"/>
              <a:gd name="connsiteX466" fmla="*/ 3563434 w 7467600"/>
              <a:gd name="connsiteY466" fmla="*/ 4469115 h 6858000"/>
              <a:gd name="connsiteX467" fmla="*/ 3177952 w 7467600"/>
              <a:gd name="connsiteY467" fmla="*/ 3657386 h 6858000"/>
              <a:gd name="connsiteX468" fmla="*/ 3189263 w 7467600"/>
              <a:gd name="connsiteY468" fmla="*/ 3625726 h 6858000"/>
              <a:gd name="connsiteX469" fmla="*/ 3560912 w 7467600"/>
              <a:gd name="connsiteY469" fmla="*/ 4079863 h 6858000"/>
              <a:gd name="connsiteX470" fmla="*/ 3626636 w 7467600"/>
              <a:gd name="connsiteY470" fmla="*/ 4512230 h 6858000"/>
              <a:gd name="connsiteX471" fmla="*/ 3653088 w 7467600"/>
              <a:gd name="connsiteY471" fmla="*/ 4521417 h 6858000"/>
              <a:gd name="connsiteX472" fmla="*/ 3988128 w 7467600"/>
              <a:gd name="connsiteY472" fmla="*/ 4817267 h 6858000"/>
              <a:gd name="connsiteX473" fmla="*/ 4830582 w 7467600"/>
              <a:gd name="connsiteY473" fmla="*/ 4676000 h 6858000"/>
              <a:gd name="connsiteX474" fmla="*/ 4830100 w 7467600"/>
              <a:gd name="connsiteY474" fmla="*/ 4675554 h 6858000"/>
              <a:gd name="connsiteX475" fmla="*/ 4036318 w 7467600"/>
              <a:gd name="connsiteY475" fmla="*/ 4147013 h 6858000"/>
              <a:gd name="connsiteX476" fmla="*/ 3432098 w 7467600"/>
              <a:gd name="connsiteY476" fmla="*/ 3537312 h 6858000"/>
              <a:gd name="connsiteX477" fmla="*/ 3446761 w 7467600"/>
              <a:gd name="connsiteY477" fmla="*/ 3461278 h 6858000"/>
              <a:gd name="connsiteX478" fmla="*/ 4419733 w 7467600"/>
              <a:gd name="connsiteY478" fmla="*/ 3963555 h 6858000"/>
              <a:gd name="connsiteX479" fmla="*/ 4781371 w 7467600"/>
              <a:gd name="connsiteY479" fmla="*/ 4458604 h 6858000"/>
              <a:gd name="connsiteX480" fmla="*/ 4780440 w 7467600"/>
              <a:gd name="connsiteY480" fmla="*/ 4470290 h 6858000"/>
              <a:gd name="connsiteX481" fmla="*/ 4898954 w 7467600"/>
              <a:gd name="connsiteY481" fmla="*/ 4662092 h 6858000"/>
              <a:gd name="connsiteX482" fmla="*/ 4900699 w 7467600"/>
              <a:gd name="connsiteY482" fmla="*/ 4670867 h 6858000"/>
              <a:gd name="connsiteX483" fmla="*/ 5714511 w 7467600"/>
              <a:gd name="connsiteY483" fmla="*/ 4663483 h 6858000"/>
              <a:gd name="connsiteX484" fmla="*/ 5464793 w 7467600"/>
              <a:gd name="connsiteY484" fmla="*/ 4393556 h 6858000"/>
              <a:gd name="connsiteX485" fmla="*/ 5461897 w 7467600"/>
              <a:gd name="connsiteY485" fmla="*/ 4390879 h 6858000"/>
              <a:gd name="connsiteX486" fmla="*/ 4294126 w 7467600"/>
              <a:gd name="connsiteY486" fmla="*/ 3303048 h 6858000"/>
              <a:gd name="connsiteX487" fmla="*/ 4305321 w 7467600"/>
              <a:gd name="connsiteY487" fmla="*/ 3256953 h 6858000"/>
              <a:gd name="connsiteX488" fmla="*/ 4949299 w 7467600"/>
              <a:gd name="connsiteY488" fmla="*/ 3766336 h 6858000"/>
              <a:gd name="connsiteX489" fmla="*/ 5291452 w 7467600"/>
              <a:gd name="connsiteY489" fmla="*/ 4076801 h 6858000"/>
              <a:gd name="connsiteX490" fmla="*/ 5434998 w 7467600"/>
              <a:gd name="connsiteY490" fmla="*/ 4254100 h 6858000"/>
              <a:gd name="connsiteX491" fmla="*/ 5351015 w 7467600"/>
              <a:gd name="connsiteY491" fmla="*/ 3760989 h 6858000"/>
              <a:gd name="connsiteX492" fmla="*/ 5413780 w 7467600"/>
              <a:gd name="connsiteY492" fmla="*/ 2966265 h 6858000"/>
              <a:gd name="connsiteX493" fmla="*/ 5425627 w 7467600"/>
              <a:gd name="connsiteY493" fmla="*/ 2954192 h 6858000"/>
              <a:gd name="connsiteX494" fmla="*/ 6604735 w 7467600"/>
              <a:gd name="connsiteY494" fmla="*/ 2041381 h 6858000"/>
              <a:gd name="connsiteX495" fmla="*/ 7204487 w 7467600"/>
              <a:gd name="connsiteY495" fmla="*/ 2742112 h 6858000"/>
              <a:gd name="connsiteX496" fmla="*/ 7131592 w 7467600"/>
              <a:gd name="connsiteY496" fmla="*/ 2672096 h 6858000"/>
              <a:gd name="connsiteX497" fmla="*/ 6996344 w 7467600"/>
              <a:gd name="connsiteY497" fmla="*/ 2518310 h 6858000"/>
              <a:gd name="connsiteX498" fmla="*/ 6735495 w 7467600"/>
              <a:gd name="connsiteY498" fmla="*/ 2196890 h 6858000"/>
              <a:gd name="connsiteX499" fmla="*/ 6721901 w 7467600"/>
              <a:gd name="connsiteY499" fmla="*/ 2179274 h 6858000"/>
              <a:gd name="connsiteX500" fmla="*/ 6604735 w 7467600"/>
              <a:gd name="connsiteY500" fmla="*/ 2041381 h 6858000"/>
              <a:gd name="connsiteX501" fmla="*/ 6591670 w 7467600"/>
              <a:gd name="connsiteY501" fmla="*/ 1988277 h 6858000"/>
              <a:gd name="connsiteX502" fmla="*/ 6747349 w 7467600"/>
              <a:gd name="connsiteY502" fmla="*/ 2160069 h 6858000"/>
              <a:gd name="connsiteX503" fmla="*/ 6760943 w 7467600"/>
              <a:gd name="connsiteY503" fmla="*/ 2177686 h 6858000"/>
              <a:gd name="connsiteX504" fmla="*/ 7021065 w 7467600"/>
              <a:gd name="connsiteY504" fmla="*/ 2498102 h 6858000"/>
              <a:gd name="connsiteX505" fmla="*/ 7155223 w 7467600"/>
              <a:gd name="connsiteY505" fmla="*/ 2650386 h 6858000"/>
              <a:gd name="connsiteX506" fmla="*/ 7203167 w 7467600"/>
              <a:gd name="connsiteY506" fmla="*/ 2697288 h 6858000"/>
              <a:gd name="connsiteX507" fmla="*/ 6937703 w 7467600"/>
              <a:gd name="connsiteY507" fmla="*/ 2321981 h 6858000"/>
              <a:gd name="connsiteX508" fmla="*/ 6591670 w 7467600"/>
              <a:gd name="connsiteY508" fmla="*/ 1988277 h 6858000"/>
              <a:gd name="connsiteX509" fmla="*/ 5798671 w 7467600"/>
              <a:gd name="connsiteY509" fmla="*/ 1981601 h 6858000"/>
              <a:gd name="connsiteX510" fmla="*/ 5754709 w 7467600"/>
              <a:gd name="connsiteY510" fmla="*/ 2071454 h 6858000"/>
              <a:gd name="connsiteX511" fmla="*/ 5763044 w 7467600"/>
              <a:gd name="connsiteY511" fmla="*/ 2842206 h 6858000"/>
              <a:gd name="connsiteX512" fmla="*/ 5764974 w 7467600"/>
              <a:gd name="connsiteY512" fmla="*/ 2799609 h 6858000"/>
              <a:gd name="connsiteX513" fmla="*/ 5767665 w 7467600"/>
              <a:gd name="connsiteY513" fmla="*/ 2666409 h 6858000"/>
              <a:gd name="connsiteX514" fmla="*/ 5763055 w 7467600"/>
              <a:gd name="connsiteY514" fmla="*/ 2579705 h 6858000"/>
              <a:gd name="connsiteX515" fmla="*/ 5758079 w 7467600"/>
              <a:gd name="connsiteY515" fmla="*/ 2492508 h 6858000"/>
              <a:gd name="connsiteX516" fmla="*/ 5779325 w 7467600"/>
              <a:gd name="connsiteY516" fmla="*/ 2197069 h 6858000"/>
              <a:gd name="connsiteX517" fmla="*/ 5798671 w 7467600"/>
              <a:gd name="connsiteY517" fmla="*/ 1981601 h 6858000"/>
              <a:gd name="connsiteX518" fmla="*/ 5829202 w 7467600"/>
              <a:gd name="connsiteY518" fmla="*/ 1971679 h 6858000"/>
              <a:gd name="connsiteX519" fmla="*/ 5809558 w 7467600"/>
              <a:gd name="connsiteY519" fmla="*/ 2198043 h 6858000"/>
              <a:gd name="connsiteX520" fmla="*/ 5788653 w 7467600"/>
              <a:gd name="connsiteY520" fmla="*/ 2489430 h 6858000"/>
              <a:gd name="connsiteX521" fmla="*/ 5793439 w 7467600"/>
              <a:gd name="connsiteY521" fmla="*/ 2575235 h 6858000"/>
              <a:gd name="connsiteX522" fmla="*/ 5796837 w 7467600"/>
              <a:gd name="connsiteY522" fmla="*/ 2637633 h 6858000"/>
              <a:gd name="connsiteX523" fmla="*/ 5818614 w 7467600"/>
              <a:gd name="connsiteY523" fmla="*/ 2473055 h 6858000"/>
              <a:gd name="connsiteX524" fmla="*/ 5829202 w 7467600"/>
              <a:gd name="connsiteY524" fmla="*/ 1971679 h 6858000"/>
              <a:gd name="connsiteX525" fmla="*/ 5911389 w 7467600"/>
              <a:gd name="connsiteY525" fmla="*/ 1898371 h 6858000"/>
              <a:gd name="connsiteX526" fmla="*/ 6237627 w 7467600"/>
              <a:gd name="connsiteY526" fmla="*/ 2231921 h 6858000"/>
              <a:gd name="connsiteX527" fmla="*/ 5911389 w 7467600"/>
              <a:gd name="connsiteY527" fmla="*/ 1898371 h 6858000"/>
              <a:gd name="connsiteX528" fmla="*/ 6944437 w 7467600"/>
              <a:gd name="connsiteY528" fmla="*/ 1575402 h 6858000"/>
              <a:gd name="connsiteX529" fmla="*/ 6304730 w 7467600"/>
              <a:gd name="connsiteY529" fmla="*/ 1766654 h 6858000"/>
              <a:gd name="connsiteX530" fmla="*/ 6944437 w 7467600"/>
              <a:gd name="connsiteY530" fmla="*/ 1575402 h 6858000"/>
              <a:gd name="connsiteX531" fmla="*/ 7019523 w 7467600"/>
              <a:gd name="connsiteY531" fmla="*/ 1519450 h 6858000"/>
              <a:gd name="connsiteX532" fmla="*/ 6298091 w 7467600"/>
              <a:gd name="connsiteY532" fmla="*/ 1737122 h 6858000"/>
              <a:gd name="connsiteX533" fmla="*/ 7019523 w 7467600"/>
              <a:gd name="connsiteY533" fmla="*/ 1519450 h 6858000"/>
              <a:gd name="connsiteX534" fmla="*/ 2399523 w 7467600"/>
              <a:gd name="connsiteY534" fmla="*/ 1428234 h 6858000"/>
              <a:gd name="connsiteX535" fmla="*/ 2224982 w 7467600"/>
              <a:gd name="connsiteY535" fmla="*/ 1826201 h 6858000"/>
              <a:gd name="connsiteX536" fmla="*/ 2096099 w 7467600"/>
              <a:gd name="connsiteY536" fmla="*/ 2345900 h 6858000"/>
              <a:gd name="connsiteX537" fmla="*/ 2283317 w 7467600"/>
              <a:gd name="connsiteY537" fmla="*/ 1796925 h 6858000"/>
              <a:gd name="connsiteX538" fmla="*/ 2399523 w 7467600"/>
              <a:gd name="connsiteY538" fmla="*/ 1428234 h 6858000"/>
              <a:gd name="connsiteX539" fmla="*/ 2448558 w 7467600"/>
              <a:gd name="connsiteY539" fmla="*/ 1373435 h 6858000"/>
              <a:gd name="connsiteX540" fmla="*/ 2312521 w 7467600"/>
              <a:gd name="connsiteY540" fmla="*/ 1806140 h 6858000"/>
              <a:gd name="connsiteX541" fmla="*/ 2127533 w 7467600"/>
              <a:gd name="connsiteY541" fmla="*/ 2348380 h 6858000"/>
              <a:gd name="connsiteX542" fmla="*/ 2358080 w 7467600"/>
              <a:gd name="connsiteY542" fmla="*/ 1866134 h 6858000"/>
              <a:gd name="connsiteX543" fmla="*/ 2407436 w 7467600"/>
              <a:gd name="connsiteY543" fmla="*/ 1651070 h 6858000"/>
              <a:gd name="connsiteX544" fmla="*/ 2448558 w 7467600"/>
              <a:gd name="connsiteY544" fmla="*/ 1373435 h 6858000"/>
              <a:gd name="connsiteX545" fmla="*/ 278707 w 7467600"/>
              <a:gd name="connsiteY545" fmla="*/ 1352270 h 6858000"/>
              <a:gd name="connsiteX546" fmla="*/ 321570 w 7467600"/>
              <a:gd name="connsiteY546" fmla="*/ 1861610 h 6858000"/>
              <a:gd name="connsiteX547" fmla="*/ 294281 w 7467600"/>
              <a:gd name="connsiteY547" fmla="*/ 1440658 h 6858000"/>
              <a:gd name="connsiteX548" fmla="*/ 278707 w 7467600"/>
              <a:gd name="connsiteY548" fmla="*/ 1352270 h 6858000"/>
              <a:gd name="connsiteX549" fmla="*/ 1423821 w 7467600"/>
              <a:gd name="connsiteY549" fmla="*/ 1351958 h 6858000"/>
              <a:gd name="connsiteX550" fmla="*/ 1638521 w 7467600"/>
              <a:gd name="connsiteY550" fmla="*/ 1908470 h 6858000"/>
              <a:gd name="connsiteX551" fmla="*/ 1754199 w 7467600"/>
              <a:gd name="connsiteY551" fmla="*/ 2149284 h 6858000"/>
              <a:gd name="connsiteX552" fmla="*/ 1908359 w 7467600"/>
              <a:gd name="connsiteY552" fmla="*/ 2364988 h 6858000"/>
              <a:gd name="connsiteX553" fmla="*/ 1647661 w 7467600"/>
              <a:gd name="connsiteY553" fmla="*/ 1825945 h 6858000"/>
              <a:gd name="connsiteX554" fmla="*/ 1423821 w 7467600"/>
              <a:gd name="connsiteY554" fmla="*/ 1351958 h 6858000"/>
              <a:gd name="connsiteX555" fmla="*/ 1431890 w 7467600"/>
              <a:gd name="connsiteY555" fmla="*/ 1306475 h 6858000"/>
              <a:gd name="connsiteX556" fmla="*/ 1507597 w 7467600"/>
              <a:gd name="connsiteY556" fmla="*/ 1446132 h 6858000"/>
              <a:gd name="connsiteX557" fmla="*/ 1674586 w 7467600"/>
              <a:gd name="connsiteY557" fmla="*/ 1813832 h 6858000"/>
              <a:gd name="connsiteX558" fmla="*/ 1815950 w 7467600"/>
              <a:gd name="connsiteY558" fmla="*/ 2128564 h 6858000"/>
              <a:gd name="connsiteX559" fmla="*/ 1984242 w 7467600"/>
              <a:gd name="connsiteY559" fmla="*/ 2430829 h 6858000"/>
              <a:gd name="connsiteX560" fmla="*/ 2014023 w 7467600"/>
              <a:gd name="connsiteY560" fmla="*/ 2450995 h 6858000"/>
              <a:gd name="connsiteX561" fmla="*/ 1747337 w 7467600"/>
              <a:gd name="connsiteY561" fmla="*/ 1855264 h 6858000"/>
              <a:gd name="connsiteX562" fmla="*/ 1533749 w 7467600"/>
              <a:gd name="connsiteY562" fmla="*/ 1478656 h 6858000"/>
              <a:gd name="connsiteX563" fmla="*/ 1431890 w 7467600"/>
              <a:gd name="connsiteY563" fmla="*/ 1306475 h 6858000"/>
              <a:gd name="connsiteX564" fmla="*/ 5052692 w 7467600"/>
              <a:gd name="connsiteY564" fmla="*/ 1292994 h 6858000"/>
              <a:gd name="connsiteX565" fmla="*/ 5200661 w 7467600"/>
              <a:gd name="connsiteY565" fmla="*/ 1635186 h 6858000"/>
              <a:gd name="connsiteX566" fmla="*/ 5297138 w 7467600"/>
              <a:gd name="connsiteY566" fmla="*/ 1906351 h 6858000"/>
              <a:gd name="connsiteX567" fmla="*/ 5052692 w 7467600"/>
              <a:gd name="connsiteY567" fmla="*/ 1292994 h 6858000"/>
              <a:gd name="connsiteX568" fmla="*/ 5009948 w 7467600"/>
              <a:gd name="connsiteY568" fmla="*/ 1273619 h 6858000"/>
              <a:gd name="connsiteX569" fmla="*/ 5121777 w 7467600"/>
              <a:gd name="connsiteY569" fmla="*/ 1654213 h 6858000"/>
              <a:gd name="connsiteX570" fmla="*/ 5293545 w 7467600"/>
              <a:gd name="connsiteY570" fmla="*/ 2072247 h 6858000"/>
              <a:gd name="connsiteX571" fmla="*/ 5294042 w 7467600"/>
              <a:gd name="connsiteY571" fmla="*/ 2065019 h 6858000"/>
              <a:gd name="connsiteX572" fmla="*/ 5171936 w 7467600"/>
              <a:gd name="connsiteY572" fmla="*/ 1647613 h 6858000"/>
              <a:gd name="connsiteX573" fmla="*/ 5009948 w 7467600"/>
              <a:gd name="connsiteY573" fmla="*/ 1273619 h 6858000"/>
              <a:gd name="connsiteX574" fmla="*/ 655236 w 7467600"/>
              <a:gd name="connsiteY574" fmla="*/ 1268632 h 6858000"/>
              <a:gd name="connsiteX575" fmla="*/ 839521 w 7467600"/>
              <a:gd name="connsiteY575" fmla="*/ 1685315 h 6858000"/>
              <a:gd name="connsiteX576" fmla="*/ 1109416 w 7467600"/>
              <a:gd name="connsiteY576" fmla="*/ 2061663 h 6858000"/>
              <a:gd name="connsiteX577" fmla="*/ 1298300 w 7467600"/>
              <a:gd name="connsiteY577" fmla="*/ 2247742 h 6858000"/>
              <a:gd name="connsiteX578" fmla="*/ 1125871 w 7467600"/>
              <a:gd name="connsiteY578" fmla="*/ 1989513 h 6858000"/>
              <a:gd name="connsiteX579" fmla="*/ 981574 w 7467600"/>
              <a:gd name="connsiteY579" fmla="*/ 1783157 h 6858000"/>
              <a:gd name="connsiteX580" fmla="*/ 922198 w 7467600"/>
              <a:gd name="connsiteY580" fmla="*/ 1677437 h 6858000"/>
              <a:gd name="connsiteX581" fmla="*/ 869293 w 7467600"/>
              <a:gd name="connsiteY581" fmla="*/ 1583214 h 6858000"/>
              <a:gd name="connsiteX582" fmla="*/ 751431 w 7467600"/>
              <a:gd name="connsiteY582" fmla="*/ 1405731 h 6858000"/>
              <a:gd name="connsiteX583" fmla="*/ 655236 w 7467600"/>
              <a:gd name="connsiteY583" fmla="*/ 1268632 h 6858000"/>
              <a:gd name="connsiteX584" fmla="*/ 6516292 w 7467600"/>
              <a:gd name="connsiteY584" fmla="*/ 1263064 h 6858000"/>
              <a:gd name="connsiteX585" fmla="*/ 5736320 w 7467600"/>
              <a:gd name="connsiteY585" fmla="*/ 1501803 h 6858000"/>
              <a:gd name="connsiteX586" fmla="*/ 6516292 w 7467600"/>
              <a:gd name="connsiteY586" fmla="*/ 1263064 h 6858000"/>
              <a:gd name="connsiteX587" fmla="*/ 291466 w 7467600"/>
              <a:gd name="connsiteY587" fmla="*/ 1250369 h 6858000"/>
              <a:gd name="connsiteX588" fmla="*/ 323180 w 7467600"/>
              <a:gd name="connsiteY588" fmla="*/ 1435283 h 6858000"/>
              <a:gd name="connsiteX589" fmla="*/ 349381 w 7467600"/>
              <a:gd name="connsiteY589" fmla="*/ 1875041 h 6858000"/>
              <a:gd name="connsiteX590" fmla="*/ 374363 w 7467600"/>
              <a:gd name="connsiteY590" fmla="*/ 1506494 h 6858000"/>
              <a:gd name="connsiteX591" fmla="*/ 302168 w 7467600"/>
              <a:gd name="connsiteY591" fmla="*/ 1274495 h 6858000"/>
              <a:gd name="connsiteX592" fmla="*/ 291466 w 7467600"/>
              <a:gd name="connsiteY592" fmla="*/ 1250369 h 6858000"/>
              <a:gd name="connsiteX593" fmla="*/ 678222 w 7467600"/>
              <a:gd name="connsiteY593" fmla="*/ 1248670 h 6858000"/>
              <a:gd name="connsiteX594" fmla="*/ 775536 w 7467600"/>
              <a:gd name="connsiteY594" fmla="*/ 1388015 h 6858000"/>
              <a:gd name="connsiteX595" fmla="*/ 894529 w 7467600"/>
              <a:gd name="connsiteY595" fmla="*/ 1567739 h 6858000"/>
              <a:gd name="connsiteX596" fmla="*/ 948000 w 7467600"/>
              <a:gd name="connsiteY596" fmla="*/ 1663088 h 6858000"/>
              <a:gd name="connsiteX597" fmla="*/ 1006812 w 7467600"/>
              <a:gd name="connsiteY597" fmla="*/ 1767683 h 6858000"/>
              <a:gd name="connsiteX598" fmla="*/ 1149133 w 7467600"/>
              <a:gd name="connsiteY598" fmla="*/ 1971513 h 6858000"/>
              <a:gd name="connsiteX599" fmla="*/ 1333952 w 7467600"/>
              <a:gd name="connsiteY599" fmla="*/ 2251620 h 6858000"/>
              <a:gd name="connsiteX600" fmla="*/ 1337329 w 7467600"/>
              <a:gd name="connsiteY600" fmla="*/ 2258350 h 6858000"/>
              <a:gd name="connsiteX601" fmla="*/ 1014726 w 7467600"/>
              <a:gd name="connsiteY601" fmla="*/ 1615556 h 6858000"/>
              <a:gd name="connsiteX602" fmla="*/ 678222 w 7467600"/>
              <a:gd name="connsiteY602" fmla="*/ 1248670 h 6858000"/>
              <a:gd name="connsiteX603" fmla="*/ 6691602 w 7467600"/>
              <a:gd name="connsiteY603" fmla="*/ 1140573 h 6858000"/>
              <a:gd name="connsiteX604" fmla="*/ 6571100 w 7467600"/>
              <a:gd name="connsiteY604" fmla="*/ 1183662 h 6858000"/>
              <a:gd name="connsiteX605" fmla="*/ 6241687 w 7467600"/>
              <a:gd name="connsiteY605" fmla="*/ 1257600 h 6858000"/>
              <a:gd name="connsiteX606" fmla="*/ 5693009 w 7467600"/>
              <a:gd name="connsiteY606" fmla="*/ 1478256 h 6858000"/>
              <a:gd name="connsiteX607" fmla="*/ 6548420 w 7467600"/>
              <a:gd name="connsiteY607" fmla="*/ 1214599 h 6858000"/>
              <a:gd name="connsiteX608" fmla="*/ 6605473 w 7467600"/>
              <a:gd name="connsiteY608" fmla="*/ 1184686 h 6858000"/>
              <a:gd name="connsiteX609" fmla="*/ 6691602 w 7467600"/>
              <a:gd name="connsiteY609" fmla="*/ 1140573 h 6858000"/>
              <a:gd name="connsiteX610" fmla="*/ 4002475 w 7467600"/>
              <a:gd name="connsiteY610" fmla="*/ 1037802 h 6858000"/>
              <a:gd name="connsiteX611" fmla="*/ 4000324 w 7467600"/>
              <a:gd name="connsiteY611" fmla="*/ 1039362 h 6858000"/>
              <a:gd name="connsiteX612" fmla="*/ 4002862 w 7467600"/>
              <a:gd name="connsiteY612" fmla="*/ 1042866 h 6858000"/>
              <a:gd name="connsiteX613" fmla="*/ 4002475 w 7467600"/>
              <a:gd name="connsiteY613" fmla="*/ 1037802 h 6858000"/>
              <a:gd name="connsiteX614" fmla="*/ 506322 w 7467600"/>
              <a:gd name="connsiteY614" fmla="*/ 1020997 h 6858000"/>
              <a:gd name="connsiteX615" fmla="*/ 533068 w 7467600"/>
              <a:gd name="connsiteY615" fmla="*/ 1029409 h 6858000"/>
              <a:gd name="connsiteX616" fmla="*/ 1232525 w 7467600"/>
              <a:gd name="connsiteY616" fmla="*/ 1804675 h 6858000"/>
              <a:gd name="connsiteX617" fmla="*/ 1388858 w 7467600"/>
              <a:gd name="connsiteY617" fmla="*/ 2368011 h 6858000"/>
              <a:gd name="connsiteX618" fmla="*/ 1384098 w 7467600"/>
              <a:gd name="connsiteY618" fmla="*/ 2378125 h 6858000"/>
              <a:gd name="connsiteX619" fmla="*/ 1425393 w 7467600"/>
              <a:gd name="connsiteY619" fmla="*/ 2589124 h 6858000"/>
              <a:gd name="connsiteX620" fmla="*/ 1424001 w 7467600"/>
              <a:gd name="connsiteY620" fmla="*/ 2597541 h 6858000"/>
              <a:gd name="connsiteX621" fmla="*/ 2152729 w 7467600"/>
              <a:gd name="connsiteY621" fmla="*/ 2864487 h 6858000"/>
              <a:gd name="connsiteX622" fmla="*/ 2020609 w 7467600"/>
              <a:gd name="connsiteY622" fmla="*/ 2539671 h 6858000"/>
              <a:gd name="connsiteX623" fmla="*/ 2018920 w 7467600"/>
              <a:gd name="connsiteY623" fmla="*/ 2536309 h 6858000"/>
              <a:gd name="connsiteX624" fmla="*/ 1342441 w 7467600"/>
              <a:gd name="connsiteY624" fmla="*/ 1173017 h 6858000"/>
              <a:gd name="connsiteX625" fmla="*/ 1367925 w 7467600"/>
              <a:gd name="connsiteY625" fmla="*/ 1135648 h 6858000"/>
              <a:gd name="connsiteX626" fmla="*/ 1771401 w 7467600"/>
              <a:gd name="connsiteY626" fmla="*/ 1806673 h 6858000"/>
              <a:gd name="connsiteX627" fmla="*/ 1972385 w 7467600"/>
              <a:gd name="connsiteY627" fmla="*/ 2198735 h 6858000"/>
              <a:gd name="connsiteX628" fmla="*/ 2040892 w 7467600"/>
              <a:gd name="connsiteY628" fmla="*/ 2405205 h 6858000"/>
              <a:gd name="connsiteX629" fmla="*/ 2131689 w 7467600"/>
              <a:gd name="connsiteY629" fmla="*/ 1936926 h 6858000"/>
              <a:gd name="connsiteX630" fmla="*/ 2454820 w 7467600"/>
              <a:gd name="connsiteY630" fmla="*/ 1248808 h 6858000"/>
              <a:gd name="connsiteX631" fmla="*/ 2492512 w 7467600"/>
              <a:gd name="connsiteY631" fmla="*/ 1302920 h 6858000"/>
              <a:gd name="connsiteX632" fmla="*/ 2081216 w 7467600"/>
              <a:gd name="connsiteY632" fmla="*/ 2527513 h 6858000"/>
              <a:gd name="connsiteX633" fmla="*/ 2081211 w 7467600"/>
              <a:gd name="connsiteY633" fmla="*/ 2528916 h 6858000"/>
              <a:gd name="connsiteX634" fmla="*/ 2199067 w 7467600"/>
              <a:gd name="connsiteY634" fmla="*/ 2884061 h 6858000"/>
              <a:gd name="connsiteX635" fmla="*/ 3192586 w 7467600"/>
              <a:gd name="connsiteY635" fmla="*/ 3411496 h 6858000"/>
              <a:gd name="connsiteX636" fmla="*/ 3182620 w 7467600"/>
              <a:gd name="connsiteY636" fmla="*/ 3483279 h 6858000"/>
              <a:gd name="connsiteX637" fmla="*/ 2435119 w 7467600"/>
              <a:gd name="connsiteY637" fmla="*/ 3080173 h 6858000"/>
              <a:gd name="connsiteX638" fmla="*/ 2410152 w 7467600"/>
              <a:gd name="connsiteY638" fmla="*/ 3063751 h 6858000"/>
              <a:gd name="connsiteX639" fmla="*/ 2408099 w 7467600"/>
              <a:gd name="connsiteY639" fmla="*/ 3064403 h 6858000"/>
              <a:gd name="connsiteX640" fmla="*/ 2407218 w 7467600"/>
              <a:gd name="connsiteY640" fmla="*/ 3070324 h 6858000"/>
              <a:gd name="connsiteX641" fmla="*/ 2380138 w 7467600"/>
              <a:gd name="connsiteY641" fmla="*/ 3099341 h 6858000"/>
              <a:gd name="connsiteX642" fmla="*/ 1765923 w 7467600"/>
              <a:gd name="connsiteY642" fmla="*/ 3581043 h 6858000"/>
              <a:gd name="connsiteX643" fmla="*/ 1702258 w 7467600"/>
              <a:gd name="connsiteY643" fmla="*/ 3612286 h 6858000"/>
              <a:gd name="connsiteX644" fmla="*/ 1538370 w 7467600"/>
              <a:gd name="connsiteY644" fmla="*/ 3811804 h 6858000"/>
              <a:gd name="connsiteX645" fmla="*/ 542867 w 7467600"/>
              <a:gd name="connsiteY645" fmla="*/ 4944092 h 6858000"/>
              <a:gd name="connsiteX646" fmla="*/ 515800 w 7467600"/>
              <a:gd name="connsiteY646" fmla="*/ 4862180 h 6858000"/>
              <a:gd name="connsiteX647" fmla="*/ 909145 w 7467600"/>
              <a:gd name="connsiteY647" fmla="*/ 4199225 h 6858000"/>
              <a:gd name="connsiteX648" fmla="*/ 1214067 w 7467600"/>
              <a:gd name="connsiteY648" fmla="*/ 3908561 h 6858000"/>
              <a:gd name="connsiteX649" fmla="*/ 640967 w 7467600"/>
              <a:gd name="connsiteY649" fmla="*/ 4105601 h 6858000"/>
              <a:gd name="connsiteX650" fmla="*/ 112563 w 7467600"/>
              <a:gd name="connsiteY650" fmla="*/ 4396952 h 6858000"/>
              <a:gd name="connsiteX651" fmla="*/ 0 w 7467600"/>
              <a:gd name="connsiteY651" fmla="*/ 4466006 h 6858000"/>
              <a:gd name="connsiteX652" fmla="*/ 0 w 7467600"/>
              <a:gd name="connsiteY652" fmla="*/ 4233763 h 6858000"/>
              <a:gd name="connsiteX653" fmla="*/ 36881 w 7467600"/>
              <a:gd name="connsiteY653" fmla="*/ 4200118 h 6858000"/>
              <a:gd name="connsiteX654" fmla="*/ 910534 w 7467600"/>
              <a:gd name="connsiteY654" fmla="*/ 3629753 h 6858000"/>
              <a:gd name="connsiteX655" fmla="*/ 1578717 w 7467600"/>
              <a:gd name="connsiteY655" fmla="*/ 3575982 h 6858000"/>
              <a:gd name="connsiteX656" fmla="*/ 2338780 w 7467600"/>
              <a:gd name="connsiteY656" fmla="*/ 3033725 h 6858000"/>
              <a:gd name="connsiteX657" fmla="*/ 1807991 w 7467600"/>
              <a:gd name="connsiteY657" fmla="*/ 2807184 h 6858000"/>
              <a:gd name="connsiteX658" fmla="*/ 1416358 w 7467600"/>
              <a:gd name="connsiteY658" fmla="*/ 3112571 h 6858000"/>
              <a:gd name="connsiteX659" fmla="*/ 939066 w 7467600"/>
              <a:gd name="connsiteY659" fmla="*/ 3378798 h 6858000"/>
              <a:gd name="connsiteX660" fmla="*/ 115099 w 7467600"/>
              <a:gd name="connsiteY660" fmla="*/ 3607650 h 6858000"/>
              <a:gd name="connsiteX661" fmla="*/ 97284 w 7467600"/>
              <a:gd name="connsiteY661" fmla="*/ 3520393 h 6858000"/>
              <a:gd name="connsiteX662" fmla="*/ 922050 w 7467600"/>
              <a:gd name="connsiteY662" fmla="*/ 3074867 h 6858000"/>
              <a:gd name="connsiteX663" fmla="*/ 1405265 w 7467600"/>
              <a:gd name="connsiteY663" fmla="*/ 3016319 h 6858000"/>
              <a:gd name="connsiteX664" fmla="*/ 1407512 w 7467600"/>
              <a:gd name="connsiteY664" fmla="*/ 3018001 h 6858000"/>
              <a:gd name="connsiteX665" fmla="*/ 1726266 w 7467600"/>
              <a:gd name="connsiteY665" fmla="*/ 2777274 h 6858000"/>
              <a:gd name="connsiteX666" fmla="*/ 625390 w 7467600"/>
              <a:gd name="connsiteY666" fmla="*/ 2514541 h 6858000"/>
              <a:gd name="connsiteX667" fmla="*/ 619799 w 7467600"/>
              <a:gd name="connsiteY667" fmla="*/ 2527180 h 6858000"/>
              <a:gd name="connsiteX668" fmla="*/ 310030 w 7467600"/>
              <a:gd name="connsiteY668" fmla="*/ 2771818 h 6858000"/>
              <a:gd name="connsiteX669" fmla="*/ 173877 w 7467600"/>
              <a:gd name="connsiteY669" fmla="*/ 2937056 h 6858000"/>
              <a:gd name="connsiteX670" fmla="*/ 77889 w 7467600"/>
              <a:gd name="connsiteY670" fmla="*/ 3138440 h 6858000"/>
              <a:gd name="connsiteX671" fmla="*/ 0 w 7467600"/>
              <a:gd name="connsiteY671" fmla="*/ 3271395 h 6858000"/>
              <a:gd name="connsiteX672" fmla="*/ 0 w 7467600"/>
              <a:gd name="connsiteY672" fmla="*/ 3153002 h 6858000"/>
              <a:gd name="connsiteX673" fmla="*/ 2386 w 7467600"/>
              <a:gd name="connsiteY673" fmla="*/ 3149203 h 6858000"/>
              <a:gd name="connsiteX674" fmla="*/ 89753 w 7467600"/>
              <a:gd name="connsiteY674" fmla="*/ 2987702 h 6858000"/>
              <a:gd name="connsiteX675" fmla="*/ 76869 w 7467600"/>
              <a:gd name="connsiteY675" fmla="*/ 3005404 h 6858000"/>
              <a:gd name="connsiteX676" fmla="*/ 32049 w 7467600"/>
              <a:gd name="connsiteY676" fmla="*/ 3065814 h 6858000"/>
              <a:gd name="connsiteX677" fmla="*/ 0 w 7467600"/>
              <a:gd name="connsiteY677" fmla="*/ 3108744 h 6858000"/>
              <a:gd name="connsiteX678" fmla="*/ 0 w 7467600"/>
              <a:gd name="connsiteY678" fmla="*/ 3058059 h 6858000"/>
              <a:gd name="connsiteX679" fmla="*/ 7610 w 7467600"/>
              <a:gd name="connsiteY679" fmla="*/ 3047889 h 6858000"/>
              <a:gd name="connsiteX680" fmla="*/ 52419 w 7467600"/>
              <a:gd name="connsiteY680" fmla="*/ 2987479 h 6858000"/>
              <a:gd name="connsiteX681" fmla="*/ 59142 w 7467600"/>
              <a:gd name="connsiteY681" fmla="*/ 2978488 h 6858000"/>
              <a:gd name="connsiteX682" fmla="*/ 0 w 7467600"/>
              <a:gd name="connsiteY682" fmla="*/ 3015334 h 6858000"/>
              <a:gd name="connsiteX683" fmla="*/ 0 w 7467600"/>
              <a:gd name="connsiteY683" fmla="*/ 2914286 h 6858000"/>
              <a:gd name="connsiteX684" fmla="*/ 36383 w 7467600"/>
              <a:gd name="connsiteY684" fmla="*/ 2901128 h 6858000"/>
              <a:gd name="connsiteX685" fmla="*/ 156329 w 7467600"/>
              <a:gd name="connsiteY685" fmla="*/ 2840533 h 6858000"/>
              <a:gd name="connsiteX686" fmla="*/ 358355 w 7467600"/>
              <a:gd name="connsiteY686" fmla="*/ 2620471 h 6858000"/>
              <a:gd name="connsiteX687" fmla="*/ 510577 w 7467600"/>
              <a:gd name="connsiteY687" fmla="*/ 2501244 h 6858000"/>
              <a:gd name="connsiteX688" fmla="*/ 211967 w 7467600"/>
              <a:gd name="connsiteY688" fmla="*/ 2479171 h 6858000"/>
              <a:gd name="connsiteX689" fmla="*/ 0 w 7467600"/>
              <a:gd name="connsiteY689" fmla="*/ 2476398 h 6858000"/>
              <a:gd name="connsiteX690" fmla="*/ 0 w 7467600"/>
              <a:gd name="connsiteY690" fmla="*/ 2389189 h 6858000"/>
              <a:gd name="connsiteX691" fmla="*/ 103062 w 7467600"/>
              <a:gd name="connsiteY691" fmla="*/ 2389518 h 6858000"/>
              <a:gd name="connsiteX692" fmla="*/ 510734 w 7467600"/>
              <a:gd name="connsiteY692" fmla="*/ 2416201 h 6858000"/>
              <a:gd name="connsiteX693" fmla="*/ 279257 w 7467600"/>
              <a:gd name="connsiteY693" fmla="*/ 2092102 h 6858000"/>
              <a:gd name="connsiteX694" fmla="*/ 65265 w 7467600"/>
              <a:gd name="connsiteY694" fmla="*/ 2006049 h 6858000"/>
              <a:gd name="connsiteX695" fmla="*/ 0 w 7467600"/>
              <a:gd name="connsiteY695" fmla="*/ 1982532 h 6858000"/>
              <a:gd name="connsiteX696" fmla="*/ 0 w 7467600"/>
              <a:gd name="connsiteY696" fmla="*/ 1912789 h 6858000"/>
              <a:gd name="connsiteX697" fmla="*/ 97460 w 7467600"/>
              <a:gd name="connsiteY697" fmla="*/ 1953725 h 6858000"/>
              <a:gd name="connsiteX698" fmla="*/ 221272 w 7467600"/>
              <a:gd name="connsiteY698" fmla="*/ 1980766 h 6858000"/>
              <a:gd name="connsiteX699" fmla="*/ 116765 w 7467600"/>
              <a:gd name="connsiteY699" fmla="*/ 1911033 h 6858000"/>
              <a:gd name="connsiteX700" fmla="*/ 16405 w 7467600"/>
              <a:gd name="connsiteY700" fmla="*/ 1803412 h 6858000"/>
              <a:gd name="connsiteX701" fmla="*/ 0 w 7467600"/>
              <a:gd name="connsiteY701" fmla="*/ 1784777 h 6858000"/>
              <a:gd name="connsiteX702" fmla="*/ 0 w 7467600"/>
              <a:gd name="connsiteY702" fmla="*/ 1740082 h 6858000"/>
              <a:gd name="connsiteX703" fmla="*/ 39394 w 7467600"/>
              <a:gd name="connsiteY703" fmla="*/ 1784856 h 6858000"/>
              <a:gd name="connsiteX704" fmla="*/ 135813 w 7467600"/>
              <a:gd name="connsiteY704" fmla="*/ 1888838 h 6858000"/>
              <a:gd name="connsiteX705" fmla="*/ 242575 w 7467600"/>
              <a:gd name="connsiteY705" fmla="*/ 1958841 h 6858000"/>
              <a:gd name="connsiteX706" fmla="*/ 82197 w 7467600"/>
              <a:gd name="connsiteY706" fmla="*/ 1754826 h 6858000"/>
              <a:gd name="connsiteX707" fmla="*/ 0 w 7467600"/>
              <a:gd name="connsiteY707" fmla="*/ 1679650 h 6858000"/>
              <a:gd name="connsiteX708" fmla="*/ 0 w 7467600"/>
              <a:gd name="connsiteY708" fmla="*/ 1602463 h 6858000"/>
              <a:gd name="connsiteX709" fmla="*/ 84689 w 7467600"/>
              <a:gd name="connsiteY709" fmla="*/ 1677442 h 6858000"/>
              <a:gd name="connsiteX710" fmla="*/ 298437 w 7467600"/>
              <a:gd name="connsiteY710" fmla="*/ 1968019 h 6858000"/>
              <a:gd name="connsiteX711" fmla="*/ 227269 w 7467600"/>
              <a:gd name="connsiteY711" fmla="*/ 1114064 h 6858000"/>
              <a:gd name="connsiteX712" fmla="*/ 248003 w 7467600"/>
              <a:gd name="connsiteY712" fmla="*/ 1089613 h 6858000"/>
              <a:gd name="connsiteX713" fmla="*/ 427020 w 7467600"/>
              <a:gd name="connsiteY713" fmla="*/ 1619803 h 6858000"/>
              <a:gd name="connsiteX714" fmla="*/ 340345 w 7467600"/>
              <a:gd name="connsiteY714" fmla="*/ 2027739 h 6858000"/>
              <a:gd name="connsiteX715" fmla="*/ 360865 w 7467600"/>
              <a:gd name="connsiteY715" fmla="*/ 2044827 h 6858000"/>
              <a:gd name="connsiteX716" fmla="*/ 560414 w 7467600"/>
              <a:gd name="connsiteY716" fmla="*/ 2421457 h 6858000"/>
              <a:gd name="connsiteX717" fmla="*/ 1359703 w 7467600"/>
              <a:gd name="connsiteY717" fmla="*/ 2578554 h 6858000"/>
              <a:gd name="connsiteX718" fmla="*/ 1359422 w 7467600"/>
              <a:gd name="connsiteY718" fmla="*/ 2577994 h 6858000"/>
              <a:gd name="connsiteX719" fmla="*/ 828701 w 7467600"/>
              <a:gd name="connsiteY719" fmla="*/ 1839520 h 6858000"/>
              <a:gd name="connsiteX720" fmla="*/ 494427 w 7467600"/>
              <a:gd name="connsiteY720" fmla="*/ 1092333 h 6858000"/>
              <a:gd name="connsiteX721" fmla="*/ 506322 w 7467600"/>
              <a:gd name="connsiteY721" fmla="*/ 1020997 h 6858000"/>
              <a:gd name="connsiteX722" fmla="*/ 4570198 w 7467600"/>
              <a:gd name="connsiteY722" fmla="*/ 978081 h 6858000"/>
              <a:gd name="connsiteX723" fmla="*/ 4523691 w 7467600"/>
              <a:gd name="connsiteY723" fmla="*/ 1127776 h 6858000"/>
              <a:gd name="connsiteX724" fmla="*/ 4509875 w 7467600"/>
              <a:gd name="connsiteY724" fmla="*/ 1167552 h 6858000"/>
              <a:gd name="connsiteX725" fmla="*/ 4478168 w 7467600"/>
              <a:gd name="connsiteY725" fmla="*/ 1260735 h 6858000"/>
              <a:gd name="connsiteX726" fmla="*/ 4409309 w 7467600"/>
              <a:gd name="connsiteY726" fmla="*/ 1666996 h 6858000"/>
              <a:gd name="connsiteX727" fmla="*/ 4370031 w 7467600"/>
              <a:gd name="connsiteY727" fmla="*/ 1955666 h 6858000"/>
              <a:gd name="connsiteX728" fmla="*/ 4570198 w 7467600"/>
              <a:gd name="connsiteY728" fmla="*/ 978081 h 6858000"/>
              <a:gd name="connsiteX729" fmla="*/ 4557898 w 7467600"/>
              <a:gd name="connsiteY729" fmla="*/ 900011 h 6858000"/>
              <a:gd name="connsiteX730" fmla="*/ 4344840 w 7467600"/>
              <a:gd name="connsiteY730" fmla="*/ 1922038 h 6858000"/>
              <a:gd name="connsiteX731" fmla="*/ 4378710 w 7467600"/>
              <a:gd name="connsiteY731" fmla="*/ 1665516 h 6858000"/>
              <a:gd name="connsiteX732" fmla="*/ 4448798 w 7467600"/>
              <a:gd name="connsiteY732" fmla="*/ 1253024 h 6858000"/>
              <a:gd name="connsiteX733" fmla="*/ 4480315 w 7467600"/>
              <a:gd name="connsiteY733" fmla="*/ 1158454 h 6858000"/>
              <a:gd name="connsiteX734" fmla="*/ 4494133 w 7467600"/>
              <a:gd name="connsiteY734" fmla="*/ 1118676 h 6858000"/>
              <a:gd name="connsiteX735" fmla="*/ 4557898 w 7467600"/>
              <a:gd name="connsiteY735" fmla="*/ 900011 h 6858000"/>
              <a:gd name="connsiteX736" fmla="*/ 5870151 w 7467600"/>
              <a:gd name="connsiteY736" fmla="*/ 898890 h 6858000"/>
              <a:gd name="connsiteX737" fmla="*/ 5861335 w 7467600"/>
              <a:gd name="connsiteY737" fmla="*/ 899177 h 6858000"/>
              <a:gd name="connsiteX738" fmla="*/ 5843702 w 7467600"/>
              <a:gd name="connsiteY738" fmla="*/ 899748 h 6858000"/>
              <a:gd name="connsiteX739" fmla="*/ 5651107 w 7467600"/>
              <a:gd name="connsiteY739" fmla="*/ 920306 h 6858000"/>
              <a:gd name="connsiteX740" fmla="*/ 5459407 w 7467600"/>
              <a:gd name="connsiteY740" fmla="*/ 940975 h 6858000"/>
              <a:gd name="connsiteX741" fmla="*/ 5374846 w 7467600"/>
              <a:gd name="connsiteY741" fmla="*/ 941988 h 6858000"/>
              <a:gd name="connsiteX742" fmla="*/ 5256105 w 7467600"/>
              <a:gd name="connsiteY742" fmla="*/ 945632 h 6858000"/>
              <a:gd name="connsiteX743" fmla="*/ 5107071 w 7467600"/>
              <a:gd name="connsiteY743" fmla="*/ 969720 h 6858000"/>
              <a:gd name="connsiteX744" fmla="*/ 4998681 w 7467600"/>
              <a:gd name="connsiteY744" fmla="*/ 988771 h 6858000"/>
              <a:gd name="connsiteX745" fmla="*/ 5870151 w 7467600"/>
              <a:gd name="connsiteY745" fmla="*/ 898890 h 6858000"/>
              <a:gd name="connsiteX746" fmla="*/ 5504425 w 7467600"/>
              <a:gd name="connsiteY746" fmla="*/ 848067 h 6858000"/>
              <a:gd name="connsiteX747" fmla="*/ 4968849 w 7467600"/>
              <a:gd name="connsiteY747" fmla="*/ 962318 h 6858000"/>
              <a:gd name="connsiteX748" fmla="*/ 5104039 w 7467600"/>
              <a:gd name="connsiteY748" fmla="*/ 940634 h 6858000"/>
              <a:gd name="connsiteX749" fmla="*/ 5256311 w 7467600"/>
              <a:gd name="connsiteY749" fmla="*/ 916490 h 6858000"/>
              <a:gd name="connsiteX750" fmla="*/ 5377381 w 7467600"/>
              <a:gd name="connsiteY750" fmla="*/ 912671 h 6858000"/>
              <a:gd name="connsiteX751" fmla="*/ 5460148 w 7467600"/>
              <a:gd name="connsiteY751" fmla="*/ 911442 h 6858000"/>
              <a:gd name="connsiteX752" fmla="*/ 5648971 w 7467600"/>
              <a:gd name="connsiteY752" fmla="*/ 891331 h 6858000"/>
              <a:gd name="connsiteX753" fmla="*/ 5844807 w 7467600"/>
              <a:gd name="connsiteY753" fmla="*/ 870718 h 6858000"/>
              <a:gd name="connsiteX754" fmla="*/ 5862975 w 7467600"/>
              <a:gd name="connsiteY754" fmla="*/ 869756 h 6858000"/>
              <a:gd name="connsiteX755" fmla="*/ 5920887 w 7467600"/>
              <a:gd name="connsiteY755" fmla="*/ 865929 h 6858000"/>
              <a:gd name="connsiteX756" fmla="*/ 5504425 w 7467600"/>
              <a:gd name="connsiteY756" fmla="*/ 848067 h 6858000"/>
              <a:gd name="connsiteX757" fmla="*/ 3607114 w 7467600"/>
              <a:gd name="connsiteY757" fmla="*/ 467441 h 6858000"/>
              <a:gd name="connsiteX758" fmla="*/ 3296242 w 7467600"/>
              <a:gd name="connsiteY758" fmla="*/ 807991 h 6858000"/>
              <a:gd name="connsiteX759" fmla="*/ 3174674 w 7467600"/>
              <a:gd name="connsiteY759" fmla="*/ 919759 h 6858000"/>
              <a:gd name="connsiteX760" fmla="*/ 3042978 w 7467600"/>
              <a:gd name="connsiteY760" fmla="*/ 1054894 h 6858000"/>
              <a:gd name="connsiteX761" fmla="*/ 2968914 w 7467600"/>
              <a:gd name="connsiteY761" fmla="*/ 1133756 h 6858000"/>
              <a:gd name="connsiteX762" fmla="*/ 3103823 w 7467600"/>
              <a:gd name="connsiteY762" fmla="*/ 1026814 h 6858000"/>
              <a:gd name="connsiteX763" fmla="*/ 3607114 w 7467600"/>
              <a:gd name="connsiteY763" fmla="*/ 467441 h 6858000"/>
              <a:gd name="connsiteX764" fmla="*/ 3744487 w 7467600"/>
              <a:gd name="connsiteY764" fmla="*/ 383136 h 6858000"/>
              <a:gd name="connsiteX765" fmla="*/ 3970213 w 7467600"/>
              <a:gd name="connsiteY765" fmla="*/ 995559 h 6858000"/>
              <a:gd name="connsiteX766" fmla="*/ 3744487 w 7467600"/>
              <a:gd name="connsiteY766" fmla="*/ 383136 h 6858000"/>
              <a:gd name="connsiteX767" fmla="*/ 3624562 w 7467600"/>
              <a:gd name="connsiteY767" fmla="*/ 367041 h 6858000"/>
              <a:gd name="connsiteX768" fmla="*/ 3489712 w 7467600"/>
              <a:gd name="connsiteY768" fmla="*/ 485386 h 6858000"/>
              <a:gd name="connsiteX769" fmla="*/ 3182994 w 7467600"/>
              <a:gd name="connsiteY769" fmla="*/ 828265 h 6858000"/>
              <a:gd name="connsiteX770" fmla="*/ 2892114 w 7467600"/>
              <a:gd name="connsiteY770" fmla="*/ 1172635 h 6858000"/>
              <a:gd name="connsiteX771" fmla="*/ 3021459 w 7467600"/>
              <a:gd name="connsiteY771" fmla="*/ 1035385 h 6858000"/>
              <a:gd name="connsiteX772" fmla="*/ 3153873 w 7467600"/>
              <a:gd name="connsiteY772" fmla="*/ 898971 h 6858000"/>
              <a:gd name="connsiteX773" fmla="*/ 3276511 w 7467600"/>
              <a:gd name="connsiteY773" fmla="*/ 786423 h 6858000"/>
              <a:gd name="connsiteX774" fmla="*/ 3584154 w 7467600"/>
              <a:gd name="connsiteY774" fmla="*/ 448218 h 6858000"/>
              <a:gd name="connsiteX775" fmla="*/ 3624562 w 7467600"/>
              <a:gd name="connsiteY775" fmla="*/ 367041 h 6858000"/>
              <a:gd name="connsiteX776" fmla="*/ 3766672 w 7467600"/>
              <a:gd name="connsiteY776" fmla="*/ 359429 h 6858000"/>
              <a:gd name="connsiteX777" fmla="*/ 3996338 w 7467600"/>
              <a:gd name="connsiteY777" fmla="*/ 968237 h 6858000"/>
              <a:gd name="connsiteX778" fmla="*/ 3766672 w 7467600"/>
              <a:gd name="connsiteY778" fmla="*/ 359429 h 6858000"/>
              <a:gd name="connsiteX779" fmla="*/ 5805386 w 7467600"/>
              <a:gd name="connsiteY779" fmla="*/ 239240 h 6858000"/>
              <a:gd name="connsiteX780" fmla="*/ 5736947 w 7467600"/>
              <a:gd name="connsiteY780" fmla="*/ 261367 h 6858000"/>
              <a:gd name="connsiteX781" fmla="*/ 5427012 w 7467600"/>
              <a:gd name="connsiteY781" fmla="*/ 311272 h 6858000"/>
              <a:gd name="connsiteX782" fmla="*/ 5147818 w 7467600"/>
              <a:gd name="connsiteY782" fmla="*/ 322112 h 6858000"/>
              <a:gd name="connsiteX783" fmla="*/ 5060854 w 7467600"/>
              <a:gd name="connsiteY783" fmla="*/ 311882 h 6858000"/>
              <a:gd name="connsiteX784" fmla="*/ 4945989 w 7467600"/>
              <a:gd name="connsiteY784" fmla="*/ 300516 h 6858000"/>
              <a:gd name="connsiteX785" fmla="*/ 5410479 w 7467600"/>
              <a:gd name="connsiteY785" fmla="*/ 348434 h 6858000"/>
              <a:gd name="connsiteX786" fmla="*/ 5805386 w 7467600"/>
              <a:gd name="connsiteY786" fmla="*/ 239240 h 6858000"/>
              <a:gd name="connsiteX787" fmla="*/ 5905192 w 7467600"/>
              <a:gd name="connsiteY787" fmla="*/ 163079 h 6858000"/>
              <a:gd name="connsiteX788" fmla="*/ 5865655 w 7467600"/>
              <a:gd name="connsiteY788" fmla="*/ 171901 h 6858000"/>
              <a:gd name="connsiteX789" fmla="*/ 5259740 w 7467600"/>
              <a:gd name="connsiteY789" fmla="*/ 257013 h 6858000"/>
              <a:gd name="connsiteX790" fmla="*/ 5208466 w 7467600"/>
              <a:gd name="connsiteY790" fmla="*/ 257550 h 6858000"/>
              <a:gd name="connsiteX791" fmla="*/ 4980204 w 7467600"/>
              <a:gd name="connsiteY791" fmla="*/ 271903 h 6858000"/>
              <a:gd name="connsiteX792" fmla="*/ 5068068 w 7467600"/>
              <a:gd name="connsiteY792" fmla="*/ 282244 h 6858000"/>
              <a:gd name="connsiteX793" fmla="*/ 5153231 w 7467600"/>
              <a:gd name="connsiteY793" fmla="*/ 292240 h 6858000"/>
              <a:gd name="connsiteX794" fmla="*/ 5426491 w 7467600"/>
              <a:gd name="connsiteY794" fmla="*/ 281128 h 6858000"/>
              <a:gd name="connsiteX795" fmla="*/ 5731212 w 7467600"/>
              <a:gd name="connsiteY795" fmla="*/ 231951 h 6858000"/>
              <a:gd name="connsiteX796" fmla="*/ 5905192 w 7467600"/>
              <a:gd name="connsiteY796" fmla="*/ 163079 h 6858000"/>
              <a:gd name="connsiteX797" fmla="*/ 5944437 w 7467600"/>
              <a:gd name="connsiteY797" fmla="*/ 113829 h 6858000"/>
              <a:gd name="connsiteX798" fmla="*/ 5825032 w 7467600"/>
              <a:gd name="connsiteY798" fmla="*/ 146405 h 6858000"/>
              <a:gd name="connsiteX799" fmla="*/ 4955599 w 7467600"/>
              <a:gd name="connsiteY799" fmla="*/ 247008 h 6858000"/>
              <a:gd name="connsiteX800" fmla="*/ 5210104 w 7467600"/>
              <a:gd name="connsiteY800" fmla="*/ 228123 h 6858000"/>
              <a:gd name="connsiteX801" fmla="*/ 5261015 w 7467600"/>
              <a:gd name="connsiteY801" fmla="*/ 227087 h 6858000"/>
              <a:gd name="connsiteX802" fmla="*/ 5861181 w 7467600"/>
              <a:gd name="connsiteY802" fmla="*/ 143093 h 6858000"/>
              <a:gd name="connsiteX803" fmla="*/ 5961252 w 7467600"/>
              <a:gd name="connsiteY803" fmla="*/ 114820 h 6858000"/>
              <a:gd name="connsiteX804" fmla="*/ 5944437 w 7467600"/>
              <a:gd name="connsiteY804" fmla="*/ 113829 h 6858000"/>
              <a:gd name="connsiteX805" fmla="*/ 3882765 w 7467600"/>
              <a:gd name="connsiteY805" fmla="*/ 0 h 6858000"/>
              <a:gd name="connsiteX806" fmla="*/ 3995099 w 7467600"/>
              <a:gd name="connsiteY806" fmla="*/ 0 h 6858000"/>
              <a:gd name="connsiteX807" fmla="*/ 4163818 w 7467600"/>
              <a:gd name="connsiteY807" fmla="*/ 234104 h 6858000"/>
              <a:gd name="connsiteX808" fmla="*/ 4172099 w 7467600"/>
              <a:gd name="connsiteY808" fmla="*/ 234207 h 6858000"/>
              <a:gd name="connsiteX809" fmla="*/ 4784282 w 7467600"/>
              <a:gd name="connsiteY809" fmla="*/ 276561 h 6858000"/>
              <a:gd name="connsiteX810" fmla="*/ 4801687 w 7467600"/>
              <a:gd name="connsiteY810" fmla="*/ 267764 h 6858000"/>
              <a:gd name="connsiteX811" fmla="*/ 6082788 w 7467600"/>
              <a:gd name="connsiteY811" fmla="*/ 64119 h 6858000"/>
              <a:gd name="connsiteX812" fmla="*/ 6099442 w 7467600"/>
              <a:gd name="connsiteY812" fmla="*/ 82568 h 6858000"/>
              <a:gd name="connsiteX813" fmla="*/ 4804137 w 7467600"/>
              <a:gd name="connsiteY813" fmla="*/ 320931 h 6858000"/>
              <a:gd name="connsiteX814" fmla="*/ 4227047 w 7467600"/>
              <a:gd name="connsiteY814" fmla="*/ 313415 h 6858000"/>
              <a:gd name="connsiteX815" fmla="*/ 4346041 w 7467600"/>
              <a:gd name="connsiteY815" fmla="*/ 456086 h 6858000"/>
              <a:gd name="connsiteX816" fmla="*/ 4870967 w 7467600"/>
              <a:gd name="connsiteY816" fmla="*/ 963061 h 6858000"/>
              <a:gd name="connsiteX817" fmla="*/ 4889647 w 7467600"/>
              <a:gd name="connsiteY817" fmla="*/ 957147 h 6858000"/>
              <a:gd name="connsiteX818" fmla="*/ 5422504 w 7467600"/>
              <a:gd name="connsiteY818" fmla="*/ 805191 h 6858000"/>
              <a:gd name="connsiteX819" fmla="*/ 6087656 w 7467600"/>
              <a:gd name="connsiteY819" fmla="*/ 826703 h 6858000"/>
              <a:gd name="connsiteX820" fmla="*/ 6058717 w 7467600"/>
              <a:gd name="connsiteY820" fmla="*/ 865992 h 6858000"/>
              <a:gd name="connsiteX821" fmla="*/ 4974153 w 7467600"/>
              <a:gd name="connsiteY821" fmla="*/ 1045456 h 6858000"/>
              <a:gd name="connsiteX822" fmla="*/ 5627835 w 7467600"/>
              <a:gd name="connsiteY822" fmla="*/ 1472077 h 6858000"/>
              <a:gd name="connsiteX823" fmla="*/ 5629817 w 7467600"/>
              <a:gd name="connsiteY823" fmla="*/ 1471412 h 6858000"/>
              <a:gd name="connsiteX824" fmla="*/ 5634124 w 7467600"/>
              <a:gd name="connsiteY824" fmla="*/ 1470572 h 6858000"/>
              <a:gd name="connsiteX825" fmla="*/ 5755832 w 7467600"/>
              <a:gd name="connsiteY825" fmla="*/ 1383886 h 6858000"/>
              <a:gd name="connsiteX826" fmla="*/ 6014186 w 7467600"/>
              <a:gd name="connsiteY826" fmla="*/ 1279799 h 6858000"/>
              <a:gd name="connsiteX827" fmla="*/ 6901619 w 7467600"/>
              <a:gd name="connsiteY827" fmla="*/ 1047874 h 6858000"/>
              <a:gd name="connsiteX828" fmla="*/ 6931566 w 7467600"/>
              <a:gd name="connsiteY828" fmla="*/ 1062034 h 6858000"/>
              <a:gd name="connsiteX829" fmla="*/ 5790982 w 7467600"/>
              <a:gd name="connsiteY829" fmla="*/ 1561380 h 6858000"/>
              <a:gd name="connsiteX830" fmla="*/ 6188971 w 7467600"/>
              <a:gd name="connsiteY830" fmla="*/ 1755168 h 6858000"/>
              <a:gd name="connsiteX831" fmla="*/ 6202446 w 7467600"/>
              <a:gd name="connsiteY831" fmla="*/ 1752268 h 6858000"/>
              <a:gd name="connsiteX832" fmla="*/ 7179560 w 7467600"/>
              <a:gd name="connsiteY832" fmla="*/ 1467551 h 6858000"/>
              <a:gd name="connsiteX833" fmla="*/ 7158730 w 7467600"/>
              <a:gd name="connsiteY833" fmla="*/ 1507835 h 6858000"/>
              <a:gd name="connsiteX834" fmla="*/ 6326959 w 7467600"/>
              <a:gd name="connsiteY834" fmla="*/ 1817686 h 6858000"/>
              <a:gd name="connsiteX835" fmla="*/ 6537433 w 7467600"/>
              <a:gd name="connsiteY835" fmla="*/ 1907790 h 6858000"/>
              <a:gd name="connsiteX836" fmla="*/ 6550221 w 7467600"/>
              <a:gd name="connsiteY836" fmla="*/ 1910729 h 6858000"/>
              <a:gd name="connsiteX837" fmla="*/ 6964438 w 7467600"/>
              <a:gd name="connsiteY837" fmla="*/ 2209505 h 6858000"/>
              <a:gd name="connsiteX838" fmla="*/ 7367862 w 7467600"/>
              <a:gd name="connsiteY838" fmla="*/ 2806833 h 6858000"/>
              <a:gd name="connsiteX839" fmla="*/ 7364329 w 7467600"/>
              <a:gd name="connsiteY839" fmla="*/ 2826907 h 6858000"/>
              <a:gd name="connsiteX840" fmla="*/ 7290545 w 7467600"/>
              <a:gd name="connsiteY840" fmla="*/ 2850663 h 6858000"/>
              <a:gd name="connsiteX841" fmla="*/ 6472036 w 7467600"/>
              <a:gd name="connsiteY841" fmla="*/ 1959003 h 6858000"/>
              <a:gd name="connsiteX842" fmla="*/ 5792897 w 7467600"/>
              <a:gd name="connsiteY842" fmla="*/ 1647747 h 6858000"/>
              <a:gd name="connsiteX843" fmla="*/ 5842751 w 7467600"/>
              <a:gd name="connsiteY843" fmla="*/ 1816112 h 6858000"/>
              <a:gd name="connsiteX844" fmla="*/ 5847424 w 7467600"/>
              <a:gd name="connsiteY844" fmla="*/ 1815776 h 6858000"/>
              <a:gd name="connsiteX845" fmla="*/ 6399821 w 7467600"/>
              <a:gd name="connsiteY845" fmla="*/ 2344799 h 6858000"/>
              <a:gd name="connsiteX846" fmla="*/ 6323232 w 7467600"/>
              <a:gd name="connsiteY846" fmla="*/ 2389634 h 6858000"/>
              <a:gd name="connsiteX847" fmla="*/ 5942958 w 7467600"/>
              <a:gd name="connsiteY847" fmla="*/ 2077708 h 6858000"/>
              <a:gd name="connsiteX848" fmla="*/ 5921559 w 7467600"/>
              <a:gd name="connsiteY848" fmla="*/ 2378596 h 6858000"/>
              <a:gd name="connsiteX849" fmla="*/ 5817651 w 7467600"/>
              <a:gd name="connsiteY849" fmla="*/ 3023919 h 6858000"/>
              <a:gd name="connsiteX850" fmla="*/ 5729634 w 7467600"/>
              <a:gd name="connsiteY850" fmla="*/ 3051849 h 6858000"/>
              <a:gd name="connsiteX851" fmla="*/ 5611018 w 7467600"/>
              <a:gd name="connsiteY851" fmla="*/ 2316769 h 6858000"/>
              <a:gd name="connsiteX852" fmla="*/ 5687608 w 7467600"/>
              <a:gd name="connsiteY852" fmla="*/ 2039972 h 6858000"/>
              <a:gd name="connsiteX853" fmla="*/ 5657554 w 7467600"/>
              <a:gd name="connsiteY853" fmla="*/ 1576445 h 6858000"/>
              <a:gd name="connsiteX854" fmla="*/ 5150475 w 7467600"/>
              <a:gd name="connsiteY854" fmla="*/ 1274012 h 6858000"/>
              <a:gd name="connsiteX855" fmla="*/ 5349142 w 7467600"/>
              <a:gd name="connsiteY855" fmla="*/ 2204405 h 6858000"/>
              <a:gd name="connsiteX856" fmla="*/ 5262214 w 7467600"/>
              <a:gd name="connsiteY856" fmla="*/ 2233836 h 6858000"/>
              <a:gd name="connsiteX857" fmla="*/ 4981539 w 7467600"/>
              <a:gd name="connsiteY857" fmla="*/ 1542201 h 6858000"/>
              <a:gd name="connsiteX858" fmla="*/ 4958461 w 7467600"/>
              <a:gd name="connsiteY858" fmla="*/ 1136957 h 6858000"/>
              <a:gd name="connsiteX859" fmla="*/ 4655015 w 7467600"/>
              <a:gd name="connsiteY859" fmla="*/ 891426 h 6858000"/>
              <a:gd name="connsiteX860" fmla="*/ 4348002 w 7467600"/>
              <a:gd name="connsiteY860" fmla="*/ 2205895 h 6858000"/>
              <a:gd name="connsiteX861" fmla="*/ 4262250 w 7467600"/>
              <a:gd name="connsiteY861" fmla="*/ 2219972 h 6858000"/>
              <a:gd name="connsiteX862" fmla="*/ 4550611 w 7467600"/>
              <a:gd name="connsiteY862" fmla="*/ 817540 h 6858000"/>
              <a:gd name="connsiteX863" fmla="*/ 4564418 w 7467600"/>
              <a:gd name="connsiteY863" fmla="*/ 808293 h 6858000"/>
              <a:gd name="connsiteX864" fmla="*/ 4266388 w 7467600"/>
              <a:gd name="connsiteY864" fmla="*/ 500083 h 6858000"/>
              <a:gd name="connsiteX865" fmla="*/ 4032842 w 7467600"/>
              <a:gd name="connsiteY865" fmla="*/ 211809 h 6858000"/>
              <a:gd name="connsiteX866" fmla="*/ 3882765 w 7467600"/>
              <a:gd name="connsiteY866" fmla="*/ 0 h 6858000"/>
              <a:gd name="connsiteX867" fmla="*/ 3721337 w 7467600"/>
              <a:gd name="connsiteY867" fmla="*/ 0 h 6858000"/>
              <a:gd name="connsiteX868" fmla="*/ 3797544 w 7467600"/>
              <a:gd name="connsiteY868" fmla="*/ 0 h 6858000"/>
              <a:gd name="connsiteX869" fmla="*/ 3775734 w 7467600"/>
              <a:gd name="connsiteY869" fmla="*/ 95131 h 6858000"/>
              <a:gd name="connsiteX870" fmla="*/ 3724807 w 7467600"/>
              <a:gd name="connsiteY870" fmla="*/ 272257 h 6858000"/>
              <a:gd name="connsiteX871" fmla="*/ 3726844 w 7467600"/>
              <a:gd name="connsiteY871" fmla="*/ 282988 h 6858000"/>
              <a:gd name="connsiteX872" fmla="*/ 3742664 w 7467600"/>
              <a:gd name="connsiteY872" fmla="*/ 279918 h 6858000"/>
              <a:gd name="connsiteX873" fmla="*/ 4103910 w 7467600"/>
              <a:gd name="connsiteY873" fmla="*/ 1161917 h 6858000"/>
              <a:gd name="connsiteX874" fmla="*/ 4020269 w 7467600"/>
              <a:gd name="connsiteY874" fmla="*/ 1200406 h 6858000"/>
              <a:gd name="connsiteX875" fmla="*/ 3674882 w 7467600"/>
              <a:gd name="connsiteY875" fmla="*/ 488524 h 6858000"/>
              <a:gd name="connsiteX876" fmla="*/ 3132682 w 7467600"/>
              <a:gd name="connsiteY876" fmla="*/ 1072284 h 6858000"/>
              <a:gd name="connsiteX877" fmla="*/ 2716346 w 7467600"/>
              <a:gd name="connsiteY877" fmla="*/ 1276376 h 6858000"/>
              <a:gd name="connsiteX878" fmla="*/ 2716772 w 7467600"/>
              <a:gd name="connsiteY878" fmla="*/ 1255462 h 6858000"/>
              <a:gd name="connsiteX879" fmla="*/ 3471096 w 7467600"/>
              <a:gd name="connsiteY879" fmla="*/ 437072 h 6858000"/>
              <a:gd name="connsiteX880" fmla="*/ 3639057 w 7467600"/>
              <a:gd name="connsiteY880" fmla="*/ 286334 h 6858000"/>
              <a:gd name="connsiteX881" fmla="*/ 3640309 w 7467600"/>
              <a:gd name="connsiteY881" fmla="*/ 284664 h 6858000"/>
              <a:gd name="connsiteX882" fmla="*/ 3646022 w 7467600"/>
              <a:gd name="connsiteY882" fmla="*/ 276711 h 6858000"/>
              <a:gd name="connsiteX883" fmla="*/ 3707943 w 7467600"/>
              <a:gd name="connsiteY883" fmla="*/ 65958 h 6858000"/>
              <a:gd name="connsiteX884" fmla="*/ 3721337 w 7467600"/>
              <a:gd name="connsiteY884" fmla="*/ 0 h 6858000"/>
              <a:gd name="connsiteX885" fmla="*/ 2867960 w 7467600"/>
              <a:gd name="connsiteY885" fmla="*/ 0 h 6858000"/>
              <a:gd name="connsiteX886" fmla="*/ 2926351 w 7467600"/>
              <a:gd name="connsiteY886" fmla="*/ 0 h 6858000"/>
              <a:gd name="connsiteX887" fmla="*/ 2902823 w 7467600"/>
              <a:gd name="connsiteY887" fmla="*/ 262929 h 6858000"/>
              <a:gd name="connsiteX888" fmla="*/ 2940663 w 7467600"/>
              <a:gd name="connsiteY888" fmla="*/ 140884 h 6858000"/>
              <a:gd name="connsiteX889" fmla="*/ 2947039 w 7467600"/>
              <a:gd name="connsiteY889" fmla="*/ 122524 h 6858000"/>
              <a:gd name="connsiteX890" fmla="*/ 2984316 w 7467600"/>
              <a:gd name="connsiteY890" fmla="*/ 0 h 6858000"/>
              <a:gd name="connsiteX891" fmla="*/ 3016114 w 7467600"/>
              <a:gd name="connsiteY891" fmla="*/ 0 h 6858000"/>
              <a:gd name="connsiteX892" fmla="*/ 2979949 w 7467600"/>
              <a:gd name="connsiteY892" fmla="*/ 119274 h 6858000"/>
              <a:gd name="connsiteX893" fmla="*/ 3023879 w 7467600"/>
              <a:gd name="connsiteY893" fmla="*/ 0 h 6858000"/>
              <a:gd name="connsiteX894" fmla="*/ 3105400 w 7467600"/>
              <a:gd name="connsiteY894" fmla="*/ 0 h 6858000"/>
              <a:gd name="connsiteX895" fmla="*/ 3094669 w 7467600"/>
              <a:gd name="connsiteY895" fmla="*/ 30308 h 6858000"/>
              <a:gd name="connsiteX896" fmla="*/ 2901945 w 7467600"/>
              <a:gd name="connsiteY896" fmla="*/ 466538 h 6858000"/>
              <a:gd name="connsiteX897" fmla="*/ 2815209 w 7467600"/>
              <a:gd name="connsiteY897" fmla="*/ 497361 h 6858000"/>
              <a:gd name="connsiteX898" fmla="*/ 2844845 w 7467600"/>
              <a:gd name="connsiteY898" fmla="*/ 127638 h 6858000"/>
              <a:gd name="connsiteX899" fmla="*/ 2867960 w 7467600"/>
              <a:gd name="connsiteY899" fmla="*/ 0 h 6858000"/>
              <a:gd name="connsiteX900" fmla="*/ 1057230 w 7467600"/>
              <a:gd name="connsiteY900" fmla="*/ 0 h 6858000"/>
              <a:gd name="connsiteX901" fmla="*/ 1111003 w 7467600"/>
              <a:gd name="connsiteY901" fmla="*/ 0 h 6858000"/>
              <a:gd name="connsiteX902" fmla="*/ 1125553 w 7467600"/>
              <a:gd name="connsiteY902" fmla="*/ 52588 h 6858000"/>
              <a:gd name="connsiteX903" fmla="*/ 1304276 w 7467600"/>
              <a:gd name="connsiteY903" fmla="*/ 476275 h 6858000"/>
              <a:gd name="connsiteX904" fmla="*/ 1492066 w 7467600"/>
              <a:gd name="connsiteY904" fmla="*/ 886333 h 6858000"/>
              <a:gd name="connsiteX905" fmla="*/ 1423698 w 7467600"/>
              <a:gd name="connsiteY905" fmla="*/ 710817 h 6858000"/>
              <a:gd name="connsiteX906" fmla="*/ 1357609 w 7467600"/>
              <a:gd name="connsiteY906" fmla="*/ 532892 h 6858000"/>
              <a:gd name="connsiteX907" fmla="*/ 1309550 w 7467600"/>
              <a:gd name="connsiteY907" fmla="*/ 374031 h 6858000"/>
              <a:gd name="connsiteX908" fmla="*/ 1193673 w 7467600"/>
              <a:gd name="connsiteY908" fmla="*/ 49533 h 6858000"/>
              <a:gd name="connsiteX909" fmla="*/ 1164391 w 7467600"/>
              <a:gd name="connsiteY909" fmla="*/ 0 h 6858000"/>
              <a:gd name="connsiteX910" fmla="*/ 1200666 w 7467600"/>
              <a:gd name="connsiteY910" fmla="*/ 0 h 6858000"/>
              <a:gd name="connsiteX911" fmla="*/ 1223408 w 7467600"/>
              <a:gd name="connsiteY911" fmla="*/ 38996 h 6858000"/>
              <a:gd name="connsiteX912" fmla="*/ 1339635 w 7467600"/>
              <a:gd name="connsiteY912" fmla="*/ 365517 h 6858000"/>
              <a:gd name="connsiteX913" fmla="*/ 1387469 w 7467600"/>
              <a:gd name="connsiteY913" fmla="*/ 523079 h 6858000"/>
              <a:gd name="connsiteX914" fmla="*/ 1452685 w 7467600"/>
              <a:gd name="connsiteY914" fmla="*/ 699806 h 6858000"/>
              <a:gd name="connsiteX915" fmla="*/ 1492092 w 7467600"/>
              <a:gd name="connsiteY915" fmla="*/ 800424 h 6858000"/>
              <a:gd name="connsiteX916" fmla="*/ 1455302 w 7467600"/>
              <a:gd name="connsiteY916" fmla="*/ 632913 h 6858000"/>
              <a:gd name="connsiteX917" fmla="*/ 1222336 w 7467600"/>
              <a:gd name="connsiteY917" fmla="*/ 9480 h 6858000"/>
              <a:gd name="connsiteX918" fmla="*/ 1214634 w 7467600"/>
              <a:gd name="connsiteY918" fmla="*/ 0 h 6858000"/>
              <a:gd name="connsiteX919" fmla="*/ 1289827 w 7467600"/>
              <a:gd name="connsiteY919" fmla="*/ 0 h 6858000"/>
              <a:gd name="connsiteX920" fmla="*/ 1321076 w 7467600"/>
              <a:gd name="connsiteY920" fmla="*/ 59722 h 6858000"/>
              <a:gd name="connsiteX921" fmla="*/ 1512579 w 7467600"/>
              <a:gd name="connsiteY921" fmla="*/ 626441 h 6858000"/>
              <a:gd name="connsiteX922" fmla="*/ 1506076 w 7467600"/>
              <a:gd name="connsiteY922" fmla="*/ 1089289 h 6858000"/>
              <a:gd name="connsiteX923" fmla="*/ 1486346 w 7467600"/>
              <a:gd name="connsiteY923" fmla="*/ 1079919 h 6858000"/>
              <a:gd name="connsiteX924" fmla="*/ 1070511 w 7467600"/>
              <a:gd name="connsiteY924" fmla="*/ 48609 h 6858000"/>
              <a:gd name="connsiteX925" fmla="*/ 1057230 w 7467600"/>
              <a:gd name="connsiteY925" fmla="*/ 0 h 6858000"/>
              <a:gd name="connsiteX926" fmla="*/ 43151 w 7467600"/>
              <a:gd name="connsiteY926" fmla="*/ 0 h 6858000"/>
              <a:gd name="connsiteX927" fmla="*/ 95283 w 7467600"/>
              <a:gd name="connsiteY927" fmla="*/ 0 h 6858000"/>
              <a:gd name="connsiteX928" fmla="*/ 300708 w 7467600"/>
              <a:gd name="connsiteY928" fmla="*/ 154571 h 6858000"/>
              <a:gd name="connsiteX929" fmla="*/ 530414 w 7467600"/>
              <a:gd name="connsiteY929" fmla="*/ 354673 h 6858000"/>
              <a:gd name="connsiteX930" fmla="*/ 333785 w 7467600"/>
              <a:gd name="connsiteY930" fmla="*/ 161564 h 6858000"/>
              <a:gd name="connsiteX931" fmla="*/ 147005 w 7467600"/>
              <a:gd name="connsiteY931" fmla="*/ 0 h 6858000"/>
              <a:gd name="connsiteX932" fmla="*/ 272509 w 7467600"/>
              <a:gd name="connsiteY932" fmla="*/ 0 h 6858000"/>
              <a:gd name="connsiteX933" fmla="*/ 326276 w 7467600"/>
              <a:gd name="connsiteY933" fmla="*/ 45847 h 6858000"/>
              <a:gd name="connsiteX934" fmla="*/ 823759 w 7467600"/>
              <a:gd name="connsiteY934" fmla="*/ 574145 h 6858000"/>
              <a:gd name="connsiteX935" fmla="*/ 811254 w 7467600"/>
              <a:gd name="connsiteY935" fmla="*/ 665546 h 6858000"/>
              <a:gd name="connsiteX936" fmla="*/ 154042 w 7467600"/>
              <a:gd name="connsiteY936" fmla="*/ 261522 h 6858000"/>
              <a:gd name="connsiteX937" fmla="*/ 13550 w 7467600"/>
              <a:gd name="connsiteY937" fmla="*/ 158423 h 6858000"/>
              <a:gd name="connsiteX938" fmla="*/ 0 w 7467600"/>
              <a:gd name="connsiteY938" fmla="*/ 146618 h 6858000"/>
              <a:gd name="connsiteX939" fmla="*/ 0 w 7467600"/>
              <a:gd name="connsiteY939" fmla="*/ 59161 h 6858000"/>
              <a:gd name="connsiteX940" fmla="*/ 45427 w 7467600"/>
              <a:gd name="connsiteY940" fmla="*/ 101078 h 6858000"/>
              <a:gd name="connsiteX941" fmla="*/ 630103 w 7467600"/>
              <a:gd name="connsiteY941" fmla="*/ 485885 h 6858000"/>
              <a:gd name="connsiteX942" fmla="*/ 532040 w 7467600"/>
              <a:gd name="connsiteY942" fmla="*/ 399359 h 6858000"/>
              <a:gd name="connsiteX943" fmla="*/ 517618 w 7467600"/>
              <a:gd name="connsiteY943" fmla="*/ 385726 h 6858000"/>
              <a:gd name="connsiteX944" fmla="*/ 285074 w 7467600"/>
              <a:gd name="connsiteY944" fmla="*/ 182755 h 6858000"/>
              <a:gd name="connsiteX945" fmla="*/ 43151 w 7467600"/>
              <a:gd name="connsiteY94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1019354 w 7467600"/>
              <a:gd name="connsiteY13" fmla="*/ 6315006 h 6858000"/>
              <a:gd name="connsiteX14" fmla="*/ 441046 w 7467600"/>
              <a:gd name="connsiteY14" fmla="*/ 6691153 h 6858000"/>
              <a:gd name="connsiteX15" fmla="*/ 1019354 w 7467600"/>
              <a:gd name="connsiteY15" fmla="*/ 6315006 h 6858000"/>
              <a:gd name="connsiteX16" fmla="*/ 991680 w 7467600"/>
              <a:gd name="connsiteY16" fmla="*/ 6298413 h 6858000"/>
              <a:gd name="connsiteX17" fmla="*/ 409060 w 7467600"/>
              <a:gd name="connsiteY17" fmla="*/ 6671470 h 6858000"/>
              <a:gd name="connsiteX18" fmla="*/ 991680 w 7467600"/>
              <a:gd name="connsiteY18" fmla="*/ 6298413 h 6858000"/>
              <a:gd name="connsiteX19" fmla="*/ 103333 w 7467600"/>
              <a:gd name="connsiteY19" fmla="*/ 5699602 h 6858000"/>
              <a:gd name="connsiteX20" fmla="*/ 233938 w 7467600"/>
              <a:gd name="connsiteY20" fmla="*/ 5809416 h 6858000"/>
              <a:gd name="connsiteX21" fmla="*/ 883580 w 7467600"/>
              <a:gd name="connsiteY21" fmla="*/ 6180710 h 6858000"/>
              <a:gd name="connsiteX22" fmla="*/ 487337 w 7467600"/>
              <a:gd name="connsiteY22" fmla="*/ 5950182 h 6858000"/>
              <a:gd name="connsiteX23" fmla="*/ 354051 w 7467600"/>
              <a:gd name="connsiteY23" fmla="*/ 5854912 h 6858000"/>
              <a:gd name="connsiteX24" fmla="*/ 195436 w 7467600"/>
              <a:gd name="connsiteY24" fmla="*/ 5755068 h 6858000"/>
              <a:gd name="connsiteX25" fmla="*/ 103333 w 7467600"/>
              <a:gd name="connsiteY25" fmla="*/ 5699602 h 6858000"/>
              <a:gd name="connsiteX26" fmla="*/ 5539432 w 7467600"/>
              <a:gd name="connsiteY26" fmla="*/ 5642928 h 6858000"/>
              <a:gd name="connsiteX27" fmla="*/ 5555462 w 7467600"/>
              <a:gd name="connsiteY27" fmla="*/ 5694454 h 6858000"/>
              <a:gd name="connsiteX28" fmla="*/ 5828270 w 7467600"/>
              <a:gd name="connsiteY28" fmla="*/ 6320663 h 6858000"/>
              <a:gd name="connsiteX29" fmla="*/ 5947416 w 7467600"/>
              <a:gd name="connsiteY29" fmla="*/ 6574846 h 6858000"/>
              <a:gd name="connsiteX30" fmla="*/ 5539432 w 7467600"/>
              <a:gd name="connsiteY30" fmla="*/ 5642928 h 6858000"/>
              <a:gd name="connsiteX31" fmla="*/ 51253 w 7467600"/>
              <a:gd name="connsiteY31" fmla="*/ 5631825 h 6858000"/>
              <a:gd name="connsiteX32" fmla="*/ 211622 w 7467600"/>
              <a:gd name="connsiteY32" fmla="*/ 5728803 h 6858000"/>
              <a:gd name="connsiteX33" fmla="*/ 371652 w 7467600"/>
              <a:gd name="connsiteY33" fmla="*/ 5829062 h 6858000"/>
              <a:gd name="connsiteX34" fmla="*/ 505903 w 7467600"/>
              <a:gd name="connsiteY34" fmla="*/ 5925221 h 6858000"/>
              <a:gd name="connsiteX35" fmla="*/ 899240 w 7467600"/>
              <a:gd name="connsiteY35" fmla="*/ 6153068 h 6858000"/>
              <a:gd name="connsiteX36" fmla="*/ 988114 w 7467600"/>
              <a:gd name="connsiteY36" fmla="*/ 6174204 h 6858000"/>
              <a:gd name="connsiteX37" fmla="*/ 845971 w 7467600"/>
              <a:gd name="connsiteY37" fmla="*/ 6067177 h 6858000"/>
              <a:gd name="connsiteX38" fmla="*/ 448057 w 7467600"/>
              <a:gd name="connsiteY38" fmla="*/ 5841376 h 6858000"/>
              <a:gd name="connsiteX39" fmla="*/ 51253 w 7467600"/>
              <a:gd name="connsiteY39" fmla="*/ 5631825 h 6858000"/>
              <a:gd name="connsiteX40" fmla="*/ 2606687 w 7467600"/>
              <a:gd name="connsiteY40" fmla="*/ 5630718 h 6858000"/>
              <a:gd name="connsiteX41" fmla="*/ 2645658 w 7467600"/>
              <a:gd name="connsiteY41" fmla="*/ 6640259 h 6858000"/>
              <a:gd name="connsiteX42" fmla="*/ 2606687 w 7467600"/>
              <a:gd name="connsiteY42" fmla="*/ 5630718 h 6858000"/>
              <a:gd name="connsiteX43" fmla="*/ 3642057 w 7467600"/>
              <a:gd name="connsiteY43" fmla="*/ 5573487 h 6858000"/>
              <a:gd name="connsiteX44" fmla="*/ 3632981 w 7467600"/>
              <a:gd name="connsiteY44" fmla="*/ 5579437 h 6858000"/>
              <a:gd name="connsiteX45" fmla="*/ 3382436 w 7467600"/>
              <a:gd name="connsiteY45" fmla="*/ 5952726 h 6858000"/>
              <a:gd name="connsiteX46" fmla="*/ 3191929 w 7467600"/>
              <a:gd name="connsiteY46" fmla="*/ 6662669 h 6858000"/>
              <a:gd name="connsiteX47" fmla="*/ 3369898 w 7467600"/>
              <a:gd name="connsiteY47" fmla="*/ 6081771 h 6858000"/>
              <a:gd name="connsiteX48" fmla="*/ 3642057 w 7467600"/>
              <a:gd name="connsiteY48" fmla="*/ 5573487 h 6858000"/>
              <a:gd name="connsiteX49" fmla="*/ 2650666 w 7467600"/>
              <a:gd name="connsiteY49" fmla="*/ 5530686 h 6858000"/>
              <a:gd name="connsiteX50" fmla="*/ 2650249 w 7467600"/>
              <a:gd name="connsiteY50" fmla="*/ 5532101 h 6858000"/>
              <a:gd name="connsiteX51" fmla="*/ 2663808 w 7467600"/>
              <a:gd name="connsiteY51" fmla="*/ 6535215 h 6858000"/>
              <a:gd name="connsiteX52" fmla="*/ 2665418 w 7467600"/>
              <a:gd name="connsiteY52" fmla="*/ 6132756 h 6858000"/>
              <a:gd name="connsiteX53" fmla="*/ 2650666 w 7467600"/>
              <a:gd name="connsiteY53" fmla="*/ 5530686 h 6858000"/>
              <a:gd name="connsiteX54" fmla="*/ 2680277 w 7467600"/>
              <a:gd name="connsiteY54" fmla="*/ 5479204 h 6858000"/>
              <a:gd name="connsiteX55" fmla="*/ 2678972 w 7467600"/>
              <a:gd name="connsiteY55" fmla="*/ 5481582 h 6858000"/>
              <a:gd name="connsiteX56" fmla="*/ 2696666 w 7467600"/>
              <a:gd name="connsiteY56" fmla="*/ 6133836 h 6858000"/>
              <a:gd name="connsiteX57" fmla="*/ 2695769 w 7467600"/>
              <a:gd name="connsiteY57" fmla="*/ 6390955 h 6858000"/>
              <a:gd name="connsiteX58" fmla="*/ 2739893 w 7467600"/>
              <a:gd name="connsiteY58" fmla="*/ 6108357 h 6858000"/>
              <a:gd name="connsiteX59" fmla="*/ 2680277 w 7467600"/>
              <a:gd name="connsiteY59" fmla="*/ 5479204 h 6858000"/>
              <a:gd name="connsiteX60" fmla="*/ 1132195 w 7467600"/>
              <a:gd name="connsiteY60" fmla="*/ 5467980 h 6858000"/>
              <a:gd name="connsiteX61" fmla="*/ 1679056 w 7467600"/>
              <a:gd name="connsiteY61" fmla="*/ 5516907 h 6858000"/>
              <a:gd name="connsiteX62" fmla="*/ 2128648 w 7467600"/>
              <a:gd name="connsiteY62" fmla="*/ 5474249 h 6858000"/>
              <a:gd name="connsiteX63" fmla="*/ 1825619 w 7467600"/>
              <a:gd name="connsiteY63" fmla="*/ 5478447 h 6858000"/>
              <a:gd name="connsiteX64" fmla="*/ 1737798 w 7467600"/>
              <a:gd name="connsiteY64" fmla="*/ 5483353 h 6858000"/>
              <a:gd name="connsiteX65" fmla="*/ 1132195 w 7467600"/>
              <a:gd name="connsiteY65" fmla="*/ 5467980 h 6858000"/>
              <a:gd name="connsiteX66" fmla="*/ 1456157 w 7467600"/>
              <a:gd name="connsiteY66" fmla="*/ 5371404 h 6858000"/>
              <a:gd name="connsiteX67" fmla="*/ 1244432 w 7467600"/>
              <a:gd name="connsiteY67" fmla="*/ 5385601 h 6858000"/>
              <a:gd name="connsiteX68" fmla="*/ 973990 w 7467600"/>
              <a:gd name="connsiteY68" fmla="*/ 5424940 h 6858000"/>
              <a:gd name="connsiteX69" fmla="*/ 1103809 w 7467600"/>
              <a:gd name="connsiteY69" fmla="*/ 5433720 h 6858000"/>
              <a:gd name="connsiteX70" fmla="*/ 1123454 w 7467600"/>
              <a:gd name="connsiteY70" fmla="*/ 5435727 h 6858000"/>
              <a:gd name="connsiteX71" fmla="*/ 1737017 w 7467600"/>
              <a:gd name="connsiteY71" fmla="*/ 5452183 h 6858000"/>
              <a:gd name="connsiteX72" fmla="*/ 1824397 w 7467600"/>
              <a:gd name="connsiteY72" fmla="*/ 5447757 h 6858000"/>
              <a:gd name="connsiteX73" fmla="*/ 2070059 w 7467600"/>
              <a:gd name="connsiteY73" fmla="*/ 5441660 h 6858000"/>
              <a:gd name="connsiteX74" fmla="*/ 1456157 w 7467600"/>
              <a:gd name="connsiteY74" fmla="*/ 5371404 h 6858000"/>
              <a:gd name="connsiteX75" fmla="*/ 4988186 w 7467600"/>
              <a:gd name="connsiteY75" fmla="*/ 5216467 h 6858000"/>
              <a:gd name="connsiteX76" fmla="*/ 4777334 w 7467600"/>
              <a:gd name="connsiteY76" fmla="*/ 5406072 h 6858000"/>
              <a:gd name="connsiteX77" fmla="*/ 4718341 w 7467600"/>
              <a:gd name="connsiteY77" fmla="*/ 5468043 h 6858000"/>
              <a:gd name="connsiteX78" fmla="*/ 4604655 w 7467600"/>
              <a:gd name="connsiteY78" fmla="*/ 5583434 h 6858000"/>
              <a:gd name="connsiteX79" fmla="*/ 4565074 w 7467600"/>
              <a:gd name="connsiteY79" fmla="*/ 5618550 h 6858000"/>
              <a:gd name="connsiteX80" fmla="*/ 4988186 w 7467600"/>
              <a:gd name="connsiteY80" fmla="*/ 5216467 h 6858000"/>
              <a:gd name="connsiteX81" fmla="*/ 4978032 w 7467600"/>
              <a:gd name="connsiteY81" fmla="*/ 5183809 h 6858000"/>
              <a:gd name="connsiteX82" fmla="*/ 4463413 w 7467600"/>
              <a:gd name="connsiteY82" fmla="*/ 5615162 h 6858000"/>
              <a:gd name="connsiteX83" fmla="*/ 4358134 w 7467600"/>
              <a:gd name="connsiteY83" fmla="*/ 5742791 h 6858000"/>
              <a:gd name="connsiteX84" fmla="*/ 4376219 w 7467600"/>
              <a:gd name="connsiteY84" fmla="*/ 5729027 h 6858000"/>
              <a:gd name="connsiteX85" fmla="*/ 4582340 w 7467600"/>
              <a:gd name="connsiteY85" fmla="*/ 5561037 h 6858000"/>
              <a:gd name="connsiteX86" fmla="*/ 4694684 w 7467600"/>
              <a:gd name="connsiteY86" fmla="*/ 5447098 h 6858000"/>
              <a:gd name="connsiteX87" fmla="*/ 4754123 w 7467600"/>
              <a:gd name="connsiteY87" fmla="*/ 5384643 h 6858000"/>
              <a:gd name="connsiteX88" fmla="*/ 4978032 w 7467600"/>
              <a:gd name="connsiteY88" fmla="*/ 5183809 h 6858000"/>
              <a:gd name="connsiteX89" fmla="*/ 1903353 w 7467600"/>
              <a:gd name="connsiteY89" fmla="*/ 5044827 h 6858000"/>
              <a:gd name="connsiteX90" fmla="*/ 1936931 w 7467600"/>
              <a:gd name="connsiteY90" fmla="*/ 5093954 h 6858000"/>
              <a:gd name="connsiteX91" fmla="*/ 2195868 w 7467600"/>
              <a:gd name="connsiteY91" fmla="*/ 5396574 h 6858000"/>
              <a:gd name="connsiteX92" fmla="*/ 2088852 w 7467600"/>
              <a:gd name="connsiteY92" fmla="*/ 5166123 h 6858000"/>
              <a:gd name="connsiteX93" fmla="*/ 1958241 w 7467600"/>
              <a:gd name="connsiteY93" fmla="*/ 5067955 h 6858000"/>
              <a:gd name="connsiteX94" fmla="*/ 1903353 w 7467600"/>
              <a:gd name="connsiteY94" fmla="*/ 5044827 h 6858000"/>
              <a:gd name="connsiteX95" fmla="*/ 1979378 w 7467600"/>
              <a:gd name="connsiteY95" fmla="*/ 4769504 h 6858000"/>
              <a:gd name="connsiteX96" fmla="*/ 2882120 w 7467600"/>
              <a:gd name="connsiteY96" fmla="*/ 5064547 h 6858000"/>
              <a:gd name="connsiteX97" fmla="*/ 2793103 w 7467600"/>
              <a:gd name="connsiteY97" fmla="*/ 5039699 h 6858000"/>
              <a:gd name="connsiteX98" fmla="*/ 2770041 w 7467600"/>
              <a:gd name="connsiteY98" fmla="*/ 5033634 h 6858000"/>
              <a:gd name="connsiteX99" fmla="*/ 1979378 w 7467600"/>
              <a:gd name="connsiteY99" fmla="*/ 4769504 h 6858000"/>
              <a:gd name="connsiteX100" fmla="*/ 1927410 w 7467600"/>
              <a:gd name="connsiteY100" fmla="*/ 4716164 h 6858000"/>
              <a:gd name="connsiteX101" fmla="*/ 1959587 w 7467600"/>
              <a:gd name="connsiteY101" fmla="*/ 4728849 h 6858000"/>
              <a:gd name="connsiteX102" fmla="*/ 2777707 w 7467600"/>
              <a:gd name="connsiteY102" fmla="*/ 5003991 h 6858000"/>
              <a:gd name="connsiteX103" fmla="*/ 2800768 w 7467600"/>
              <a:gd name="connsiteY103" fmla="*/ 5010056 h 6858000"/>
              <a:gd name="connsiteX104" fmla="*/ 2879408 w 7467600"/>
              <a:gd name="connsiteY104" fmla="*/ 5031590 h 6858000"/>
              <a:gd name="connsiteX105" fmla="*/ 2862295 w 7467600"/>
              <a:gd name="connsiteY105" fmla="*/ 5022958 h 6858000"/>
              <a:gd name="connsiteX106" fmla="*/ 2813343 w 7467600"/>
              <a:gd name="connsiteY106" fmla="*/ 4998369 h 6858000"/>
              <a:gd name="connsiteX107" fmla="*/ 2646245 w 7467600"/>
              <a:gd name="connsiteY107" fmla="*/ 4930999 h 6858000"/>
              <a:gd name="connsiteX108" fmla="*/ 1999243 w 7467600"/>
              <a:gd name="connsiteY108" fmla="*/ 4730524 h 6858000"/>
              <a:gd name="connsiteX109" fmla="*/ 1979527 w 7467600"/>
              <a:gd name="connsiteY109" fmla="*/ 4726651 h 6858000"/>
              <a:gd name="connsiteX110" fmla="*/ 1927410 w 7467600"/>
              <a:gd name="connsiteY110" fmla="*/ 4716164 h 6858000"/>
              <a:gd name="connsiteX111" fmla="*/ 1997014 w 7467600"/>
              <a:gd name="connsiteY111" fmla="*/ 4698007 h 6858000"/>
              <a:gd name="connsiteX112" fmla="*/ 2005458 w 7467600"/>
              <a:gd name="connsiteY112" fmla="*/ 4699540 h 6858000"/>
              <a:gd name="connsiteX113" fmla="*/ 2657186 w 7467600"/>
              <a:gd name="connsiteY113" fmla="*/ 4901687 h 6858000"/>
              <a:gd name="connsiteX114" fmla="*/ 2826662 w 7467600"/>
              <a:gd name="connsiteY114" fmla="*/ 4970362 h 6858000"/>
              <a:gd name="connsiteX115" fmla="*/ 2876100 w 7467600"/>
              <a:gd name="connsiteY115" fmla="*/ 4995397 h 6858000"/>
              <a:gd name="connsiteX116" fmla="*/ 3042600 w 7467600"/>
              <a:gd name="connsiteY116" fmla="*/ 5059532 h 6858000"/>
              <a:gd name="connsiteX117" fmla="*/ 1997014 w 7467600"/>
              <a:gd name="connsiteY117" fmla="*/ 4698007 h 6858000"/>
              <a:gd name="connsiteX118" fmla="*/ 2305292 w 7467600"/>
              <a:gd name="connsiteY118" fmla="*/ 4219492 h 6858000"/>
              <a:gd name="connsiteX119" fmla="*/ 3360922 w 7467600"/>
              <a:gd name="connsiteY119" fmla="*/ 4529373 h 6858000"/>
              <a:gd name="connsiteX120" fmla="*/ 3492420 w 7467600"/>
              <a:gd name="connsiteY120" fmla="*/ 4510145 h 6858000"/>
              <a:gd name="connsiteX121" fmla="*/ 3364086 w 7467600"/>
              <a:gd name="connsiteY121" fmla="*/ 4480340 h 6858000"/>
              <a:gd name="connsiteX122" fmla="*/ 3225818 w 7467600"/>
              <a:gd name="connsiteY122" fmla="*/ 4411822 h 6858000"/>
              <a:gd name="connsiteX123" fmla="*/ 3129696 w 7467600"/>
              <a:gd name="connsiteY123" fmla="*/ 4360704 h 6858000"/>
              <a:gd name="connsiteX124" fmla="*/ 2814545 w 7467600"/>
              <a:gd name="connsiteY124" fmla="*/ 4282955 h 6858000"/>
              <a:gd name="connsiteX125" fmla="*/ 2305292 w 7467600"/>
              <a:gd name="connsiteY125" fmla="*/ 4219492 h 6858000"/>
              <a:gd name="connsiteX126" fmla="*/ 2626982 w 7467600"/>
              <a:gd name="connsiteY126" fmla="*/ 4206450 h 6858000"/>
              <a:gd name="connsiteX127" fmla="*/ 2490617 w 7467600"/>
              <a:gd name="connsiteY127" fmla="*/ 4206951 h 6858000"/>
              <a:gd name="connsiteX128" fmla="*/ 2819869 w 7467600"/>
              <a:gd name="connsiteY128" fmla="*/ 4252936 h 6858000"/>
              <a:gd name="connsiteX129" fmla="*/ 3143018 w 7467600"/>
              <a:gd name="connsiteY129" fmla="*/ 4332698 h 6858000"/>
              <a:gd name="connsiteX130" fmla="*/ 3241520 w 7467600"/>
              <a:gd name="connsiteY130" fmla="*/ 4385112 h 6858000"/>
              <a:gd name="connsiteX131" fmla="*/ 3374575 w 7467600"/>
              <a:gd name="connsiteY131" fmla="*/ 4451517 h 6858000"/>
              <a:gd name="connsiteX132" fmla="*/ 3505221 w 7467600"/>
              <a:gd name="connsiteY132" fmla="*/ 4480757 h 6858000"/>
              <a:gd name="connsiteX133" fmla="*/ 2626982 w 7467600"/>
              <a:gd name="connsiteY133" fmla="*/ 4206450 h 6858000"/>
              <a:gd name="connsiteX134" fmla="*/ 1310106 w 7467600"/>
              <a:gd name="connsiteY134" fmla="*/ 3943217 h 6858000"/>
              <a:gd name="connsiteX135" fmla="*/ 854994 w 7467600"/>
              <a:gd name="connsiteY135" fmla="*/ 4399136 h 6858000"/>
              <a:gd name="connsiteX136" fmla="*/ 742462 w 7467600"/>
              <a:gd name="connsiteY136" fmla="*/ 4594648 h 6858000"/>
              <a:gd name="connsiteX137" fmla="*/ 820602 w 7467600"/>
              <a:gd name="connsiteY137" fmla="*/ 4485915 h 6858000"/>
              <a:gd name="connsiteX138" fmla="*/ 878295 w 7467600"/>
              <a:gd name="connsiteY138" fmla="*/ 4403594 h 6858000"/>
              <a:gd name="connsiteX139" fmla="*/ 1240607 w 7467600"/>
              <a:gd name="connsiteY139" fmla="*/ 4010401 h 6858000"/>
              <a:gd name="connsiteX140" fmla="*/ 1310106 w 7467600"/>
              <a:gd name="connsiteY140" fmla="*/ 3943217 h 6858000"/>
              <a:gd name="connsiteX141" fmla="*/ 1423113 w 7467600"/>
              <a:gd name="connsiteY141" fmla="*/ 3874565 h 6858000"/>
              <a:gd name="connsiteX142" fmla="*/ 1260565 w 7467600"/>
              <a:gd name="connsiteY142" fmla="*/ 4031982 h 6858000"/>
              <a:gd name="connsiteX143" fmla="*/ 901900 w 7467600"/>
              <a:gd name="connsiteY143" fmla="*/ 4421236 h 6858000"/>
              <a:gd name="connsiteX144" fmla="*/ 845044 w 7467600"/>
              <a:gd name="connsiteY144" fmla="*/ 4502436 h 6858000"/>
              <a:gd name="connsiteX145" fmla="*/ 685926 w 7467600"/>
              <a:gd name="connsiteY145" fmla="*/ 4703069 h 6858000"/>
              <a:gd name="connsiteX146" fmla="*/ 684248 w 7467600"/>
              <a:gd name="connsiteY146" fmla="*/ 4706721 h 6858000"/>
              <a:gd name="connsiteX147" fmla="*/ 1423113 w 7467600"/>
              <a:gd name="connsiteY147" fmla="*/ 3874565 h 6858000"/>
              <a:gd name="connsiteX148" fmla="*/ 3316479 w 7467600"/>
              <a:gd name="connsiteY148" fmla="*/ 3872136 h 6858000"/>
              <a:gd name="connsiteX149" fmla="*/ 3546806 w 7467600"/>
              <a:gd name="connsiteY149" fmla="*/ 4356139 h 6858000"/>
              <a:gd name="connsiteX150" fmla="*/ 3364433 w 7467600"/>
              <a:gd name="connsiteY150" fmla="*/ 3953121 h 6858000"/>
              <a:gd name="connsiteX151" fmla="*/ 3316479 w 7467600"/>
              <a:gd name="connsiteY151" fmla="*/ 3872136 h 6858000"/>
              <a:gd name="connsiteX152" fmla="*/ 3291335 w 7467600"/>
              <a:gd name="connsiteY152" fmla="*/ 3767420 h 6858000"/>
              <a:gd name="connsiteX153" fmla="*/ 3390805 w 7467600"/>
              <a:gd name="connsiteY153" fmla="*/ 3937163 h 6858000"/>
              <a:gd name="connsiteX154" fmla="*/ 3579062 w 7467600"/>
              <a:gd name="connsiteY154" fmla="*/ 4359040 h 6858000"/>
              <a:gd name="connsiteX155" fmla="*/ 3467355 w 7467600"/>
              <a:gd name="connsiteY155" fmla="*/ 3988130 h 6858000"/>
              <a:gd name="connsiteX156" fmla="*/ 3310753 w 7467600"/>
              <a:gd name="connsiteY156" fmla="*/ 3787140 h 6858000"/>
              <a:gd name="connsiteX157" fmla="*/ 3291335 w 7467600"/>
              <a:gd name="connsiteY157" fmla="*/ 3767420 h 6858000"/>
              <a:gd name="connsiteX158" fmla="*/ 1635889 w 7467600"/>
              <a:gd name="connsiteY158" fmla="*/ 3709494 h 6858000"/>
              <a:gd name="connsiteX159" fmla="*/ 1634800 w 7467600"/>
              <a:gd name="connsiteY159" fmla="*/ 3731111 h 6858000"/>
              <a:gd name="connsiteX160" fmla="*/ 1635889 w 7467600"/>
              <a:gd name="connsiteY160" fmla="*/ 3709494 h 6858000"/>
              <a:gd name="connsiteX161" fmla="*/ 1510397 w 7467600"/>
              <a:gd name="connsiteY161" fmla="*/ 3684705 h 6858000"/>
              <a:gd name="connsiteX162" fmla="*/ 1146550 w 7467600"/>
              <a:gd name="connsiteY162" fmla="*/ 3802012 h 6858000"/>
              <a:gd name="connsiteX163" fmla="*/ 698834 w 7467600"/>
              <a:gd name="connsiteY163" fmla="*/ 3952272 h 6858000"/>
              <a:gd name="connsiteX164" fmla="*/ 34256 w 7467600"/>
              <a:gd name="connsiteY164" fmla="*/ 4347603 h 6858000"/>
              <a:gd name="connsiteX165" fmla="*/ 527241 w 7467600"/>
              <a:gd name="connsiteY165" fmla="*/ 4065078 h 6858000"/>
              <a:gd name="connsiteX166" fmla="*/ 1510397 w 7467600"/>
              <a:gd name="connsiteY166" fmla="*/ 3684705 h 6858000"/>
              <a:gd name="connsiteX167" fmla="*/ 1313114 w 7467600"/>
              <a:gd name="connsiteY167" fmla="*/ 3655216 h 6858000"/>
              <a:gd name="connsiteX168" fmla="*/ 1109304 w 7467600"/>
              <a:gd name="connsiteY168" fmla="*/ 3669030 h 6858000"/>
              <a:gd name="connsiteX169" fmla="*/ 8129 w 7467600"/>
              <a:gd name="connsiteY169" fmla="*/ 4330519 h 6858000"/>
              <a:gd name="connsiteX170" fmla="*/ 687572 w 7467600"/>
              <a:gd name="connsiteY170" fmla="*/ 3925629 h 6858000"/>
              <a:gd name="connsiteX171" fmla="*/ 1138365 w 7467600"/>
              <a:gd name="connsiteY171" fmla="*/ 3774515 h 6858000"/>
              <a:gd name="connsiteX172" fmla="*/ 1505579 w 7467600"/>
              <a:gd name="connsiteY172" fmla="*/ 3655526 h 6858000"/>
              <a:gd name="connsiteX173" fmla="*/ 1313114 w 7467600"/>
              <a:gd name="connsiteY173" fmla="*/ 3655216 h 6858000"/>
              <a:gd name="connsiteX174" fmla="*/ 3655073 w 7467600"/>
              <a:gd name="connsiteY174" fmla="*/ 3650884 h 6858000"/>
              <a:gd name="connsiteX175" fmla="*/ 3989938 w 7467600"/>
              <a:gd name="connsiteY175" fmla="*/ 3991685 h 6858000"/>
              <a:gd name="connsiteX176" fmla="*/ 4393907 w 7467600"/>
              <a:gd name="connsiteY176" fmla="*/ 4261258 h 6858000"/>
              <a:gd name="connsiteX177" fmla="*/ 4648051 w 7467600"/>
              <a:gd name="connsiteY177" fmla="*/ 4374051 h 6858000"/>
              <a:gd name="connsiteX178" fmla="*/ 4383389 w 7467600"/>
              <a:gd name="connsiteY178" fmla="*/ 4184369 h 6858000"/>
              <a:gd name="connsiteX179" fmla="*/ 4165508 w 7467600"/>
              <a:gd name="connsiteY179" fmla="*/ 4035196 h 6858000"/>
              <a:gd name="connsiteX180" fmla="*/ 4068162 w 7467600"/>
              <a:gd name="connsiteY180" fmla="*/ 3953394 h 6858000"/>
              <a:gd name="connsiteX181" fmla="*/ 3981416 w 7467600"/>
              <a:gd name="connsiteY181" fmla="*/ 3880482 h 6858000"/>
              <a:gd name="connsiteX182" fmla="*/ 3800147 w 7467600"/>
              <a:gd name="connsiteY182" fmla="*/ 3749872 h 6858000"/>
              <a:gd name="connsiteX183" fmla="*/ 3655073 w 7467600"/>
              <a:gd name="connsiteY183" fmla="*/ 3650884 h 6858000"/>
              <a:gd name="connsiteX184" fmla="*/ 3670252 w 7467600"/>
              <a:gd name="connsiteY184" fmla="*/ 3622798 h 6858000"/>
              <a:gd name="connsiteX185" fmla="*/ 3817258 w 7467600"/>
              <a:gd name="connsiteY185" fmla="*/ 3723577 h 6858000"/>
              <a:gd name="connsiteX186" fmla="*/ 4000461 w 7467600"/>
              <a:gd name="connsiteY186" fmla="*/ 3855966 h 6858000"/>
              <a:gd name="connsiteX187" fmla="*/ 4088180 w 7467600"/>
              <a:gd name="connsiteY187" fmla="*/ 3929774 h 6858000"/>
              <a:gd name="connsiteX188" fmla="*/ 4184555 w 7467600"/>
              <a:gd name="connsiteY188" fmla="*/ 4010683 h 6858000"/>
              <a:gd name="connsiteX189" fmla="*/ 4399563 w 7467600"/>
              <a:gd name="connsiteY189" fmla="*/ 4158106 h 6858000"/>
              <a:gd name="connsiteX190" fmla="*/ 4684469 w 7467600"/>
              <a:gd name="connsiteY190" fmla="*/ 4364680 h 6858000"/>
              <a:gd name="connsiteX191" fmla="*/ 4690271 w 7467600"/>
              <a:gd name="connsiteY191" fmla="*/ 4370034 h 6858000"/>
              <a:gd name="connsiteX192" fmla="*/ 4136093 w 7467600"/>
              <a:gd name="connsiteY192" fmla="*/ 3858466 h 6858000"/>
              <a:gd name="connsiteX193" fmla="*/ 3670252 w 7467600"/>
              <a:gd name="connsiteY193" fmla="*/ 3622798 h 6858000"/>
              <a:gd name="connsiteX194" fmla="*/ 4440129 w 7467600"/>
              <a:gd name="connsiteY194" fmla="*/ 3448571 h 6858000"/>
              <a:gd name="connsiteX195" fmla="*/ 4856525 w 7467600"/>
              <a:gd name="connsiteY195" fmla="*/ 3915351 h 6858000"/>
              <a:gd name="connsiteX196" fmla="*/ 5059055 w 7467600"/>
              <a:gd name="connsiteY196" fmla="*/ 4108918 h 6858000"/>
              <a:gd name="connsiteX197" fmla="*/ 5290070 w 7467600"/>
              <a:gd name="connsiteY197" fmla="*/ 4263619 h 6858000"/>
              <a:gd name="connsiteX198" fmla="*/ 4834991 w 7467600"/>
              <a:gd name="connsiteY198" fmla="*/ 3830985 h 6858000"/>
              <a:gd name="connsiteX199" fmla="*/ 4440129 w 7467600"/>
              <a:gd name="connsiteY199" fmla="*/ 3448571 h 6858000"/>
              <a:gd name="connsiteX200" fmla="*/ 4441737 w 7467600"/>
              <a:gd name="connsiteY200" fmla="*/ 3399734 h 6858000"/>
              <a:gd name="connsiteX201" fmla="*/ 4431236 w 7467600"/>
              <a:gd name="connsiteY201" fmla="*/ 3400954 h 6858000"/>
              <a:gd name="connsiteX202" fmla="*/ 4557150 w 7467600"/>
              <a:gd name="connsiteY202" fmla="*/ 3510023 h 6858000"/>
              <a:gd name="connsiteX203" fmla="*/ 4856936 w 7467600"/>
              <a:gd name="connsiteY203" fmla="*/ 3809146 h 6858000"/>
              <a:gd name="connsiteX204" fmla="*/ 5111996 w 7467600"/>
              <a:gd name="connsiteY204" fmla="*/ 4065759 h 6858000"/>
              <a:gd name="connsiteX205" fmla="*/ 5388878 w 7467600"/>
              <a:gd name="connsiteY205" fmla="*/ 4300185 h 6858000"/>
              <a:gd name="connsiteX206" fmla="*/ 5425556 w 7467600"/>
              <a:gd name="connsiteY206" fmla="*/ 4308967 h 6858000"/>
              <a:gd name="connsiteX207" fmla="*/ 4943646 w 7467600"/>
              <a:gd name="connsiteY207" fmla="*/ 3822916 h 6858000"/>
              <a:gd name="connsiteX208" fmla="*/ 4594837 w 7467600"/>
              <a:gd name="connsiteY208" fmla="*/ 3532274 h 6858000"/>
              <a:gd name="connsiteX209" fmla="*/ 4441737 w 7467600"/>
              <a:gd name="connsiteY209" fmla="*/ 3399734 h 6858000"/>
              <a:gd name="connsiteX210" fmla="*/ 5425834 w 7467600"/>
              <a:gd name="connsiteY210" fmla="*/ 3162785 h 6858000"/>
              <a:gd name="connsiteX211" fmla="*/ 5401644 w 7467600"/>
              <a:gd name="connsiteY211" fmla="*/ 3617847 h 6858000"/>
              <a:gd name="connsiteX212" fmla="*/ 5467256 w 7467600"/>
              <a:gd name="connsiteY212" fmla="*/ 4175494 h 6858000"/>
              <a:gd name="connsiteX213" fmla="*/ 5448069 w 7467600"/>
              <a:gd name="connsiteY213" fmla="*/ 3567554 h 6858000"/>
              <a:gd name="connsiteX214" fmla="*/ 5425834 w 7467600"/>
              <a:gd name="connsiteY214" fmla="*/ 3162785 h 6858000"/>
              <a:gd name="connsiteX215" fmla="*/ 1318687 w 7467600"/>
              <a:gd name="connsiteY215" fmla="*/ 3113840 h 6858000"/>
              <a:gd name="connsiteX216" fmla="*/ 1066793 w 7467600"/>
              <a:gd name="connsiteY216" fmla="*/ 3212171 h 6858000"/>
              <a:gd name="connsiteX217" fmla="*/ 993319 w 7467600"/>
              <a:gd name="connsiteY217" fmla="*/ 3247648 h 6858000"/>
              <a:gd name="connsiteX218" fmla="*/ 853081 w 7467600"/>
              <a:gd name="connsiteY218" fmla="*/ 3312410 h 6858000"/>
              <a:gd name="connsiteX219" fmla="*/ 805957 w 7467600"/>
              <a:gd name="connsiteY219" fmla="*/ 3330443 h 6858000"/>
              <a:gd name="connsiteX220" fmla="*/ 1318687 w 7467600"/>
              <a:gd name="connsiteY220" fmla="*/ 3113840 h 6858000"/>
              <a:gd name="connsiteX221" fmla="*/ 5453702 w 7467600"/>
              <a:gd name="connsiteY221" fmla="*/ 3090882 h 6858000"/>
              <a:gd name="connsiteX222" fmla="*/ 5480135 w 7467600"/>
              <a:gd name="connsiteY222" fmla="*/ 3565802 h 6858000"/>
              <a:gd name="connsiteX223" fmla="*/ 5499023 w 7467600"/>
              <a:gd name="connsiteY223" fmla="*/ 4166310 h 6858000"/>
              <a:gd name="connsiteX224" fmla="*/ 5547022 w 7467600"/>
              <a:gd name="connsiteY224" fmla="*/ 3607838 h 6858000"/>
              <a:gd name="connsiteX225" fmla="*/ 5515964 w 7467600"/>
              <a:gd name="connsiteY225" fmla="*/ 3378541 h 6858000"/>
              <a:gd name="connsiteX226" fmla="*/ 5453702 w 7467600"/>
              <a:gd name="connsiteY226" fmla="*/ 3090882 h 6858000"/>
              <a:gd name="connsiteX227" fmla="*/ 1238695 w 7467600"/>
              <a:gd name="connsiteY227" fmla="*/ 3076820 h 6858000"/>
              <a:gd name="connsiteX228" fmla="*/ 716371 w 7467600"/>
              <a:gd name="connsiteY228" fmla="*/ 3293249 h 6858000"/>
              <a:gd name="connsiteX229" fmla="*/ 579522 w 7467600"/>
              <a:gd name="connsiteY229" fmla="*/ 3371759 h 6858000"/>
              <a:gd name="connsiteX230" fmla="*/ 600288 w 7467600"/>
              <a:gd name="connsiteY230" fmla="*/ 3365555 h 6858000"/>
              <a:gd name="connsiteX231" fmla="*/ 840692 w 7467600"/>
              <a:gd name="connsiteY231" fmla="*/ 3284921 h 6858000"/>
              <a:gd name="connsiteX232" fmla="*/ 979248 w 7467600"/>
              <a:gd name="connsiteY232" fmla="*/ 3221003 h 6858000"/>
              <a:gd name="connsiteX233" fmla="*/ 1053282 w 7467600"/>
              <a:gd name="connsiteY233" fmla="*/ 3185247 h 6858000"/>
              <a:gd name="connsiteX234" fmla="*/ 1320603 w 7467600"/>
              <a:gd name="connsiteY234" fmla="*/ 3081281 h 6858000"/>
              <a:gd name="connsiteX235" fmla="*/ 1238695 w 7467600"/>
              <a:gd name="connsiteY235" fmla="*/ 3076820 h 6858000"/>
              <a:gd name="connsiteX236" fmla="*/ 5425627 w 7467600"/>
              <a:gd name="connsiteY236" fmla="*/ 2954192 h 6858000"/>
              <a:gd name="connsiteX237" fmla="*/ 5470770 w 7467600"/>
              <a:gd name="connsiteY237" fmla="*/ 3005435 h 6858000"/>
              <a:gd name="connsiteX238" fmla="*/ 5519779 w 7467600"/>
              <a:gd name="connsiteY238" fmla="*/ 4359223 h 6858000"/>
              <a:gd name="connsiteX239" fmla="*/ 5520293 w 7467600"/>
              <a:gd name="connsiteY239" fmla="*/ 4360602 h 6858000"/>
              <a:gd name="connsiteX240" fmla="*/ 5767221 w 7467600"/>
              <a:gd name="connsiteY240" fmla="*/ 4665564 h 6858000"/>
              <a:gd name="connsiteX241" fmla="*/ 6937169 w 7467600"/>
              <a:gd name="connsiteY241" fmla="*/ 4815941 h 6858000"/>
              <a:gd name="connsiteX242" fmla="*/ 6953922 w 7467600"/>
              <a:gd name="connsiteY242" fmla="*/ 4890068 h 6858000"/>
              <a:gd name="connsiteX243" fmla="*/ 6071359 w 7467600"/>
              <a:gd name="connsiteY243" fmla="*/ 4770770 h 6858000"/>
              <a:gd name="connsiteX244" fmla="*/ 6038839 w 7467600"/>
              <a:gd name="connsiteY244" fmla="*/ 4764474 h 6858000"/>
              <a:gd name="connsiteX245" fmla="*/ 6038706 w 7467600"/>
              <a:gd name="connsiteY245" fmla="*/ 4763847 h 6858000"/>
              <a:gd name="connsiteX246" fmla="*/ 6037784 w 7467600"/>
              <a:gd name="connsiteY246" fmla="*/ 4764270 h 6858000"/>
              <a:gd name="connsiteX247" fmla="*/ 6038839 w 7467600"/>
              <a:gd name="connsiteY247" fmla="*/ 4764474 h 6858000"/>
              <a:gd name="connsiteX248" fmla="*/ 6040338 w 7467600"/>
              <a:gd name="connsiteY248" fmla="*/ 4771418 h 6858000"/>
              <a:gd name="connsiteX249" fmla="*/ 6024488 w 7467600"/>
              <a:gd name="connsiteY249" fmla="*/ 4809903 h 6858000"/>
              <a:gd name="connsiteX250" fmla="*/ 5599771 w 7467600"/>
              <a:gd name="connsiteY250" fmla="*/ 5509652 h 6858000"/>
              <a:gd name="connsiteX251" fmla="*/ 5548843 w 7467600"/>
              <a:gd name="connsiteY251" fmla="*/ 5563845 h 6858000"/>
              <a:gd name="connsiteX252" fmla="*/ 5940952 w 7467600"/>
              <a:gd name="connsiteY252" fmla="*/ 6250028 h 6858000"/>
              <a:gd name="connsiteX253" fmla="*/ 6043441 w 7467600"/>
              <a:gd name="connsiteY253" fmla="*/ 6665847 h 6858000"/>
              <a:gd name="connsiteX254" fmla="*/ 6093432 w 7467600"/>
              <a:gd name="connsiteY254" fmla="*/ 6858000 h 6858000"/>
              <a:gd name="connsiteX255" fmla="*/ 6034344 w 7467600"/>
              <a:gd name="connsiteY255" fmla="*/ 6858000 h 6858000"/>
              <a:gd name="connsiteX256" fmla="*/ 6026679 w 7467600"/>
              <a:gd name="connsiteY256" fmla="*/ 6836959 h 6858000"/>
              <a:gd name="connsiteX257" fmla="*/ 5800441 w 7467600"/>
              <a:gd name="connsiteY257" fmla="*/ 6335286 h 6858000"/>
              <a:gd name="connsiteX258" fmla="*/ 5526562 w 7467600"/>
              <a:gd name="connsiteY258" fmla="*/ 5705388 h 6858000"/>
              <a:gd name="connsiteX259" fmla="*/ 5519640 w 7467600"/>
              <a:gd name="connsiteY259" fmla="*/ 5683774 h 6858000"/>
              <a:gd name="connsiteX260" fmla="*/ 5844559 w 7467600"/>
              <a:gd name="connsiteY260" fmla="*/ 6553349 h 6858000"/>
              <a:gd name="connsiteX261" fmla="*/ 5975994 w 7467600"/>
              <a:gd name="connsiteY261" fmla="*/ 6858000 h 6858000"/>
              <a:gd name="connsiteX262" fmla="*/ 5898547 w 7467600"/>
              <a:gd name="connsiteY262" fmla="*/ 6858000 h 6858000"/>
              <a:gd name="connsiteX263" fmla="*/ 5682041 w 7467600"/>
              <a:gd name="connsiteY263" fmla="*/ 6355860 h 6858000"/>
              <a:gd name="connsiteX264" fmla="*/ 5461758 w 7467600"/>
              <a:gd name="connsiteY264" fmla="*/ 5820220 h 6858000"/>
              <a:gd name="connsiteX265" fmla="*/ 5237282 w 7467600"/>
              <a:gd name="connsiteY265" fmla="*/ 6579086 h 6858000"/>
              <a:gd name="connsiteX266" fmla="*/ 5115009 w 7467600"/>
              <a:gd name="connsiteY266" fmla="*/ 6858000 h 6858000"/>
              <a:gd name="connsiteX267" fmla="*/ 5028074 w 7467600"/>
              <a:gd name="connsiteY267" fmla="*/ 6858000 h 6858000"/>
              <a:gd name="connsiteX268" fmla="*/ 5079508 w 7467600"/>
              <a:gd name="connsiteY268" fmla="*/ 6749074 h 6858000"/>
              <a:gd name="connsiteX269" fmla="*/ 5371846 w 7467600"/>
              <a:gd name="connsiteY269" fmla="*/ 5924413 h 6858000"/>
              <a:gd name="connsiteX270" fmla="*/ 5270512 w 7467600"/>
              <a:gd name="connsiteY270" fmla="*/ 6138975 h 6858000"/>
              <a:gd name="connsiteX271" fmla="*/ 5062409 w 7467600"/>
              <a:gd name="connsiteY271" fmla="*/ 6653544 h 6858000"/>
              <a:gd name="connsiteX272" fmla="*/ 5036628 w 7467600"/>
              <a:gd name="connsiteY272" fmla="*/ 6754247 h 6858000"/>
              <a:gd name="connsiteX273" fmla="*/ 5009112 w 7467600"/>
              <a:gd name="connsiteY273" fmla="*/ 6858000 h 6858000"/>
              <a:gd name="connsiteX274" fmla="*/ 4976679 w 7467600"/>
              <a:gd name="connsiteY274" fmla="*/ 6858000 h 6858000"/>
              <a:gd name="connsiteX275" fmla="*/ 5006537 w 7467600"/>
              <a:gd name="connsiteY275" fmla="*/ 6747068 h 6858000"/>
              <a:gd name="connsiteX276" fmla="*/ 5032723 w 7467600"/>
              <a:gd name="connsiteY276" fmla="*/ 6644957 h 6858000"/>
              <a:gd name="connsiteX277" fmla="*/ 5242949 w 7467600"/>
              <a:gd name="connsiteY277" fmla="*/ 6125175 h 6858000"/>
              <a:gd name="connsiteX278" fmla="*/ 5286321 w 7467600"/>
              <a:gd name="connsiteY278" fmla="*/ 6033555 h 6858000"/>
              <a:gd name="connsiteX279" fmla="*/ 5008210 w 7467600"/>
              <a:gd name="connsiteY279" fmla="*/ 6649194 h 6858000"/>
              <a:gd name="connsiteX280" fmla="*/ 4986321 w 7467600"/>
              <a:gd name="connsiteY280" fmla="*/ 6765687 h 6858000"/>
              <a:gd name="connsiteX281" fmla="*/ 4973474 w 7467600"/>
              <a:gd name="connsiteY281" fmla="*/ 6858000 h 6858000"/>
              <a:gd name="connsiteX282" fmla="*/ 4907178 w 7467600"/>
              <a:gd name="connsiteY282" fmla="*/ 6858000 h 6858000"/>
              <a:gd name="connsiteX283" fmla="*/ 4910810 w 7467600"/>
              <a:gd name="connsiteY283" fmla="*/ 6829660 h 6858000"/>
              <a:gd name="connsiteX284" fmla="*/ 4987461 w 7467600"/>
              <a:gd name="connsiteY284" fmla="*/ 6432994 h 6858000"/>
              <a:gd name="connsiteX285" fmla="*/ 5179262 w 7467600"/>
              <a:gd name="connsiteY285" fmla="*/ 6035044 h 6858000"/>
              <a:gd name="connsiteX286" fmla="*/ 4689678 w 7467600"/>
              <a:gd name="connsiteY286" fmla="*/ 6440241 h 6858000"/>
              <a:gd name="connsiteX287" fmla="*/ 4477543 w 7467600"/>
              <a:gd name="connsiteY287" fmla="*/ 6674836 h 6858000"/>
              <a:gd name="connsiteX288" fmla="*/ 4329957 w 7467600"/>
              <a:gd name="connsiteY288" fmla="*/ 6858000 h 6858000"/>
              <a:gd name="connsiteX289" fmla="*/ 4218595 w 7467600"/>
              <a:gd name="connsiteY289" fmla="*/ 6858000 h 6858000"/>
              <a:gd name="connsiteX290" fmla="*/ 4368888 w 7467600"/>
              <a:gd name="connsiteY290" fmla="*/ 6668412 h 6858000"/>
              <a:gd name="connsiteX291" fmla="*/ 4563091 w 7467600"/>
              <a:gd name="connsiteY291" fmla="*/ 6442508 h 6858000"/>
              <a:gd name="connsiteX292" fmla="*/ 5387324 w 7467600"/>
              <a:gd name="connsiteY292" fmla="*/ 5705830 h 6858000"/>
              <a:gd name="connsiteX293" fmla="*/ 5073620 w 7467600"/>
              <a:gd name="connsiteY293" fmla="*/ 5955437 h 6858000"/>
              <a:gd name="connsiteX294" fmla="*/ 4689789 w 7467600"/>
              <a:gd name="connsiteY294" fmla="*/ 6268382 h 6858000"/>
              <a:gd name="connsiteX295" fmla="*/ 4418722 w 7467600"/>
              <a:gd name="connsiteY295" fmla="*/ 6570886 h 6858000"/>
              <a:gd name="connsiteX296" fmla="*/ 4214944 w 7467600"/>
              <a:gd name="connsiteY296" fmla="*/ 6858000 h 6858000"/>
              <a:gd name="connsiteX297" fmla="*/ 4177898 w 7467600"/>
              <a:gd name="connsiteY297" fmla="*/ 6858000 h 6858000"/>
              <a:gd name="connsiteX298" fmla="*/ 4391597 w 7467600"/>
              <a:gd name="connsiteY298" fmla="*/ 6556370 h 6858000"/>
              <a:gd name="connsiteX299" fmla="*/ 4668889 w 7467600"/>
              <a:gd name="connsiteY299" fmla="*/ 6246399 h 6858000"/>
              <a:gd name="connsiteX300" fmla="*/ 5055427 w 7467600"/>
              <a:gd name="connsiteY300" fmla="*/ 5931476 h 6858000"/>
              <a:gd name="connsiteX301" fmla="*/ 5371814 w 7467600"/>
              <a:gd name="connsiteY301" fmla="*/ 5678975 h 6858000"/>
              <a:gd name="connsiteX302" fmla="*/ 4987918 w 7467600"/>
              <a:gd name="connsiteY302" fmla="*/ 5838701 h 6858000"/>
              <a:gd name="connsiteX303" fmla="*/ 4317146 w 7467600"/>
              <a:gd name="connsiteY303" fmla="*/ 6587716 h 6858000"/>
              <a:gd name="connsiteX304" fmla="*/ 4171627 w 7467600"/>
              <a:gd name="connsiteY304" fmla="*/ 6858000 h 6858000"/>
              <a:gd name="connsiteX305" fmla="*/ 4081585 w 7467600"/>
              <a:gd name="connsiteY305" fmla="*/ 6858000 h 6858000"/>
              <a:gd name="connsiteX306" fmla="*/ 4238603 w 7467600"/>
              <a:gd name="connsiteY306" fmla="*/ 6559341 h 6858000"/>
              <a:gd name="connsiteX307" fmla="*/ 4778333 w 7467600"/>
              <a:gd name="connsiteY307" fmla="*/ 5873626 h 6858000"/>
              <a:gd name="connsiteX308" fmla="*/ 5414185 w 7467600"/>
              <a:gd name="connsiteY308" fmla="*/ 5573882 h 6858000"/>
              <a:gd name="connsiteX309" fmla="*/ 5959648 w 7467600"/>
              <a:gd name="connsiteY309" fmla="*/ 4760797 h 6858000"/>
              <a:gd name="connsiteX310" fmla="*/ 5355019 w 7467600"/>
              <a:gd name="connsiteY310" fmla="*/ 4734672 h 6858000"/>
              <a:gd name="connsiteX311" fmla="*/ 5083565 w 7467600"/>
              <a:gd name="connsiteY311" fmla="*/ 5179121 h 6858000"/>
              <a:gd name="connsiteX312" fmla="*/ 4713577 w 7467600"/>
              <a:gd name="connsiteY312" fmla="*/ 5616803 h 6858000"/>
              <a:gd name="connsiteX313" fmla="*/ 3989559 w 7467600"/>
              <a:gd name="connsiteY313" fmla="*/ 6145945 h 6858000"/>
              <a:gd name="connsiteX314" fmla="*/ 3939824 w 7467600"/>
              <a:gd name="connsiteY314" fmla="*/ 6066900 h 6858000"/>
              <a:gd name="connsiteX315" fmla="*/ 4584537 w 7467600"/>
              <a:gd name="connsiteY315" fmla="*/ 5324826 h 6858000"/>
              <a:gd name="connsiteX316" fmla="*/ 5037105 w 7467600"/>
              <a:gd name="connsiteY316" fmla="*/ 5088765 h 6858000"/>
              <a:gd name="connsiteX317" fmla="*/ 5039930 w 7467600"/>
              <a:gd name="connsiteY317" fmla="*/ 5089585 h 6858000"/>
              <a:gd name="connsiteX318" fmla="*/ 5263764 w 7467600"/>
              <a:gd name="connsiteY318" fmla="*/ 4735525 h 6858000"/>
              <a:gd name="connsiteX319" fmla="*/ 4086300 w 7467600"/>
              <a:gd name="connsiteY319" fmla="*/ 4884599 h 6858000"/>
              <a:gd name="connsiteX320" fmla="*/ 4085485 w 7467600"/>
              <a:gd name="connsiteY320" fmla="*/ 4899070 h 6858000"/>
              <a:gd name="connsiteX321" fmla="*/ 3871915 w 7467600"/>
              <a:gd name="connsiteY321" fmla="*/ 5253645 h 6858000"/>
              <a:gd name="connsiteX322" fmla="*/ 3799374 w 7467600"/>
              <a:gd name="connsiteY322" fmla="*/ 5466127 h 6858000"/>
              <a:gd name="connsiteX323" fmla="*/ 3498850 w 7467600"/>
              <a:gd name="connsiteY323" fmla="*/ 6661888 h 6858000"/>
              <a:gd name="connsiteX324" fmla="*/ 3399216 w 7467600"/>
              <a:gd name="connsiteY324" fmla="*/ 6858000 h 6858000"/>
              <a:gd name="connsiteX325" fmla="*/ 3303688 w 7467600"/>
              <a:gd name="connsiteY325" fmla="*/ 6858000 h 6858000"/>
              <a:gd name="connsiteX326" fmla="*/ 3391774 w 7467600"/>
              <a:gd name="connsiteY326" fmla="*/ 6697181 h 6858000"/>
              <a:gd name="connsiteX327" fmla="*/ 3735540 w 7467600"/>
              <a:gd name="connsiteY327" fmla="*/ 5546923 h 6858000"/>
              <a:gd name="connsiteX328" fmla="*/ 3729438 w 7467600"/>
              <a:gd name="connsiteY328" fmla="*/ 5569058 h 6858000"/>
              <a:gd name="connsiteX329" fmla="*/ 3707782 w 7467600"/>
              <a:gd name="connsiteY329" fmla="*/ 5644908 h 6858000"/>
              <a:gd name="connsiteX330" fmla="*/ 3583827 w 7467600"/>
              <a:gd name="connsiteY330" fmla="*/ 6039215 h 6858000"/>
              <a:gd name="connsiteX331" fmla="*/ 3547861 w 7467600"/>
              <a:gd name="connsiteY331" fmla="*/ 6129609 h 6858000"/>
              <a:gd name="connsiteX332" fmla="*/ 3490905 w 7467600"/>
              <a:gd name="connsiteY332" fmla="*/ 6277660 h 6858000"/>
              <a:gd name="connsiteX333" fmla="*/ 3455859 w 7467600"/>
              <a:gd name="connsiteY333" fmla="*/ 6391301 h 6858000"/>
              <a:gd name="connsiteX334" fmla="*/ 3429112 w 7467600"/>
              <a:gd name="connsiteY334" fmla="*/ 6479469 h 6858000"/>
              <a:gd name="connsiteX335" fmla="*/ 3304862 w 7467600"/>
              <a:gd name="connsiteY335" fmla="*/ 6796476 h 6858000"/>
              <a:gd name="connsiteX336" fmla="*/ 3276071 w 7467600"/>
              <a:gd name="connsiteY336" fmla="*/ 6858000 h 6858000"/>
              <a:gd name="connsiteX337" fmla="*/ 3240805 w 7467600"/>
              <a:gd name="connsiteY337" fmla="*/ 6858000 h 6858000"/>
              <a:gd name="connsiteX338" fmla="*/ 3275917 w 7467600"/>
              <a:gd name="connsiteY338" fmla="*/ 6783192 h 6858000"/>
              <a:gd name="connsiteX339" fmla="*/ 3399358 w 7467600"/>
              <a:gd name="connsiteY339" fmla="*/ 6469011 h 6858000"/>
              <a:gd name="connsiteX340" fmla="*/ 3425650 w 7467600"/>
              <a:gd name="connsiteY340" fmla="*/ 6381333 h 6858000"/>
              <a:gd name="connsiteX341" fmla="*/ 3460661 w 7467600"/>
              <a:gd name="connsiteY341" fmla="*/ 6266763 h 6858000"/>
              <a:gd name="connsiteX342" fmla="*/ 3518021 w 7467600"/>
              <a:gd name="connsiteY342" fmla="*/ 6117298 h 6858000"/>
              <a:gd name="connsiteX343" fmla="*/ 3554035 w 7467600"/>
              <a:gd name="connsiteY343" fmla="*/ 6027832 h 6858000"/>
              <a:gd name="connsiteX344" fmla="*/ 3677174 w 7467600"/>
              <a:gd name="connsiteY344" fmla="*/ 5636351 h 6858000"/>
              <a:gd name="connsiteX345" fmla="*/ 3698819 w 7467600"/>
              <a:gd name="connsiteY345" fmla="*/ 5560503 h 6858000"/>
              <a:gd name="connsiteX346" fmla="*/ 3702094 w 7467600"/>
              <a:gd name="connsiteY346" fmla="*/ 5549194 h 6858000"/>
              <a:gd name="connsiteX347" fmla="*/ 3398355 w 7467600"/>
              <a:gd name="connsiteY347" fmla="*/ 6094603 h 6858000"/>
              <a:gd name="connsiteX348" fmla="*/ 3193941 w 7467600"/>
              <a:gd name="connsiteY348" fmla="*/ 6798775 h 6858000"/>
              <a:gd name="connsiteX349" fmla="*/ 3184140 w 7467600"/>
              <a:gd name="connsiteY349" fmla="*/ 6858000 h 6858000"/>
              <a:gd name="connsiteX350" fmla="*/ 3099978 w 7467600"/>
              <a:gd name="connsiteY350" fmla="*/ 6858000 h 6858000"/>
              <a:gd name="connsiteX351" fmla="*/ 3101556 w 7467600"/>
              <a:gd name="connsiteY351" fmla="*/ 6843337 h 6858000"/>
              <a:gd name="connsiteX352" fmla="*/ 3370162 w 7467600"/>
              <a:gd name="connsiteY352" fmla="*/ 5785550 h 6858000"/>
              <a:gd name="connsiteX353" fmla="*/ 3746477 w 7467600"/>
              <a:gd name="connsiteY353" fmla="*/ 5377889 h 6858000"/>
              <a:gd name="connsiteX354" fmla="*/ 3863399 w 7467600"/>
              <a:gd name="connsiteY354" fmla="*/ 5087257 h 6858000"/>
              <a:gd name="connsiteX355" fmla="*/ 3968712 w 7467600"/>
              <a:gd name="connsiteY355" fmla="*/ 4913989 h 6858000"/>
              <a:gd name="connsiteX356" fmla="*/ 2792390 w 7467600"/>
              <a:gd name="connsiteY356" fmla="*/ 5382974 h 6858000"/>
              <a:gd name="connsiteX357" fmla="*/ 2714982 w 7467600"/>
              <a:gd name="connsiteY357" fmla="*/ 5427051 h 6858000"/>
              <a:gd name="connsiteX358" fmla="*/ 2813361 w 7467600"/>
              <a:gd name="connsiteY358" fmla="*/ 6023912 h 6858000"/>
              <a:gd name="connsiteX359" fmla="*/ 2688430 w 7467600"/>
              <a:gd name="connsiteY359" fmla="*/ 6801564 h 6858000"/>
              <a:gd name="connsiteX360" fmla="*/ 2629626 w 7467600"/>
              <a:gd name="connsiteY360" fmla="*/ 6763394 h 6858000"/>
              <a:gd name="connsiteX361" fmla="*/ 2565328 w 7467600"/>
              <a:gd name="connsiteY361" fmla="*/ 5516399 h 6858000"/>
              <a:gd name="connsiteX362" fmla="*/ 1922999 w 7467600"/>
              <a:gd name="connsiteY362" fmla="*/ 5980343 h 6858000"/>
              <a:gd name="connsiteX363" fmla="*/ 1950261 w 7467600"/>
              <a:gd name="connsiteY363" fmla="*/ 6405858 h 6858000"/>
              <a:gd name="connsiteX364" fmla="*/ 2365554 w 7467600"/>
              <a:gd name="connsiteY364" fmla="*/ 6759107 h 6858000"/>
              <a:gd name="connsiteX365" fmla="*/ 2424142 w 7467600"/>
              <a:gd name="connsiteY365" fmla="*/ 6858000 h 6858000"/>
              <a:gd name="connsiteX366" fmla="*/ 2395994 w 7467600"/>
              <a:gd name="connsiteY366" fmla="*/ 6858000 h 6858000"/>
              <a:gd name="connsiteX367" fmla="*/ 2392863 w 7467600"/>
              <a:gd name="connsiteY367" fmla="*/ 6852964 h 6858000"/>
              <a:gd name="connsiteX368" fmla="*/ 2017589 w 7467600"/>
              <a:gd name="connsiteY368" fmla="*/ 6493982 h 6858000"/>
              <a:gd name="connsiteX369" fmla="*/ 2147336 w 7467600"/>
              <a:gd name="connsiteY369" fmla="*/ 6594052 h 6858000"/>
              <a:gd name="connsiteX370" fmla="*/ 2207047 w 7467600"/>
              <a:gd name="connsiteY370" fmla="*/ 6654540 h 6858000"/>
              <a:gd name="connsiteX371" fmla="*/ 2299106 w 7467600"/>
              <a:gd name="connsiteY371" fmla="*/ 6778931 h 6858000"/>
              <a:gd name="connsiteX372" fmla="*/ 2314430 w 7467600"/>
              <a:gd name="connsiteY372" fmla="*/ 6801144 h 6858000"/>
              <a:gd name="connsiteX373" fmla="*/ 2352406 w 7467600"/>
              <a:gd name="connsiteY373" fmla="*/ 6858000 h 6858000"/>
              <a:gd name="connsiteX374" fmla="*/ 2314492 w 7467600"/>
              <a:gd name="connsiteY374" fmla="*/ 6858000 h 6858000"/>
              <a:gd name="connsiteX375" fmla="*/ 2288095 w 7467600"/>
              <a:gd name="connsiteY375" fmla="*/ 6818030 h 6858000"/>
              <a:gd name="connsiteX376" fmla="*/ 2272768 w 7467600"/>
              <a:gd name="connsiteY376" fmla="*/ 6795822 h 6858000"/>
              <a:gd name="connsiteX377" fmla="*/ 2182715 w 7467600"/>
              <a:gd name="connsiteY377" fmla="*/ 6675071 h 6858000"/>
              <a:gd name="connsiteX378" fmla="*/ 2032061 w 7467600"/>
              <a:gd name="connsiteY378" fmla="*/ 6541380 h 6858000"/>
              <a:gd name="connsiteX379" fmla="*/ 2257220 w 7467600"/>
              <a:gd name="connsiteY379" fmla="*/ 6826257 h 6858000"/>
              <a:gd name="connsiteX380" fmla="*/ 2281324 w 7467600"/>
              <a:gd name="connsiteY380" fmla="*/ 6858000 h 6858000"/>
              <a:gd name="connsiteX381" fmla="*/ 2242860 w 7467600"/>
              <a:gd name="connsiteY381" fmla="*/ 6858000 h 6858000"/>
              <a:gd name="connsiteX382" fmla="*/ 2232818 w 7467600"/>
              <a:gd name="connsiteY382" fmla="*/ 6844926 h 6858000"/>
              <a:gd name="connsiteX383" fmla="*/ 1990172 w 7467600"/>
              <a:gd name="connsiteY383" fmla="*/ 6542121 h 6858000"/>
              <a:gd name="connsiteX384" fmla="*/ 2124090 w 7467600"/>
              <a:gd name="connsiteY384" fmla="*/ 6761017 h 6858000"/>
              <a:gd name="connsiteX385" fmla="*/ 2200380 w 7467600"/>
              <a:gd name="connsiteY385" fmla="*/ 6858000 h 6858000"/>
              <a:gd name="connsiteX386" fmla="*/ 2147507 w 7467600"/>
              <a:gd name="connsiteY386" fmla="*/ 6858000 h 6858000"/>
              <a:gd name="connsiteX387" fmla="*/ 2070668 w 7467600"/>
              <a:gd name="connsiteY387" fmla="*/ 6761520 h 6858000"/>
              <a:gd name="connsiteX388" fmla="*/ 1975142 w 7467600"/>
              <a:gd name="connsiteY388" fmla="*/ 6585570 h 6858000"/>
              <a:gd name="connsiteX389" fmla="*/ 2050035 w 7467600"/>
              <a:gd name="connsiteY389" fmla="*/ 6813345 h 6858000"/>
              <a:gd name="connsiteX390" fmla="*/ 2063025 w 7467600"/>
              <a:gd name="connsiteY390" fmla="*/ 6858000 h 6858000"/>
              <a:gd name="connsiteX391" fmla="*/ 2021675 w 7467600"/>
              <a:gd name="connsiteY391" fmla="*/ 6858000 h 6858000"/>
              <a:gd name="connsiteX392" fmla="*/ 2019308 w 7467600"/>
              <a:gd name="connsiteY392" fmla="*/ 6847118 h 6858000"/>
              <a:gd name="connsiteX393" fmla="*/ 1938835 w 7467600"/>
              <a:gd name="connsiteY393" fmla="*/ 6551160 h 6858000"/>
              <a:gd name="connsiteX394" fmla="*/ 1953230 w 7467600"/>
              <a:gd name="connsiteY394" fmla="*/ 6759699 h 6858000"/>
              <a:gd name="connsiteX395" fmla="*/ 1956763 w 7467600"/>
              <a:gd name="connsiteY395" fmla="*/ 6778191 h 6858000"/>
              <a:gd name="connsiteX396" fmla="*/ 1967925 w 7467600"/>
              <a:gd name="connsiteY396" fmla="*/ 6858000 h 6858000"/>
              <a:gd name="connsiteX397" fmla="*/ 1936622 w 7467600"/>
              <a:gd name="connsiteY397" fmla="*/ 6858000 h 6858000"/>
              <a:gd name="connsiteX398" fmla="*/ 1926261 w 7467600"/>
              <a:gd name="connsiteY398" fmla="*/ 6784064 h 6858000"/>
              <a:gd name="connsiteX399" fmla="*/ 1922724 w 7467600"/>
              <a:gd name="connsiteY399" fmla="*/ 6765577 h 6858000"/>
              <a:gd name="connsiteX400" fmla="*/ 1904650 w 7467600"/>
              <a:gd name="connsiteY400" fmla="*/ 6639616 h 6858000"/>
              <a:gd name="connsiteX401" fmla="*/ 1885273 w 7467600"/>
              <a:gd name="connsiteY401" fmla="*/ 6858000 h 6858000"/>
              <a:gd name="connsiteX402" fmla="*/ 1854363 w 7467600"/>
              <a:gd name="connsiteY402" fmla="*/ 6858000 h 6858000"/>
              <a:gd name="connsiteX403" fmla="*/ 1880391 w 7467600"/>
              <a:gd name="connsiteY403" fmla="*/ 6603796 h 6858000"/>
              <a:gd name="connsiteX404" fmla="*/ 1818273 w 7467600"/>
              <a:gd name="connsiteY404" fmla="*/ 6715729 h 6858000"/>
              <a:gd name="connsiteX405" fmla="*/ 1794691 w 7467600"/>
              <a:gd name="connsiteY405" fmla="*/ 6843239 h 6858000"/>
              <a:gd name="connsiteX406" fmla="*/ 1794914 w 7467600"/>
              <a:gd name="connsiteY406" fmla="*/ 6858000 h 6858000"/>
              <a:gd name="connsiteX407" fmla="*/ 1746128 w 7467600"/>
              <a:gd name="connsiteY407" fmla="*/ 6858000 h 6858000"/>
              <a:gd name="connsiteX408" fmla="*/ 1753934 w 7467600"/>
              <a:gd name="connsiteY408" fmla="*/ 6724796 h 6858000"/>
              <a:gd name="connsiteX409" fmla="*/ 1792053 w 7467600"/>
              <a:gd name="connsiteY409" fmla="*/ 6572396 h 6858000"/>
              <a:gd name="connsiteX410" fmla="*/ 1862248 w 7467600"/>
              <a:gd name="connsiteY410" fmla="*/ 6266397 h 6858000"/>
              <a:gd name="connsiteX411" fmla="*/ 1862250 w 7467600"/>
              <a:gd name="connsiteY411" fmla="*/ 6033531 h 6858000"/>
              <a:gd name="connsiteX412" fmla="*/ 1211999 w 7467600"/>
              <a:gd name="connsiteY412" fmla="*/ 6683610 h 6858000"/>
              <a:gd name="connsiteX413" fmla="*/ 1213266 w 7467600"/>
              <a:gd name="connsiteY413" fmla="*/ 6691947 h 6858000"/>
              <a:gd name="connsiteX414" fmla="*/ 1203370 w 7467600"/>
              <a:gd name="connsiteY414" fmla="*/ 6850676 h 6858000"/>
              <a:gd name="connsiteX415" fmla="*/ 1203671 w 7467600"/>
              <a:gd name="connsiteY415" fmla="*/ 6858000 h 6858000"/>
              <a:gd name="connsiteX416" fmla="*/ 1143180 w 7467600"/>
              <a:gd name="connsiteY416" fmla="*/ 6858000 h 6858000"/>
              <a:gd name="connsiteX417" fmla="*/ 1142176 w 7467600"/>
              <a:gd name="connsiteY417" fmla="*/ 6766045 h 6858000"/>
              <a:gd name="connsiteX418" fmla="*/ 1067484 w 7467600"/>
              <a:gd name="connsiteY418" fmla="*/ 6858000 h 6858000"/>
              <a:gd name="connsiteX419" fmla="*/ 953928 w 7467600"/>
              <a:gd name="connsiteY419" fmla="*/ 6858000 h 6858000"/>
              <a:gd name="connsiteX420" fmla="*/ 959715 w 7467600"/>
              <a:gd name="connsiteY420" fmla="*/ 6850185 h 6858000"/>
              <a:gd name="connsiteX421" fmla="*/ 1483788 w 7467600"/>
              <a:gd name="connsiteY421" fmla="*/ 6259174 h 6858000"/>
              <a:gd name="connsiteX422" fmla="*/ 1100671 w 7467600"/>
              <a:gd name="connsiteY422" fmla="*/ 6252137 h 6858000"/>
              <a:gd name="connsiteX423" fmla="*/ 1090144 w 7467600"/>
              <a:gd name="connsiteY423" fmla="*/ 6256748 h 6858000"/>
              <a:gd name="connsiteX424" fmla="*/ 1095872 w 7467600"/>
              <a:gd name="connsiteY424" fmla="*/ 6271892 h 6858000"/>
              <a:gd name="connsiteX425" fmla="*/ 262785 w 7467600"/>
              <a:gd name="connsiteY425" fmla="*/ 6845450 h 6858000"/>
              <a:gd name="connsiteX426" fmla="*/ 209968 w 7467600"/>
              <a:gd name="connsiteY426" fmla="*/ 6770713 h 6858000"/>
              <a:gd name="connsiteX427" fmla="*/ 873460 w 7467600"/>
              <a:gd name="connsiteY427" fmla="*/ 6253768 h 6858000"/>
              <a:gd name="connsiteX428" fmla="*/ 192686 w 7467600"/>
              <a:gd name="connsiteY428" fmla="*/ 5849257 h 6858000"/>
              <a:gd name="connsiteX429" fmla="*/ 4696 w 7467600"/>
              <a:gd name="connsiteY429" fmla="*/ 5697668 h 6858000"/>
              <a:gd name="connsiteX430" fmla="*/ 0 w 7467600"/>
              <a:gd name="connsiteY430" fmla="*/ 5689984 h 6858000"/>
              <a:gd name="connsiteX431" fmla="*/ 0 w 7467600"/>
              <a:gd name="connsiteY431" fmla="*/ 5513472 h 6858000"/>
              <a:gd name="connsiteX432" fmla="*/ 174101 w 7467600"/>
              <a:gd name="connsiteY432" fmla="*/ 5620277 h 6858000"/>
              <a:gd name="connsiteX433" fmla="*/ 891800 w 7467600"/>
              <a:gd name="connsiteY433" fmla="*/ 6036935 h 6858000"/>
              <a:gd name="connsiteX434" fmla="*/ 1072219 w 7467600"/>
              <a:gd name="connsiteY434" fmla="*/ 6169443 h 6858000"/>
              <a:gd name="connsiteX435" fmla="*/ 1074117 w 7467600"/>
              <a:gd name="connsiteY435" fmla="*/ 6170301 h 6858000"/>
              <a:gd name="connsiteX436" fmla="*/ 1083114 w 7467600"/>
              <a:gd name="connsiteY436" fmla="*/ 6174131 h 6858000"/>
              <a:gd name="connsiteX437" fmla="*/ 1543010 w 7467600"/>
              <a:gd name="connsiteY437" fmla="*/ 6191140 h 6858000"/>
              <a:gd name="connsiteX438" fmla="*/ 1551080 w 7467600"/>
              <a:gd name="connsiteY438" fmla="*/ 6195006 h 6858000"/>
              <a:gd name="connsiteX439" fmla="*/ 2345443 w 7467600"/>
              <a:gd name="connsiteY439" fmla="*/ 5549882 h 6858000"/>
              <a:gd name="connsiteX440" fmla="*/ 1721499 w 7467600"/>
              <a:gd name="connsiteY440" fmla="*/ 5599969 h 6858000"/>
              <a:gd name="connsiteX441" fmla="*/ 767716 w 7467600"/>
              <a:gd name="connsiteY441" fmla="*/ 5472768 h 6858000"/>
              <a:gd name="connsiteX442" fmla="*/ 722147 w 7467600"/>
              <a:gd name="connsiteY442" fmla="*/ 5393091 h 6858000"/>
              <a:gd name="connsiteX443" fmla="*/ 1485552 w 7467600"/>
              <a:gd name="connsiteY443" fmla="*/ 5313202 h 6858000"/>
              <a:gd name="connsiteX444" fmla="*/ 2143004 w 7467600"/>
              <a:gd name="connsiteY444" fmla="*/ 5402420 h 6858000"/>
              <a:gd name="connsiteX445" fmla="*/ 1933391 w 7467600"/>
              <a:gd name="connsiteY445" fmla="*/ 5156971 h 6858000"/>
              <a:gd name="connsiteX446" fmla="*/ 1827118 w 7467600"/>
              <a:gd name="connsiteY446" fmla="*/ 4968410 h 6858000"/>
              <a:gd name="connsiteX447" fmla="*/ 1837349 w 7467600"/>
              <a:gd name="connsiteY447" fmla="*/ 4956357 h 6858000"/>
              <a:gd name="connsiteX448" fmla="*/ 2162835 w 7467600"/>
              <a:gd name="connsiteY448" fmla="*/ 5187853 h 6858000"/>
              <a:gd name="connsiteX449" fmla="*/ 2257167 w 7467600"/>
              <a:gd name="connsiteY449" fmla="*/ 5462123 h 6858000"/>
              <a:gd name="connsiteX450" fmla="*/ 2261598 w 7467600"/>
              <a:gd name="connsiteY450" fmla="*/ 5467998 h 6858000"/>
              <a:gd name="connsiteX451" fmla="*/ 2437177 w 7467600"/>
              <a:gd name="connsiteY451" fmla="*/ 5479608 h 6858000"/>
              <a:gd name="connsiteX452" fmla="*/ 2445247 w 7467600"/>
              <a:gd name="connsiteY452" fmla="*/ 5483476 h 6858000"/>
              <a:gd name="connsiteX453" fmla="*/ 2743626 w 7467600"/>
              <a:gd name="connsiteY453" fmla="*/ 5304819 h 6858000"/>
              <a:gd name="connsiteX454" fmla="*/ 3048102 w 7467600"/>
              <a:gd name="connsiteY454" fmla="*/ 5150595 h 6858000"/>
              <a:gd name="connsiteX455" fmla="*/ 1799414 w 7467600"/>
              <a:gd name="connsiteY455" fmla="*/ 4694732 h 6858000"/>
              <a:gd name="connsiteX456" fmla="*/ 1771735 w 7467600"/>
              <a:gd name="connsiteY456" fmla="*/ 4619929 h 6858000"/>
              <a:gd name="connsiteX457" fmla="*/ 3104273 w 7467600"/>
              <a:gd name="connsiteY457" fmla="*/ 5076159 h 6858000"/>
              <a:gd name="connsiteX458" fmla="*/ 3113245 w 7467600"/>
              <a:gd name="connsiteY458" fmla="*/ 5090705 h 6858000"/>
              <a:gd name="connsiteX459" fmla="*/ 3126294 w 7467600"/>
              <a:gd name="connsiteY459" fmla="*/ 5114400 h 6858000"/>
              <a:gd name="connsiteX460" fmla="*/ 3937433 w 7467600"/>
              <a:gd name="connsiteY460" fmla="*/ 4830473 h 6858000"/>
              <a:gd name="connsiteX461" fmla="*/ 3590475 w 7467600"/>
              <a:gd name="connsiteY461" fmla="*/ 4597974 h 6858000"/>
              <a:gd name="connsiteX462" fmla="*/ 3100264 w 7467600"/>
              <a:gd name="connsiteY462" fmla="*/ 4579845 h 6858000"/>
              <a:gd name="connsiteX463" fmla="*/ 2183576 w 7467600"/>
              <a:gd name="connsiteY463" fmla="*/ 4227150 h 6858000"/>
              <a:gd name="connsiteX464" fmla="*/ 2151029 w 7467600"/>
              <a:gd name="connsiteY464" fmla="*/ 4146947 h 6858000"/>
              <a:gd name="connsiteX465" fmla="*/ 3563434 w 7467600"/>
              <a:gd name="connsiteY465" fmla="*/ 4469115 h 6858000"/>
              <a:gd name="connsiteX466" fmla="*/ 3177952 w 7467600"/>
              <a:gd name="connsiteY466" fmla="*/ 3657386 h 6858000"/>
              <a:gd name="connsiteX467" fmla="*/ 3189263 w 7467600"/>
              <a:gd name="connsiteY467" fmla="*/ 3625726 h 6858000"/>
              <a:gd name="connsiteX468" fmla="*/ 3560912 w 7467600"/>
              <a:gd name="connsiteY468" fmla="*/ 4079863 h 6858000"/>
              <a:gd name="connsiteX469" fmla="*/ 3626636 w 7467600"/>
              <a:gd name="connsiteY469" fmla="*/ 4512230 h 6858000"/>
              <a:gd name="connsiteX470" fmla="*/ 3653088 w 7467600"/>
              <a:gd name="connsiteY470" fmla="*/ 4521417 h 6858000"/>
              <a:gd name="connsiteX471" fmla="*/ 3988128 w 7467600"/>
              <a:gd name="connsiteY471" fmla="*/ 4817267 h 6858000"/>
              <a:gd name="connsiteX472" fmla="*/ 4830582 w 7467600"/>
              <a:gd name="connsiteY472" fmla="*/ 4676000 h 6858000"/>
              <a:gd name="connsiteX473" fmla="*/ 4830100 w 7467600"/>
              <a:gd name="connsiteY473" fmla="*/ 4675554 h 6858000"/>
              <a:gd name="connsiteX474" fmla="*/ 4036318 w 7467600"/>
              <a:gd name="connsiteY474" fmla="*/ 4147013 h 6858000"/>
              <a:gd name="connsiteX475" fmla="*/ 3432098 w 7467600"/>
              <a:gd name="connsiteY475" fmla="*/ 3537312 h 6858000"/>
              <a:gd name="connsiteX476" fmla="*/ 3446761 w 7467600"/>
              <a:gd name="connsiteY476" fmla="*/ 3461278 h 6858000"/>
              <a:gd name="connsiteX477" fmla="*/ 4419733 w 7467600"/>
              <a:gd name="connsiteY477" fmla="*/ 3963555 h 6858000"/>
              <a:gd name="connsiteX478" fmla="*/ 4781371 w 7467600"/>
              <a:gd name="connsiteY478" fmla="*/ 4458604 h 6858000"/>
              <a:gd name="connsiteX479" fmla="*/ 4780440 w 7467600"/>
              <a:gd name="connsiteY479" fmla="*/ 4470290 h 6858000"/>
              <a:gd name="connsiteX480" fmla="*/ 4898954 w 7467600"/>
              <a:gd name="connsiteY480" fmla="*/ 4662092 h 6858000"/>
              <a:gd name="connsiteX481" fmla="*/ 4900699 w 7467600"/>
              <a:gd name="connsiteY481" fmla="*/ 4670867 h 6858000"/>
              <a:gd name="connsiteX482" fmla="*/ 5714511 w 7467600"/>
              <a:gd name="connsiteY482" fmla="*/ 4663483 h 6858000"/>
              <a:gd name="connsiteX483" fmla="*/ 5464793 w 7467600"/>
              <a:gd name="connsiteY483" fmla="*/ 4393556 h 6858000"/>
              <a:gd name="connsiteX484" fmla="*/ 5461897 w 7467600"/>
              <a:gd name="connsiteY484" fmla="*/ 4390879 h 6858000"/>
              <a:gd name="connsiteX485" fmla="*/ 4294126 w 7467600"/>
              <a:gd name="connsiteY485" fmla="*/ 3303048 h 6858000"/>
              <a:gd name="connsiteX486" fmla="*/ 4305321 w 7467600"/>
              <a:gd name="connsiteY486" fmla="*/ 3256953 h 6858000"/>
              <a:gd name="connsiteX487" fmla="*/ 4949299 w 7467600"/>
              <a:gd name="connsiteY487" fmla="*/ 3766336 h 6858000"/>
              <a:gd name="connsiteX488" fmla="*/ 5291452 w 7467600"/>
              <a:gd name="connsiteY488" fmla="*/ 4076801 h 6858000"/>
              <a:gd name="connsiteX489" fmla="*/ 5434998 w 7467600"/>
              <a:gd name="connsiteY489" fmla="*/ 4254100 h 6858000"/>
              <a:gd name="connsiteX490" fmla="*/ 5351015 w 7467600"/>
              <a:gd name="connsiteY490" fmla="*/ 3760989 h 6858000"/>
              <a:gd name="connsiteX491" fmla="*/ 5413780 w 7467600"/>
              <a:gd name="connsiteY491" fmla="*/ 2966265 h 6858000"/>
              <a:gd name="connsiteX492" fmla="*/ 5425627 w 7467600"/>
              <a:gd name="connsiteY492" fmla="*/ 2954192 h 6858000"/>
              <a:gd name="connsiteX493" fmla="*/ 6604735 w 7467600"/>
              <a:gd name="connsiteY493" fmla="*/ 2041381 h 6858000"/>
              <a:gd name="connsiteX494" fmla="*/ 7204487 w 7467600"/>
              <a:gd name="connsiteY494" fmla="*/ 2742112 h 6858000"/>
              <a:gd name="connsiteX495" fmla="*/ 7131592 w 7467600"/>
              <a:gd name="connsiteY495" fmla="*/ 2672096 h 6858000"/>
              <a:gd name="connsiteX496" fmla="*/ 6996344 w 7467600"/>
              <a:gd name="connsiteY496" fmla="*/ 2518310 h 6858000"/>
              <a:gd name="connsiteX497" fmla="*/ 6735495 w 7467600"/>
              <a:gd name="connsiteY497" fmla="*/ 2196890 h 6858000"/>
              <a:gd name="connsiteX498" fmla="*/ 6721901 w 7467600"/>
              <a:gd name="connsiteY498" fmla="*/ 2179274 h 6858000"/>
              <a:gd name="connsiteX499" fmla="*/ 6604735 w 7467600"/>
              <a:gd name="connsiteY499" fmla="*/ 2041381 h 6858000"/>
              <a:gd name="connsiteX500" fmla="*/ 6591670 w 7467600"/>
              <a:gd name="connsiteY500" fmla="*/ 1988277 h 6858000"/>
              <a:gd name="connsiteX501" fmla="*/ 6747349 w 7467600"/>
              <a:gd name="connsiteY501" fmla="*/ 2160069 h 6858000"/>
              <a:gd name="connsiteX502" fmla="*/ 6760943 w 7467600"/>
              <a:gd name="connsiteY502" fmla="*/ 2177686 h 6858000"/>
              <a:gd name="connsiteX503" fmla="*/ 7021065 w 7467600"/>
              <a:gd name="connsiteY503" fmla="*/ 2498102 h 6858000"/>
              <a:gd name="connsiteX504" fmla="*/ 7155223 w 7467600"/>
              <a:gd name="connsiteY504" fmla="*/ 2650386 h 6858000"/>
              <a:gd name="connsiteX505" fmla="*/ 7203167 w 7467600"/>
              <a:gd name="connsiteY505" fmla="*/ 2697288 h 6858000"/>
              <a:gd name="connsiteX506" fmla="*/ 6937703 w 7467600"/>
              <a:gd name="connsiteY506" fmla="*/ 2321981 h 6858000"/>
              <a:gd name="connsiteX507" fmla="*/ 6591670 w 7467600"/>
              <a:gd name="connsiteY507" fmla="*/ 1988277 h 6858000"/>
              <a:gd name="connsiteX508" fmla="*/ 5798671 w 7467600"/>
              <a:gd name="connsiteY508" fmla="*/ 1981601 h 6858000"/>
              <a:gd name="connsiteX509" fmla="*/ 5754709 w 7467600"/>
              <a:gd name="connsiteY509" fmla="*/ 2071454 h 6858000"/>
              <a:gd name="connsiteX510" fmla="*/ 5763044 w 7467600"/>
              <a:gd name="connsiteY510" fmla="*/ 2842206 h 6858000"/>
              <a:gd name="connsiteX511" fmla="*/ 5764974 w 7467600"/>
              <a:gd name="connsiteY511" fmla="*/ 2799609 h 6858000"/>
              <a:gd name="connsiteX512" fmla="*/ 5767665 w 7467600"/>
              <a:gd name="connsiteY512" fmla="*/ 2666409 h 6858000"/>
              <a:gd name="connsiteX513" fmla="*/ 5763055 w 7467600"/>
              <a:gd name="connsiteY513" fmla="*/ 2579705 h 6858000"/>
              <a:gd name="connsiteX514" fmla="*/ 5758079 w 7467600"/>
              <a:gd name="connsiteY514" fmla="*/ 2492508 h 6858000"/>
              <a:gd name="connsiteX515" fmla="*/ 5779325 w 7467600"/>
              <a:gd name="connsiteY515" fmla="*/ 2197069 h 6858000"/>
              <a:gd name="connsiteX516" fmla="*/ 5798671 w 7467600"/>
              <a:gd name="connsiteY516" fmla="*/ 1981601 h 6858000"/>
              <a:gd name="connsiteX517" fmla="*/ 5829202 w 7467600"/>
              <a:gd name="connsiteY517" fmla="*/ 1971679 h 6858000"/>
              <a:gd name="connsiteX518" fmla="*/ 5809558 w 7467600"/>
              <a:gd name="connsiteY518" fmla="*/ 2198043 h 6858000"/>
              <a:gd name="connsiteX519" fmla="*/ 5788653 w 7467600"/>
              <a:gd name="connsiteY519" fmla="*/ 2489430 h 6858000"/>
              <a:gd name="connsiteX520" fmla="*/ 5793439 w 7467600"/>
              <a:gd name="connsiteY520" fmla="*/ 2575235 h 6858000"/>
              <a:gd name="connsiteX521" fmla="*/ 5796837 w 7467600"/>
              <a:gd name="connsiteY521" fmla="*/ 2637633 h 6858000"/>
              <a:gd name="connsiteX522" fmla="*/ 5818614 w 7467600"/>
              <a:gd name="connsiteY522" fmla="*/ 2473055 h 6858000"/>
              <a:gd name="connsiteX523" fmla="*/ 5829202 w 7467600"/>
              <a:gd name="connsiteY523" fmla="*/ 1971679 h 6858000"/>
              <a:gd name="connsiteX524" fmla="*/ 5911389 w 7467600"/>
              <a:gd name="connsiteY524" fmla="*/ 1898371 h 6858000"/>
              <a:gd name="connsiteX525" fmla="*/ 6237627 w 7467600"/>
              <a:gd name="connsiteY525" fmla="*/ 2231921 h 6858000"/>
              <a:gd name="connsiteX526" fmla="*/ 5911389 w 7467600"/>
              <a:gd name="connsiteY526" fmla="*/ 1898371 h 6858000"/>
              <a:gd name="connsiteX527" fmla="*/ 6944437 w 7467600"/>
              <a:gd name="connsiteY527" fmla="*/ 1575402 h 6858000"/>
              <a:gd name="connsiteX528" fmla="*/ 6304730 w 7467600"/>
              <a:gd name="connsiteY528" fmla="*/ 1766654 h 6858000"/>
              <a:gd name="connsiteX529" fmla="*/ 6944437 w 7467600"/>
              <a:gd name="connsiteY529" fmla="*/ 1575402 h 6858000"/>
              <a:gd name="connsiteX530" fmla="*/ 7019523 w 7467600"/>
              <a:gd name="connsiteY530" fmla="*/ 1519450 h 6858000"/>
              <a:gd name="connsiteX531" fmla="*/ 6298091 w 7467600"/>
              <a:gd name="connsiteY531" fmla="*/ 1737122 h 6858000"/>
              <a:gd name="connsiteX532" fmla="*/ 7019523 w 7467600"/>
              <a:gd name="connsiteY532" fmla="*/ 1519450 h 6858000"/>
              <a:gd name="connsiteX533" fmla="*/ 2399523 w 7467600"/>
              <a:gd name="connsiteY533" fmla="*/ 1428234 h 6858000"/>
              <a:gd name="connsiteX534" fmla="*/ 2224982 w 7467600"/>
              <a:gd name="connsiteY534" fmla="*/ 1826201 h 6858000"/>
              <a:gd name="connsiteX535" fmla="*/ 2096099 w 7467600"/>
              <a:gd name="connsiteY535" fmla="*/ 2345900 h 6858000"/>
              <a:gd name="connsiteX536" fmla="*/ 2283317 w 7467600"/>
              <a:gd name="connsiteY536" fmla="*/ 1796925 h 6858000"/>
              <a:gd name="connsiteX537" fmla="*/ 2399523 w 7467600"/>
              <a:gd name="connsiteY537" fmla="*/ 1428234 h 6858000"/>
              <a:gd name="connsiteX538" fmla="*/ 2448558 w 7467600"/>
              <a:gd name="connsiteY538" fmla="*/ 1373435 h 6858000"/>
              <a:gd name="connsiteX539" fmla="*/ 2312521 w 7467600"/>
              <a:gd name="connsiteY539" fmla="*/ 1806140 h 6858000"/>
              <a:gd name="connsiteX540" fmla="*/ 2127533 w 7467600"/>
              <a:gd name="connsiteY540" fmla="*/ 2348380 h 6858000"/>
              <a:gd name="connsiteX541" fmla="*/ 2358080 w 7467600"/>
              <a:gd name="connsiteY541" fmla="*/ 1866134 h 6858000"/>
              <a:gd name="connsiteX542" fmla="*/ 2407436 w 7467600"/>
              <a:gd name="connsiteY542" fmla="*/ 1651070 h 6858000"/>
              <a:gd name="connsiteX543" fmla="*/ 2448558 w 7467600"/>
              <a:gd name="connsiteY543" fmla="*/ 1373435 h 6858000"/>
              <a:gd name="connsiteX544" fmla="*/ 278707 w 7467600"/>
              <a:gd name="connsiteY544" fmla="*/ 1352270 h 6858000"/>
              <a:gd name="connsiteX545" fmla="*/ 321570 w 7467600"/>
              <a:gd name="connsiteY545" fmla="*/ 1861610 h 6858000"/>
              <a:gd name="connsiteX546" fmla="*/ 294281 w 7467600"/>
              <a:gd name="connsiteY546" fmla="*/ 1440658 h 6858000"/>
              <a:gd name="connsiteX547" fmla="*/ 278707 w 7467600"/>
              <a:gd name="connsiteY547" fmla="*/ 1352270 h 6858000"/>
              <a:gd name="connsiteX548" fmla="*/ 1423821 w 7467600"/>
              <a:gd name="connsiteY548" fmla="*/ 1351958 h 6858000"/>
              <a:gd name="connsiteX549" fmla="*/ 1638521 w 7467600"/>
              <a:gd name="connsiteY549" fmla="*/ 1908470 h 6858000"/>
              <a:gd name="connsiteX550" fmla="*/ 1754199 w 7467600"/>
              <a:gd name="connsiteY550" fmla="*/ 2149284 h 6858000"/>
              <a:gd name="connsiteX551" fmla="*/ 1908359 w 7467600"/>
              <a:gd name="connsiteY551" fmla="*/ 2364988 h 6858000"/>
              <a:gd name="connsiteX552" fmla="*/ 1647661 w 7467600"/>
              <a:gd name="connsiteY552" fmla="*/ 1825945 h 6858000"/>
              <a:gd name="connsiteX553" fmla="*/ 1423821 w 7467600"/>
              <a:gd name="connsiteY553" fmla="*/ 1351958 h 6858000"/>
              <a:gd name="connsiteX554" fmla="*/ 1431890 w 7467600"/>
              <a:gd name="connsiteY554" fmla="*/ 1306475 h 6858000"/>
              <a:gd name="connsiteX555" fmla="*/ 1507597 w 7467600"/>
              <a:gd name="connsiteY555" fmla="*/ 1446132 h 6858000"/>
              <a:gd name="connsiteX556" fmla="*/ 1674586 w 7467600"/>
              <a:gd name="connsiteY556" fmla="*/ 1813832 h 6858000"/>
              <a:gd name="connsiteX557" fmla="*/ 1815950 w 7467600"/>
              <a:gd name="connsiteY557" fmla="*/ 2128564 h 6858000"/>
              <a:gd name="connsiteX558" fmla="*/ 1984242 w 7467600"/>
              <a:gd name="connsiteY558" fmla="*/ 2430829 h 6858000"/>
              <a:gd name="connsiteX559" fmla="*/ 2014023 w 7467600"/>
              <a:gd name="connsiteY559" fmla="*/ 2450995 h 6858000"/>
              <a:gd name="connsiteX560" fmla="*/ 1747337 w 7467600"/>
              <a:gd name="connsiteY560" fmla="*/ 1855264 h 6858000"/>
              <a:gd name="connsiteX561" fmla="*/ 1533749 w 7467600"/>
              <a:gd name="connsiteY561" fmla="*/ 1478656 h 6858000"/>
              <a:gd name="connsiteX562" fmla="*/ 1431890 w 7467600"/>
              <a:gd name="connsiteY562" fmla="*/ 1306475 h 6858000"/>
              <a:gd name="connsiteX563" fmla="*/ 5052692 w 7467600"/>
              <a:gd name="connsiteY563" fmla="*/ 1292994 h 6858000"/>
              <a:gd name="connsiteX564" fmla="*/ 5200661 w 7467600"/>
              <a:gd name="connsiteY564" fmla="*/ 1635186 h 6858000"/>
              <a:gd name="connsiteX565" fmla="*/ 5297138 w 7467600"/>
              <a:gd name="connsiteY565" fmla="*/ 1906351 h 6858000"/>
              <a:gd name="connsiteX566" fmla="*/ 5052692 w 7467600"/>
              <a:gd name="connsiteY566" fmla="*/ 1292994 h 6858000"/>
              <a:gd name="connsiteX567" fmla="*/ 5009948 w 7467600"/>
              <a:gd name="connsiteY567" fmla="*/ 1273619 h 6858000"/>
              <a:gd name="connsiteX568" fmla="*/ 5121777 w 7467600"/>
              <a:gd name="connsiteY568" fmla="*/ 1654213 h 6858000"/>
              <a:gd name="connsiteX569" fmla="*/ 5293545 w 7467600"/>
              <a:gd name="connsiteY569" fmla="*/ 2072247 h 6858000"/>
              <a:gd name="connsiteX570" fmla="*/ 5294042 w 7467600"/>
              <a:gd name="connsiteY570" fmla="*/ 2065019 h 6858000"/>
              <a:gd name="connsiteX571" fmla="*/ 5171936 w 7467600"/>
              <a:gd name="connsiteY571" fmla="*/ 1647613 h 6858000"/>
              <a:gd name="connsiteX572" fmla="*/ 5009948 w 7467600"/>
              <a:gd name="connsiteY572" fmla="*/ 1273619 h 6858000"/>
              <a:gd name="connsiteX573" fmla="*/ 655236 w 7467600"/>
              <a:gd name="connsiteY573" fmla="*/ 1268632 h 6858000"/>
              <a:gd name="connsiteX574" fmla="*/ 839521 w 7467600"/>
              <a:gd name="connsiteY574" fmla="*/ 1685315 h 6858000"/>
              <a:gd name="connsiteX575" fmla="*/ 1109416 w 7467600"/>
              <a:gd name="connsiteY575" fmla="*/ 2061663 h 6858000"/>
              <a:gd name="connsiteX576" fmla="*/ 1298300 w 7467600"/>
              <a:gd name="connsiteY576" fmla="*/ 2247742 h 6858000"/>
              <a:gd name="connsiteX577" fmla="*/ 1125871 w 7467600"/>
              <a:gd name="connsiteY577" fmla="*/ 1989513 h 6858000"/>
              <a:gd name="connsiteX578" fmla="*/ 981574 w 7467600"/>
              <a:gd name="connsiteY578" fmla="*/ 1783157 h 6858000"/>
              <a:gd name="connsiteX579" fmla="*/ 922198 w 7467600"/>
              <a:gd name="connsiteY579" fmla="*/ 1677437 h 6858000"/>
              <a:gd name="connsiteX580" fmla="*/ 869293 w 7467600"/>
              <a:gd name="connsiteY580" fmla="*/ 1583214 h 6858000"/>
              <a:gd name="connsiteX581" fmla="*/ 751431 w 7467600"/>
              <a:gd name="connsiteY581" fmla="*/ 1405731 h 6858000"/>
              <a:gd name="connsiteX582" fmla="*/ 655236 w 7467600"/>
              <a:gd name="connsiteY582" fmla="*/ 1268632 h 6858000"/>
              <a:gd name="connsiteX583" fmla="*/ 6516292 w 7467600"/>
              <a:gd name="connsiteY583" fmla="*/ 1263064 h 6858000"/>
              <a:gd name="connsiteX584" fmla="*/ 5736320 w 7467600"/>
              <a:gd name="connsiteY584" fmla="*/ 1501803 h 6858000"/>
              <a:gd name="connsiteX585" fmla="*/ 6516292 w 7467600"/>
              <a:gd name="connsiteY585" fmla="*/ 1263064 h 6858000"/>
              <a:gd name="connsiteX586" fmla="*/ 291466 w 7467600"/>
              <a:gd name="connsiteY586" fmla="*/ 1250369 h 6858000"/>
              <a:gd name="connsiteX587" fmla="*/ 323180 w 7467600"/>
              <a:gd name="connsiteY587" fmla="*/ 1435283 h 6858000"/>
              <a:gd name="connsiteX588" fmla="*/ 349381 w 7467600"/>
              <a:gd name="connsiteY588" fmla="*/ 1875041 h 6858000"/>
              <a:gd name="connsiteX589" fmla="*/ 374363 w 7467600"/>
              <a:gd name="connsiteY589" fmla="*/ 1506494 h 6858000"/>
              <a:gd name="connsiteX590" fmla="*/ 302168 w 7467600"/>
              <a:gd name="connsiteY590" fmla="*/ 1274495 h 6858000"/>
              <a:gd name="connsiteX591" fmla="*/ 291466 w 7467600"/>
              <a:gd name="connsiteY591" fmla="*/ 1250369 h 6858000"/>
              <a:gd name="connsiteX592" fmla="*/ 678222 w 7467600"/>
              <a:gd name="connsiteY592" fmla="*/ 1248670 h 6858000"/>
              <a:gd name="connsiteX593" fmla="*/ 775536 w 7467600"/>
              <a:gd name="connsiteY593" fmla="*/ 1388015 h 6858000"/>
              <a:gd name="connsiteX594" fmla="*/ 894529 w 7467600"/>
              <a:gd name="connsiteY594" fmla="*/ 1567739 h 6858000"/>
              <a:gd name="connsiteX595" fmla="*/ 948000 w 7467600"/>
              <a:gd name="connsiteY595" fmla="*/ 1663088 h 6858000"/>
              <a:gd name="connsiteX596" fmla="*/ 1006812 w 7467600"/>
              <a:gd name="connsiteY596" fmla="*/ 1767683 h 6858000"/>
              <a:gd name="connsiteX597" fmla="*/ 1149133 w 7467600"/>
              <a:gd name="connsiteY597" fmla="*/ 1971513 h 6858000"/>
              <a:gd name="connsiteX598" fmla="*/ 1333952 w 7467600"/>
              <a:gd name="connsiteY598" fmla="*/ 2251620 h 6858000"/>
              <a:gd name="connsiteX599" fmla="*/ 1337329 w 7467600"/>
              <a:gd name="connsiteY599" fmla="*/ 2258350 h 6858000"/>
              <a:gd name="connsiteX600" fmla="*/ 1014726 w 7467600"/>
              <a:gd name="connsiteY600" fmla="*/ 1615556 h 6858000"/>
              <a:gd name="connsiteX601" fmla="*/ 678222 w 7467600"/>
              <a:gd name="connsiteY601" fmla="*/ 1248670 h 6858000"/>
              <a:gd name="connsiteX602" fmla="*/ 6691602 w 7467600"/>
              <a:gd name="connsiteY602" fmla="*/ 1140573 h 6858000"/>
              <a:gd name="connsiteX603" fmla="*/ 6571100 w 7467600"/>
              <a:gd name="connsiteY603" fmla="*/ 1183662 h 6858000"/>
              <a:gd name="connsiteX604" fmla="*/ 6241687 w 7467600"/>
              <a:gd name="connsiteY604" fmla="*/ 1257600 h 6858000"/>
              <a:gd name="connsiteX605" fmla="*/ 5693009 w 7467600"/>
              <a:gd name="connsiteY605" fmla="*/ 1478256 h 6858000"/>
              <a:gd name="connsiteX606" fmla="*/ 6548420 w 7467600"/>
              <a:gd name="connsiteY606" fmla="*/ 1214599 h 6858000"/>
              <a:gd name="connsiteX607" fmla="*/ 6605473 w 7467600"/>
              <a:gd name="connsiteY607" fmla="*/ 1184686 h 6858000"/>
              <a:gd name="connsiteX608" fmla="*/ 6691602 w 7467600"/>
              <a:gd name="connsiteY608" fmla="*/ 1140573 h 6858000"/>
              <a:gd name="connsiteX609" fmla="*/ 4002475 w 7467600"/>
              <a:gd name="connsiteY609" fmla="*/ 1037802 h 6858000"/>
              <a:gd name="connsiteX610" fmla="*/ 4000324 w 7467600"/>
              <a:gd name="connsiteY610" fmla="*/ 1039362 h 6858000"/>
              <a:gd name="connsiteX611" fmla="*/ 4002862 w 7467600"/>
              <a:gd name="connsiteY611" fmla="*/ 1042866 h 6858000"/>
              <a:gd name="connsiteX612" fmla="*/ 4002475 w 7467600"/>
              <a:gd name="connsiteY612" fmla="*/ 1037802 h 6858000"/>
              <a:gd name="connsiteX613" fmla="*/ 506322 w 7467600"/>
              <a:gd name="connsiteY613" fmla="*/ 1020997 h 6858000"/>
              <a:gd name="connsiteX614" fmla="*/ 533068 w 7467600"/>
              <a:gd name="connsiteY614" fmla="*/ 1029409 h 6858000"/>
              <a:gd name="connsiteX615" fmla="*/ 1232525 w 7467600"/>
              <a:gd name="connsiteY615" fmla="*/ 1804675 h 6858000"/>
              <a:gd name="connsiteX616" fmla="*/ 1388858 w 7467600"/>
              <a:gd name="connsiteY616" fmla="*/ 2368011 h 6858000"/>
              <a:gd name="connsiteX617" fmla="*/ 1384098 w 7467600"/>
              <a:gd name="connsiteY617" fmla="*/ 2378125 h 6858000"/>
              <a:gd name="connsiteX618" fmla="*/ 1425393 w 7467600"/>
              <a:gd name="connsiteY618" fmla="*/ 2589124 h 6858000"/>
              <a:gd name="connsiteX619" fmla="*/ 1424001 w 7467600"/>
              <a:gd name="connsiteY619" fmla="*/ 2597541 h 6858000"/>
              <a:gd name="connsiteX620" fmla="*/ 2152729 w 7467600"/>
              <a:gd name="connsiteY620" fmla="*/ 2864487 h 6858000"/>
              <a:gd name="connsiteX621" fmla="*/ 2020609 w 7467600"/>
              <a:gd name="connsiteY621" fmla="*/ 2539671 h 6858000"/>
              <a:gd name="connsiteX622" fmla="*/ 2018920 w 7467600"/>
              <a:gd name="connsiteY622" fmla="*/ 2536309 h 6858000"/>
              <a:gd name="connsiteX623" fmla="*/ 1342441 w 7467600"/>
              <a:gd name="connsiteY623" fmla="*/ 1173017 h 6858000"/>
              <a:gd name="connsiteX624" fmla="*/ 1367925 w 7467600"/>
              <a:gd name="connsiteY624" fmla="*/ 1135648 h 6858000"/>
              <a:gd name="connsiteX625" fmla="*/ 1771401 w 7467600"/>
              <a:gd name="connsiteY625" fmla="*/ 1806673 h 6858000"/>
              <a:gd name="connsiteX626" fmla="*/ 1972385 w 7467600"/>
              <a:gd name="connsiteY626" fmla="*/ 2198735 h 6858000"/>
              <a:gd name="connsiteX627" fmla="*/ 2040892 w 7467600"/>
              <a:gd name="connsiteY627" fmla="*/ 2405205 h 6858000"/>
              <a:gd name="connsiteX628" fmla="*/ 2131689 w 7467600"/>
              <a:gd name="connsiteY628" fmla="*/ 1936926 h 6858000"/>
              <a:gd name="connsiteX629" fmla="*/ 2454820 w 7467600"/>
              <a:gd name="connsiteY629" fmla="*/ 1248808 h 6858000"/>
              <a:gd name="connsiteX630" fmla="*/ 2492512 w 7467600"/>
              <a:gd name="connsiteY630" fmla="*/ 1302920 h 6858000"/>
              <a:gd name="connsiteX631" fmla="*/ 2081216 w 7467600"/>
              <a:gd name="connsiteY631" fmla="*/ 2527513 h 6858000"/>
              <a:gd name="connsiteX632" fmla="*/ 2081211 w 7467600"/>
              <a:gd name="connsiteY632" fmla="*/ 2528916 h 6858000"/>
              <a:gd name="connsiteX633" fmla="*/ 2199067 w 7467600"/>
              <a:gd name="connsiteY633" fmla="*/ 2884061 h 6858000"/>
              <a:gd name="connsiteX634" fmla="*/ 3192586 w 7467600"/>
              <a:gd name="connsiteY634" fmla="*/ 3411496 h 6858000"/>
              <a:gd name="connsiteX635" fmla="*/ 3182620 w 7467600"/>
              <a:gd name="connsiteY635" fmla="*/ 3483279 h 6858000"/>
              <a:gd name="connsiteX636" fmla="*/ 2435119 w 7467600"/>
              <a:gd name="connsiteY636" fmla="*/ 3080173 h 6858000"/>
              <a:gd name="connsiteX637" fmla="*/ 2410152 w 7467600"/>
              <a:gd name="connsiteY637" fmla="*/ 3063751 h 6858000"/>
              <a:gd name="connsiteX638" fmla="*/ 2408099 w 7467600"/>
              <a:gd name="connsiteY638" fmla="*/ 3064403 h 6858000"/>
              <a:gd name="connsiteX639" fmla="*/ 2407218 w 7467600"/>
              <a:gd name="connsiteY639" fmla="*/ 3070324 h 6858000"/>
              <a:gd name="connsiteX640" fmla="*/ 2380138 w 7467600"/>
              <a:gd name="connsiteY640" fmla="*/ 3099341 h 6858000"/>
              <a:gd name="connsiteX641" fmla="*/ 1765923 w 7467600"/>
              <a:gd name="connsiteY641" fmla="*/ 3581043 h 6858000"/>
              <a:gd name="connsiteX642" fmla="*/ 1702258 w 7467600"/>
              <a:gd name="connsiteY642" fmla="*/ 3612286 h 6858000"/>
              <a:gd name="connsiteX643" fmla="*/ 1538370 w 7467600"/>
              <a:gd name="connsiteY643" fmla="*/ 3811804 h 6858000"/>
              <a:gd name="connsiteX644" fmla="*/ 542867 w 7467600"/>
              <a:gd name="connsiteY644" fmla="*/ 4944092 h 6858000"/>
              <a:gd name="connsiteX645" fmla="*/ 515800 w 7467600"/>
              <a:gd name="connsiteY645" fmla="*/ 4862180 h 6858000"/>
              <a:gd name="connsiteX646" fmla="*/ 909145 w 7467600"/>
              <a:gd name="connsiteY646" fmla="*/ 4199225 h 6858000"/>
              <a:gd name="connsiteX647" fmla="*/ 1214067 w 7467600"/>
              <a:gd name="connsiteY647" fmla="*/ 3908561 h 6858000"/>
              <a:gd name="connsiteX648" fmla="*/ 640967 w 7467600"/>
              <a:gd name="connsiteY648" fmla="*/ 4105601 h 6858000"/>
              <a:gd name="connsiteX649" fmla="*/ 112563 w 7467600"/>
              <a:gd name="connsiteY649" fmla="*/ 4396952 h 6858000"/>
              <a:gd name="connsiteX650" fmla="*/ 0 w 7467600"/>
              <a:gd name="connsiteY650" fmla="*/ 4466006 h 6858000"/>
              <a:gd name="connsiteX651" fmla="*/ 0 w 7467600"/>
              <a:gd name="connsiteY651" fmla="*/ 4233763 h 6858000"/>
              <a:gd name="connsiteX652" fmla="*/ 36881 w 7467600"/>
              <a:gd name="connsiteY652" fmla="*/ 4200118 h 6858000"/>
              <a:gd name="connsiteX653" fmla="*/ 910534 w 7467600"/>
              <a:gd name="connsiteY653" fmla="*/ 3629753 h 6858000"/>
              <a:gd name="connsiteX654" fmla="*/ 1578717 w 7467600"/>
              <a:gd name="connsiteY654" fmla="*/ 3575982 h 6858000"/>
              <a:gd name="connsiteX655" fmla="*/ 2338780 w 7467600"/>
              <a:gd name="connsiteY655" fmla="*/ 3033725 h 6858000"/>
              <a:gd name="connsiteX656" fmla="*/ 1807991 w 7467600"/>
              <a:gd name="connsiteY656" fmla="*/ 2807184 h 6858000"/>
              <a:gd name="connsiteX657" fmla="*/ 1416358 w 7467600"/>
              <a:gd name="connsiteY657" fmla="*/ 3112571 h 6858000"/>
              <a:gd name="connsiteX658" fmla="*/ 939066 w 7467600"/>
              <a:gd name="connsiteY658" fmla="*/ 3378798 h 6858000"/>
              <a:gd name="connsiteX659" fmla="*/ 115099 w 7467600"/>
              <a:gd name="connsiteY659" fmla="*/ 3607650 h 6858000"/>
              <a:gd name="connsiteX660" fmla="*/ 97284 w 7467600"/>
              <a:gd name="connsiteY660" fmla="*/ 3520393 h 6858000"/>
              <a:gd name="connsiteX661" fmla="*/ 922050 w 7467600"/>
              <a:gd name="connsiteY661" fmla="*/ 3074867 h 6858000"/>
              <a:gd name="connsiteX662" fmla="*/ 1405265 w 7467600"/>
              <a:gd name="connsiteY662" fmla="*/ 3016319 h 6858000"/>
              <a:gd name="connsiteX663" fmla="*/ 1407512 w 7467600"/>
              <a:gd name="connsiteY663" fmla="*/ 3018001 h 6858000"/>
              <a:gd name="connsiteX664" fmla="*/ 1726266 w 7467600"/>
              <a:gd name="connsiteY664" fmla="*/ 2777274 h 6858000"/>
              <a:gd name="connsiteX665" fmla="*/ 625390 w 7467600"/>
              <a:gd name="connsiteY665" fmla="*/ 2514541 h 6858000"/>
              <a:gd name="connsiteX666" fmla="*/ 619799 w 7467600"/>
              <a:gd name="connsiteY666" fmla="*/ 2527180 h 6858000"/>
              <a:gd name="connsiteX667" fmla="*/ 310030 w 7467600"/>
              <a:gd name="connsiteY667" fmla="*/ 2771818 h 6858000"/>
              <a:gd name="connsiteX668" fmla="*/ 173877 w 7467600"/>
              <a:gd name="connsiteY668" fmla="*/ 2937056 h 6858000"/>
              <a:gd name="connsiteX669" fmla="*/ 77889 w 7467600"/>
              <a:gd name="connsiteY669" fmla="*/ 3138440 h 6858000"/>
              <a:gd name="connsiteX670" fmla="*/ 0 w 7467600"/>
              <a:gd name="connsiteY670" fmla="*/ 3271395 h 6858000"/>
              <a:gd name="connsiteX671" fmla="*/ 0 w 7467600"/>
              <a:gd name="connsiteY671" fmla="*/ 3153002 h 6858000"/>
              <a:gd name="connsiteX672" fmla="*/ 2386 w 7467600"/>
              <a:gd name="connsiteY672" fmla="*/ 3149203 h 6858000"/>
              <a:gd name="connsiteX673" fmla="*/ 89753 w 7467600"/>
              <a:gd name="connsiteY673" fmla="*/ 2987702 h 6858000"/>
              <a:gd name="connsiteX674" fmla="*/ 76869 w 7467600"/>
              <a:gd name="connsiteY674" fmla="*/ 3005404 h 6858000"/>
              <a:gd name="connsiteX675" fmla="*/ 32049 w 7467600"/>
              <a:gd name="connsiteY675" fmla="*/ 3065814 h 6858000"/>
              <a:gd name="connsiteX676" fmla="*/ 0 w 7467600"/>
              <a:gd name="connsiteY676" fmla="*/ 3108744 h 6858000"/>
              <a:gd name="connsiteX677" fmla="*/ 0 w 7467600"/>
              <a:gd name="connsiteY677" fmla="*/ 3058059 h 6858000"/>
              <a:gd name="connsiteX678" fmla="*/ 7610 w 7467600"/>
              <a:gd name="connsiteY678" fmla="*/ 3047889 h 6858000"/>
              <a:gd name="connsiteX679" fmla="*/ 52419 w 7467600"/>
              <a:gd name="connsiteY679" fmla="*/ 2987479 h 6858000"/>
              <a:gd name="connsiteX680" fmla="*/ 59142 w 7467600"/>
              <a:gd name="connsiteY680" fmla="*/ 2978488 h 6858000"/>
              <a:gd name="connsiteX681" fmla="*/ 0 w 7467600"/>
              <a:gd name="connsiteY681" fmla="*/ 3015334 h 6858000"/>
              <a:gd name="connsiteX682" fmla="*/ 0 w 7467600"/>
              <a:gd name="connsiteY682" fmla="*/ 2914286 h 6858000"/>
              <a:gd name="connsiteX683" fmla="*/ 36383 w 7467600"/>
              <a:gd name="connsiteY683" fmla="*/ 2901128 h 6858000"/>
              <a:gd name="connsiteX684" fmla="*/ 156329 w 7467600"/>
              <a:gd name="connsiteY684" fmla="*/ 2840533 h 6858000"/>
              <a:gd name="connsiteX685" fmla="*/ 358355 w 7467600"/>
              <a:gd name="connsiteY685" fmla="*/ 2620471 h 6858000"/>
              <a:gd name="connsiteX686" fmla="*/ 510577 w 7467600"/>
              <a:gd name="connsiteY686" fmla="*/ 2501244 h 6858000"/>
              <a:gd name="connsiteX687" fmla="*/ 211967 w 7467600"/>
              <a:gd name="connsiteY687" fmla="*/ 2479171 h 6858000"/>
              <a:gd name="connsiteX688" fmla="*/ 0 w 7467600"/>
              <a:gd name="connsiteY688" fmla="*/ 2476398 h 6858000"/>
              <a:gd name="connsiteX689" fmla="*/ 0 w 7467600"/>
              <a:gd name="connsiteY689" fmla="*/ 2389189 h 6858000"/>
              <a:gd name="connsiteX690" fmla="*/ 103062 w 7467600"/>
              <a:gd name="connsiteY690" fmla="*/ 2389518 h 6858000"/>
              <a:gd name="connsiteX691" fmla="*/ 510734 w 7467600"/>
              <a:gd name="connsiteY691" fmla="*/ 2416201 h 6858000"/>
              <a:gd name="connsiteX692" fmla="*/ 279257 w 7467600"/>
              <a:gd name="connsiteY692" fmla="*/ 2092102 h 6858000"/>
              <a:gd name="connsiteX693" fmla="*/ 65265 w 7467600"/>
              <a:gd name="connsiteY693" fmla="*/ 2006049 h 6858000"/>
              <a:gd name="connsiteX694" fmla="*/ 0 w 7467600"/>
              <a:gd name="connsiteY694" fmla="*/ 1982532 h 6858000"/>
              <a:gd name="connsiteX695" fmla="*/ 0 w 7467600"/>
              <a:gd name="connsiteY695" fmla="*/ 1912789 h 6858000"/>
              <a:gd name="connsiteX696" fmla="*/ 97460 w 7467600"/>
              <a:gd name="connsiteY696" fmla="*/ 1953725 h 6858000"/>
              <a:gd name="connsiteX697" fmla="*/ 221272 w 7467600"/>
              <a:gd name="connsiteY697" fmla="*/ 1980766 h 6858000"/>
              <a:gd name="connsiteX698" fmla="*/ 116765 w 7467600"/>
              <a:gd name="connsiteY698" fmla="*/ 1911033 h 6858000"/>
              <a:gd name="connsiteX699" fmla="*/ 16405 w 7467600"/>
              <a:gd name="connsiteY699" fmla="*/ 1803412 h 6858000"/>
              <a:gd name="connsiteX700" fmla="*/ 0 w 7467600"/>
              <a:gd name="connsiteY700" fmla="*/ 1784777 h 6858000"/>
              <a:gd name="connsiteX701" fmla="*/ 0 w 7467600"/>
              <a:gd name="connsiteY701" fmla="*/ 1740082 h 6858000"/>
              <a:gd name="connsiteX702" fmla="*/ 39394 w 7467600"/>
              <a:gd name="connsiteY702" fmla="*/ 1784856 h 6858000"/>
              <a:gd name="connsiteX703" fmla="*/ 135813 w 7467600"/>
              <a:gd name="connsiteY703" fmla="*/ 1888838 h 6858000"/>
              <a:gd name="connsiteX704" fmla="*/ 242575 w 7467600"/>
              <a:gd name="connsiteY704" fmla="*/ 1958841 h 6858000"/>
              <a:gd name="connsiteX705" fmla="*/ 82197 w 7467600"/>
              <a:gd name="connsiteY705" fmla="*/ 1754826 h 6858000"/>
              <a:gd name="connsiteX706" fmla="*/ 0 w 7467600"/>
              <a:gd name="connsiteY706" fmla="*/ 1679650 h 6858000"/>
              <a:gd name="connsiteX707" fmla="*/ 0 w 7467600"/>
              <a:gd name="connsiteY707" fmla="*/ 1602463 h 6858000"/>
              <a:gd name="connsiteX708" fmla="*/ 84689 w 7467600"/>
              <a:gd name="connsiteY708" fmla="*/ 1677442 h 6858000"/>
              <a:gd name="connsiteX709" fmla="*/ 298437 w 7467600"/>
              <a:gd name="connsiteY709" fmla="*/ 1968019 h 6858000"/>
              <a:gd name="connsiteX710" fmla="*/ 227269 w 7467600"/>
              <a:gd name="connsiteY710" fmla="*/ 1114064 h 6858000"/>
              <a:gd name="connsiteX711" fmla="*/ 248003 w 7467600"/>
              <a:gd name="connsiteY711" fmla="*/ 1089613 h 6858000"/>
              <a:gd name="connsiteX712" fmla="*/ 427020 w 7467600"/>
              <a:gd name="connsiteY712" fmla="*/ 1619803 h 6858000"/>
              <a:gd name="connsiteX713" fmla="*/ 340345 w 7467600"/>
              <a:gd name="connsiteY713" fmla="*/ 2027739 h 6858000"/>
              <a:gd name="connsiteX714" fmla="*/ 360865 w 7467600"/>
              <a:gd name="connsiteY714" fmla="*/ 2044827 h 6858000"/>
              <a:gd name="connsiteX715" fmla="*/ 560414 w 7467600"/>
              <a:gd name="connsiteY715" fmla="*/ 2421457 h 6858000"/>
              <a:gd name="connsiteX716" fmla="*/ 1359703 w 7467600"/>
              <a:gd name="connsiteY716" fmla="*/ 2578554 h 6858000"/>
              <a:gd name="connsiteX717" fmla="*/ 1359422 w 7467600"/>
              <a:gd name="connsiteY717" fmla="*/ 2577994 h 6858000"/>
              <a:gd name="connsiteX718" fmla="*/ 828701 w 7467600"/>
              <a:gd name="connsiteY718" fmla="*/ 1839520 h 6858000"/>
              <a:gd name="connsiteX719" fmla="*/ 494427 w 7467600"/>
              <a:gd name="connsiteY719" fmla="*/ 1092333 h 6858000"/>
              <a:gd name="connsiteX720" fmla="*/ 506322 w 7467600"/>
              <a:gd name="connsiteY720" fmla="*/ 1020997 h 6858000"/>
              <a:gd name="connsiteX721" fmla="*/ 4570198 w 7467600"/>
              <a:gd name="connsiteY721" fmla="*/ 978081 h 6858000"/>
              <a:gd name="connsiteX722" fmla="*/ 4523691 w 7467600"/>
              <a:gd name="connsiteY722" fmla="*/ 1127776 h 6858000"/>
              <a:gd name="connsiteX723" fmla="*/ 4509875 w 7467600"/>
              <a:gd name="connsiteY723" fmla="*/ 1167552 h 6858000"/>
              <a:gd name="connsiteX724" fmla="*/ 4478168 w 7467600"/>
              <a:gd name="connsiteY724" fmla="*/ 1260735 h 6858000"/>
              <a:gd name="connsiteX725" fmla="*/ 4409309 w 7467600"/>
              <a:gd name="connsiteY725" fmla="*/ 1666996 h 6858000"/>
              <a:gd name="connsiteX726" fmla="*/ 4370031 w 7467600"/>
              <a:gd name="connsiteY726" fmla="*/ 1955666 h 6858000"/>
              <a:gd name="connsiteX727" fmla="*/ 4570198 w 7467600"/>
              <a:gd name="connsiteY727" fmla="*/ 978081 h 6858000"/>
              <a:gd name="connsiteX728" fmla="*/ 4557898 w 7467600"/>
              <a:gd name="connsiteY728" fmla="*/ 900011 h 6858000"/>
              <a:gd name="connsiteX729" fmla="*/ 4344840 w 7467600"/>
              <a:gd name="connsiteY729" fmla="*/ 1922038 h 6858000"/>
              <a:gd name="connsiteX730" fmla="*/ 4378710 w 7467600"/>
              <a:gd name="connsiteY730" fmla="*/ 1665516 h 6858000"/>
              <a:gd name="connsiteX731" fmla="*/ 4448798 w 7467600"/>
              <a:gd name="connsiteY731" fmla="*/ 1253024 h 6858000"/>
              <a:gd name="connsiteX732" fmla="*/ 4480315 w 7467600"/>
              <a:gd name="connsiteY732" fmla="*/ 1158454 h 6858000"/>
              <a:gd name="connsiteX733" fmla="*/ 4494133 w 7467600"/>
              <a:gd name="connsiteY733" fmla="*/ 1118676 h 6858000"/>
              <a:gd name="connsiteX734" fmla="*/ 4557898 w 7467600"/>
              <a:gd name="connsiteY734" fmla="*/ 900011 h 6858000"/>
              <a:gd name="connsiteX735" fmla="*/ 5870151 w 7467600"/>
              <a:gd name="connsiteY735" fmla="*/ 898890 h 6858000"/>
              <a:gd name="connsiteX736" fmla="*/ 5861335 w 7467600"/>
              <a:gd name="connsiteY736" fmla="*/ 899177 h 6858000"/>
              <a:gd name="connsiteX737" fmla="*/ 5843702 w 7467600"/>
              <a:gd name="connsiteY737" fmla="*/ 899748 h 6858000"/>
              <a:gd name="connsiteX738" fmla="*/ 5651107 w 7467600"/>
              <a:gd name="connsiteY738" fmla="*/ 920306 h 6858000"/>
              <a:gd name="connsiteX739" fmla="*/ 5459407 w 7467600"/>
              <a:gd name="connsiteY739" fmla="*/ 940975 h 6858000"/>
              <a:gd name="connsiteX740" fmla="*/ 5374846 w 7467600"/>
              <a:gd name="connsiteY740" fmla="*/ 941988 h 6858000"/>
              <a:gd name="connsiteX741" fmla="*/ 5256105 w 7467600"/>
              <a:gd name="connsiteY741" fmla="*/ 945632 h 6858000"/>
              <a:gd name="connsiteX742" fmla="*/ 5107071 w 7467600"/>
              <a:gd name="connsiteY742" fmla="*/ 969720 h 6858000"/>
              <a:gd name="connsiteX743" fmla="*/ 4998681 w 7467600"/>
              <a:gd name="connsiteY743" fmla="*/ 988771 h 6858000"/>
              <a:gd name="connsiteX744" fmla="*/ 5870151 w 7467600"/>
              <a:gd name="connsiteY744" fmla="*/ 898890 h 6858000"/>
              <a:gd name="connsiteX745" fmla="*/ 5504425 w 7467600"/>
              <a:gd name="connsiteY745" fmla="*/ 848067 h 6858000"/>
              <a:gd name="connsiteX746" fmla="*/ 4968849 w 7467600"/>
              <a:gd name="connsiteY746" fmla="*/ 962318 h 6858000"/>
              <a:gd name="connsiteX747" fmla="*/ 5104039 w 7467600"/>
              <a:gd name="connsiteY747" fmla="*/ 940634 h 6858000"/>
              <a:gd name="connsiteX748" fmla="*/ 5256311 w 7467600"/>
              <a:gd name="connsiteY748" fmla="*/ 916490 h 6858000"/>
              <a:gd name="connsiteX749" fmla="*/ 5377381 w 7467600"/>
              <a:gd name="connsiteY749" fmla="*/ 912671 h 6858000"/>
              <a:gd name="connsiteX750" fmla="*/ 5460148 w 7467600"/>
              <a:gd name="connsiteY750" fmla="*/ 911442 h 6858000"/>
              <a:gd name="connsiteX751" fmla="*/ 5648971 w 7467600"/>
              <a:gd name="connsiteY751" fmla="*/ 891331 h 6858000"/>
              <a:gd name="connsiteX752" fmla="*/ 5844807 w 7467600"/>
              <a:gd name="connsiteY752" fmla="*/ 870718 h 6858000"/>
              <a:gd name="connsiteX753" fmla="*/ 5862975 w 7467600"/>
              <a:gd name="connsiteY753" fmla="*/ 869756 h 6858000"/>
              <a:gd name="connsiteX754" fmla="*/ 5920887 w 7467600"/>
              <a:gd name="connsiteY754" fmla="*/ 865929 h 6858000"/>
              <a:gd name="connsiteX755" fmla="*/ 5504425 w 7467600"/>
              <a:gd name="connsiteY755" fmla="*/ 848067 h 6858000"/>
              <a:gd name="connsiteX756" fmla="*/ 3607114 w 7467600"/>
              <a:gd name="connsiteY756" fmla="*/ 467441 h 6858000"/>
              <a:gd name="connsiteX757" fmla="*/ 3296242 w 7467600"/>
              <a:gd name="connsiteY757" fmla="*/ 807991 h 6858000"/>
              <a:gd name="connsiteX758" fmla="*/ 3174674 w 7467600"/>
              <a:gd name="connsiteY758" fmla="*/ 919759 h 6858000"/>
              <a:gd name="connsiteX759" fmla="*/ 3042978 w 7467600"/>
              <a:gd name="connsiteY759" fmla="*/ 1054894 h 6858000"/>
              <a:gd name="connsiteX760" fmla="*/ 2968914 w 7467600"/>
              <a:gd name="connsiteY760" fmla="*/ 1133756 h 6858000"/>
              <a:gd name="connsiteX761" fmla="*/ 3103823 w 7467600"/>
              <a:gd name="connsiteY761" fmla="*/ 1026814 h 6858000"/>
              <a:gd name="connsiteX762" fmla="*/ 3607114 w 7467600"/>
              <a:gd name="connsiteY762" fmla="*/ 467441 h 6858000"/>
              <a:gd name="connsiteX763" fmla="*/ 3744487 w 7467600"/>
              <a:gd name="connsiteY763" fmla="*/ 383136 h 6858000"/>
              <a:gd name="connsiteX764" fmla="*/ 3970213 w 7467600"/>
              <a:gd name="connsiteY764" fmla="*/ 995559 h 6858000"/>
              <a:gd name="connsiteX765" fmla="*/ 3744487 w 7467600"/>
              <a:gd name="connsiteY765" fmla="*/ 383136 h 6858000"/>
              <a:gd name="connsiteX766" fmla="*/ 3624562 w 7467600"/>
              <a:gd name="connsiteY766" fmla="*/ 367041 h 6858000"/>
              <a:gd name="connsiteX767" fmla="*/ 3489712 w 7467600"/>
              <a:gd name="connsiteY767" fmla="*/ 485386 h 6858000"/>
              <a:gd name="connsiteX768" fmla="*/ 3182994 w 7467600"/>
              <a:gd name="connsiteY768" fmla="*/ 828265 h 6858000"/>
              <a:gd name="connsiteX769" fmla="*/ 2892114 w 7467600"/>
              <a:gd name="connsiteY769" fmla="*/ 1172635 h 6858000"/>
              <a:gd name="connsiteX770" fmla="*/ 3021459 w 7467600"/>
              <a:gd name="connsiteY770" fmla="*/ 1035385 h 6858000"/>
              <a:gd name="connsiteX771" fmla="*/ 3153873 w 7467600"/>
              <a:gd name="connsiteY771" fmla="*/ 898971 h 6858000"/>
              <a:gd name="connsiteX772" fmla="*/ 3276511 w 7467600"/>
              <a:gd name="connsiteY772" fmla="*/ 786423 h 6858000"/>
              <a:gd name="connsiteX773" fmla="*/ 3584154 w 7467600"/>
              <a:gd name="connsiteY773" fmla="*/ 448218 h 6858000"/>
              <a:gd name="connsiteX774" fmla="*/ 3624562 w 7467600"/>
              <a:gd name="connsiteY774" fmla="*/ 367041 h 6858000"/>
              <a:gd name="connsiteX775" fmla="*/ 3766672 w 7467600"/>
              <a:gd name="connsiteY775" fmla="*/ 359429 h 6858000"/>
              <a:gd name="connsiteX776" fmla="*/ 3996338 w 7467600"/>
              <a:gd name="connsiteY776" fmla="*/ 968237 h 6858000"/>
              <a:gd name="connsiteX777" fmla="*/ 3766672 w 7467600"/>
              <a:gd name="connsiteY777" fmla="*/ 359429 h 6858000"/>
              <a:gd name="connsiteX778" fmla="*/ 5805386 w 7467600"/>
              <a:gd name="connsiteY778" fmla="*/ 239240 h 6858000"/>
              <a:gd name="connsiteX779" fmla="*/ 5736947 w 7467600"/>
              <a:gd name="connsiteY779" fmla="*/ 261367 h 6858000"/>
              <a:gd name="connsiteX780" fmla="*/ 5427012 w 7467600"/>
              <a:gd name="connsiteY780" fmla="*/ 311272 h 6858000"/>
              <a:gd name="connsiteX781" fmla="*/ 5147818 w 7467600"/>
              <a:gd name="connsiteY781" fmla="*/ 322112 h 6858000"/>
              <a:gd name="connsiteX782" fmla="*/ 5060854 w 7467600"/>
              <a:gd name="connsiteY782" fmla="*/ 311882 h 6858000"/>
              <a:gd name="connsiteX783" fmla="*/ 4945989 w 7467600"/>
              <a:gd name="connsiteY783" fmla="*/ 300516 h 6858000"/>
              <a:gd name="connsiteX784" fmla="*/ 5410479 w 7467600"/>
              <a:gd name="connsiteY784" fmla="*/ 348434 h 6858000"/>
              <a:gd name="connsiteX785" fmla="*/ 5805386 w 7467600"/>
              <a:gd name="connsiteY785" fmla="*/ 239240 h 6858000"/>
              <a:gd name="connsiteX786" fmla="*/ 5905192 w 7467600"/>
              <a:gd name="connsiteY786" fmla="*/ 163079 h 6858000"/>
              <a:gd name="connsiteX787" fmla="*/ 5865655 w 7467600"/>
              <a:gd name="connsiteY787" fmla="*/ 171901 h 6858000"/>
              <a:gd name="connsiteX788" fmla="*/ 5259740 w 7467600"/>
              <a:gd name="connsiteY788" fmla="*/ 257013 h 6858000"/>
              <a:gd name="connsiteX789" fmla="*/ 5208466 w 7467600"/>
              <a:gd name="connsiteY789" fmla="*/ 257550 h 6858000"/>
              <a:gd name="connsiteX790" fmla="*/ 4980204 w 7467600"/>
              <a:gd name="connsiteY790" fmla="*/ 271903 h 6858000"/>
              <a:gd name="connsiteX791" fmla="*/ 5068068 w 7467600"/>
              <a:gd name="connsiteY791" fmla="*/ 282244 h 6858000"/>
              <a:gd name="connsiteX792" fmla="*/ 5153231 w 7467600"/>
              <a:gd name="connsiteY792" fmla="*/ 292240 h 6858000"/>
              <a:gd name="connsiteX793" fmla="*/ 5426491 w 7467600"/>
              <a:gd name="connsiteY793" fmla="*/ 281128 h 6858000"/>
              <a:gd name="connsiteX794" fmla="*/ 5731212 w 7467600"/>
              <a:gd name="connsiteY794" fmla="*/ 231951 h 6858000"/>
              <a:gd name="connsiteX795" fmla="*/ 5905192 w 7467600"/>
              <a:gd name="connsiteY795" fmla="*/ 163079 h 6858000"/>
              <a:gd name="connsiteX796" fmla="*/ 5944437 w 7467600"/>
              <a:gd name="connsiteY796" fmla="*/ 113829 h 6858000"/>
              <a:gd name="connsiteX797" fmla="*/ 5825032 w 7467600"/>
              <a:gd name="connsiteY797" fmla="*/ 146405 h 6858000"/>
              <a:gd name="connsiteX798" fmla="*/ 4955599 w 7467600"/>
              <a:gd name="connsiteY798" fmla="*/ 247008 h 6858000"/>
              <a:gd name="connsiteX799" fmla="*/ 5210104 w 7467600"/>
              <a:gd name="connsiteY799" fmla="*/ 228123 h 6858000"/>
              <a:gd name="connsiteX800" fmla="*/ 5261015 w 7467600"/>
              <a:gd name="connsiteY800" fmla="*/ 227087 h 6858000"/>
              <a:gd name="connsiteX801" fmla="*/ 5861181 w 7467600"/>
              <a:gd name="connsiteY801" fmla="*/ 143093 h 6858000"/>
              <a:gd name="connsiteX802" fmla="*/ 5961252 w 7467600"/>
              <a:gd name="connsiteY802" fmla="*/ 114820 h 6858000"/>
              <a:gd name="connsiteX803" fmla="*/ 5944437 w 7467600"/>
              <a:gd name="connsiteY803" fmla="*/ 113829 h 6858000"/>
              <a:gd name="connsiteX804" fmla="*/ 3882765 w 7467600"/>
              <a:gd name="connsiteY804" fmla="*/ 0 h 6858000"/>
              <a:gd name="connsiteX805" fmla="*/ 3995099 w 7467600"/>
              <a:gd name="connsiteY805" fmla="*/ 0 h 6858000"/>
              <a:gd name="connsiteX806" fmla="*/ 4163818 w 7467600"/>
              <a:gd name="connsiteY806" fmla="*/ 234104 h 6858000"/>
              <a:gd name="connsiteX807" fmla="*/ 4172099 w 7467600"/>
              <a:gd name="connsiteY807" fmla="*/ 234207 h 6858000"/>
              <a:gd name="connsiteX808" fmla="*/ 4784282 w 7467600"/>
              <a:gd name="connsiteY808" fmla="*/ 276561 h 6858000"/>
              <a:gd name="connsiteX809" fmla="*/ 4801687 w 7467600"/>
              <a:gd name="connsiteY809" fmla="*/ 267764 h 6858000"/>
              <a:gd name="connsiteX810" fmla="*/ 6082788 w 7467600"/>
              <a:gd name="connsiteY810" fmla="*/ 64119 h 6858000"/>
              <a:gd name="connsiteX811" fmla="*/ 6099442 w 7467600"/>
              <a:gd name="connsiteY811" fmla="*/ 82568 h 6858000"/>
              <a:gd name="connsiteX812" fmla="*/ 4804137 w 7467600"/>
              <a:gd name="connsiteY812" fmla="*/ 320931 h 6858000"/>
              <a:gd name="connsiteX813" fmla="*/ 4227047 w 7467600"/>
              <a:gd name="connsiteY813" fmla="*/ 313415 h 6858000"/>
              <a:gd name="connsiteX814" fmla="*/ 4346041 w 7467600"/>
              <a:gd name="connsiteY814" fmla="*/ 456086 h 6858000"/>
              <a:gd name="connsiteX815" fmla="*/ 4870967 w 7467600"/>
              <a:gd name="connsiteY815" fmla="*/ 963061 h 6858000"/>
              <a:gd name="connsiteX816" fmla="*/ 4889647 w 7467600"/>
              <a:gd name="connsiteY816" fmla="*/ 957147 h 6858000"/>
              <a:gd name="connsiteX817" fmla="*/ 5422504 w 7467600"/>
              <a:gd name="connsiteY817" fmla="*/ 805191 h 6858000"/>
              <a:gd name="connsiteX818" fmla="*/ 6087656 w 7467600"/>
              <a:gd name="connsiteY818" fmla="*/ 826703 h 6858000"/>
              <a:gd name="connsiteX819" fmla="*/ 6058717 w 7467600"/>
              <a:gd name="connsiteY819" fmla="*/ 865992 h 6858000"/>
              <a:gd name="connsiteX820" fmla="*/ 4974153 w 7467600"/>
              <a:gd name="connsiteY820" fmla="*/ 1045456 h 6858000"/>
              <a:gd name="connsiteX821" fmla="*/ 5627835 w 7467600"/>
              <a:gd name="connsiteY821" fmla="*/ 1472077 h 6858000"/>
              <a:gd name="connsiteX822" fmla="*/ 5629817 w 7467600"/>
              <a:gd name="connsiteY822" fmla="*/ 1471412 h 6858000"/>
              <a:gd name="connsiteX823" fmla="*/ 5634124 w 7467600"/>
              <a:gd name="connsiteY823" fmla="*/ 1470572 h 6858000"/>
              <a:gd name="connsiteX824" fmla="*/ 5755832 w 7467600"/>
              <a:gd name="connsiteY824" fmla="*/ 1383886 h 6858000"/>
              <a:gd name="connsiteX825" fmla="*/ 6014186 w 7467600"/>
              <a:gd name="connsiteY825" fmla="*/ 1279799 h 6858000"/>
              <a:gd name="connsiteX826" fmla="*/ 6901619 w 7467600"/>
              <a:gd name="connsiteY826" fmla="*/ 1047874 h 6858000"/>
              <a:gd name="connsiteX827" fmla="*/ 6931566 w 7467600"/>
              <a:gd name="connsiteY827" fmla="*/ 1062034 h 6858000"/>
              <a:gd name="connsiteX828" fmla="*/ 5790982 w 7467600"/>
              <a:gd name="connsiteY828" fmla="*/ 1561380 h 6858000"/>
              <a:gd name="connsiteX829" fmla="*/ 6188971 w 7467600"/>
              <a:gd name="connsiteY829" fmla="*/ 1755168 h 6858000"/>
              <a:gd name="connsiteX830" fmla="*/ 6202446 w 7467600"/>
              <a:gd name="connsiteY830" fmla="*/ 1752268 h 6858000"/>
              <a:gd name="connsiteX831" fmla="*/ 7179560 w 7467600"/>
              <a:gd name="connsiteY831" fmla="*/ 1467551 h 6858000"/>
              <a:gd name="connsiteX832" fmla="*/ 7158730 w 7467600"/>
              <a:gd name="connsiteY832" fmla="*/ 1507835 h 6858000"/>
              <a:gd name="connsiteX833" fmla="*/ 6326959 w 7467600"/>
              <a:gd name="connsiteY833" fmla="*/ 1817686 h 6858000"/>
              <a:gd name="connsiteX834" fmla="*/ 6537433 w 7467600"/>
              <a:gd name="connsiteY834" fmla="*/ 1907790 h 6858000"/>
              <a:gd name="connsiteX835" fmla="*/ 6550221 w 7467600"/>
              <a:gd name="connsiteY835" fmla="*/ 1910729 h 6858000"/>
              <a:gd name="connsiteX836" fmla="*/ 6964438 w 7467600"/>
              <a:gd name="connsiteY836" fmla="*/ 2209505 h 6858000"/>
              <a:gd name="connsiteX837" fmla="*/ 7367862 w 7467600"/>
              <a:gd name="connsiteY837" fmla="*/ 2806833 h 6858000"/>
              <a:gd name="connsiteX838" fmla="*/ 7364329 w 7467600"/>
              <a:gd name="connsiteY838" fmla="*/ 2826907 h 6858000"/>
              <a:gd name="connsiteX839" fmla="*/ 7290545 w 7467600"/>
              <a:gd name="connsiteY839" fmla="*/ 2850663 h 6858000"/>
              <a:gd name="connsiteX840" fmla="*/ 6472036 w 7467600"/>
              <a:gd name="connsiteY840" fmla="*/ 1959003 h 6858000"/>
              <a:gd name="connsiteX841" fmla="*/ 5792897 w 7467600"/>
              <a:gd name="connsiteY841" fmla="*/ 1647747 h 6858000"/>
              <a:gd name="connsiteX842" fmla="*/ 5842751 w 7467600"/>
              <a:gd name="connsiteY842" fmla="*/ 1816112 h 6858000"/>
              <a:gd name="connsiteX843" fmla="*/ 5847424 w 7467600"/>
              <a:gd name="connsiteY843" fmla="*/ 1815776 h 6858000"/>
              <a:gd name="connsiteX844" fmla="*/ 6399821 w 7467600"/>
              <a:gd name="connsiteY844" fmla="*/ 2344799 h 6858000"/>
              <a:gd name="connsiteX845" fmla="*/ 6323232 w 7467600"/>
              <a:gd name="connsiteY845" fmla="*/ 2389634 h 6858000"/>
              <a:gd name="connsiteX846" fmla="*/ 5942958 w 7467600"/>
              <a:gd name="connsiteY846" fmla="*/ 2077708 h 6858000"/>
              <a:gd name="connsiteX847" fmla="*/ 5921559 w 7467600"/>
              <a:gd name="connsiteY847" fmla="*/ 2378596 h 6858000"/>
              <a:gd name="connsiteX848" fmla="*/ 5817651 w 7467600"/>
              <a:gd name="connsiteY848" fmla="*/ 3023919 h 6858000"/>
              <a:gd name="connsiteX849" fmla="*/ 5729634 w 7467600"/>
              <a:gd name="connsiteY849" fmla="*/ 3051849 h 6858000"/>
              <a:gd name="connsiteX850" fmla="*/ 5611018 w 7467600"/>
              <a:gd name="connsiteY850" fmla="*/ 2316769 h 6858000"/>
              <a:gd name="connsiteX851" fmla="*/ 5687608 w 7467600"/>
              <a:gd name="connsiteY851" fmla="*/ 2039972 h 6858000"/>
              <a:gd name="connsiteX852" fmla="*/ 5657554 w 7467600"/>
              <a:gd name="connsiteY852" fmla="*/ 1576445 h 6858000"/>
              <a:gd name="connsiteX853" fmla="*/ 5150475 w 7467600"/>
              <a:gd name="connsiteY853" fmla="*/ 1274012 h 6858000"/>
              <a:gd name="connsiteX854" fmla="*/ 5349142 w 7467600"/>
              <a:gd name="connsiteY854" fmla="*/ 2204405 h 6858000"/>
              <a:gd name="connsiteX855" fmla="*/ 5262214 w 7467600"/>
              <a:gd name="connsiteY855" fmla="*/ 2233836 h 6858000"/>
              <a:gd name="connsiteX856" fmla="*/ 4981539 w 7467600"/>
              <a:gd name="connsiteY856" fmla="*/ 1542201 h 6858000"/>
              <a:gd name="connsiteX857" fmla="*/ 4958461 w 7467600"/>
              <a:gd name="connsiteY857" fmla="*/ 1136957 h 6858000"/>
              <a:gd name="connsiteX858" fmla="*/ 4655015 w 7467600"/>
              <a:gd name="connsiteY858" fmla="*/ 891426 h 6858000"/>
              <a:gd name="connsiteX859" fmla="*/ 4348002 w 7467600"/>
              <a:gd name="connsiteY859" fmla="*/ 2205895 h 6858000"/>
              <a:gd name="connsiteX860" fmla="*/ 4262250 w 7467600"/>
              <a:gd name="connsiteY860" fmla="*/ 2219972 h 6858000"/>
              <a:gd name="connsiteX861" fmla="*/ 4550611 w 7467600"/>
              <a:gd name="connsiteY861" fmla="*/ 817540 h 6858000"/>
              <a:gd name="connsiteX862" fmla="*/ 4564418 w 7467600"/>
              <a:gd name="connsiteY862" fmla="*/ 808293 h 6858000"/>
              <a:gd name="connsiteX863" fmla="*/ 4266388 w 7467600"/>
              <a:gd name="connsiteY863" fmla="*/ 500083 h 6858000"/>
              <a:gd name="connsiteX864" fmla="*/ 4032842 w 7467600"/>
              <a:gd name="connsiteY864" fmla="*/ 211809 h 6858000"/>
              <a:gd name="connsiteX865" fmla="*/ 3882765 w 7467600"/>
              <a:gd name="connsiteY865" fmla="*/ 0 h 6858000"/>
              <a:gd name="connsiteX866" fmla="*/ 3721337 w 7467600"/>
              <a:gd name="connsiteY866" fmla="*/ 0 h 6858000"/>
              <a:gd name="connsiteX867" fmla="*/ 3797544 w 7467600"/>
              <a:gd name="connsiteY867" fmla="*/ 0 h 6858000"/>
              <a:gd name="connsiteX868" fmla="*/ 3775734 w 7467600"/>
              <a:gd name="connsiteY868" fmla="*/ 95131 h 6858000"/>
              <a:gd name="connsiteX869" fmla="*/ 3724807 w 7467600"/>
              <a:gd name="connsiteY869" fmla="*/ 272257 h 6858000"/>
              <a:gd name="connsiteX870" fmla="*/ 3726844 w 7467600"/>
              <a:gd name="connsiteY870" fmla="*/ 282988 h 6858000"/>
              <a:gd name="connsiteX871" fmla="*/ 3742664 w 7467600"/>
              <a:gd name="connsiteY871" fmla="*/ 279918 h 6858000"/>
              <a:gd name="connsiteX872" fmla="*/ 4103910 w 7467600"/>
              <a:gd name="connsiteY872" fmla="*/ 1161917 h 6858000"/>
              <a:gd name="connsiteX873" fmla="*/ 4020269 w 7467600"/>
              <a:gd name="connsiteY873" fmla="*/ 1200406 h 6858000"/>
              <a:gd name="connsiteX874" fmla="*/ 3674882 w 7467600"/>
              <a:gd name="connsiteY874" fmla="*/ 488524 h 6858000"/>
              <a:gd name="connsiteX875" fmla="*/ 3132682 w 7467600"/>
              <a:gd name="connsiteY875" fmla="*/ 1072284 h 6858000"/>
              <a:gd name="connsiteX876" fmla="*/ 2716346 w 7467600"/>
              <a:gd name="connsiteY876" fmla="*/ 1276376 h 6858000"/>
              <a:gd name="connsiteX877" fmla="*/ 2716772 w 7467600"/>
              <a:gd name="connsiteY877" fmla="*/ 1255462 h 6858000"/>
              <a:gd name="connsiteX878" fmla="*/ 3471096 w 7467600"/>
              <a:gd name="connsiteY878" fmla="*/ 437072 h 6858000"/>
              <a:gd name="connsiteX879" fmla="*/ 3639057 w 7467600"/>
              <a:gd name="connsiteY879" fmla="*/ 286334 h 6858000"/>
              <a:gd name="connsiteX880" fmla="*/ 3640309 w 7467600"/>
              <a:gd name="connsiteY880" fmla="*/ 284664 h 6858000"/>
              <a:gd name="connsiteX881" fmla="*/ 3646022 w 7467600"/>
              <a:gd name="connsiteY881" fmla="*/ 276711 h 6858000"/>
              <a:gd name="connsiteX882" fmla="*/ 3707943 w 7467600"/>
              <a:gd name="connsiteY882" fmla="*/ 65958 h 6858000"/>
              <a:gd name="connsiteX883" fmla="*/ 3721337 w 7467600"/>
              <a:gd name="connsiteY883" fmla="*/ 0 h 6858000"/>
              <a:gd name="connsiteX884" fmla="*/ 2867960 w 7467600"/>
              <a:gd name="connsiteY884" fmla="*/ 0 h 6858000"/>
              <a:gd name="connsiteX885" fmla="*/ 2926351 w 7467600"/>
              <a:gd name="connsiteY885" fmla="*/ 0 h 6858000"/>
              <a:gd name="connsiteX886" fmla="*/ 2902823 w 7467600"/>
              <a:gd name="connsiteY886" fmla="*/ 262929 h 6858000"/>
              <a:gd name="connsiteX887" fmla="*/ 2940663 w 7467600"/>
              <a:gd name="connsiteY887" fmla="*/ 140884 h 6858000"/>
              <a:gd name="connsiteX888" fmla="*/ 2947039 w 7467600"/>
              <a:gd name="connsiteY888" fmla="*/ 122524 h 6858000"/>
              <a:gd name="connsiteX889" fmla="*/ 2984316 w 7467600"/>
              <a:gd name="connsiteY889" fmla="*/ 0 h 6858000"/>
              <a:gd name="connsiteX890" fmla="*/ 3016114 w 7467600"/>
              <a:gd name="connsiteY890" fmla="*/ 0 h 6858000"/>
              <a:gd name="connsiteX891" fmla="*/ 2979949 w 7467600"/>
              <a:gd name="connsiteY891" fmla="*/ 119274 h 6858000"/>
              <a:gd name="connsiteX892" fmla="*/ 3023879 w 7467600"/>
              <a:gd name="connsiteY892" fmla="*/ 0 h 6858000"/>
              <a:gd name="connsiteX893" fmla="*/ 3105400 w 7467600"/>
              <a:gd name="connsiteY893" fmla="*/ 0 h 6858000"/>
              <a:gd name="connsiteX894" fmla="*/ 3094669 w 7467600"/>
              <a:gd name="connsiteY894" fmla="*/ 30308 h 6858000"/>
              <a:gd name="connsiteX895" fmla="*/ 2901945 w 7467600"/>
              <a:gd name="connsiteY895" fmla="*/ 466538 h 6858000"/>
              <a:gd name="connsiteX896" fmla="*/ 2815209 w 7467600"/>
              <a:gd name="connsiteY896" fmla="*/ 497361 h 6858000"/>
              <a:gd name="connsiteX897" fmla="*/ 2844845 w 7467600"/>
              <a:gd name="connsiteY897" fmla="*/ 127638 h 6858000"/>
              <a:gd name="connsiteX898" fmla="*/ 2867960 w 7467600"/>
              <a:gd name="connsiteY898" fmla="*/ 0 h 6858000"/>
              <a:gd name="connsiteX899" fmla="*/ 1057230 w 7467600"/>
              <a:gd name="connsiteY899" fmla="*/ 0 h 6858000"/>
              <a:gd name="connsiteX900" fmla="*/ 1111003 w 7467600"/>
              <a:gd name="connsiteY900" fmla="*/ 0 h 6858000"/>
              <a:gd name="connsiteX901" fmla="*/ 1125553 w 7467600"/>
              <a:gd name="connsiteY901" fmla="*/ 52588 h 6858000"/>
              <a:gd name="connsiteX902" fmla="*/ 1304276 w 7467600"/>
              <a:gd name="connsiteY902" fmla="*/ 476275 h 6858000"/>
              <a:gd name="connsiteX903" fmla="*/ 1492066 w 7467600"/>
              <a:gd name="connsiteY903" fmla="*/ 886333 h 6858000"/>
              <a:gd name="connsiteX904" fmla="*/ 1423698 w 7467600"/>
              <a:gd name="connsiteY904" fmla="*/ 710817 h 6858000"/>
              <a:gd name="connsiteX905" fmla="*/ 1357609 w 7467600"/>
              <a:gd name="connsiteY905" fmla="*/ 532892 h 6858000"/>
              <a:gd name="connsiteX906" fmla="*/ 1309550 w 7467600"/>
              <a:gd name="connsiteY906" fmla="*/ 374031 h 6858000"/>
              <a:gd name="connsiteX907" fmla="*/ 1193673 w 7467600"/>
              <a:gd name="connsiteY907" fmla="*/ 49533 h 6858000"/>
              <a:gd name="connsiteX908" fmla="*/ 1164391 w 7467600"/>
              <a:gd name="connsiteY908" fmla="*/ 0 h 6858000"/>
              <a:gd name="connsiteX909" fmla="*/ 1200666 w 7467600"/>
              <a:gd name="connsiteY909" fmla="*/ 0 h 6858000"/>
              <a:gd name="connsiteX910" fmla="*/ 1223408 w 7467600"/>
              <a:gd name="connsiteY910" fmla="*/ 38996 h 6858000"/>
              <a:gd name="connsiteX911" fmla="*/ 1339635 w 7467600"/>
              <a:gd name="connsiteY911" fmla="*/ 365517 h 6858000"/>
              <a:gd name="connsiteX912" fmla="*/ 1387469 w 7467600"/>
              <a:gd name="connsiteY912" fmla="*/ 523079 h 6858000"/>
              <a:gd name="connsiteX913" fmla="*/ 1452685 w 7467600"/>
              <a:gd name="connsiteY913" fmla="*/ 699806 h 6858000"/>
              <a:gd name="connsiteX914" fmla="*/ 1492092 w 7467600"/>
              <a:gd name="connsiteY914" fmla="*/ 800424 h 6858000"/>
              <a:gd name="connsiteX915" fmla="*/ 1455302 w 7467600"/>
              <a:gd name="connsiteY915" fmla="*/ 632913 h 6858000"/>
              <a:gd name="connsiteX916" fmla="*/ 1222336 w 7467600"/>
              <a:gd name="connsiteY916" fmla="*/ 9480 h 6858000"/>
              <a:gd name="connsiteX917" fmla="*/ 1214634 w 7467600"/>
              <a:gd name="connsiteY917" fmla="*/ 0 h 6858000"/>
              <a:gd name="connsiteX918" fmla="*/ 1289827 w 7467600"/>
              <a:gd name="connsiteY918" fmla="*/ 0 h 6858000"/>
              <a:gd name="connsiteX919" fmla="*/ 1321076 w 7467600"/>
              <a:gd name="connsiteY919" fmla="*/ 59722 h 6858000"/>
              <a:gd name="connsiteX920" fmla="*/ 1512579 w 7467600"/>
              <a:gd name="connsiteY920" fmla="*/ 626441 h 6858000"/>
              <a:gd name="connsiteX921" fmla="*/ 1506076 w 7467600"/>
              <a:gd name="connsiteY921" fmla="*/ 1089289 h 6858000"/>
              <a:gd name="connsiteX922" fmla="*/ 1486346 w 7467600"/>
              <a:gd name="connsiteY922" fmla="*/ 1079919 h 6858000"/>
              <a:gd name="connsiteX923" fmla="*/ 1070511 w 7467600"/>
              <a:gd name="connsiteY923" fmla="*/ 48609 h 6858000"/>
              <a:gd name="connsiteX924" fmla="*/ 1057230 w 7467600"/>
              <a:gd name="connsiteY924" fmla="*/ 0 h 6858000"/>
              <a:gd name="connsiteX925" fmla="*/ 43151 w 7467600"/>
              <a:gd name="connsiteY925" fmla="*/ 0 h 6858000"/>
              <a:gd name="connsiteX926" fmla="*/ 95283 w 7467600"/>
              <a:gd name="connsiteY926" fmla="*/ 0 h 6858000"/>
              <a:gd name="connsiteX927" fmla="*/ 300708 w 7467600"/>
              <a:gd name="connsiteY927" fmla="*/ 154571 h 6858000"/>
              <a:gd name="connsiteX928" fmla="*/ 530414 w 7467600"/>
              <a:gd name="connsiteY928" fmla="*/ 354673 h 6858000"/>
              <a:gd name="connsiteX929" fmla="*/ 333785 w 7467600"/>
              <a:gd name="connsiteY929" fmla="*/ 161564 h 6858000"/>
              <a:gd name="connsiteX930" fmla="*/ 147005 w 7467600"/>
              <a:gd name="connsiteY930" fmla="*/ 0 h 6858000"/>
              <a:gd name="connsiteX931" fmla="*/ 272509 w 7467600"/>
              <a:gd name="connsiteY931" fmla="*/ 0 h 6858000"/>
              <a:gd name="connsiteX932" fmla="*/ 326276 w 7467600"/>
              <a:gd name="connsiteY932" fmla="*/ 45847 h 6858000"/>
              <a:gd name="connsiteX933" fmla="*/ 823759 w 7467600"/>
              <a:gd name="connsiteY933" fmla="*/ 574145 h 6858000"/>
              <a:gd name="connsiteX934" fmla="*/ 811254 w 7467600"/>
              <a:gd name="connsiteY934" fmla="*/ 665546 h 6858000"/>
              <a:gd name="connsiteX935" fmla="*/ 154042 w 7467600"/>
              <a:gd name="connsiteY935" fmla="*/ 261522 h 6858000"/>
              <a:gd name="connsiteX936" fmla="*/ 13550 w 7467600"/>
              <a:gd name="connsiteY936" fmla="*/ 158423 h 6858000"/>
              <a:gd name="connsiteX937" fmla="*/ 0 w 7467600"/>
              <a:gd name="connsiteY937" fmla="*/ 146618 h 6858000"/>
              <a:gd name="connsiteX938" fmla="*/ 0 w 7467600"/>
              <a:gd name="connsiteY938" fmla="*/ 59161 h 6858000"/>
              <a:gd name="connsiteX939" fmla="*/ 45427 w 7467600"/>
              <a:gd name="connsiteY939" fmla="*/ 101078 h 6858000"/>
              <a:gd name="connsiteX940" fmla="*/ 630103 w 7467600"/>
              <a:gd name="connsiteY940" fmla="*/ 485885 h 6858000"/>
              <a:gd name="connsiteX941" fmla="*/ 532040 w 7467600"/>
              <a:gd name="connsiteY941" fmla="*/ 399359 h 6858000"/>
              <a:gd name="connsiteX942" fmla="*/ 517618 w 7467600"/>
              <a:gd name="connsiteY942" fmla="*/ 385726 h 6858000"/>
              <a:gd name="connsiteX943" fmla="*/ 285074 w 7467600"/>
              <a:gd name="connsiteY943" fmla="*/ 182755 h 6858000"/>
              <a:gd name="connsiteX944" fmla="*/ 43151 w 7467600"/>
              <a:gd name="connsiteY94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289862 w 7467600"/>
              <a:gd name="connsiteY11" fmla="*/ 6659827 h 6858000"/>
              <a:gd name="connsiteX12" fmla="*/ 1019354 w 7467600"/>
              <a:gd name="connsiteY12" fmla="*/ 6315006 h 6858000"/>
              <a:gd name="connsiteX13" fmla="*/ 441046 w 7467600"/>
              <a:gd name="connsiteY13" fmla="*/ 6691153 h 6858000"/>
              <a:gd name="connsiteX14" fmla="*/ 1019354 w 7467600"/>
              <a:gd name="connsiteY14" fmla="*/ 6315006 h 6858000"/>
              <a:gd name="connsiteX15" fmla="*/ 991680 w 7467600"/>
              <a:gd name="connsiteY15" fmla="*/ 6298413 h 6858000"/>
              <a:gd name="connsiteX16" fmla="*/ 409060 w 7467600"/>
              <a:gd name="connsiteY16" fmla="*/ 6671470 h 6858000"/>
              <a:gd name="connsiteX17" fmla="*/ 991680 w 7467600"/>
              <a:gd name="connsiteY17" fmla="*/ 6298413 h 6858000"/>
              <a:gd name="connsiteX18" fmla="*/ 103333 w 7467600"/>
              <a:gd name="connsiteY18" fmla="*/ 5699602 h 6858000"/>
              <a:gd name="connsiteX19" fmla="*/ 233938 w 7467600"/>
              <a:gd name="connsiteY19" fmla="*/ 5809416 h 6858000"/>
              <a:gd name="connsiteX20" fmla="*/ 883580 w 7467600"/>
              <a:gd name="connsiteY20" fmla="*/ 6180710 h 6858000"/>
              <a:gd name="connsiteX21" fmla="*/ 487337 w 7467600"/>
              <a:gd name="connsiteY21" fmla="*/ 5950182 h 6858000"/>
              <a:gd name="connsiteX22" fmla="*/ 354051 w 7467600"/>
              <a:gd name="connsiteY22" fmla="*/ 5854912 h 6858000"/>
              <a:gd name="connsiteX23" fmla="*/ 195436 w 7467600"/>
              <a:gd name="connsiteY23" fmla="*/ 5755068 h 6858000"/>
              <a:gd name="connsiteX24" fmla="*/ 103333 w 7467600"/>
              <a:gd name="connsiteY24" fmla="*/ 5699602 h 6858000"/>
              <a:gd name="connsiteX25" fmla="*/ 5539432 w 7467600"/>
              <a:gd name="connsiteY25" fmla="*/ 5642928 h 6858000"/>
              <a:gd name="connsiteX26" fmla="*/ 5555462 w 7467600"/>
              <a:gd name="connsiteY26" fmla="*/ 5694454 h 6858000"/>
              <a:gd name="connsiteX27" fmla="*/ 5828270 w 7467600"/>
              <a:gd name="connsiteY27" fmla="*/ 6320663 h 6858000"/>
              <a:gd name="connsiteX28" fmla="*/ 5947416 w 7467600"/>
              <a:gd name="connsiteY28" fmla="*/ 6574846 h 6858000"/>
              <a:gd name="connsiteX29" fmla="*/ 5539432 w 7467600"/>
              <a:gd name="connsiteY29" fmla="*/ 5642928 h 6858000"/>
              <a:gd name="connsiteX30" fmla="*/ 51253 w 7467600"/>
              <a:gd name="connsiteY30" fmla="*/ 5631825 h 6858000"/>
              <a:gd name="connsiteX31" fmla="*/ 211622 w 7467600"/>
              <a:gd name="connsiteY31" fmla="*/ 5728803 h 6858000"/>
              <a:gd name="connsiteX32" fmla="*/ 371652 w 7467600"/>
              <a:gd name="connsiteY32" fmla="*/ 5829062 h 6858000"/>
              <a:gd name="connsiteX33" fmla="*/ 505903 w 7467600"/>
              <a:gd name="connsiteY33" fmla="*/ 5925221 h 6858000"/>
              <a:gd name="connsiteX34" fmla="*/ 899240 w 7467600"/>
              <a:gd name="connsiteY34" fmla="*/ 6153068 h 6858000"/>
              <a:gd name="connsiteX35" fmla="*/ 988114 w 7467600"/>
              <a:gd name="connsiteY35" fmla="*/ 6174204 h 6858000"/>
              <a:gd name="connsiteX36" fmla="*/ 845971 w 7467600"/>
              <a:gd name="connsiteY36" fmla="*/ 6067177 h 6858000"/>
              <a:gd name="connsiteX37" fmla="*/ 448057 w 7467600"/>
              <a:gd name="connsiteY37" fmla="*/ 5841376 h 6858000"/>
              <a:gd name="connsiteX38" fmla="*/ 51253 w 7467600"/>
              <a:gd name="connsiteY38" fmla="*/ 5631825 h 6858000"/>
              <a:gd name="connsiteX39" fmla="*/ 2606687 w 7467600"/>
              <a:gd name="connsiteY39" fmla="*/ 5630718 h 6858000"/>
              <a:gd name="connsiteX40" fmla="*/ 2645658 w 7467600"/>
              <a:gd name="connsiteY40" fmla="*/ 6640259 h 6858000"/>
              <a:gd name="connsiteX41" fmla="*/ 2606687 w 7467600"/>
              <a:gd name="connsiteY41" fmla="*/ 5630718 h 6858000"/>
              <a:gd name="connsiteX42" fmla="*/ 3642057 w 7467600"/>
              <a:gd name="connsiteY42" fmla="*/ 5573487 h 6858000"/>
              <a:gd name="connsiteX43" fmla="*/ 3632981 w 7467600"/>
              <a:gd name="connsiteY43" fmla="*/ 5579437 h 6858000"/>
              <a:gd name="connsiteX44" fmla="*/ 3382436 w 7467600"/>
              <a:gd name="connsiteY44" fmla="*/ 5952726 h 6858000"/>
              <a:gd name="connsiteX45" fmla="*/ 3191929 w 7467600"/>
              <a:gd name="connsiteY45" fmla="*/ 6662669 h 6858000"/>
              <a:gd name="connsiteX46" fmla="*/ 3369898 w 7467600"/>
              <a:gd name="connsiteY46" fmla="*/ 6081771 h 6858000"/>
              <a:gd name="connsiteX47" fmla="*/ 3642057 w 7467600"/>
              <a:gd name="connsiteY47" fmla="*/ 5573487 h 6858000"/>
              <a:gd name="connsiteX48" fmla="*/ 2650666 w 7467600"/>
              <a:gd name="connsiteY48" fmla="*/ 5530686 h 6858000"/>
              <a:gd name="connsiteX49" fmla="*/ 2650249 w 7467600"/>
              <a:gd name="connsiteY49" fmla="*/ 5532101 h 6858000"/>
              <a:gd name="connsiteX50" fmla="*/ 2663808 w 7467600"/>
              <a:gd name="connsiteY50" fmla="*/ 6535215 h 6858000"/>
              <a:gd name="connsiteX51" fmla="*/ 2665418 w 7467600"/>
              <a:gd name="connsiteY51" fmla="*/ 6132756 h 6858000"/>
              <a:gd name="connsiteX52" fmla="*/ 2650666 w 7467600"/>
              <a:gd name="connsiteY52" fmla="*/ 5530686 h 6858000"/>
              <a:gd name="connsiteX53" fmla="*/ 2680277 w 7467600"/>
              <a:gd name="connsiteY53" fmla="*/ 5479204 h 6858000"/>
              <a:gd name="connsiteX54" fmla="*/ 2678972 w 7467600"/>
              <a:gd name="connsiteY54" fmla="*/ 5481582 h 6858000"/>
              <a:gd name="connsiteX55" fmla="*/ 2696666 w 7467600"/>
              <a:gd name="connsiteY55" fmla="*/ 6133836 h 6858000"/>
              <a:gd name="connsiteX56" fmla="*/ 2695769 w 7467600"/>
              <a:gd name="connsiteY56" fmla="*/ 6390955 h 6858000"/>
              <a:gd name="connsiteX57" fmla="*/ 2739893 w 7467600"/>
              <a:gd name="connsiteY57" fmla="*/ 6108357 h 6858000"/>
              <a:gd name="connsiteX58" fmla="*/ 2680277 w 7467600"/>
              <a:gd name="connsiteY58" fmla="*/ 5479204 h 6858000"/>
              <a:gd name="connsiteX59" fmla="*/ 1132195 w 7467600"/>
              <a:gd name="connsiteY59" fmla="*/ 5467980 h 6858000"/>
              <a:gd name="connsiteX60" fmla="*/ 1679056 w 7467600"/>
              <a:gd name="connsiteY60" fmla="*/ 5516907 h 6858000"/>
              <a:gd name="connsiteX61" fmla="*/ 2128648 w 7467600"/>
              <a:gd name="connsiteY61" fmla="*/ 5474249 h 6858000"/>
              <a:gd name="connsiteX62" fmla="*/ 1825619 w 7467600"/>
              <a:gd name="connsiteY62" fmla="*/ 5478447 h 6858000"/>
              <a:gd name="connsiteX63" fmla="*/ 1737798 w 7467600"/>
              <a:gd name="connsiteY63" fmla="*/ 5483353 h 6858000"/>
              <a:gd name="connsiteX64" fmla="*/ 1132195 w 7467600"/>
              <a:gd name="connsiteY64" fmla="*/ 5467980 h 6858000"/>
              <a:gd name="connsiteX65" fmla="*/ 1456157 w 7467600"/>
              <a:gd name="connsiteY65" fmla="*/ 5371404 h 6858000"/>
              <a:gd name="connsiteX66" fmla="*/ 1244432 w 7467600"/>
              <a:gd name="connsiteY66" fmla="*/ 5385601 h 6858000"/>
              <a:gd name="connsiteX67" fmla="*/ 973990 w 7467600"/>
              <a:gd name="connsiteY67" fmla="*/ 5424940 h 6858000"/>
              <a:gd name="connsiteX68" fmla="*/ 1103809 w 7467600"/>
              <a:gd name="connsiteY68" fmla="*/ 5433720 h 6858000"/>
              <a:gd name="connsiteX69" fmla="*/ 1123454 w 7467600"/>
              <a:gd name="connsiteY69" fmla="*/ 5435727 h 6858000"/>
              <a:gd name="connsiteX70" fmla="*/ 1737017 w 7467600"/>
              <a:gd name="connsiteY70" fmla="*/ 5452183 h 6858000"/>
              <a:gd name="connsiteX71" fmla="*/ 1824397 w 7467600"/>
              <a:gd name="connsiteY71" fmla="*/ 5447757 h 6858000"/>
              <a:gd name="connsiteX72" fmla="*/ 2070059 w 7467600"/>
              <a:gd name="connsiteY72" fmla="*/ 5441660 h 6858000"/>
              <a:gd name="connsiteX73" fmla="*/ 1456157 w 7467600"/>
              <a:gd name="connsiteY73" fmla="*/ 5371404 h 6858000"/>
              <a:gd name="connsiteX74" fmla="*/ 4988186 w 7467600"/>
              <a:gd name="connsiteY74" fmla="*/ 5216467 h 6858000"/>
              <a:gd name="connsiteX75" fmla="*/ 4777334 w 7467600"/>
              <a:gd name="connsiteY75" fmla="*/ 5406072 h 6858000"/>
              <a:gd name="connsiteX76" fmla="*/ 4718341 w 7467600"/>
              <a:gd name="connsiteY76" fmla="*/ 5468043 h 6858000"/>
              <a:gd name="connsiteX77" fmla="*/ 4604655 w 7467600"/>
              <a:gd name="connsiteY77" fmla="*/ 5583434 h 6858000"/>
              <a:gd name="connsiteX78" fmla="*/ 4565074 w 7467600"/>
              <a:gd name="connsiteY78" fmla="*/ 5618550 h 6858000"/>
              <a:gd name="connsiteX79" fmla="*/ 4988186 w 7467600"/>
              <a:gd name="connsiteY79" fmla="*/ 5216467 h 6858000"/>
              <a:gd name="connsiteX80" fmla="*/ 4978032 w 7467600"/>
              <a:gd name="connsiteY80" fmla="*/ 5183809 h 6858000"/>
              <a:gd name="connsiteX81" fmla="*/ 4463413 w 7467600"/>
              <a:gd name="connsiteY81" fmla="*/ 5615162 h 6858000"/>
              <a:gd name="connsiteX82" fmla="*/ 4358134 w 7467600"/>
              <a:gd name="connsiteY82" fmla="*/ 5742791 h 6858000"/>
              <a:gd name="connsiteX83" fmla="*/ 4376219 w 7467600"/>
              <a:gd name="connsiteY83" fmla="*/ 5729027 h 6858000"/>
              <a:gd name="connsiteX84" fmla="*/ 4582340 w 7467600"/>
              <a:gd name="connsiteY84" fmla="*/ 5561037 h 6858000"/>
              <a:gd name="connsiteX85" fmla="*/ 4694684 w 7467600"/>
              <a:gd name="connsiteY85" fmla="*/ 5447098 h 6858000"/>
              <a:gd name="connsiteX86" fmla="*/ 4754123 w 7467600"/>
              <a:gd name="connsiteY86" fmla="*/ 5384643 h 6858000"/>
              <a:gd name="connsiteX87" fmla="*/ 4978032 w 7467600"/>
              <a:gd name="connsiteY87" fmla="*/ 5183809 h 6858000"/>
              <a:gd name="connsiteX88" fmla="*/ 1903353 w 7467600"/>
              <a:gd name="connsiteY88" fmla="*/ 5044827 h 6858000"/>
              <a:gd name="connsiteX89" fmla="*/ 1936931 w 7467600"/>
              <a:gd name="connsiteY89" fmla="*/ 5093954 h 6858000"/>
              <a:gd name="connsiteX90" fmla="*/ 2195868 w 7467600"/>
              <a:gd name="connsiteY90" fmla="*/ 5396574 h 6858000"/>
              <a:gd name="connsiteX91" fmla="*/ 2088852 w 7467600"/>
              <a:gd name="connsiteY91" fmla="*/ 5166123 h 6858000"/>
              <a:gd name="connsiteX92" fmla="*/ 1958241 w 7467600"/>
              <a:gd name="connsiteY92" fmla="*/ 5067955 h 6858000"/>
              <a:gd name="connsiteX93" fmla="*/ 1903353 w 7467600"/>
              <a:gd name="connsiteY93" fmla="*/ 5044827 h 6858000"/>
              <a:gd name="connsiteX94" fmla="*/ 1979378 w 7467600"/>
              <a:gd name="connsiteY94" fmla="*/ 4769504 h 6858000"/>
              <a:gd name="connsiteX95" fmla="*/ 2882120 w 7467600"/>
              <a:gd name="connsiteY95" fmla="*/ 5064547 h 6858000"/>
              <a:gd name="connsiteX96" fmla="*/ 2793103 w 7467600"/>
              <a:gd name="connsiteY96" fmla="*/ 5039699 h 6858000"/>
              <a:gd name="connsiteX97" fmla="*/ 2770041 w 7467600"/>
              <a:gd name="connsiteY97" fmla="*/ 5033634 h 6858000"/>
              <a:gd name="connsiteX98" fmla="*/ 1979378 w 7467600"/>
              <a:gd name="connsiteY98" fmla="*/ 4769504 h 6858000"/>
              <a:gd name="connsiteX99" fmla="*/ 1927410 w 7467600"/>
              <a:gd name="connsiteY99" fmla="*/ 4716164 h 6858000"/>
              <a:gd name="connsiteX100" fmla="*/ 1959587 w 7467600"/>
              <a:gd name="connsiteY100" fmla="*/ 4728849 h 6858000"/>
              <a:gd name="connsiteX101" fmla="*/ 2777707 w 7467600"/>
              <a:gd name="connsiteY101" fmla="*/ 5003991 h 6858000"/>
              <a:gd name="connsiteX102" fmla="*/ 2800768 w 7467600"/>
              <a:gd name="connsiteY102" fmla="*/ 5010056 h 6858000"/>
              <a:gd name="connsiteX103" fmla="*/ 2879408 w 7467600"/>
              <a:gd name="connsiteY103" fmla="*/ 5031590 h 6858000"/>
              <a:gd name="connsiteX104" fmla="*/ 2862295 w 7467600"/>
              <a:gd name="connsiteY104" fmla="*/ 5022958 h 6858000"/>
              <a:gd name="connsiteX105" fmla="*/ 2813343 w 7467600"/>
              <a:gd name="connsiteY105" fmla="*/ 4998369 h 6858000"/>
              <a:gd name="connsiteX106" fmla="*/ 2646245 w 7467600"/>
              <a:gd name="connsiteY106" fmla="*/ 4930999 h 6858000"/>
              <a:gd name="connsiteX107" fmla="*/ 1999243 w 7467600"/>
              <a:gd name="connsiteY107" fmla="*/ 4730524 h 6858000"/>
              <a:gd name="connsiteX108" fmla="*/ 1979527 w 7467600"/>
              <a:gd name="connsiteY108" fmla="*/ 4726651 h 6858000"/>
              <a:gd name="connsiteX109" fmla="*/ 1927410 w 7467600"/>
              <a:gd name="connsiteY109" fmla="*/ 4716164 h 6858000"/>
              <a:gd name="connsiteX110" fmla="*/ 1997014 w 7467600"/>
              <a:gd name="connsiteY110" fmla="*/ 4698007 h 6858000"/>
              <a:gd name="connsiteX111" fmla="*/ 2005458 w 7467600"/>
              <a:gd name="connsiteY111" fmla="*/ 4699540 h 6858000"/>
              <a:gd name="connsiteX112" fmla="*/ 2657186 w 7467600"/>
              <a:gd name="connsiteY112" fmla="*/ 4901687 h 6858000"/>
              <a:gd name="connsiteX113" fmla="*/ 2826662 w 7467600"/>
              <a:gd name="connsiteY113" fmla="*/ 4970362 h 6858000"/>
              <a:gd name="connsiteX114" fmla="*/ 2876100 w 7467600"/>
              <a:gd name="connsiteY114" fmla="*/ 4995397 h 6858000"/>
              <a:gd name="connsiteX115" fmla="*/ 3042600 w 7467600"/>
              <a:gd name="connsiteY115" fmla="*/ 5059532 h 6858000"/>
              <a:gd name="connsiteX116" fmla="*/ 1997014 w 7467600"/>
              <a:gd name="connsiteY116" fmla="*/ 4698007 h 6858000"/>
              <a:gd name="connsiteX117" fmla="*/ 2305292 w 7467600"/>
              <a:gd name="connsiteY117" fmla="*/ 4219492 h 6858000"/>
              <a:gd name="connsiteX118" fmla="*/ 3360922 w 7467600"/>
              <a:gd name="connsiteY118" fmla="*/ 4529373 h 6858000"/>
              <a:gd name="connsiteX119" fmla="*/ 3492420 w 7467600"/>
              <a:gd name="connsiteY119" fmla="*/ 4510145 h 6858000"/>
              <a:gd name="connsiteX120" fmla="*/ 3364086 w 7467600"/>
              <a:gd name="connsiteY120" fmla="*/ 4480340 h 6858000"/>
              <a:gd name="connsiteX121" fmla="*/ 3225818 w 7467600"/>
              <a:gd name="connsiteY121" fmla="*/ 4411822 h 6858000"/>
              <a:gd name="connsiteX122" fmla="*/ 3129696 w 7467600"/>
              <a:gd name="connsiteY122" fmla="*/ 4360704 h 6858000"/>
              <a:gd name="connsiteX123" fmla="*/ 2814545 w 7467600"/>
              <a:gd name="connsiteY123" fmla="*/ 4282955 h 6858000"/>
              <a:gd name="connsiteX124" fmla="*/ 2305292 w 7467600"/>
              <a:gd name="connsiteY124" fmla="*/ 4219492 h 6858000"/>
              <a:gd name="connsiteX125" fmla="*/ 2626982 w 7467600"/>
              <a:gd name="connsiteY125" fmla="*/ 4206450 h 6858000"/>
              <a:gd name="connsiteX126" fmla="*/ 2490617 w 7467600"/>
              <a:gd name="connsiteY126" fmla="*/ 4206951 h 6858000"/>
              <a:gd name="connsiteX127" fmla="*/ 2819869 w 7467600"/>
              <a:gd name="connsiteY127" fmla="*/ 4252936 h 6858000"/>
              <a:gd name="connsiteX128" fmla="*/ 3143018 w 7467600"/>
              <a:gd name="connsiteY128" fmla="*/ 4332698 h 6858000"/>
              <a:gd name="connsiteX129" fmla="*/ 3241520 w 7467600"/>
              <a:gd name="connsiteY129" fmla="*/ 4385112 h 6858000"/>
              <a:gd name="connsiteX130" fmla="*/ 3374575 w 7467600"/>
              <a:gd name="connsiteY130" fmla="*/ 4451517 h 6858000"/>
              <a:gd name="connsiteX131" fmla="*/ 3505221 w 7467600"/>
              <a:gd name="connsiteY131" fmla="*/ 4480757 h 6858000"/>
              <a:gd name="connsiteX132" fmla="*/ 2626982 w 7467600"/>
              <a:gd name="connsiteY132" fmla="*/ 4206450 h 6858000"/>
              <a:gd name="connsiteX133" fmla="*/ 1310106 w 7467600"/>
              <a:gd name="connsiteY133" fmla="*/ 3943217 h 6858000"/>
              <a:gd name="connsiteX134" fmla="*/ 854994 w 7467600"/>
              <a:gd name="connsiteY134" fmla="*/ 4399136 h 6858000"/>
              <a:gd name="connsiteX135" fmla="*/ 742462 w 7467600"/>
              <a:gd name="connsiteY135" fmla="*/ 4594648 h 6858000"/>
              <a:gd name="connsiteX136" fmla="*/ 820602 w 7467600"/>
              <a:gd name="connsiteY136" fmla="*/ 4485915 h 6858000"/>
              <a:gd name="connsiteX137" fmla="*/ 878295 w 7467600"/>
              <a:gd name="connsiteY137" fmla="*/ 4403594 h 6858000"/>
              <a:gd name="connsiteX138" fmla="*/ 1240607 w 7467600"/>
              <a:gd name="connsiteY138" fmla="*/ 4010401 h 6858000"/>
              <a:gd name="connsiteX139" fmla="*/ 1310106 w 7467600"/>
              <a:gd name="connsiteY139" fmla="*/ 3943217 h 6858000"/>
              <a:gd name="connsiteX140" fmla="*/ 1423113 w 7467600"/>
              <a:gd name="connsiteY140" fmla="*/ 3874565 h 6858000"/>
              <a:gd name="connsiteX141" fmla="*/ 1260565 w 7467600"/>
              <a:gd name="connsiteY141" fmla="*/ 4031982 h 6858000"/>
              <a:gd name="connsiteX142" fmla="*/ 901900 w 7467600"/>
              <a:gd name="connsiteY142" fmla="*/ 4421236 h 6858000"/>
              <a:gd name="connsiteX143" fmla="*/ 845044 w 7467600"/>
              <a:gd name="connsiteY143" fmla="*/ 4502436 h 6858000"/>
              <a:gd name="connsiteX144" fmla="*/ 685926 w 7467600"/>
              <a:gd name="connsiteY144" fmla="*/ 4703069 h 6858000"/>
              <a:gd name="connsiteX145" fmla="*/ 684248 w 7467600"/>
              <a:gd name="connsiteY145" fmla="*/ 4706721 h 6858000"/>
              <a:gd name="connsiteX146" fmla="*/ 1423113 w 7467600"/>
              <a:gd name="connsiteY146" fmla="*/ 3874565 h 6858000"/>
              <a:gd name="connsiteX147" fmla="*/ 3316479 w 7467600"/>
              <a:gd name="connsiteY147" fmla="*/ 3872136 h 6858000"/>
              <a:gd name="connsiteX148" fmla="*/ 3546806 w 7467600"/>
              <a:gd name="connsiteY148" fmla="*/ 4356139 h 6858000"/>
              <a:gd name="connsiteX149" fmla="*/ 3364433 w 7467600"/>
              <a:gd name="connsiteY149" fmla="*/ 3953121 h 6858000"/>
              <a:gd name="connsiteX150" fmla="*/ 3316479 w 7467600"/>
              <a:gd name="connsiteY150" fmla="*/ 3872136 h 6858000"/>
              <a:gd name="connsiteX151" fmla="*/ 3291335 w 7467600"/>
              <a:gd name="connsiteY151" fmla="*/ 3767420 h 6858000"/>
              <a:gd name="connsiteX152" fmla="*/ 3390805 w 7467600"/>
              <a:gd name="connsiteY152" fmla="*/ 3937163 h 6858000"/>
              <a:gd name="connsiteX153" fmla="*/ 3579062 w 7467600"/>
              <a:gd name="connsiteY153" fmla="*/ 4359040 h 6858000"/>
              <a:gd name="connsiteX154" fmla="*/ 3467355 w 7467600"/>
              <a:gd name="connsiteY154" fmla="*/ 3988130 h 6858000"/>
              <a:gd name="connsiteX155" fmla="*/ 3310753 w 7467600"/>
              <a:gd name="connsiteY155" fmla="*/ 3787140 h 6858000"/>
              <a:gd name="connsiteX156" fmla="*/ 3291335 w 7467600"/>
              <a:gd name="connsiteY156" fmla="*/ 3767420 h 6858000"/>
              <a:gd name="connsiteX157" fmla="*/ 1635889 w 7467600"/>
              <a:gd name="connsiteY157" fmla="*/ 3709494 h 6858000"/>
              <a:gd name="connsiteX158" fmla="*/ 1634800 w 7467600"/>
              <a:gd name="connsiteY158" fmla="*/ 3731111 h 6858000"/>
              <a:gd name="connsiteX159" fmla="*/ 1635889 w 7467600"/>
              <a:gd name="connsiteY159" fmla="*/ 3709494 h 6858000"/>
              <a:gd name="connsiteX160" fmla="*/ 1510397 w 7467600"/>
              <a:gd name="connsiteY160" fmla="*/ 3684705 h 6858000"/>
              <a:gd name="connsiteX161" fmla="*/ 1146550 w 7467600"/>
              <a:gd name="connsiteY161" fmla="*/ 3802012 h 6858000"/>
              <a:gd name="connsiteX162" fmla="*/ 698834 w 7467600"/>
              <a:gd name="connsiteY162" fmla="*/ 3952272 h 6858000"/>
              <a:gd name="connsiteX163" fmla="*/ 34256 w 7467600"/>
              <a:gd name="connsiteY163" fmla="*/ 4347603 h 6858000"/>
              <a:gd name="connsiteX164" fmla="*/ 527241 w 7467600"/>
              <a:gd name="connsiteY164" fmla="*/ 4065078 h 6858000"/>
              <a:gd name="connsiteX165" fmla="*/ 1510397 w 7467600"/>
              <a:gd name="connsiteY165" fmla="*/ 3684705 h 6858000"/>
              <a:gd name="connsiteX166" fmla="*/ 1313114 w 7467600"/>
              <a:gd name="connsiteY166" fmla="*/ 3655216 h 6858000"/>
              <a:gd name="connsiteX167" fmla="*/ 1109304 w 7467600"/>
              <a:gd name="connsiteY167" fmla="*/ 3669030 h 6858000"/>
              <a:gd name="connsiteX168" fmla="*/ 8129 w 7467600"/>
              <a:gd name="connsiteY168" fmla="*/ 4330519 h 6858000"/>
              <a:gd name="connsiteX169" fmla="*/ 687572 w 7467600"/>
              <a:gd name="connsiteY169" fmla="*/ 3925629 h 6858000"/>
              <a:gd name="connsiteX170" fmla="*/ 1138365 w 7467600"/>
              <a:gd name="connsiteY170" fmla="*/ 3774515 h 6858000"/>
              <a:gd name="connsiteX171" fmla="*/ 1505579 w 7467600"/>
              <a:gd name="connsiteY171" fmla="*/ 3655526 h 6858000"/>
              <a:gd name="connsiteX172" fmla="*/ 1313114 w 7467600"/>
              <a:gd name="connsiteY172" fmla="*/ 3655216 h 6858000"/>
              <a:gd name="connsiteX173" fmla="*/ 3655073 w 7467600"/>
              <a:gd name="connsiteY173" fmla="*/ 3650884 h 6858000"/>
              <a:gd name="connsiteX174" fmla="*/ 3989938 w 7467600"/>
              <a:gd name="connsiteY174" fmla="*/ 3991685 h 6858000"/>
              <a:gd name="connsiteX175" fmla="*/ 4393907 w 7467600"/>
              <a:gd name="connsiteY175" fmla="*/ 4261258 h 6858000"/>
              <a:gd name="connsiteX176" fmla="*/ 4648051 w 7467600"/>
              <a:gd name="connsiteY176" fmla="*/ 4374051 h 6858000"/>
              <a:gd name="connsiteX177" fmla="*/ 4383389 w 7467600"/>
              <a:gd name="connsiteY177" fmla="*/ 4184369 h 6858000"/>
              <a:gd name="connsiteX178" fmla="*/ 4165508 w 7467600"/>
              <a:gd name="connsiteY178" fmla="*/ 4035196 h 6858000"/>
              <a:gd name="connsiteX179" fmla="*/ 4068162 w 7467600"/>
              <a:gd name="connsiteY179" fmla="*/ 3953394 h 6858000"/>
              <a:gd name="connsiteX180" fmla="*/ 3981416 w 7467600"/>
              <a:gd name="connsiteY180" fmla="*/ 3880482 h 6858000"/>
              <a:gd name="connsiteX181" fmla="*/ 3800147 w 7467600"/>
              <a:gd name="connsiteY181" fmla="*/ 3749872 h 6858000"/>
              <a:gd name="connsiteX182" fmla="*/ 3655073 w 7467600"/>
              <a:gd name="connsiteY182" fmla="*/ 3650884 h 6858000"/>
              <a:gd name="connsiteX183" fmla="*/ 3670252 w 7467600"/>
              <a:gd name="connsiteY183" fmla="*/ 3622798 h 6858000"/>
              <a:gd name="connsiteX184" fmla="*/ 3817258 w 7467600"/>
              <a:gd name="connsiteY184" fmla="*/ 3723577 h 6858000"/>
              <a:gd name="connsiteX185" fmla="*/ 4000461 w 7467600"/>
              <a:gd name="connsiteY185" fmla="*/ 3855966 h 6858000"/>
              <a:gd name="connsiteX186" fmla="*/ 4088180 w 7467600"/>
              <a:gd name="connsiteY186" fmla="*/ 3929774 h 6858000"/>
              <a:gd name="connsiteX187" fmla="*/ 4184555 w 7467600"/>
              <a:gd name="connsiteY187" fmla="*/ 4010683 h 6858000"/>
              <a:gd name="connsiteX188" fmla="*/ 4399563 w 7467600"/>
              <a:gd name="connsiteY188" fmla="*/ 4158106 h 6858000"/>
              <a:gd name="connsiteX189" fmla="*/ 4684469 w 7467600"/>
              <a:gd name="connsiteY189" fmla="*/ 4364680 h 6858000"/>
              <a:gd name="connsiteX190" fmla="*/ 4690271 w 7467600"/>
              <a:gd name="connsiteY190" fmla="*/ 4370034 h 6858000"/>
              <a:gd name="connsiteX191" fmla="*/ 4136093 w 7467600"/>
              <a:gd name="connsiteY191" fmla="*/ 3858466 h 6858000"/>
              <a:gd name="connsiteX192" fmla="*/ 3670252 w 7467600"/>
              <a:gd name="connsiteY192" fmla="*/ 3622798 h 6858000"/>
              <a:gd name="connsiteX193" fmla="*/ 4440129 w 7467600"/>
              <a:gd name="connsiteY193" fmla="*/ 3448571 h 6858000"/>
              <a:gd name="connsiteX194" fmla="*/ 4856525 w 7467600"/>
              <a:gd name="connsiteY194" fmla="*/ 3915351 h 6858000"/>
              <a:gd name="connsiteX195" fmla="*/ 5059055 w 7467600"/>
              <a:gd name="connsiteY195" fmla="*/ 4108918 h 6858000"/>
              <a:gd name="connsiteX196" fmla="*/ 5290070 w 7467600"/>
              <a:gd name="connsiteY196" fmla="*/ 4263619 h 6858000"/>
              <a:gd name="connsiteX197" fmla="*/ 4834991 w 7467600"/>
              <a:gd name="connsiteY197" fmla="*/ 3830985 h 6858000"/>
              <a:gd name="connsiteX198" fmla="*/ 4440129 w 7467600"/>
              <a:gd name="connsiteY198" fmla="*/ 3448571 h 6858000"/>
              <a:gd name="connsiteX199" fmla="*/ 4441737 w 7467600"/>
              <a:gd name="connsiteY199" fmla="*/ 3399734 h 6858000"/>
              <a:gd name="connsiteX200" fmla="*/ 4431236 w 7467600"/>
              <a:gd name="connsiteY200" fmla="*/ 3400954 h 6858000"/>
              <a:gd name="connsiteX201" fmla="*/ 4557150 w 7467600"/>
              <a:gd name="connsiteY201" fmla="*/ 3510023 h 6858000"/>
              <a:gd name="connsiteX202" fmla="*/ 4856936 w 7467600"/>
              <a:gd name="connsiteY202" fmla="*/ 3809146 h 6858000"/>
              <a:gd name="connsiteX203" fmla="*/ 5111996 w 7467600"/>
              <a:gd name="connsiteY203" fmla="*/ 4065759 h 6858000"/>
              <a:gd name="connsiteX204" fmla="*/ 5388878 w 7467600"/>
              <a:gd name="connsiteY204" fmla="*/ 4300185 h 6858000"/>
              <a:gd name="connsiteX205" fmla="*/ 5425556 w 7467600"/>
              <a:gd name="connsiteY205" fmla="*/ 4308967 h 6858000"/>
              <a:gd name="connsiteX206" fmla="*/ 4943646 w 7467600"/>
              <a:gd name="connsiteY206" fmla="*/ 3822916 h 6858000"/>
              <a:gd name="connsiteX207" fmla="*/ 4594837 w 7467600"/>
              <a:gd name="connsiteY207" fmla="*/ 3532274 h 6858000"/>
              <a:gd name="connsiteX208" fmla="*/ 4441737 w 7467600"/>
              <a:gd name="connsiteY208" fmla="*/ 3399734 h 6858000"/>
              <a:gd name="connsiteX209" fmla="*/ 5425834 w 7467600"/>
              <a:gd name="connsiteY209" fmla="*/ 3162785 h 6858000"/>
              <a:gd name="connsiteX210" fmla="*/ 5401644 w 7467600"/>
              <a:gd name="connsiteY210" fmla="*/ 3617847 h 6858000"/>
              <a:gd name="connsiteX211" fmla="*/ 5467256 w 7467600"/>
              <a:gd name="connsiteY211" fmla="*/ 4175494 h 6858000"/>
              <a:gd name="connsiteX212" fmla="*/ 5448069 w 7467600"/>
              <a:gd name="connsiteY212" fmla="*/ 3567554 h 6858000"/>
              <a:gd name="connsiteX213" fmla="*/ 5425834 w 7467600"/>
              <a:gd name="connsiteY213" fmla="*/ 3162785 h 6858000"/>
              <a:gd name="connsiteX214" fmla="*/ 1318687 w 7467600"/>
              <a:gd name="connsiteY214" fmla="*/ 3113840 h 6858000"/>
              <a:gd name="connsiteX215" fmla="*/ 1066793 w 7467600"/>
              <a:gd name="connsiteY215" fmla="*/ 3212171 h 6858000"/>
              <a:gd name="connsiteX216" fmla="*/ 993319 w 7467600"/>
              <a:gd name="connsiteY216" fmla="*/ 3247648 h 6858000"/>
              <a:gd name="connsiteX217" fmla="*/ 853081 w 7467600"/>
              <a:gd name="connsiteY217" fmla="*/ 3312410 h 6858000"/>
              <a:gd name="connsiteX218" fmla="*/ 805957 w 7467600"/>
              <a:gd name="connsiteY218" fmla="*/ 3330443 h 6858000"/>
              <a:gd name="connsiteX219" fmla="*/ 1318687 w 7467600"/>
              <a:gd name="connsiteY219" fmla="*/ 3113840 h 6858000"/>
              <a:gd name="connsiteX220" fmla="*/ 5453702 w 7467600"/>
              <a:gd name="connsiteY220" fmla="*/ 3090882 h 6858000"/>
              <a:gd name="connsiteX221" fmla="*/ 5480135 w 7467600"/>
              <a:gd name="connsiteY221" fmla="*/ 3565802 h 6858000"/>
              <a:gd name="connsiteX222" fmla="*/ 5499023 w 7467600"/>
              <a:gd name="connsiteY222" fmla="*/ 4166310 h 6858000"/>
              <a:gd name="connsiteX223" fmla="*/ 5547022 w 7467600"/>
              <a:gd name="connsiteY223" fmla="*/ 3607838 h 6858000"/>
              <a:gd name="connsiteX224" fmla="*/ 5515964 w 7467600"/>
              <a:gd name="connsiteY224" fmla="*/ 3378541 h 6858000"/>
              <a:gd name="connsiteX225" fmla="*/ 5453702 w 7467600"/>
              <a:gd name="connsiteY225" fmla="*/ 3090882 h 6858000"/>
              <a:gd name="connsiteX226" fmla="*/ 1238695 w 7467600"/>
              <a:gd name="connsiteY226" fmla="*/ 3076820 h 6858000"/>
              <a:gd name="connsiteX227" fmla="*/ 716371 w 7467600"/>
              <a:gd name="connsiteY227" fmla="*/ 3293249 h 6858000"/>
              <a:gd name="connsiteX228" fmla="*/ 579522 w 7467600"/>
              <a:gd name="connsiteY228" fmla="*/ 3371759 h 6858000"/>
              <a:gd name="connsiteX229" fmla="*/ 600288 w 7467600"/>
              <a:gd name="connsiteY229" fmla="*/ 3365555 h 6858000"/>
              <a:gd name="connsiteX230" fmla="*/ 840692 w 7467600"/>
              <a:gd name="connsiteY230" fmla="*/ 3284921 h 6858000"/>
              <a:gd name="connsiteX231" fmla="*/ 979248 w 7467600"/>
              <a:gd name="connsiteY231" fmla="*/ 3221003 h 6858000"/>
              <a:gd name="connsiteX232" fmla="*/ 1053282 w 7467600"/>
              <a:gd name="connsiteY232" fmla="*/ 3185247 h 6858000"/>
              <a:gd name="connsiteX233" fmla="*/ 1320603 w 7467600"/>
              <a:gd name="connsiteY233" fmla="*/ 3081281 h 6858000"/>
              <a:gd name="connsiteX234" fmla="*/ 1238695 w 7467600"/>
              <a:gd name="connsiteY234" fmla="*/ 3076820 h 6858000"/>
              <a:gd name="connsiteX235" fmla="*/ 5425627 w 7467600"/>
              <a:gd name="connsiteY235" fmla="*/ 2954192 h 6858000"/>
              <a:gd name="connsiteX236" fmla="*/ 5470770 w 7467600"/>
              <a:gd name="connsiteY236" fmla="*/ 3005435 h 6858000"/>
              <a:gd name="connsiteX237" fmla="*/ 5519779 w 7467600"/>
              <a:gd name="connsiteY237" fmla="*/ 4359223 h 6858000"/>
              <a:gd name="connsiteX238" fmla="*/ 5520293 w 7467600"/>
              <a:gd name="connsiteY238" fmla="*/ 4360602 h 6858000"/>
              <a:gd name="connsiteX239" fmla="*/ 5767221 w 7467600"/>
              <a:gd name="connsiteY239" fmla="*/ 4665564 h 6858000"/>
              <a:gd name="connsiteX240" fmla="*/ 6937169 w 7467600"/>
              <a:gd name="connsiteY240" fmla="*/ 4815941 h 6858000"/>
              <a:gd name="connsiteX241" fmla="*/ 6953922 w 7467600"/>
              <a:gd name="connsiteY241" fmla="*/ 4890068 h 6858000"/>
              <a:gd name="connsiteX242" fmla="*/ 6071359 w 7467600"/>
              <a:gd name="connsiteY242" fmla="*/ 4770770 h 6858000"/>
              <a:gd name="connsiteX243" fmla="*/ 6038839 w 7467600"/>
              <a:gd name="connsiteY243" fmla="*/ 4764474 h 6858000"/>
              <a:gd name="connsiteX244" fmla="*/ 6038706 w 7467600"/>
              <a:gd name="connsiteY244" fmla="*/ 4763847 h 6858000"/>
              <a:gd name="connsiteX245" fmla="*/ 6037784 w 7467600"/>
              <a:gd name="connsiteY245" fmla="*/ 4764270 h 6858000"/>
              <a:gd name="connsiteX246" fmla="*/ 6038839 w 7467600"/>
              <a:gd name="connsiteY246" fmla="*/ 4764474 h 6858000"/>
              <a:gd name="connsiteX247" fmla="*/ 6040338 w 7467600"/>
              <a:gd name="connsiteY247" fmla="*/ 4771418 h 6858000"/>
              <a:gd name="connsiteX248" fmla="*/ 6024488 w 7467600"/>
              <a:gd name="connsiteY248" fmla="*/ 4809903 h 6858000"/>
              <a:gd name="connsiteX249" fmla="*/ 5599771 w 7467600"/>
              <a:gd name="connsiteY249" fmla="*/ 5509652 h 6858000"/>
              <a:gd name="connsiteX250" fmla="*/ 5548843 w 7467600"/>
              <a:gd name="connsiteY250" fmla="*/ 5563845 h 6858000"/>
              <a:gd name="connsiteX251" fmla="*/ 5940952 w 7467600"/>
              <a:gd name="connsiteY251" fmla="*/ 6250028 h 6858000"/>
              <a:gd name="connsiteX252" fmla="*/ 6043441 w 7467600"/>
              <a:gd name="connsiteY252" fmla="*/ 6665847 h 6858000"/>
              <a:gd name="connsiteX253" fmla="*/ 6093432 w 7467600"/>
              <a:gd name="connsiteY253" fmla="*/ 6858000 h 6858000"/>
              <a:gd name="connsiteX254" fmla="*/ 6034344 w 7467600"/>
              <a:gd name="connsiteY254" fmla="*/ 6858000 h 6858000"/>
              <a:gd name="connsiteX255" fmla="*/ 6026679 w 7467600"/>
              <a:gd name="connsiteY255" fmla="*/ 6836959 h 6858000"/>
              <a:gd name="connsiteX256" fmla="*/ 5800441 w 7467600"/>
              <a:gd name="connsiteY256" fmla="*/ 6335286 h 6858000"/>
              <a:gd name="connsiteX257" fmla="*/ 5526562 w 7467600"/>
              <a:gd name="connsiteY257" fmla="*/ 5705388 h 6858000"/>
              <a:gd name="connsiteX258" fmla="*/ 5519640 w 7467600"/>
              <a:gd name="connsiteY258" fmla="*/ 5683774 h 6858000"/>
              <a:gd name="connsiteX259" fmla="*/ 5844559 w 7467600"/>
              <a:gd name="connsiteY259" fmla="*/ 6553349 h 6858000"/>
              <a:gd name="connsiteX260" fmla="*/ 5975994 w 7467600"/>
              <a:gd name="connsiteY260" fmla="*/ 6858000 h 6858000"/>
              <a:gd name="connsiteX261" fmla="*/ 5898547 w 7467600"/>
              <a:gd name="connsiteY261" fmla="*/ 6858000 h 6858000"/>
              <a:gd name="connsiteX262" fmla="*/ 5682041 w 7467600"/>
              <a:gd name="connsiteY262" fmla="*/ 6355860 h 6858000"/>
              <a:gd name="connsiteX263" fmla="*/ 5461758 w 7467600"/>
              <a:gd name="connsiteY263" fmla="*/ 5820220 h 6858000"/>
              <a:gd name="connsiteX264" fmla="*/ 5237282 w 7467600"/>
              <a:gd name="connsiteY264" fmla="*/ 6579086 h 6858000"/>
              <a:gd name="connsiteX265" fmla="*/ 5115009 w 7467600"/>
              <a:gd name="connsiteY265" fmla="*/ 6858000 h 6858000"/>
              <a:gd name="connsiteX266" fmla="*/ 5028074 w 7467600"/>
              <a:gd name="connsiteY266" fmla="*/ 6858000 h 6858000"/>
              <a:gd name="connsiteX267" fmla="*/ 5079508 w 7467600"/>
              <a:gd name="connsiteY267" fmla="*/ 6749074 h 6858000"/>
              <a:gd name="connsiteX268" fmla="*/ 5371846 w 7467600"/>
              <a:gd name="connsiteY268" fmla="*/ 5924413 h 6858000"/>
              <a:gd name="connsiteX269" fmla="*/ 5270512 w 7467600"/>
              <a:gd name="connsiteY269" fmla="*/ 6138975 h 6858000"/>
              <a:gd name="connsiteX270" fmla="*/ 5062409 w 7467600"/>
              <a:gd name="connsiteY270" fmla="*/ 6653544 h 6858000"/>
              <a:gd name="connsiteX271" fmla="*/ 5036628 w 7467600"/>
              <a:gd name="connsiteY271" fmla="*/ 6754247 h 6858000"/>
              <a:gd name="connsiteX272" fmla="*/ 5009112 w 7467600"/>
              <a:gd name="connsiteY272" fmla="*/ 6858000 h 6858000"/>
              <a:gd name="connsiteX273" fmla="*/ 4976679 w 7467600"/>
              <a:gd name="connsiteY273" fmla="*/ 6858000 h 6858000"/>
              <a:gd name="connsiteX274" fmla="*/ 5006537 w 7467600"/>
              <a:gd name="connsiteY274" fmla="*/ 6747068 h 6858000"/>
              <a:gd name="connsiteX275" fmla="*/ 5032723 w 7467600"/>
              <a:gd name="connsiteY275" fmla="*/ 6644957 h 6858000"/>
              <a:gd name="connsiteX276" fmla="*/ 5242949 w 7467600"/>
              <a:gd name="connsiteY276" fmla="*/ 6125175 h 6858000"/>
              <a:gd name="connsiteX277" fmla="*/ 5286321 w 7467600"/>
              <a:gd name="connsiteY277" fmla="*/ 6033555 h 6858000"/>
              <a:gd name="connsiteX278" fmla="*/ 5008210 w 7467600"/>
              <a:gd name="connsiteY278" fmla="*/ 6649194 h 6858000"/>
              <a:gd name="connsiteX279" fmla="*/ 4986321 w 7467600"/>
              <a:gd name="connsiteY279" fmla="*/ 6765687 h 6858000"/>
              <a:gd name="connsiteX280" fmla="*/ 4973474 w 7467600"/>
              <a:gd name="connsiteY280" fmla="*/ 6858000 h 6858000"/>
              <a:gd name="connsiteX281" fmla="*/ 4907178 w 7467600"/>
              <a:gd name="connsiteY281" fmla="*/ 6858000 h 6858000"/>
              <a:gd name="connsiteX282" fmla="*/ 4910810 w 7467600"/>
              <a:gd name="connsiteY282" fmla="*/ 6829660 h 6858000"/>
              <a:gd name="connsiteX283" fmla="*/ 4987461 w 7467600"/>
              <a:gd name="connsiteY283" fmla="*/ 6432994 h 6858000"/>
              <a:gd name="connsiteX284" fmla="*/ 5179262 w 7467600"/>
              <a:gd name="connsiteY284" fmla="*/ 6035044 h 6858000"/>
              <a:gd name="connsiteX285" fmla="*/ 4689678 w 7467600"/>
              <a:gd name="connsiteY285" fmla="*/ 6440241 h 6858000"/>
              <a:gd name="connsiteX286" fmla="*/ 4477543 w 7467600"/>
              <a:gd name="connsiteY286" fmla="*/ 6674836 h 6858000"/>
              <a:gd name="connsiteX287" fmla="*/ 4329957 w 7467600"/>
              <a:gd name="connsiteY287" fmla="*/ 6858000 h 6858000"/>
              <a:gd name="connsiteX288" fmla="*/ 4218595 w 7467600"/>
              <a:gd name="connsiteY288" fmla="*/ 6858000 h 6858000"/>
              <a:gd name="connsiteX289" fmla="*/ 4368888 w 7467600"/>
              <a:gd name="connsiteY289" fmla="*/ 6668412 h 6858000"/>
              <a:gd name="connsiteX290" fmla="*/ 4563091 w 7467600"/>
              <a:gd name="connsiteY290" fmla="*/ 6442508 h 6858000"/>
              <a:gd name="connsiteX291" fmla="*/ 5387324 w 7467600"/>
              <a:gd name="connsiteY291" fmla="*/ 5705830 h 6858000"/>
              <a:gd name="connsiteX292" fmla="*/ 5073620 w 7467600"/>
              <a:gd name="connsiteY292" fmla="*/ 5955437 h 6858000"/>
              <a:gd name="connsiteX293" fmla="*/ 4689789 w 7467600"/>
              <a:gd name="connsiteY293" fmla="*/ 6268382 h 6858000"/>
              <a:gd name="connsiteX294" fmla="*/ 4418722 w 7467600"/>
              <a:gd name="connsiteY294" fmla="*/ 6570886 h 6858000"/>
              <a:gd name="connsiteX295" fmla="*/ 4214944 w 7467600"/>
              <a:gd name="connsiteY295" fmla="*/ 6858000 h 6858000"/>
              <a:gd name="connsiteX296" fmla="*/ 4177898 w 7467600"/>
              <a:gd name="connsiteY296" fmla="*/ 6858000 h 6858000"/>
              <a:gd name="connsiteX297" fmla="*/ 4391597 w 7467600"/>
              <a:gd name="connsiteY297" fmla="*/ 6556370 h 6858000"/>
              <a:gd name="connsiteX298" fmla="*/ 4668889 w 7467600"/>
              <a:gd name="connsiteY298" fmla="*/ 6246399 h 6858000"/>
              <a:gd name="connsiteX299" fmla="*/ 5055427 w 7467600"/>
              <a:gd name="connsiteY299" fmla="*/ 5931476 h 6858000"/>
              <a:gd name="connsiteX300" fmla="*/ 5371814 w 7467600"/>
              <a:gd name="connsiteY300" fmla="*/ 5678975 h 6858000"/>
              <a:gd name="connsiteX301" fmla="*/ 4987918 w 7467600"/>
              <a:gd name="connsiteY301" fmla="*/ 5838701 h 6858000"/>
              <a:gd name="connsiteX302" fmla="*/ 4317146 w 7467600"/>
              <a:gd name="connsiteY302" fmla="*/ 6587716 h 6858000"/>
              <a:gd name="connsiteX303" fmla="*/ 4171627 w 7467600"/>
              <a:gd name="connsiteY303" fmla="*/ 6858000 h 6858000"/>
              <a:gd name="connsiteX304" fmla="*/ 4081585 w 7467600"/>
              <a:gd name="connsiteY304" fmla="*/ 6858000 h 6858000"/>
              <a:gd name="connsiteX305" fmla="*/ 4238603 w 7467600"/>
              <a:gd name="connsiteY305" fmla="*/ 6559341 h 6858000"/>
              <a:gd name="connsiteX306" fmla="*/ 4778333 w 7467600"/>
              <a:gd name="connsiteY306" fmla="*/ 5873626 h 6858000"/>
              <a:gd name="connsiteX307" fmla="*/ 5414185 w 7467600"/>
              <a:gd name="connsiteY307" fmla="*/ 5573882 h 6858000"/>
              <a:gd name="connsiteX308" fmla="*/ 5959648 w 7467600"/>
              <a:gd name="connsiteY308" fmla="*/ 4760797 h 6858000"/>
              <a:gd name="connsiteX309" fmla="*/ 5355019 w 7467600"/>
              <a:gd name="connsiteY309" fmla="*/ 4734672 h 6858000"/>
              <a:gd name="connsiteX310" fmla="*/ 5083565 w 7467600"/>
              <a:gd name="connsiteY310" fmla="*/ 5179121 h 6858000"/>
              <a:gd name="connsiteX311" fmla="*/ 4713577 w 7467600"/>
              <a:gd name="connsiteY311" fmla="*/ 5616803 h 6858000"/>
              <a:gd name="connsiteX312" fmla="*/ 3989559 w 7467600"/>
              <a:gd name="connsiteY312" fmla="*/ 6145945 h 6858000"/>
              <a:gd name="connsiteX313" fmla="*/ 3939824 w 7467600"/>
              <a:gd name="connsiteY313" fmla="*/ 6066900 h 6858000"/>
              <a:gd name="connsiteX314" fmla="*/ 4584537 w 7467600"/>
              <a:gd name="connsiteY314" fmla="*/ 5324826 h 6858000"/>
              <a:gd name="connsiteX315" fmla="*/ 5037105 w 7467600"/>
              <a:gd name="connsiteY315" fmla="*/ 5088765 h 6858000"/>
              <a:gd name="connsiteX316" fmla="*/ 5039930 w 7467600"/>
              <a:gd name="connsiteY316" fmla="*/ 5089585 h 6858000"/>
              <a:gd name="connsiteX317" fmla="*/ 5263764 w 7467600"/>
              <a:gd name="connsiteY317" fmla="*/ 4735525 h 6858000"/>
              <a:gd name="connsiteX318" fmla="*/ 4086300 w 7467600"/>
              <a:gd name="connsiteY318" fmla="*/ 4884599 h 6858000"/>
              <a:gd name="connsiteX319" fmla="*/ 4085485 w 7467600"/>
              <a:gd name="connsiteY319" fmla="*/ 4899070 h 6858000"/>
              <a:gd name="connsiteX320" fmla="*/ 3871915 w 7467600"/>
              <a:gd name="connsiteY320" fmla="*/ 5253645 h 6858000"/>
              <a:gd name="connsiteX321" fmla="*/ 3799374 w 7467600"/>
              <a:gd name="connsiteY321" fmla="*/ 5466127 h 6858000"/>
              <a:gd name="connsiteX322" fmla="*/ 3498850 w 7467600"/>
              <a:gd name="connsiteY322" fmla="*/ 6661888 h 6858000"/>
              <a:gd name="connsiteX323" fmla="*/ 3399216 w 7467600"/>
              <a:gd name="connsiteY323" fmla="*/ 6858000 h 6858000"/>
              <a:gd name="connsiteX324" fmla="*/ 3303688 w 7467600"/>
              <a:gd name="connsiteY324" fmla="*/ 6858000 h 6858000"/>
              <a:gd name="connsiteX325" fmla="*/ 3391774 w 7467600"/>
              <a:gd name="connsiteY325" fmla="*/ 6697181 h 6858000"/>
              <a:gd name="connsiteX326" fmla="*/ 3735540 w 7467600"/>
              <a:gd name="connsiteY326" fmla="*/ 5546923 h 6858000"/>
              <a:gd name="connsiteX327" fmla="*/ 3729438 w 7467600"/>
              <a:gd name="connsiteY327" fmla="*/ 5569058 h 6858000"/>
              <a:gd name="connsiteX328" fmla="*/ 3707782 w 7467600"/>
              <a:gd name="connsiteY328" fmla="*/ 5644908 h 6858000"/>
              <a:gd name="connsiteX329" fmla="*/ 3583827 w 7467600"/>
              <a:gd name="connsiteY329" fmla="*/ 6039215 h 6858000"/>
              <a:gd name="connsiteX330" fmla="*/ 3547861 w 7467600"/>
              <a:gd name="connsiteY330" fmla="*/ 6129609 h 6858000"/>
              <a:gd name="connsiteX331" fmla="*/ 3490905 w 7467600"/>
              <a:gd name="connsiteY331" fmla="*/ 6277660 h 6858000"/>
              <a:gd name="connsiteX332" fmla="*/ 3455859 w 7467600"/>
              <a:gd name="connsiteY332" fmla="*/ 6391301 h 6858000"/>
              <a:gd name="connsiteX333" fmla="*/ 3429112 w 7467600"/>
              <a:gd name="connsiteY333" fmla="*/ 6479469 h 6858000"/>
              <a:gd name="connsiteX334" fmla="*/ 3304862 w 7467600"/>
              <a:gd name="connsiteY334" fmla="*/ 6796476 h 6858000"/>
              <a:gd name="connsiteX335" fmla="*/ 3276071 w 7467600"/>
              <a:gd name="connsiteY335" fmla="*/ 6858000 h 6858000"/>
              <a:gd name="connsiteX336" fmla="*/ 3240805 w 7467600"/>
              <a:gd name="connsiteY336" fmla="*/ 6858000 h 6858000"/>
              <a:gd name="connsiteX337" fmla="*/ 3275917 w 7467600"/>
              <a:gd name="connsiteY337" fmla="*/ 6783192 h 6858000"/>
              <a:gd name="connsiteX338" fmla="*/ 3399358 w 7467600"/>
              <a:gd name="connsiteY338" fmla="*/ 6469011 h 6858000"/>
              <a:gd name="connsiteX339" fmla="*/ 3425650 w 7467600"/>
              <a:gd name="connsiteY339" fmla="*/ 6381333 h 6858000"/>
              <a:gd name="connsiteX340" fmla="*/ 3460661 w 7467600"/>
              <a:gd name="connsiteY340" fmla="*/ 6266763 h 6858000"/>
              <a:gd name="connsiteX341" fmla="*/ 3518021 w 7467600"/>
              <a:gd name="connsiteY341" fmla="*/ 6117298 h 6858000"/>
              <a:gd name="connsiteX342" fmla="*/ 3554035 w 7467600"/>
              <a:gd name="connsiteY342" fmla="*/ 6027832 h 6858000"/>
              <a:gd name="connsiteX343" fmla="*/ 3677174 w 7467600"/>
              <a:gd name="connsiteY343" fmla="*/ 5636351 h 6858000"/>
              <a:gd name="connsiteX344" fmla="*/ 3698819 w 7467600"/>
              <a:gd name="connsiteY344" fmla="*/ 5560503 h 6858000"/>
              <a:gd name="connsiteX345" fmla="*/ 3702094 w 7467600"/>
              <a:gd name="connsiteY345" fmla="*/ 5549194 h 6858000"/>
              <a:gd name="connsiteX346" fmla="*/ 3398355 w 7467600"/>
              <a:gd name="connsiteY346" fmla="*/ 6094603 h 6858000"/>
              <a:gd name="connsiteX347" fmla="*/ 3193941 w 7467600"/>
              <a:gd name="connsiteY347" fmla="*/ 6798775 h 6858000"/>
              <a:gd name="connsiteX348" fmla="*/ 3184140 w 7467600"/>
              <a:gd name="connsiteY348" fmla="*/ 6858000 h 6858000"/>
              <a:gd name="connsiteX349" fmla="*/ 3099978 w 7467600"/>
              <a:gd name="connsiteY349" fmla="*/ 6858000 h 6858000"/>
              <a:gd name="connsiteX350" fmla="*/ 3101556 w 7467600"/>
              <a:gd name="connsiteY350" fmla="*/ 6843337 h 6858000"/>
              <a:gd name="connsiteX351" fmla="*/ 3370162 w 7467600"/>
              <a:gd name="connsiteY351" fmla="*/ 5785550 h 6858000"/>
              <a:gd name="connsiteX352" fmla="*/ 3746477 w 7467600"/>
              <a:gd name="connsiteY352" fmla="*/ 5377889 h 6858000"/>
              <a:gd name="connsiteX353" fmla="*/ 3863399 w 7467600"/>
              <a:gd name="connsiteY353" fmla="*/ 5087257 h 6858000"/>
              <a:gd name="connsiteX354" fmla="*/ 3968712 w 7467600"/>
              <a:gd name="connsiteY354" fmla="*/ 4913989 h 6858000"/>
              <a:gd name="connsiteX355" fmla="*/ 2792390 w 7467600"/>
              <a:gd name="connsiteY355" fmla="*/ 5382974 h 6858000"/>
              <a:gd name="connsiteX356" fmla="*/ 2714982 w 7467600"/>
              <a:gd name="connsiteY356" fmla="*/ 5427051 h 6858000"/>
              <a:gd name="connsiteX357" fmla="*/ 2813361 w 7467600"/>
              <a:gd name="connsiteY357" fmla="*/ 6023912 h 6858000"/>
              <a:gd name="connsiteX358" fmla="*/ 2688430 w 7467600"/>
              <a:gd name="connsiteY358" fmla="*/ 6801564 h 6858000"/>
              <a:gd name="connsiteX359" fmla="*/ 2629626 w 7467600"/>
              <a:gd name="connsiteY359" fmla="*/ 6763394 h 6858000"/>
              <a:gd name="connsiteX360" fmla="*/ 2565328 w 7467600"/>
              <a:gd name="connsiteY360" fmla="*/ 5516399 h 6858000"/>
              <a:gd name="connsiteX361" fmla="*/ 1922999 w 7467600"/>
              <a:gd name="connsiteY361" fmla="*/ 5980343 h 6858000"/>
              <a:gd name="connsiteX362" fmla="*/ 1950261 w 7467600"/>
              <a:gd name="connsiteY362" fmla="*/ 6405858 h 6858000"/>
              <a:gd name="connsiteX363" fmla="*/ 2365554 w 7467600"/>
              <a:gd name="connsiteY363" fmla="*/ 6759107 h 6858000"/>
              <a:gd name="connsiteX364" fmla="*/ 2424142 w 7467600"/>
              <a:gd name="connsiteY364" fmla="*/ 6858000 h 6858000"/>
              <a:gd name="connsiteX365" fmla="*/ 2395994 w 7467600"/>
              <a:gd name="connsiteY365" fmla="*/ 6858000 h 6858000"/>
              <a:gd name="connsiteX366" fmla="*/ 2392863 w 7467600"/>
              <a:gd name="connsiteY366" fmla="*/ 6852964 h 6858000"/>
              <a:gd name="connsiteX367" fmla="*/ 2017589 w 7467600"/>
              <a:gd name="connsiteY367" fmla="*/ 6493982 h 6858000"/>
              <a:gd name="connsiteX368" fmla="*/ 2147336 w 7467600"/>
              <a:gd name="connsiteY368" fmla="*/ 6594052 h 6858000"/>
              <a:gd name="connsiteX369" fmla="*/ 2207047 w 7467600"/>
              <a:gd name="connsiteY369" fmla="*/ 6654540 h 6858000"/>
              <a:gd name="connsiteX370" fmla="*/ 2299106 w 7467600"/>
              <a:gd name="connsiteY370" fmla="*/ 6778931 h 6858000"/>
              <a:gd name="connsiteX371" fmla="*/ 2314430 w 7467600"/>
              <a:gd name="connsiteY371" fmla="*/ 6801144 h 6858000"/>
              <a:gd name="connsiteX372" fmla="*/ 2352406 w 7467600"/>
              <a:gd name="connsiteY372" fmla="*/ 6858000 h 6858000"/>
              <a:gd name="connsiteX373" fmla="*/ 2314492 w 7467600"/>
              <a:gd name="connsiteY373" fmla="*/ 6858000 h 6858000"/>
              <a:gd name="connsiteX374" fmla="*/ 2288095 w 7467600"/>
              <a:gd name="connsiteY374" fmla="*/ 6818030 h 6858000"/>
              <a:gd name="connsiteX375" fmla="*/ 2272768 w 7467600"/>
              <a:gd name="connsiteY375" fmla="*/ 6795822 h 6858000"/>
              <a:gd name="connsiteX376" fmla="*/ 2182715 w 7467600"/>
              <a:gd name="connsiteY376" fmla="*/ 6675071 h 6858000"/>
              <a:gd name="connsiteX377" fmla="*/ 2032061 w 7467600"/>
              <a:gd name="connsiteY377" fmla="*/ 6541380 h 6858000"/>
              <a:gd name="connsiteX378" fmla="*/ 2257220 w 7467600"/>
              <a:gd name="connsiteY378" fmla="*/ 6826257 h 6858000"/>
              <a:gd name="connsiteX379" fmla="*/ 2281324 w 7467600"/>
              <a:gd name="connsiteY379" fmla="*/ 6858000 h 6858000"/>
              <a:gd name="connsiteX380" fmla="*/ 2242860 w 7467600"/>
              <a:gd name="connsiteY380" fmla="*/ 6858000 h 6858000"/>
              <a:gd name="connsiteX381" fmla="*/ 2232818 w 7467600"/>
              <a:gd name="connsiteY381" fmla="*/ 6844926 h 6858000"/>
              <a:gd name="connsiteX382" fmla="*/ 1990172 w 7467600"/>
              <a:gd name="connsiteY382" fmla="*/ 6542121 h 6858000"/>
              <a:gd name="connsiteX383" fmla="*/ 2124090 w 7467600"/>
              <a:gd name="connsiteY383" fmla="*/ 6761017 h 6858000"/>
              <a:gd name="connsiteX384" fmla="*/ 2200380 w 7467600"/>
              <a:gd name="connsiteY384" fmla="*/ 6858000 h 6858000"/>
              <a:gd name="connsiteX385" fmla="*/ 2147507 w 7467600"/>
              <a:gd name="connsiteY385" fmla="*/ 6858000 h 6858000"/>
              <a:gd name="connsiteX386" fmla="*/ 2070668 w 7467600"/>
              <a:gd name="connsiteY386" fmla="*/ 6761520 h 6858000"/>
              <a:gd name="connsiteX387" fmla="*/ 1975142 w 7467600"/>
              <a:gd name="connsiteY387" fmla="*/ 6585570 h 6858000"/>
              <a:gd name="connsiteX388" fmla="*/ 2050035 w 7467600"/>
              <a:gd name="connsiteY388" fmla="*/ 6813345 h 6858000"/>
              <a:gd name="connsiteX389" fmla="*/ 2063025 w 7467600"/>
              <a:gd name="connsiteY389" fmla="*/ 6858000 h 6858000"/>
              <a:gd name="connsiteX390" fmla="*/ 2021675 w 7467600"/>
              <a:gd name="connsiteY390" fmla="*/ 6858000 h 6858000"/>
              <a:gd name="connsiteX391" fmla="*/ 2019308 w 7467600"/>
              <a:gd name="connsiteY391" fmla="*/ 6847118 h 6858000"/>
              <a:gd name="connsiteX392" fmla="*/ 1938835 w 7467600"/>
              <a:gd name="connsiteY392" fmla="*/ 6551160 h 6858000"/>
              <a:gd name="connsiteX393" fmla="*/ 1953230 w 7467600"/>
              <a:gd name="connsiteY393" fmla="*/ 6759699 h 6858000"/>
              <a:gd name="connsiteX394" fmla="*/ 1956763 w 7467600"/>
              <a:gd name="connsiteY394" fmla="*/ 6778191 h 6858000"/>
              <a:gd name="connsiteX395" fmla="*/ 1967925 w 7467600"/>
              <a:gd name="connsiteY395" fmla="*/ 6858000 h 6858000"/>
              <a:gd name="connsiteX396" fmla="*/ 1936622 w 7467600"/>
              <a:gd name="connsiteY396" fmla="*/ 6858000 h 6858000"/>
              <a:gd name="connsiteX397" fmla="*/ 1926261 w 7467600"/>
              <a:gd name="connsiteY397" fmla="*/ 6784064 h 6858000"/>
              <a:gd name="connsiteX398" fmla="*/ 1922724 w 7467600"/>
              <a:gd name="connsiteY398" fmla="*/ 6765577 h 6858000"/>
              <a:gd name="connsiteX399" fmla="*/ 1904650 w 7467600"/>
              <a:gd name="connsiteY399" fmla="*/ 6639616 h 6858000"/>
              <a:gd name="connsiteX400" fmla="*/ 1885273 w 7467600"/>
              <a:gd name="connsiteY400" fmla="*/ 6858000 h 6858000"/>
              <a:gd name="connsiteX401" fmla="*/ 1854363 w 7467600"/>
              <a:gd name="connsiteY401" fmla="*/ 6858000 h 6858000"/>
              <a:gd name="connsiteX402" fmla="*/ 1880391 w 7467600"/>
              <a:gd name="connsiteY402" fmla="*/ 6603796 h 6858000"/>
              <a:gd name="connsiteX403" fmla="*/ 1818273 w 7467600"/>
              <a:gd name="connsiteY403" fmla="*/ 6715729 h 6858000"/>
              <a:gd name="connsiteX404" fmla="*/ 1794691 w 7467600"/>
              <a:gd name="connsiteY404" fmla="*/ 6843239 h 6858000"/>
              <a:gd name="connsiteX405" fmla="*/ 1794914 w 7467600"/>
              <a:gd name="connsiteY405" fmla="*/ 6858000 h 6858000"/>
              <a:gd name="connsiteX406" fmla="*/ 1746128 w 7467600"/>
              <a:gd name="connsiteY406" fmla="*/ 6858000 h 6858000"/>
              <a:gd name="connsiteX407" fmla="*/ 1753934 w 7467600"/>
              <a:gd name="connsiteY407" fmla="*/ 6724796 h 6858000"/>
              <a:gd name="connsiteX408" fmla="*/ 1792053 w 7467600"/>
              <a:gd name="connsiteY408" fmla="*/ 6572396 h 6858000"/>
              <a:gd name="connsiteX409" fmla="*/ 1862248 w 7467600"/>
              <a:gd name="connsiteY409" fmla="*/ 6266397 h 6858000"/>
              <a:gd name="connsiteX410" fmla="*/ 1862250 w 7467600"/>
              <a:gd name="connsiteY410" fmla="*/ 6033531 h 6858000"/>
              <a:gd name="connsiteX411" fmla="*/ 1211999 w 7467600"/>
              <a:gd name="connsiteY411" fmla="*/ 6683610 h 6858000"/>
              <a:gd name="connsiteX412" fmla="*/ 1213266 w 7467600"/>
              <a:gd name="connsiteY412" fmla="*/ 6691947 h 6858000"/>
              <a:gd name="connsiteX413" fmla="*/ 1203370 w 7467600"/>
              <a:gd name="connsiteY413" fmla="*/ 6850676 h 6858000"/>
              <a:gd name="connsiteX414" fmla="*/ 1203671 w 7467600"/>
              <a:gd name="connsiteY414" fmla="*/ 6858000 h 6858000"/>
              <a:gd name="connsiteX415" fmla="*/ 1143180 w 7467600"/>
              <a:gd name="connsiteY415" fmla="*/ 6858000 h 6858000"/>
              <a:gd name="connsiteX416" fmla="*/ 1142176 w 7467600"/>
              <a:gd name="connsiteY416" fmla="*/ 6766045 h 6858000"/>
              <a:gd name="connsiteX417" fmla="*/ 1067484 w 7467600"/>
              <a:gd name="connsiteY417" fmla="*/ 6858000 h 6858000"/>
              <a:gd name="connsiteX418" fmla="*/ 953928 w 7467600"/>
              <a:gd name="connsiteY418" fmla="*/ 6858000 h 6858000"/>
              <a:gd name="connsiteX419" fmla="*/ 959715 w 7467600"/>
              <a:gd name="connsiteY419" fmla="*/ 6850185 h 6858000"/>
              <a:gd name="connsiteX420" fmla="*/ 1483788 w 7467600"/>
              <a:gd name="connsiteY420" fmla="*/ 6259174 h 6858000"/>
              <a:gd name="connsiteX421" fmla="*/ 1100671 w 7467600"/>
              <a:gd name="connsiteY421" fmla="*/ 6252137 h 6858000"/>
              <a:gd name="connsiteX422" fmla="*/ 1090144 w 7467600"/>
              <a:gd name="connsiteY422" fmla="*/ 6256748 h 6858000"/>
              <a:gd name="connsiteX423" fmla="*/ 1095872 w 7467600"/>
              <a:gd name="connsiteY423" fmla="*/ 6271892 h 6858000"/>
              <a:gd name="connsiteX424" fmla="*/ 262785 w 7467600"/>
              <a:gd name="connsiteY424" fmla="*/ 6845450 h 6858000"/>
              <a:gd name="connsiteX425" fmla="*/ 209968 w 7467600"/>
              <a:gd name="connsiteY425" fmla="*/ 6770713 h 6858000"/>
              <a:gd name="connsiteX426" fmla="*/ 873460 w 7467600"/>
              <a:gd name="connsiteY426" fmla="*/ 6253768 h 6858000"/>
              <a:gd name="connsiteX427" fmla="*/ 192686 w 7467600"/>
              <a:gd name="connsiteY427" fmla="*/ 5849257 h 6858000"/>
              <a:gd name="connsiteX428" fmla="*/ 4696 w 7467600"/>
              <a:gd name="connsiteY428" fmla="*/ 5697668 h 6858000"/>
              <a:gd name="connsiteX429" fmla="*/ 0 w 7467600"/>
              <a:gd name="connsiteY429" fmla="*/ 5689984 h 6858000"/>
              <a:gd name="connsiteX430" fmla="*/ 0 w 7467600"/>
              <a:gd name="connsiteY430" fmla="*/ 5513472 h 6858000"/>
              <a:gd name="connsiteX431" fmla="*/ 174101 w 7467600"/>
              <a:gd name="connsiteY431" fmla="*/ 5620277 h 6858000"/>
              <a:gd name="connsiteX432" fmla="*/ 891800 w 7467600"/>
              <a:gd name="connsiteY432" fmla="*/ 6036935 h 6858000"/>
              <a:gd name="connsiteX433" fmla="*/ 1072219 w 7467600"/>
              <a:gd name="connsiteY433" fmla="*/ 6169443 h 6858000"/>
              <a:gd name="connsiteX434" fmla="*/ 1074117 w 7467600"/>
              <a:gd name="connsiteY434" fmla="*/ 6170301 h 6858000"/>
              <a:gd name="connsiteX435" fmla="*/ 1083114 w 7467600"/>
              <a:gd name="connsiteY435" fmla="*/ 6174131 h 6858000"/>
              <a:gd name="connsiteX436" fmla="*/ 1543010 w 7467600"/>
              <a:gd name="connsiteY436" fmla="*/ 6191140 h 6858000"/>
              <a:gd name="connsiteX437" fmla="*/ 1551080 w 7467600"/>
              <a:gd name="connsiteY437" fmla="*/ 6195006 h 6858000"/>
              <a:gd name="connsiteX438" fmla="*/ 2345443 w 7467600"/>
              <a:gd name="connsiteY438" fmla="*/ 5549882 h 6858000"/>
              <a:gd name="connsiteX439" fmla="*/ 1721499 w 7467600"/>
              <a:gd name="connsiteY439" fmla="*/ 5599969 h 6858000"/>
              <a:gd name="connsiteX440" fmla="*/ 767716 w 7467600"/>
              <a:gd name="connsiteY440" fmla="*/ 5472768 h 6858000"/>
              <a:gd name="connsiteX441" fmla="*/ 722147 w 7467600"/>
              <a:gd name="connsiteY441" fmla="*/ 5393091 h 6858000"/>
              <a:gd name="connsiteX442" fmla="*/ 1485552 w 7467600"/>
              <a:gd name="connsiteY442" fmla="*/ 5313202 h 6858000"/>
              <a:gd name="connsiteX443" fmla="*/ 2143004 w 7467600"/>
              <a:gd name="connsiteY443" fmla="*/ 5402420 h 6858000"/>
              <a:gd name="connsiteX444" fmla="*/ 1933391 w 7467600"/>
              <a:gd name="connsiteY444" fmla="*/ 5156971 h 6858000"/>
              <a:gd name="connsiteX445" fmla="*/ 1827118 w 7467600"/>
              <a:gd name="connsiteY445" fmla="*/ 4968410 h 6858000"/>
              <a:gd name="connsiteX446" fmla="*/ 1837349 w 7467600"/>
              <a:gd name="connsiteY446" fmla="*/ 4956357 h 6858000"/>
              <a:gd name="connsiteX447" fmla="*/ 2162835 w 7467600"/>
              <a:gd name="connsiteY447" fmla="*/ 5187853 h 6858000"/>
              <a:gd name="connsiteX448" fmla="*/ 2257167 w 7467600"/>
              <a:gd name="connsiteY448" fmla="*/ 5462123 h 6858000"/>
              <a:gd name="connsiteX449" fmla="*/ 2261598 w 7467600"/>
              <a:gd name="connsiteY449" fmla="*/ 5467998 h 6858000"/>
              <a:gd name="connsiteX450" fmla="*/ 2437177 w 7467600"/>
              <a:gd name="connsiteY450" fmla="*/ 5479608 h 6858000"/>
              <a:gd name="connsiteX451" fmla="*/ 2445247 w 7467600"/>
              <a:gd name="connsiteY451" fmla="*/ 5483476 h 6858000"/>
              <a:gd name="connsiteX452" fmla="*/ 2743626 w 7467600"/>
              <a:gd name="connsiteY452" fmla="*/ 5304819 h 6858000"/>
              <a:gd name="connsiteX453" fmla="*/ 3048102 w 7467600"/>
              <a:gd name="connsiteY453" fmla="*/ 5150595 h 6858000"/>
              <a:gd name="connsiteX454" fmla="*/ 1799414 w 7467600"/>
              <a:gd name="connsiteY454" fmla="*/ 4694732 h 6858000"/>
              <a:gd name="connsiteX455" fmla="*/ 1771735 w 7467600"/>
              <a:gd name="connsiteY455" fmla="*/ 4619929 h 6858000"/>
              <a:gd name="connsiteX456" fmla="*/ 3104273 w 7467600"/>
              <a:gd name="connsiteY456" fmla="*/ 5076159 h 6858000"/>
              <a:gd name="connsiteX457" fmla="*/ 3113245 w 7467600"/>
              <a:gd name="connsiteY457" fmla="*/ 5090705 h 6858000"/>
              <a:gd name="connsiteX458" fmla="*/ 3126294 w 7467600"/>
              <a:gd name="connsiteY458" fmla="*/ 5114400 h 6858000"/>
              <a:gd name="connsiteX459" fmla="*/ 3937433 w 7467600"/>
              <a:gd name="connsiteY459" fmla="*/ 4830473 h 6858000"/>
              <a:gd name="connsiteX460" fmla="*/ 3590475 w 7467600"/>
              <a:gd name="connsiteY460" fmla="*/ 4597974 h 6858000"/>
              <a:gd name="connsiteX461" fmla="*/ 3100264 w 7467600"/>
              <a:gd name="connsiteY461" fmla="*/ 4579845 h 6858000"/>
              <a:gd name="connsiteX462" fmla="*/ 2183576 w 7467600"/>
              <a:gd name="connsiteY462" fmla="*/ 4227150 h 6858000"/>
              <a:gd name="connsiteX463" fmla="*/ 2151029 w 7467600"/>
              <a:gd name="connsiteY463" fmla="*/ 4146947 h 6858000"/>
              <a:gd name="connsiteX464" fmla="*/ 3563434 w 7467600"/>
              <a:gd name="connsiteY464" fmla="*/ 4469115 h 6858000"/>
              <a:gd name="connsiteX465" fmla="*/ 3177952 w 7467600"/>
              <a:gd name="connsiteY465" fmla="*/ 3657386 h 6858000"/>
              <a:gd name="connsiteX466" fmla="*/ 3189263 w 7467600"/>
              <a:gd name="connsiteY466" fmla="*/ 3625726 h 6858000"/>
              <a:gd name="connsiteX467" fmla="*/ 3560912 w 7467600"/>
              <a:gd name="connsiteY467" fmla="*/ 4079863 h 6858000"/>
              <a:gd name="connsiteX468" fmla="*/ 3626636 w 7467600"/>
              <a:gd name="connsiteY468" fmla="*/ 4512230 h 6858000"/>
              <a:gd name="connsiteX469" fmla="*/ 3653088 w 7467600"/>
              <a:gd name="connsiteY469" fmla="*/ 4521417 h 6858000"/>
              <a:gd name="connsiteX470" fmla="*/ 3988128 w 7467600"/>
              <a:gd name="connsiteY470" fmla="*/ 4817267 h 6858000"/>
              <a:gd name="connsiteX471" fmla="*/ 4830582 w 7467600"/>
              <a:gd name="connsiteY471" fmla="*/ 4676000 h 6858000"/>
              <a:gd name="connsiteX472" fmla="*/ 4830100 w 7467600"/>
              <a:gd name="connsiteY472" fmla="*/ 4675554 h 6858000"/>
              <a:gd name="connsiteX473" fmla="*/ 4036318 w 7467600"/>
              <a:gd name="connsiteY473" fmla="*/ 4147013 h 6858000"/>
              <a:gd name="connsiteX474" fmla="*/ 3432098 w 7467600"/>
              <a:gd name="connsiteY474" fmla="*/ 3537312 h 6858000"/>
              <a:gd name="connsiteX475" fmla="*/ 3446761 w 7467600"/>
              <a:gd name="connsiteY475" fmla="*/ 3461278 h 6858000"/>
              <a:gd name="connsiteX476" fmla="*/ 4419733 w 7467600"/>
              <a:gd name="connsiteY476" fmla="*/ 3963555 h 6858000"/>
              <a:gd name="connsiteX477" fmla="*/ 4781371 w 7467600"/>
              <a:gd name="connsiteY477" fmla="*/ 4458604 h 6858000"/>
              <a:gd name="connsiteX478" fmla="*/ 4780440 w 7467600"/>
              <a:gd name="connsiteY478" fmla="*/ 4470290 h 6858000"/>
              <a:gd name="connsiteX479" fmla="*/ 4898954 w 7467600"/>
              <a:gd name="connsiteY479" fmla="*/ 4662092 h 6858000"/>
              <a:gd name="connsiteX480" fmla="*/ 4900699 w 7467600"/>
              <a:gd name="connsiteY480" fmla="*/ 4670867 h 6858000"/>
              <a:gd name="connsiteX481" fmla="*/ 5714511 w 7467600"/>
              <a:gd name="connsiteY481" fmla="*/ 4663483 h 6858000"/>
              <a:gd name="connsiteX482" fmla="*/ 5464793 w 7467600"/>
              <a:gd name="connsiteY482" fmla="*/ 4393556 h 6858000"/>
              <a:gd name="connsiteX483" fmla="*/ 5461897 w 7467600"/>
              <a:gd name="connsiteY483" fmla="*/ 4390879 h 6858000"/>
              <a:gd name="connsiteX484" fmla="*/ 4294126 w 7467600"/>
              <a:gd name="connsiteY484" fmla="*/ 3303048 h 6858000"/>
              <a:gd name="connsiteX485" fmla="*/ 4305321 w 7467600"/>
              <a:gd name="connsiteY485" fmla="*/ 3256953 h 6858000"/>
              <a:gd name="connsiteX486" fmla="*/ 4949299 w 7467600"/>
              <a:gd name="connsiteY486" fmla="*/ 3766336 h 6858000"/>
              <a:gd name="connsiteX487" fmla="*/ 5291452 w 7467600"/>
              <a:gd name="connsiteY487" fmla="*/ 4076801 h 6858000"/>
              <a:gd name="connsiteX488" fmla="*/ 5434998 w 7467600"/>
              <a:gd name="connsiteY488" fmla="*/ 4254100 h 6858000"/>
              <a:gd name="connsiteX489" fmla="*/ 5351015 w 7467600"/>
              <a:gd name="connsiteY489" fmla="*/ 3760989 h 6858000"/>
              <a:gd name="connsiteX490" fmla="*/ 5413780 w 7467600"/>
              <a:gd name="connsiteY490" fmla="*/ 2966265 h 6858000"/>
              <a:gd name="connsiteX491" fmla="*/ 5425627 w 7467600"/>
              <a:gd name="connsiteY491" fmla="*/ 2954192 h 6858000"/>
              <a:gd name="connsiteX492" fmla="*/ 6604735 w 7467600"/>
              <a:gd name="connsiteY492" fmla="*/ 2041381 h 6858000"/>
              <a:gd name="connsiteX493" fmla="*/ 7204487 w 7467600"/>
              <a:gd name="connsiteY493" fmla="*/ 2742112 h 6858000"/>
              <a:gd name="connsiteX494" fmla="*/ 7131592 w 7467600"/>
              <a:gd name="connsiteY494" fmla="*/ 2672096 h 6858000"/>
              <a:gd name="connsiteX495" fmla="*/ 6996344 w 7467600"/>
              <a:gd name="connsiteY495" fmla="*/ 2518310 h 6858000"/>
              <a:gd name="connsiteX496" fmla="*/ 6735495 w 7467600"/>
              <a:gd name="connsiteY496" fmla="*/ 2196890 h 6858000"/>
              <a:gd name="connsiteX497" fmla="*/ 6721901 w 7467600"/>
              <a:gd name="connsiteY497" fmla="*/ 2179274 h 6858000"/>
              <a:gd name="connsiteX498" fmla="*/ 6604735 w 7467600"/>
              <a:gd name="connsiteY498" fmla="*/ 2041381 h 6858000"/>
              <a:gd name="connsiteX499" fmla="*/ 6591670 w 7467600"/>
              <a:gd name="connsiteY499" fmla="*/ 1988277 h 6858000"/>
              <a:gd name="connsiteX500" fmla="*/ 6747349 w 7467600"/>
              <a:gd name="connsiteY500" fmla="*/ 2160069 h 6858000"/>
              <a:gd name="connsiteX501" fmla="*/ 6760943 w 7467600"/>
              <a:gd name="connsiteY501" fmla="*/ 2177686 h 6858000"/>
              <a:gd name="connsiteX502" fmla="*/ 7021065 w 7467600"/>
              <a:gd name="connsiteY502" fmla="*/ 2498102 h 6858000"/>
              <a:gd name="connsiteX503" fmla="*/ 7155223 w 7467600"/>
              <a:gd name="connsiteY503" fmla="*/ 2650386 h 6858000"/>
              <a:gd name="connsiteX504" fmla="*/ 7203167 w 7467600"/>
              <a:gd name="connsiteY504" fmla="*/ 2697288 h 6858000"/>
              <a:gd name="connsiteX505" fmla="*/ 6937703 w 7467600"/>
              <a:gd name="connsiteY505" fmla="*/ 2321981 h 6858000"/>
              <a:gd name="connsiteX506" fmla="*/ 6591670 w 7467600"/>
              <a:gd name="connsiteY506" fmla="*/ 1988277 h 6858000"/>
              <a:gd name="connsiteX507" fmla="*/ 5798671 w 7467600"/>
              <a:gd name="connsiteY507" fmla="*/ 1981601 h 6858000"/>
              <a:gd name="connsiteX508" fmla="*/ 5754709 w 7467600"/>
              <a:gd name="connsiteY508" fmla="*/ 2071454 h 6858000"/>
              <a:gd name="connsiteX509" fmla="*/ 5763044 w 7467600"/>
              <a:gd name="connsiteY509" fmla="*/ 2842206 h 6858000"/>
              <a:gd name="connsiteX510" fmla="*/ 5764974 w 7467600"/>
              <a:gd name="connsiteY510" fmla="*/ 2799609 h 6858000"/>
              <a:gd name="connsiteX511" fmla="*/ 5767665 w 7467600"/>
              <a:gd name="connsiteY511" fmla="*/ 2666409 h 6858000"/>
              <a:gd name="connsiteX512" fmla="*/ 5763055 w 7467600"/>
              <a:gd name="connsiteY512" fmla="*/ 2579705 h 6858000"/>
              <a:gd name="connsiteX513" fmla="*/ 5758079 w 7467600"/>
              <a:gd name="connsiteY513" fmla="*/ 2492508 h 6858000"/>
              <a:gd name="connsiteX514" fmla="*/ 5779325 w 7467600"/>
              <a:gd name="connsiteY514" fmla="*/ 2197069 h 6858000"/>
              <a:gd name="connsiteX515" fmla="*/ 5798671 w 7467600"/>
              <a:gd name="connsiteY515" fmla="*/ 1981601 h 6858000"/>
              <a:gd name="connsiteX516" fmla="*/ 5829202 w 7467600"/>
              <a:gd name="connsiteY516" fmla="*/ 1971679 h 6858000"/>
              <a:gd name="connsiteX517" fmla="*/ 5809558 w 7467600"/>
              <a:gd name="connsiteY517" fmla="*/ 2198043 h 6858000"/>
              <a:gd name="connsiteX518" fmla="*/ 5788653 w 7467600"/>
              <a:gd name="connsiteY518" fmla="*/ 2489430 h 6858000"/>
              <a:gd name="connsiteX519" fmla="*/ 5793439 w 7467600"/>
              <a:gd name="connsiteY519" fmla="*/ 2575235 h 6858000"/>
              <a:gd name="connsiteX520" fmla="*/ 5796837 w 7467600"/>
              <a:gd name="connsiteY520" fmla="*/ 2637633 h 6858000"/>
              <a:gd name="connsiteX521" fmla="*/ 5818614 w 7467600"/>
              <a:gd name="connsiteY521" fmla="*/ 2473055 h 6858000"/>
              <a:gd name="connsiteX522" fmla="*/ 5829202 w 7467600"/>
              <a:gd name="connsiteY522" fmla="*/ 1971679 h 6858000"/>
              <a:gd name="connsiteX523" fmla="*/ 5911389 w 7467600"/>
              <a:gd name="connsiteY523" fmla="*/ 1898371 h 6858000"/>
              <a:gd name="connsiteX524" fmla="*/ 6237627 w 7467600"/>
              <a:gd name="connsiteY524" fmla="*/ 2231921 h 6858000"/>
              <a:gd name="connsiteX525" fmla="*/ 5911389 w 7467600"/>
              <a:gd name="connsiteY525" fmla="*/ 1898371 h 6858000"/>
              <a:gd name="connsiteX526" fmla="*/ 6944437 w 7467600"/>
              <a:gd name="connsiteY526" fmla="*/ 1575402 h 6858000"/>
              <a:gd name="connsiteX527" fmla="*/ 6304730 w 7467600"/>
              <a:gd name="connsiteY527" fmla="*/ 1766654 h 6858000"/>
              <a:gd name="connsiteX528" fmla="*/ 6944437 w 7467600"/>
              <a:gd name="connsiteY528" fmla="*/ 1575402 h 6858000"/>
              <a:gd name="connsiteX529" fmla="*/ 7019523 w 7467600"/>
              <a:gd name="connsiteY529" fmla="*/ 1519450 h 6858000"/>
              <a:gd name="connsiteX530" fmla="*/ 6298091 w 7467600"/>
              <a:gd name="connsiteY530" fmla="*/ 1737122 h 6858000"/>
              <a:gd name="connsiteX531" fmla="*/ 7019523 w 7467600"/>
              <a:gd name="connsiteY531" fmla="*/ 1519450 h 6858000"/>
              <a:gd name="connsiteX532" fmla="*/ 2399523 w 7467600"/>
              <a:gd name="connsiteY532" fmla="*/ 1428234 h 6858000"/>
              <a:gd name="connsiteX533" fmla="*/ 2224982 w 7467600"/>
              <a:gd name="connsiteY533" fmla="*/ 1826201 h 6858000"/>
              <a:gd name="connsiteX534" fmla="*/ 2096099 w 7467600"/>
              <a:gd name="connsiteY534" fmla="*/ 2345900 h 6858000"/>
              <a:gd name="connsiteX535" fmla="*/ 2283317 w 7467600"/>
              <a:gd name="connsiteY535" fmla="*/ 1796925 h 6858000"/>
              <a:gd name="connsiteX536" fmla="*/ 2399523 w 7467600"/>
              <a:gd name="connsiteY536" fmla="*/ 1428234 h 6858000"/>
              <a:gd name="connsiteX537" fmla="*/ 2448558 w 7467600"/>
              <a:gd name="connsiteY537" fmla="*/ 1373435 h 6858000"/>
              <a:gd name="connsiteX538" fmla="*/ 2312521 w 7467600"/>
              <a:gd name="connsiteY538" fmla="*/ 1806140 h 6858000"/>
              <a:gd name="connsiteX539" fmla="*/ 2127533 w 7467600"/>
              <a:gd name="connsiteY539" fmla="*/ 2348380 h 6858000"/>
              <a:gd name="connsiteX540" fmla="*/ 2358080 w 7467600"/>
              <a:gd name="connsiteY540" fmla="*/ 1866134 h 6858000"/>
              <a:gd name="connsiteX541" fmla="*/ 2407436 w 7467600"/>
              <a:gd name="connsiteY541" fmla="*/ 1651070 h 6858000"/>
              <a:gd name="connsiteX542" fmla="*/ 2448558 w 7467600"/>
              <a:gd name="connsiteY542" fmla="*/ 1373435 h 6858000"/>
              <a:gd name="connsiteX543" fmla="*/ 278707 w 7467600"/>
              <a:gd name="connsiteY543" fmla="*/ 1352270 h 6858000"/>
              <a:gd name="connsiteX544" fmla="*/ 321570 w 7467600"/>
              <a:gd name="connsiteY544" fmla="*/ 1861610 h 6858000"/>
              <a:gd name="connsiteX545" fmla="*/ 294281 w 7467600"/>
              <a:gd name="connsiteY545" fmla="*/ 1440658 h 6858000"/>
              <a:gd name="connsiteX546" fmla="*/ 278707 w 7467600"/>
              <a:gd name="connsiteY546" fmla="*/ 1352270 h 6858000"/>
              <a:gd name="connsiteX547" fmla="*/ 1423821 w 7467600"/>
              <a:gd name="connsiteY547" fmla="*/ 1351958 h 6858000"/>
              <a:gd name="connsiteX548" fmla="*/ 1638521 w 7467600"/>
              <a:gd name="connsiteY548" fmla="*/ 1908470 h 6858000"/>
              <a:gd name="connsiteX549" fmla="*/ 1754199 w 7467600"/>
              <a:gd name="connsiteY549" fmla="*/ 2149284 h 6858000"/>
              <a:gd name="connsiteX550" fmla="*/ 1908359 w 7467600"/>
              <a:gd name="connsiteY550" fmla="*/ 2364988 h 6858000"/>
              <a:gd name="connsiteX551" fmla="*/ 1647661 w 7467600"/>
              <a:gd name="connsiteY551" fmla="*/ 1825945 h 6858000"/>
              <a:gd name="connsiteX552" fmla="*/ 1423821 w 7467600"/>
              <a:gd name="connsiteY552" fmla="*/ 1351958 h 6858000"/>
              <a:gd name="connsiteX553" fmla="*/ 1431890 w 7467600"/>
              <a:gd name="connsiteY553" fmla="*/ 1306475 h 6858000"/>
              <a:gd name="connsiteX554" fmla="*/ 1507597 w 7467600"/>
              <a:gd name="connsiteY554" fmla="*/ 1446132 h 6858000"/>
              <a:gd name="connsiteX555" fmla="*/ 1674586 w 7467600"/>
              <a:gd name="connsiteY555" fmla="*/ 1813832 h 6858000"/>
              <a:gd name="connsiteX556" fmla="*/ 1815950 w 7467600"/>
              <a:gd name="connsiteY556" fmla="*/ 2128564 h 6858000"/>
              <a:gd name="connsiteX557" fmla="*/ 1984242 w 7467600"/>
              <a:gd name="connsiteY557" fmla="*/ 2430829 h 6858000"/>
              <a:gd name="connsiteX558" fmla="*/ 2014023 w 7467600"/>
              <a:gd name="connsiteY558" fmla="*/ 2450995 h 6858000"/>
              <a:gd name="connsiteX559" fmla="*/ 1747337 w 7467600"/>
              <a:gd name="connsiteY559" fmla="*/ 1855264 h 6858000"/>
              <a:gd name="connsiteX560" fmla="*/ 1533749 w 7467600"/>
              <a:gd name="connsiteY560" fmla="*/ 1478656 h 6858000"/>
              <a:gd name="connsiteX561" fmla="*/ 1431890 w 7467600"/>
              <a:gd name="connsiteY561" fmla="*/ 1306475 h 6858000"/>
              <a:gd name="connsiteX562" fmla="*/ 5052692 w 7467600"/>
              <a:gd name="connsiteY562" fmla="*/ 1292994 h 6858000"/>
              <a:gd name="connsiteX563" fmla="*/ 5200661 w 7467600"/>
              <a:gd name="connsiteY563" fmla="*/ 1635186 h 6858000"/>
              <a:gd name="connsiteX564" fmla="*/ 5297138 w 7467600"/>
              <a:gd name="connsiteY564" fmla="*/ 1906351 h 6858000"/>
              <a:gd name="connsiteX565" fmla="*/ 5052692 w 7467600"/>
              <a:gd name="connsiteY565" fmla="*/ 1292994 h 6858000"/>
              <a:gd name="connsiteX566" fmla="*/ 5009948 w 7467600"/>
              <a:gd name="connsiteY566" fmla="*/ 1273619 h 6858000"/>
              <a:gd name="connsiteX567" fmla="*/ 5121777 w 7467600"/>
              <a:gd name="connsiteY567" fmla="*/ 1654213 h 6858000"/>
              <a:gd name="connsiteX568" fmla="*/ 5293545 w 7467600"/>
              <a:gd name="connsiteY568" fmla="*/ 2072247 h 6858000"/>
              <a:gd name="connsiteX569" fmla="*/ 5294042 w 7467600"/>
              <a:gd name="connsiteY569" fmla="*/ 2065019 h 6858000"/>
              <a:gd name="connsiteX570" fmla="*/ 5171936 w 7467600"/>
              <a:gd name="connsiteY570" fmla="*/ 1647613 h 6858000"/>
              <a:gd name="connsiteX571" fmla="*/ 5009948 w 7467600"/>
              <a:gd name="connsiteY571" fmla="*/ 1273619 h 6858000"/>
              <a:gd name="connsiteX572" fmla="*/ 655236 w 7467600"/>
              <a:gd name="connsiteY572" fmla="*/ 1268632 h 6858000"/>
              <a:gd name="connsiteX573" fmla="*/ 839521 w 7467600"/>
              <a:gd name="connsiteY573" fmla="*/ 1685315 h 6858000"/>
              <a:gd name="connsiteX574" fmla="*/ 1109416 w 7467600"/>
              <a:gd name="connsiteY574" fmla="*/ 2061663 h 6858000"/>
              <a:gd name="connsiteX575" fmla="*/ 1298300 w 7467600"/>
              <a:gd name="connsiteY575" fmla="*/ 2247742 h 6858000"/>
              <a:gd name="connsiteX576" fmla="*/ 1125871 w 7467600"/>
              <a:gd name="connsiteY576" fmla="*/ 1989513 h 6858000"/>
              <a:gd name="connsiteX577" fmla="*/ 981574 w 7467600"/>
              <a:gd name="connsiteY577" fmla="*/ 1783157 h 6858000"/>
              <a:gd name="connsiteX578" fmla="*/ 922198 w 7467600"/>
              <a:gd name="connsiteY578" fmla="*/ 1677437 h 6858000"/>
              <a:gd name="connsiteX579" fmla="*/ 869293 w 7467600"/>
              <a:gd name="connsiteY579" fmla="*/ 1583214 h 6858000"/>
              <a:gd name="connsiteX580" fmla="*/ 751431 w 7467600"/>
              <a:gd name="connsiteY580" fmla="*/ 1405731 h 6858000"/>
              <a:gd name="connsiteX581" fmla="*/ 655236 w 7467600"/>
              <a:gd name="connsiteY581" fmla="*/ 1268632 h 6858000"/>
              <a:gd name="connsiteX582" fmla="*/ 6516292 w 7467600"/>
              <a:gd name="connsiteY582" fmla="*/ 1263064 h 6858000"/>
              <a:gd name="connsiteX583" fmla="*/ 5736320 w 7467600"/>
              <a:gd name="connsiteY583" fmla="*/ 1501803 h 6858000"/>
              <a:gd name="connsiteX584" fmla="*/ 6516292 w 7467600"/>
              <a:gd name="connsiteY584" fmla="*/ 1263064 h 6858000"/>
              <a:gd name="connsiteX585" fmla="*/ 291466 w 7467600"/>
              <a:gd name="connsiteY585" fmla="*/ 1250369 h 6858000"/>
              <a:gd name="connsiteX586" fmla="*/ 323180 w 7467600"/>
              <a:gd name="connsiteY586" fmla="*/ 1435283 h 6858000"/>
              <a:gd name="connsiteX587" fmla="*/ 349381 w 7467600"/>
              <a:gd name="connsiteY587" fmla="*/ 1875041 h 6858000"/>
              <a:gd name="connsiteX588" fmla="*/ 374363 w 7467600"/>
              <a:gd name="connsiteY588" fmla="*/ 1506494 h 6858000"/>
              <a:gd name="connsiteX589" fmla="*/ 302168 w 7467600"/>
              <a:gd name="connsiteY589" fmla="*/ 1274495 h 6858000"/>
              <a:gd name="connsiteX590" fmla="*/ 291466 w 7467600"/>
              <a:gd name="connsiteY590" fmla="*/ 1250369 h 6858000"/>
              <a:gd name="connsiteX591" fmla="*/ 678222 w 7467600"/>
              <a:gd name="connsiteY591" fmla="*/ 1248670 h 6858000"/>
              <a:gd name="connsiteX592" fmla="*/ 775536 w 7467600"/>
              <a:gd name="connsiteY592" fmla="*/ 1388015 h 6858000"/>
              <a:gd name="connsiteX593" fmla="*/ 894529 w 7467600"/>
              <a:gd name="connsiteY593" fmla="*/ 1567739 h 6858000"/>
              <a:gd name="connsiteX594" fmla="*/ 948000 w 7467600"/>
              <a:gd name="connsiteY594" fmla="*/ 1663088 h 6858000"/>
              <a:gd name="connsiteX595" fmla="*/ 1006812 w 7467600"/>
              <a:gd name="connsiteY595" fmla="*/ 1767683 h 6858000"/>
              <a:gd name="connsiteX596" fmla="*/ 1149133 w 7467600"/>
              <a:gd name="connsiteY596" fmla="*/ 1971513 h 6858000"/>
              <a:gd name="connsiteX597" fmla="*/ 1333952 w 7467600"/>
              <a:gd name="connsiteY597" fmla="*/ 2251620 h 6858000"/>
              <a:gd name="connsiteX598" fmla="*/ 1337329 w 7467600"/>
              <a:gd name="connsiteY598" fmla="*/ 2258350 h 6858000"/>
              <a:gd name="connsiteX599" fmla="*/ 1014726 w 7467600"/>
              <a:gd name="connsiteY599" fmla="*/ 1615556 h 6858000"/>
              <a:gd name="connsiteX600" fmla="*/ 678222 w 7467600"/>
              <a:gd name="connsiteY600" fmla="*/ 1248670 h 6858000"/>
              <a:gd name="connsiteX601" fmla="*/ 6691602 w 7467600"/>
              <a:gd name="connsiteY601" fmla="*/ 1140573 h 6858000"/>
              <a:gd name="connsiteX602" fmla="*/ 6571100 w 7467600"/>
              <a:gd name="connsiteY602" fmla="*/ 1183662 h 6858000"/>
              <a:gd name="connsiteX603" fmla="*/ 6241687 w 7467600"/>
              <a:gd name="connsiteY603" fmla="*/ 1257600 h 6858000"/>
              <a:gd name="connsiteX604" fmla="*/ 5693009 w 7467600"/>
              <a:gd name="connsiteY604" fmla="*/ 1478256 h 6858000"/>
              <a:gd name="connsiteX605" fmla="*/ 6548420 w 7467600"/>
              <a:gd name="connsiteY605" fmla="*/ 1214599 h 6858000"/>
              <a:gd name="connsiteX606" fmla="*/ 6605473 w 7467600"/>
              <a:gd name="connsiteY606" fmla="*/ 1184686 h 6858000"/>
              <a:gd name="connsiteX607" fmla="*/ 6691602 w 7467600"/>
              <a:gd name="connsiteY607" fmla="*/ 1140573 h 6858000"/>
              <a:gd name="connsiteX608" fmla="*/ 4002475 w 7467600"/>
              <a:gd name="connsiteY608" fmla="*/ 1037802 h 6858000"/>
              <a:gd name="connsiteX609" fmla="*/ 4000324 w 7467600"/>
              <a:gd name="connsiteY609" fmla="*/ 1039362 h 6858000"/>
              <a:gd name="connsiteX610" fmla="*/ 4002862 w 7467600"/>
              <a:gd name="connsiteY610" fmla="*/ 1042866 h 6858000"/>
              <a:gd name="connsiteX611" fmla="*/ 4002475 w 7467600"/>
              <a:gd name="connsiteY611" fmla="*/ 1037802 h 6858000"/>
              <a:gd name="connsiteX612" fmla="*/ 506322 w 7467600"/>
              <a:gd name="connsiteY612" fmla="*/ 1020997 h 6858000"/>
              <a:gd name="connsiteX613" fmla="*/ 533068 w 7467600"/>
              <a:gd name="connsiteY613" fmla="*/ 1029409 h 6858000"/>
              <a:gd name="connsiteX614" fmla="*/ 1232525 w 7467600"/>
              <a:gd name="connsiteY614" fmla="*/ 1804675 h 6858000"/>
              <a:gd name="connsiteX615" fmla="*/ 1388858 w 7467600"/>
              <a:gd name="connsiteY615" fmla="*/ 2368011 h 6858000"/>
              <a:gd name="connsiteX616" fmla="*/ 1384098 w 7467600"/>
              <a:gd name="connsiteY616" fmla="*/ 2378125 h 6858000"/>
              <a:gd name="connsiteX617" fmla="*/ 1425393 w 7467600"/>
              <a:gd name="connsiteY617" fmla="*/ 2589124 h 6858000"/>
              <a:gd name="connsiteX618" fmla="*/ 1424001 w 7467600"/>
              <a:gd name="connsiteY618" fmla="*/ 2597541 h 6858000"/>
              <a:gd name="connsiteX619" fmla="*/ 2152729 w 7467600"/>
              <a:gd name="connsiteY619" fmla="*/ 2864487 h 6858000"/>
              <a:gd name="connsiteX620" fmla="*/ 2020609 w 7467600"/>
              <a:gd name="connsiteY620" fmla="*/ 2539671 h 6858000"/>
              <a:gd name="connsiteX621" fmla="*/ 2018920 w 7467600"/>
              <a:gd name="connsiteY621" fmla="*/ 2536309 h 6858000"/>
              <a:gd name="connsiteX622" fmla="*/ 1342441 w 7467600"/>
              <a:gd name="connsiteY622" fmla="*/ 1173017 h 6858000"/>
              <a:gd name="connsiteX623" fmla="*/ 1367925 w 7467600"/>
              <a:gd name="connsiteY623" fmla="*/ 1135648 h 6858000"/>
              <a:gd name="connsiteX624" fmla="*/ 1771401 w 7467600"/>
              <a:gd name="connsiteY624" fmla="*/ 1806673 h 6858000"/>
              <a:gd name="connsiteX625" fmla="*/ 1972385 w 7467600"/>
              <a:gd name="connsiteY625" fmla="*/ 2198735 h 6858000"/>
              <a:gd name="connsiteX626" fmla="*/ 2040892 w 7467600"/>
              <a:gd name="connsiteY626" fmla="*/ 2405205 h 6858000"/>
              <a:gd name="connsiteX627" fmla="*/ 2131689 w 7467600"/>
              <a:gd name="connsiteY627" fmla="*/ 1936926 h 6858000"/>
              <a:gd name="connsiteX628" fmla="*/ 2454820 w 7467600"/>
              <a:gd name="connsiteY628" fmla="*/ 1248808 h 6858000"/>
              <a:gd name="connsiteX629" fmla="*/ 2492512 w 7467600"/>
              <a:gd name="connsiteY629" fmla="*/ 1302920 h 6858000"/>
              <a:gd name="connsiteX630" fmla="*/ 2081216 w 7467600"/>
              <a:gd name="connsiteY630" fmla="*/ 2527513 h 6858000"/>
              <a:gd name="connsiteX631" fmla="*/ 2081211 w 7467600"/>
              <a:gd name="connsiteY631" fmla="*/ 2528916 h 6858000"/>
              <a:gd name="connsiteX632" fmla="*/ 2199067 w 7467600"/>
              <a:gd name="connsiteY632" fmla="*/ 2884061 h 6858000"/>
              <a:gd name="connsiteX633" fmla="*/ 3192586 w 7467600"/>
              <a:gd name="connsiteY633" fmla="*/ 3411496 h 6858000"/>
              <a:gd name="connsiteX634" fmla="*/ 3182620 w 7467600"/>
              <a:gd name="connsiteY634" fmla="*/ 3483279 h 6858000"/>
              <a:gd name="connsiteX635" fmla="*/ 2435119 w 7467600"/>
              <a:gd name="connsiteY635" fmla="*/ 3080173 h 6858000"/>
              <a:gd name="connsiteX636" fmla="*/ 2410152 w 7467600"/>
              <a:gd name="connsiteY636" fmla="*/ 3063751 h 6858000"/>
              <a:gd name="connsiteX637" fmla="*/ 2408099 w 7467600"/>
              <a:gd name="connsiteY637" fmla="*/ 3064403 h 6858000"/>
              <a:gd name="connsiteX638" fmla="*/ 2407218 w 7467600"/>
              <a:gd name="connsiteY638" fmla="*/ 3070324 h 6858000"/>
              <a:gd name="connsiteX639" fmla="*/ 2380138 w 7467600"/>
              <a:gd name="connsiteY639" fmla="*/ 3099341 h 6858000"/>
              <a:gd name="connsiteX640" fmla="*/ 1765923 w 7467600"/>
              <a:gd name="connsiteY640" fmla="*/ 3581043 h 6858000"/>
              <a:gd name="connsiteX641" fmla="*/ 1702258 w 7467600"/>
              <a:gd name="connsiteY641" fmla="*/ 3612286 h 6858000"/>
              <a:gd name="connsiteX642" fmla="*/ 1538370 w 7467600"/>
              <a:gd name="connsiteY642" fmla="*/ 3811804 h 6858000"/>
              <a:gd name="connsiteX643" fmla="*/ 542867 w 7467600"/>
              <a:gd name="connsiteY643" fmla="*/ 4944092 h 6858000"/>
              <a:gd name="connsiteX644" fmla="*/ 515800 w 7467600"/>
              <a:gd name="connsiteY644" fmla="*/ 4862180 h 6858000"/>
              <a:gd name="connsiteX645" fmla="*/ 909145 w 7467600"/>
              <a:gd name="connsiteY645" fmla="*/ 4199225 h 6858000"/>
              <a:gd name="connsiteX646" fmla="*/ 1214067 w 7467600"/>
              <a:gd name="connsiteY646" fmla="*/ 3908561 h 6858000"/>
              <a:gd name="connsiteX647" fmla="*/ 640967 w 7467600"/>
              <a:gd name="connsiteY647" fmla="*/ 4105601 h 6858000"/>
              <a:gd name="connsiteX648" fmla="*/ 112563 w 7467600"/>
              <a:gd name="connsiteY648" fmla="*/ 4396952 h 6858000"/>
              <a:gd name="connsiteX649" fmla="*/ 0 w 7467600"/>
              <a:gd name="connsiteY649" fmla="*/ 4466006 h 6858000"/>
              <a:gd name="connsiteX650" fmla="*/ 0 w 7467600"/>
              <a:gd name="connsiteY650" fmla="*/ 4233763 h 6858000"/>
              <a:gd name="connsiteX651" fmla="*/ 36881 w 7467600"/>
              <a:gd name="connsiteY651" fmla="*/ 4200118 h 6858000"/>
              <a:gd name="connsiteX652" fmla="*/ 910534 w 7467600"/>
              <a:gd name="connsiteY652" fmla="*/ 3629753 h 6858000"/>
              <a:gd name="connsiteX653" fmla="*/ 1578717 w 7467600"/>
              <a:gd name="connsiteY653" fmla="*/ 3575982 h 6858000"/>
              <a:gd name="connsiteX654" fmla="*/ 2338780 w 7467600"/>
              <a:gd name="connsiteY654" fmla="*/ 3033725 h 6858000"/>
              <a:gd name="connsiteX655" fmla="*/ 1807991 w 7467600"/>
              <a:gd name="connsiteY655" fmla="*/ 2807184 h 6858000"/>
              <a:gd name="connsiteX656" fmla="*/ 1416358 w 7467600"/>
              <a:gd name="connsiteY656" fmla="*/ 3112571 h 6858000"/>
              <a:gd name="connsiteX657" fmla="*/ 939066 w 7467600"/>
              <a:gd name="connsiteY657" fmla="*/ 3378798 h 6858000"/>
              <a:gd name="connsiteX658" fmla="*/ 115099 w 7467600"/>
              <a:gd name="connsiteY658" fmla="*/ 3607650 h 6858000"/>
              <a:gd name="connsiteX659" fmla="*/ 97284 w 7467600"/>
              <a:gd name="connsiteY659" fmla="*/ 3520393 h 6858000"/>
              <a:gd name="connsiteX660" fmla="*/ 922050 w 7467600"/>
              <a:gd name="connsiteY660" fmla="*/ 3074867 h 6858000"/>
              <a:gd name="connsiteX661" fmla="*/ 1405265 w 7467600"/>
              <a:gd name="connsiteY661" fmla="*/ 3016319 h 6858000"/>
              <a:gd name="connsiteX662" fmla="*/ 1407512 w 7467600"/>
              <a:gd name="connsiteY662" fmla="*/ 3018001 h 6858000"/>
              <a:gd name="connsiteX663" fmla="*/ 1726266 w 7467600"/>
              <a:gd name="connsiteY663" fmla="*/ 2777274 h 6858000"/>
              <a:gd name="connsiteX664" fmla="*/ 625390 w 7467600"/>
              <a:gd name="connsiteY664" fmla="*/ 2514541 h 6858000"/>
              <a:gd name="connsiteX665" fmla="*/ 619799 w 7467600"/>
              <a:gd name="connsiteY665" fmla="*/ 2527180 h 6858000"/>
              <a:gd name="connsiteX666" fmla="*/ 310030 w 7467600"/>
              <a:gd name="connsiteY666" fmla="*/ 2771818 h 6858000"/>
              <a:gd name="connsiteX667" fmla="*/ 173877 w 7467600"/>
              <a:gd name="connsiteY667" fmla="*/ 2937056 h 6858000"/>
              <a:gd name="connsiteX668" fmla="*/ 77889 w 7467600"/>
              <a:gd name="connsiteY668" fmla="*/ 3138440 h 6858000"/>
              <a:gd name="connsiteX669" fmla="*/ 0 w 7467600"/>
              <a:gd name="connsiteY669" fmla="*/ 3271395 h 6858000"/>
              <a:gd name="connsiteX670" fmla="*/ 0 w 7467600"/>
              <a:gd name="connsiteY670" fmla="*/ 3153002 h 6858000"/>
              <a:gd name="connsiteX671" fmla="*/ 2386 w 7467600"/>
              <a:gd name="connsiteY671" fmla="*/ 3149203 h 6858000"/>
              <a:gd name="connsiteX672" fmla="*/ 89753 w 7467600"/>
              <a:gd name="connsiteY672" fmla="*/ 2987702 h 6858000"/>
              <a:gd name="connsiteX673" fmla="*/ 76869 w 7467600"/>
              <a:gd name="connsiteY673" fmla="*/ 3005404 h 6858000"/>
              <a:gd name="connsiteX674" fmla="*/ 32049 w 7467600"/>
              <a:gd name="connsiteY674" fmla="*/ 3065814 h 6858000"/>
              <a:gd name="connsiteX675" fmla="*/ 0 w 7467600"/>
              <a:gd name="connsiteY675" fmla="*/ 3108744 h 6858000"/>
              <a:gd name="connsiteX676" fmla="*/ 0 w 7467600"/>
              <a:gd name="connsiteY676" fmla="*/ 3058059 h 6858000"/>
              <a:gd name="connsiteX677" fmla="*/ 7610 w 7467600"/>
              <a:gd name="connsiteY677" fmla="*/ 3047889 h 6858000"/>
              <a:gd name="connsiteX678" fmla="*/ 52419 w 7467600"/>
              <a:gd name="connsiteY678" fmla="*/ 2987479 h 6858000"/>
              <a:gd name="connsiteX679" fmla="*/ 59142 w 7467600"/>
              <a:gd name="connsiteY679" fmla="*/ 2978488 h 6858000"/>
              <a:gd name="connsiteX680" fmla="*/ 0 w 7467600"/>
              <a:gd name="connsiteY680" fmla="*/ 3015334 h 6858000"/>
              <a:gd name="connsiteX681" fmla="*/ 0 w 7467600"/>
              <a:gd name="connsiteY681" fmla="*/ 2914286 h 6858000"/>
              <a:gd name="connsiteX682" fmla="*/ 36383 w 7467600"/>
              <a:gd name="connsiteY682" fmla="*/ 2901128 h 6858000"/>
              <a:gd name="connsiteX683" fmla="*/ 156329 w 7467600"/>
              <a:gd name="connsiteY683" fmla="*/ 2840533 h 6858000"/>
              <a:gd name="connsiteX684" fmla="*/ 358355 w 7467600"/>
              <a:gd name="connsiteY684" fmla="*/ 2620471 h 6858000"/>
              <a:gd name="connsiteX685" fmla="*/ 510577 w 7467600"/>
              <a:gd name="connsiteY685" fmla="*/ 2501244 h 6858000"/>
              <a:gd name="connsiteX686" fmla="*/ 211967 w 7467600"/>
              <a:gd name="connsiteY686" fmla="*/ 2479171 h 6858000"/>
              <a:gd name="connsiteX687" fmla="*/ 0 w 7467600"/>
              <a:gd name="connsiteY687" fmla="*/ 2476398 h 6858000"/>
              <a:gd name="connsiteX688" fmla="*/ 0 w 7467600"/>
              <a:gd name="connsiteY688" fmla="*/ 2389189 h 6858000"/>
              <a:gd name="connsiteX689" fmla="*/ 103062 w 7467600"/>
              <a:gd name="connsiteY689" fmla="*/ 2389518 h 6858000"/>
              <a:gd name="connsiteX690" fmla="*/ 510734 w 7467600"/>
              <a:gd name="connsiteY690" fmla="*/ 2416201 h 6858000"/>
              <a:gd name="connsiteX691" fmla="*/ 279257 w 7467600"/>
              <a:gd name="connsiteY691" fmla="*/ 2092102 h 6858000"/>
              <a:gd name="connsiteX692" fmla="*/ 65265 w 7467600"/>
              <a:gd name="connsiteY692" fmla="*/ 2006049 h 6858000"/>
              <a:gd name="connsiteX693" fmla="*/ 0 w 7467600"/>
              <a:gd name="connsiteY693" fmla="*/ 1982532 h 6858000"/>
              <a:gd name="connsiteX694" fmla="*/ 0 w 7467600"/>
              <a:gd name="connsiteY694" fmla="*/ 1912789 h 6858000"/>
              <a:gd name="connsiteX695" fmla="*/ 97460 w 7467600"/>
              <a:gd name="connsiteY695" fmla="*/ 1953725 h 6858000"/>
              <a:gd name="connsiteX696" fmla="*/ 221272 w 7467600"/>
              <a:gd name="connsiteY696" fmla="*/ 1980766 h 6858000"/>
              <a:gd name="connsiteX697" fmla="*/ 116765 w 7467600"/>
              <a:gd name="connsiteY697" fmla="*/ 1911033 h 6858000"/>
              <a:gd name="connsiteX698" fmla="*/ 16405 w 7467600"/>
              <a:gd name="connsiteY698" fmla="*/ 1803412 h 6858000"/>
              <a:gd name="connsiteX699" fmla="*/ 0 w 7467600"/>
              <a:gd name="connsiteY699" fmla="*/ 1784777 h 6858000"/>
              <a:gd name="connsiteX700" fmla="*/ 0 w 7467600"/>
              <a:gd name="connsiteY700" fmla="*/ 1740082 h 6858000"/>
              <a:gd name="connsiteX701" fmla="*/ 39394 w 7467600"/>
              <a:gd name="connsiteY701" fmla="*/ 1784856 h 6858000"/>
              <a:gd name="connsiteX702" fmla="*/ 135813 w 7467600"/>
              <a:gd name="connsiteY702" fmla="*/ 1888838 h 6858000"/>
              <a:gd name="connsiteX703" fmla="*/ 242575 w 7467600"/>
              <a:gd name="connsiteY703" fmla="*/ 1958841 h 6858000"/>
              <a:gd name="connsiteX704" fmla="*/ 82197 w 7467600"/>
              <a:gd name="connsiteY704" fmla="*/ 1754826 h 6858000"/>
              <a:gd name="connsiteX705" fmla="*/ 0 w 7467600"/>
              <a:gd name="connsiteY705" fmla="*/ 1679650 h 6858000"/>
              <a:gd name="connsiteX706" fmla="*/ 0 w 7467600"/>
              <a:gd name="connsiteY706" fmla="*/ 1602463 h 6858000"/>
              <a:gd name="connsiteX707" fmla="*/ 84689 w 7467600"/>
              <a:gd name="connsiteY707" fmla="*/ 1677442 h 6858000"/>
              <a:gd name="connsiteX708" fmla="*/ 298437 w 7467600"/>
              <a:gd name="connsiteY708" fmla="*/ 1968019 h 6858000"/>
              <a:gd name="connsiteX709" fmla="*/ 227269 w 7467600"/>
              <a:gd name="connsiteY709" fmla="*/ 1114064 h 6858000"/>
              <a:gd name="connsiteX710" fmla="*/ 248003 w 7467600"/>
              <a:gd name="connsiteY710" fmla="*/ 1089613 h 6858000"/>
              <a:gd name="connsiteX711" fmla="*/ 427020 w 7467600"/>
              <a:gd name="connsiteY711" fmla="*/ 1619803 h 6858000"/>
              <a:gd name="connsiteX712" fmla="*/ 340345 w 7467600"/>
              <a:gd name="connsiteY712" fmla="*/ 2027739 h 6858000"/>
              <a:gd name="connsiteX713" fmla="*/ 360865 w 7467600"/>
              <a:gd name="connsiteY713" fmla="*/ 2044827 h 6858000"/>
              <a:gd name="connsiteX714" fmla="*/ 560414 w 7467600"/>
              <a:gd name="connsiteY714" fmla="*/ 2421457 h 6858000"/>
              <a:gd name="connsiteX715" fmla="*/ 1359703 w 7467600"/>
              <a:gd name="connsiteY715" fmla="*/ 2578554 h 6858000"/>
              <a:gd name="connsiteX716" fmla="*/ 1359422 w 7467600"/>
              <a:gd name="connsiteY716" fmla="*/ 2577994 h 6858000"/>
              <a:gd name="connsiteX717" fmla="*/ 828701 w 7467600"/>
              <a:gd name="connsiteY717" fmla="*/ 1839520 h 6858000"/>
              <a:gd name="connsiteX718" fmla="*/ 494427 w 7467600"/>
              <a:gd name="connsiteY718" fmla="*/ 1092333 h 6858000"/>
              <a:gd name="connsiteX719" fmla="*/ 506322 w 7467600"/>
              <a:gd name="connsiteY719" fmla="*/ 1020997 h 6858000"/>
              <a:gd name="connsiteX720" fmla="*/ 4570198 w 7467600"/>
              <a:gd name="connsiteY720" fmla="*/ 978081 h 6858000"/>
              <a:gd name="connsiteX721" fmla="*/ 4523691 w 7467600"/>
              <a:gd name="connsiteY721" fmla="*/ 1127776 h 6858000"/>
              <a:gd name="connsiteX722" fmla="*/ 4509875 w 7467600"/>
              <a:gd name="connsiteY722" fmla="*/ 1167552 h 6858000"/>
              <a:gd name="connsiteX723" fmla="*/ 4478168 w 7467600"/>
              <a:gd name="connsiteY723" fmla="*/ 1260735 h 6858000"/>
              <a:gd name="connsiteX724" fmla="*/ 4409309 w 7467600"/>
              <a:gd name="connsiteY724" fmla="*/ 1666996 h 6858000"/>
              <a:gd name="connsiteX725" fmla="*/ 4370031 w 7467600"/>
              <a:gd name="connsiteY725" fmla="*/ 1955666 h 6858000"/>
              <a:gd name="connsiteX726" fmla="*/ 4570198 w 7467600"/>
              <a:gd name="connsiteY726" fmla="*/ 978081 h 6858000"/>
              <a:gd name="connsiteX727" fmla="*/ 4557898 w 7467600"/>
              <a:gd name="connsiteY727" fmla="*/ 900011 h 6858000"/>
              <a:gd name="connsiteX728" fmla="*/ 4344840 w 7467600"/>
              <a:gd name="connsiteY728" fmla="*/ 1922038 h 6858000"/>
              <a:gd name="connsiteX729" fmla="*/ 4378710 w 7467600"/>
              <a:gd name="connsiteY729" fmla="*/ 1665516 h 6858000"/>
              <a:gd name="connsiteX730" fmla="*/ 4448798 w 7467600"/>
              <a:gd name="connsiteY730" fmla="*/ 1253024 h 6858000"/>
              <a:gd name="connsiteX731" fmla="*/ 4480315 w 7467600"/>
              <a:gd name="connsiteY731" fmla="*/ 1158454 h 6858000"/>
              <a:gd name="connsiteX732" fmla="*/ 4494133 w 7467600"/>
              <a:gd name="connsiteY732" fmla="*/ 1118676 h 6858000"/>
              <a:gd name="connsiteX733" fmla="*/ 4557898 w 7467600"/>
              <a:gd name="connsiteY733" fmla="*/ 900011 h 6858000"/>
              <a:gd name="connsiteX734" fmla="*/ 5870151 w 7467600"/>
              <a:gd name="connsiteY734" fmla="*/ 898890 h 6858000"/>
              <a:gd name="connsiteX735" fmla="*/ 5861335 w 7467600"/>
              <a:gd name="connsiteY735" fmla="*/ 899177 h 6858000"/>
              <a:gd name="connsiteX736" fmla="*/ 5843702 w 7467600"/>
              <a:gd name="connsiteY736" fmla="*/ 899748 h 6858000"/>
              <a:gd name="connsiteX737" fmla="*/ 5651107 w 7467600"/>
              <a:gd name="connsiteY737" fmla="*/ 920306 h 6858000"/>
              <a:gd name="connsiteX738" fmla="*/ 5459407 w 7467600"/>
              <a:gd name="connsiteY738" fmla="*/ 940975 h 6858000"/>
              <a:gd name="connsiteX739" fmla="*/ 5374846 w 7467600"/>
              <a:gd name="connsiteY739" fmla="*/ 941988 h 6858000"/>
              <a:gd name="connsiteX740" fmla="*/ 5256105 w 7467600"/>
              <a:gd name="connsiteY740" fmla="*/ 945632 h 6858000"/>
              <a:gd name="connsiteX741" fmla="*/ 5107071 w 7467600"/>
              <a:gd name="connsiteY741" fmla="*/ 969720 h 6858000"/>
              <a:gd name="connsiteX742" fmla="*/ 4998681 w 7467600"/>
              <a:gd name="connsiteY742" fmla="*/ 988771 h 6858000"/>
              <a:gd name="connsiteX743" fmla="*/ 5870151 w 7467600"/>
              <a:gd name="connsiteY743" fmla="*/ 898890 h 6858000"/>
              <a:gd name="connsiteX744" fmla="*/ 5504425 w 7467600"/>
              <a:gd name="connsiteY744" fmla="*/ 848067 h 6858000"/>
              <a:gd name="connsiteX745" fmla="*/ 4968849 w 7467600"/>
              <a:gd name="connsiteY745" fmla="*/ 962318 h 6858000"/>
              <a:gd name="connsiteX746" fmla="*/ 5104039 w 7467600"/>
              <a:gd name="connsiteY746" fmla="*/ 940634 h 6858000"/>
              <a:gd name="connsiteX747" fmla="*/ 5256311 w 7467600"/>
              <a:gd name="connsiteY747" fmla="*/ 916490 h 6858000"/>
              <a:gd name="connsiteX748" fmla="*/ 5377381 w 7467600"/>
              <a:gd name="connsiteY748" fmla="*/ 912671 h 6858000"/>
              <a:gd name="connsiteX749" fmla="*/ 5460148 w 7467600"/>
              <a:gd name="connsiteY749" fmla="*/ 911442 h 6858000"/>
              <a:gd name="connsiteX750" fmla="*/ 5648971 w 7467600"/>
              <a:gd name="connsiteY750" fmla="*/ 891331 h 6858000"/>
              <a:gd name="connsiteX751" fmla="*/ 5844807 w 7467600"/>
              <a:gd name="connsiteY751" fmla="*/ 870718 h 6858000"/>
              <a:gd name="connsiteX752" fmla="*/ 5862975 w 7467600"/>
              <a:gd name="connsiteY752" fmla="*/ 869756 h 6858000"/>
              <a:gd name="connsiteX753" fmla="*/ 5920887 w 7467600"/>
              <a:gd name="connsiteY753" fmla="*/ 865929 h 6858000"/>
              <a:gd name="connsiteX754" fmla="*/ 5504425 w 7467600"/>
              <a:gd name="connsiteY754" fmla="*/ 848067 h 6858000"/>
              <a:gd name="connsiteX755" fmla="*/ 3607114 w 7467600"/>
              <a:gd name="connsiteY755" fmla="*/ 467441 h 6858000"/>
              <a:gd name="connsiteX756" fmla="*/ 3296242 w 7467600"/>
              <a:gd name="connsiteY756" fmla="*/ 807991 h 6858000"/>
              <a:gd name="connsiteX757" fmla="*/ 3174674 w 7467600"/>
              <a:gd name="connsiteY757" fmla="*/ 919759 h 6858000"/>
              <a:gd name="connsiteX758" fmla="*/ 3042978 w 7467600"/>
              <a:gd name="connsiteY758" fmla="*/ 1054894 h 6858000"/>
              <a:gd name="connsiteX759" fmla="*/ 2968914 w 7467600"/>
              <a:gd name="connsiteY759" fmla="*/ 1133756 h 6858000"/>
              <a:gd name="connsiteX760" fmla="*/ 3103823 w 7467600"/>
              <a:gd name="connsiteY760" fmla="*/ 1026814 h 6858000"/>
              <a:gd name="connsiteX761" fmla="*/ 3607114 w 7467600"/>
              <a:gd name="connsiteY761" fmla="*/ 467441 h 6858000"/>
              <a:gd name="connsiteX762" fmla="*/ 3744487 w 7467600"/>
              <a:gd name="connsiteY762" fmla="*/ 383136 h 6858000"/>
              <a:gd name="connsiteX763" fmla="*/ 3970213 w 7467600"/>
              <a:gd name="connsiteY763" fmla="*/ 995559 h 6858000"/>
              <a:gd name="connsiteX764" fmla="*/ 3744487 w 7467600"/>
              <a:gd name="connsiteY764" fmla="*/ 383136 h 6858000"/>
              <a:gd name="connsiteX765" fmla="*/ 3624562 w 7467600"/>
              <a:gd name="connsiteY765" fmla="*/ 367041 h 6858000"/>
              <a:gd name="connsiteX766" fmla="*/ 3489712 w 7467600"/>
              <a:gd name="connsiteY766" fmla="*/ 485386 h 6858000"/>
              <a:gd name="connsiteX767" fmla="*/ 3182994 w 7467600"/>
              <a:gd name="connsiteY767" fmla="*/ 828265 h 6858000"/>
              <a:gd name="connsiteX768" fmla="*/ 2892114 w 7467600"/>
              <a:gd name="connsiteY768" fmla="*/ 1172635 h 6858000"/>
              <a:gd name="connsiteX769" fmla="*/ 3021459 w 7467600"/>
              <a:gd name="connsiteY769" fmla="*/ 1035385 h 6858000"/>
              <a:gd name="connsiteX770" fmla="*/ 3153873 w 7467600"/>
              <a:gd name="connsiteY770" fmla="*/ 898971 h 6858000"/>
              <a:gd name="connsiteX771" fmla="*/ 3276511 w 7467600"/>
              <a:gd name="connsiteY771" fmla="*/ 786423 h 6858000"/>
              <a:gd name="connsiteX772" fmla="*/ 3584154 w 7467600"/>
              <a:gd name="connsiteY772" fmla="*/ 448218 h 6858000"/>
              <a:gd name="connsiteX773" fmla="*/ 3624562 w 7467600"/>
              <a:gd name="connsiteY773" fmla="*/ 367041 h 6858000"/>
              <a:gd name="connsiteX774" fmla="*/ 3766672 w 7467600"/>
              <a:gd name="connsiteY774" fmla="*/ 359429 h 6858000"/>
              <a:gd name="connsiteX775" fmla="*/ 3996338 w 7467600"/>
              <a:gd name="connsiteY775" fmla="*/ 968237 h 6858000"/>
              <a:gd name="connsiteX776" fmla="*/ 3766672 w 7467600"/>
              <a:gd name="connsiteY776" fmla="*/ 359429 h 6858000"/>
              <a:gd name="connsiteX777" fmla="*/ 5805386 w 7467600"/>
              <a:gd name="connsiteY777" fmla="*/ 239240 h 6858000"/>
              <a:gd name="connsiteX778" fmla="*/ 5736947 w 7467600"/>
              <a:gd name="connsiteY778" fmla="*/ 261367 h 6858000"/>
              <a:gd name="connsiteX779" fmla="*/ 5427012 w 7467600"/>
              <a:gd name="connsiteY779" fmla="*/ 311272 h 6858000"/>
              <a:gd name="connsiteX780" fmla="*/ 5147818 w 7467600"/>
              <a:gd name="connsiteY780" fmla="*/ 322112 h 6858000"/>
              <a:gd name="connsiteX781" fmla="*/ 5060854 w 7467600"/>
              <a:gd name="connsiteY781" fmla="*/ 311882 h 6858000"/>
              <a:gd name="connsiteX782" fmla="*/ 4945989 w 7467600"/>
              <a:gd name="connsiteY782" fmla="*/ 300516 h 6858000"/>
              <a:gd name="connsiteX783" fmla="*/ 5410479 w 7467600"/>
              <a:gd name="connsiteY783" fmla="*/ 348434 h 6858000"/>
              <a:gd name="connsiteX784" fmla="*/ 5805386 w 7467600"/>
              <a:gd name="connsiteY784" fmla="*/ 239240 h 6858000"/>
              <a:gd name="connsiteX785" fmla="*/ 5905192 w 7467600"/>
              <a:gd name="connsiteY785" fmla="*/ 163079 h 6858000"/>
              <a:gd name="connsiteX786" fmla="*/ 5865655 w 7467600"/>
              <a:gd name="connsiteY786" fmla="*/ 171901 h 6858000"/>
              <a:gd name="connsiteX787" fmla="*/ 5259740 w 7467600"/>
              <a:gd name="connsiteY787" fmla="*/ 257013 h 6858000"/>
              <a:gd name="connsiteX788" fmla="*/ 5208466 w 7467600"/>
              <a:gd name="connsiteY788" fmla="*/ 257550 h 6858000"/>
              <a:gd name="connsiteX789" fmla="*/ 4980204 w 7467600"/>
              <a:gd name="connsiteY789" fmla="*/ 271903 h 6858000"/>
              <a:gd name="connsiteX790" fmla="*/ 5068068 w 7467600"/>
              <a:gd name="connsiteY790" fmla="*/ 282244 h 6858000"/>
              <a:gd name="connsiteX791" fmla="*/ 5153231 w 7467600"/>
              <a:gd name="connsiteY791" fmla="*/ 292240 h 6858000"/>
              <a:gd name="connsiteX792" fmla="*/ 5426491 w 7467600"/>
              <a:gd name="connsiteY792" fmla="*/ 281128 h 6858000"/>
              <a:gd name="connsiteX793" fmla="*/ 5731212 w 7467600"/>
              <a:gd name="connsiteY793" fmla="*/ 231951 h 6858000"/>
              <a:gd name="connsiteX794" fmla="*/ 5905192 w 7467600"/>
              <a:gd name="connsiteY794" fmla="*/ 163079 h 6858000"/>
              <a:gd name="connsiteX795" fmla="*/ 5944437 w 7467600"/>
              <a:gd name="connsiteY795" fmla="*/ 113829 h 6858000"/>
              <a:gd name="connsiteX796" fmla="*/ 5825032 w 7467600"/>
              <a:gd name="connsiteY796" fmla="*/ 146405 h 6858000"/>
              <a:gd name="connsiteX797" fmla="*/ 4955599 w 7467600"/>
              <a:gd name="connsiteY797" fmla="*/ 247008 h 6858000"/>
              <a:gd name="connsiteX798" fmla="*/ 5210104 w 7467600"/>
              <a:gd name="connsiteY798" fmla="*/ 228123 h 6858000"/>
              <a:gd name="connsiteX799" fmla="*/ 5261015 w 7467600"/>
              <a:gd name="connsiteY799" fmla="*/ 227087 h 6858000"/>
              <a:gd name="connsiteX800" fmla="*/ 5861181 w 7467600"/>
              <a:gd name="connsiteY800" fmla="*/ 143093 h 6858000"/>
              <a:gd name="connsiteX801" fmla="*/ 5961252 w 7467600"/>
              <a:gd name="connsiteY801" fmla="*/ 114820 h 6858000"/>
              <a:gd name="connsiteX802" fmla="*/ 5944437 w 7467600"/>
              <a:gd name="connsiteY802" fmla="*/ 113829 h 6858000"/>
              <a:gd name="connsiteX803" fmla="*/ 3882765 w 7467600"/>
              <a:gd name="connsiteY803" fmla="*/ 0 h 6858000"/>
              <a:gd name="connsiteX804" fmla="*/ 3995099 w 7467600"/>
              <a:gd name="connsiteY804" fmla="*/ 0 h 6858000"/>
              <a:gd name="connsiteX805" fmla="*/ 4163818 w 7467600"/>
              <a:gd name="connsiteY805" fmla="*/ 234104 h 6858000"/>
              <a:gd name="connsiteX806" fmla="*/ 4172099 w 7467600"/>
              <a:gd name="connsiteY806" fmla="*/ 234207 h 6858000"/>
              <a:gd name="connsiteX807" fmla="*/ 4784282 w 7467600"/>
              <a:gd name="connsiteY807" fmla="*/ 276561 h 6858000"/>
              <a:gd name="connsiteX808" fmla="*/ 4801687 w 7467600"/>
              <a:gd name="connsiteY808" fmla="*/ 267764 h 6858000"/>
              <a:gd name="connsiteX809" fmla="*/ 6082788 w 7467600"/>
              <a:gd name="connsiteY809" fmla="*/ 64119 h 6858000"/>
              <a:gd name="connsiteX810" fmla="*/ 6099442 w 7467600"/>
              <a:gd name="connsiteY810" fmla="*/ 82568 h 6858000"/>
              <a:gd name="connsiteX811" fmla="*/ 4804137 w 7467600"/>
              <a:gd name="connsiteY811" fmla="*/ 320931 h 6858000"/>
              <a:gd name="connsiteX812" fmla="*/ 4227047 w 7467600"/>
              <a:gd name="connsiteY812" fmla="*/ 313415 h 6858000"/>
              <a:gd name="connsiteX813" fmla="*/ 4346041 w 7467600"/>
              <a:gd name="connsiteY813" fmla="*/ 456086 h 6858000"/>
              <a:gd name="connsiteX814" fmla="*/ 4870967 w 7467600"/>
              <a:gd name="connsiteY814" fmla="*/ 963061 h 6858000"/>
              <a:gd name="connsiteX815" fmla="*/ 4889647 w 7467600"/>
              <a:gd name="connsiteY815" fmla="*/ 957147 h 6858000"/>
              <a:gd name="connsiteX816" fmla="*/ 5422504 w 7467600"/>
              <a:gd name="connsiteY816" fmla="*/ 805191 h 6858000"/>
              <a:gd name="connsiteX817" fmla="*/ 6087656 w 7467600"/>
              <a:gd name="connsiteY817" fmla="*/ 826703 h 6858000"/>
              <a:gd name="connsiteX818" fmla="*/ 6058717 w 7467600"/>
              <a:gd name="connsiteY818" fmla="*/ 865992 h 6858000"/>
              <a:gd name="connsiteX819" fmla="*/ 4974153 w 7467600"/>
              <a:gd name="connsiteY819" fmla="*/ 1045456 h 6858000"/>
              <a:gd name="connsiteX820" fmla="*/ 5627835 w 7467600"/>
              <a:gd name="connsiteY820" fmla="*/ 1472077 h 6858000"/>
              <a:gd name="connsiteX821" fmla="*/ 5629817 w 7467600"/>
              <a:gd name="connsiteY821" fmla="*/ 1471412 h 6858000"/>
              <a:gd name="connsiteX822" fmla="*/ 5634124 w 7467600"/>
              <a:gd name="connsiteY822" fmla="*/ 1470572 h 6858000"/>
              <a:gd name="connsiteX823" fmla="*/ 5755832 w 7467600"/>
              <a:gd name="connsiteY823" fmla="*/ 1383886 h 6858000"/>
              <a:gd name="connsiteX824" fmla="*/ 6014186 w 7467600"/>
              <a:gd name="connsiteY824" fmla="*/ 1279799 h 6858000"/>
              <a:gd name="connsiteX825" fmla="*/ 6901619 w 7467600"/>
              <a:gd name="connsiteY825" fmla="*/ 1047874 h 6858000"/>
              <a:gd name="connsiteX826" fmla="*/ 6931566 w 7467600"/>
              <a:gd name="connsiteY826" fmla="*/ 1062034 h 6858000"/>
              <a:gd name="connsiteX827" fmla="*/ 5790982 w 7467600"/>
              <a:gd name="connsiteY827" fmla="*/ 1561380 h 6858000"/>
              <a:gd name="connsiteX828" fmla="*/ 6188971 w 7467600"/>
              <a:gd name="connsiteY828" fmla="*/ 1755168 h 6858000"/>
              <a:gd name="connsiteX829" fmla="*/ 6202446 w 7467600"/>
              <a:gd name="connsiteY829" fmla="*/ 1752268 h 6858000"/>
              <a:gd name="connsiteX830" fmla="*/ 7179560 w 7467600"/>
              <a:gd name="connsiteY830" fmla="*/ 1467551 h 6858000"/>
              <a:gd name="connsiteX831" fmla="*/ 7158730 w 7467600"/>
              <a:gd name="connsiteY831" fmla="*/ 1507835 h 6858000"/>
              <a:gd name="connsiteX832" fmla="*/ 6326959 w 7467600"/>
              <a:gd name="connsiteY832" fmla="*/ 1817686 h 6858000"/>
              <a:gd name="connsiteX833" fmla="*/ 6537433 w 7467600"/>
              <a:gd name="connsiteY833" fmla="*/ 1907790 h 6858000"/>
              <a:gd name="connsiteX834" fmla="*/ 6550221 w 7467600"/>
              <a:gd name="connsiteY834" fmla="*/ 1910729 h 6858000"/>
              <a:gd name="connsiteX835" fmla="*/ 6964438 w 7467600"/>
              <a:gd name="connsiteY835" fmla="*/ 2209505 h 6858000"/>
              <a:gd name="connsiteX836" fmla="*/ 7367862 w 7467600"/>
              <a:gd name="connsiteY836" fmla="*/ 2806833 h 6858000"/>
              <a:gd name="connsiteX837" fmla="*/ 7364329 w 7467600"/>
              <a:gd name="connsiteY837" fmla="*/ 2826907 h 6858000"/>
              <a:gd name="connsiteX838" fmla="*/ 7290545 w 7467600"/>
              <a:gd name="connsiteY838" fmla="*/ 2850663 h 6858000"/>
              <a:gd name="connsiteX839" fmla="*/ 6472036 w 7467600"/>
              <a:gd name="connsiteY839" fmla="*/ 1959003 h 6858000"/>
              <a:gd name="connsiteX840" fmla="*/ 5792897 w 7467600"/>
              <a:gd name="connsiteY840" fmla="*/ 1647747 h 6858000"/>
              <a:gd name="connsiteX841" fmla="*/ 5842751 w 7467600"/>
              <a:gd name="connsiteY841" fmla="*/ 1816112 h 6858000"/>
              <a:gd name="connsiteX842" fmla="*/ 5847424 w 7467600"/>
              <a:gd name="connsiteY842" fmla="*/ 1815776 h 6858000"/>
              <a:gd name="connsiteX843" fmla="*/ 6399821 w 7467600"/>
              <a:gd name="connsiteY843" fmla="*/ 2344799 h 6858000"/>
              <a:gd name="connsiteX844" fmla="*/ 6323232 w 7467600"/>
              <a:gd name="connsiteY844" fmla="*/ 2389634 h 6858000"/>
              <a:gd name="connsiteX845" fmla="*/ 5942958 w 7467600"/>
              <a:gd name="connsiteY845" fmla="*/ 2077708 h 6858000"/>
              <a:gd name="connsiteX846" fmla="*/ 5921559 w 7467600"/>
              <a:gd name="connsiteY846" fmla="*/ 2378596 h 6858000"/>
              <a:gd name="connsiteX847" fmla="*/ 5817651 w 7467600"/>
              <a:gd name="connsiteY847" fmla="*/ 3023919 h 6858000"/>
              <a:gd name="connsiteX848" fmla="*/ 5729634 w 7467600"/>
              <a:gd name="connsiteY848" fmla="*/ 3051849 h 6858000"/>
              <a:gd name="connsiteX849" fmla="*/ 5611018 w 7467600"/>
              <a:gd name="connsiteY849" fmla="*/ 2316769 h 6858000"/>
              <a:gd name="connsiteX850" fmla="*/ 5687608 w 7467600"/>
              <a:gd name="connsiteY850" fmla="*/ 2039972 h 6858000"/>
              <a:gd name="connsiteX851" fmla="*/ 5657554 w 7467600"/>
              <a:gd name="connsiteY851" fmla="*/ 1576445 h 6858000"/>
              <a:gd name="connsiteX852" fmla="*/ 5150475 w 7467600"/>
              <a:gd name="connsiteY852" fmla="*/ 1274012 h 6858000"/>
              <a:gd name="connsiteX853" fmla="*/ 5349142 w 7467600"/>
              <a:gd name="connsiteY853" fmla="*/ 2204405 h 6858000"/>
              <a:gd name="connsiteX854" fmla="*/ 5262214 w 7467600"/>
              <a:gd name="connsiteY854" fmla="*/ 2233836 h 6858000"/>
              <a:gd name="connsiteX855" fmla="*/ 4981539 w 7467600"/>
              <a:gd name="connsiteY855" fmla="*/ 1542201 h 6858000"/>
              <a:gd name="connsiteX856" fmla="*/ 4958461 w 7467600"/>
              <a:gd name="connsiteY856" fmla="*/ 1136957 h 6858000"/>
              <a:gd name="connsiteX857" fmla="*/ 4655015 w 7467600"/>
              <a:gd name="connsiteY857" fmla="*/ 891426 h 6858000"/>
              <a:gd name="connsiteX858" fmla="*/ 4348002 w 7467600"/>
              <a:gd name="connsiteY858" fmla="*/ 2205895 h 6858000"/>
              <a:gd name="connsiteX859" fmla="*/ 4262250 w 7467600"/>
              <a:gd name="connsiteY859" fmla="*/ 2219972 h 6858000"/>
              <a:gd name="connsiteX860" fmla="*/ 4550611 w 7467600"/>
              <a:gd name="connsiteY860" fmla="*/ 817540 h 6858000"/>
              <a:gd name="connsiteX861" fmla="*/ 4564418 w 7467600"/>
              <a:gd name="connsiteY861" fmla="*/ 808293 h 6858000"/>
              <a:gd name="connsiteX862" fmla="*/ 4266388 w 7467600"/>
              <a:gd name="connsiteY862" fmla="*/ 500083 h 6858000"/>
              <a:gd name="connsiteX863" fmla="*/ 4032842 w 7467600"/>
              <a:gd name="connsiteY863" fmla="*/ 211809 h 6858000"/>
              <a:gd name="connsiteX864" fmla="*/ 3882765 w 7467600"/>
              <a:gd name="connsiteY864" fmla="*/ 0 h 6858000"/>
              <a:gd name="connsiteX865" fmla="*/ 3721337 w 7467600"/>
              <a:gd name="connsiteY865" fmla="*/ 0 h 6858000"/>
              <a:gd name="connsiteX866" fmla="*/ 3797544 w 7467600"/>
              <a:gd name="connsiteY866" fmla="*/ 0 h 6858000"/>
              <a:gd name="connsiteX867" fmla="*/ 3775734 w 7467600"/>
              <a:gd name="connsiteY867" fmla="*/ 95131 h 6858000"/>
              <a:gd name="connsiteX868" fmla="*/ 3724807 w 7467600"/>
              <a:gd name="connsiteY868" fmla="*/ 272257 h 6858000"/>
              <a:gd name="connsiteX869" fmla="*/ 3726844 w 7467600"/>
              <a:gd name="connsiteY869" fmla="*/ 282988 h 6858000"/>
              <a:gd name="connsiteX870" fmla="*/ 3742664 w 7467600"/>
              <a:gd name="connsiteY870" fmla="*/ 279918 h 6858000"/>
              <a:gd name="connsiteX871" fmla="*/ 4103910 w 7467600"/>
              <a:gd name="connsiteY871" fmla="*/ 1161917 h 6858000"/>
              <a:gd name="connsiteX872" fmla="*/ 4020269 w 7467600"/>
              <a:gd name="connsiteY872" fmla="*/ 1200406 h 6858000"/>
              <a:gd name="connsiteX873" fmla="*/ 3674882 w 7467600"/>
              <a:gd name="connsiteY873" fmla="*/ 488524 h 6858000"/>
              <a:gd name="connsiteX874" fmla="*/ 3132682 w 7467600"/>
              <a:gd name="connsiteY874" fmla="*/ 1072284 h 6858000"/>
              <a:gd name="connsiteX875" fmla="*/ 2716346 w 7467600"/>
              <a:gd name="connsiteY875" fmla="*/ 1276376 h 6858000"/>
              <a:gd name="connsiteX876" fmla="*/ 2716772 w 7467600"/>
              <a:gd name="connsiteY876" fmla="*/ 1255462 h 6858000"/>
              <a:gd name="connsiteX877" fmla="*/ 3471096 w 7467600"/>
              <a:gd name="connsiteY877" fmla="*/ 437072 h 6858000"/>
              <a:gd name="connsiteX878" fmla="*/ 3639057 w 7467600"/>
              <a:gd name="connsiteY878" fmla="*/ 286334 h 6858000"/>
              <a:gd name="connsiteX879" fmla="*/ 3640309 w 7467600"/>
              <a:gd name="connsiteY879" fmla="*/ 284664 h 6858000"/>
              <a:gd name="connsiteX880" fmla="*/ 3646022 w 7467600"/>
              <a:gd name="connsiteY880" fmla="*/ 276711 h 6858000"/>
              <a:gd name="connsiteX881" fmla="*/ 3707943 w 7467600"/>
              <a:gd name="connsiteY881" fmla="*/ 65958 h 6858000"/>
              <a:gd name="connsiteX882" fmla="*/ 3721337 w 7467600"/>
              <a:gd name="connsiteY882" fmla="*/ 0 h 6858000"/>
              <a:gd name="connsiteX883" fmla="*/ 2867960 w 7467600"/>
              <a:gd name="connsiteY883" fmla="*/ 0 h 6858000"/>
              <a:gd name="connsiteX884" fmla="*/ 2926351 w 7467600"/>
              <a:gd name="connsiteY884" fmla="*/ 0 h 6858000"/>
              <a:gd name="connsiteX885" fmla="*/ 2902823 w 7467600"/>
              <a:gd name="connsiteY885" fmla="*/ 262929 h 6858000"/>
              <a:gd name="connsiteX886" fmla="*/ 2940663 w 7467600"/>
              <a:gd name="connsiteY886" fmla="*/ 140884 h 6858000"/>
              <a:gd name="connsiteX887" fmla="*/ 2947039 w 7467600"/>
              <a:gd name="connsiteY887" fmla="*/ 122524 h 6858000"/>
              <a:gd name="connsiteX888" fmla="*/ 2984316 w 7467600"/>
              <a:gd name="connsiteY888" fmla="*/ 0 h 6858000"/>
              <a:gd name="connsiteX889" fmla="*/ 3016114 w 7467600"/>
              <a:gd name="connsiteY889" fmla="*/ 0 h 6858000"/>
              <a:gd name="connsiteX890" fmla="*/ 2979949 w 7467600"/>
              <a:gd name="connsiteY890" fmla="*/ 119274 h 6858000"/>
              <a:gd name="connsiteX891" fmla="*/ 3023879 w 7467600"/>
              <a:gd name="connsiteY891" fmla="*/ 0 h 6858000"/>
              <a:gd name="connsiteX892" fmla="*/ 3105400 w 7467600"/>
              <a:gd name="connsiteY892" fmla="*/ 0 h 6858000"/>
              <a:gd name="connsiteX893" fmla="*/ 3094669 w 7467600"/>
              <a:gd name="connsiteY893" fmla="*/ 30308 h 6858000"/>
              <a:gd name="connsiteX894" fmla="*/ 2901945 w 7467600"/>
              <a:gd name="connsiteY894" fmla="*/ 466538 h 6858000"/>
              <a:gd name="connsiteX895" fmla="*/ 2815209 w 7467600"/>
              <a:gd name="connsiteY895" fmla="*/ 497361 h 6858000"/>
              <a:gd name="connsiteX896" fmla="*/ 2844845 w 7467600"/>
              <a:gd name="connsiteY896" fmla="*/ 127638 h 6858000"/>
              <a:gd name="connsiteX897" fmla="*/ 2867960 w 7467600"/>
              <a:gd name="connsiteY897" fmla="*/ 0 h 6858000"/>
              <a:gd name="connsiteX898" fmla="*/ 1057230 w 7467600"/>
              <a:gd name="connsiteY898" fmla="*/ 0 h 6858000"/>
              <a:gd name="connsiteX899" fmla="*/ 1111003 w 7467600"/>
              <a:gd name="connsiteY899" fmla="*/ 0 h 6858000"/>
              <a:gd name="connsiteX900" fmla="*/ 1125553 w 7467600"/>
              <a:gd name="connsiteY900" fmla="*/ 52588 h 6858000"/>
              <a:gd name="connsiteX901" fmla="*/ 1304276 w 7467600"/>
              <a:gd name="connsiteY901" fmla="*/ 476275 h 6858000"/>
              <a:gd name="connsiteX902" fmla="*/ 1492066 w 7467600"/>
              <a:gd name="connsiteY902" fmla="*/ 886333 h 6858000"/>
              <a:gd name="connsiteX903" fmla="*/ 1423698 w 7467600"/>
              <a:gd name="connsiteY903" fmla="*/ 710817 h 6858000"/>
              <a:gd name="connsiteX904" fmla="*/ 1357609 w 7467600"/>
              <a:gd name="connsiteY904" fmla="*/ 532892 h 6858000"/>
              <a:gd name="connsiteX905" fmla="*/ 1309550 w 7467600"/>
              <a:gd name="connsiteY905" fmla="*/ 374031 h 6858000"/>
              <a:gd name="connsiteX906" fmla="*/ 1193673 w 7467600"/>
              <a:gd name="connsiteY906" fmla="*/ 49533 h 6858000"/>
              <a:gd name="connsiteX907" fmla="*/ 1164391 w 7467600"/>
              <a:gd name="connsiteY907" fmla="*/ 0 h 6858000"/>
              <a:gd name="connsiteX908" fmla="*/ 1200666 w 7467600"/>
              <a:gd name="connsiteY908" fmla="*/ 0 h 6858000"/>
              <a:gd name="connsiteX909" fmla="*/ 1223408 w 7467600"/>
              <a:gd name="connsiteY909" fmla="*/ 38996 h 6858000"/>
              <a:gd name="connsiteX910" fmla="*/ 1339635 w 7467600"/>
              <a:gd name="connsiteY910" fmla="*/ 365517 h 6858000"/>
              <a:gd name="connsiteX911" fmla="*/ 1387469 w 7467600"/>
              <a:gd name="connsiteY911" fmla="*/ 523079 h 6858000"/>
              <a:gd name="connsiteX912" fmla="*/ 1452685 w 7467600"/>
              <a:gd name="connsiteY912" fmla="*/ 699806 h 6858000"/>
              <a:gd name="connsiteX913" fmla="*/ 1492092 w 7467600"/>
              <a:gd name="connsiteY913" fmla="*/ 800424 h 6858000"/>
              <a:gd name="connsiteX914" fmla="*/ 1455302 w 7467600"/>
              <a:gd name="connsiteY914" fmla="*/ 632913 h 6858000"/>
              <a:gd name="connsiteX915" fmla="*/ 1222336 w 7467600"/>
              <a:gd name="connsiteY915" fmla="*/ 9480 h 6858000"/>
              <a:gd name="connsiteX916" fmla="*/ 1214634 w 7467600"/>
              <a:gd name="connsiteY916" fmla="*/ 0 h 6858000"/>
              <a:gd name="connsiteX917" fmla="*/ 1289827 w 7467600"/>
              <a:gd name="connsiteY917" fmla="*/ 0 h 6858000"/>
              <a:gd name="connsiteX918" fmla="*/ 1321076 w 7467600"/>
              <a:gd name="connsiteY918" fmla="*/ 59722 h 6858000"/>
              <a:gd name="connsiteX919" fmla="*/ 1512579 w 7467600"/>
              <a:gd name="connsiteY919" fmla="*/ 626441 h 6858000"/>
              <a:gd name="connsiteX920" fmla="*/ 1506076 w 7467600"/>
              <a:gd name="connsiteY920" fmla="*/ 1089289 h 6858000"/>
              <a:gd name="connsiteX921" fmla="*/ 1486346 w 7467600"/>
              <a:gd name="connsiteY921" fmla="*/ 1079919 h 6858000"/>
              <a:gd name="connsiteX922" fmla="*/ 1070511 w 7467600"/>
              <a:gd name="connsiteY922" fmla="*/ 48609 h 6858000"/>
              <a:gd name="connsiteX923" fmla="*/ 1057230 w 7467600"/>
              <a:gd name="connsiteY923" fmla="*/ 0 h 6858000"/>
              <a:gd name="connsiteX924" fmla="*/ 43151 w 7467600"/>
              <a:gd name="connsiteY924" fmla="*/ 0 h 6858000"/>
              <a:gd name="connsiteX925" fmla="*/ 95283 w 7467600"/>
              <a:gd name="connsiteY925" fmla="*/ 0 h 6858000"/>
              <a:gd name="connsiteX926" fmla="*/ 300708 w 7467600"/>
              <a:gd name="connsiteY926" fmla="*/ 154571 h 6858000"/>
              <a:gd name="connsiteX927" fmla="*/ 530414 w 7467600"/>
              <a:gd name="connsiteY927" fmla="*/ 354673 h 6858000"/>
              <a:gd name="connsiteX928" fmla="*/ 333785 w 7467600"/>
              <a:gd name="connsiteY928" fmla="*/ 161564 h 6858000"/>
              <a:gd name="connsiteX929" fmla="*/ 147005 w 7467600"/>
              <a:gd name="connsiteY929" fmla="*/ 0 h 6858000"/>
              <a:gd name="connsiteX930" fmla="*/ 272509 w 7467600"/>
              <a:gd name="connsiteY930" fmla="*/ 0 h 6858000"/>
              <a:gd name="connsiteX931" fmla="*/ 326276 w 7467600"/>
              <a:gd name="connsiteY931" fmla="*/ 45847 h 6858000"/>
              <a:gd name="connsiteX932" fmla="*/ 823759 w 7467600"/>
              <a:gd name="connsiteY932" fmla="*/ 574145 h 6858000"/>
              <a:gd name="connsiteX933" fmla="*/ 811254 w 7467600"/>
              <a:gd name="connsiteY933" fmla="*/ 665546 h 6858000"/>
              <a:gd name="connsiteX934" fmla="*/ 154042 w 7467600"/>
              <a:gd name="connsiteY934" fmla="*/ 261522 h 6858000"/>
              <a:gd name="connsiteX935" fmla="*/ 13550 w 7467600"/>
              <a:gd name="connsiteY935" fmla="*/ 158423 h 6858000"/>
              <a:gd name="connsiteX936" fmla="*/ 0 w 7467600"/>
              <a:gd name="connsiteY936" fmla="*/ 146618 h 6858000"/>
              <a:gd name="connsiteX937" fmla="*/ 0 w 7467600"/>
              <a:gd name="connsiteY937" fmla="*/ 59161 h 6858000"/>
              <a:gd name="connsiteX938" fmla="*/ 45427 w 7467600"/>
              <a:gd name="connsiteY938" fmla="*/ 101078 h 6858000"/>
              <a:gd name="connsiteX939" fmla="*/ 630103 w 7467600"/>
              <a:gd name="connsiteY939" fmla="*/ 485885 h 6858000"/>
              <a:gd name="connsiteX940" fmla="*/ 532040 w 7467600"/>
              <a:gd name="connsiteY940" fmla="*/ 399359 h 6858000"/>
              <a:gd name="connsiteX941" fmla="*/ 517618 w 7467600"/>
              <a:gd name="connsiteY941" fmla="*/ 385726 h 6858000"/>
              <a:gd name="connsiteX942" fmla="*/ 285074 w 7467600"/>
              <a:gd name="connsiteY942" fmla="*/ 182755 h 6858000"/>
              <a:gd name="connsiteX943" fmla="*/ 43151 w 7467600"/>
              <a:gd name="connsiteY94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289862 w 7467600"/>
              <a:gd name="connsiteY10" fmla="*/ 6659827 h 6858000"/>
              <a:gd name="connsiteX11" fmla="*/ 1019354 w 7467600"/>
              <a:gd name="connsiteY11" fmla="*/ 6315006 h 6858000"/>
              <a:gd name="connsiteX12" fmla="*/ 441046 w 7467600"/>
              <a:gd name="connsiteY12" fmla="*/ 6691153 h 6858000"/>
              <a:gd name="connsiteX13" fmla="*/ 1019354 w 7467600"/>
              <a:gd name="connsiteY13" fmla="*/ 6315006 h 6858000"/>
              <a:gd name="connsiteX14" fmla="*/ 991680 w 7467600"/>
              <a:gd name="connsiteY14" fmla="*/ 6298413 h 6858000"/>
              <a:gd name="connsiteX15" fmla="*/ 409060 w 7467600"/>
              <a:gd name="connsiteY15" fmla="*/ 6671470 h 6858000"/>
              <a:gd name="connsiteX16" fmla="*/ 991680 w 7467600"/>
              <a:gd name="connsiteY16" fmla="*/ 6298413 h 6858000"/>
              <a:gd name="connsiteX17" fmla="*/ 103333 w 7467600"/>
              <a:gd name="connsiteY17" fmla="*/ 5699602 h 6858000"/>
              <a:gd name="connsiteX18" fmla="*/ 233938 w 7467600"/>
              <a:gd name="connsiteY18" fmla="*/ 5809416 h 6858000"/>
              <a:gd name="connsiteX19" fmla="*/ 883580 w 7467600"/>
              <a:gd name="connsiteY19" fmla="*/ 6180710 h 6858000"/>
              <a:gd name="connsiteX20" fmla="*/ 487337 w 7467600"/>
              <a:gd name="connsiteY20" fmla="*/ 5950182 h 6858000"/>
              <a:gd name="connsiteX21" fmla="*/ 354051 w 7467600"/>
              <a:gd name="connsiteY21" fmla="*/ 5854912 h 6858000"/>
              <a:gd name="connsiteX22" fmla="*/ 195436 w 7467600"/>
              <a:gd name="connsiteY22" fmla="*/ 5755068 h 6858000"/>
              <a:gd name="connsiteX23" fmla="*/ 103333 w 7467600"/>
              <a:gd name="connsiteY23" fmla="*/ 5699602 h 6858000"/>
              <a:gd name="connsiteX24" fmla="*/ 5539432 w 7467600"/>
              <a:gd name="connsiteY24" fmla="*/ 5642928 h 6858000"/>
              <a:gd name="connsiteX25" fmla="*/ 5555462 w 7467600"/>
              <a:gd name="connsiteY25" fmla="*/ 5694454 h 6858000"/>
              <a:gd name="connsiteX26" fmla="*/ 5828270 w 7467600"/>
              <a:gd name="connsiteY26" fmla="*/ 6320663 h 6858000"/>
              <a:gd name="connsiteX27" fmla="*/ 5947416 w 7467600"/>
              <a:gd name="connsiteY27" fmla="*/ 6574846 h 6858000"/>
              <a:gd name="connsiteX28" fmla="*/ 5539432 w 7467600"/>
              <a:gd name="connsiteY28" fmla="*/ 5642928 h 6858000"/>
              <a:gd name="connsiteX29" fmla="*/ 51253 w 7467600"/>
              <a:gd name="connsiteY29" fmla="*/ 5631825 h 6858000"/>
              <a:gd name="connsiteX30" fmla="*/ 211622 w 7467600"/>
              <a:gd name="connsiteY30" fmla="*/ 5728803 h 6858000"/>
              <a:gd name="connsiteX31" fmla="*/ 371652 w 7467600"/>
              <a:gd name="connsiteY31" fmla="*/ 5829062 h 6858000"/>
              <a:gd name="connsiteX32" fmla="*/ 505903 w 7467600"/>
              <a:gd name="connsiteY32" fmla="*/ 5925221 h 6858000"/>
              <a:gd name="connsiteX33" fmla="*/ 899240 w 7467600"/>
              <a:gd name="connsiteY33" fmla="*/ 6153068 h 6858000"/>
              <a:gd name="connsiteX34" fmla="*/ 988114 w 7467600"/>
              <a:gd name="connsiteY34" fmla="*/ 6174204 h 6858000"/>
              <a:gd name="connsiteX35" fmla="*/ 845971 w 7467600"/>
              <a:gd name="connsiteY35" fmla="*/ 6067177 h 6858000"/>
              <a:gd name="connsiteX36" fmla="*/ 448057 w 7467600"/>
              <a:gd name="connsiteY36" fmla="*/ 5841376 h 6858000"/>
              <a:gd name="connsiteX37" fmla="*/ 51253 w 7467600"/>
              <a:gd name="connsiteY37" fmla="*/ 5631825 h 6858000"/>
              <a:gd name="connsiteX38" fmla="*/ 2606687 w 7467600"/>
              <a:gd name="connsiteY38" fmla="*/ 5630718 h 6858000"/>
              <a:gd name="connsiteX39" fmla="*/ 2645658 w 7467600"/>
              <a:gd name="connsiteY39" fmla="*/ 6640259 h 6858000"/>
              <a:gd name="connsiteX40" fmla="*/ 2606687 w 7467600"/>
              <a:gd name="connsiteY40" fmla="*/ 5630718 h 6858000"/>
              <a:gd name="connsiteX41" fmla="*/ 3642057 w 7467600"/>
              <a:gd name="connsiteY41" fmla="*/ 5573487 h 6858000"/>
              <a:gd name="connsiteX42" fmla="*/ 3632981 w 7467600"/>
              <a:gd name="connsiteY42" fmla="*/ 5579437 h 6858000"/>
              <a:gd name="connsiteX43" fmla="*/ 3382436 w 7467600"/>
              <a:gd name="connsiteY43" fmla="*/ 5952726 h 6858000"/>
              <a:gd name="connsiteX44" fmla="*/ 3191929 w 7467600"/>
              <a:gd name="connsiteY44" fmla="*/ 6662669 h 6858000"/>
              <a:gd name="connsiteX45" fmla="*/ 3369898 w 7467600"/>
              <a:gd name="connsiteY45" fmla="*/ 6081771 h 6858000"/>
              <a:gd name="connsiteX46" fmla="*/ 3642057 w 7467600"/>
              <a:gd name="connsiteY46" fmla="*/ 5573487 h 6858000"/>
              <a:gd name="connsiteX47" fmla="*/ 2650666 w 7467600"/>
              <a:gd name="connsiteY47" fmla="*/ 5530686 h 6858000"/>
              <a:gd name="connsiteX48" fmla="*/ 2650249 w 7467600"/>
              <a:gd name="connsiteY48" fmla="*/ 5532101 h 6858000"/>
              <a:gd name="connsiteX49" fmla="*/ 2663808 w 7467600"/>
              <a:gd name="connsiteY49" fmla="*/ 6535215 h 6858000"/>
              <a:gd name="connsiteX50" fmla="*/ 2665418 w 7467600"/>
              <a:gd name="connsiteY50" fmla="*/ 6132756 h 6858000"/>
              <a:gd name="connsiteX51" fmla="*/ 2650666 w 7467600"/>
              <a:gd name="connsiteY51" fmla="*/ 5530686 h 6858000"/>
              <a:gd name="connsiteX52" fmla="*/ 2680277 w 7467600"/>
              <a:gd name="connsiteY52" fmla="*/ 5479204 h 6858000"/>
              <a:gd name="connsiteX53" fmla="*/ 2678972 w 7467600"/>
              <a:gd name="connsiteY53" fmla="*/ 5481582 h 6858000"/>
              <a:gd name="connsiteX54" fmla="*/ 2696666 w 7467600"/>
              <a:gd name="connsiteY54" fmla="*/ 6133836 h 6858000"/>
              <a:gd name="connsiteX55" fmla="*/ 2695769 w 7467600"/>
              <a:gd name="connsiteY55" fmla="*/ 6390955 h 6858000"/>
              <a:gd name="connsiteX56" fmla="*/ 2739893 w 7467600"/>
              <a:gd name="connsiteY56" fmla="*/ 6108357 h 6858000"/>
              <a:gd name="connsiteX57" fmla="*/ 2680277 w 7467600"/>
              <a:gd name="connsiteY57" fmla="*/ 5479204 h 6858000"/>
              <a:gd name="connsiteX58" fmla="*/ 1132195 w 7467600"/>
              <a:gd name="connsiteY58" fmla="*/ 5467980 h 6858000"/>
              <a:gd name="connsiteX59" fmla="*/ 1679056 w 7467600"/>
              <a:gd name="connsiteY59" fmla="*/ 5516907 h 6858000"/>
              <a:gd name="connsiteX60" fmla="*/ 2128648 w 7467600"/>
              <a:gd name="connsiteY60" fmla="*/ 5474249 h 6858000"/>
              <a:gd name="connsiteX61" fmla="*/ 1825619 w 7467600"/>
              <a:gd name="connsiteY61" fmla="*/ 5478447 h 6858000"/>
              <a:gd name="connsiteX62" fmla="*/ 1737798 w 7467600"/>
              <a:gd name="connsiteY62" fmla="*/ 5483353 h 6858000"/>
              <a:gd name="connsiteX63" fmla="*/ 1132195 w 7467600"/>
              <a:gd name="connsiteY63" fmla="*/ 5467980 h 6858000"/>
              <a:gd name="connsiteX64" fmla="*/ 1456157 w 7467600"/>
              <a:gd name="connsiteY64" fmla="*/ 5371404 h 6858000"/>
              <a:gd name="connsiteX65" fmla="*/ 1244432 w 7467600"/>
              <a:gd name="connsiteY65" fmla="*/ 5385601 h 6858000"/>
              <a:gd name="connsiteX66" fmla="*/ 973990 w 7467600"/>
              <a:gd name="connsiteY66" fmla="*/ 5424940 h 6858000"/>
              <a:gd name="connsiteX67" fmla="*/ 1103809 w 7467600"/>
              <a:gd name="connsiteY67" fmla="*/ 5433720 h 6858000"/>
              <a:gd name="connsiteX68" fmla="*/ 1123454 w 7467600"/>
              <a:gd name="connsiteY68" fmla="*/ 5435727 h 6858000"/>
              <a:gd name="connsiteX69" fmla="*/ 1737017 w 7467600"/>
              <a:gd name="connsiteY69" fmla="*/ 5452183 h 6858000"/>
              <a:gd name="connsiteX70" fmla="*/ 1824397 w 7467600"/>
              <a:gd name="connsiteY70" fmla="*/ 5447757 h 6858000"/>
              <a:gd name="connsiteX71" fmla="*/ 2070059 w 7467600"/>
              <a:gd name="connsiteY71" fmla="*/ 5441660 h 6858000"/>
              <a:gd name="connsiteX72" fmla="*/ 1456157 w 7467600"/>
              <a:gd name="connsiteY72" fmla="*/ 5371404 h 6858000"/>
              <a:gd name="connsiteX73" fmla="*/ 4988186 w 7467600"/>
              <a:gd name="connsiteY73" fmla="*/ 5216467 h 6858000"/>
              <a:gd name="connsiteX74" fmla="*/ 4777334 w 7467600"/>
              <a:gd name="connsiteY74" fmla="*/ 5406072 h 6858000"/>
              <a:gd name="connsiteX75" fmla="*/ 4718341 w 7467600"/>
              <a:gd name="connsiteY75" fmla="*/ 5468043 h 6858000"/>
              <a:gd name="connsiteX76" fmla="*/ 4604655 w 7467600"/>
              <a:gd name="connsiteY76" fmla="*/ 5583434 h 6858000"/>
              <a:gd name="connsiteX77" fmla="*/ 4565074 w 7467600"/>
              <a:gd name="connsiteY77" fmla="*/ 5618550 h 6858000"/>
              <a:gd name="connsiteX78" fmla="*/ 4988186 w 7467600"/>
              <a:gd name="connsiteY78" fmla="*/ 5216467 h 6858000"/>
              <a:gd name="connsiteX79" fmla="*/ 4978032 w 7467600"/>
              <a:gd name="connsiteY79" fmla="*/ 5183809 h 6858000"/>
              <a:gd name="connsiteX80" fmla="*/ 4463413 w 7467600"/>
              <a:gd name="connsiteY80" fmla="*/ 5615162 h 6858000"/>
              <a:gd name="connsiteX81" fmla="*/ 4358134 w 7467600"/>
              <a:gd name="connsiteY81" fmla="*/ 5742791 h 6858000"/>
              <a:gd name="connsiteX82" fmla="*/ 4376219 w 7467600"/>
              <a:gd name="connsiteY82" fmla="*/ 5729027 h 6858000"/>
              <a:gd name="connsiteX83" fmla="*/ 4582340 w 7467600"/>
              <a:gd name="connsiteY83" fmla="*/ 5561037 h 6858000"/>
              <a:gd name="connsiteX84" fmla="*/ 4694684 w 7467600"/>
              <a:gd name="connsiteY84" fmla="*/ 5447098 h 6858000"/>
              <a:gd name="connsiteX85" fmla="*/ 4754123 w 7467600"/>
              <a:gd name="connsiteY85" fmla="*/ 5384643 h 6858000"/>
              <a:gd name="connsiteX86" fmla="*/ 4978032 w 7467600"/>
              <a:gd name="connsiteY86" fmla="*/ 5183809 h 6858000"/>
              <a:gd name="connsiteX87" fmla="*/ 1903353 w 7467600"/>
              <a:gd name="connsiteY87" fmla="*/ 5044827 h 6858000"/>
              <a:gd name="connsiteX88" fmla="*/ 1936931 w 7467600"/>
              <a:gd name="connsiteY88" fmla="*/ 5093954 h 6858000"/>
              <a:gd name="connsiteX89" fmla="*/ 2195868 w 7467600"/>
              <a:gd name="connsiteY89" fmla="*/ 5396574 h 6858000"/>
              <a:gd name="connsiteX90" fmla="*/ 2088852 w 7467600"/>
              <a:gd name="connsiteY90" fmla="*/ 5166123 h 6858000"/>
              <a:gd name="connsiteX91" fmla="*/ 1958241 w 7467600"/>
              <a:gd name="connsiteY91" fmla="*/ 5067955 h 6858000"/>
              <a:gd name="connsiteX92" fmla="*/ 1903353 w 7467600"/>
              <a:gd name="connsiteY92" fmla="*/ 5044827 h 6858000"/>
              <a:gd name="connsiteX93" fmla="*/ 1979378 w 7467600"/>
              <a:gd name="connsiteY93" fmla="*/ 4769504 h 6858000"/>
              <a:gd name="connsiteX94" fmla="*/ 2882120 w 7467600"/>
              <a:gd name="connsiteY94" fmla="*/ 5064547 h 6858000"/>
              <a:gd name="connsiteX95" fmla="*/ 2793103 w 7467600"/>
              <a:gd name="connsiteY95" fmla="*/ 5039699 h 6858000"/>
              <a:gd name="connsiteX96" fmla="*/ 2770041 w 7467600"/>
              <a:gd name="connsiteY96" fmla="*/ 5033634 h 6858000"/>
              <a:gd name="connsiteX97" fmla="*/ 1979378 w 7467600"/>
              <a:gd name="connsiteY97" fmla="*/ 4769504 h 6858000"/>
              <a:gd name="connsiteX98" fmla="*/ 1927410 w 7467600"/>
              <a:gd name="connsiteY98" fmla="*/ 4716164 h 6858000"/>
              <a:gd name="connsiteX99" fmla="*/ 1959587 w 7467600"/>
              <a:gd name="connsiteY99" fmla="*/ 4728849 h 6858000"/>
              <a:gd name="connsiteX100" fmla="*/ 2777707 w 7467600"/>
              <a:gd name="connsiteY100" fmla="*/ 5003991 h 6858000"/>
              <a:gd name="connsiteX101" fmla="*/ 2800768 w 7467600"/>
              <a:gd name="connsiteY101" fmla="*/ 5010056 h 6858000"/>
              <a:gd name="connsiteX102" fmla="*/ 2879408 w 7467600"/>
              <a:gd name="connsiteY102" fmla="*/ 5031590 h 6858000"/>
              <a:gd name="connsiteX103" fmla="*/ 2862295 w 7467600"/>
              <a:gd name="connsiteY103" fmla="*/ 5022958 h 6858000"/>
              <a:gd name="connsiteX104" fmla="*/ 2813343 w 7467600"/>
              <a:gd name="connsiteY104" fmla="*/ 4998369 h 6858000"/>
              <a:gd name="connsiteX105" fmla="*/ 2646245 w 7467600"/>
              <a:gd name="connsiteY105" fmla="*/ 4930999 h 6858000"/>
              <a:gd name="connsiteX106" fmla="*/ 1999243 w 7467600"/>
              <a:gd name="connsiteY106" fmla="*/ 4730524 h 6858000"/>
              <a:gd name="connsiteX107" fmla="*/ 1979527 w 7467600"/>
              <a:gd name="connsiteY107" fmla="*/ 4726651 h 6858000"/>
              <a:gd name="connsiteX108" fmla="*/ 1927410 w 7467600"/>
              <a:gd name="connsiteY108" fmla="*/ 4716164 h 6858000"/>
              <a:gd name="connsiteX109" fmla="*/ 1997014 w 7467600"/>
              <a:gd name="connsiteY109" fmla="*/ 4698007 h 6858000"/>
              <a:gd name="connsiteX110" fmla="*/ 2005458 w 7467600"/>
              <a:gd name="connsiteY110" fmla="*/ 4699540 h 6858000"/>
              <a:gd name="connsiteX111" fmla="*/ 2657186 w 7467600"/>
              <a:gd name="connsiteY111" fmla="*/ 4901687 h 6858000"/>
              <a:gd name="connsiteX112" fmla="*/ 2826662 w 7467600"/>
              <a:gd name="connsiteY112" fmla="*/ 4970362 h 6858000"/>
              <a:gd name="connsiteX113" fmla="*/ 2876100 w 7467600"/>
              <a:gd name="connsiteY113" fmla="*/ 4995397 h 6858000"/>
              <a:gd name="connsiteX114" fmla="*/ 3042600 w 7467600"/>
              <a:gd name="connsiteY114" fmla="*/ 5059532 h 6858000"/>
              <a:gd name="connsiteX115" fmla="*/ 1997014 w 7467600"/>
              <a:gd name="connsiteY115" fmla="*/ 4698007 h 6858000"/>
              <a:gd name="connsiteX116" fmla="*/ 2305292 w 7467600"/>
              <a:gd name="connsiteY116" fmla="*/ 4219492 h 6858000"/>
              <a:gd name="connsiteX117" fmla="*/ 3360922 w 7467600"/>
              <a:gd name="connsiteY117" fmla="*/ 4529373 h 6858000"/>
              <a:gd name="connsiteX118" fmla="*/ 3492420 w 7467600"/>
              <a:gd name="connsiteY118" fmla="*/ 4510145 h 6858000"/>
              <a:gd name="connsiteX119" fmla="*/ 3364086 w 7467600"/>
              <a:gd name="connsiteY119" fmla="*/ 4480340 h 6858000"/>
              <a:gd name="connsiteX120" fmla="*/ 3225818 w 7467600"/>
              <a:gd name="connsiteY120" fmla="*/ 4411822 h 6858000"/>
              <a:gd name="connsiteX121" fmla="*/ 3129696 w 7467600"/>
              <a:gd name="connsiteY121" fmla="*/ 4360704 h 6858000"/>
              <a:gd name="connsiteX122" fmla="*/ 2814545 w 7467600"/>
              <a:gd name="connsiteY122" fmla="*/ 4282955 h 6858000"/>
              <a:gd name="connsiteX123" fmla="*/ 2305292 w 7467600"/>
              <a:gd name="connsiteY123" fmla="*/ 4219492 h 6858000"/>
              <a:gd name="connsiteX124" fmla="*/ 2626982 w 7467600"/>
              <a:gd name="connsiteY124" fmla="*/ 4206450 h 6858000"/>
              <a:gd name="connsiteX125" fmla="*/ 2490617 w 7467600"/>
              <a:gd name="connsiteY125" fmla="*/ 4206951 h 6858000"/>
              <a:gd name="connsiteX126" fmla="*/ 2819869 w 7467600"/>
              <a:gd name="connsiteY126" fmla="*/ 4252936 h 6858000"/>
              <a:gd name="connsiteX127" fmla="*/ 3143018 w 7467600"/>
              <a:gd name="connsiteY127" fmla="*/ 4332698 h 6858000"/>
              <a:gd name="connsiteX128" fmla="*/ 3241520 w 7467600"/>
              <a:gd name="connsiteY128" fmla="*/ 4385112 h 6858000"/>
              <a:gd name="connsiteX129" fmla="*/ 3374575 w 7467600"/>
              <a:gd name="connsiteY129" fmla="*/ 4451517 h 6858000"/>
              <a:gd name="connsiteX130" fmla="*/ 3505221 w 7467600"/>
              <a:gd name="connsiteY130" fmla="*/ 4480757 h 6858000"/>
              <a:gd name="connsiteX131" fmla="*/ 2626982 w 7467600"/>
              <a:gd name="connsiteY131" fmla="*/ 4206450 h 6858000"/>
              <a:gd name="connsiteX132" fmla="*/ 1310106 w 7467600"/>
              <a:gd name="connsiteY132" fmla="*/ 3943217 h 6858000"/>
              <a:gd name="connsiteX133" fmla="*/ 854994 w 7467600"/>
              <a:gd name="connsiteY133" fmla="*/ 4399136 h 6858000"/>
              <a:gd name="connsiteX134" fmla="*/ 742462 w 7467600"/>
              <a:gd name="connsiteY134" fmla="*/ 4594648 h 6858000"/>
              <a:gd name="connsiteX135" fmla="*/ 820602 w 7467600"/>
              <a:gd name="connsiteY135" fmla="*/ 4485915 h 6858000"/>
              <a:gd name="connsiteX136" fmla="*/ 878295 w 7467600"/>
              <a:gd name="connsiteY136" fmla="*/ 4403594 h 6858000"/>
              <a:gd name="connsiteX137" fmla="*/ 1240607 w 7467600"/>
              <a:gd name="connsiteY137" fmla="*/ 4010401 h 6858000"/>
              <a:gd name="connsiteX138" fmla="*/ 1310106 w 7467600"/>
              <a:gd name="connsiteY138" fmla="*/ 3943217 h 6858000"/>
              <a:gd name="connsiteX139" fmla="*/ 1423113 w 7467600"/>
              <a:gd name="connsiteY139" fmla="*/ 3874565 h 6858000"/>
              <a:gd name="connsiteX140" fmla="*/ 1260565 w 7467600"/>
              <a:gd name="connsiteY140" fmla="*/ 4031982 h 6858000"/>
              <a:gd name="connsiteX141" fmla="*/ 901900 w 7467600"/>
              <a:gd name="connsiteY141" fmla="*/ 4421236 h 6858000"/>
              <a:gd name="connsiteX142" fmla="*/ 845044 w 7467600"/>
              <a:gd name="connsiteY142" fmla="*/ 4502436 h 6858000"/>
              <a:gd name="connsiteX143" fmla="*/ 685926 w 7467600"/>
              <a:gd name="connsiteY143" fmla="*/ 4703069 h 6858000"/>
              <a:gd name="connsiteX144" fmla="*/ 684248 w 7467600"/>
              <a:gd name="connsiteY144" fmla="*/ 4706721 h 6858000"/>
              <a:gd name="connsiteX145" fmla="*/ 1423113 w 7467600"/>
              <a:gd name="connsiteY145" fmla="*/ 3874565 h 6858000"/>
              <a:gd name="connsiteX146" fmla="*/ 3316479 w 7467600"/>
              <a:gd name="connsiteY146" fmla="*/ 3872136 h 6858000"/>
              <a:gd name="connsiteX147" fmla="*/ 3546806 w 7467600"/>
              <a:gd name="connsiteY147" fmla="*/ 4356139 h 6858000"/>
              <a:gd name="connsiteX148" fmla="*/ 3364433 w 7467600"/>
              <a:gd name="connsiteY148" fmla="*/ 3953121 h 6858000"/>
              <a:gd name="connsiteX149" fmla="*/ 3316479 w 7467600"/>
              <a:gd name="connsiteY149" fmla="*/ 3872136 h 6858000"/>
              <a:gd name="connsiteX150" fmla="*/ 3291335 w 7467600"/>
              <a:gd name="connsiteY150" fmla="*/ 3767420 h 6858000"/>
              <a:gd name="connsiteX151" fmla="*/ 3390805 w 7467600"/>
              <a:gd name="connsiteY151" fmla="*/ 3937163 h 6858000"/>
              <a:gd name="connsiteX152" fmla="*/ 3579062 w 7467600"/>
              <a:gd name="connsiteY152" fmla="*/ 4359040 h 6858000"/>
              <a:gd name="connsiteX153" fmla="*/ 3467355 w 7467600"/>
              <a:gd name="connsiteY153" fmla="*/ 3988130 h 6858000"/>
              <a:gd name="connsiteX154" fmla="*/ 3310753 w 7467600"/>
              <a:gd name="connsiteY154" fmla="*/ 3787140 h 6858000"/>
              <a:gd name="connsiteX155" fmla="*/ 3291335 w 7467600"/>
              <a:gd name="connsiteY155" fmla="*/ 3767420 h 6858000"/>
              <a:gd name="connsiteX156" fmla="*/ 1635889 w 7467600"/>
              <a:gd name="connsiteY156" fmla="*/ 3709494 h 6858000"/>
              <a:gd name="connsiteX157" fmla="*/ 1634800 w 7467600"/>
              <a:gd name="connsiteY157" fmla="*/ 3731111 h 6858000"/>
              <a:gd name="connsiteX158" fmla="*/ 1635889 w 7467600"/>
              <a:gd name="connsiteY158" fmla="*/ 3709494 h 6858000"/>
              <a:gd name="connsiteX159" fmla="*/ 1510397 w 7467600"/>
              <a:gd name="connsiteY159" fmla="*/ 3684705 h 6858000"/>
              <a:gd name="connsiteX160" fmla="*/ 1146550 w 7467600"/>
              <a:gd name="connsiteY160" fmla="*/ 3802012 h 6858000"/>
              <a:gd name="connsiteX161" fmla="*/ 698834 w 7467600"/>
              <a:gd name="connsiteY161" fmla="*/ 3952272 h 6858000"/>
              <a:gd name="connsiteX162" fmla="*/ 34256 w 7467600"/>
              <a:gd name="connsiteY162" fmla="*/ 4347603 h 6858000"/>
              <a:gd name="connsiteX163" fmla="*/ 527241 w 7467600"/>
              <a:gd name="connsiteY163" fmla="*/ 4065078 h 6858000"/>
              <a:gd name="connsiteX164" fmla="*/ 1510397 w 7467600"/>
              <a:gd name="connsiteY164" fmla="*/ 3684705 h 6858000"/>
              <a:gd name="connsiteX165" fmla="*/ 1313114 w 7467600"/>
              <a:gd name="connsiteY165" fmla="*/ 3655216 h 6858000"/>
              <a:gd name="connsiteX166" fmla="*/ 1109304 w 7467600"/>
              <a:gd name="connsiteY166" fmla="*/ 3669030 h 6858000"/>
              <a:gd name="connsiteX167" fmla="*/ 8129 w 7467600"/>
              <a:gd name="connsiteY167" fmla="*/ 4330519 h 6858000"/>
              <a:gd name="connsiteX168" fmla="*/ 687572 w 7467600"/>
              <a:gd name="connsiteY168" fmla="*/ 3925629 h 6858000"/>
              <a:gd name="connsiteX169" fmla="*/ 1138365 w 7467600"/>
              <a:gd name="connsiteY169" fmla="*/ 3774515 h 6858000"/>
              <a:gd name="connsiteX170" fmla="*/ 1505579 w 7467600"/>
              <a:gd name="connsiteY170" fmla="*/ 3655526 h 6858000"/>
              <a:gd name="connsiteX171" fmla="*/ 1313114 w 7467600"/>
              <a:gd name="connsiteY171" fmla="*/ 3655216 h 6858000"/>
              <a:gd name="connsiteX172" fmla="*/ 3655073 w 7467600"/>
              <a:gd name="connsiteY172" fmla="*/ 3650884 h 6858000"/>
              <a:gd name="connsiteX173" fmla="*/ 3989938 w 7467600"/>
              <a:gd name="connsiteY173" fmla="*/ 3991685 h 6858000"/>
              <a:gd name="connsiteX174" fmla="*/ 4393907 w 7467600"/>
              <a:gd name="connsiteY174" fmla="*/ 4261258 h 6858000"/>
              <a:gd name="connsiteX175" fmla="*/ 4648051 w 7467600"/>
              <a:gd name="connsiteY175" fmla="*/ 4374051 h 6858000"/>
              <a:gd name="connsiteX176" fmla="*/ 4383389 w 7467600"/>
              <a:gd name="connsiteY176" fmla="*/ 4184369 h 6858000"/>
              <a:gd name="connsiteX177" fmla="*/ 4165508 w 7467600"/>
              <a:gd name="connsiteY177" fmla="*/ 4035196 h 6858000"/>
              <a:gd name="connsiteX178" fmla="*/ 4068162 w 7467600"/>
              <a:gd name="connsiteY178" fmla="*/ 3953394 h 6858000"/>
              <a:gd name="connsiteX179" fmla="*/ 3981416 w 7467600"/>
              <a:gd name="connsiteY179" fmla="*/ 3880482 h 6858000"/>
              <a:gd name="connsiteX180" fmla="*/ 3800147 w 7467600"/>
              <a:gd name="connsiteY180" fmla="*/ 3749872 h 6858000"/>
              <a:gd name="connsiteX181" fmla="*/ 3655073 w 7467600"/>
              <a:gd name="connsiteY181" fmla="*/ 3650884 h 6858000"/>
              <a:gd name="connsiteX182" fmla="*/ 3670252 w 7467600"/>
              <a:gd name="connsiteY182" fmla="*/ 3622798 h 6858000"/>
              <a:gd name="connsiteX183" fmla="*/ 3817258 w 7467600"/>
              <a:gd name="connsiteY183" fmla="*/ 3723577 h 6858000"/>
              <a:gd name="connsiteX184" fmla="*/ 4000461 w 7467600"/>
              <a:gd name="connsiteY184" fmla="*/ 3855966 h 6858000"/>
              <a:gd name="connsiteX185" fmla="*/ 4088180 w 7467600"/>
              <a:gd name="connsiteY185" fmla="*/ 3929774 h 6858000"/>
              <a:gd name="connsiteX186" fmla="*/ 4184555 w 7467600"/>
              <a:gd name="connsiteY186" fmla="*/ 4010683 h 6858000"/>
              <a:gd name="connsiteX187" fmla="*/ 4399563 w 7467600"/>
              <a:gd name="connsiteY187" fmla="*/ 4158106 h 6858000"/>
              <a:gd name="connsiteX188" fmla="*/ 4684469 w 7467600"/>
              <a:gd name="connsiteY188" fmla="*/ 4364680 h 6858000"/>
              <a:gd name="connsiteX189" fmla="*/ 4690271 w 7467600"/>
              <a:gd name="connsiteY189" fmla="*/ 4370034 h 6858000"/>
              <a:gd name="connsiteX190" fmla="*/ 4136093 w 7467600"/>
              <a:gd name="connsiteY190" fmla="*/ 3858466 h 6858000"/>
              <a:gd name="connsiteX191" fmla="*/ 3670252 w 7467600"/>
              <a:gd name="connsiteY191" fmla="*/ 3622798 h 6858000"/>
              <a:gd name="connsiteX192" fmla="*/ 4440129 w 7467600"/>
              <a:gd name="connsiteY192" fmla="*/ 3448571 h 6858000"/>
              <a:gd name="connsiteX193" fmla="*/ 4856525 w 7467600"/>
              <a:gd name="connsiteY193" fmla="*/ 3915351 h 6858000"/>
              <a:gd name="connsiteX194" fmla="*/ 5059055 w 7467600"/>
              <a:gd name="connsiteY194" fmla="*/ 4108918 h 6858000"/>
              <a:gd name="connsiteX195" fmla="*/ 5290070 w 7467600"/>
              <a:gd name="connsiteY195" fmla="*/ 4263619 h 6858000"/>
              <a:gd name="connsiteX196" fmla="*/ 4834991 w 7467600"/>
              <a:gd name="connsiteY196" fmla="*/ 3830985 h 6858000"/>
              <a:gd name="connsiteX197" fmla="*/ 4440129 w 7467600"/>
              <a:gd name="connsiteY197" fmla="*/ 3448571 h 6858000"/>
              <a:gd name="connsiteX198" fmla="*/ 4441737 w 7467600"/>
              <a:gd name="connsiteY198" fmla="*/ 3399734 h 6858000"/>
              <a:gd name="connsiteX199" fmla="*/ 4431236 w 7467600"/>
              <a:gd name="connsiteY199" fmla="*/ 3400954 h 6858000"/>
              <a:gd name="connsiteX200" fmla="*/ 4557150 w 7467600"/>
              <a:gd name="connsiteY200" fmla="*/ 3510023 h 6858000"/>
              <a:gd name="connsiteX201" fmla="*/ 4856936 w 7467600"/>
              <a:gd name="connsiteY201" fmla="*/ 3809146 h 6858000"/>
              <a:gd name="connsiteX202" fmla="*/ 5111996 w 7467600"/>
              <a:gd name="connsiteY202" fmla="*/ 4065759 h 6858000"/>
              <a:gd name="connsiteX203" fmla="*/ 5388878 w 7467600"/>
              <a:gd name="connsiteY203" fmla="*/ 4300185 h 6858000"/>
              <a:gd name="connsiteX204" fmla="*/ 5425556 w 7467600"/>
              <a:gd name="connsiteY204" fmla="*/ 4308967 h 6858000"/>
              <a:gd name="connsiteX205" fmla="*/ 4943646 w 7467600"/>
              <a:gd name="connsiteY205" fmla="*/ 3822916 h 6858000"/>
              <a:gd name="connsiteX206" fmla="*/ 4594837 w 7467600"/>
              <a:gd name="connsiteY206" fmla="*/ 3532274 h 6858000"/>
              <a:gd name="connsiteX207" fmla="*/ 4441737 w 7467600"/>
              <a:gd name="connsiteY207" fmla="*/ 3399734 h 6858000"/>
              <a:gd name="connsiteX208" fmla="*/ 5425834 w 7467600"/>
              <a:gd name="connsiteY208" fmla="*/ 3162785 h 6858000"/>
              <a:gd name="connsiteX209" fmla="*/ 5401644 w 7467600"/>
              <a:gd name="connsiteY209" fmla="*/ 3617847 h 6858000"/>
              <a:gd name="connsiteX210" fmla="*/ 5467256 w 7467600"/>
              <a:gd name="connsiteY210" fmla="*/ 4175494 h 6858000"/>
              <a:gd name="connsiteX211" fmla="*/ 5448069 w 7467600"/>
              <a:gd name="connsiteY211" fmla="*/ 3567554 h 6858000"/>
              <a:gd name="connsiteX212" fmla="*/ 5425834 w 7467600"/>
              <a:gd name="connsiteY212" fmla="*/ 3162785 h 6858000"/>
              <a:gd name="connsiteX213" fmla="*/ 1318687 w 7467600"/>
              <a:gd name="connsiteY213" fmla="*/ 3113840 h 6858000"/>
              <a:gd name="connsiteX214" fmla="*/ 1066793 w 7467600"/>
              <a:gd name="connsiteY214" fmla="*/ 3212171 h 6858000"/>
              <a:gd name="connsiteX215" fmla="*/ 993319 w 7467600"/>
              <a:gd name="connsiteY215" fmla="*/ 3247648 h 6858000"/>
              <a:gd name="connsiteX216" fmla="*/ 853081 w 7467600"/>
              <a:gd name="connsiteY216" fmla="*/ 3312410 h 6858000"/>
              <a:gd name="connsiteX217" fmla="*/ 805957 w 7467600"/>
              <a:gd name="connsiteY217" fmla="*/ 3330443 h 6858000"/>
              <a:gd name="connsiteX218" fmla="*/ 1318687 w 7467600"/>
              <a:gd name="connsiteY218" fmla="*/ 3113840 h 6858000"/>
              <a:gd name="connsiteX219" fmla="*/ 5453702 w 7467600"/>
              <a:gd name="connsiteY219" fmla="*/ 3090882 h 6858000"/>
              <a:gd name="connsiteX220" fmla="*/ 5480135 w 7467600"/>
              <a:gd name="connsiteY220" fmla="*/ 3565802 h 6858000"/>
              <a:gd name="connsiteX221" fmla="*/ 5499023 w 7467600"/>
              <a:gd name="connsiteY221" fmla="*/ 4166310 h 6858000"/>
              <a:gd name="connsiteX222" fmla="*/ 5547022 w 7467600"/>
              <a:gd name="connsiteY222" fmla="*/ 3607838 h 6858000"/>
              <a:gd name="connsiteX223" fmla="*/ 5515964 w 7467600"/>
              <a:gd name="connsiteY223" fmla="*/ 3378541 h 6858000"/>
              <a:gd name="connsiteX224" fmla="*/ 5453702 w 7467600"/>
              <a:gd name="connsiteY224" fmla="*/ 3090882 h 6858000"/>
              <a:gd name="connsiteX225" fmla="*/ 1238695 w 7467600"/>
              <a:gd name="connsiteY225" fmla="*/ 3076820 h 6858000"/>
              <a:gd name="connsiteX226" fmla="*/ 716371 w 7467600"/>
              <a:gd name="connsiteY226" fmla="*/ 3293249 h 6858000"/>
              <a:gd name="connsiteX227" fmla="*/ 579522 w 7467600"/>
              <a:gd name="connsiteY227" fmla="*/ 3371759 h 6858000"/>
              <a:gd name="connsiteX228" fmla="*/ 600288 w 7467600"/>
              <a:gd name="connsiteY228" fmla="*/ 3365555 h 6858000"/>
              <a:gd name="connsiteX229" fmla="*/ 840692 w 7467600"/>
              <a:gd name="connsiteY229" fmla="*/ 3284921 h 6858000"/>
              <a:gd name="connsiteX230" fmla="*/ 979248 w 7467600"/>
              <a:gd name="connsiteY230" fmla="*/ 3221003 h 6858000"/>
              <a:gd name="connsiteX231" fmla="*/ 1053282 w 7467600"/>
              <a:gd name="connsiteY231" fmla="*/ 3185247 h 6858000"/>
              <a:gd name="connsiteX232" fmla="*/ 1320603 w 7467600"/>
              <a:gd name="connsiteY232" fmla="*/ 3081281 h 6858000"/>
              <a:gd name="connsiteX233" fmla="*/ 1238695 w 7467600"/>
              <a:gd name="connsiteY233" fmla="*/ 3076820 h 6858000"/>
              <a:gd name="connsiteX234" fmla="*/ 5425627 w 7467600"/>
              <a:gd name="connsiteY234" fmla="*/ 2954192 h 6858000"/>
              <a:gd name="connsiteX235" fmla="*/ 5470770 w 7467600"/>
              <a:gd name="connsiteY235" fmla="*/ 3005435 h 6858000"/>
              <a:gd name="connsiteX236" fmla="*/ 5519779 w 7467600"/>
              <a:gd name="connsiteY236" fmla="*/ 4359223 h 6858000"/>
              <a:gd name="connsiteX237" fmla="*/ 5520293 w 7467600"/>
              <a:gd name="connsiteY237" fmla="*/ 4360602 h 6858000"/>
              <a:gd name="connsiteX238" fmla="*/ 5767221 w 7467600"/>
              <a:gd name="connsiteY238" fmla="*/ 4665564 h 6858000"/>
              <a:gd name="connsiteX239" fmla="*/ 6937169 w 7467600"/>
              <a:gd name="connsiteY239" fmla="*/ 4815941 h 6858000"/>
              <a:gd name="connsiteX240" fmla="*/ 6953922 w 7467600"/>
              <a:gd name="connsiteY240" fmla="*/ 4890068 h 6858000"/>
              <a:gd name="connsiteX241" fmla="*/ 6071359 w 7467600"/>
              <a:gd name="connsiteY241" fmla="*/ 4770770 h 6858000"/>
              <a:gd name="connsiteX242" fmla="*/ 6038839 w 7467600"/>
              <a:gd name="connsiteY242" fmla="*/ 4764474 h 6858000"/>
              <a:gd name="connsiteX243" fmla="*/ 6038706 w 7467600"/>
              <a:gd name="connsiteY243" fmla="*/ 4763847 h 6858000"/>
              <a:gd name="connsiteX244" fmla="*/ 6037784 w 7467600"/>
              <a:gd name="connsiteY244" fmla="*/ 4764270 h 6858000"/>
              <a:gd name="connsiteX245" fmla="*/ 6038839 w 7467600"/>
              <a:gd name="connsiteY245" fmla="*/ 4764474 h 6858000"/>
              <a:gd name="connsiteX246" fmla="*/ 6040338 w 7467600"/>
              <a:gd name="connsiteY246" fmla="*/ 4771418 h 6858000"/>
              <a:gd name="connsiteX247" fmla="*/ 6024488 w 7467600"/>
              <a:gd name="connsiteY247" fmla="*/ 4809903 h 6858000"/>
              <a:gd name="connsiteX248" fmla="*/ 5599771 w 7467600"/>
              <a:gd name="connsiteY248" fmla="*/ 5509652 h 6858000"/>
              <a:gd name="connsiteX249" fmla="*/ 5548843 w 7467600"/>
              <a:gd name="connsiteY249" fmla="*/ 5563845 h 6858000"/>
              <a:gd name="connsiteX250" fmla="*/ 5940952 w 7467600"/>
              <a:gd name="connsiteY250" fmla="*/ 6250028 h 6858000"/>
              <a:gd name="connsiteX251" fmla="*/ 6043441 w 7467600"/>
              <a:gd name="connsiteY251" fmla="*/ 6665847 h 6858000"/>
              <a:gd name="connsiteX252" fmla="*/ 6093432 w 7467600"/>
              <a:gd name="connsiteY252" fmla="*/ 6858000 h 6858000"/>
              <a:gd name="connsiteX253" fmla="*/ 6034344 w 7467600"/>
              <a:gd name="connsiteY253" fmla="*/ 6858000 h 6858000"/>
              <a:gd name="connsiteX254" fmla="*/ 6026679 w 7467600"/>
              <a:gd name="connsiteY254" fmla="*/ 6836959 h 6858000"/>
              <a:gd name="connsiteX255" fmla="*/ 5800441 w 7467600"/>
              <a:gd name="connsiteY255" fmla="*/ 6335286 h 6858000"/>
              <a:gd name="connsiteX256" fmla="*/ 5526562 w 7467600"/>
              <a:gd name="connsiteY256" fmla="*/ 5705388 h 6858000"/>
              <a:gd name="connsiteX257" fmla="*/ 5519640 w 7467600"/>
              <a:gd name="connsiteY257" fmla="*/ 5683774 h 6858000"/>
              <a:gd name="connsiteX258" fmla="*/ 5844559 w 7467600"/>
              <a:gd name="connsiteY258" fmla="*/ 6553349 h 6858000"/>
              <a:gd name="connsiteX259" fmla="*/ 5975994 w 7467600"/>
              <a:gd name="connsiteY259" fmla="*/ 6858000 h 6858000"/>
              <a:gd name="connsiteX260" fmla="*/ 5898547 w 7467600"/>
              <a:gd name="connsiteY260" fmla="*/ 6858000 h 6858000"/>
              <a:gd name="connsiteX261" fmla="*/ 5682041 w 7467600"/>
              <a:gd name="connsiteY261" fmla="*/ 6355860 h 6858000"/>
              <a:gd name="connsiteX262" fmla="*/ 5461758 w 7467600"/>
              <a:gd name="connsiteY262" fmla="*/ 5820220 h 6858000"/>
              <a:gd name="connsiteX263" fmla="*/ 5237282 w 7467600"/>
              <a:gd name="connsiteY263" fmla="*/ 6579086 h 6858000"/>
              <a:gd name="connsiteX264" fmla="*/ 5115009 w 7467600"/>
              <a:gd name="connsiteY264" fmla="*/ 6858000 h 6858000"/>
              <a:gd name="connsiteX265" fmla="*/ 5028074 w 7467600"/>
              <a:gd name="connsiteY265" fmla="*/ 6858000 h 6858000"/>
              <a:gd name="connsiteX266" fmla="*/ 5079508 w 7467600"/>
              <a:gd name="connsiteY266" fmla="*/ 6749074 h 6858000"/>
              <a:gd name="connsiteX267" fmla="*/ 5371846 w 7467600"/>
              <a:gd name="connsiteY267" fmla="*/ 5924413 h 6858000"/>
              <a:gd name="connsiteX268" fmla="*/ 5270512 w 7467600"/>
              <a:gd name="connsiteY268" fmla="*/ 6138975 h 6858000"/>
              <a:gd name="connsiteX269" fmla="*/ 5062409 w 7467600"/>
              <a:gd name="connsiteY269" fmla="*/ 6653544 h 6858000"/>
              <a:gd name="connsiteX270" fmla="*/ 5036628 w 7467600"/>
              <a:gd name="connsiteY270" fmla="*/ 6754247 h 6858000"/>
              <a:gd name="connsiteX271" fmla="*/ 5009112 w 7467600"/>
              <a:gd name="connsiteY271" fmla="*/ 6858000 h 6858000"/>
              <a:gd name="connsiteX272" fmla="*/ 4976679 w 7467600"/>
              <a:gd name="connsiteY272" fmla="*/ 6858000 h 6858000"/>
              <a:gd name="connsiteX273" fmla="*/ 5006537 w 7467600"/>
              <a:gd name="connsiteY273" fmla="*/ 6747068 h 6858000"/>
              <a:gd name="connsiteX274" fmla="*/ 5032723 w 7467600"/>
              <a:gd name="connsiteY274" fmla="*/ 6644957 h 6858000"/>
              <a:gd name="connsiteX275" fmla="*/ 5242949 w 7467600"/>
              <a:gd name="connsiteY275" fmla="*/ 6125175 h 6858000"/>
              <a:gd name="connsiteX276" fmla="*/ 5286321 w 7467600"/>
              <a:gd name="connsiteY276" fmla="*/ 6033555 h 6858000"/>
              <a:gd name="connsiteX277" fmla="*/ 5008210 w 7467600"/>
              <a:gd name="connsiteY277" fmla="*/ 6649194 h 6858000"/>
              <a:gd name="connsiteX278" fmla="*/ 4986321 w 7467600"/>
              <a:gd name="connsiteY278" fmla="*/ 6765687 h 6858000"/>
              <a:gd name="connsiteX279" fmla="*/ 4973474 w 7467600"/>
              <a:gd name="connsiteY279" fmla="*/ 6858000 h 6858000"/>
              <a:gd name="connsiteX280" fmla="*/ 4907178 w 7467600"/>
              <a:gd name="connsiteY280" fmla="*/ 6858000 h 6858000"/>
              <a:gd name="connsiteX281" fmla="*/ 4910810 w 7467600"/>
              <a:gd name="connsiteY281" fmla="*/ 6829660 h 6858000"/>
              <a:gd name="connsiteX282" fmla="*/ 4987461 w 7467600"/>
              <a:gd name="connsiteY282" fmla="*/ 6432994 h 6858000"/>
              <a:gd name="connsiteX283" fmla="*/ 5179262 w 7467600"/>
              <a:gd name="connsiteY283" fmla="*/ 6035044 h 6858000"/>
              <a:gd name="connsiteX284" fmla="*/ 4689678 w 7467600"/>
              <a:gd name="connsiteY284" fmla="*/ 6440241 h 6858000"/>
              <a:gd name="connsiteX285" fmla="*/ 4477543 w 7467600"/>
              <a:gd name="connsiteY285" fmla="*/ 6674836 h 6858000"/>
              <a:gd name="connsiteX286" fmla="*/ 4329957 w 7467600"/>
              <a:gd name="connsiteY286" fmla="*/ 6858000 h 6858000"/>
              <a:gd name="connsiteX287" fmla="*/ 4218595 w 7467600"/>
              <a:gd name="connsiteY287" fmla="*/ 6858000 h 6858000"/>
              <a:gd name="connsiteX288" fmla="*/ 4368888 w 7467600"/>
              <a:gd name="connsiteY288" fmla="*/ 6668412 h 6858000"/>
              <a:gd name="connsiteX289" fmla="*/ 4563091 w 7467600"/>
              <a:gd name="connsiteY289" fmla="*/ 6442508 h 6858000"/>
              <a:gd name="connsiteX290" fmla="*/ 5387324 w 7467600"/>
              <a:gd name="connsiteY290" fmla="*/ 5705830 h 6858000"/>
              <a:gd name="connsiteX291" fmla="*/ 5073620 w 7467600"/>
              <a:gd name="connsiteY291" fmla="*/ 5955437 h 6858000"/>
              <a:gd name="connsiteX292" fmla="*/ 4689789 w 7467600"/>
              <a:gd name="connsiteY292" fmla="*/ 6268382 h 6858000"/>
              <a:gd name="connsiteX293" fmla="*/ 4418722 w 7467600"/>
              <a:gd name="connsiteY293" fmla="*/ 6570886 h 6858000"/>
              <a:gd name="connsiteX294" fmla="*/ 4214944 w 7467600"/>
              <a:gd name="connsiteY294" fmla="*/ 6858000 h 6858000"/>
              <a:gd name="connsiteX295" fmla="*/ 4177898 w 7467600"/>
              <a:gd name="connsiteY295" fmla="*/ 6858000 h 6858000"/>
              <a:gd name="connsiteX296" fmla="*/ 4391597 w 7467600"/>
              <a:gd name="connsiteY296" fmla="*/ 6556370 h 6858000"/>
              <a:gd name="connsiteX297" fmla="*/ 4668889 w 7467600"/>
              <a:gd name="connsiteY297" fmla="*/ 6246399 h 6858000"/>
              <a:gd name="connsiteX298" fmla="*/ 5055427 w 7467600"/>
              <a:gd name="connsiteY298" fmla="*/ 5931476 h 6858000"/>
              <a:gd name="connsiteX299" fmla="*/ 5371814 w 7467600"/>
              <a:gd name="connsiteY299" fmla="*/ 5678975 h 6858000"/>
              <a:gd name="connsiteX300" fmla="*/ 4987918 w 7467600"/>
              <a:gd name="connsiteY300" fmla="*/ 5838701 h 6858000"/>
              <a:gd name="connsiteX301" fmla="*/ 4317146 w 7467600"/>
              <a:gd name="connsiteY301" fmla="*/ 6587716 h 6858000"/>
              <a:gd name="connsiteX302" fmla="*/ 4171627 w 7467600"/>
              <a:gd name="connsiteY302" fmla="*/ 6858000 h 6858000"/>
              <a:gd name="connsiteX303" fmla="*/ 4081585 w 7467600"/>
              <a:gd name="connsiteY303" fmla="*/ 6858000 h 6858000"/>
              <a:gd name="connsiteX304" fmla="*/ 4238603 w 7467600"/>
              <a:gd name="connsiteY304" fmla="*/ 6559341 h 6858000"/>
              <a:gd name="connsiteX305" fmla="*/ 4778333 w 7467600"/>
              <a:gd name="connsiteY305" fmla="*/ 5873626 h 6858000"/>
              <a:gd name="connsiteX306" fmla="*/ 5414185 w 7467600"/>
              <a:gd name="connsiteY306" fmla="*/ 5573882 h 6858000"/>
              <a:gd name="connsiteX307" fmla="*/ 5959648 w 7467600"/>
              <a:gd name="connsiteY307" fmla="*/ 4760797 h 6858000"/>
              <a:gd name="connsiteX308" fmla="*/ 5355019 w 7467600"/>
              <a:gd name="connsiteY308" fmla="*/ 4734672 h 6858000"/>
              <a:gd name="connsiteX309" fmla="*/ 5083565 w 7467600"/>
              <a:gd name="connsiteY309" fmla="*/ 5179121 h 6858000"/>
              <a:gd name="connsiteX310" fmla="*/ 4713577 w 7467600"/>
              <a:gd name="connsiteY310" fmla="*/ 5616803 h 6858000"/>
              <a:gd name="connsiteX311" fmla="*/ 3989559 w 7467600"/>
              <a:gd name="connsiteY311" fmla="*/ 6145945 h 6858000"/>
              <a:gd name="connsiteX312" fmla="*/ 3939824 w 7467600"/>
              <a:gd name="connsiteY312" fmla="*/ 6066900 h 6858000"/>
              <a:gd name="connsiteX313" fmla="*/ 4584537 w 7467600"/>
              <a:gd name="connsiteY313" fmla="*/ 5324826 h 6858000"/>
              <a:gd name="connsiteX314" fmla="*/ 5037105 w 7467600"/>
              <a:gd name="connsiteY314" fmla="*/ 5088765 h 6858000"/>
              <a:gd name="connsiteX315" fmla="*/ 5039930 w 7467600"/>
              <a:gd name="connsiteY315" fmla="*/ 5089585 h 6858000"/>
              <a:gd name="connsiteX316" fmla="*/ 5263764 w 7467600"/>
              <a:gd name="connsiteY316" fmla="*/ 4735525 h 6858000"/>
              <a:gd name="connsiteX317" fmla="*/ 4086300 w 7467600"/>
              <a:gd name="connsiteY317" fmla="*/ 4884599 h 6858000"/>
              <a:gd name="connsiteX318" fmla="*/ 4085485 w 7467600"/>
              <a:gd name="connsiteY318" fmla="*/ 4899070 h 6858000"/>
              <a:gd name="connsiteX319" fmla="*/ 3871915 w 7467600"/>
              <a:gd name="connsiteY319" fmla="*/ 5253645 h 6858000"/>
              <a:gd name="connsiteX320" fmla="*/ 3799374 w 7467600"/>
              <a:gd name="connsiteY320" fmla="*/ 5466127 h 6858000"/>
              <a:gd name="connsiteX321" fmla="*/ 3498850 w 7467600"/>
              <a:gd name="connsiteY321" fmla="*/ 6661888 h 6858000"/>
              <a:gd name="connsiteX322" fmla="*/ 3399216 w 7467600"/>
              <a:gd name="connsiteY322" fmla="*/ 6858000 h 6858000"/>
              <a:gd name="connsiteX323" fmla="*/ 3303688 w 7467600"/>
              <a:gd name="connsiteY323" fmla="*/ 6858000 h 6858000"/>
              <a:gd name="connsiteX324" fmla="*/ 3391774 w 7467600"/>
              <a:gd name="connsiteY324" fmla="*/ 6697181 h 6858000"/>
              <a:gd name="connsiteX325" fmla="*/ 3735540 w 7467600"/>
              <a:gd name="connsiteY325" fmla="*/ 5546923 h 6858000"/>
              <a:gd name="connsiteX326" fmla="*/ 3729438 w 7467600"/>
              <a:gd name="connsiteY326" fmla="*/ 5569058 h 6858000"/>
              <a:gd name="connsiteX327" fmla="*/ 3707782 w 7467600"/>
              <a:gd name="connsiteY327" fmla="*/ 5644908 h 6858000"/>
              <a:gd name="connsiteX328" fmla="*/ 3583827 w 7467600"/>
              <a:gd name="connsiteY328" fmla="*/ 6039215 h 6858000"/>
              <a:gd name="connsiteX329" fmla="*/ 3547861 w 7467600"/>
              <a:gd name="connsiteY329" fmla="*/ 6129609 h 6858000"/>
              <a:gd name="connsiteX330" fmla="*/ 3490905 w 7467600"/>
              <a:gd name="connsiteY330" fmla="*/ 6277660 h 6858000"/>
              <a:gd name="connsiteX331" fmla="*/ 3455859 w 7467600"/>
              <a:gd name="connsiteY331" fmla="*/ 6391301 h 6858000"/>
              <a:gd name="connsiteX332" fmla="*/ 3429112 w 7467600"/>
              <a:gd name="connsiteY332" fmla="*/ 6479469 h 6858000"/>
              <a:gd name="connsiteX333" fmla="*/ 3304862 w 7467600"/>
              <a:gd name="connsiteY333" fmla="*/ 6796476 h 6858000"/>
              <a:gd name="connsiteX334" fmla="*/ 3276071 w 7467600"/>
              <a:gd name="connsiteY334" fmla="*/ 6858000 h 6858000"/>
              <a:gd name="connsiteX335" fmla="*/ 3240805 w 7467600"/>
              <a:gd name="connsiteY335" fmla="*/ 6858000 h 6858000"/>
              <a:gd name="connsiteX336" fmla="*/ 3275917 w 7467600"/>
              <a:gd name="connsiteY336" fmla="*/ 6783192 h 6858000"/>
              <a:gd name="connsiteX337" fmla="*/ 3399358 w 7467600"/>
              <a:gd name="connsiteY337" fmla="*/ 6469011 h 6858000"/>
              <a:gd name="connsiteX338" fmla="*/ 3425650 w 7467600"/>
              <a:gd name="connsiteY338" fmla="*/ 6381333 h 6858000"/>
              <a:gd name="connsiteX339" fmla="*/ 3460661 w 7467600"/>
              <a:gd name="connsiteY339" fmla="*/ 6266763 h 6858000"/>
              <a:gd name="connsiteX340" fmla="*/ 3518021 w 7467600"/>
              <a:gd name="connsiteY340" fmla="*/ 6117298 h 6858000"/>
              <a:gd name="connsiteX341" fmla="*/ 3554035 w 7467600"/>
              <a:gd name="connsiteY341" fmla="*/ 6027832 h 6858000"/>
              <a:gd name="connsiteX342" fmla="*/ 3677174 w 7467600"/>
              <a:gd name="connsiteY342" fmla="*/ 5636351 h 6858000"/>
              <a:gd name="connsiteX343" fmla="*/ 3698819 w 7467600"/>
              <a:gd name="connsiteY343" fmla="*/ 5560503 h 6858000"/>
              <a:gd name="connsiteX344" fmla="*/ 3702094 w 7467600"/>
              <a:gd name="connsiteY344" fmla="*/ 5549194 h 6858000"/>
              <a:gd name="connsiteX345" fmla="*/ 3398355 w 7467600"/>
              <a:gd name="connsiteY345" fmla="*/ 6094603 h 6858000"/>
              <a:gd name="connsiteX346" fmla="*/ 3193941 w 7467600"/>
              <a:gd name="connsiteY346" fmla="*/ 6798775 h 6858000"/>
              <a:gd name="connsiteX347" fmla="*/ 3184140 w 7467600"/>
              <a:gd name="connsiteY347" fmla="*/ 6858000 h 6858000"/>
              <a:gd name="connsiteX348" fmla="*/ 3099978 w 7467600"/>
              <a:gd name="connsiteY348" fmla="*/ 6858000 h 6858000"/>
              <a:gd name="connsiteX349" fmla="*/ 3101556 w 7467600"/>
              <a:gd name="connsiteY349" fmla="*/ 6843337 h 6858000"/>
              <a:gd name="connsiteX350" fmla="*/ 3370162 w 7467600"/>
              <a:gd name="connsiteY350" fmla="*/ 5785550 h 6858000"/>
              <a:gd name="connsiteX351" fmla="*/ 3746477 w 7467600"/>
              <a:gd name="connsiteY351" fmla="*/ 5377889 h 6858000"/>
              <a:gd name="connsiteX352" fmla="*/ 3863399 w 7467600"/>
              <a:gd name="connsiteY352" fmla="*/ 5087257 h 6858000"/>
              <a:gd name="connsiteX353" fmla="*/ 3968712 w 7467600"/>
              <a:gd name="connsiteY353" fmla="*/ 4913989 h 6858000"/>
              <a:gd name="connsiteX354" fmla="*/ 2792390 w 7467600"/>
              <a:gd name="connsiteY354" fmla="*/ 5382974 h 6858000"/>
              <a:gd name="connsiteX355" fmla="*/ 2714982 w 7467600"/>
              <a:gd name="connsiteY355" fmla="*/ 5427051 h 6858000"/>
              <a:gd name="connsiteX356" fmla="*/ 2813361 w 7467600"/>
              <a:gd name="connsiteY356" fmla="*/ 6023912 h 6858000"/>
              <a:gd name="connsiteX357" fmla="*/ 2688430 w 7467600"/>
              <a:gd name="connsiteY357" fmla="*/ 6801564 h 6858000"/>
              <a:gd name="connsiteX358" fmla="*/ 2629626 w 7467600"/>
              <a:gd name="connsiteY358" fmla="*/ 6763394 h 6858000"/>
              <a:gd name="connsiteX359" fmla="*/ 2565328 w 7467600"/>
              <a:gd name="connsiteY359" fmla="*/ 5516399 h 6858000"/>
              <a:gd name="connsiteX360" fmla="*/ 1922999 w 7467600"/>
              <a:gd name="connsiteY360" fmla="*/ 5980343 h 6858000"/>
              <a:gd name="connsiteX361" fmla="*/ 1950261 w 7467600"/>
              <a:gd name="connsiteY361" fmla="*/ 6405858 h 6858000"/>
              <a:gd name="connsiteX362" fmla="*/ 2365554 w 7467600"/>
              <a:gd name="connsiteY362" fmla="*/ 6759107 h 6858000"/>
              <a:gd name="connsiteX363" fmla="*/ 2424142 w 7467600"/>
              <a:gd name="connsiteY363" fmla="*/ 6858000 h 6858000"/>
              <a:gd name="connsiteX364" fmla="*/ 2395994 w 7467600"/>
              <a:gd name="connsiteY364" fmla="*/ 6858000 h 6858000"/>
              <a:gd name="connsiteX365" fmla="*/ 2392863 w 7467600"/>
              <a:gd name="connsiteY365" fmla="*/ 6852964 h 6858000"/>
              <a:gd name="connsiteX366" fmla="*/ 2017589 w 7467600"/>
              <a:gd name="connsiteY366" fmla="*/ 6493982 h 6858000"/>
              <a:gd name="connsiteX367" fmla="*/ 2147336 w 7467600"/>
              <a:gd name="connsiteY367" fmla="*/ 6594052 h 6858000"/>
              <a:gd name="connsiteX368" fmla="*/ 2207047 w 7467600"/>
              <a:gd name="connsiteY368" fmla="*/ 6654540 h 6858000"/>
              <a:gd name="connsiteX369" fmla="*/ 2299106 w 7467600"/>
              <a:gd name="connsiteY369" fmla="*/ 6778931 h 6858000"/>
              <a:gd name="connsiteX370" fmla="*/ 2314430 w 7467600"/>
              <a:gd name="connsiteY370" fmla="*/ 6801144 h 6858000"/>
              <a:gd name="connsiteX371" fmla="*/ 2352406 w 7467600"/>
              <a:gd name="connsiteY371" fmla="*/ 6858000 h 6858000"/>
              <a:gd name="connsiteX372" fmla="*/ 2314492 w 7467600"/>
              <a:gd name="connsiteY372" fmla="*/ 6858000 h 6858000"/>
              <a:gd name="connsiteX373" fmla="*/ 2288095 w 7467600"/>
              <a:gd name="connsiteY373" fmla="*/ 6818030 h 6858000"/>
              <a:gd name="connsiteX374" fmla="*/ 2272768 w 7467600"/>
              <a:gd name="connsiteY374" fmla="*/ 6795822 h 6858000"/>
              <a:gd name="connsiteX375" fmla="*/ 2182715 w 7467600"/>
              <a:gd name="connsiteY375" fmla="*/ 6675071 h 6858000"/>
              <a:gd name="connsiteX376" fmla="*/ 2032061 w 7467600"/>
              <a:gd name="connsiteY376" fmla="*/ 6541380 h 6858000"/>
              <a:gd name="connsiteX377" fmla="*/ 2257220 w 7467600"/>
              <a:gd name="connsiteY377" fmla="*/ 6826257 h 6858000"/>
              <a:gd name="connsiteX378" fmla="*/ 2281324 w 7467600"/>
              <a:gd name="connsiteY378" fmla="*/ 6858000 h 6858000"/>
              <a:gd name="connsiteX379" fmla="*/ 2242860 w 7467600"/>
              <a:gd name="connsiteY379" fmla="*/ 6858000 h 6858000"/>
              <a:gd name="connsiteX380" fmla="*/ 2232818 w 7467600"/>
              <a:gd name="connsiteY380" fmla="*/ 6844926 h 6858000"/>
              <a:gd name="connsiteX381" fmla="*/ 1990172 w 7467600"/>
              <a:gd name="connsiteY381" fmla="*/ 6542121 h 6858000"/>
              <a:gd name="connsiteX382" fmla="*/ 2124090 w 7467600"/>
              <a:gd name="connsiteY382" fmla="*/ 6761017 h 6858000"/>
              <a:gd name="connsiteX383" fmla="*/ 2200380 w 7467600"/>
              <a:gd name="connsiteY383" fmla="*/ 6858000 h 6858000"/>
              <a:gd name="connsiteX384" fmla="*/ 2147507 w 7467600"/>
              <a:gd name="connsiteY384" fmla="*/ 6858000 h 6858000"/>
              <a:gd name="connsiteX385" fmla="*/ 2070668 w 7467600"/>
              <a:gd name="connsiteY385" fmla="*/ 6761520 h 6858000"/>
              <a:gd name="connsiteX386" fmla="*/ 1975142 w 7467600"/>
              <a:gd name="connsiteY386" fmla="*/ 6585570 h 6858000"/>
              <a:gd name="connsiteX387" fmla="*/ 2050035 w 7467600"/>
              <a:gd name="connsiteY387" fmla="*/ 6813345 h 6858000"/>
              <a:gd name="connsiteX388" fmla="*/ 2063025 w 7467600"/>
              <a:gd name="connsiteY388" fmla="*/ 6858000 h 6858000"/>
              <a:gd name="connsiteX389" fmla="*/ 2021675 w 7467600"/>
              <a:gd name="connsiteY389" fmla="*/ 6858000 h 6858000"/>
              <a:gd name="connsiteX390" fmla="*/ 2019308 w 7467600"/>
              <a:gd name="connsiteY390" fmla="*/ 6847118 h 6858000"/>
              <a:gd name="connsiteX391" fmla="*/ 1938835 w 7467600"/>
              <a:gd name="connsiteY391" fmla="*/ 6551160 h 6858000"/>
              <a:gd name="connsiteX392" fmla="*/ 1953230 w 7467600"/>
              <a:gd name="connsiteY392" fmla="*/ 6759699 h 6858000"/>
              <a:gd name="connsiteX393" fmla="*/ 1956763 w 7467600"/>
              <a:gd name="connsiteY393" fmla="*/ 6778191 h 6858000"/>
              <a:gd name="connsiteX394" fmla="*/ 1967925 w 7467600"/>
              <a:gd name="connsiteY394" fmla="*/ 6858000 h 6858000"/>
              <a:gd name="connsiteX395" fmla="*/ 1936622 w 7467600"/>
              <a:gd name="connsiteY395" fmla="*/ 6858000 h 6858000"/>
              <a:gd name="connsiteX396" fmla="*/ 1926261 w 7467600"/>
              <a:gd name="connsiteY396" fmla="*/ 6784064 h 6858000"/>
              <a:gd name="connsiteX397" fmla="*/ 1922724 w 7467600"/>
              <a:gd name="connsiteY397" fmla="*/ 6765577 h 6858000"/>
              <a:gd name="connsiteX398" fmla="*/ 1904650 w 7467600"/>
              <a:gd name="connsiteY398" fmla="*/ 6639616 h 6858000"/>
              <a:gd name="connsiteX399" fmla="*/ 1885273 w 7467600"/>
              <a:gd name="connsiteY399" fmla="*/ 6858000 h 6858000"/>
              <a:gd name="connsiteX400" fmla="*/ 1854363 w 7467600"/>
              <a:gd name="connsiteY400" fmla="*/ 6858000 h 6858000"/>
              <a:gd name="connsiteX401" fmla="*/ 1880391 w 7467600"/>
              <a:gd name="connsiteY401" fmla="*/ 6603796 h 6858000"/>
              <a:gd name="connsiteX402" fmla="*/ 1818273 w 7467600"/>
              <a:gd name="connsiteY402" fmla="*/ 6715729 h 6858000"/>
              <a:gd name="connsiteX403" fmla="*/ 1794691 w 7467600"/>
              <a:gd name="connsiteY403" fmla="*/ 6843239 h 6858000"/>
              <a:gd name="connsiteX404" fmla="*/ 1794914 w 7467600"/>
              <a:gd name="connsiteY404" fmla="*/ 6858000 h 6858000"/>
              <a:gd name="connsiteX405" fmla="*/ 1746128 w 7467600"/>
              <a:gd name="connsiteY405" fmla="*/ 6858000 h 6858000"/>
              <a:gd name="connsiteX406" fmla="*/ 1753934 w 7467600"/>
              <a:gd name="connsiteY406" fmla="*/ 6724796 h 6858000"/>
              <a:gd name="connsiteX407" fmla="*/ 1792053 w 7467600"/>
              <a:gd name="connsiteY407" fmla="*/ 6572396 h 6858000"/>
              <a:gd name="connsiteX408" fmla="*/ 1862248 w 7467600"/>
              <a:gd name="connsiteY408" fmla="*/ 6266397 h 6858000"/>
              <a:gd name="connsiteX409" fmla="*/ 1862250 w 7467600"/>
              <a:gd name="connsiteY409" fmla="*/ 6033531 h 6858000"/>
              <a:gd name="connsiteX410" fmla="*/ 1211999 w 7467600"/>
              <a:gd name="connsiteY410" fmla="*/ 6683610 h 6858000"/>
              <a:gd name="connsiteX411" fmla="*/ 1213266 w 7467600"/>
              <a:gd name="connsiteY411" fmla="*/ 6691947 h 6858000"/>
              <a:gd name="connsiteX412" fmla="*/ 1203370 w 7467600"/>
              <a:gd name="connsiteY412" fmla="*/ 6850676 h 6858000"/>
              <a:gd name="connsiteX413" fmla="*/ 1203671 w 7467600"/>
              <a:gd name="connsiteY413" fmla="*/ 6858000 h 6858000"/>
              <a:gd name="connsiteX414" fmla="*/ 1143180 w 7467600"/>
              <a:gd name="connsiteY414" fmla="*/ 6858000 h 6858000"/>
              <a:gd name="connsiteX415" fmla="*/ 1142176 w 7467600"/>
              <a:gd name="connsiteY415" fmla="*/ 6766045 h 6858000"/>
              <a:gd name="connsiteX416" fmla="*/ 1067484 w 7467600"/>
              <a:gd name="connsiteY416" fmla="*/ 6858000 h 6858000"/>
              <a:gd name="connsiteX417" fmla="*/ 953928 w 7467600"/>
              <a:gd name="connsiteY417" fmla="*/ 6858000 h 6858000"/>
              <a:gd name="connsiteX418" fmla="*/ 959715 w 7467600"/>
              <a:gd name="connsiteY418" fmla="*/ 6850185 h 6858000"/>
              <a:gd name="connsiteX419" fmla="*/ 1483788 w 7467600"/>
              <a:gd name="connsiteY419" fmla="*/ 6259174 h 6858000"/>
              <a:gd name="connsiteX420" fmla="*/ 1100671 w 7467600"/>
              <a:gd name="connsiteY420" fmla="*/ 6252137 h 6858000"/>
              <a:gd name="connsiteX421" fmla="*/ 1090144 w 7467600"/>
              <a:gd name="connsiteY421" fmla="*/ 6256748 h 6858000"/>
              <a:gd name="connsiteX422" fmla="*/ 1095872 w 7467600"/>
              <a:gd name="connsiteY422" fmla="*/ 6271892 h 6858000"/>
              <a:gd name="connsiteX423" fmla="*/ 262785 w 7467600"/>
              <a:gd name="connsiteY423" fmla="*/ 6845450 h 6858000"/>
              <a:gd name="connsiteX424" fmla="*/ 209968 w 7467600"/>
              <a:gd name="connsiteY424" fmla="*/ 6770713 h 6858000"/>
              <a:gd name="connsiteX425" fmla="*/ 873460 w 7467600"/>
              <a:gd name="connsiteY425" fmla="*/ 6253768 h 6858000"/>
              <a:gd name="connsiteX426" fmla="*/ 192686 w 7467600"/>
              <a:gd name="connsiteY426" fmla="*/ 5849257 h 6858000"/>
              <a:gd name="connsiteX427" fmla="*/ 4696 w 7467600"/>
              <a:gd name="connsiteY427" fmla="*/ 5697668 h 6858000"/>
              <a:gd name="connsiteX428" fmla="*/ 0 w 7467600"/>
              <a:gd name="connsiteY428" fmla="*/ 5689984 h 6858000"/>
              <a:gd name="connsiteX429" fmla="*/ 0 w 7467600"/>
              <a:gd name="connsiteY429" fmla="*/ 5513472 h 6858000"/>
              <a:gd name="connsiteX430" fmla="*/ 174101 w 7467600"/>
              <a:gd name="connsiteY430" fmla="*/ 5620277 h 6858000"/>
              <a:gd name="connsiteX431" fmla="*/ 891800 w 7467600"/>
              <a:gd name="connsiteY431" fmla="*/ 6036935 h 6858000"/>
              <a:gd name="connsiteX432" fmla="*/ 1072219 w 7467600"/>
              <a:gd name="connsiteY432" fmla="*/ 6169443 h 6858000"/>
              <a:gd name="connsiteX433" fmla="*/ 1074117 w 7467600"/>
              <a:gd name="connsiteY433" fmla="*/ 6170301 h 6858000"/>
              <a:gd name="connsiteX434" fmla="*/ 1083114 w 7467600"/>
              <a:gd name="connsiteY434" fmla="*/ 6174131 h 6858000"/>
              <a:gd name="connsiteX435" fmla="*/ 1543010 w 7467600"/>
              <a:gd name="connsiteY435" fmla="*/ 6191140 h 6858000"/>
              <a:gd name="connsiteX436" fmla="*/ 1551080 w 7467600"/>
              <a:gd name="connsiteY436" fmla="*/ 6195006 h 6858000"/>
              <a:gd name="connsiteX437" fmla="*/ 2345443 w 7467600"/>
              <a:gd name="connsiteY437" fmla="*/ 5549882 h 6858000"/>
              <a:gd name="connsiteX438" fmla="*/ 1721499 w 7467600"/>
              <a:gd name="connsiteY438" fmla="*/ 5599969 h 6858000"/>
              <a:gd name="connsiteX439" fmla="*/ 767716 w 7467600"/>
              <a:gd name="connsiteY439" fmla="*/ 5472768 h 6858000"/>
              <a:gd name="connsiteX440" fmla="*/ 722147 w 7467600"/>
              <a:gd name="connsiteY440" fmla="*/ 5393091 h 6858000"/>
              <a:gd name="connsiteX441" fmla="*/ 1485552 w 7467600"/>
              <a:gd name="connsiteY441" fmla="*/ 5313202 h 6858000"/>
              <a:gd name="connsiteX442" fmla="*/ 2143004 w 7467600"/>
              <a:gd name="connsiteY442" fmla="*/ 5402420 h 6858000"/>
              <a:gd name="connsiteX443" fmla="*/ 1933391 w 7467600"/>
              <a:gd name="connsiteY443" fmla="*/ 5156971 h 6858000"/>
              <a:gd name="connsiteX444" fmla="*/ 1827118 w 7467600"/>
              <a:gd name="connsiteY444" fmla="*/ 4968410 h 6858000"/>
              <a:gd name="connsiteX445" fmla="*/ 1837349 w 7467600"/>
              <a:gd name="connsiteY445" fmla="*/ 4956357 h 6858000"/>
              <a:gd name="connsiteX446" fmla="*/ 2162835 w 7467600"/>
              <a:gd name="connsiteY446" fmla="*/ 5187853 h 6858000"/>
              <a:gd name="connsiteX447" fmla="*/ 2257167 w 7467600"/>
              <a:gd name="connsiteY447" fmla="*/ 5462123 h 6858000"/>
              <a:gd name="connsiteX448" fmla="*/ 2261598 w 7467600"/>
              <a:gd name="connsiteY448" fmla="*/ 5467998 h 6858000"/>
              <a:gd name="connsiteX449" fmla="*/ 2437177 w 7467600"/>
              <a:gd name="connsiteY449" fmla="*/ 5479608 h 6858000"/>
              <a:gd name="connsiteX450" fmla="*/ 2445247 w 7467600"/>
              <a:gd name="connsiteY450" fmla="*/ 5483476 h 6858000"/>
              <a:gd name="connsiteX451" fmla="*/ 2743626 w 7467600"/>
              <a:gd name="connsiteY451" fmla="*/ 5304819 h 6858000"/>
              <a:gd name="connsiteX452" fmla="*/ 3048102 w 7467600"/>
              <a:gd name="connsiteY452" fmla="*/ 5150595 h 6858000"/>
              <a:gd name="connsiteX453" fmla="*/ 1799414 w 7467600"/>
              <a:gd name="connsiteY453" fmla="*/ 4694732 h 6858000"/>
              <a:gd name="connsiteX454" fmla="*/ 1771735 w 7467600"/>
              <a:gd name="connsiteY454" fmla="*/ 4619929 h 6858000"/>
              <a:gd name="connsiteX455" fmla="*/ 3104273 w 7467600"/>
              <a:gd name="connsiteY455" fmla="*/ 5076159 h 6858000"/>
              <a:gd name="connsiteX456" fmla="*/ 3113245 w 7467600"/>
              <a:gd name="connsiteY456" fmla="*/ 5090705 h 6858000"/>
              <a:gd name="connsiteX457" fmla="*/ 3126294 w 7467600"/>
              <a:gd name="connsiteY457" fmla="*/ 5114400 h 6858000"/>
              <a:gd name="connsiteX458" fmla="*/ 3937433 w 7467600"/>
              <a:gd name="connsiteY458" fmla="*/ 4830473 h 6858000"/>
              <a:gd name="connsiteX459" fmla="*/ 3590475 w 7467600"/>
              <a:gd name="connsiteY459" fmla="*/ 4597974 h 6858000"/>
              <a:gd name="connsiteX460" fmla="*/ 3100264 w 7467600"/>
              <a:gd name="connsiteY460" fmla="*/ 4579845 h 6858000"/>
              <a:gd name="connsiteX461" fmla="*/ 2183576 w 7467600"/>
              <a:gd name="connsiteY461" fmla="*/ 4227150 h 6858000"/>
              <a:gd name="connsiteX462" fmla="*/ 2151029 w 7467600"/>
              <a:gd name="connsiteY462" fmla="*/ 4146947 h 6858000"/>
              <a:gd name="connsiteX463" fmla="*/ 3563434 w 7467600"/>
              <a:gd name="connsiteY463" fmla="*/ 4469115 h 6858000"/>
              <a:gd name="connsiteX464" fmla="*/ 3177952 w 7467600"/>
              <a:gd name="connsiteY464" fmla="*/ 3657386 h 6858000"/>
              <a:gd name="connsiteX465" fmla="*/ 3189263 w 7467600"/>
              <a:gd name="connsiteY465" fmla="*/ 3625726 h 6858000"/>
              <a:gd name="connsiteX466" fmla="*/ 3560912 w 7467600"/>
              <a:gd name="connsiteY466" fmla="*/ 4079863 h 6858000"/>
              <a:gd name="connsiteX467" fmla="*/ 3626636 w 7467600"/>
              <a:gd name="connsiteY467" fmla="*/ 4512230 h 6858000"/>
              <a:gd name="connsiteX468" fmla="*/ 3653088 w 7467600"/>
              <a:gd name="connsiteY468" fmla="*/ 4521417 h 6858000"/>
              <a:gd name="connsiteX469" fmla="*/ 3988128 w 7467600"/>
              <a:gd name="connsiteY469" fmla="*/ 4817267 h 6858000"/>
              <a:gd name="connsiteX470" fmla="*/ 4830582 w 7467600"/>
              <a:gd name="connsiteY470" fmla="*/ 4676000 h 6858000"/>
              <a:gd name="connsiteX471" fmla="*/ 4830100 w 7467600"/>
              <a:gd name="connsiteY471" fmla="*/ 4675554 h 6858000"/>
              <a:gd name="connsiteX472" fmla="*/ 4036318 w 7467600"/>
              <a:gd name="connsiteY472" fmla="*/ 4147013 h 6858000"/>
              <a:gd name="connsiteX473" fmla="*/ 3432098 w 7467600"/>
              <a:gd name="connsiteY473" fmla="*/ 3537312 h 6858000"/>
              <a:gd name="connsiteX474" fmla="*/ 3446761 w 7467600"/>
              <a:gd name="connsiteY474" fmla="*/ 3461278 h 6858000"/>
              <a:gd name="connsiteX475" fmla="*/ 4419733 w 7467600"/>
              <a:gd name="connsiteY475" fmla="*/ 3963555 h 6858000"/>
              <a:gd name="connsiteX476" fmla="*/ 4781371 w 7467600"/>
              <a:gd name="connsiteY476" fmla="*/ 4458604 h 6858000"/>
              <a:gd name="connsiteX477" fmla="*/ 4780440 w 7467600"/>
              <a:gd name="connsiteY477" fmla="*/ 4470290 h 6858000"/>
              <a:gd name="connsiteX478" fmla="*/ 4898954 w 7467600"/>
              <a:gd name="connsiteY478" fmla="*/ 4662092 h 6858000"/>
              <a:gd name="connsiteX479" fmla="*/ 4900699 w 7467600"/>
              <a:gd name="connsiteY479" fmla="*/ 4670867 h 6858000"/>
              <a:gd name="connsiteX480" fmla="*/ 5714511 w 7467600"/>
              <a:gd name="connsiteY480" fmla="*/ 4663483 h 6858000"/>
              <a:gd name="connsiteX481" fmla="*/ 5464793 w 7467600"/>
              <a:gd name="connsiteY481" fmla="*/ 4393556 h 6858000"/>
              <a:gd name="connsiteX482" fmla="*/ 5461897 w 7467600"/>
              <a:gd name="connsiteY482" fmla="*/ 4390879 h 6858000"/>
              <a:gd name="connsiteX483" fmla="*/ 4294126 w 7467600"/>
              <a:gd name="connsiteY483" fmla="*/ 3303048 h 6858000"/>
              <a:gd name="connsiteX484" fmla="*/ 4305321 w 7467600"/>
              <a:gd name="connsiteY484" fmla="*/ 3256953 h 6858000"/>
              <a:gd name="connsiteX485" fmla="*/ 4949299 w 7467600"/>
              <a:gd name="connsiteY485" fmla="*/ 3766336 h 6858000"/>
              <a:gd name="connsiteX486" fmla="*/ 5291452 w 7467600"/>
              <a:gd name="connsiteY486" fmla="*/ 4076801 h 6858000"/>
              <a:gd name="connsiteX487" fmla="*/ 5434998 w 7467600"/>
              <a:gd name="connsiteY487" fmla="*/ 4254100 h 6858000"/>
              <a:gd name="connsiteX488" fmla="*/ 5351015 w 7467600"/>
              <a:gd name="connsiteY488" fmla="*/ 3760989 h 6858000"/>
              <a:gd name="connsiteX489" fmla="*/ 5413780 w 7467600"/>
              <a:gd name="connsiteY489" fmla="*/ 2966265 h 6858000"/>
              <a:gd name="connsiteX490" fmla="*/ 5425627 w 7467600"/>
              <a:gd name="connsiteY490" fmla="*/ 2954192 h 6858000"/>
              <a:gd name="connsiteX491" fmla="*/ 6604735 w 7467600"/>
              <a:gd name="connsiteY491" fmla="*/ 2041381 h 6858000"/>
              <a:gd name="connsiteX492" fmla="*/ 7204487 w 7467600"/>
              <a:gd name="connsiteY492" fmla="*/ 2742112 h 6858000"/>
              <a:gd name="connsiteX493" fmla="*/ 7131592 w 7467600"/>
              <a:gd name="connsiteY493" fmla="*/ 2672096 h 6858000"/>
              <a:gd name="connsiteX494" fmla="*/ 6996344 w 7467600"/>
              <a:gd name="connsiteY494" fmla="*/ 2518310 h 6858000"/>
              <a:gd name="connsiteX495" fmla="*/ 6735495 w 7467600"/>
              <a:gd name="connsiteY495" fmla="*/ 2196890 h 6858000"/>
              <a:gd name="connsiteX496" fmla="*/ 6721901 w 7467600"/>
              <a:gd name="connsiteY496" fmla="*/ 2179274 h 6858000"/>
              <a:gd name="connsiteX497" fmla="*/ 6604735 w 7467600"/>
              <a:gd name="connsiteY497" fmla="*/ 2041381 h 6858000"/>
              <a:gd name="connsiteX498" fmla="*/ 6591670 w 7467600"/>
              <a:gd name="connsiteY498" fmla="*/ 1988277 h 6858000"/>
              <a:gd name="connsiteX499" fmla="*/ 6747349 w 7467600"/>
              <a:gd name="connsiteY499" fmla="*/ 2160069 h 6858000"/>
              <a:gd name="connsiteX500" fmla="*/ 6760943 w 7467600"/>
              <a:gd name="connsiteY500" fmla="*/ 2177686 h 6858000"/>
              <a:gd name="connsiteX501" fmla="*/ 7021065 w 7467600"/>
              <a:gd name="connsiteY501" fmla="*/ 2498102 h 6858000"/>
              <a:gd name="connsiteX502" fmla="*/ 7155223 w 7467600"/>
              <a:gd name="connsiteY502" fmla="*/ 2650386 h 6858000"/>
              <a:gd name="connsiteX503" fmla="*/ 7203167 w 7467600"/>
              <a:gd name="connsiteY503" fmla="*/ 2697288 h 6858000"/>
              <a:gd name="connsiteX504" fmla="*/ 6937703 w 7467600"/>
              <a:gd name="connsiteY504" fmla="*/ 2321981 h 6858000"/>
              <a:gd name="connsiteX505" fmla="*/ 6591670 w 7467600"/>
              <a:gd name="connsiteY505" fmla="*/ 1988277 h 6858000"/>
              <a:gd name="connsiteX506" fmla="*/ 5798671 w 7467600"/>
              <a:gd name="connsiteY506" fmla="*/ 1981601 h 6858000"/>
              <a:gd name="connsiteX507" fmla="*/ 5754709 w 7467600"/>
              <a:gd name="connsiteY507" fmla="*/ 2071454 h 6858000"/>
              <a:gd name="connsiteX508" fmla="*/ 5763044 w 7467600"/>
              <a:gd name="connsiteY508" fmla="*/ 2842206 h 6858000"/>
              <a:gd name="connsiteX509" fmla="*/ 5764974 w 7467600"/>
              <a:gd name="connsiteY509" fmla="*/ 2799609 h 6858000"/>
              <a:gd name="connsiteX510" fmla="*/ 5767665 w 7467600"/>
              <a:gd name="connsiteY510" fmla="*/ 2666409 h 6858000"/>
              <a:gd name="connsiteX511" fmla="*/ 5763055 w 7467600"/>
              <a:gd name="connsiteY511" fmla="*/ 2579705 h 6858000"/>
              <a:gd name="connsiteX512" fmla="*/ 5758079 w 7467600"/>
              <a:gd name="connsiteY512" fmla="*/ 2492508 h 6858000"/>
              <a:gd name="connsiteX513" fmla="*/ 5779325 w 7467600"/>
              <a:gd name="connsiteY513" fmla="*/ 2197069 h 6858000"/>
              <a:gd name="connsiteX514" fmla="*/ 5798671 w 7467600"/>
              <a:gd name="connsiteY514" fmla="*/ 1981601 h 6858000"/>
              <a:gd name="connsiteX515" fmla="*/ 5829202 w 7467600"/>
              <a:gd name="connsiteY515" fmla="*/ 1971679 h 6858000"/>
              <a:gd name="connsiteX516" fmla="*/ 5809558 w 7467600"/>
              <a:gd name="connsiteY516" fmla="*/ 2198043 h 6858000"/>
              <a:gd name="connsiteX517" fmla="*/ 5788653 w 7467600"/>
              <a:gd name="connsiteY517" fmla="*/ 2489430 h 6858000"/>
              <a:gd name="connsiteX518" fmla="*/ 5793439 w 7467600"/>
              <a:gd name="connsiteY518" fmla="*/ 2575235 h 6858000"/>
              <a:gd name="connsiteX519" fmla="*/ 5796837 w 7467600"/>
              <a:gd name="connsiteY519" fmla="*/ 2637633 h 6858000"/>
              <a:gd name="connsiteX520" fmla="*/ 5818614 w 7467600"/>
              <a:gd name="connsiteY520" fmla="*/ 2473055 h 6858000"/>
              <a:gd name="connsiteX521" fmla="*/ 5829202 w 7467600"/>
              <a:gd name="connsiteY521" fmla="*/ 1971679 h 6858000"/>
              <a:gd name="connsiteX522" fmla="*/ 5911389 w 7467600"/>
              <a:gd name="connsiteY522" fmla="*/ 1898371 h 6858000"/>
              <a:gd name="connsiteX523" fmla="*/ 6237627 w 7467600"/>
              <a:gd name="connsiteY523" fmla="*/ 2231921 h 6858000"/>
              <a:gd name="connsiteX524" fmla="*/ 5911389 w 7467600"/>
              <a:gd name="connsiteY524" fmla="*/ 1898371 h 6858000"/>
              <a:gd name="connsiteX525" fmla="*/ 6944437 w 7467600"/>
              <a:gd name="connsiteY525" fmla="*/ 1575402 h 6858000"/>
              <a:gd name="connsiteX526" fmla="*/ 6304730 w 7467600"/>
              <a:gd name="connsiteY526" fmla="*/ 1766654 h 6858000"/>
              <a:gd name="connsiteX527" fmla="*/ 6944437 w 7467600"/>
              <a:gd name="connsiteY527" fmla="*/ 1575402 h 6858000"/>
              <a:gd name="connsiteX528" fmla="*/ 7019523 w 7467600"/>
              <a:gd name="connsiteY528" fmla="*/ 1519450 h 6858000"/>
              <a:gd name="connsiteX529" fmla="*/ 6298091 w 7467600"/>
              <a:gd name="connsiteY529" fmla="*/ 1737122 h 6858000"/>
              <a:gd name="connsiteX530" fmla="*/ 7019523 w 7467600"/>
              <a:gd name="connsiteY530" fmla="*/ 1519450 h 6858000"/>
              <a:gd name="connsiteX531" fmla="*/ 2399523 w 7467600"/>
              <a:gd name="connsiteY531" fmla="*/ 1428234 h 6858000"/>
              <a:gd name="connsiteX532" fmla="*/ 2224982 w 7467600"/>
              <a:gd name="connsiteY532" fmla="*/ 1826201 h 6858000"/>
              <a:gd name="connsiteX533" fmla="*/ 2096099 w 7467600"/>
              <a:gd name="connsiteY533" fmla="*/ 2345900 h 6858000"/>
              <a:gd name="connsiteX534" fmla="*/ 2283317 w 7467600"/>
              <a:gd name="connsiteY534" fmla="*/ 1796925 h 6858000"/>
              <a:gd name="connsiteX535" fmla="*/ 2399523 w 7467600"/>
              <a:gd name="connsiteY535" fmla="*/ 1428234 h 6858000"/>
              <a:gd name="connsiteX536" fmla="*/ 2448558 w 7467600"/>
              <a:gd name="connsiteY536" fmla="*/ 1373435 h 6858000"/>
              <a:gd name="connsiteX537" fmla="*/ 2312521 w 7467600"/>
              <a:gd name="connsiteY537" fmla="*/ 1806140 h 6858000"/>
              <a:gd name="connsiteX538" fmla="*/ 2127533 w 7467600"/>
              <a:gd name="connsiteY538" fmla="*/ 2348380 h 6858000"/>
              <a:gd name="connsiteX539" fmla="*/ 2358080 w 7467600"/>
              <a:gd name="connsiteY539" fmla="*/ 1866134 h 6858000"/>
              <a:gd name="connsiteX540" fmla="*/ 2407436 w 7467600"/>
              <a:gd name="connsiteY540" fmla="*/ 1651070 h 6858000"/>
              <a:gd name="connsiteX541" fmla="*/ 2448558 w 7467600"/>
              <a:gd name="connsiteY541" fmla="*/ 1373435 h 6858000"/>
              <a:gd name="connsiteX542" fmla="*/ 278707 w 7467600"/>
              <a:gd name="connsiteY542" fmla="*/ 1352270 h 6858000"/>
              <a:gd name="connsiteX543" fmla="*/ 321570 w 7467600"/>
              <a:gd name="connsiteY543" fmla="*/ 1861610 h 6858000"/>
              <a:gd name="connsiteX544" fmla="*/ 294281 w 7467600"/>
              <a:gd name="connsiteY544" fmla="*/ 1440658 h 6858000"/>
              <a:gd name="connsiteX545" fmla="*/ 278707 w 7467600"/>
              <a:gd name="connsiteY545" fmla="*/ 1352270 h 6858000"/>
              <a:gd name="connsiteX546" fmla="*/ 1423821 w 7467600"/>
              <a:gd name="connsiteY546" fmla="*/ 1351958 h 6858000"/>
              <a:gd name="connsiteX547" fmla="*/ 1638521 w 7467600"/>
              <a:gd name="connsiteY547" fmla="*/ 1908470 h 6858000"/>
              <a:gd name="connsiteX548" fmla="*/ 1754199 w 7467600"/>
              <a:gd name="connsiteY548" fmla="*/ 2149284 h 6858000"/>
              <a:gd name="connsiteX549" fmla="*/ 1908359 w 7467600"/>
              <a:gd name="connsiteY549" fmla="*/ 2364988 h 6858000"/>
              <a:gd name="connsiteX550" fmla="*/ 1647661 w 7467600"/>
              <a:gd name="connsiteY550" fmla="*/ 1825945 h 6858000"/>
              <a:gd name="connsiteX551" fmla="*/ 1423821 w 7467600"/>
              <a:gd name="connsiteY551" fmla="*/ 1351958 h 6858000"/>
              <a:gd name="connsiteX552" fmla="*/ 1431890 w 7467600"/>
              <a:gd name="connsiteY552" fmla="*/ 1306475 h 6858000"/>
              <a:gd name="connsiteX553" fmla="*/ 1507597 w 7467600"/>
              <a:gd name="connsiteY553" fmla="*/ 1446132 h 6858000"/>
              <a:gd name="connsiteX554" fmla="*/ 1674586 w 7467600"/>
              <a:gd name="connsiteY554" fmla="*/ 1813832 h 6858000"/>
              <a:gd name="connsiteX555" fmla="*/ 1815950 w 7467600"/>
              <a:gd name="connsiteY555" fmla="*/ 2128564 h 6858000"/>
              <a:gd name="connsiteX556" fmla="*/ 1984242 w 7467600"/>
              <a:gd name="connsiteY556" fmla="*/ 2430829 h 6858000"/>
              <a:gd name="connsiteX557" fmla="*/ 2014023 w 7467600"/>
              <a:gd name="connsiteY557" fmla="*/ 2450995 h 6858000"/>
              <a:gd name="connsiteX558" fmla="*/ 1747337 w 7467600"/>
              <a:gd name="connsiteY558" fmla="*/ 1855264 h 6858000"/>
              <a:gd name="connsiteX559" fmla="*/ 1533749 w 7467600"/>
              <a:gd name="connsiteY559" fmla="*/ 1478656 h 6858000"/>
              <a:gd name="connsiteX560" fmla="*/ 1431890 w 7467600"/>
              <a:gd name="connsiteY560" fmla="*/ 1306475 h 6858000"/>
              <a:gd name="connsiteX561" fmla="*/ 5052692 w 7467600"/>
              <a:gd name="connsiteY561" fmla="*/ 1292994 h 6858000"/>
              <a:gd name="connsiteX562" fmla="*/ 5200661 w 7467600"/>
              <a:gd name="connsiteY562" fmla="*/ 1635186 h 6858000"/>
              <a:gd name="connsiteX563" fmla="*/ 5297138 w 7467600"/>
              <a:gd name="connsiteY563" fmla="*/ 1906351 h 6858000"/>
              <a:gd name="connsiteX564" fmla="*/ 5052692 w 7467600"/>
              <a:gd name="connsiteY564" fmla="*/ 1292994 h 6858000"/>
              <a:gd name="connsiteX565" fmla="*/ 5009948 w 7467600"/>
              <a:gd name="connsiteY565" fmla="*/ 1273619 h 6858000"/>
              <a:gd name="connsiteX566" fmla="*/ 5121777 w 7467600"/>
              <a:gd name="connsiteY566" fmla="*/ 1654213 h 6858000"/>
              <a:gd name="connsiteX567" fmla="*/ 5293545 w 7467600"/>
              <a:gd name="connsiteY567" fmla="*/ 2072247 h 6858000"/>
              <a:gd name="connsiteX568" fmla="*/ 5294042 w 7467600"/>
              <a:gd name="connsiteY568" fmla="*/ 2065019 h 6858000"/>
              <a:gd name="connsiteX569" fmla="*/ 5171936 w 7467600"/>
              <a:gd name="connsiteY569" fmla="*/ 1647613 h 6858000"/>
              <a:gd name="connsiteX570" fmla="*/ 5009948 w 7467600"/>
              <a:gd name="connsiteY570" fmla="*/ 1273619 h 6858000"/>
              <a:gd name="connsiteX571" fmla="*/ 655236 w 7467600"/>
              <a:gd name="connsiteY571" fmla="*/ 1268632 h 6858000"/>
              <a:gd name="connsiteX572" fmla="*/ 839521 w 7467600"/>
              <a:gd name="connsiteY572" fmla="*/ 1685315 h 6858000"/>
              <a:gd name="connsiteX573" fmla="*/ 1109416 w 7467600"/>
              <a:gd name="connsiteY573" fmla="*/ 2061663 h 6858000"/>
              <a:gd name="connsiteX574" fmla="*/ 1298300 w 7467600"/>
              <a:gd name="connsiteY574" fmla="*/ 2247742 h 6858000"/>
              <a:gd name="connsiteX575" fmla="*/ 1125871 w 7467600"/>
              <a:gd name="connsiteY575" fmla="*/ 1989513 h 6858000"/>
              <a:gd name="connsiteX576" fmla="*/ 981574 w 7467600"/>
              <a:gd name="connsiteY576" fmla="*/ 1783157 h 6858000"/>
              <a:gd name="connsiteX577" fmla="*/ 922198 w 7467600"/>
              <a:gd name="connsiteY577" fmla="*/ 1677437 h 6858000"/>
              <a:gd name="connsiteX578" fmla="*/ 869293 w 7467600"/>
              <a:gd name="connsiteY578" fmla="*/ 1583214 h 6858000"/>
              <a:gd name="connsiteX579" fmla="*/ 751431 w 7467600"/>
              <a:gd name="connsiteY579" fmla="*/ 1405731 h 6858000"/>
              <a:gd name="connsiteX580" fmla="*/ 655236 w 7467600"/>
              <a:gd name="connsiteY580" fmla="*/ 1268632 h 6858000"/>
              <a:gd name="connsiteX581" fmla="*/ 6516292 w 7467600"/>
              <a:gd name="connsiteY581" fmla="*/ 1263064 h 6858000"/>
              <a:gd name="connsiteX582" fmla="*/ 5736320 w 7467600"/>
              <a:gd name="connsiteY582" fmla="*/ 1501803 h 6858000"/>
              <a:gd name="connsiteX583" fmla="*/ 6516292 w 7467600"/>
              <a:gd name="connsiteY583" fmla="*/ 1263064 h 6858000"/>
              <a:gd name="connsiteX584" fmla="*/ 291466 w 7467600"/>
              <a:gd name="connsiteY584" fmla="*/ 1250369 h 6858000"/>
              <a:gd name="connsiteX585" fmla="*/ 323180 w 7467600"/>
              <a:gd name="connsiteY585" fmla="*/ 1435283 h 6858000"/>
              <a:gd name="connsiteX586" fmla="*/ 349381 w 7467600"/>
              <a:gd name="connsiteY586" fmla="*/ 1875041 h 6858000"/>
              <a:gd name="connsiteX587" fmla="*/ 374363 w 7467600"/>
              <a:gd name="connsiteY587" fmla="*/ 1506494 h 6858000"/>
              <a:gd name="connsiteX588" fmla="*/ 302168 w 7467600"/>
              <a:gd name="connsiteY588" fmla="*/ 1274495 h 6858000"/>
              <a:gd name="connsiteX589" fmla="*/ 291466 w 7467600"/>
              <a:gd name="connsiteY589" fmla="*/ 1250369 h 6858000"/>
              <a:gd name="connsiteX590" fmla="*/ 678222 w 7467600"/>
              <a:gd name="connsiteY590" fmla="*/ 1248670 h 6858000"/>
              <a:gd name="connsiteX591" fmla="*/ 775536 w 7467600"/>
              <a:gd name="connsiteY591" fmla="*/ 1388015 h 6858000"/>
              <a:gd name="connsiteX592" fmla="*/ 894529 w 7467600"/>
              <a:gd name="connsiteY592" fmla="*/ 1567739 h 6858000"/>
              <a:gd name="connsiteX593" fmla="*/ 948000 w 7467600"/>
              <a:gd name="connsiteY593" fmla="*/ 1663088 h 6858000"/>
              <a:gd name="connsiteX594" fmla="*/ 1006812 w 7467600"/>
              <a:gd name="connsiteY594" fmla="*/ 1767683 h 6858000"/>
              <a:gd name="connsiteX595" fmla="*/ 1149133 w 7467600"/>
              <a:gd name="connsiteY595" fmla="*/ 1971513 h 6858000"/>
              <a:gd name="connsiteX596" fmla="*/ 1333952 w 7467600"/>
              <a:gd name="connsiteY596" fmla="*/ 2251620 h 6858000"/>
              <a:gd name="connsiteX597" fmla="*/ 1337329 w 7467600"/>
              <a:gd name="connsiteY597" fmla="*/ 2258350 h 6858000"/>
              <a:gd name="connsiteX598" fmla="*/ 1014726 w 7467600"/>
              <a:gd name="connsiteY598" fmla="*/ 1615556 h 6858000"/>
              <a:gd name="connsiteX599" fmla="*/ 678222 w 7467600"/>
              <a:gd name="connsiteY599" fmla="*/ 1248670 h 6858000"/>
              <a:gd name="connsiteX600" fmla="*/ 6691602 w 7467600"/>
              <a:gd name="connsiteY600" fmla="*/ 1140573 h 6858000"/>
              <a:gd name="connsiteX601" fmla="*/ 6571100 w 7467600"/>
              <a:gd name="connsiteY601" fmla="*/ 1183662 h 6858000"/>
              <a:gd name="connsiteX602" fmla="*/ 6241687 w 7467600"/>
              <a:gd name="connsiteY602" fmla="*/ 1257600 h 6858000"/>
              <a:gd name="connsiteX603" fmla="*/ 5693009 w 7467600"/>
              <a:gd name="connsiteY603" fmla="*/ 1478256 h 6858000"/>
              <a:gd name="connsiteX604" fmla="*/ 6548420 w 7467600"/>
              <a:gd name="connsiteY604" fmla="*/ 1214599 h 6858000"/>
              <a:gd name="connsiteX605" fmla="*/ 6605473 w 7467600"/>
              <a:gd name="connsiteY605" fmla="*/ 1184686 h 6858000"/>
              <a:gd name="connsiteX606" fmla="*/ 6691602 w 7467600"/>
              <a:gd name="connsiteY606" fmla="*/ 1140573 h 6858000"/>
              <a:gd name="connsiteX607" fmla="*/ 4002475 w 7467600"/>
              <a:gd name="connsiteY607" fmla="*/ 1037802 h 6858000"/>
              <a:gd name="connsiteX608" fmla="*/ 4000324 w 7467600"/>
              <a:gd name="connsiteY608" fmla="*/ 1039362 h 6858000"/>
              <a:gd name="connsiteX609" fmla="*/ 4002862 w 7467600"/>
              <a:gd name="connsiteY609" fmla="*/ 1042866 h 6858000"/>
              <a:gd name="connsiteX610" fmla="*/ 4002475 w 7467600"/>
              <a:gd name="connsiteY610" fmla="*/ 1037802 h 6858000"/>
              <a:gd name="connsiteX611" fmla="*/ 506322 w 7467600"/>
              <a:gd name="connsiteY611" fmla="*/ 1020997 h 6858000"/>
              <a:gd name="connsiteX612" fmla="*/ 533068 w 7467600"/>
              <a:gd name="connsiteY612" fmla="*/ 1029409 h 6858000"/>
              <a:gd name="connsiteX613" fmla="*/ 1232525 w 7467600"/>
              <a:gd name="connsiteY613" fmla="*/ 1804675 h 6858000"/>
              <a:gd name="connsiteX614" fmla="*/ 1388858 w 7467600"/>
              <a:gd name="connsiteY614" fmla="*/ 2368011 h 6858000"/>
              <a:gd name="connsiteX615" fmla="*/ 1384098 w 7467600"/>
              <a:gd name="connsiteY615" fmla="*/ 2378125 h 6858000"/>
              <a:gd name="connsiteX616" fmla="*/ 1425393 w 7467600"/>
              <a:gd name="connsiteY616" fmla="*/ 2589124 h 6858000"/>
              <a:gd name="connsiteX617" fmla="*/ 1424001 w 7467600"/>
              <a:gd name="connsiteY617" fmla="*/ 2597541 h 6858000"/>
              <a:gd name="connsiteX618" fmla="*/ 2152729 w 7467600"/>
              <a:gd name="connsiteY618" fmla="*/ 2864487 h 6858000"/>
              <a:gd name="connsiteX619" fmla="*/ 2020609 w 7467600"/>
              <a:gd name="connsiteY619" fmla="*/ 2539671 h 6858000"/>
              <a:gd name="connsiteX620" fmla="*/ 2018920 w 7467600"/>
              <a:gd name="connsiteY620" fmla="*/ 2536309 h 6858000"/>
              <a:gd name="connsiteX621" fmla="*/ 1342441 w 7467600"/>
              <a:gd name="connsiteY621" fmla="*/ 1173017 h 6858000"/>
              <a:gd name="connsiteX622" fmla="*/ 1367925 w 7467600"/>
              <a:gd name="connsiteY622" fmla="*/ 1135648 h 6858000"/>
              <a:gd name="connsiteX623" fmla="*/ 1771401 w 7467600"/>
              <a:gd name="connsiteY623" fmla="*/ 1806673 h 6858000"/>
              <a:gd name="connsiteX624" fmla="*/ 1972385 w 7467600"/>
              <a:gd name="connsiteY624" fmla="*/ 2198735 h 6858000"/>
              <a:gd name="connsiteX625" fmla="*/ 2040892 w 7467600"/>
              <a:gd name="connsiteY625" fmla="*/ 2405205 h 6858000"/>
              <a:gd name="connsiteX626" fmla="*/ 2131689 w 7467600"/>
              <a:gd name="connsiteY626" fmla="*/ 1936926 h 6858000"/>
              <a:gd name="connsiteX627" fmla="*/ 2454820 w 7467600"/>
              <a:gd name="connsiteY627" fmla="*/ 1248808 h 6858000"/>
              <a:gd name="connsiteX628" fmla="*/ 2492512 w 7467600"/>
              <a:gd name="connsiteY628" fmla="*/ 1302920 h 6858000"/>
              <a:gd name="connsiteX629" fmla="*/ 2081216 w 7467600"/>
              <a:gd name="connsiteY629" fmla="*/ 2527513 h 6858000"/>
              <a:gd name="connsiteX630" fmla="*/ 2081211 w 7467600"/>
              <a:gd name="connsiteY630" fmla="*/ 2528916 h 6858000"/>
              <a:gd name="connsiteX631" fmla="*/ 2199067 w 7467600"/>
              <a:gd name="connsiteY631" fmla="*/ 2884061 h 6858000"/>
              <a:gd name="connsiteX632" fmla="*/ 3192586 w 7467600"/>
              <a:gd name="connsiteY632" fmla="*/ 3411496 h 6858000"/>
              <a:gd name="connsiteX633" fmla="*/ 3182620 w 7467600"/>
              <a:gd name="connsiteY633" fmla="*/ 3483279 h 6858000"/>
              <a:gd name="connsiteX634" fmla="*/ 2435119 w 7467600"/>
              <a:gd name="connsiteY634" fmla="*/ 3080173 h 6858000"/>
              <a:gd name="connsiteX635" fmla="*/ 2410152 w 7467600"/>
              <a:gd name="connsiteY635" fmla="*/ 3063751 h 6858000"/>
              <a:gd name="connsiteX636" fmla="*/ 2408099 w 7467600"/>
              <a:gd name="connsiteY636" fmla="*/ 3064403 h 6858000"/>
              <a:gd name="connsiteX637" fmla="*/ 2407218 w 7467600"/>
              <a:gd name="connsiteY637" fmla="*/ 3070324 h 6858000"/>
              <a:gd name="connsiteX638" fmla="*/ 2380138 w 7467600"/>
              <a:gd name="connsiteY638" fmla="*/ 3099341 h 6858000"/>
              <a:gd name="connsiteX639" fmla="*/ 1765923 w 7467600"/>
              <a:gd name="connsiteY639" fmla="*/ 3581043 h 6858000"/>
              <a:gd name="connsiteX640" fmla="*/ 1702258 w 7467600"/>
              <a:gd name="connsiteY640" fmla="*/ 3612286 h 6858000"/>
              <a:gd name="connsiteX641" fmla="*/ 1538370 w 7467600"/>
              <a:gd name="connsiteY641" fmla="*/ 3811804 h 6858000"/>
              <a:gd name="connsiteX642" fmla="*/ 542867 w 7467600"/>
              <a:gd name="connsiteY642" fmla="*/ 4944092 h 6858000"/>
              <a:gd name="connsiteX643" fmla="*/ 515800 w 7467600"/>
              <a:gd name="connsiteY643" fmla="*/ 4862180 h 6858000"/>
              <a:gd name="connsiteX644" fmla="*/ 909145 w 7467600"/>
              <a:gd name="connsiteY644" fmla="*/ 4199225 h 6858000"/>
              <a:gd name="connsiteX645" fmla="*/ 1214067 w 7467600"/>
              <a:gd name="connsiteY645" fmla="*/ 3908561 h 6858000"/>
              <a:gd name="connsiteX646" fmla="*/ 640967 w 7467600"/>
              <a:gd name="connsiteY646" fmla="*/ 4105601 h 6858000"/>
              <a:gd name="connsiteX647" fmla="*/ 112563 w 7467600"/>
              <a:gd name="connsiteY647" fmla="*/ 4396952 h 6858000"/>
              <a:gd name="connsiteX648" fmla="*/ 0 w 7467600"/>
              <a:gd name="connsiteY648" fmla="*/ 4466006 h 6858000"/>
              <a:gd name="connsiteX649" fmla="*/ 0 w 7467600"/>
              <a:gd name="connsiteY649" fmla="*/ 4233763 h 6858000"/>
              <a:gd name="connsiteX650" fmla="*/ 36881 w 7467600"/>
              <a:gd name="connsiteY650" fmla="*/ 4200118 h 6858000"/>
              <a:gd name="connsiteX651" fmla="*/ 910534 w 7467600"/>
              <a:gd name="connsiteY651" fmla="*/ 3629753 h 6858000"/>
              <a:gd name="connsiteX652" fmla="*/ 1578717 w 7467600"/>
              <a:gd name="connsiteY652" fmla="*/ 3575982 h 6858000"/>
              <a:gd name="connsiteX653" fmla="*/ 2338780 w 7467600"/>
              <a:gd name="connsiteY653" fmla="*/ 3033725 h 6858000"/>
              <a:gd name="connsiteX654" fmla="*/ 1807991 w 7467600"/>
              <a:gd name="connsiteY654" fmla="*/ 2807184 h 6858000"/>
              <a:gd name="connsiteX655" fmla="*/ 1416358 w 7467600"/>
              <a:gd name="connsiteY655" fmla="*/ 3112571 h 6858000"/>
              <a:gd name="connsiteX656" fmla="*/ 939066 w 7467600"/>
              <a:gd name="connsiteY656" fmla="*/ 3378798 h 6858000"/>
              <a:gd name="connsiteX657" fmla="*/ 115099 w 7467600"/>
              <a:gd name="connsiteY657" fmla="*/ 3607650 h 6858000"/>
              <a:gd name="connsiteX658" fmla="*/ 97284 w 7467600"/>
              <a:gd name="connsiteY658" fmla="*/ 3520393 h 6858000"/>
              <a:gd name="connsiteX659" fmla="*/ 922050 w 7467600"/>
              <a:gd name="connsiteY659" fmla="*/ 3074867 h 6858000"/>
              <a:gd name="connsiteX660" fmla="*/ 1405265 w 7467600"/>
              <a:gd name="connsiteY660" fmla="*/ 3016319 h 6858000"/>
              <a:gd name="connsiteX661" fmla="*/ 1407512 w 7467600"/>
              <a:gd name="connsiteY661" fmla="*/ 3018001 h 6858000"/>
              <a:gd name="connsiteX662" fmla="*/ 1726266 w 7467600"/>
              <a:gd name="connsiteY662" fmla="*/ 2777274 h 6858000"/>
              <a:gd name="connsiteX663" fmla="*/ 625390 w 7467600"/>
              <a:gd name="connsiteY663" fmla="*/ 2514541 h 6858000"/>
              <a:gd name="connsiteX664" fmla="*/ 619799 w 7467600"/>
              <a:gd name="connsiteY664" fmla="*/ 2527180 h 6858000"/>
              <a:gd name="connsiteX665" fmla="*/ 310030 w 7467600"/>
              <a:gd name="connsiteY665" fmla="*/ 2771818 h 6858000"/>
              <a:gd name="connsiteX666" fmla="*/ 173877 w 7467600"/>
              <a:gd name="connsiteY666" fmla="*/ 2937056 h 6858000"/>
              <a:gd name="connsiteX667" fmla="*/ 77889 w 7467600"/>
              <a:gd name="connsiteY667" fmla="*/ 3138440 h 6858000"/>
              <a:gd name="connsiteX668" fmla="*/ 0 w 7467600"/>
              <a:gd name="connsiteY668" fmla="*/ 3271395 h 6858000"/>
              <a:gd name="connsiteX669" fmla="*/ 0 w 7467600"/>
              <a:gd name="connsiteY669" fmla="*/ 3153002 h 6858000"/>
              <a:gd name="connsiteX670" fmla="*/ 2386 w 7467600"/>
              <a:gd name="connsiteY670" fmla="*/ 3149203 h 6858000"/>
              <a:gd name="connsiteX671" fmla="*/ 89753 w 7467600"/>
              <a:gd name="connsiteY671" fmla="*/ 2987702 h 6858000"/>
              <a:gd name="connsiteX672" fmla="*/ 76869 w 7467600"/>
              <a:gd name="connsiteY672" fmla="*/ 3005404 h 6858000"/>
              <a:gd name="connsiteX673" fmla="*/ 32049 w 7467600"/>
              <a:gd name="connsiteY673" fmla="*/ 3065814 h 6858000"/>
              <a:gd name="connsiteX674" fmla="*/ 0 w 7467600"/>
              <a:gd name="connsiteY674" fmla="*/ 3108744 h 6858000"/>
              <a:gd name="connsiteX675" fmla="*/ 0 w 7467600"/>
              <a:gd name="connsiteY675" fmla="*/ 3058059 h 6858000"/>
              <a:gd name="connsiteX676" fmla="*/ 7610 w 7467600"/>
              <a:gd name="connsiteY676" fmla="*/ 3047889 h 6858000"/>
              <a:gd name="connsiteX677" fmla="*/ 52419 w 7467600"/>
              <a:gd name="connsiteY677" fmla="*/ 2987479 h 6858000"/>
              <a:gd name="connsiteX678" fmla="*/ 59142 w 7467600"/>
              <a:gd name="connsiteY678" fmla="*/ 2978488 h 6858000"/>
              <a:gd name="connsiteX679" fmla="*/ 0 w 7467600"/>
              <a:gd name="connsiteY679" fmla="*/ 3015334 h 6858000"/>
              <a:gd name="connsiteX680" fmla="*/ 0 w 7467600"/>
              <a:gd name="connsiteY680" fmla="*/ 2914286 h 6858000"/>
              <a:gd name="connsiteX681" fmla="*/ 36383 w 7467600"/>
              <a:gd name="connsiteY681" fmla="*/ 2901128 h 6858000"/>
              <a:gd name="connsiteX682" fmla="*/ 156329 w 7467600"/>
              <a:gd name="connsiteY682" fmla="*/ 2840533 h 6858000"/>
              <a:gd name="connsiteX683" fmla="*/ 358355 w 7467600"/>
              <a:gd name="connsiteY683" fmla="*/ 2620471 h 6858000"/>
              <a:gd name="connsiteX684" fmla="*/ 510577 w 7467600"/>
              <a:gd name="connsiteY684" fmla="*/ 2501244 h 6858000"/>
              <a:gd name="connsiteX685" fmla="*/ 211967 w 7467600"/>
              <a:gd name="connsiteY685" fmla="*/ 2479171 h 6858000"/>
              <a:gd name="connsiteX686" fmla="*/ 0 w 7467600"/>
              <a:gd name="connsiteY686" fmla="*/ 2476398 h 6858000"/>
              <a:gd name="connsiteX687" fmla="*/ 0 w 7467600"/>
              <a:gd name="connsiteY687" fmla="*/ 2389189 h 6858000"/>
              <a:gd name="connsiteX688" fmla="*/ 103062 w 7467600"/>
              <a:gd name="connsiteY688" fmla="*/ 2389518 h 6858000"/>
              <a:gd name="connsiteX689" fmla="*/ 510734 w 7467600"/>
              <a:gd name="connsiteY689" fmla="*/ 2416201 h 6858000"/>
              <a:gd name="connsiteX690" fmla="*/ 279257 w 7467600"/>
              <a:gd name="connsiteY690" fmla="*/ 2092102 h 6858000"/>
              <a:gd name="connsiteX691" fmla="*/ 65265 w 7467600"/>
              <a:gd name="connsiteY691" fmla="*/ 2006049 h 6858000"/>
              <a:gd name="connsiteX692" fmla="*/ 0 w 7467600"/>
              <a:gd name="connsiteY692" fmla="*/ 1982532 h 6858000"/>
              <a:gd name="connsiteX693" fmla="*/ 0 w 7467600"/>
              <a:gd name="connsiteY693" fmla="*/ 1912789 h 6858000"/>
              <a:gd name="connsiteX694" fmla="*/ 97460 w 7467600"/>
              <a:gd name="connsiteY694" fmla="*/ 1953725 h 6858000"/>
              <a:gd name="connsiteX695" fmla="*/ 221272 w 7467600"/>
              <a:gd name="connsiteY695" fmla="*/ 1980766 h 6858000"/>
              <a:gd name="connsiteX696" fmla="*/ 116765 w 7467600"/>
              <a:gd name="connsiteY696" fmla="*/ 1911033 h 6858000"/>
              <a:gd name="connsiteX697" fmla="*/ 16405 w 7467600"/>
              <a:gd name="connsiteY697" fmla="*/ 1803412 h 6858000"/>
              <a:gd name="connsiteX698" fmla="*/ 0 w 7467600"/>
              <a:gd name="connsiteY698" fmla="*/ 1784777 h 6858000"/>
              <a:gd name="connsiteX699" fmla="*/ 0 w 7467600"/>
              <a:gd name="connsiteY699" fmla="*/ 1740082 h 6858000"/>
              <a:gd name="connsiteX700" fmla="*/ 39394 w 7467600"/>
              <a:gd name="connsiteY700" fmla="*/ 1784856 h 6858000"/>
              <a:gd name="connsiteX701" fmla="*/ 135813 w 7467600"/>
              <a:gd name="connsiteY701" fmla="*/ 1888838 h 6858000"/>
              <a:gd name="connsiteX702" fmla="*/ 242575 w 7467600"/>
              <a:gd name="connsiteY702" fmla="*/ 1958841 h 6858000"/>
              <a:gd name="connsiteX703" fmla="*/ 82197 w 7467600"/>
              <a:gd name="connsiteY703" fmla="*/ 1754826 h 6858000"/>
              <a:gd name="connsiteX704" fmla="*/ 0 w 7467600"/>
              <a:gd name="connsiteY704" fmla="*/ 1679650 h 6858000"/>
              <a:gd name="connsiteX705" fmla="*/ 0 w 7467600"/>
              <a:gd name="connsiteY705" fmla="*/ 1602463 h 6858000"/>
              <a:gd name="connsiteX706" fmla="*/ 84689 w 7467600"/>
              <a:gd name="connsiteY706" fmla="*/ 1677442 h 6858000"/>
              <a:gd name="connsiteX707" fmla="*/ 298437 w 7467600"/>
              <a:gd name="connsiteY707" fmla="*/ 1968019 h 6858000"/>
              <a:gd name="connsiteX708" fmla="*/ 227269 w 7467600"/>
              <a:gd name="connsiteY708" fmla="*/ 1114064 h 6858000"/>
              <a:gd name="connsiteX709" fmla="*/ 248003 w 7467600"/>
              <a:gd name="connsiteY709" fmla="*/ 1089613 h 6858000"/>
              <a:gd name="connsiteX710" fmla="*/ 427020 w 7467600"/>
              <a:gd name="connsiteY710" fmla="*/ 1619803 h 6858000"/>
              <a:gd name="connsiteX711" fmla="*/ 340345 w 7467600"/>
              <a:gd name="connsiteY711" fmla="*/ 2027739 h 6858000"/>
              <a:gd name="connsiteX712" fmla="*/ 360865 w 7467600"/>
              <a:gd name="connsiteY712" fmla="*/ 2044827 h 6858000"/>
              <a:gd name="connsiteX713" fmla="*/ 560414 w 7467600"/>
              <a:gd name="connsiteY713" fmla="*/ 2421457 h 6858000"/>
              <a:gd name="connsiteX714" fmla="*/ 1359703 w 7467600"/>
              <a:gd name="connsiteY714" fmla="*/ 2578554 h 6858000"/>
              <a:gd name="connsiteX715" fmla="*/ 1359422 w 7467600"/>
              <a:gd name="connsiteY715" fmla="*/ 2577994 h 6858000"/>
              <a:gd name="connsiteX716" fmla="*/ 828701 w 7467600"/>
              <a:gd name="connsiteY716" fmla="*/ 1839520 h 6858000"/>
              <a:gd name="connsiteX717" fmla="*/ 494427 w 7467600"/>
              <a:gd name="connsiteY717" fmla="*/ 1092333 h 6858000"/>
              <a:gd name="connsiteX718" fmla="*/ 506322 w 7467600"/>
              <a:gd name="connsiteY718" fmla="*/ 1020997 h 6858000"/>
              <a:gd name="connsiteX719" fmla="*/ 4570198 w 7467600"/>
              <a:gd name="connsiteY719" fmla="*/ 978081 h 6858000"/>
              <a:gd name="connsiteX720" fmla="*/ 4523691 w 7467600"/>
              <a:gd name="connsiteY720" fmla="*/ 1127776 h 6858000"/>
              <a:gd name="connsiteX721" fmla="*/ 4509875 w 7467600"/>
              <a:gd name="connsiteY721" fmla="*/ 1167552 h 6858000"/>
              <a:gd name="connsiteX722" fmla="*/ 4478168 w 7467600"/>
              <a:gd name="connsiteY722" fmla="*/ 1260735 h 6858000"/>
              <a:gd name="connsiteX723" fmla="*/ 4409309 w 7467600"/>
              <a:gd name="connsiteY723" fmla="*/ 1666996 h 6858000"/>
              <a:gd name="connsiteX724" fmla="*/ 4370031 w 7467600"/>
              <a:gd name="connsiteY724" fmla="*/ 1955666 h 6858000"/>
              <a:gd name="connsiteX725" fmla="*/ 4570198 w 7467600"/>
              <a:gd name="connsiteY725" fmla="*/ 978081 h 6858000"/>
              <a:gd name="connsiteX726" fmla="*/ 4557898 w 7467600"/>
              <a:gd name="connsiteY726" fmla="*/ 900011 h 6858000"/>
              <a:gd name="connsiteX727" fmla="*/ 4344840 w 7467600"/>
              <a:gd name="connsiteY727" fmla="*/ 1922038 h 6858000"/>
              <a:gd name="connsiteX728" fmla="*/ 4378710 w 7467600"/>
              <a:gd name="connsiteY728" fmla="*/ 1665516 h 6858000"/>
              <a:gd name="connsiteX729" fmla="*/ 4448798 w 7467600"/>
              <a:gd name="connsiteY729" fmla="*/ 1253024 h 6858000"/>
              <a:gd name="connsiteX730" fmla="*/ 4480315 w 7467600"/>
              <a:gd name="connsiteY730" fmla="*/ 1158454 h 6858000"/>
              <a:gd name="connsiteX731" fmla="*/ 4494133 w 7467600"/>
              <a:gd name="connsiteY731" fmla="*/ 1118676 h 6858000"/>
              <a:gd name="connsiteX732" fmla="*/ 4557898 w 7467600"/>
              <a:gd name="connsiteY732" fmla="*/ 900011 h 6858000"/>
              <a:gd name="connsiteX733" fmla="*/ 5870151 w 7467600"/>
              <a:gd name="connsiteY733" fmla="*/ 898890 h 6858000"/>
              <a:gd name="connsiteX734" fmla="*/ 5861335 w 7467600"/>
              <a:gd name="connsiteY734" fmla="*/ 899177 h 6858000"/>
              <a:gd name="connsiteX735" fmla="*/ 5843702 w 7467600"/>
              <a:gd name="connsiteY735" fmla="*/ 899748 h 6858000"/>
              <a:gd name="connsiteX736" fmla="*/ 5651107 w 7467600"/>
              <a:gd name="connsiteY736" fmla="*/ 920306 h 6858000"/>
              <a:gd name="connsiteX737" fmla="*/ 5459407 w 7467600"/>
              <a:gd name="connsiteY737" fmla="*/ 940975 h 6858000"/>
              <a:gd name="connsiteX738" fmla="*/ 5374846 w 7467600"/>
              <a:gd name="connsiteY738" fmla="*/ 941988 h 6858000"/>
              <a:gd name="connsiteX739" fmla="*/ 5256105 w 7467600"/>
              <a:gd name="connsiteY739" fmla="*/ 945632 h 6858000"/>
              <a:gd name="connsiteX740" fmla="*/ 5107071 w 7467600"/>
              <a:gd name="connsiteY740" fmla="*/ 969720 h 6858000"/>
              <a:gd name="connsiteX741" fmla="*/ 4998681 w 7467600"/>
              <a:gd name="connsiteY741" fmla="*/ 988771 h 6858000"/>
              <a:gd name="connsiteX742" fmla="*/ 5870151 w 7467600"/>
              <a:gd name="connsiteY742" fmla="*/ 898890 h 6858000"/>
              <a:gd name="connsiteX743" fmla="*/ 5504425 w 7467600"/>
              <a:gd name="connsiteY743" fmla="*/ 848067 h 6858000"/>
              <a:gd name="connsiteX744" fmla="*/ 4968849 w 7467600"/>
              <a:gd name="connsiteY744" fmla="*/ 962318 h 6858000"/>
              <a:gd name="connsiteX745" fmla="*/ 5104039 w 7467600"/>
              <a:gd name="connsiteY745" fmla="*/ 940634 h 6858000"/>
              <a:gd name="connsiteX746" fmla="*/ 5256311 w 7467600"/>
              <a:gd name="connsiteY746" fmla="*/ 916490 h 6858000"/>
              <a:gd name="connsiteX747" fmla="*/ 5377381 w 7467600"/>
              <a:gd name="connsiteY747" fmla="*/ 912671 h 6858000"/>
              <a:gd name="connsiteX748" fmla="*/ 5460148 w 7467600"/>
              <a:gd name="connsiteY748" fmla="*/ 911442 h 6858000"/>
              <a:gd name="connsiteX749" fmla="*/ 5648971 w 7467600"/>
              <a:gd name="connsiteY749" fmla="*/ 891331 h 6858000"/>
              <a:gd name="connsiteX750" fmla="*/ 5844807 w 7467600"/>
              <a:gd name="connsiteY750" fmla="*/ 870718 h 6858000"/>
              <a:gd name="connsiteX751" fmla="*/ 5862975 w 7467600"/>
              <a:gd name="connsiteY751" fmla="*/ 869756 h 6858000"/>
              <a:gd name="connsiteX752" fmla="*/ 5920887 w 7467600"/>
              <a:gd name="connsiteY752" fmla="*/ 865929 h 6858000"/>
              <a:gd name="connsiteX753" fmla="*/ 5504425 w 7467600"/>
              <a:gd name="connsiteY753" fmla="*/ 848067 h 6858000"/>
              <a:gd name="connsiteX754" fmla="*/ 3607114 w 7467600"/>
              <a:gd name="connsiteY754" fmla="*/ 467441 h 6858000"/>
              <a:gd name="connsiteX755" fmla="*/ 3296242 w 7467600"/>
              <a:gd name="connsiteY755" fmla="*/ 807991 h 6858000"/>
              <a:gd name="connsiteX756" fmla="*/ 3174674 w 7467600"/>
              <a:gd name="connsiteY756" fmla="*/ 919759 h 6858000"/>
              <a:gd name="connsiteX757" fmla="*/ 3042978 w 7467600"/>
              <a:gd name="connsiteY757" fmla="*/ 1054894 h 6858000"/>
              <a:gd name="connsiteX758" fmla="*/ 2968914 w 7467600"/>
              <a:gd name="connsiteY758" fmla="*/ 1133756 h 6858000"/>
              <a:gd name="connsiteX759" fmla="*/ 3103823 w 7467600"/>
              <a:gd name="connsiteY759" fmla="*/ 1026814 h 6858000"/>
              <a:gd name="connsiteX760" fmla="*/ 3607114 w 7467600"/>
              <a:gd name="connsiteY760" fmla="*/ 467441 h 6858000"/>
              <a:gd name="connsiteX761" fmla="*/ 3744487 w 7467600"/>
              <a:gd name="connsiteY761" fmla="*/ 383136 h 6858000"/>
              <a:gd name="connsiteX762" fmla="*/ 3970213 w 7467600"/>
              <a:gd name="connsiteY762" fmla="*/ 995559 h 6858000"/>
              <a:gd name="connsiteX763" fmla="*/ 3744487 w 7467600"/>
              <a:gd name="connsiteY763" fmla="*/ 383136 h 6858000"/>
              <a:gd name="connsiteX764" fmla="*/ 3624562 w 7467600"/>
              <a:gd name="connsiteY764" fmla="*/ 367041 h 6858000"/>
              <a:gd name="connsiteX765" fmla="*/ 3489712 w 7467600"/>
              <a:gd name="connsiteY765" fmla="*/ 485386 h 6858000"/>
              <a:gd name="connsiteX766" fmla="*/ 3182994 w 7467600"/>
              <a:gd name="connsiteY766" fmla="*/ 828265 h 6858000"/>
              <a:gd name="connsiteX767" fmla="*/ 2892114 w 7467600"/>
              <a:gd name="connsiteY767" fmla="*/ 1172635 h 6858000"/>
              <a:gd name="connsiteX768" fmla="*/ 3021459 w 7467600"/>
              <a:gd name="connsiteY768" fmla="*/ 1035385 h 6858000"/>
              <a:gd name="connsiteX769" fmla="*/ 3153873 w 7467600"/>
              <a:gd name="connsiteY769" fmla="*/ 898971 h 6858000"/>
              <a:gd name="connsiteX770" fmla="*/ 3276511 w 7467600"/>
              <a:gd name="connsiteY770" fmla="*/ 786423 h 6858000"/>
              <a:gd name="connsiteX771" fmla="*/ 3584154 w 7467600"/>
              <a:gd name="connsiteY771" fmla="*/ 448218 h 6858000"/>
              <a:gd name="connsiteX772" fmla="*/ 3624562 w 7467600"/>
              <a:gd name="connsiteY772" fmla="*/ 367041 h 6858000"/>
              <a:gd name="connsiteX773" fmla="*/ 3766672 w 7467600"/>
              <a:gd name="connsiteY773" fmla="*/ 359429 h 6858000"/>
              <a:gd name="connsiteX774" fmla="*/ 3996338 w 7467600"/>
              <a:gd name="connsiteY774" fmla="*/ 968237 h 6858000"/>
              <a:gd name="connsiteX775" fmla="*/ 3766672 w 7467600"/>
              <a:gd name="connsiteY775" fmla="*/ 359429 h 6858000"/>
              <a:gd name="connsiteX776" fmla="*/ 5805386 w 7467600"/>
              <a:gd name="connsiteY776" fmla="*/ 239240 h 6858000"/>
              <a:gd name="connsiteX777" fmla="*/ 5736947 w 7467600"/>
              <a:gd name="connsiteY777" fmla="*/ 261367 h 6858000"/>
              <a:gd name="connsiteX778" fmla="*/ 5427012 w 7467600"/>
              <a:gd name="connsiteY778" fmla="*/ 311272 h 6858000"/>
              <a:gd name="connsiteX779" fmla="*/ 5147818 w 7467600"/>
              <a:gd name="connsiteY779" fmla="*/ 322112 h 6858000"/>
              <a:gd name="connsiteX780" fmla="*/ 5060854 w 7467600"/>
              <a:gd name="connsiteY780" fmla="*/ 311882 h 6858000"/>
              <a:gd name="connsiteX781" fmla="*/ 4945989 w 7467600"/>
              <a:gd name="connsiteY781" fmla="*/ 300516 h 6858000"/>
              <a:gd name="connsiteX782" fmla="*/ 5410479 w 7467600"/>
              <a:gd name="connsiteY782" fmla="*/ 348434 h 6858000"/>
              <a:gd name="connsiteX783" fmla="*/ 5805386 w 7467600"/>
              <a:gd name="connsiteY783" fmla="*/ 239240 h 6858000"/>
              <a:gd name="connsiteX784" fmla="*/ 5905192 w 7467600"/>
              <a:gd name="connsiteY784" fmla="*/ 163079 h 6858000"/>
              <a:gd name="connsiteX785" fmla="*/ 5865655 w 7467600"/>
              <a:gd name="connsiteY785" fmla="*/ 171901 h 6858000"/>
              <a:gd name="connsiteX786" fmla="*/ 5259740 w 7467600"/>
              <a:gd name="connsiteY786" fmla="*/ 257013 h 6858000"/>
              <a:gd name="connsiteX787" fmla="*/ 5208466 w 7467600"/>
              <a:gd name="connsiteY787" fmla="*/ 257550 h 6858000"/>
              <a:gd name="connsiteX788" fmla="*/ 4980204 w 7467600"/>
              <a:gd name="connsiteY788" fmla="*/ 271903 h 6858000"/>
              <a:gd name="connsiteX789" fmla="*/ 5068068 w 7467600"/>
              <a:gd name="connsiteY789" fmla="*/ 282244 h 6858000"/>
              <a:gd name="connsiteX790" fmla="*/ 5153231 w 7467600"/>
              <a:gd name="connsiteY790" fmla="*/ 292240 h 6858000"/>
              <a:gd name="connsiteX791" fmla="*/ 5426491 w 7467600"/>
              <a:gd name="connsiteY791" fmla="*/ 281128 h 6858000"/>
              <a:gd name="connsiteX792" fmla="*/ 5731212 w 7467600"/>
              <a:gd name="connsiteY792" fmla="*/ 231951 h 6858000"/>
              <a:gd name="connsiteX793" fmla="*/ 5905192 w 7467600"/>
              <a:gd name="connsiteY793" fmla="*/ 163079 h 6858000"/>
              <a:gd name="connsiteX794" fmla="*/ 5944437 w 7467600"/>
              <a:gd name="connsiteY794" fmla="*/ 113829 h 6858000"/>
              <a:gd name="connsiteX795" fmla="*/ 5825032 w 7467600"/>
              <a:gd name="connsiteY795" fmla="*/ 146405 h 6858000"/>
              <a:gd name="connsiteX796" fmla="*/ 4955599 w 7467600"/>
              <a:gd name="connsiteY796" fmla="*/ 247008 h 6858000"/>
              <a:gd name="connsiteX797" fmla="*/ 5210104 w 7467600"/>
              <a:gd name="connsiteY797" fmla="*/ 228123 h 6858000"/>
              <a:gd name="connsiteX798" fmla="*/ 5261015 w 7467600"/>
              <a:gd name="connsiteY798" fmla="*/ 227087 h 6858000"/>
              <a:gd name="connsiteX799" fmla="*/ 5861181 w 7467600"/>
              <a:gd name="connsiteY799" fmla="*/ 143093 h 6858000"/>
              <a:gd name="connsiteX800" fmla="*/ 5961252 w 7467600"/>
              <a:gd name="connsiteY800" fmla="*/ 114820 h 6858000"/>
              <a:gd name="connsiteX801" fmla="*/ 5944437 w 7467600"/>
              <a:gd name="connsiteY801" fmla="*/ 113829 h 6858000"/>
              <a:gd name="connsiteX802" fmla="*/ 3882765 w 7467600"/>
              <a:gd name="connsiteY802" fmla="*/ 0 h 6858000"/>
              <a:gd name="connsiteX803" fmla="*/ 3995099 w 7467600"/>
              <a:gd name="connsiteY803" fmla="*/ 0 h 6858000"/>
              <a:gd name="connsiteX804" fmla="*/ 4163818 w 7467600"/>
              <a:gd name="connsiteY804" fmla="*/ 234104 h 6858000"/>
              <a:gd name="connsiteX805" fmla="*/ 4172099 w 7467600"/>
              <a:gd name="connsiteY805" fmla="*/ 234207 h 6858000"/>
              <a:gd name="connsiteX806" fmla="*/ 4784282 w 7467600"/>
              <a:gd name="connsiteY806" fmla="*/ 276561 h 6858000"/>
              <a:gd name="connsiteX807" fmla="*/ 4801687 w 7467600"/>
              <a:gd name="connsiteY807" fmla="*/ 267764 h 6858000"/>
              <a:gd name="connsiteX808" fmla="*/ 6082788 w 7467600"/>
              <a:gd name="connsiteY808" fmla="*/ 64119 h 6858000"/>
              <a:gd name="connsiteX809" fmla="*/ 6099442 w 7467600"/>
              <a:gd name="connsiteY809" fmla="*/ 82568 h 6858000"/>
              <a:gd name="connsiteX810" fmla="*/ 4804137 w 7467600"/>
              <a:gd name="connsiteY810" fmla="*/ 320931 h 6858000"/>
              <a:gd name="connsiteX811" fmla="*/ 4227047 w 7467600"/>
              <a:gd name="connsiteY811" fmla="*/ 313415 h 6858000"/>
              <a:gd name="connsiteX812" fmla="*/ 4346041 w 7467600"/>
              <a:gd name="connsiteY812" fmla="*/ 456086 h 6858000"/>
              <a:gd name="connsiteX813" fmla="*/ 4870967 w 7467600"/>
              <a:gd name="connsiteY813" fmla="*/ 963061 h 6858000"/>
              <a:gd name="connsiteX814" fmla="*/ 4889647 w 7467600"/>
              <a:gd name="connsiteY814" fmla="*/ 957147 h 6858000"/>
              <a:gd name="connsiteX815" fmla="*/ 5422504 w 7467600"/>
              <a:gd name="connsiteY815" fmla="*/ 805191 h 6858000"/>
              <a:gd name="connsiteX816" fmla="*/ 6087656 w 7467600"/>
              <a:gd name="connsiteY816" fmla="*/ 826703 h 6858000"/>
              <a:gd name="connsiteX817" fmla="*/ 6058717 w 7467600"/>
              <a:gd name="connsiteY817" fmla="*/ 865992 h 6858000"/>
              <a:gd name="connsiteX818" fmla="*/ 4974153 w 7467600"/>
              <a:gd name="connsiteY818" fmla="*/ 1045456 h 6858000"/>
              <a:gd name="connsiteX819" fmla="*/ 5627835 w 7467600"/>
              <a:gd name="connsiteY819" fmla="*/ 1472077 h 6858000"/>
              <a:gd name="connsiteX820" fmla="*/ 5629817 w 7467600"/>
              <a:gd name="connsiteY820" fmla="*/ 1471412 h 6858000"/>
              <a:gd name="connsiteX821" fmla="*/ 5634124 w 7467600"/>
              <a:gd name="connsiteY821" fmla="*/ 1470572 h 6858000"/>
              <a:gd name="connsiteX822" fmla="*/ 5755832 w 7467600"/>
              <a:gd name="connsiteY822" fmla="*/ 1383886 h 6858000"/>
              <a:gd name="connsiteX823" fmla="*/ 6014186 w 7467600"/>
              <a:gd name="connsiteY823" fmla="*/ 1279799 h 6858000"/>
              <a:gd name="connsiteX824" fmla="*/ 6901619 w 7467600"/>
              <a:gd name="connsiteY824" fmla="*/ 1047874 h 6858000"/>
              <a:gd name="connsiteX825" fmla="*/ 6931566 w 7467600"/>
              <a:gd name="connsiteY825" fmla="*/ 1062034 h 6858000"/>
              <a:gd name="connsiteX826" fmla="*/ 5790982 w 7467600"/>
              <a:gd name="connsiteY826" fmla="*/ 1561380 h 6858000"/>
              <a:gd name="connsiteX827" fmla="*/ 6188971 w 7467600"/>
              <a:gd name="connsiteY827" fmla="*/ 1755168 h 6858000"/>
              <a:gd name="connsiteX828" fmla="*/ 6202446 w 7467600"/>
              <a:gd name="connsiteY828" fmla="*/ 1752268 h 6858000"/>
              <a:gd name="connsiteX829" fmla="*/ 7179560 w 7467600"/>
              <a:gd name="connsiteY829" fmla="*/ 1467551 h 6858000"/>
              <a:gd name="connsiteX830" fmla="*/ 7158730 w 7467600"/>
              <a:gd name="connsiteY830" fmla="*/ 1507835 h 6858000"/>
              <a:gd name="connsiteX831" fmla="*/ 6326959 w 7467600"/>
              <a:gd name="connsiteY831" fmla="*/ 1817686 h 6858000"/>
              <a:gd name="connsiteX832" fmla="*/ 6537433 w 7467600"/>
              <a:gd name="connsiteY832" fmla="*/ 1907790 h 6858000"/>
              <a:gd name="connsiteX833" fmla="*/ 6550221 w 7467600"/>
              <a:gd name="connsiteY833" fmla="*/ 1910729 h 6858000"/>
              <a:gd name="connsiteX834" fmla="*/ 6964438 w 7467600"/>
              <a:gd name="connsiteY834" fmla="*/ 2209505 h 6858000"/>
              <a:gd name="connsiteX835" fmla="*/ 7367862 w 7467600"/>
              <a:gd name="connsiteY835" fmla="*/ 2806833 h 6858000"/>
              <a:gd name="connsiteX836" fmla="*/ 7364329 w 7467600"/>
              <a:gd name="connsiteY836" fmla="*/ 2826907 h 6858000"/>
              <a:gd name="connsiteX837" fmla="*/ 7290545 w 7467600"/>
              <a:gd name="connsiteY837" fmla="*/ 2850663 h 6858000"/>
              <a:gd name="connsiteX838" fmla="*/ 6472036 w 7467600"/>
              <a:gd name="connsiteY838" fmla="*/ 1959003 h 6858000"/>
              <a:gd name="connsiteX839" fmla="*/ 5792897 w 7467600"/>
              <a:gd name="connsiteY839" fmla="*/ 1647747 h 6858000"/>
              <a:gd name="connsiteX840" fmla="*/ 5842751 w 7467600"/>
              <a:gd name="connsiteY840" fmla="*/ 1816112 h 6858000"/>
              <a:gd name="connsiteX841" fmla="*/ 5847424 w 7467600"/>
              <a:gd name="connsiteY841" fmla="*/ 1815776 h 6858000"/>
              <a:gd name="connsiteX842" fmla="*/ 6399821 w 7467600"/>
              <a:gd name="connsiteY842" fmla="*/ 2344799 h 6858000"/>
              <a:gd name="connsiteX843" fmla="*/ 6323232 w 7467600"/>
              <a:gd name="connsiteY843" fmla="*/ 2389634 h 6858000"/>
              <a:gd name="connsiteX844" fmla="*/ 5942958 w 7467600"/>
              <a:gd name="connsiteY844" fmla="*/ 2077708 h 6858000"/>
              <a:gd name="connsiteX845" fmla="*/ 5921559 w 7467600"/>
              <a:gd name="connsiteY845" fmla="*/ 2378596 h 6858000"/>
              <a:gd name="connsiteX846" fmla="*/ 5817651 w 7467600"/>
              <a:gd name="connsiteY846" fmla="*/ 3023919 h 6858000"/>
              <a:gd name="connsiteX847" fmla="*/ 5729634 w 7467600"/>
              <a:gd name="connsiteY847" fmla="*/ 3051849 h 6858000"/>
              <a:gd name="connsiteX848" fmla="*/ 5611018 w 7467600"/>
              <a:gd name="connsiteY848" fmla="*/ 2316769 h 6858000"/>
              <a:gd name="connsiteX849" fmla="*/ 5687608 w 7467600"/>
              <a:gd name="connsiteY849" fmla="*/ 2039972 h 6858000"/>
              <a:gd name="connsiteX850" fmla="*/ 5657554 w 7467600"/>
              <a:gd name="connsiteY850" fmla="*/ 1576445 h 6858000"/>
              <a:gd name="connsiteX851" fmla="*/ 5150475 w 7467600"/>
              <a:gd name="connsiteY851" fmla="*/ 1274012 h 6858000"/>
              <a:gd name="connsiteX852" fmla="*/ 5349142 w 7467600"/>
              <a:gd name="connsiteY852" fmla="*/ 2204405 h 6858000"/>
              <a:gd name="connsiteX853" fmla="*/ 5262214 w 7467600"/>
              <a:gd name="connsiteY853" fmla="*/ 2233836 h 6858000"/>
              <a:gd name="connsiteX854" fmla="*/ 4981539 w 7467600"/>
              <a:gd name="connsiteY854" fmla="*/ 1542201 h 6858000"/>
              <a:gd name="connsiteX855" fmla="*/ 4958461 w 7467600"/>
              <a:gd name="connsiteY855" fmla="*/ 1136957 h 6858000"/>
              <a:gd name="connsiteX856" fmla="*/ 4655015 w 7467600"/>
              <a:gd name="connsiteY856" fmla="*/ 891426 h 6858000"/>
              <a:gd name="connsiteX857" fmla="*/ 4348002 w 7467600"/>
              <a:gd name="connsiteY857" fmla="*/ 2205895 h 6858000"/>
              <a:gd name="connsiteX858" fmla="*/ 4262250 w 7467600"/>
              <a:gd name="connsiteY858" fmla="*/ 2219972 h 6858000"/>
              <a:gd name="connsiteX859" fmla="*/ 4550611 w 7467600"/>
              <a:gd name="connsiteY859" fmla="*/ 817540 h 6858000"/>
              <a:gd name="connsiteX860" fmla="*/ 4564418 w 7467600"/>
              <a:gd name="connsiteY860" fmla="*/ 808293 h 6858000"/>
              <a:gd name="connsiteX861" fmla="*/ 4266388 w 7467600"/>
              <a:gd name="connsiteY861" fmla="*/ 500083 h 6858000"/>
              <a:gd name="connsiteX862" fmla="*/ 4032842 w 7467600"/>
              <a:gd name="connsiteY862" fmla="*/ 211809 h 6858000"/>
              <a:gd name="connsiteX863" fmla="*/ 3882765 w 7467600"/>
              <a:gd name="connsiteY863" fmla="*/ 0 h 6858000"/>
              <a:gd name="connsiteX864" fmla="*/ 3721337 w 7467600"/>
              <a:gd name="connsiteY864" fmla="*/ 0 h 6858000"/>
              <a:gd name="connsiteX865" fmla="*/ 3797544 w 7467600"/>
              <a:gd name="connsiteY865" fmla="*/ 0 h 6858000"/>
              <a:gd name="connsiteX866" fmla="*/ 3775734 w 7467600"/>
              <a:gd name="connsiteY866" fmla="*/ 95131 h 6858000"/>
              <a:gd name="connsiteX867" fmla="*/ 3724807 w 7467600"/>
              <a:gd name="connsiteY867" fmla="*/ 272257 h 6858000"/>
              <a:gd name="connsiteX868" fmla="*/ 3726844 w 7467600"/>
              <a:gd name="connsiteY868" fmla="*/ 282988 h 6858000"/>
              <a:gd name="connsiteX869" fmla="*/ 3742664 w 7467600"/>
              <a:gd name="connsiteY869" fmla="*/ 279918 h 6858000"/>
              <a:gd name="connsiteX870" fmla="*/ 4103910 w 7467600"/>
              <a:gd name="connsiteY870" fmla="*/ 1161917 h 6858000"/>
              <a:gd name="connsiteX871" fmla="*/ 4020269 w 7467600"/>
              <a:gd name="connsiteY871" fmla="*/ 1200406 h 6858000"/>
              <a:gd name="connsiteX872" fmla="*/ 3674882 w 7467600"/>
              <a:gd name="connsiteY872" fmla="*/ 488524 h 6858000"/>
              <a:gd name="connsiteX873" fmla="*/ 3132682 w 7467600"/>
              <a:gd name="connsiteY873" fmla="*/ 1072284 h 6858000"/>
              <a:gd name="connsiteX874" fmla="*/ 2716346 w 7467600"/>
              <a:gd name="connsiteY874" fmla="*/ 1276376 h 6858000"/>
              <a:gd name="connsiteX875" fmla="*/ 2716772 w 7467600"/>
              <a:gd name="connsiteY875" fmla="*/ 1255462 h 6858000"/>
              <a:gd name="connsiteX876" fmla="*/ 3471096 w 7467600"/>
              <a:gd name="connsiteY876" fmla="*/ 437072 h 6858000"/>
              <a:gd name="connsiteX877" fmla="*/ 3639057 w 7467600"/>
              <a:gd name="connsiteY877" fmla="*/ 286334 h 6858000"/>
              <a:gd name="connsiteX878" fmla="*/ 3640309 w 7467600"/>
              <a:gd name="connsiteY878" fmla="*/ 284664 h 6858000"/>
              <a:gd name="connsiteX879" fmla="*/ 3646022 w 7467600"/>
              <a:gd name="connsiteY879" fmla="*/ 276711 h 6858000"/>
              <a:gd name="connsiteX880" fmla="*/ 3707943 w 7467600"/>
              <a:gd name="connsiteY880" fmla="*/ 65958 h 6858000"/>
              <a:gd name="connsiteX881" fmla="*/ 3721337 w 7467600"/>
              <a:gd name="connsiteY881" fmla="*/ 0 h 6858000"/>
              <a:gd name="connsiteX882" fmla="*/ 2867960 w 7467600"/>
              <a:gd name="connsiteY882" fmla="*/ 0 h 6858000"/>
              <a:gd name="connsiteX883" fmla="*/ 2926351 w 7467600"/>
              <a:gd name="connsiteY883" fmla="*/ 0 h 6858000"/>
              <a:gd name="connsiteX884" fmla="*/ 2902823 w 7467600"/>
              <a:gd name="connsiteY884" fmla="*/ 262929 h 6858000"/>
              <a:gd name="connsiteX885" fmla="*/ 2940663 w 7467600"/>
              <a:gd name="connsiteY885" fmla="*/ 140884 h 6858000"/>
              <a:gd name="connsiteX886" fmla="*/ 2947039 w 7467600"/>
              <a:gd name="connsiteY886" fmla="*/ 122524 h 6858000"/>
              <a:gd name="connsiteX887" fmla="*/ 2984316 w 7467600"/>
              <a:gd name="connsiteY887" fmla="*/ 0 h 6858000"/>
              <a:gd name="connsiteX888" fmla="*/ 3016114 w 7467600"/>
              <a:gd name="connsiteY888" fmla="*/ 0 h 6858000"/>
              <a:gd name="connsiteX889" fmla="*/ 2979949 w 7467600"/>
              <a:gd name="connsiteY889" fmla="*/ 119274 h 6858000"/>
              <a:gd name="connsiteX890" fmla="*/ 3023879 w 7467600"/>
              <a:gd name="connsiteY890" fmla="*/ 0 h 6858000"/>
              <a:gd name="connsiteX891" fmla="*/ 3105400 w 7467600"/>
              <a:gd name="connsiteY891" fmla="*/ 0 h 6858000"/>
              <a:gd name="connsiteX892" fmla="*/ 3094669 w 7467600"/>
              <a:gd name="connsiteY892" fmla="*/ 30308 h 6858000"/>
              <a:gd name="connsiteX893" fmla="*/ 2901945 w 7467600"/>
              <a:gd name="connsiteY893" fmla="*/ 466538 h 6858000"/>
              <a:gd name="connsiteX894" fmla="*/ 2815209 w 7467600"/>
              <a:gd name="connsiteY894" fmla="*/ 497361 h 6858000"/>
              <a:gd name="connsiteX895" fmla="*/ 2844845 w 7467600"/>
              <a:gd name="connsiteY895" fmla="*/ 127638 h 6858000"/>
              <a:gd name="connsiteX896" fmla="*/ 2867960 w 7467600"/>
              <a:gd name="connsiteY896" fmla="*/ 0 h 6858000"/>
              <a:gd name="connsiteX897" fmla="*/ 1057230 w 7467600"/>
              <a:gd name="connsiteY897" fmla="*/ 0 h 6858000"/>
              <a:gd name="connsiteX898" fmla="*/ 1111003 w 7467600"/>
              <a:gd name="connsiteY898" fmla="*/ 0 h 6858000"/>
              <a:gd name="connsiteX899" fmla="*/ 1125553 w 7467600"/>
              <a:gd name="connsiteY899" fmla="*/ 52588 h 6858000"/>
              <a:gd name="connsiteX900" fmla="*/ 1304276 w 7467600"/>
              <a:gd name="connsiteY900" fmla="*/ 476275 h 6858000"/>
              <a:gd name="connsiteX901" fmla="*/ 1492066 w 7467600"/>
              <a:gd name="connsiteY901" fmla="*/ 886333 h 6858000"/>
              <a:gd name="connsiteX902" fmla="*/ 1423698 w 7467600"/>
              <a:gd name="connsiteY902" fmla="*/ 710817 h 6858000"/>
              <a:gd name="connsiteX903" fmla="*/ 1357609 w 7467600"/>
              <a:gd name="connsiteY903" fmla="*/ 532892 h 6858000"/>
              <a:gd name="connsiteX904" fmla="*/ 1309550 w 7467600"/>
              <a:gd name="connsiteY904" fmla="*/ 374031 h 6858000"/>
              <a:gd name="connsiteX905" fmla="*/ 1193673 w 7467600"/>
              <a:gd name="connsiteY905" fmla="*/ 49533 h 6858000"/>
              <a:gd name="connsiteX906" fmla="*/ 1164391 w 7467600"/>
              <a:gd name="connsiteY906" fmla="*/ 0 h 6858000"/>
              <a:gd name="connsiteX907" fmla="*/ 1200666 w 7467600"/>
              <a:gd name="connsiteY907" fmla="*/ 0 h 6858000"/>
              <a:gd name="connsiteX908" fmla="*/ 1223408 w 7467600"/>
              <a:gd name="connsiteY908" fmla="*/ 38996 h 6858000"/>
              <a:gd name="connsiteX909" fmla="*/ 1339635 w 7467600"/>
              <a:gd name="connsiteY909" fmla="*/ 365517 h 6858000"/>
              <a:gd name="connsiteX910" fmla="*/ 1387469 w 7467600"/>
              <a:gd name="connsiteY910" fmla="*/ 523079 h 6858000"/>
              <a:gd name="connsiteX911" fmla="*/ 1452685 w 7467600"/>
              <a:gd name="connsiteY911" fmla="*/ 699806 h 6858000"/>
              <a:gd name="connsiteX912" fmla="*/ 1492092 w 7467600"/>
              <a:gd name="connsiteY912" fmla="*/ 800424 h 6858000"/>
              <a:gd name="connsiteX913" fmla="*/ 1455302 w 7467600"/>
              <a:gd name="connsiteY913" fmla="*/ 632913 h 6858000"/>
              <a:gd name="connsiteX914" fmla="*/ 1222336 w 7467600"/>
              <a:gd name="connsiteY914" fmla="*/ 9480 h 6858000"/>
              <a:gd name="connsiteX915" fmla="*/ 1214634 w 7467600"/>
              <a:gd name="connsiteY915" fmla="*/ 0 h 6858000"/>
              <a:gd name="connsiteX916" fmla="*/ 1289827 w 7467600"/>
              <a:gd name="connsiteY916" fmla="*/ 0 h 6858000"/>
              <a:gd name="connsiteX917" fmla="*/ 1321076 w 7467600"/>
              <a:gd name="connsiteY917" fmla="*/ 59722 h 6858000"/>
              <a:gd name="connsiteX918" fmla="*/ 1512579 w 7467600"/>
              <a:gd name="connsiteY918" fmla="*/ 626441 h 6858000"/>
              <a:gd name="connsiteX919" fmla="*/ 1506076 w 7467600"/>
              <a:gd name="connsiteY919" fmla="*/ 1089289 h 6858000"/>
              <a:gd name="connsiteX920" fmla="*/ 1486346 w 7467600"/>
              <a:gd name="connsiteY920" fmla="*/ 1079919 h 6858000"/>
              <a:gd name="connsiteX921" fmla="*/ 1070511 w 7467600"/>
              <a:gd name="connsiteY921" fmla="*/ 48609 h 6858000"/>
              <a:gd name="connsiteX922" fmla="*/ 1057230 w 7467600"/>
              <a:gd name="connsiteY922" fmla="*/ 0 h 6858000"/>
              <a:gd name="connsiteX923" fmla="*/ 43151 w 7467600"/>
              <a:gd name="connsiteY923" fmla="*/ 0 h 6858000"/>
              <a:gd name="connsiteX924" fmla="*/ 95283 w 7467600"/>
              <a:gd name="connsiteY924" fmla="*/ 0 h 6858000"/>
              <a:gd name="connsiteX925" fmla="*/ 300708 w 7467600"/>
              <a:gd name="connsiteY925" fmla="*/ 154571 h 6858000"/>
              <a:gd name="connsiteX926" fmla="*/ 530414 w 7467600"/>
              <a:gd name="connsiteY926" fmla="*/ 354673 h 6858000"/>
              <a:gd name="connsiteX927" fmla="*/ 333785 w 7467600"/>
              <a:gd name="connsiteY927" fmla="*/ 161564 h 6858000"/>
              <a:gd name="connsiteX928" fmla="*/ 147005 w 7467600"/>
              <a:gd name="connsiteY928" fmla="*/ 0 h 6858000"/>
              <a:gd name="connsiteX929" fmla="*/ 272509 w 7467600"/>
              <a:gd name="connsiteY929" fmla="*/ 0 h 6858000"/>
              <a:gd name="connsiteX930" fmla="*/ 326276 w 7467600"/>
              <a:gd name="connsiteY930" fmla="*/ 45847 h 6858000"/>
              <a:gd name="connsiteX931" fmla="*/ 823759 w 7467600"/>
              <a:gd name="connsiteY931" fmla="*/ 574145 h 6858000"/>
              <a:gd name="connsiteX932" fmla="*/ 811254 w 7467600"/>
              <a:gd name="connsiteY932" fmla="*/ 665546 h 6858000"/>
              <a:gd name="connsiteX933" fmla="*/ 154042 w 7467600"/>
              <a:gd name="connsiteY933" fmla="*/ 261522 h 6858000"/>
              <a:gd name="connsiteX934" fmla="*/ 13550 w 7467600"/>
              <a:gd name="connsiteY934" fmla="*/ 158423 h 6858000"/>
              <a:gd name="connsiteX935" fmla="*/ 0 w 7467600"/>
              <a:gd name="connsiteY935" fmla="*/ 146618 h 6858000"/>
              <a:gd name="connsiteX936" fmla="*/ 0 w 7467600"/>
              <a:gd name="connsiteY936" fmla="*/ 59161 h 6858000"/>
              <a:gd name="connsiteX937" fmla="*/ 45427 w 7467600"/>
              <a:gd name="connsiteY937" fmla="*/ 101078 h 6858000"/>
              <a:gd name="connsiteX938" fmla="*/ 630103 w 7467600"/>
              <a:gd name="connsiteY938" fmla="*/ 485885 h 6858000"/>
              <a:gd name="connsiteX939" fmla="*/ 532040 w 7467600"/>
              <a:gd name="connsiteY939" fmla="*/ 399359 h 6858000"/>
              <a:gd name="connsiteX940" fmla="*/ 517618 w 7467600"/>
              <a:gd name="connsiteY940" fmla="*/ 385726 h 6858000"/>
              <a:gd name="connsiteX941" fmla="*/ 285074 w 7467600"/>
              <a:gd name="connsiteY941" fmla="*/ 182755 h 6858000"/>
              <a:gd name="connsiteX942" fmla="*/ 43151 w 7467600"/>
              <a:gd name="connsiteY94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289862 w 7467600"/>
              <a:gd name="connsiteY9" fmla="*/ 6659827 h 6858000"/>
              <a:gd name="connsiteX10" fmla="*/ 1019354 w 7467600"/>
              <a:gd name="connsiteY10" fmla="*/ 6315006 h 6858000"/>
              <a:gd name="connsiteX11" fmla="*/ 441046 w 7467600"/>
              <a:gd name="connsiteY11" fmla="*/ 6691153 h 6858000"/>
              <a:gd name="connsiteX12" fmla="*/ 1019354 w 7467600"/>
              <a:gd name="connsiteY12" fmla="*/ 6315006 h 6858000"/>
              <a:gd name="connsiteX13" fmla="*/ 991680 w 7467600"/>
              <a:gd name="connsiteY13" fmla="*/ 6298413 h 6858000"/>
              <a:gd name="connsiteX14" fmla="*/ 409060 w 7467600"/>
              <a:gd name="connsiteY14" fmla="*/ 6671470 h 6858000"/>
              <a:gd name="connsiteX15" fmla="*/ 991680 w 7467600"/>
              <a:gd name="connsiteY15" fmla="*/ 6298413 h 6858000"/>
              <a:gd name="connsiteX16" fmla="*/ 103333 w 7467600"/>
              <a:gd name="connsiteY16" fmla="*/ 5699602 h 6858000"/>
              <a:gd name="connsiteX17" fmla="*/ 233938 w 7467600"/>
              <a:gd name="connsiteY17" fmla="*/ 5809416 h 6858000"/>
              <a:gd name="connsiteX18" fmla="*/ 883580 w 7467600"/>
              <a:gd name="connsiteY18" fmla="*/ 6180710 h 6858000"/>
              <a:gd name="connsiteX19" fmla="*/ 487337 w 7467600"/>
              <a:gd name="connsiteY19" fmla="*/ 5950182 h 6858000"/>
              <a:gd name="connsiteX20" fmla="*/ 354051 w 7467600"/>
              <a:gd name="connsiteY20" fmla="*/ 5854912 h 6858000"/>
              <a:gd name="connsiteX21" fmla="*/ 195436 w 7467600"/>
              <a:gd name="connsiteY21" fmla="*/ 5755068 h 6858000"/>
              <a:gd name="connsiteX22" fmla="*/ 103333 w 7467600"/>
              <a:gd name="connsiteY22" fmla="*/ 5699602 h 6858000"/>
              <a:gd name="connsiteX23" fmla="*/ 5539432 w 7467600"/>
              <a:gd name="connsiteY23" fmla="*/ 5642928 h 6858000"/>
              <a:gd name="connsiteX24" fmla="*/ 5555462 w 7467600"/>
              <a:gd name="connsiteY24" fmla="*/ 5694454 h 6858000"/>
              <a:gd name="connsiteX25" fmla="*/ 5828270 w 7467600"/>
              <a:gd name="connsiteY25" fmla="*/ 6320663 h 6858000"/>
              <a:gd name="connsiteX26" fmla="*/ 5947416 w 7467600"/>
              <a:gd name="connsiteY26" fmla="*/ 6574846 h 6858000"/>
              <a:gd name="connsiteX27" fmla="*/ 5539432 w 7467600"/>
              <a:gd name="connsiteY27" fmla="*/ 5642928 h 6858000"/>
              <a:gd name="connsiteX28" fmla="*/ 51253 w 7467600"/>
              <a:gd name="connsiteY28" fmla="*/ 5631825 h 6858000"/>
              <a:gd name="connsiteX29" fmla="*/ 211622 w 7467600"/>
              <a:gd name="connsiteY29" fmla="*/ 5728803 h 6858000"/>
              <a:gd name="connsiteX30" fmla="*/ 371652 w 7467600"/>
              <a:gd name="connsiteY30" fmla="*/ 5829062 h 6858000"/>
              <a:gd name="connsiteX31" fmla="*/ 505903 w 7467600"/>
              <a:gd name="connsiteY31" fmla="*/ 5925221 h 6858000"/>
              <a:gd name="connsiteX32" fmla="*/ 899240 w 7467600"/>
              <a:gd name="connsiteY32" fmla="*/ 6153068 h 6858000"/>
              <a:gd name="connsiteX33" fmla="*/ 988114 w 7467600"/>
              <a:gd name="connsiteY33" fmla="*/ 6174204 h 6858000"/>
              <a:gd name="connsiteX34" fmla="*/ 845971 w 7467600"/>
              <a:gd name="connsiteY34" fmla="*/ 6067177 h 6858000"/>
              <a:gd name="connsiteX35" fmla="*/ 448057 w 7467600"/>
              <a:gd name="connsiteY35" fmla="*/ 5841376 h 6858000"/>
              <a:gd name="connsiteX36" fmla="*/ 51253 w 7467600"/>
              <a:gd name="connsiteY36" fmla="*/ 5631825 h 6858000"/>
              <a:gd name="connsiteX37" fmla="*/ 2606687 w 7467600"/>
              <a:gd name="connsiteY37" fmla="*/ 5630718 h 6858000"/>
              <a:gd name="connsiteX38" fmla="*/ 2645658 w 7467600"/>
              <a:gd name="connsiteY38" fmla="*/ 6640259 h 6858000"/>
              <a:gd name="connsiteX39" fmla="*/ 2606687 w 7467600"/>
              <a:gd name="connsiteY39" fmla="*/ 5630718 h 6858000"/>
              <a:gd name="connsiteX40" fmla="*/ 3642057 w 7467600"/>
              <a:gd name="connsiteY40" fmla="*/ 5573487 h 6858000"/>
              <a:gd name="connsiteX41" fmla="*/ 3632981 w 7467600"/>
              <a:gd name="connsiteY41" fmla="*/ 5579437 h 6858000"/>
              <a:gd name="connsiteX42" fmla="*/ 3382436 w 7467600"/>
              <a:gd name="connsiteY42" fmla="*/ 5952726 h 6858000"/>
              <a:gd name="connsiteX43" fmla="*/ 3191929 w 7467600"/>
              <a:gd name="connsiteY43" fmla="*/ 6662669 h 6858000"/>
              <a:gd name="connsiteX44" fmla="*/ 3369898 w 7467600"/>
              <a:gd name="connsiteY44" fmla="*/ 6081771 h 6858000"/>
              <a:gd name="connsiteX45" fmla="*/ 3642057 w 7467600"/>
              <a:gd name="connsiteY45" fmla="*/ 5573487 h 6858000"/>
              <a:gd name="connsiteX46" fmla="*/ 2650666 w 7467600"/>
              <a:gd name="connsiteY46" fmla="*/ 5530686 h 6858000"/>
              <a:gd name="connsiteX47" fmla="*/ 2650249 w 7467600"/>
              <a:gd name="connsiteY47" fmla="*/ 5532101 h 6858000"/>
              <a:gd name="connsiteX48" fmla="*/ 2663808 w 7467600"/>
              <a:gd name="connsiteY48" fmla="*/ 6535215 h 6858000"/>
              <a:gd name="connsiteX49" fmla="*/ 2665418 w 7467600"/>
              <a:gd name="connsiteY49" fmla="*/ 6132756 h 6858000"/>
              <a:gd name="connsiteX50" fmla="*/ 2650666 w 7467600"/>
              <a:gd name="connsiteY50" fmla="*/ 5530686 h 6858000"/>
              <a:gd name="connsiteX51" fmla="*/ 2680277 w 7467600"/>
              <a:gd name="connsiteY51" fmla="*/ 5479204 h 6858000"/>
              <a:gd name="connsiteX52" fmla="*/ 2678972 w 7467600"/>
              <a:gd name="connsiteY52" fmla="*/ 5481582 h 6858000"/>
              <a:gd name="connsiteX53" fmla="*/ 2696666 w 7467600"/>
              <a:gd name="connsiteY53" fmla="*/ 6133836 h 6858000"/>
              <a:gd name="connsiteX54" fmla="*/ 2695769 w 7467600"/>
              <a:gd name="connsiteY54" fmla="*/ 6390955 h 6858000"/>
              <a:gd name="connsiteX55" fmla="*/ 2739893 w 7467600"/>
              <a:gd name="connsiteY55" fmla="*/ 6108357 h 6858000"/>
              <a:gd name="connsiteX56" fmla="*/ 2680277 w 7467600"/>
              <a:gd name="connsiteY56" fmla="*/ 5479204 h 6858000"/>
              <a:gd name="connsiteX57" fmla="*/ 1132195 w 7467600"/>
              <a:gd name="connsiteY57" fmla="*/ 5467980 h 6858000"/>
              <a:gd name="connsiteX58" fmla="*/ 1679056 w 7467600"/>
              <a:gd name="connsiteY58" fmla="*/ 5516907 h 6858000"/>
              <a:gd name="connsiteX59" fmla="*/ 2128648 w 7467600"/>
              <a:gd name="connsiteY59" fmla="*/ 5474249 h 6858000"/>
              <a:gd name="connsiteX60" fmla="*/ 1825619 w 7467600"/>
              <a:gd name="connsiteY60" fmla="*/ 5478447 h 6858000"/>
              <a:gd name="connsiteX61" fmla="*/ 1737798 w 7467600"/>
              <a:gd name="connsiteY61" fmla="*/ 5483353 h 6858000"/>
              <a:gd name="connsiteX62" fmla="*/ 1132195 w 7467600"/>
              <a:gd name="connsiteY62" fmla="*/ 5467980 h 6858000"/>
              <a:gd name="connsiteX63" fmla="*/ 1456157 w 7467600"/>
              <a:gd name="connsiteY63" fmla="*/ 5371404 h 6858000"/>
              <a:gd name="connsiteX64" fmla="*/ 1244432 w 7467600"/>
              <a:gd name="connsiteY64" fmla="*/ 5385601 h 6858000"/>
              <a:gd name="connsiteX65" fmla="*/ 973990 w 7467600"/>
              <a:gd name="connsiteY65" fmla="*/ 5424940 h 6858000"/>
              <a:gd name="connsiteX66" fmla="*/ 1103809 w 7467600"/>
              <a:gd name="connsiteY66" fmla="*/ 5433720 h 6858000"/>
              <a:gd name="connsiteX67" fmla="*/ 1123454 w 7467600"/>
              <a:gd name="connsiteY67" fmla="*/ 5435727 h 6858000"/>
              <a:gd name="connsiteX68" fmla="*/ 1737017 w 7467600"/>
              <a:gd name="connsiteY68" fmla="*/ 5452183 h 6858000"/>
              <a:gd name="connsiteX69" fmla="*/ 1824397 w 7467600"/>
              <a:gd name="connsiteY69" fmla="*/ 5447757 h 6858000"/>
              <a:gd name="connsiteX70" fmla="*/ 2070059 w 7467600"/>
              <a:gd name="connsiteY70" fmla="*/ 5441660 h 6858000"/>
              <a:gd name="connsiteX71" fmla="*/ 1456157 w 7467600"/>
              <a:gd name="connsiteY71" fmla="*/ 5371404 h 6858000"/>
              <a:gd name="connsiteX72" fmla="*/ 4988186 w 7467600"/>
              <a:gd name="connsiteY72" fmla="*/ 5216467 h 6858000"/>
              <a:gd name="connsiteX73" fmla="*/ 4777334 w 7467600"/>
              <a:gd name="connsiteY73" fmla="*/ 5406072 h 6858000"/>
              <a:gd name="connsiteX74" fmla="*/ 4718341 w 7467600"/>
              <a:gd name="connsiteY74" fmla="*/ 5468043 h 6858000"/>
              <a:gd name="connsiteX75" fmla="*/ 4604655 w 7467600"/>
              <a:gd name="connsiteY75" fmla="*/ 5583434 h 6858000"/>
              <a:gd name="connsiteX76" fmla="*/ 4565074 w 7467600"/>
              <a:gd name="connsiteY76" fmla="*/ 5618550 h 6858000"/>
              <a:gd name="connsiteX77" fmla="*/ 4988186 w 7467600"/>
              <a:gd name="connsiteY77" fmla="*/ 5216467 h 6858000"/>
              <a:gd name="connsiteX78" fmla="*/ 4978032 w 7467600"/>
              <a:gd name="connsiteY78" fmla="*/ 5183809 h 6858000"/>
              <a:gd name="connsiteX79" fmla="*/ 4463413 w 7467600"/>
              <a:gd name="connsiteY79" fmla="*/ 5615162 h 6858000"/>
              <a:gd name="connsiteX80" fmla="*/ 4358134 w 7467600"/>
              <a:gd name="connsiteY80" fmla="*/ 5742791 h 6858000"/>
              <a:gd name="connsiteX81" fmla="*/ 4376219 w 7467600"/>
              <a:gd name="connsiteY81" fmla="*/ 5729027 h 6858000"/>
              <a:gd name="connsiteX82" fmla="*/ 4582340 w 7467600"/>
              <a:gd name="connsiteY82" fmla="*/ 5561037 h 6858000"/>
              <a:gd name="connsiteX83" fmla="*/ 4694684 w 7467600"/>
              <a:gd name="connsiteY83" fmla="*/ 5447098 h 6858000"/>
              <a:gd name="connsiteX84" fmla="*/ 4754123 w 7467600"/>
              <a:gd name="connsiteY84" fmla="*/ 5384643 h 6858000"/>
              <a:gd name="connsiteX85" fmla="*/ 4978032 w 7467600"/>
              <a:gd name="connsiteY85" fmla="*/ 5183809 h 6858000"/>
              <a:gd name="connsiteX86" fmla="*/ 1903353 w 7467600"/>
              <a:gd name="connsiteY86" fmla="*/ 5044827 h 6858000"/>
              <a:gd name="connsiteX87" fmla="*/ 1936931 w 7467600"/>
              <a:gd name="connsiteY87" fmla="*/ 5093954 h 6858000"/>
              <a:gd name="connsiteX88" fmla="*/ 2195868 w 7467600"/>
              <a:gd name="connsiteY88" fmla="*/ 5396574 h 6858000"/>
              <a:gd name="connsiteX89" fmla="*/ 2088852 w 7467600"/>
              <a:gd name="connsiteY89" fmla="*/ 5166123 h 6858000"/>
              <a:gd name="connsiteX90" fmla="*/ 1958241 w 7467600"/>
              <a:gd name="connsiteY90" fmla="*/ 5067955 h 6858000"/>
              <a:gd name="connsiteX91" fmla="*/ 1903353 w 7467600"/>
              <a:gd name="connsiteY91" fmla="*/ 5044827 h 6858000"/>
              <a:gd name="connsiteX92" fmla="*/ 1979378 w 7467600"/>
              <a:gd name="connsiteY92" fmla="*/ 4769504 h 6858000"/>
              <a:gd name="connsiteX93" fmla="*/ 2882120 w 7467600"/>
              <a:gd name="connsiteY93" fmla="*/ 5064547 h 6858000"/>
              <a:gd name="connsiteX94" fmla="*/ 2793103 w 7467600"/>
              <a:gd name="connsiteY94" fmla="*/ 5039699 h 6858000"/>
              <a:gd name="connsiteX95" fmla="*/ 2770041 w 7467600"/>
              <a:gd name="connsiteY95" fmla="*/ 5033634 h 6858000"/>
              <a:gd name="connsiteX96" fmla="*/ 1979378 w 7467600"/>
              <a:gd name="connsiteY96" fmla="*/ 4769504 h 6858000"/>
              <a:gd name="connsiteX97" fmla="*/ 1927410 w 7467600"/>
              <a:gd name="connsiteY97" fmla="*/ 4716164 h 6858000"/>
              <a:gd name="connsiteX98" fmla="*/ 1959587 w 7467600"/>
              <a:gd name="connsiteY98" fmla="*/ 4728849 h 6858000"/>
              <a:gd name="connsiteX99" fmla="*/ 2777707 w 7467600"/>
              <a:gd name="connsiteY99" fmla="*/ 5003991 h 6858000"/>
              <a:gd name="connsiteX100" fmla="*/ 2800768 w 7467600"/>
              <a:gd name="connsiteY100" fmla="*/ 5010056 h 6858000"/>
              <a:gd name="connsiteX101" fmla="*/ 2879408 w 7467600"/>
              <a:gd name="connsiteY101" fmla="*/ 5031590 h 6858000"/>
              <a:gd name="connsiteX102" fmla="*/ 2862295 w 7467600"/>
              <a:gd name="connsiteY102" fmla="*/ 5022958 h 6858000"/>
              <a:gd name="connsiteX103" fmla="*/ 2813343 w 7467600"/>
              <a:gd name="connsiteY103" fmla="*/ 4998369 h 6858000"/>
              <a:gd name="connsiteX104" fmla="*/ 2646245 w 7467600"/>
              <a:gd name="connsiteY104" fmla="*/ 4930999 h 6858000"/>
              <a:gd name="connsiteX105" fmla="*/ 1999243 w 7467600"/>
              <a:gd name="connsiteY105" fmla="*/ 4730524 h 6858000"/>
              <a:gd name="connsiteX106" fmla="*/ 1979527 w 7467600"/>
              <a:gd name="connsiteY106" fmla="*/ 4726651 h 6858000"/>
              <a:gd name="connsiteX107" fmla="*/ 1927410 w 7467600"/>
              <a:gd name="connsiteY107" fmla="*/ 4716164 h 6858000"/>
              <a:gd name="connsiteX108" fmla="*/ 1997014 w 7467600"/>
              <a:gd name="connsiteY108" fmla="*/ 4698007 h 6858000"/>
              <a:gd name="connsiteX109" fmla="*/ 2005458 w 7467600"/>
              <a:gd name="connsiteY109" fmla="*/ 4699540 h 6858000"/>
              <a:gd name="connsiteX110" fmla="*/ 2657186 w 7467600"/>
              <a:gd name="connsiteY110" fmla="*/ 4901687 h 6858000"/>
              <a:gd name="connsiteX111" fmla="*/ 2826662 w 7467600"/>
              <a:gd name="connsiteY111" fmla="*/ 4970362 h 6858000"/>
              <a:gd name="connsiteX112" fmla="*/ 2876100 w 7467600"/>
              <a:gd name="connsiteY112" fmla="*/ 4995397 h 6858000"/>
              <a:gd name="connsiteX113" fmla="*/ 3042600 w 7467600"/>
              <a:gd name="connsiteY113" fmla="*/ 5059532 h 6858000"/>
              <a:gd name="connsiteX114" fmla="*/ 1997014 w 7467600"/>
              <a:gd name="connsiteY114" fmla="*/ 4698007 h 6858000"/>
              <a:gd name="connsiteX115" fmla="*/ 2305292 w 7467600"/>
              <a:gd name="connsiteY115" fmla="*/ 4219492 h 6858000"/>
              <a:gd name="connsiteX116" fmla="*/ 3360922 w 7467600"/>
              <a:gd name="connsiteY116" fmla="*/ 4529373 h 6858000"/>
              <a:gd name="connsiteX117" fmla="*/ 3492420 w 7467600"/>
              <a:gd name="connsiteY117" fmla="*/ 4510145 h 6858000"/>
              <a:gd name="connsiteX118" fmla="*/ 3364086 w 7467600"/>
              <a:gd name="connsiteY118" fmla="*/ 4480340 h 6858000"/>
              <a:gd name="connsiteX119" fmla="*/ 3225818 w 7467600"/>
              <a:gd name="connsiteY119" fmla="*/ 4411822 h 6858000"/>
              <a:gd name="connsiteX120" fmla="*/ 3129696 w 7467600"/>
              <a:gd name="connsiteY120" fmla="*/ 4360704 h 6858000"/>
              <a:gd name="connsiteX121" fmla="*/ 2814545 w 7467600"/>
              <a:gd name="connsiteY121" fmla="*/ 4282955 h 6858000"/>
              <a:gd name="connsiteX122" fmla="*/ 2305292 w 7467600"/>
              <a:gd name="connsiteY122" fmla="*/ 4219492 h 6858000"/>
              <a:gd name="connsiteX123" fmla="*/ 2626982 w 7467600"/>
              <a:gd name="connsiteY123" fmla="*/ 4206450 h 6858000"/>
              <a:gd name="connsiteX124" fmla="*/ 2490617 w 7467600"/>
              <a:gd name="connsiteY124" fmla="*/ 4206951 h 6858000"/>
              <a:gd name="connsiteX125" fmla="*/ 2819869 w 7467600"/>
              <a:gd name="connsiteY125" fmla="*/ 4252936 h 6858000"/>
              <a:gd name="connsiteX126" fmla="*/ 3143018 w 7467600"/>
              <a:gd name="connsiteY126" fmla="*/ 4332698 h 6858000"/>
              <a:gd name="connsiteX127" fmla="*/ 3241520 w 7467600"/>
              <a:gd name="connsiteY127" fmla="*/ 4385112 h 6858000"/>
              <a:gd name="connsiteX128" fmla="*/ 3374575 w 7467600"/>
              <a:gd name="connsiteY128" fmla="*/ 4451517 h 6858000"/>
              <a:gd name="connsiteX129" fmla="*/ 3505221 w 7467600"/>
              <a:gd name="connsiteY129" fmla="*/ 4480757 h 6858000"/>
              <a:gd name="connsiteX130" fmla="*/ 2626982 w 7467600"/>
              <a:gd name="connsiteY130" fmla="*/ 4206450 h 6858000"/>
              <a:gd name="connsiteX131" fmla="*/ 1310106 w 7467600"/>
              <a:gd name="connsiteY131" fmla="*/ 3943217 h 6858000"/>
              <a:gd name="connsiteX132" fmla="*/ 854994 w 7467600"/>
              <a:gd name="connsiteY132" fmla="*/ 4399136 h 6858000"/>
              <a:gd name="connsiteX133" fmla="*/ 742462 w 7467600"/>
              <a:gd name="connsiteY133" fmla="*/ 4594648 h 6858000"/>
              <a:gd name="connsiteX134" fmla="*/ 820602 w 7467600"/>
              <a:gd name="connsiteY134" fmla="*/ 4485915 h 6858000"/>
              <a:gd name="connsiteX135" fmla="*/ 878295 w 7467600"/>
              <a:gd name="connsiteY135" fmla="*/ 4403594 h 6858000"/>
              <a:gd name="connsiteX136" fmla="*/ 1240607 w 7467600"/>
              <a:gd name="connsiteY136" fmla="*/ 4010401 h 6858000"/>
              <a:gd name="connsiteX137" fmla="*/ 1310106 w 7467600"/>
              <a:gd name="connsiteY137" fmla="*/ 3943217 h 6858000"/>
              <a:gd name="connsiteX138" fmla="*/ 1423113 w 7467600"/>
              <a:gd name="connsiteY138" fmla="*/ 3874565 h 6858000"/>
              <a:gd name="connsiteX139" fmla="*/ 1260565 w 7467600"/>
              <a:gd name="connsiteY139" fmla="*/ 4031982 h 6858000"/>
              <a:gd name="connsiteX140" fmla="*/ 901900 w 7467600"/>
              <a:gd name="connsiteY140" fmla="*/ 4421236 h 6858000"/>
              <a:gd name="connsiteX141" fmla="*/ 845044 w 7467600"/>
              <a:gd name="connsiteY141" fmla="*/ 4502436 h 6858000"/>
              <a:gd name="connsiteX142" fmla="*/ 685926 w 7467600"/>
              <a:gd name="connsiteY142" fmla="*/ 4703069 h 6858000"/>
              <a:gd name="connsiteX143" fmla="*/ 684248 w 7467600"/>
              <a:gd name="connsiteY143" fmla="*/ 4706721 h 6858000"/>
              <a:gd name="connsiteX144" fmla="*/ 1423113 w 7467600"/>
              <a:gd name="connsiteY144" fmla="*/ 3874565 h 6858000"/>
              <a:gd name="connsiteX145" fmla="*/ 3316479 w 7467600"/>
              <a:gd name="connsiteY145" fmla="*/ 3872136 h 6858000"/>
              <a:gd name="connsiteX146" fmla="*/ 3546806 w 7467600"/>
              <a:gd name="connsiteY146" fmla="*/ 4356139 h 6858000"/>
              <a:gd name="connsiteX147" fmla="*/ 3364433 w 7467600"/>
              <a:gd name="connsiteY147" fmla="*/ 3953121 h 6858000"/>
              <a:gd name="connsiteX148" fmla="*/ 3316479 w 7467600"/>
              <a:gd name="connsiteY148" fmla="*/ 3872136 h 6858000"/>
              <a:gd name="connsiteX149" fmla="*/ 3291335 w 7467600"/>
              <a:gd name="connsiteY149" fmla="*/ 3767420 h 6858000"/>
              <a:gd name="connsiteX150" fmla="*/ 3390805 w 7467600"/>
              <a:gd name="connsiteY150" fmla="*/ 3937163 h 6858000"/>
              <a:gd name="connsiteX151" fmla="*/ 3579062 w 7467600"/>
              <a:gd name="connsiteY151" fmla="*/ 4359040 h 6858000"/>
              <a:gd name="connsiteX152" fmla="*/ 3467355 w 7467600"/>
              <a:gd name="connsiteY152" fmla="*/ 3988130 h 6858000"/>
              <a:gd name="connsiteX153" fmla="*/ 3310753 w 7467600"/>
              <a:gd name="connsiteY153" fmla="*/ 3787140 h 6858000"/>
              <a:gd name="connsiteX154" fmla="*/ 3291335 w 7467600"/>
              <a:gd name="connsiteY154" fmla="*/ 3767420 h 6858000"/>
              <a:gd name="connsiteX155" fmla="*/ 1635889 w 7467600"/>
              <a:gd name="connsiteY155" fmla="*/ 3709494 h 6858000"/>
              <a:gd name="connsiteX156" fmla="*/ 1634800 w 7467600"/>
              <a:gd name="connsiteY156" fmla="*/ 3731111 h 6858000"/>
              <a:gd name="connsiteX157" fmla="*/ 1635889 w 7467600"/>
              <a:gd name="connsiteY157" fmla="*/ 3709494 h 6858000"/>
              <a:gd name="connsiteX158" fmla="*/ 1510397 w 7467600"/>
              <a:gd name="connsiteY158" fmla="*/ 3684705 h 6858000"/>
              <a:gd name="connsiteX159" fmla="*/ 1146550 w 7467600"/>
              <a:gd name="connsiteY159" fmla="*/ 3802012 h 6858000"/>
              <a:gd name="connsiteX160" fmla="*/ 698834 w 7467600"/>
              <a:gd name="connsiteY160" fmla="*/ 3952272 h 6858000"/>
              <a:gd name="connsiteX161" fmla="*/ 34256 w 7467600"/>
              <a:gd name="connsiteY161" fmla="*/ 4347603 h 6858000"/>
              <a:gd name="connsiteX162" fmla="*/ 527241 w 7467600"/>
              <a:gd name="connsiteY162" fmla="*/ 4065078 h 6858000"/>
              <a:gd name="connsiteX163" fmla="*/ 1510397 w 7467600"/>
              <a:gd name="connsiteY163" fmla="*/ 3684705 h 6858000"/>
              <a:gd name="connsiteX164" fmla="*/ 1313114 w 7467600"/>
              <a:gd name="connsiteY164" fmla="*/ 3655216 h 6858000"/>
              <a:gd name="connsiteX165" fmla="*/ 1109304 w 7467600"/>
              <a:gd name="connsiteY165" fmla="*/ 3669030 h 6858000"/>
              <a:gd name="connsiteX166" fmla="*/ 8129 w 7467600"/>
              <a:gd name="connsiteY166" fmla="*/ 4330519 h 6858000"/>
              <a:gd name="connsiteX167" fmla="*/ 687572 w 7467600"/>
              <a:gd name="connsiteY167" fmla="*/ 3925629 h 6858000"/>
              <a:gd name="connsiteX168" fmla="*/ 1138365 w 7467600"/>
              <a:gd name="connsiteY168" fmla="*/ 3774515 h 6858000"/>
              <a:gd name="connsiteX169" fmla="*/ 1505579 w 7467600"/>
              <a:gd name="connsiteY169" fmla="*/ 3655526 h 6858000"/>
              <a:gd name="connsiteX170" fmla="*/ 1313114 w 7467600"/>
              <a:gd name="connsiteY170" fmla="*/ 3655216 h 6858000"/>
              <a:gd name="connsiteX171" fmla="*/ 3655073 w 7467600"/>
              <a:gd name="connsiteY171" fmla="*/ 3650884 h 6858000"/>
              <a:gd name="connsiteX172" fmla="*/ 3989938 w 7467600"/>
              <a:gd name="connsiteY172" fmla="*/ 3991685 h 6858000"/>
              <a:gd name="connsiteX173" fmla="*/ 4393907 w 7467600"/>
              <a:gd name="connsiteY173" fmla="*/ 4261258 h 6858000"/>
              <a:gd name="connsiteX174" fmla="*/ 4648051 w 7467600"/>
              <a:gd name="connsiteY174" fmla="*/ 4374051 h 6858000"/>
              <a:gd name="connsiteX175" fmla="*/ 4383389 w 7467600"/>
              <a:gd name="connsiteY175" fmla="*/ 4184369 h 6858000"/>
              <a:gd name="connsiteX176" fmla="*/ 4165508 w 7467600"/>
              <a:gd name="connsiteY176" fmla="*/ 4035196 h 6858000"/>
              <a:gd name="connsiteX177" fmla="*/ 4068162 w 7467600"/>
              <a:gd name="connsiteY177" fmla="*/ 3953394 h 6858000"/>
              <a:gd name="connsiteX178" fmla="*/ 3981416 w 7467600"/>
              <a:gd name="connsiteY178" fmla="*/ 3880482 h 6858000"/>
              <a:gd name="connsiteX179" fmla="*/ 3800147 w 7467600"/>
              <a:gd name="connsiteY179" fmla="*/ 3749872 h 6858000"/>
              <a:gd name="connsiteX180" fmla="*/ 3655073 w 7467600"/>
              <a:gd name="connsiteY180" fmla="*/ 3650884 h 6858000"/>
              <a:gd name="connsiteX181" fmla="*/ 3670252 w 7467600"/>
              <a:gd name="connsiteY181" fmla="*/ 3622798 h 6858000"/>
              <a:gd name="connsiteX182" fmla="*/ 3817258 w 7467600"/>
              <a:gd name="connsiteY182" fmla="*/ 3723577 h 6858000"/>
              <a:gd name="connsiteX183" fmla="*/ 4000461 w 7467600"/>
              <a:gd name="connsiteY183" fmla="*/ 3855966 h 6858000"/>
              <a:gd name="connsiteX184" fmla="*/ 4088180 w 7467600"/>
              <a:gd name="connsiteY184" fmla="*/ 3929774 h 6858000"/>
              <a:gd name="connsiteX185" fmla="*/ 4184555 w 7467600"/>
              <a:gd name="connsiteY185" fmla="*/ 4010683 h 6858000"/>
              <a:gd name="connsiteX186" fmla="*/ 4399563 w 7467600"/>
              <a:gd name="connsiteY186" fmla="*/ 4158106 h 6858000"/>
              <a:gd name="connsiteX187" fmla="*/ 4684469 w 7467600"/>
              <a:gd name="connsiteY187" fmla="*/ 4364680 h 6858000"/>
              <a:gd name="connsiteX188" fmla="*/ 4690271 w 7467600"/>
              <a:gd name="connsiteY188" fmla="*/ 4370034 h 6858000"/>
              <a:gd name="connsiteX189" fmla="*/ 4136093 w 7467600"/>
              <a:gd name="connsiteY189" fmla="*/ 3858466 h 6858000"/>
              <a:gd name="connsiteX190" fmla="*/ 3670252 w 7467600"/>
              <a:gd name="connsiteY190" fmla="*/ 3622798 h 6858000"/>
              <a:gd name="connsiteX191" fmla="*/ 4440129 w 7467600"/>
              <a:gd name="connsiteY191" fmla="*/ 3448571 h 6858000"/>
              <a:gd name="connsiteX192" fmla="*/ 4856525 w 7467600"/>
              <a:gd name="connsiteY192" fmla="*/ 3915351 h 6858000"/>
              <a:gd name="connsiteX193" fmla="*/ 5059055 w 7467600"/>
              <a:gd name="connsiteY193" fmla="*/ 4108918 h 6858000"/>
              <a:gd name="connsiteX194" fmla="*/ 5290070 w 7467600"/>
              <a:gd name="connsiteY194" fmla="*/ 4263619 h 6858000"/>
              <a:gd name="connsiteX195" fmla="*/ 4834991 w 7467600"/>
              <a:gd name="connsiteY195" fmla="*/ 3830985 h 6858000"/>
              <a:gd name="connsiteX196" fmla="*/ 4440129 w 7467600"/>
              <a:gd name="connsiteY196" fmla="*/ 3448571 h 6858000"/>
              <a:gd name="connsiteX197" fmla="*/ 4441737 w 7467600"/>
              <a:gd name="connsiteY197" fmla="*/ 3399734 h 6858000"/>
              <a:gd name="connsiteX198" fmla="*/ 4431236 w 7467600"/>
              <a:gd name="connsiteY198" fmla="*/ 3400954 h 6858000"/>
              <a:gd name="connsiteX199" fmla="*/ 4557150 w 7467600"/>
              <a:gd name="connsiteY199" fmla="*/ 3510023 h 6858000"/>
              <a:gd name="connsiteX200" fmla="*/ 4856936 w 7467600"/>
              <a:gd name="connsiteY200" fmla="*/ 3809146 h 6858000"/>
              <a:gd name="connsiteX201" fmla="*/ 5111996 w 7467600"/>
              <a:gd name="connsiteY201" fmla="*/ 4065759 h 6858000"/>
              <a:gd name="connsiteX202" fmla="*/ 5388878 w 7467600"/>
              <a:gd name="connsiteY202" fmla="*/ 4300185 h 6858000"/>
              <a:gd name="connsiteX203" fmla="*/ 5425556 w 7467600"/>
              <a:gd name="connsiteY203" fmla="*/ 4308967 h 6858000"/>
              <a:gd name="connsiteX204" fmla="*/ 4943646 w 7467600"/>
              <a:gd name="connsiteY204" fmla="*/ 3822916 h 6858000"/>
              <a:gd name="connsiteX205" fmla="*/ 4594837 w 7467600"/>
              <a:gd name="connsiteY205" fmla="*/ 3532274 h 6858000"/>
              <a:gd name="connsiteX206" fmla="*/ 4441737 w 7467600"/>
              <a:gd name="connsiteY206" fmla="*/ 3399734 h 6858000"/>
              <a:gd name="connsiteX207" fmla="*/ 5425834 w 7467600"/>
              <a:gd name="connsiteY207" fmla="*/ 3162785 h 6858000"/>
              <a:gd name="connsiteX208" fmla="*/ 5401644 w 7467600"/>
              <a:gd name="connsiteY208" fmla="*/ 3617847 h 6858000"/>
              <a:gd name="connsiteX209" fmla="*/ 5467256 w 7467600"/>
              <a:gd name="connsiteY209" fmla="*/ 4175494 h 6858000"/>
              <a:gd name="connsiteX210" fmla="*/ 5448069 w 7467600"/>
              <a:gd name="connsiteY210" fmla="*/ 3567554 h 6858000"/>
              <a:gd name="connsiteX211" fmla="*/ 5425834 w 7467600"/>
              <a:gd name="connsiteY211" fmla="*/ 3162785 h 6858000"/>
              <a:gd name="connsiteX212" fmla="*/ 1318687 w 7467600"/>
              <a:gd name="connsiteY212" fmla="*/ 3113840 h 6858000"/>
              <a:gd name="connsiteX213" fmla="*/ 1066793 w 7467600"/>
              <a:gd name="connsiteY213" fmla="*/ 3212171 h 6858000"/>
              <a:gd name="connsiteX214" fmla="*/ 993319 w 7467600"/>
              <a:gd name="connsiteY214" fmla="*/ 3247648 h 6858000"/>
              <a:gd name="connsiteX215" fmla="*/ 853081 w 7467600"/>
              <a:gd name="connsiteY215" fmla="*/ 3312410 h 6858000"/>
              <a:gd name="connsiteX216" fmla="*/ 805957 w 7467600"/>
              <a:gd name="connsiteY216" fmla="*/ 3330443 h 6858000"/>
              <a:gd name="connsiteX217" fmla="*/ 1318687 w 7467600"/>
              <a:gd name="connsiteY217" fmla="*/ 3113840 h 6858000"/>
              <a:gd name="connsiteX218" fmla="*/ 5453702 w 7467600"/>
              <a:gd name="connsiteY218" fmla="*/ 3090882 h 6858000"/>
              <a:gd name="connsiteX219" fmla="*/ 5480135 w 7467600"/>
              <a:gd name="connsiteY219" fmla="*/ 3565802 h 6858000"/>
              <a:gd name="connsiteX220" fmla="*/ 5499023 w 7467600"/>
              <a:gd name="connsiteY220" fmla="*/ 4166310 h 6858000"/>
              <a:gd name="connsiteX221" fmla="*/ 5547022 w 7467600"/>
              <a:gd name="connsiteY221" fmla="*/ 3607838 h 6858000"/>
              <a:gd name="connsiteX222" fmla="*/ 5515964 w 7467600"/>
              <a:gd name="connsiteY222" fmla="*/ 3378541 h 6858000"/>
              <a:gd name="connsiteX223" fmla="*/ 5453702 w 7467600"/>
              <a:gd name="connsiteY223" fmla="*/ 3090882 h 6858000"/>
              <a:gd name="connsiteX224" fmla="*/ 1238695 w 7467600"/>
              <a:gd name="connsiteY224" fmla="*/ 3076820 h 6858000"/>
              <a:gd name="connsiteX225" fmla="*/ 716371 w 7467600"/>
              <a:gd name="connsiteY225" fmla="*/ 3293249 h 6858000"/>
              <a:gd name="connsiteX226" fmla="*/ 579522 w 7467600"/>
              <a:gd name="connsiteY226" fmla="*/ 3371759 h 6858000"/>
              <a:gd name="connsiteX227" fmla="*/ 600288 w 7467600"/>
              <a:gd name="connsiteY227" fmla="*/ 3365555 h 6858000"/>
              <a:gd name="connsiteX228" fmla="*/ 840692 w 7467600"/>
              <a:gd name="connsiteY228" fmla="*/ 3284921 h 6858000"/>
              <a:gd name="connsiteX229" fmla="*/ 979248 w 7467600"/>
              <a:gd name="connsiteY229" fmla="*/ 3221003 h 6858000"/>
              <a:gd name="connsiteX230" fmla="*/ 1053282 w 7467600"/>
              <a:gd name="connsiteY230" fmla="*/ 3185247 h 6858000"/>
              <a:gd name="connsiteX231" fmla="*/ 1320603 w 7467600"/>
              <a:gd name="connsiteY231" fmla="*/ 3081281 h 6858000"/>
              <a:gd name="connsiteX232" fmla="*/ 1238695 w 7467600"/>
              <a:gd name="connsiteY232" fmla="*/ 3076820 h 6858000"/>
              <a:gd name="connsiteX233" fmla="*/ 5425627 w 7467600"/>
              <a:gd name="connsiteY233" fmla="*/ 2954192 h 6858000"/>
              <a:gd name="connsiteX234" fmla="*/ 5470770 w 7467600"/>
              <a:gd name="connsiteY234" fmla="*/ 3005435 h 6858000"/>
              <a:gd name="connsiteX235" fmla="*/ 5519779 w 7467600"/>
              <a:gd name="connsiteY235" fmla="*/ 4359223 h 6858000"/>
              <a:gd name="connsiteX236" fmla="*/ 5520293 w 7467600"/>
              <a:gd name="connsiteY236" fmla="*/ 4360602 h 6858000"/>
              <a:gd name="connsiteX237" fmla="*/ 5767221 w 7467600"/>
              <a:gd name="connsiteY237" fmla="*/ 4665564 h 6858000"/>
              <a:gd name="connsiteX238" fmla="*/ 6937169 w 7467600"/>
              <a:gd name="connsiteY238" fmla="*/ 4815941 h 6858000"/>
              <a:gd name="connsiteX239" fmla="*/ 6953922 w 7467600"/>
              <a:gd name="connsiteY239" fmla="*/ 4890068 h 6858000"/>
              <a:gd name="connsiteX240" fmla="*/ 6071359 w 7467600"/>
              <a:gd name="connsiteY240" fmla="*/ 4770770 h 6858000"/>
              <a:gd name="connsiteX241" fmla="*/ 6038839 w 7467600"/>
              <a:gd name="connsiteY241" fmla="*/ 4764474 h 6858000"/>
              <a:gd name="connsiteX242" fmla="*/ 6038706 w 7467600"/>
              <a:gd name="connsiteY242" fmla="*/ 4763847 h 6858000"/>
              <a:gd name="connsiteX243" fmla="*/ 6037784 w 7467600"/>
              <a:gd name="connsiteY243" fmla="*/ 4764270 h 6858000"/>
              <a:gd name="connsiteX244" fmla="*/ 6038839 w 7467600"/>
              <a:gd name="connsiteY244" fmla="*/ 4764474 h 6858000"/>
              <a:gd name="connsiteX245" fmla="*/ 6040338 w 7467600"/>
              <a:gd name="connsiteY245" fmla="*/ 4771418 h 6858000"/>
              <a:gd name="connsiteX246" fmla="*/ 6024488 w 7467600"/>
              <a:gd name="connsiteY246" fmla="*/ 4809903 h 6858000"/>
              <a:gd name="connsiteX247" fmla="*/ 5599771 w 7467600"/>
              <a:gd name="connsiteY247" fmla="*/ 5509652 h 6858000"/>
              <a:gd name="connsiteX248" fmla="*/ 5548843 w 7467600"/>
              <a:gd name="connsiteY248" fmla="*/ 5563845 h 6858000"/>
              <a:gd name="connsiteX249" fmla="*/ 5940952 w 7467600"/>
              <a:gd name="connsiteY249" fmla="*/ 6250028 h 6858000"/>
              <a:gd name="connsiteX250" fmla="*/ 6043441 w 7467600"/>
              <a:gd name="connsiteY250" fmla="*/ 6665847 h 6858000"/>
              <a:gd name="connsiteX251" fmla="*/ 6093432 w 7467600"/>
              <a:gd name="connsiteY251" fmla="*/ 6858000 h 6858000"/>
              <a:gd name="connsiteX252" fmla="*/ 6034344 w 7467600"/>
              <a:gd name="connsiteY252" fmla="*/ 6858000 h 6858000"/>
              <a:gd name="connsiteX253" fmla="*/ 6026679 w 7467600"/>
              <a:gd name="connsiteY253" fmla="*/ 6836959 h 6858000"/>
              <a:gd name="connsiteX254" fmla="*/ 5800441 w 7467600"/>
              <a:gd name="connsiteY254" fmla="*/ 6335286 h 6858000"/>
              <a:gd name="connsiteX255" fmla="*/ 5526562 w 7467600"/>
              <a:gd name="connsiteY255" fmla="*/ 5705388 h 6858000"/>
              <a:gd name="connsiteX256" fmla="*/ 5519640 w 7467600"/>
              <a:gd name="connsiteY256" fmla="*/ 5683774 h 6858000"/>
              <a:gd name="connsiteX257" fmla="*/ 5844559 w 7467600"/>
              <a:gd name="connsiteY257" fmla="*/ 6553349 h 6858000"/>
              <a:gd name="connsiteX258" fmla="*/ 5975994 w 7467600"/>
              <a:gd name="connsiteY258" fmla="*/ 6858000 h 6858000"/>
              <a:gd name="connsiteX259" fmla="*/ 5898547 w 7467600"/>
              <a:gd name="connsiteY259" fmla="*/ 6858000 h 6858000"/>
              <a:gd name="connsiteX260" fmla="*/ 5682041 w 7467600"/>
              <a:gd name="connsiteY260" fmla="*/ 6355860 h 6858000"/>
              <a:gd name="connsiteX261" fmla="*/ 5461758 w 7467600"/>
              <a:gd name="connsiteY261" fmla="*/ 5820220 h 6858000"/>
              <a:gd name="connsiteX262" fmla="*/ 5237282 w 7467600"/>
              <a:gd name="connsiteY262" fmla="*/ 6579086 h 6858000"/>
              <a:gd name="connsiteX263" fmla="*/ 5115009 w 7467600"/>
              <a:gd name="connsiteY263" fmla="*/ 6858000 h 6858000"/>
              <a:gd name="connsiteX264" fmla="*/ 5028074 w 7467600"/>
              <a:gd name="connsiteY264" fmla="*/ 6858000 h 6858000"/>
              <a:gd name="connsiteX265" fmla="*/ 5079508 w 7467600"/>
              <a:gd name="connsiteY265" fmla="*/ 6749074 h 6858000"/>
              <a:gd name="connsiteX266" fmla="*/ 5371846 w 7467600"/>
              <a:gd name="connsiteY266" fmla="*/ 5924413 h 6858000"/>
              <a:gd name="connsiteX267" fmla="*/ 5270512 w 7467600"/>
              <a:gd name="connsiteY267" fmla="*/ 6138975 h 6858000"/>
              <a:gd name="connsiteX268" fmla="*/ 5062409 w 7467600"/>
              <a:gd name="connsiteY268" fmla="*/ 6653544 h 6858000"/>
              <a:gd name="connsiteX269" fmla="*/ 5036628 w 7467600"/>
              <a:gd name="connsiteY269" fmla="*/ 6754247 h 6858000"/>
              <a:gd name="connsiteX270" fmla="*/ 5009112 w 7467600"/>
              <a:gd name="connsiteY270" fmla="*/ 6858000 h 6858000"/>
              <a:gd name="connsiteX271" fmla="*/ 4976679 w 7467600"/>
              <a:gd name="connsiteY271" fmla="*/ 6858000 h 6858000"/>
              <a:gd name="connsiteX272" fmla="*/ 5006537 w 7467600"/>
              <a:gd name="connsiteY272" fmla="*/ 6747068 h 6858000"/>
              <a:gd name="connsiteX273" fmla="*/ 5032723 w 7467600"/>
              <a:gd name="connsiteY273" fmla="*/ 6644957 h 6858000"/>
              <a:gd name="connsiteX274" fmla="*/ 5242949 w 7467600"/>
              <a:gd name="connsiteY274" fmla="*/ 6125175 h 6858000"/>
              <a:gd name="connsiteX275" fmla="*/ 5286321 w 7467600"/>
              <a:gd name="connsiteY275" fmla="*/ 6033555 h 6858000"/>
              <a:gd name="connsiteX276" fmla="*/ 5008210 w 7467600"/>
              <a:gd name="connsiteY276" fmla="*/ 6649194 h 6858000"/>
              <a:gd name="connsiteX277" fmla="*/ 4986321 w 7467600"/>
              <a:gd name="connsiteY277" fmla="*/ 6765687 h 6858000"/>
              <a:gd name="connsiteX278" fmla="*/ 4973474 w 7467600"/>
              <a:gd name="connsiteY278" fmla="*/ 6858000 h 6858000"/>
              <a:gd name="connsiteX279" fmla="*/ 4907178 w 7467600"/>
              <a:gd name="connsiteY279" fmla="*/ 6858000 h 6858000"/>
              <a:gd name="connsiteX280" fmla="*/ 4910810 w 7467600"/>
              <a:gd name="connsiteY280" fmla="*/ 6829660 h 6858000"/>
              <a:gd name="connsiteX281" fmla="*/ 4987461 w 7467600"/>
              <a:gd name="connsiteY281" fmla="*/ 6432994 h 6858000"/>
              <a:gd name="connsiteX282" fmla="*/ 5179262 w 7467600"/>
              <a:gd name="connsiteY282" fmla="*/ 6035044 h 6858000"/>
              <a:gd name="connsiteX283" fmla="*/ 4689678 w 7467600"/>
              <a:gd name="connsiteY283" fmla="*/ 6440241 h 6858000"/>
              <a:gd name="connsiteX284" fmla="*/ 4477543 w 7467600"/>
              <a:gd name="connsiteY284" fmla="*/ 6674836 h 6858000"/>
              <a:gd name="connsiteX285" fmla="*/ 4329957 w 7467600"/>
              <a:gd name="connsiteY285" fmla="*/ 6858000 h 6858000"/>
              <a:gd name="connsiteX286" fmla="*/ 4218595 w 7467600"/>
              <a:gd name="connsiteY286" fmla="*/ 6858000 h 6858000"/>
              <a:gd name="connsiteX287" fmla="*/ 4368888 w 7467600"/>
              <a:gd name="connsiteY287" fmla="*/ 6668412 h 6858000"/>
              <a:gd name="connsiteX288" fmla="*/ 4563091 w 7467600"/>
              <a:gd name="connsiteY288" fmla="*/ 6442508 h 6858000"/>
              <a:gd name="connsiteX289" fmla="*/ 5387324 w 7467600"/>
              <a:gd name="connsiteY289" fmla="*/ 5705830 h 6858000"/>
              <a:gd name="connsiteX290" fmla="*/ 5073620 w 7467600"/>
              <a:gd name="connsiteY290" fmla="*/ 5955437 h 6858000"/>
              <a:gd name="connsiteX291" fmla="*/ 4689789 w 7467600"/>
              <a:gd name="connsiteY291" fmla="*/ 6268382 h 6858000"/>
              <a:gd name="connsiteX292" fmla="*/ 4418722 w 7467600"/>
              <a:gd name="connsiteY292" fmla="*/ 6570886 h 6858000"/>
              <a:gd name="connsiteX293" fmla="*/ 4214944 w 7467600"/>
              <a:gd name="connsiteY293" fmla="*/ 6858000 h 6858000"/>
              <a:gd name="connsiteX294" fmla="*/ 4177898 w 7467600"/>
              <a:gd name="connsiteY294" fmla="*/ 6858000 h 6858000"/>
              <a:gd name="connsiteX295" fmla="*/ 4391597 w 7467600"/>
              <a:gd name="connsiteY295" fmla="*/ 6556370 h 6858000"/>
              <a:gd name="connsiteX296" fmla="*/ 4668889 w 7467600"/>
              <a:gd name="connsiteY296" fmla="*/ 6246399 h 6858000"/>
              <a:gd name="connsiteX297" fmla="*/ 5055427 w 7467600"/>
              <a:gd name="connsiteY297" fmla="*/ 5931476 h 6858000"/>
              <a:gd name="connsiteX298" fmla="*/ 5371814 w 7467600"/>
              <a:gd name="connsiteY298" fmla="*/ 5678975 h 6858000"/>
              <a:gd name="connsiteX299" fmla="*/ 4987918 w 7467600"/>
              <a:gd name="connsiteY299" fmla="*/ 5838701 h 6858000"/>
              <a:gd name="connsiteX300" fmla="*/ 4317146 w 7467600"/>
              <a:gd name="connsiteY300" fmla="*/ 6587716 h 6858000"/>
              <a:gd name="connsiteX301" fmla="*/ 4171627 w 7467600"/>
              <a:gd name="connsiteY301" fmla="*/ 6858000 h 6858000"/>
              <a:gd name="connsiteX302" fmla="*/ 4081585 w 7467600"/>
              <a:gd name="connsiteY302" fmla="*/ 6858000 h 6858000"/>
              <a:gd name="connsiteX303" fmla="*/ 4238603 w 7467600"/>
              <a:gd name="connsiteY303" fmla="*/ 6559341 h 6858000"/>
              <a:gd name="connsiteX304" fmla="*/ 4778333 w 7467600"/>
              <a:gd name="connsiteY304" fmla="*/ 5873626 h 6858000"/>
              <a:gd name="connsiteX305" fmla="*/ 5414185 w 7467600"/>
              <a:gd name="connsiteY305" fmla="*/ 5573882 h 6858000"/>
              <a:gd name="connsiteX306" fmla="*/ 5959648 w 7467600"/>
              <a:gd name="connsiteY306" fmla="*/ 4760797 h 6858000"/>
              <a:gd name="connsiteX307" fmla="*/ 5355019 w 7467600"/>
              <a:gd name="connsiteY307" fmla="*/ 4734672 h 6858000"/>
              <a:gd name="connsiteX308" fmla="*/ 5083565 w 7467600"/>
              <a:gd name="connsiteY308" fmla="*/ 5179121 h 6858000"/>
              <a:gd name="connsiteX309" fmla="*/ 4713577 w 7467600"/>
              <a:gd name="connsiteY309" fmla="*/ 5616803 h 6858000"/>
              <a:gd name="connsiteX310" fmla="*/ 3989559 w 7467600"/>
              <a:gd name="connsiteY310" fmla="*/ 6145945 h 6858000"/>
              <a:gd name="connsiteX311" fmla="*/ 3939824 w 7467600"/>
              <a:gd name="connsiteY311" fmla="*/ 6066900 h 6858000"/>
              <a:gd name="connsiteX312" fmla="*/ 4584537 w 7467600"/>
              <a:gd name="connsiteY312" fmla="*/ 5324826 h 6858000"/>
              <a:gd name="connsiteX313" fmla="*/ 5037105 w 7467600"/>
              <a:gd name="connsiteY313" fmla="*/ 5088765 h 6858000"/>
              <a:gd name="connsiteX314" fmla="*/ 5039930 w 7467600"/>
              <a:gd name="connsiteY314" fmla="*/ 5089585 h 6858000"/>
              <a:gd name="connsiteX315" fmla="*/ 5263764 w 7467600"/>
              <a:gd name="connsiteY315" fmla="*/ 4735525 h 6858000"/>
              <a:gd name="connsiteX316" fmla="*/ 4086300 w 7467600"/>
              <a:gd name="connsiteY316" fmla="*/ 4884599 h 6858000"/>
              <a:gd name="connsiteX317" fmla="*/ 4085485 w 7467600"/>
              <a:gd name="connsiteY317" fmla="*/ 4899070 h 6858000"/>
              <a:gd name="connsiteX318" fmla="*/ 3871915 w 7467600"/>
              <a:gd name="connsiteY318" fmla="*/ 5253645 h 6858000"/>
              <a:gd name="connsiteX319" fmla="*/ 3799374 w 7467600"/>
              <a:gd name="connsiteY319" fmla="*/ 5466127 h 6858000"/>
              <a:gd name="connsiteX320" fmla="*/ 3498850 w 7467600"/>
              <a:gd name="connsiteY320" fmla="*/ 6661888 h 6858000"/>
              <a:gd name="connsiteX321" fmla="*/ 3399216 w 7467600"/>
              <a:gd name="connsiteY321" fmla="*/ 6858000 h 6858000"/>
              <a:gd name="connsiteX322" fmla="*/ 3303688 w 7467600"/>
              <a:gd name="connsiteY322" fmla="*/ 6858000 h 6858000"/>
              <a:gd name="connsiteX323" fmla="*/ 3391774 w 7467600"/>
              <a:gd name="connsiteY323" fmla="*/ 6697181 h 6858000"/>
              <a:gd name="connsiteX324" fmla="*/ 3735540 w 7467600"/>
              <a:gd name="connsiteY324" fmla="*/ 5546923 h 6858000"/>
              <a:gd name="connsiteX325" fmla="*/ 3729438 w 7467600"/>
              <a:gd name="connsiteY325" fmla="*/ 5569058 h 6858000"/>
              <a:gd name="connsiteX326" fmla="*/ 3707782 w 7467600"/>
              <a:gd name="connsiteY326" fmla="*/ 5644908 h 6858000"/>
              <a:gd name="connsiteX327" fmla="*/ 3583827 w 7467600"/>
              <a:gd name="connsiteY327" fmla="*/ 6039215 h 6858000"/>
              <a:gd name="connsiteX328" fmla="*/ 3547861 w 7467600"/>
              <a:gd name="connsiteY328" fmla="*/ 6129609 h 6858000"/>
              <a:gd name="connsiteX329" fmla="*/ 3490905 w 7467600"/>
              <a:gd name="connsiteY329" fmla="*/ 6277660 h 6858000"/>
              <a:gd name="connsiteX330" fmla="*/ 3455859 w 7467600"/>
              <a:gd name="connsiteY330" fmla="*/ 6391301 h 6858000"/>
              <a:gd name="connsiteX331" fmla="*/ 3429112 w 7467600"/>
              <a:gd name="connsiteY331" fmla="*/ 6479469 h 6858000"/>
              <a:gd name="connsiteX332" fmla="*/ 3304862 w 7467600"/>
              <a:gd name="connsiteY332" fmla="*/ 6796476 h 6858000"/>
              <a:gd name="connsiteX333" fmla="*/ 3276071 w 7467600"/>
              <a:gd name="connsiteY333" fmla="*/ 6858000 h 6858000"/>
              <a:gd name="connsiteX334" fmla="*/ 3240805 w 7467600"/>
              <a:gd name="connsiteY334" fmla="*/ 6858000 h 6858000"/>
              <a:gd name="connsiteX335" fmla="*/ 3275917 w 7467600"/>
              <a:gd name="connsiteY335" fmla="*/ 6783192 h 6858000"/>
              <a:gd name="connsiteX336" fmla="*/ 3399358 w 7467600"/>
              <a:gd name="connsiteY336" fmla="*/ 6469011 h 6858000"/>
              <a:gd name="connsiteX337" fmla="*/ 3425650 w 7467600"/>
              <a:gd name="connsiteY337" fmla="*/ 6381333 h 6858000"/>
              <a:gd name="connsiteX338" fmla="*/ 3460661 w 7467600"/>
              <a:gd name="connsiteY338" fmla="*/ 6266763 h 6858000"/>
              <a:gd name="connsiteX339" fmla="*/ 3518021 w 7467600"/>
              <a:gd name="connsiteY339" fmla="*/ 6117298 h 6858000"/>
              <a:gd name="connsiteX340" fmla="*/ 3554035 w 7467600"/>
              <a:gd name="connsiteY340" fmla="*/ 6027832 h 6858000"/>
              <a:gd name="connsiteX341" fmla="*/ 3677174 w 7467600"/>
              <a:gd name="connsiteY341" fmla="*/ 5636351 h 6858000"/>
              <a:gd name="connsiteX342" fmla="*/ 3698819 w 7467600"/>
              <a:gd name="connsiteY342" fmla="*/ 5560503 h 6858000"/>
              <a:gd name="connsiteX343" fmla="*/ 3702094 w 7467600"/>
              <a:gd name="connsiteY343" fmla="*/ 5549194 h 6858000"/>
              <a:gd name="connsiteX344" fmla="*/ 3398355 w 7467600"/>
              <a:gd name="connsiteY344" fmla="*/ 6094603 h 6858000"/>
              <a:gd name="connsiteX345" fmla="*/ 3193941 w 7467600"/>
              <a:gd name="connsiteY345" fmla="*/ 6798775 h 6858000"/>
              <a:gd name="connsiteX346" fmla="*/ 3184140 w 7467600"/>
              <a:gd name="connsiteY346" fmla="*/ 6858000 h 6858000"/>
              <a:gd name="connsiteX347" fmla="*/ 3099978 w 7467600"/>
              <a:gd name="connsiteY347" fmla="*/ 6858000 h 6858000"/>
              <a:gd name="connsiteX348" fmla="*/ 3101556 w 7467600"/>
              <a:gd name="connsiteY348" fmla="*/ 6843337 h 6858000"/>
              <a:gd name="connsiteX349" fmla="*/ 3370162 w 7467600"/>
              <a:gd name="connsiteY349" fmla="*/ 5785550 h 6858000"/>
              <a:gd name="connsiteX350" fmla="*/ 3746477 w 7467600"/>
              <a:gd name="connsiteY350" fmla="*/ 5377889 h 6858000"/>
              <a:gd name="connsiteX351" fmla="*/ 3863399 w 7467600"/>
              <a:gd name="connsiteY351" fmla="*/ 5087257 h 6858000"/>
              <a:gd name="connsiteX352" fmla="*/ 3968712 w 7467600"/>
              <a:gd name="connsiteY352" fmla="*/ 4913989 h 6858000"/>
              <a:gd name="connsiteX353" fmla="*/ 2792390 w 7467600"/>
              <a:gd name="connsiteY353" fmla="*/ 5382974 h 6858000"/>
              <a:gd name="connsiteX354" fmla="*/ 2714982 w 7467600"/>
              <a:gd name="connsiteY354" fmla="*/ 5427051 h 6858000"/>
              <a:gd name="connsiteX355" fmla="*/ 2813361 w 7467600"/>
              <a:gd name="connsiteY355" fmla="*/ 6023912 h 6858000"/>
              <a:gd name="connsiteX356" fmla="*/ 2688430 w 7467600"/>
              <a:gd name="connsiteY356" fmla="*/ 6801564 h 6858000"/>
              <a:gd name="connsiteX357" fmla="*/ 2629626 w 7467600"/>
              <a:gd name="connsiteY357" fmla="*/ 6763394 h 6858000"/>
              <a:gd name="connsiteX358" fmla="*/ 2565328 w 7467600"/>
              <a:gd name="connsiteY358" fmla="*/ 5516399 h 6858000"/>
              <a:gd name="connsiteX359" fmla="*/ 1922999 w 7467600"/>
              <a:gd name="connsiteY359" fmla="*/ 5980343 h 6858000"/>
              <a:gd name="connsiteX360" fmla="*/ 1950261 w 7467600"/>
              <a:gd name="connsiteY360" fmla="*/ 6405858 h 6858000"/>
              <a:gd name="connsiteX361" fmla="*/ 2365554 w 7467600"/>
              <a:gd name="connsiteY361" fmla="*/ 6759107 h 6858000"/>
              <a:gd name="connsiteX362" fmla="*/ 2424142 w 7467600"/>
              <a:gd name="connsiteY362" fmla="*/ 6858000 h 6858000"/>
              <a:gd name="connsiteX363" fmla="*/ 2395994 w 7467600"/>
              <a:gd name="connsiteY363" fmla="*/ 6858000 h 6858000"/>
              <a:gd name="connsiteX364" fmla="*/ 2392863 w 7467600"/>
              <a:gd name="connsiteY364" fmla="*/ 6852964 h 6858000"/>
              <a:gd name="connsiteX365" fmla="*/ 2017589 w 7467600"/>
              <a:gd name="connsiteY365" fmla="*/ 6493982 h 6858000"/>
              <a:gd name="connsiteX366" fmla="*/ 2147336 w 7467600"/>
              <a:gd name="connsiteY366" fmla="*/ 6594052 h 6858000"/>
              <a:gd name="connsiteX367" fmla="*/ 2207047 w 7467600"/>
              <a:gd name="connsiteY367" fmla="*/ 6654540 h 6858000"/>
              <a:gd name="connsiteX368" fmla="*/ 2299106 w 7467600"/>
              <a:gd name="connsiteY368" fmla="*/ 6778931 h 6858000"/>
              <a:gd name="connsiteX369" fmla="*/ 2314430 w 7467600"/>
              <a:gd name="connsiteY369" fmla="*/ 6801144 h 6858000"/>
              <a:gd name="connsiteX370" fmla="*/ 2352406 w 7467600"/>
              <a:gd name="connsiteY370" fmla="*/ 6858000 h 6858000"/>
              <a:gd name="connsiteX371" fmla="*/ 2314492 w 7467600"/>
              <a:gd name="connsiteY371" fmla="*/ 6858000 h 6858000"/>
              <a:gd name="connsiteX372" fmla="*/ 2288095 w 7467600"/>
              <a:gd name="connsiteY372" fmla="*/ 6818030 h 6858000"/>
              <a:gd name="connsiteX373" fmla="*/ 2272768 w 7467600"/>
              <a:gd name="connsiteY373" fmla="*/ 6795822 h 6858000"/>
              <a:gd name="connsiteX374" fmla="*/ 2182715 w 7467600"/>
              <a:gd name="connsiteY374" fmla="*/ 6675071 h 6858000"/>
              <a:gd name="connsiteX375" fmla="*/ 2032061 w 7467600"/>
              <a:gd name="connsiteY375" fmla="*/ 6541380 h 6858000"/>
              <a:gd name="connsiteX376" fmla="*/ 2257220 w 7467600"/>
              <a:gd name="connsiteY376" fmla="*/ 6826257 h 6858000"/>
              <a:gd name="connsiteX377" fmla="*/ 2281324 w 7467600"/>
              <a:gd name="connsiteY377" fmla="*/ 6858000 h 6858000"/>
              <a:gd name="connsiteX378" fmla="*/ 2242860 w 7467600"/>
              <a:gd name="connsiteY378" fmla="*/ 6858000 h 6858000"/>
              <a:gd name="connsiteX379" fmla="*/ 2232818 w 7467600"/>
              <a:gd name="connsiteY379" fmla="*/ 6844926 h 6858000"/>
              <a:gd name="connsiteX380" fmla="*/ 1990172 w 7467600"/>
              <a:gd name="connsiteY380" fmla="*/ 6542121 h 6858000"/>
              <a:gd name="connsiteX381" fmla="*/ 2124090 w 7467600"/>
              <a:gd name="connsiteY381" fmla="*/ 6761017 h 6858000"/>
              <a:gd name="connsiteX382" fmla="*/ 2200380 w 7467600"/>
              <a:gd name="connsiteY382" fmla="*/ 6858000 h 6858000"/>
              <a:gd name="connsiteX383" fmla="*/ 2147507 w 7467600"/>
              <a:gd name="connsiteY383" fmla="*/ 6858000 h 6858000"/>
              <a:gd name="connsiteX384" fmla="*/ 2070668 w 7467600"/>
              <a:gd name="connsiteY384" fmla="*/ 6761520 h 6858000"/>
              <a:gd name="connsiteX385" fmla="*/ 1975142 w 7467600"/>
              <a:gd name="connsiteY385" fmla="*/ 6585570 h 6858000"/>
              <a:gd name="connsiteX386" fmla="*/ 2050035 w 7467600"/>
              <a:gd name="connsiteY386" fmla="*/ 6813345 h 6858000"/>
              <a:gd name="connsiteX387" fmla="*/ 2063025 w 7467600"/>
              <a:gd name="connsiteY387" fmla="*/ 6858000 h 6858000"/>
              <a:gd name="connsiteX388" fmla="*/ 2021675 w 7467600"/>
              <a:gd name="connsiteY388" fmla="*/ 6858000 h 6858000"/>
              <a:gd name="connsiteX389" fmla="*/ 2019308 w 7467600"/>
              <a:gd name="connsiteY389" fmla="*/ 6847118 h 6858000"/>
              <a:gd name="connsiteX390" fmla="*/ 1938835 w 7467600"/>
              <a:gd name="connsiteY390" fmla="*/ 6551160 h 6858000"/>
              <a:gd name="connsiteX391" fmla="*/ 1953230 w 7467600"/>
              <a:gd name="connsiteY391" fmla="*/ 6759699 h 6858000"/>
              <a:gd name="connsiteX392" fmla="*/ 1956763 w 7467600"/>
              <a:gd name="connsiteY392" fmla="*/ 6778191 h 6858000"/>
              <a:gd name="connsiteX393" fmla="*/ 1967925 w 7467600"/>
              <a:gd name="connsiteY393" fmla="*/ 6858000 h 6858000"/>
              <a:gd name="connsiteX394" fmla="*/ 1936622 w 7467600"/>
              <a:gd name="connsiteY394" fmla="*/ 6858000 h 6858000"/>
              <a:gd name="connsiteX395" fmla="*/ 1926261 w 7467600"/>
              <a:gd name="connsiteY395" fmla="*/ 6784064 h 6858000"/>
              <a:gd name="connsiteX396" fmla="*/ 1922724 w 7467600"/>
              <a:gd name="connsiteY396" fmla="*/ 6765577 h 6858000"/>
              <a:gd name="connsiteX397" fmla="*/ 1904650 w 7467600"/>
              <a:gd name="connsiteY397" fmla="*/ 6639616 h 6858000"/>
              <a:gd name="connsiteX398" fmla="*/ 1885273 w 7467600"/>
              <a:gd name="connsiteY398" fmla="*/ 6858000 h 6858000"/>
              <a:gd name="connsiteX399" fmla="*/ 1854363 w 7467600"/>
              <a:gd name="connsiteY399" fmla="*/ 6858000 h 6858000"/>
              <a:gd name="connsiteX400" fmla="*/ 1880391 w 7467600"/>
              <a:gd name="connsiteY400" fmla="*/ 6603796 h 6858000"/>
              <a:gd name="connsiteX401" fmla="*/ 1818273 w 7467600"/>
              <a:gd name="connsiteY401" fmla="*/ 6715729 h 6858000"/>
              <a:gd name="connsiteX402" fmla="*/ 1794691 w 7467600"/>
              <a:gd name="connsiteY402" fmla="*/ 6843239 h 6858000"/>
              <a:gd name="connsiteX403" fmla="*/ 1794914 w 7467600"/>
              <a:gd name="connsiteY403" fmla="*/ 6858000 h 6858000"/>
              <a:gd name="connsiteX404" fmla="*/ 1746128 w 7467600"/>
              <a:gd name="connsiteY404" fmla="*/ 6858000 h 6858000"/>
              <a:gd name="connsiteX405" fmla="*/ 1753934 w 7467600"/>
              <a:gd name="connsiteY405" fmla="*/ 6724796 h 6858000"/>
              <a:gd name="connsiteX406" fmla="*/ 1792053 w 7467600"/>
              <a:gd name="connsiteY406" fmla="*/ 6572396 h 6858000"/>
              <a:gd name="connsiteX407" fmla="*/ 1862248 w 7467600"/>
              <a:gd name="connsiteY407" fmla="*/ 6266397 h 6858000"/>
              <a:gd name="connsiteX408" fmla="*/ 1862250 w 7467600"/>
              <a:gd name="connsiteY408" fmla="*/ 6033531 h 6858000"/>
              <a:gd name="connsiteX409" fmla="*/ 1211999 w 7467600"/>
              <a:gd name="connsiteY409" fmla="*/ 6683610 h 6858000"/>
              <a:gd name="connsiteX410" fmla="*/ 1213266 w 7467600"/>
              <a:gd name="connsiteY410" fmla="*/ 6691947 h 6858000"/>
              <a:gd name="connsiteX411" fmla="*/ 1203370 w 7467600"/>
              <a:gd name="connsiteY411" fmla="*/ 6850676 h 6858000"/>
              <a:gd name="connsiteX412" fmla="*/ 1203671 w 7467600"/>
              <a:gd name="connsiteY412" fmla="*/ 6858000 h 6858000"/>
              <a:gd name="connsiteX413" fmla="*/ 1143180 w 7467600"/>
              <a:gd name="connsiteY413" fmla="*/ 6858000 h 6858000"/>
              <a:gd name="connsiteX414" fmla="*/ 1142176 w 7467600"/>
              <a:gd name="connsiteY414" fmla="*/ 6766045 h 6858000"/>
              <a:gd name="connsiteX415" fmla="*/ 1067484 w 7467600"/>
              <a:gd name="connsiteY415" fmla="*/ 6858000 h 6858000"/>
              <a:gd name="connsiteX416" fmla="*/ 953928 w 7467600"/>
              <a:gd name="connsiteY416" fmla="*/ 6858000 h 6858000"/>
              <a:gd name="connsiteX417" fmla="*/ 959715 w 7467600"/>
              <a:gd name="connsiteY417" fmla="*/ 6850185 h 6858000"/>
              <a:gd name="connsiteX418" fmla="*/ 1483788 w 7467600"/>
              <a:gd name="connsiteY418" fmla="*/ 6259174 h 6858000"/>
              <a:gd name="connsiteX419" fmla="*/ 1100671 w 7467600"/>
              <a:gd name="connsiteY419" fmla="*/ 6252137 h 6858000"/>
              <a:gd name="connsiteX420" fmla="*/ 1090144 w 7467600"/>
              <a:gd name="connsiteY420" fmla="*/ 6256748 h 6858000"/>
              <a:gd name="connsiteX421" fmla="*/ 1095872 w 7467600"/>
              <a:gd name="connsiteY421" fmla="*/ 6271892 h 6858000"/>
              <a:gd name="connsiteX422" fmla="*/ 262785 w 7467600"/>
              <a:gd name="connsiteY422" fmla="*/ 6845450 h 6858000"/>
              <a:gd name="connsiteX423" fmla="*/ 209968 w 7467600"/>
              <a:gd name="connsiteY423" fmla="*/ 6770713 h 6858000"/>
              <a:gd name="connsiteX424" fmla="*/ 873460 w 7467600"/>
              <a:gd name="connsiteY424" fmla="*/ 6253768 h 6858000"/>
              <a:gd name="connsiteX425" fmla="*/ 192686 w 7467600"/>
              <a:gd name="connsiteY425" fmla="*/ 5849257 h 6858000"/>
              <a:gd name="connsiteX426" fmla="*/ 4696 w 7467600"/>
              <a:gd name="connsiteY426" fmla="*/ 5697668 h 6858000"/>
              <a:gd name="connsiteX427" fmla="*/ 0 w 7467600"/>
              <a:gd name="connsiteY427" fmla="*/ 5689984 h 6858000"/>
              <a:gd name="connsiteX428" fmla="*/ 0 w 7467600"/>
              <a:gd name="connsiteY428" fmla="*/ 5513472 h 6858000"/>
              <a:gd name="connsiteX429" fmla="*/ 174101 w 7467600"/>
              <a:gd name="connsiteY429" fmla="*/ 5620277 h 6858000"/>
              <a:gd name="connsiteX430" fmla="*/ 891800 w 7467600"/>
              <a:gd name="connsiteY430" fmla="*/ 6036935 h 6858000"/>
              <a:gd name="connsiteX431" fmla="*/ 1072219 w 7467600"/>
              <a:gd name="connsiteY431" fmla="*/ 6169443 h 6858000"/>
              <a:gd name="connsiteX432" fmla="*/ 1074117 w 7467600"/>
              <a:gd name="connsiteY432" fmla="*/ 6170301 h 6858000"/>
              <a:gd name="connsiteX433" fmla="*/ 1083114 w 7467600"/>
              <a:gd name="connsiteY433" fmla="*/ 6174131 h 6858000"/>
              <a:gd name="connsiteX434" fmla="*/ 1543010 w 7467600"/>
              <a:gd name="connsiteY434" fmla="*/ 6191140 h 6858000"/>
              <a:gd name="connsiteX435" fmla="*/ 1551080 w 7467600"/>
              <a:gd name="connsiteY435" fmla="*/ 6195006 h 6858000"/>
              <a:gd name="connsiteX436" fmla="*/ 2345443 w 7467600"/>
              <a:gd name="connsiteY436" fmla="*/ 5549882 h 6858000"/>
              <a:gd name="connsiteX437" fmla="*/ 1721499 w 7467600"/>
              <a:gd name="connsiteY437" fmla="*/ 5599969 h 6858000"/>
              <a:gd name="connsiteX438" fmla="*/ 767716 w 7467600"/>
              <a:gd name="connsiteY438" fmla="*/ 5472768 h 6858000"/>
              <a:gd name="connsiteX439" fmla="*/ 722147 w 7467600"/>
              <a:gd name="connsiteY439" fmla="*/ 5393091 h 6858000"/>
              <a:gd name="connsiteX440" fmla="*/ 1485552 w 7467600"/>
              <a:gd name="connsiteY440" fmla="*/ 5313202 h 6858000"/>
              <a:gd name="connsiteX441" fmla="*/ 2143004 w 7467600"/>
              <a:gd name="connsiteY441" fmla="*/ 5402420 h 6858000"/>
              <a:gd name="connsiteX442" fmla="*/ 1933391 w 7467600"/>
              <a:gd name="connsiteY442" fmla="*/ 5156971 h 6858000"/>
              <a:gd name="connsiteX443" fmla="*/ 1827118 w 7467600"/>
              <a:gd name="connsiteY443" fmla="*/ 4968410 h 6858000"/>
              <a:gd name="connsiteX444" fmla="*/ 1837349 w 7467600"/>
              <a:gd name="connsiteY444" fmla="*/ 4956357 h 6858000"/>
              <a:gd name="connsiteX445" fmla="*/ 2162835 w 7467600"/>
              <a:gd name="connsiteY445" fmla="*/ 5187853 h 6858000"/>
              <a:gd name="connsiteX446" fmla="*/ 2257167 w 7467600"/>
              <a:gd name="connsiteY446" fmla="*/ 5462123 h 6858000"/>
              <a:gd name="connsiteX447" fmla="*/ 2261598 w 7467600"/>
              <a:gd name="connsiteY447" fmla="*/ 5467998 h 6858000"/>
              <a:gd name="connsiteX448" fmla="*/ 2437177 w 7467600"/>
              <a:gd name="connsiteY448" fmla="*/ 5479608 h 6858000"/>
              <a:gd name="connsiteX449" fmla="*/ 2445247 w 7467600"/>
              <a:gd name="connsiteY449" fmla="*/ 5483476 h 6858000"/>
              <a:gd name="connsiteX450" fmla="*/ 2743626 w 7467600"/>
              <a:gd name="connsiteY450" fmla="*/ 5304819 h 6858000"/>
              <a:gd name="connsiteX451" fmla="*/ 3048102 w 7467600"/>
              <a:gd name="connsiteY451" fmla="*/ 5150595 h 6858000"/>
              <a:gd name="connsiteX452" fmla="*/ 1799414 w 7467600"/>
              <a:gd name="connsiteY452" fmla="*/ 4694732 h 6858000"/>
              <a:gd name="connsiteX453" fmla="*/ 1771735 w 7467600"/>
              <a:gd name="connsiteY453" fmla="*/ 4619929 h 6858000"/>
              <a:gd name="connsiteX454" fmla="*/ 3104273 w 7467600"/>
              <a:gd name="connsiteY454" fmla="*/ 5076159 h 6858000"/>
              <a:gd name="connsiteX455" fmla="*/ 3113245 w 7467600"/>
              <a:gd name="connsiteY455" fmla="*/ 5090705 h 6858000"/>
              <a:gd name="connsiteX456" fmla="*/ 3126294 w 7467600"/>
              <a:gd name="connsiteY456" fmla="*/ 5114400 h 6858000"/>
              <a:gd name="connsiteX457" fmla="*/ 3937433 w 7467600"/>
              <a:gd name="connsiteY457" fmla="*/ 4830473 h 6858000"/>
              <a:gd name="connsiteX458" fmla="*/ 3590475 w 7467600"/>
              <a:gd name="connsiteY458" fmla="*/ 4597974 h 6858000"/>
              <a:gd name="connsiteX459" fmla="*/ 3100264 w 7467600"/>
              <a:gd name="connsiteY459" fmla="*/ 4579845 h 6858000"/>
              <a:gd name="connsiteX460" fmla="*/ 2183576 w 7467600"/>
              <a:gd name="connsiteY460" fmla="*/ 4227150 h 6858000"/>
              <a:gd name="connsiteX461" fmla="*/ 2151029 w 7467600"/>
              <a:gd name="connsiteY461" fmla="*/ 4146947 h 6858000"/>
              <a:gd name="connsiteX462" fmla="*/ 3563434 w 7467600"/>
              <a:gd name="connsiteY462" fmla="*/ 4469115 h 6858000"/>
              <a:gd name="connsiteX463" fmla="*/ 3177952 w 7467600"/>
              <a:gd name="connsiteY463" fmla="*/ 3657386 h 6858000"/>
              <a:gd name="connsiteX464" fmla="*/ 3189263 w 7467600"/>
              <a:gd name="connsiteY464" fmla="*/ 3625726 h 6858000"/>
              <a:gd name="connsiteX465" fmla="*/ 3560912 w 7467600"/>
              <a:gd name="connsiteY465" fmla="*/ 4079863 h 6858000"/>
              <a:gd name="connsiteX466" fmla="*/ 3626636 w 7467600"/>
              <a:gd name="connsiteY466" fmla="*/ 4512230 h 6858000"/>
              <a:gd name="connsiteX467" fmla="*/ 3653088 w 7467600"/>
              <a:gd name="connsiteY467" fmla="*/ 4521417 h 6858000"/>
              <a:gd name="connsiteX468" fmla="*/ 3988128 w 7467600"/>
              <a:gd name="connsiteY468" fmla="*/ 4817267 h 6858000"/>
              <a:gd name="connsiteX469" fmla="*/ 4830582 w 7467600"/>
              <a:gd name="connsiteY469" fmla="*/ 4676000 h 6858000"/>
              <a:gd name="connsiteX470" fmla="*/ 4830100 w 7467600"/>
              <a:gd name="connsiteY470" fmla="*/ 4675554 h 6858000"/>
              <a:gd name="connsiteX471" fmla="*/ 4036318 w 7467600"/>
              <a:gd name="connsiteY471" fmla="*/ 4147013 h 6858000"/>
              <a:gd name="connsiteX472" fmla="*/ 3432098 w 7467600"/>
              <a:gd name="connsiteY472" fmla="*/ 3537312 h 6858000"/>
              <a:gd name="connsiteX473" fmla="*/ 3446761 w 7467600"/>
              <a:gd name="connsiteY473" fmla="*/ 3461278 h 6858000"/>
              <a:gd name="connsiteX474" fmla="*/ 4419733 w 7467600"/>
              <a:gd name="connsiteY474" fmla="*/ 3963555 h 6858000"/>
              <a:gd name="connsiteX475" fmla="*/ 4781371 w 7467600"/>
              <a:gd name="connsiteY475" fmla="*/ 4458604 h 6858000"/>
              <a:gd name="connsiteX476" fmla="*/ 4780440 w 7467600"/>
              <a:gd name="connsiteY476" fmla="*/ 4470290 h 6858000"/>
              <a:gd name="connsiteX477" fmla="*/ 4898954 w 7467600"/>
              <a:gd name="connsiteY477" fmla="*/ 4662092 h 6858000"/>
              <a:gd name="connsiteX478" fmla="*/ 4900699 w 7467600"/>
              <a:gd name="connsiteY478" fmla="*/ 4670867 h 6858000"/>
              <a:gd name="connsiteX479" fmla="*/ 5714511 w 7467600"/>
              <a:gd name="connsiteY479" fmla="*/ 4663483 h 6858000"/>
              <a:gd name="connsiteX480" fmla="*/ 5464793 w 7467600"/>
              <a:gd name="connsiteY480" fmla="*/ 4393556 h 6858000"/>
              <a:gd name="connsiteX481" fmla="*/ 5461897 w 7467600"/>
              <a:gd name="connsiteY481" fmla="*/ 4390879 h 6858000"/>
              <a:gd name="connsiteX482" fmla="*/ 4294126 w 7467600"/>
              <a:gd name="connsiteY482" fmla="*/ 3303048 h 6858000"/>
              <a:gd name="connsiteX483" fmla="*/ 4305321 w 7467600"/>
              <a:gd name="connsiteY483" fmla="*/ 3256953 h 6858000"/>
              <a:gd name="connsiteX484" fmla="*/ 4949299 w 7467600"/>
              <a:gd name="connsiteY484" fmla="*/ 3766336 h 6858000"/>
              <a:gd name="connsiteX485" fmla="*/ 5291452 w 7467600"/>
              <a:gd name="connsiteY485" fmla="*/ 4076801 h 6858000"/>
              <a:gd name="connsiteX486" fmla="*/ 5434998 w 7467600"/>
              <a:gd name="connsiteY486" fmla="*/ 4254100 h 6858000"/>
              <a:gd name="connsiteX487" fmla="*/ 5351015 w 7467600"/>
              <a:gd name="connsiteY487" fmla="*/ 3760989 h 6858000"/>
              <a:gd name="connsiteX488" fmla="*/ 5413780 w 7467600"/>
              <a:gd name="connsiteY488" fmla="*/ 2966265 h 6858000"/>
              <a:gd name="connsiteX489" fmla="*/ 5425627 w 7467600"/>
              <a:gd name="connsiteY489" fmla="*/ 2954192 h 6858000"/>
              <a:gd name="connsiteX490" fmla="*/ 6604735 w 7467600"/>
              <a:gd name="connsiteY490" fmla="*/ 2041381 h 6858000"/>
              <a:gd name="connsiteX491" fmla="*/ 7204487 w 7467600"/>
              <a:gd name="connsiteY491" fmla="*/ 2742112 h 6858000"/>
              <a:gd name="connsiteX492" fmla="*/ 7131592 w 7467600"/>
              <a:gd name="connsiteY492" fmla="*/ 2672096 h 6858000"/>
              <a:gd name="connsiteX493" fmla="*/ 6996344 w 7467600"/>
              <a:gd name="connsiteY493" fmla="*/ 2518310 h 6858000"/>
              <a:gd name="connsiteX494" fmla="*/ 6735495 w 7467600"/>
              <a:gd name="connsiteY494" fmla="*/ 2196890 h 6858000"/>
              <a:gd name="connsiteX495" fmla="*/ 6721901 w 7467600"/>
              <a:gd name="connsiteY495" fmla="*/ 2179274 h 6858000"/>
              <a:gd name="connsiteX496" fmla="*/ 6604735 w 7467600"/>
              <a:gd name="connsiteY496" fmla="*/ 2041381 h 6858000"/>
              <a:gd name="connsiteX497" fmla="*/ 6591670 w 7467600"/>
              <a:gd name="connsiteY497" fmla="*/ 1988277 h 6858000"/>
              <a:gd name="connsiteX498" fmla="*/ 6747349 w 7467600"/>
              <a:gd name="connsiteY498" fmla="*/ 2160069 h 6858000"/>
              <a:gd name="connsiteX499" fmla="*/ 6760943 w 7467600"/>
              <a:gd name="connsiteY499" fmla="*/ 2177686 h 6858000"/>
              <a:gd name="connsiteX500" fmla="*/ 7021065 w 7467600"/>
              <a:gd name="connsiteY500" fmla="*/ 2498102 h 6858000"/>
              <a:gd name="connsiteX501" fmla="*/ 7155223 w 7467600"/>
              <a:gd name="connsiteY501" fmla="*/ 2650386 h 6858000"/>
              <a:gd name="connsiteX502" fmla="*/ 7203167 w 7467600"/>
              <a:gd name="connsiteY502" fmla="*/ 2697288 h 6858000"/>
              <a:gd name="connsiteX503" fmla="*/ 6937703 w 7467600"/>
              <a:gd name="connsiteY503" fmla="*/ 2321981 h 6858000"/>
              <a:gd name="connsiteX504" fmla="*/ 6591670 w 7467600"/>
              <a:gd name="connsiteY504" fmla="*/ 1988277 h 6858000"/>
              <a:gd name="connsiteX505" fmla="*/ 5798671 w 7467600"/>
              <a:gd name="connsiteY505" fmla="*/ 1981601 h 6858000"/>
              <a:gd name="connsiteX506" fmla="*/ 5754709 w 7467600"/>
              <a:gd name="connsiteY506" fmla="*/ 2071454 h 6858000"/>
              <a:gd name="connsiteX507" fmla="*/ 5763044 w 7467600"/>
              <a:gd name="connsiteY507" fmla="*/ 2842206 h 6858000"/>
              <a:gd name="connsiteX508" fmla="*/ 5764974 w 7467600"/>
              <a:gd name="connsiteY508" fmla="*/ 2799609 h 6858000"/>
              <a:gd name="connsiteX509" fmla="*/ 5767665 w 7467600"/>
              <a:gd name="connsiteY509" fmla="*/ 2666409 h 6858000"/>
              <a:gd name="connsiteX510" fmla="*/ 5763055 w 7467600"/>
              <a:gd name="connsiteY510" fmla="*/ 2579705 h 6858000"/>
              <a:gd name="connsiteX511" fmla="*/ 5758079 w 7467600"/>
              <a:gd name="connsiteY511" fmla="*/ 2492508 h 6858000"/>
              <a:gd name="connsiteX512" fmla="*/ 5779325 w 7467600"/>
              <a:gd name="connsiteY512" fmla="*/ 2197069 h 6858000"/>
              <a:gd name="connsiteX513" fmla="*/ 5798671 w 7467600"/>
              <a:gd name="connsiteY513" fmla="*/ 1981601 h 6858000"/>
              <a:gd name="connsiteX514" fmla="*/ 5829202 w 7467600"/>
              <a:gd name="connsiteY514" fmla="*/ 1971679 h 6858000"/>
              <a:gd name="connsiteX515" fmla="*/ 5809558 w 7467600"/>
              <a:gd name="connsiteY515" fmla="*/ 2198043 h 6858000"/>
              <a:gd name="connsiteX516" fmla="*/ 5788653 w 7467600"/>
              <a:gd name="connsiteY516" fmla="*/ 2489430 h 6858000"/>
              <a:gd name="connsiteX517" fmla="*/ 5793439 w 7467600"/>
              <a:gd name="connsiteY517" fmla="*/ 2575235 h 6858000"/>
              <a:gd name="connsiteX518" fmla="*/ 5796837 w 7467600"/>
              <a:gd name="connsiteY518" fmla="*/ 2637633 h 6858000"/>
              <a:gd name="connsiteX519" fmla="*/ 5818614 w 7467600"/>
              <a:gd name="connsiteY519" fmla="*/ 2473055 h 6858000"/>
              <a:gd name="connsiteX520" fmla="*/ 5829202 w 7467600"/>
              <a:gd name="connsiteY520" fmla="*/ 1971679 h 6858000"/>
              <a:gd name="connsiteX521" fmla="*/ 5911389 w 7467600"/>
              <a:gd name="connsiteY521" fmla="*/ 1898371 h 6858000"/>
              <a:gd name="connsiteX522" fmla="*/ 6237627 w 7467600"/>
              <a:gd name="connsiteY522" fmla="*/ 2231921 h 6858000"/>
              <a:gd name="connsiteX523" fmla="*/ 5911389 w 7467600"/>
              <a:gd name="connsiteY523" fmla="*/ 1898371 h 6858000"/>
              <a:gd name="connsiteX524" fmla="*/ 6944437 w 7467600"/>
              <a:gd name="connsiteY524" fmla="*/ 1575402 h 6858000"/>
              <a:gd name="connsiteX525" fmla="*/ 6304730 w 7467600"/>
              <a:gd name="connsiteY525" fmla="*/ 1766654 h 6858000"/>
              <a:gd name="connsiteX526" fmla="*/ 6944437 w 7467600"/>
              <a:gd name="connsiteY526" fmla="*/ 1575402 h 6858000"/>
              <a:gd name="connsiteX527" fmla="*/ 7019523 w 7467600"/>
              <a:gd name="connsiteY527" fmla="*/ 1519450 h 6858000"/>
              <a:gd name="connsiteX528" fmla="*/ 6298091 w 7467600"/>
              <a:gd name="connsiteY528" fmla="*/ 1737122 h 6858000"/>
              <a:gd name="connsiteX529" fmla="*/ 7019523 w 7467600"/>
              <a:gd name="connsiteY529" fmla="*/ 1519450 h 6858000"/>
              <a:gd name="connsiteX530" fmla="*/ 2399523 w 7467600"/>
              <a:gd name="connsiteY530" fmla="*/ 1428234 h 6858000"/>
              <a:gd name="connsiteX531" fmla="*/ 2224982 w 7467600"/>
              <a:gd name="connsiteY531" fmla="*/ 1826201 h 6858000"/>
              <a:gd name="connsiteX532" fmla="*/ 2096099 w 7467600"/>
              <a:gd name="connsiteY532" fmla="*/ 2345900 h 6858000"/>
              <a:gd name="connsiteX533" fmla="*/ 2283317 w 7467600"/>
              <a:gd name="connsiteY533" fmla="*/ 1796925 h 6858000"/>
              <a:gd name="connsiteX534" fmla="*/ 2399523 w 7467600"/>
              <a:gd name="connsiteY534" fmla="*/ 1428234 h 6858000"/>
              <a:gd name="connsiteX535" fmla="*/ 2448558 w 7467600"/>
              <a:gd name="connsiteY535" fmla="*/ 1373435 h 6858000"/>
              <a:gd name="connsiteX536" fmla="*/ 2312521 w 7467600"/>
              <a:gd name="connsiteY536" fmla="*/ 1806140 h 6858000"/>
              <a:gd name="connsiteX537" fmla="*/ 2127533 w 7467600"/>
              <a:gd name="connsiteY537" fmla="*/ 2348380 h 6858000"/>
              <a:gd name="connsiteX538" fmla="*/ 2358080 w 7467600"/>
              <a:gd name="connsiteY538" fmla="*/ 1866134 h 6858000"/>
              <a:gd name="connsiteX539" fmla="*/ 2407436 w 7467600"/>
              <a:gd name="connsiteY539" fmla="*/ 1651070 h 6858000"/>
              <a:gd name="connsiteX540" fmla="*/ 2448558 w 7467600"/>
              <a:gd name="connsiteY540" fmla="*/ 1373435 h 6858000"/>
              <a:gd name="connsiteX541" fmla="*/ 278707 w 7467600"/>
              <a:gd name="connsiteY541" fmla="*/ 1352270 h 6858000"/>
              <a:gd name="connsiteX542" fmla="*/ 321570 w 7467600"/>
              <a:gd name="connsiteY542" fmla="*/ 1861610 h 6858000"/>
              <a:gd name="connsiteX543" fmla="*/ 294281 w 7467600"/>
              <a:gd name="connsiteY543" fmla="*/ 1440658 h 6858000"/>
              <a:gd name="connsiteX544" fmla="*/ 278707 w 7467600"/>
              <a:gd name="connsiteY544" fmla="*/ 1352270 h 6858000"/>
              <a:gd name="connsiteX545" fmla="*/ 1423821 w 7467600"/>
              <a:gd name="connsiteY545" fmla="*/ 1351958 h 6858000"/>
              <a:gd name="connsiteX546" fmla="*/ 1638521 w 7467600"/>
              <a:gd name="connsiteY546" fmla="*/ 1908470 h 6858000"/>
              <a:gd name="connsiteX547" fmla="*/ 1754199 w 7467600"/>
              <a:gd name="connsiteY547" fmla="*/ 2149284 h 6858000"/>
              <a:gd name="connsiteX548" fmla="*/ 1908359 w 7467600"/>
              <a:gd name="connsiteY548" fmla="*/ 2364988 h 6858000"/>
              <a:gd name="connsiteX549" fmla="*/ 1647661 w 7467600"/>
              <a:gd name="connsiteY549" fmla="*/ 1825945 h 6858000"/>
              <a:gd name="connsiteX550" fmla="*/ 1423821 w 7467600"/>
              <a:gd name="connsiteY550" fmla="*/ 1351958 h 6858000"/>
              <a:gd name="connsiteX551" fmla="*/ 1431890 w 7467600"/>
              <a:gd name="connsiteY551" fmla="*/ 1306475 h 6858000"/>
              <a:gd name="connsiteX552" fmla="*/ 1507597 w 7467600"/>
              <a:gd name="connsiteY552" fmla="*/ 1446132 h 6858000"/>
              <a:gd name="connsiteX553" fmla="*/ 1674586 w 7467600"/>
              <a:gd name="connsiteY553" fmla="*/ 1813832 h 6858000"/>
              <a:gd name="connsiteX554" fmla="*/ 1815950 w 7467600"/>
              <a:gd name="connsiteY554" fmla="*/ 2128564 h 6858000"/>
              <a:gd name="connsiteX555" fmla="*/ 1984242 w 7467600"/>
              <a:gd name="connsiteY555" fmla="*/ 2430829 h 6858000"/>
              <a:gd name="connsiteX556" fmla="*/ 2014023 w 7467600"/>
              <a:gd name="connsiteY556" fmla="*/ 2450995 h 6858000"/>
              <a:gd name="connsiteX557" fmla="*/ 1747337 w 7467600"/>
              <a:gd name="connsiteY557" fmla="*/ 1855264 h 6858000"/>
              <a:gd name="connsiteX558" fmla="*/ 1533749 w 7467600"/>
              <a:gd name="connsiteY558" fmla="*/ 1478656 h 6858000"/>
              <a:gd name="connsiteX559" fmla="*/ 1431890 w 7467600"/>
              <a:gd name="connsiteY559" fmla="*/ 1306475 h 6858000"/>
              <a:gd name="connsiteX560" fmla="*/ 5052692 w 7467600"/>
              <a:gd name="connsiteY560" fmla="*/ 1292994 h 6858000"/>
              <a:gd name="connsiteX561" fmla="*/ 5200661 w 7467600"/>
              <a:gd name="connsiteY561" fmla="*/ 1635186 h 6858000"/>
              <a:gd name="connsiteX562" fmla="*/ 5297138 w 7467600"/>
              <a:gd name="connsiteY562" fmla="*/ 1906351 h 6858000"/>
              <a:gd name="connsiteX563" fmla="*/ 5052692 w 7467600"/>
              <a:gd name="connsiteY563" fmla="*/ 1292994 h 6858000"/>
              <a:gd name="connsiteX564" fmla="*/ 5009948 w 7467600"/>
              <a:gd name="connsiteY564" fmla="*/ 1273619 h 6858000"/>
              <a:gd name="connsiteX565" fmla="*/ 5121777 w 7467600"/>
              <a:gd name="connsiteY565" fmla="*/ 1654213 h 6858000"/>
              <a:gd name="connsiteX566" fmla="*/ 5293545 w 7467600"/>
              <a:gd name="connsiteY566" fmla="*/ 2072247 h 6858000"/>
              <a:gd name="connsiteX567" fmla="*/ 5294042 w 7467600"/>
              <a:gd name="connsiteY567" fmla="*/ 2065019 h 6858000"/>
              <a:gd name="connsiteX568" fmla="*/ 5171936 w 7467600"/>
              <a:gd name="connsiteY568" fmla="*/ 1647613 h 6858000"/>
              <a:gd name="connsiteX569" fmla="*/ 5009948 w 7467600"/>
              <a:gd name="connsiteY569" fmla="*/ 1273619 h 6858000"/>
              <a:gd name="connsiteX570" fmla="*/ 655236 w 7467600"/>
              <a:gd name="connsiteY570" fmla="*/ 1268632 h 6858000"/>
              <a:gd name="connsiteX571" fmla="*/ 839521 w 7467600"/>
              <a:gd name="connsiteY571" fmla="*/ 1685315 h 6858000"/>
              <a:gd name="connsiteX572" fmla="*/ 1109416 w 7467600"/>
              <a:gd name="connsiteY572" fmla="*/ 2061663 h 6858000"/>
              <a:gd name="connsiteX573" fmla="*/ 1298300 w 7467600"/>
              <a:gd name="connsiteY573" fmla="*/ 2247742 h 6858000"/>
              <a:gd name="connsiteX574" fmla="*/ 1125871 w 7467600"/>
              <a:gd name="connsiteY574" fmla="*/ 1989513 h 6858000"/>
              <a:gd name="connsiteX575" fmla="*/ 981574 w 7467600"/>
              <a:gd name="connsiteY575" fmla="*/ 1783157 h 6858000"/>
              <a:gd name="connsiteX576" fmla="*/ 922198 w 7467600"/>
              <a:gd name="connsiteY576" fmla="*/ 1677437 h 6858000"/>
              <a:gd name="connsiteX577" fmla="*/ 869293 w 7467600"/>
              <a:gd name="connsiteY577" fmla="*/ 1583214 h 6858000"/>
              <a:gd name="connsiteX578" fmla="*/ 751431 w 7467600"/>
              <a:gd name="connsiteY578" fmla="*/ 1405731 h 6858000"/>
              <a:gd name="connsiteX579" fmla="*/ 655236 w 7467600"/>
              <a:gd name="connsiteY579" fmla="*/ 1268632 h 6858000"/>
              <a:gd name="connsiteX580" fmla="*/ 6516292 w 7467600"/>
              <a:gd name="connsiteY580" fmla="*/ 1263064 h 6858000"/>
              <a:gd name="connsiteX581" fmla="*/ 5736320 w 7467600"/>
              <a:gd name="connsiteY581" fmla="*/ 1501803 h 6858000"/>
              <a:gd name="connsiteX582" fmla="*/ 6516292 w 7467600"/>
              <a:gd name="connsiteY582" fmla="*/ 1263064 h 6858000"/>
              <a:gd name="connsiteX583" fmla="*/ 291466 w 7467600"/>
              <a:gd name="connsiteY583" fmla="*/ 1250369 h 6858000"/>
              <a:gd name="connsiteX584" fmla="*/ 323180 w 7467600"/>
              <a:gd name="connsiteY584" fmla="*/ 1435283 h 6858000"/>
              <a:gd name="connsiteX585" fmla="*/ 349381 w 7467600"/>
              <a:gd name="connsiteY585" fmla="*/ 1875041 h 6858000"/>
              <a:gd name="connsiteX586" fmla="*/ 374363 w 7467600"/>
              <a:gd name="connsiteY586" fmla="*/ 1506494 h 6858000"/>
              <a:gd name="connsiteX587" fmla="*/ 302168 w 7467600"/>
              <a:gd name="connsiteY587" fmla="*/ 1274495 h 6858000"/>
              <a:gd name="connsiteX588" fmla="*/ 291466 w 7467600"/>
              <a:gd name="connsiteY588" fmla="*/ 1250369 h 6858000"/>
              <a:gd name="connsiteX589" fmla="*/ 678222 w 7467600"/>
              <a:gd name="connsiteY589" fmla="*/ 1248670 h 6858000"/>
              <a:gd name="connsiteX590" fmla="*/ 775536 w 7467600"/>
              <a:gd name="connsiteY590" fmla="*/ 1388015 h 6858000"/>
              <a:gd name="connsiteX591" fmla="*/ 894529 w 7467600"/>
              <a:gd name="connsiteY591" fmla="*/ 1567739 h 6858000"/>
              <a:gd name="connsiteX592" fmla="*/ 948000 w 7467600"/>
              <a:gd name="connsiteY592" fmla="*/ 1663088 h 6858000"/>
              <a:gd name="connsiteX593" fmla="*/ 1006812 w 7467600"/>
              <a:gd name="connsiteY593" fmla="*/ 1767683 h 6858000"/>
              <a:gd name="connsiteX594" fmla="*/ 1149133 w 7467600"/>
              <a:gd name="connsiteY594" fmla="*/ 1971513 h 6858000"/>
              <a:gd name="connsiteX595" fmla="*/ 1333952 w 7467600"/>
              <a:gd name="connsiteY595" fmla="*/ 2251620 h 6858000"/>
              <a:gd name="connsiteX596" fmla="*/ 1337329 w 7467600"/>
              <a:gd name="connsiteY596" fmla="*/ 2258350 h 6858000"/>
              <a:gd name="connsiteX597" fmla="*/ 1014726 w 7467600"/>
              <a:gd name="connsiteY597" fmla="*/ 1615556 h 6858000"/>
              <a:gd name="connsiteX598" fmla="*/ 678222 w 7467600"/>
              <a:gd name="connsiteY598" fmla="*/ 1248670 h 6858000"/>
              <a:gd name="connsiteX599" fmla="*/ 6691602 w 7467600"/>
              <a:gd name="connsiteY599" fmla="*/ 1140573 h 6858000"/>
              <a:gd name="connsiteX600" fmla="*/ 6571100 w 7467600"/>
              <a:gd name="connsiteY600" fmla="*/ 1183662 h 6858000"/>
              <a:gd name="connsiteX601" fmla="*/ 6241687 w 7467600"/>
              <a:gd name="connsiteY601" fmla="*/ 1257600 h 6858000"/>
              <a:gd name="connsiteX602" fmla="*/ 5693009 w 7467600"/>
              <a:gd name="connsiteY602" fmla="*/ 1478256 h 6858000"/>
              <a:gd name="connsiteX603" fmla="*/ 6548420 w 7467600"/>
              <a:gd name="connsiteY603" fmla="*/ 1214599 h 6858000"/>
              <a:gd name="connsiteX604" fmla="*/ 6605473 w 7467600"/>
              <a:gd name="connsiteY604" fmla="*/ 1184686 h 6858000"/>
              <a:gd name="connsiteX605" fmla="*/ 6691602 w 7467600"/>
              <a:gd name="connsiteY605" fmla="*/ 1140573 h 6858000"/>
              <a:gd name="connsiteX606" fmla="*/ 4002475 w 7467600"/>
              <a:gd name="connsiteY606" fmla="*/ 1037802 h 6858000"/>
              <a:gd name="connsiteX607" fmla="*/ 4000324 w 7467600"/>
              <a:gd name="connsiteY607" fmla="*/ 1039362 h 6858000"/>
              <a:gd name="connsiteX608" fmla="*/ 4002862 w 7467600"/>
              <a:gd name="connsiteY608" fmla="*/ 1042866 h 6858000"/>
              <a:gd name="connsiteX609" fmla="*/ 4002475 w 7467600"/>
              <a:gd name="connsiteY609" fmla="*/ 1037802 h 6858000"/>
              <a:gd name="connsiteX610" fmla="*/ 506322 w 7467600"/>
              <a:gd name="connsiteY610" fmla="*/ 1020997 h 6858000"/>
              <a:gd name="connsiteX611" fmla="*/ 533068 w 7467600"/>
              <a:gd name="connsiteY611" fmla="*/ 1029409 h 6858000"/>
              <a:gd name="connsiteX612" fmla="*/ 1232525 w 7467600"/>
              <a:gd name="connsiteY612" fmla="*/ 1804675 h 6858000"/>
              <a:gd name="connsiteX613" fmla="*/ 1388858 w 7467600"/>
              <a:gd name="connsiteY613" fmla="*/ 2368011 h 6858000"/>
              <a:gd name="connsiteX614" fmla="*/ 1384098 w 7467600"/>
              <a:gd name="connsiteY614" fmla="*/ 2378125 h 6858000"/>
              <a:gd name="connsiteX615" fmla="*/ 1425393 w 7467600"/>
              <a:gd name="connsiteY615" fmla="*/ 2589124 h 6858000"/>
              <a:gd name="connsiteX616" fmla="*/ 1424001 w 7467600"/>
              <a:gd name="connsiteY616" fmla="*/ 2597541 h 6858000"/>
              <a:gd name="connsiteX617" fmla="*/ 2152729 w 7467600"/>
              <a:gd name="connsiteY617" fmla="*/ 2864487 h 6858000"/>
              <a:gd name="connsiteX618" fmla="*/ 2020609 w 7467600"/>
              <a:gd name="connsiteY618" fmla="*/ 2539671 h 6858000"/>
              <a:gd name="connsiteX619" fmla="*/ 2018920 w 7467600"/>
              <a:gd name="connsiteY619" fmla="*/ 2536309 h 6858000"/>
              <a:gd name="connsiteX620" fmla="*/ 1342441 w 7467600"/>
              <a:gd name="connsiteY620" fmla="*/ 1173017 h 6858000"/>
              <a:gd name="connsiteX621" fmla="*/ 1367925 w 7467600"/>
              <a:gd name="connsiteY621" fmla="*/ 1135648 h 6858000"/>
              <a:gd name="connsiteX622" fmla="*/ 1771401 w 7467600"/>
              <a:gd name="connsiteY622" fmla="*/ 1806673 h 6858000"/>
              <a:gd name="connsiteX623" fmla="*/ 1972385 w 7467600"/>
              <a:gd name="connsiteY623" fmla="*/ 2198735 h 6858000"/>
              <a:gd name="connsiteX624" fmla="*/ 2040892 w 7467600"/>
              <a:gd name="connsiteY624" fmla="*/ 2405205 h 6858000"/>
              <a:gd name="connsiteX625" fmla="*/ 2131689 w 7467600"/>
              <a:gd name="connsiteY625" fmla="*/ 1936926 h 6858000"/>
              <a:gd name="connsiteX626" fmla="*/ 2454820 w 7467600"/>
              <a:gd name="connsiteY626" fmla="*/ 1248808 h 6858000"/>
              <a:gd name="connsiteX627" fmla="*/ 2492512 w 7467600"/>
              <a:gd name="connsiteY627" fmla="*/ 1302920 h 6858000"/>
              <a:gd name="connsiteX628" fmla="*/ 2081216 w 7467600"/>
              <a:gd name="connsiteY628" fmla="*/ 2527513 h 6858000"/>
              <a:gd name="connsiteX629" fmla="*/ 2081211 w 7467600"/>
              <a:gd name="connsiteY629" fmla="*/ 2528916 h 6858000"/>
              <a:gd name="connsiteX630" fmla="*/ 2199067 w 7467600"/>
              <a:gd name="connsiteY630" fmla="*/ 2884061 h 6858000"/>
              <a:gd name="connsiteX631" fmla="*/ 3192586 w 7467600"/>
              <a:gd name="connsiteY631" fmla="*/ 3411496 h 6858000"/>
              <a:gd name="connsiteX632" fmla="*/ 3182620 w 7467600"/>
              <a:gd name="connsiteY632" fmla="*/ 3483279 h 6858000"/>
              <a:gd name="connsiteX633" fmla="*/ 2435119 w 7467600"/>
              <a:gd name="connsiteY633" fmla="*/ 3080173 h 6858000"/>
              <a:gd name="connsiteX634" fmla="*/ 2410152 w 7467600"/>
              <a:gd name="connsiteY634" fmla="*/ 3063751 h 6858000"/>
              <a:gd name="connsiteX635" fmla="*/ 2408099 w 7467600"/>
              <a:gd name="connsiteY635" fmla="*/ 3064403 h 6858000"/>
              <a:gd name="connsiteX636" fmla="*/ 2407218 w 7467600"/>
              <a:gd name="connsiteY636" fmla="*/ 3070324 h 6858000"/>
              <a:gd name="connsiteX637" fmla="*/ 2380138 w 7467600"/>
              <a:gd name="connsiteY637" fmla="*/ 3099341 h 6858000"/>
              <a:gd name="connsiteX638" fmla="*/ 1765923 w 7467600"/>
              <a:gd name="connsiteY638" fmla="*/ 3581043 h 6858000"/>
              <a:gd name="connsiteX639" fmla="*/ 1702258 w 7467600"/>
              <a:gd name="connsiteY639" fmla="*/ 3612286 h 6858000"/>
              <a:gd name="connsiteX640" fmla="*/ 1538370 w 7467600"/>
              <a:gd name="connsiteY640" fmla="*/ 3811804 h 6858000"/>
              <a:gd name="connsiteX641" fmla="*/ 542867 w 7467600"/>
              <a:gd name="connsiteY641" fmla="*/ 4944092 h 6858000"/>
              <a:gd name="connsiteX642" fmla="*/ 515800 w 7467600"/>
              <a:gd name="connsiteY642" fmla="*/ 4862180 h 6858000"/>
              <a:gd name="connsiteX643" fmla="*/ 909145 w 7467600"/>
              <a:gd name="connsiteY643" fmla="*/ 4199225 h 6858000"/>
              <a:gd name="connsiteX644" fmla="*/ 1214067 w 7467600"/>
              <a:gd name="connsiteY644" fmla="*/ 3908561 h 6858000"/>
              <a:gd name="connsiteX645" fmla="*/ 640967 w 7467600"/>
              <a:gd name="connsiteY645" fmla="*/ 4105601 h 6858000"/>
              <a:gd name="connsiteX646" fmla="*/ 112563 w 7467600"/>
              <a:gd name="connsiteY646" fmla="*/ 4396952 h 6858000"/>
              <a:gd name="connsiteX647" fmla="*/ 0 w 7467600"/>
              <a:gd name="connsiteY647" fmla="*/ 4466006 h 6858000"/>
              <a:gd name="connsiteX648" fmla="*/ 0 w 7467600"/>
              <a:gd name="connsiteY648" fmla="*/ 4233763 h 6858000"/>
              <a:gd name="connsiteX649" fmla="*/ 36881 w 7467600"/>
              <a:gd name="connsiteY649" fmla="*/ 4200118 h 6858000"/>
              <a:gd name="connsiteX650" fmla="*/ 910534 w 7467600"/>
              <a:gd name="connsiteY650" fmla="*/ 3629753 h 6858000"/>
              <a:gd name="connsiteX651" fmla="*/ 1578717 w 7467600"/>
              <a:gd name="connsiteY651" fmla="*/ 3575982 h 6858000"/>
              <a:gd name="connsiteX652" fmla="*/ 2338780 w 7467600"/>
              <a:gd name="connsiteY652" fmla="*/ 3033725 h 6858000"/>
              <a:gd name="connsiteX653" fmla="*/ 1807991 w 7467600"/>
              <a:gd name="connsiteY653" fmla="*/ 2807184 h 6858000"/>
              <a:gd name="connsiteX654" fmla="*/ 1416358 w 7467600"/>
              <a:gd name="connsiteY654" fmla="*/ 3112571 h 6858000"/>
              <a:gd name="connsiteX655" fmla="*/ 939066 w 7467600"/>
              <a:gd name="connsiteY655" fmla="*/ 3378798 h 6858000"/>
              <a:gd name="connsiteX656" fmla="*/ 115099 w 7467600"/>
              <a:gd name="connsiteY656" fmla="*/ 3607650 h 6858000"/>
              <a:gd name="connsiteX657" fmla="*/ 97284 w 7467600"/>
              <a:gd name="connsiteY657" fmla="*/ 3520393 h 6858000"/>
              <a:gd name="connsiteX658" fmla="*/ 922050 w 7467600"/>
              <a:gd name="connsiteY658" fmla="*/ 3074867 h 6858000"/>
              <a:gd name="connsiteX659" fmla="*/ 1405265 w 7467600"/>
              <a:gd name="connsiteY659" fmla="*/ 3016319 h 6858000"/>
              <a:gd name="connsiteX660" fmla="*/ 1407512 w 7467600"/>
              <a:gd name="connsiteY660" fmla="*/ 3018001 h 6858000"/>
              <a:gd name="connsiteX661" fmla="*/ 1726266 w 7467600"/>
              <a:gd name="connsiteY661" fmla="*/ 2777274 h 6858000"/>
              <a:gd name="connsiteX662" fmla="*/ 625390 w 7467600"/>
              <a:gd name="connsiteY662" fmla="*/ 2514541 h 6858000"/>
              <a:gd name="connsiteX663" fmla="*/ 619799 w 7467600"/>
              <a:gd name="connsiteY663" fmla="*/ 2527180 h 6858000"/>
              <a:gd name="connsiteX664" fmla="*/ 310030 w 7467600"/>
              <a:gd name="connsiteY664" fmla="*/ 2771818 h 6858000"/>
              <a:gd name="connsiteX665" fmla="*/ 173877 w 7467600"/>
              <a:gd name="connsiteY665" fmla="*/ 2937056 h 6858000"/>
              <a:gd name="connsiteX666" fmla="*/ 77889 w 7467600"/>
              <a:gd name="connsiteY666" fmla="*/ 3138440 h 6858000"/>
              <a:gd name="connsiteX667" fmla="*/ 0 w 7467600"/>
              <a:gd name="connsiteY667" fmla="*/ 3271395 h 6858000"/>
              <a:gd name="connsiteX668" fmla="*/ 0 w 7467600"/>
              <a:gd name="connsiteY668" fmla="*/ 3153002 h 6858000"/>
              <a:gd name="connsiteX669" fmla="*/ 2386 w 7467600"/>
              <a:gd name="connsiteY669" fmla="*/ 3149203 h 6858000"/>
              <a:gd name="connsiteX670" fmla="*/ 89753 w 7467600"/>
              <a:gd name="connsiteY670" fmla="*/ 2987702 h 6858000"/>
              <a:gd name="connsiteX671" fmla="*/ 76869 w 7467600"/>
              <a:gd name="connsiteY671" fmla="*/ 3005404 h 6858000"/>
              <a:gd name="connsiteX672" fmla="*/ 32049 w 7467600"/>
              <a:gd name="connsiteY672" fmla="*/ 3065814 h 6858000"/>
              <a:gd name="connsiteX673" fmla="*/ 0 w 7467600"/>
              <a:gd name="connsiteY673" fmla="*/ 3108744 h 6858000"/>
              <a:gd name="connsiteX674" fmla="*/ 0 w 7467600"/>
              <a:gd name="connsiteY674" fmla="*/ 3058059 h 6858000"/>
              <a:gd name="connsiteX675" fmla="*/ 7610 w 7467600"/>
              <a:gd name="connsiteY675" fmla="*/ 3047889 h 6858000"/>
              <a:gd name="connsiteX676" fmla="*/ 52419 w 7467600"/>
              <a:gd name="connsiteY676" fmla="*/ 2987479 h 6858000"/>
              <a:gd name="connsiteX677" fmla="*/ 59142 w 7467600"/>
              <a:gd name="connsiteY677" fmla="*/ 2978488 h 6858000"/>
              <a:gd name="connsiteX678" fmla="*/ 0 w 7467600"/>
              <a:gd name="connsiteY678" fmla="*/ 3015334 h 6858000"/>
              <a:gd name="connsiteX679" fmla="*/ 0 w 7467600"/>
              <a:gd name="connsiteY679" fmla="*/ 2914286 h 6858000"/>
              <a:gd name="connsiteX680" fmla="*/ 36383 w 7467600"/>
              <a:gd name="connsiteY680" fmla="*/ 2901128 h 6858000"/>
              <a:gd name="connsiteX681" fmla="*/ 156329 w 7467600"/>
              <a:gd name="connsiteY681" fmla="*/ 2840533 h 6858000"/>
              <a:gd name="connsiteX682" fmla="*/ 358355 w 7467600"/>
              <a:gd name="connsiteY682" fmla="*/ 2620471 h 6858000"/>
              <a:gd name="connsiteX683" fmla="*/ 510577 w 7467600"/>
              <a:gd name="connsiteY683" fmla="*/ 2501244 h 6858000"/>
              <a:gd name="connsiteX684" fmla="*/ 211967 w 7467600"/>
              <a:gd name="connsiteY684" fmla="*/ 2479171 h 6858000"/>
              <a:gd name="connsiteX685" fmla="*/ 0 w 7467600"/>
              <a:gd name="connsiteY685" fmla="*/ 2476398 h 6858000"/>
              <a:gd name="connsiteX686" fmla="*/ 0 w 7467600"/>
              <a:gd name="connsiteY686" fmla="*/ 2389189 h 6858000"/>
              <a:gd name="connsiteX687" fmla="*/ 103062 w 7467600"/>
              <a:gd name="connsiteY687" fmla="*/ 2389518 h 6858000"/>
              <a:gd name="connsiteX688" fmla="*/ 510734 w 7467600"/>
              <a:gd name="connsiteY688" fmla="*/ 2416201 h 6858000"/>
              <a:gd name="connsiteX689" fmla="*/ 279257 w 7467600"/>
              <a:gd name="connsiteY689" fmla="*/ 2092102 h 6858000"/>
              <a:gd name="connsiteX690" fmla="*/ 65265 w 7467600"/>
              <a:gd name="connsiteY690" fmla="*/ 2006049 h 6858000"/>
              <a:gd name="connsiteX691" fmla="*/ 0 w 7467600"/>
              <a:gd name="connsiteY691" fmla="*/ 1982532 h 6858000"/>
              <a:gd name="connsiteX692" fmla="*/ 0 w 7467600"/>
              <a:gd name="connsiteY692" fmla="*/ 1912789 h 6858000"/>
              <a:gd name="connsiteX693" fmla="*/ 97460 w 7467600"/>
              <a:gd name="connsiteY693" fmla="*/ 1953725 h 6858000"/>
              <a:gd name="connsiteX694" fmla="*/ 221272 w 7467600"/>
              <a:gd name="connsiteY694" fmla="*/ 1980766 h 6858000"/>
              <a:gd name="connsiteX695" fmla="*/ 116765 w 7467600"/>
              <a:gd name="connsiteY695" fmla="*/ 1911033 h 6858000"/>
              <a:gd name="connsiteX696" fmla="*/ 16405 w 7467600"/>
              <a:gd name="connsiteY696" fmla="*/ 1803412 h 6858000"/>
              <a:gd name="connsiteX697" fmla="*/ 0 w 7467600"/>
              <a:gd name="connsiteY697" fmla="*/ 1784777 h 6858000"/>
              <a:gd name="connsiteX698" fmla="*/ 0 w 7467600"/>
              <a:gd name="connsiteY698" fmla="*/ 1740082 h 6858000"/>
              <a:gd name="connsiteX699" fmla="*/ 39394 w 7467600"/>
              <a:gd name="connsiteY699" fmla="*/ 1784856 h 6858000"/>
              <a:gd name="connsiteX700" fmla="*/ 135813 w 7467600"/>
              <a:gd name="connsiteY700" fmla="*/ 1888838 h 6858000"/>
              <a:gd name="connsiteX701" fmla="*/ 242575 w 7467600"/>
              <a:gd name="connsiteY701" fmla="*/ 1958841 h 6858000"/>
              <a:gd name="connsiteX702" fmla="*/ 82197 w 7467600"/>
              <a:gd name="connsiteY702" fmla="*/ 1754826 h 6858000"/>
              <a:gd name="connsiteX703" fmla="*/ 0 w 7467600"/>
              <a:gd name="connsiteY703" fmla="*/ 1679650 h 6858000"/>
              <a:gd name="connsiteX704" fmla="*/ 0 w 7467600"/>
              <a:gd name="connsiteY704" fmla="*/ 1602463 h 6858000"/>
              <a:gd name="connsiteX705" fmla="*/ 84689 w 7467600"/>
              <a:gd name="connsiteY705" fmla="*/ 1677442 h 6858000"/>
              <a:gd name="connsiteX706" fmla="*/ 298437 w 7467600"/>
              <a:gd name="connsiteY706" fmla="*/ 1968019 h 6858000"/>
              <a:gd name="connsiteX707" fmla="*/ 227269 w 7467600"/>
              <a:gd name="connsiteY707" fmla="*/ 1114064 h 6858000"/>
              <a:gd name="connsiteX708" fmla="*/ 248003 w 7467600"/>
              <a:gd name="connsiteY708" fmla="*/ 1089613 h 6858000"/>
              <a:gd name="connsiteX709" fmla="*/ 427020 w 7467600"/>
              <a:gd name="connsiteY709" fmla="*/ 1619803 h 6858000"/>
              <a:gd name="connsiteX710" fmla="*/ 340345 w 7467600"/>
              <a:gd name="connsiteY710" fmla="*/ 2027739 h 6858000"/>
              <a:gd name="connsiteX711" fmla="*/ 360865 w 7467600"/>
              <a:gd name="connsiteY711" fmla="*/ 2044827 h 6858000"/>
              <a:gd name="connsiteX712" fmla="*/ 560414 w 7467600"/>
              <a:gd name="connsiteY712" fmla="*/ 2421457 h 6858000"/>
              <a:gd name="connsiteX713" fmla="*/ 1359703 w 7467600"/>
              <a:gd name="connsiteY713" fmla="*/ 2578554 h 6858000"/>
              <a:gd name="connsiteX714" fmla="*/ 1359422 w 7467600"/>
              <a:gd name="connsiteY714" fmla="*/ 2577994 h 6858000"/>
              <a:gd name="connsiteX715" fmla="*/ 828701 w 7467600"/>
              <a:gd name="connsiteY715" fmla="*/ 1839520 h 6858000"/>
              <a:gd name="connsiteX716" fmla="*/ 494427 w 7467600"/>
              <a:gd name="connsiteY716" fmla="*/ 1092333 h 6858000"/>
              <a:gd name="connsiteX717" fmla="*/ 506322 w 7467600"/>
              <a:gd name="connsiteY717" fmla="*/ 1020997 h 6858000"/>
              <a:gd name="connsiteX718" fmla="*/ 4570198 w 7467600"/>
              <a:gd name="connsiteY718" fmla="*/ 978081 h 6858000"/>
              <a:gd name="connsiteX719" fmla="*/ 4523691 w 7467600"/>
              <a:gd name="connsiteY719" fmla="*/ 1127776 h 6858000"/>
              <a:gd name="connsiteX720" fmla="*/ 4509875 w 7467600"/>
              <a:gd name="connsiteY720" fmla="*/ 1167552 h 6858000"/>
              <a:gd name="connsiteX721" fmla="*/ 4478168 w 7467600"/>
              <a:gd name="connsiteY721" fmla="*/ 1260735 h 6858000"/>
              <a:gd name="connsiteX722" fmla="*/ 4409309 w 7467600"/>
              <a:gd name="connsiteY722" fmla="*/ 1666996 h 6858000"/>
              <a:gd name="connsiteX723" fmla="*/ 4370031 w 7467600"/>
              <a:gd name="connsiteY723" fmla="*/ 1955666 h 6858000"/>
              <a:gd name="connsiteX724" fmla="*/ 4570198 w 7467600"/>
              <a:gd name="connsiteY724" fmla="*/ 978081 h 6858000"/>
              <a:gd name="connsiteX725" fmla="*/ 4557898 w 7467600"/>
              <a:gd name="connsiteY725" fmla="*/ 900011 h 6858000"/>
              <a:gd name="connsiteX726" fmla="*/ 4344840 w 7467600"/>
              <a:gd name="connsiteY726" fmla="*/ 1922038 h 6858000"/>
              <a:gd name="connsiteX727" fmla="*/ 4378710 w 7467600"/>
              <a:gd name="connsiteY727" fmla="*/ 1665516 h 6858000"/>
              <a:gd name="connsiteX728" fmla="*/ 4448798 w 7467600"/>
              <a:gd name="connsiteY728" fmla="*/ 1253024 h 6858000"/>
              <a:gd name="connsiteX729" fmla="*/ 4480315 w 7467600"/>
              <a:gd name="connsiteY729" fmla="*/ 1158454 h 6858000"/>
              <a:gd name="connsiteX730" fmla="*/ 4494133 w 7467600"/>
              <a:gd name="connsiteY730" fmla="*/ 1118676 h 6858000"/>
              <a:gd name="connsiteX731" fmla="*/ 4557898 w 7467600"/>
              <a:gd name="connsiteY731" fmla="*/ 900011 h 6858000"/>
              <a:gd name="connsiteX732" fmla="*/ 5870151 w 7467600"/>
              <a:gd name="connsiteY732" fmla="*/ 898890 h 6858000"/>
              <a:gd name="connsiteX733" fmla="*/ 5861335 w 7467600"/>
              <a:gd name="connsiteY733" fmla="*/ 899177 h 6858000"/>
              <a:gd name="connsiteX734" fmla="*/ 5843702 w 7467600"/>
              <a:gd name="connsiteY734" fmla="*/ 899748 h 6858000"/>
              <a:gd name="connsiteX735" fmla="*/ 5651107 w 7467600"/>
              <a:gd name="connsiteY735" fmla="*/ 920306 h 6858000"/>
              <a:gd name="connsiteX736" fmla="*/ 5459407 w 7467600"/>
              <a:gd name="connsiteY736" fmla="*/ 940975 h 6858000"/>
              <a:gd name="connsiteX737" fmla="*/ 5374846 w 7467600"/>
              <a:gd name="connsiteY737" fmla="*/ 941988 h 6858000"/>
              <a:gd name="connsiteX738" fmla="*/ 5256105 w 7467600"/>
              <a:gd name="connsiteY738" fmla="*/ 945632 h 6858000"/>
              <a:gd name="connsiteX739" fmla="*/ 5107071 w 7467600"/>
              <a:gd name="connsiteY739" fmla="*/ 969720 h 6858000"/>
              <a:gd name="connsiteX740" fmla="*/ 4998681 w 7467600"/>
              <a:gd name="connsiteY740" fmla="*/ 988771 h 6858000"/>
              <a:gd name="connsiteX741" fmla="*/ 5870151 w 7467600"/>
              <a:gd name="connsiteY741" fmla="*/ 898890 h 6858000"/>
              <a:gd name="connsiteX742" fmla="*/ 5504425 w 7467600"/>
              <a:gd name="connsiteY742" fmla="*/ 848067 h 6858000"/>
              <a:gd name="connsiteX743" fmla="*/ 4968849 w 7467600"/>
              <a:gd name="connsiteY743" fmla="*/ 962318 h 6858000"/>
              <a:gd name="connsiteX744" fmla="*/ 5104039 w 7467600"/>
              <a:gd name="connsiteY744" fmla="*/ 940634 h 6858000"/>
              <a:gd name="connsiteX745" fmla="*/ 5256311 w 7467600"/>
              <a:gd name="connsiteY745" fmla="*/ 916490 h 6858000"/>
              <a:gd name="connsiteX746" fmla="*/ 5377381 w 7467600"/>
              <a:gd name="connsiteY746" fmla="*/ 912671 h 6858000"/>
              <a:gd name="connsiteX747" fmla="*/ 5460148 w 7467600"/>
              <a:gd name="connsiteY747" fmla="*/ 911442 h 6858000"/>
              <a:gd name="connsiteX748" fmla="*/ 5648971 w 7467600"/>
              <a:gd name="connsiteY748" fmla="*/ 891331 h 6858000"/>
              <a:gd name="connsiteX749" fmla="*/ 5844807 w 7467600"/>
              <a:gd name="connsiteY749" fmla="*/ 870718 h 6858000"/>
              <a:gd name="connsiteX750" fmla="*/ 5862975 w 7467600"/>
              <a:gd name="connsiteY750" fmla="*/ 869756 h 6858000"/>
              <a:gd name="connsiteX751" fmla="*/ 5920887 w 7467600"/>
              <a:gd name="connsiteY751" fmla="*/ 865929 h 6858000"/>
              <a:gd name="connsiteX752" fmla="*/ 5504425 w 7467600"/>
              <a:gd name="connsiteY752" fmla="*/ 848067 h 6858000"/>
              <a:gd name="connsiteX753" fmla="*/ 3607114 w 7467600"/>
              <a:gd name="connsiteY753" fmla="*/ 467441 h 6858000"/>
              <a:gd name="connsiteX754" fmla="*/ 3296242 w 7467600"/>
              <a:gd name="connsiteY754" fmla="*/ 807991 h 6858000"/>
              <a:gd name="connsiteX755" fmla="*/ 3174674 w 7467600"/>
              <a:gd name="connsiteY755" fmla="*/ 919759 h 6858000"/>
              <a:gd name="connsiteX756" fmla="*/ 3042978 w 7467600"/>
              <a:gd name="connsiteY756" fmla="*/ 1054894 h 6858000"/>
              <a:gd name="connsiteX757" fmla="*/ 2968914 w 7467600"/>
              <a:gd name="connsiteY757" fmla="*/ 1133756 h 6858000"/>
              <a:gd name="connsiteX758" fmla="*/ 3103823 w 7467600"/>
              <a:gd name="connsiteY758" fmla="*/ 1026814 h 6858000"/>
              <a:gd name="connsiteX759" fmla="*/ 3607114 w 7467600"/>
              <a:gd name="connsiteY759" fmla="*/ 467441 h 6858000"/>
              <a:gd name="connsiteX760" fmla="*/ 3744487 w 7467600"/>
              <a:gd name="connsiteY760" fmla="*/ 383136 h 6858000"/>
              <a:gd name="connsiteX761" fmla="*/ 3970213 w 7467600"/>
              <a:gd name="connsiteY761" fmla="*/ 995559 h 6858000"/>
              <a:gd name="connsiteX762" fmla="*/ 3744487 w 7467600"/>
              <a:gd name="connsiteY762" fmla="*/ 383136 h 6858000"/>
              <a:gd name="connsiteX763" fmla="*/ 3624562 w 7467600"/>
              <a:gd name="connsiteY763" fmla="*/ 367041 h 6858000"/>
              <a:gd name="connsiteX764" fmla="*/ 3489712 w 7467600"/>
              <a:gd name="connsiteY764" fmla="*/ 485386 h 6858000"/>
              <a:gd name="connsiteX765" fmla="*/ 3182994 w 7467600"/>
              <a:gd name="connsiteY765" fmla="*/ 828265 h 6858000"/>
              <a:gd name="connsiteX766" fmla="*/ 2892114 w 7467600"/>
              <a:gd name="connsiteY766" fmla="*/ 1172635 h 6858000"/>
              <a:gd name="connsiteX767" fmla="*/ 3021459 w 7467600"/>
              <a:gd name="connsiteY767" fmla="*/ 1035385 h 6858000"/>
              <a:gd name="connsiteX768" fmla="*/ 3153873 w 7467600"/>
              <a:gd name="connsiteY768" fmla="*/ 898971 h 6858000"/>
              <a:gd name="connsiteX769" fmla="*/ 3276511 w 7467600"/>
              <a:gd name="connsiteY769" fmla="*/ 786423 h 6858000"/>
              <a:gd name="connsiteX770" fmla="*/ 3584154 w 7467600"/>
              <a:gd name="connsiteY770" fmla="*/ 448218 h 6858000"/>
              <a:gd name="connsiteX771" fmla="*/ 3624562 w 7467600"/>
              <a:gd name="connsiteY771" fmla="*/ 367041 h 6858000"/>
              <a:gd name="connsiteX772" fmla="*/ 3766672 w 7467600"/>
              <a:gd name="connsiteY772" fmla="*/ 359429 h 6858000"/>
              <a:gd name="connsiteX773" fmla="*/ 3996338 w 7467600"/>
              <a:gd name="connsiteY773" fmla="*/ 968237 h 6858000"/>
              <a:gd name="connsiteX774" fmla="*/ 3766672 w 7467600"/>
              <a:gd name="connsiteY774" fmla="*/ 359429 h 6858000"/>
              <a:gd name="connsiteX775" fmla="*/ 5805386 w 7467600"/>
              <a:gd name="connsiteY775" fmla="*/ 239240 h 6858000"/>
              <a:gd name="connsiteX776" fmla="*/ 5736947 w 7467600"/>
              <a:gd name="connsiteY776" fmla="*/ 261367 h 6858000"/>
              <a:gd name="connsiteX777" fmla="*/ 5427012 w 7467600"/>
              <a:gd name="connsiteY777" fmla="*/ 311272 h 6858000"/>
              <a:gd name="connsiteX778" fmla="*/ 5147818 w 7467600"/>
              <a:gd name="connsiteY778" fmla="*/ 322112 h 6858000"/>
              <a:gd name="connsiteX779" fmla="*/ 5060854 w 7467600"/>
              <a:gd name="connsiteY779" fmla="*/ 311882 h 6858000"/>
              <a:gd name="connsiteX780" fmla="*/ 4945989 w 7467600"/>
              <a:gd name="connsiteY780" fmla="*/ 300516 h 6858000"/>
              <a:gd name="connsiteX781" fmla="*/ 5410479 w 7467600"/>
              <a:gd name="connsiteY781" fmla="*/ 348434 h 6858000"/>
              <a:gd name="connsiteX782" fmla="*/ 5805386 w 7467600"/>
              <a:gd name="connsiteY782" fmla="*/ 239240 h 6858000"/>
              <a:gd name="connsiteX783" fmla="*/ 5905192 w 7467600"/>
              <a:gd name="connsiteY783" fmla="*/ 163079 h 6858000"/>
              <a:gd name="connsiteX784" fmla="*/ 5865655 w 7467600"/>
              <a:gd name="connsiteY784" fmla="*/ 171901 h 6858000"/>
              <a:gd name="connsiteX785" fmla="*/ 5259740 w 7467600"/>
              <a:gd name="connsiteY785" fmla="*/ 257013 h 6858000"/>
              <a:gd name="connsiteX786" fmla="*/ 5208466 w 7467600"/>
              <a:gd name="connsiteY786" fmla="*/ 257550 h 6858000"/>
              <a:gd name="connsiteX787" fmla="*/ 4980204 w 7467600"/>
              <a:gd name="connsiteY787" fmla="*/ 271903 h 6858000"/>
              <a:gd name="connsiteX788" fmla="*/ 5068068 w 7467600"/>
              <a:gd name="connsiteY788" fmla="*/ 282244 h 6858000"/>
              <a:gd name="connsiteX789" fmla="*/ 5153231 w 7467600"/>
              <a:gd name="connsiteY789" fmla="*/ 292240 h 6858000"/>
              <a:gd name="connsiteX790" fmla="*/ 5426491 w 7467600"/>
              <a:gd name="connsiteY790" fmla="*/ 281128 h 6858000"/>
              <a:gd name="connsiteX791" fmla="*/ 5731212 w 7467600"/>
              <a:gd name="connsiteY791" fmla="*/ 231951 h 6858000"/>
              <a:gd name="connsiteX792" fmla="*/ 5905192 w 7467600"/>
              <a:gd name="connsiteY792" fmla="*/ 163079 h 6858000"/>
              <a:gd name="connsiteX793" fmla="*/ 5944437 w 7467600"/>
              <a:gd name="connsiteY793" fmla="*/ 113829 h 6858000"/>
              <a:gd name="connsiteX794" fmla="*/ 5825032 w 7467600"/>
              <a:gd name="connsiteY794" fmla="*/ 146405 h 6858000"/>
              <a:gd name="connsiteX795" fmla="*/ 4955599 w 7467600"/>
              <a:gd name="connsiteY795" fmla="*/ 247008 h 6858000"/>
              <a:gd name="connsiteX796" fmla="*/ 5210104 w 7467600"/>
              <a:gd name="connsiteY796" fmla="*/ 228123 h 6858000"/>
              <a:gd name="connsiteX797" fmla="*/ 5261015 w 7467600"/>
              <a:gd name="connsiteY797" fmla="*/ 227087 h 6858000"/>
              <a:gd name="connsiteX798" fmla="*/ 5861181 w 7467600"/>
              <a:gd name="connsiteY798" fmla="*/ 143093 h 6858000"/>
              <a:gd name="connsiteX799" fmla="*/ 5961252 w 7467600"/>
              <a:gd name="connsiteY799" fmla="*/ 114820 h 6858000"/>
              <a:gd name="connsiteX800" fmla="*/ 5944437 w 7467600"/>
              <a:gd name="connsiteY800" fmla="*/ 113829 h 6858000"/>
              <a:gd name="connsiteX801" fmla="*/ 3882765 w 7467600"/>
              <a:gd name="connsiteY801" fmla="*/ 0 h 6858000"/>
              <a:gd name="connsiteX802" fmla="*/ 3995099 w 7467600"/>
              <a:gd name="connsiteY802" fmla="*/ 0 h 6858000"/>
              <a:gd name="connsiteX803" fmla="*/ 4163818 w 7467600"/>
              <a:gd name="connsiteY803" fmla="*/ 234104 h 6858000"/>
              <a:gd name="connsiteX804" fmla="*/ 4172099 w 7467600"/>
              <a:gd name="connsiteY804" fmla="*/ 234207 h 6858000"/>
              <a:gd name="connsiteX805" fmla="*/ 4784282 w 7467600"/>
              <a:gd name="connsiteY805" fmla="*/ 276561 h 6858000"/>
              <a:gd name="connsiteX806" fmla="*/ 4801687 w 7467600"/>
              <a:gd name="connsiteY806" fmla="*/ 267764 h 6858000"/>
              <a:gd name="connsiteX807" fmla="*/ 6082788 w 7467600"/>
              <a:gd name="connsiteY807" fmla="*/ 64119 h 6858000"/>
              <a:gd name="connsiteX808" fmla="*/ 6099442 w 7467600"/>
              <a:gd name="connsiteY808" fmla="*/ 82568 h 6858000"/>
              <a:gd name="connsiteX809" fmla="*/ 4804137 w 7467600"/>
              <a:gd name="connsiteY809" fmla="*/ 320931 h 6858000"/>
              <a:gd name="connsiteX810" fmla="*/ 4227047 w 7467600"/>
              <a:gd name="connsiteY810" fmla="*/ 313415 h 6858000"/>
              <a:gd name="connsiteX811" fmla="*/ 4346041 w 7467600"/>
              <a:gd name="connsiteY811" fmla="*/ 456086 h 6858000"/>
              <a:gd name="connsiteX812" fmla="*/ 4870967 w 7467600"/>
              <a:gd name="connsiteY812" fmla="*/ 963061 h 6858000"/>
              <a:gd name="connsiteX813" fmla="*/ 4889647 w 7467600"/>
              <a:gd name="connsiteY813" fmla="*/ 957147 h 6858000"/>
              <a:gd name="connsiteX814" fmla="*/ 5422504 w 7467600"/>
              <a:gd name="connsiteY814" fmla="*/ 805191 h 6858000"/>
              <a:gd name="connsiteX815" fmla="*/ 6087656 w 7467600"/>
              <a:gd name="connsiteY815" fmla="*/ 826703 h 6858000"/>
              <a:gd name="connsiteX816" fmla="*/ 6058717 w 7467600"/>
              <a:gd name="connsiteY816" fmla="*/ 865992 h 6858000"/>
              <a:gd name="connsiteX817" fmla="*/ 4974153 w 7467600"/>
              <a:gd name="connsiteY817" fmla="*/ 1045456 h 6858000"/>
              <a:gd name="connsiteX818" fmla="*/ 5627835 w 7467600"/>
              <a:gd name="connsiteY818" fmla="*/ 1472077 h 6858000"/>
              <a:gd name="connsiteX819" fmla="*/ 5629817 w 7467600"/>
              <a:gd name="connsiteY819" fmla="*/ 1471412 h 6858000"/>
              <a:gd name="connsiteX820" fmla="*/ 5634124 w 7467600"/>
              <a:gd name="connsiteY820" fmla="*/ 1470572 h 6858000"/>
              <a:gd name="connsiteX821" fmla="*/ 5755832 w 7467600"/>
              <a:gd name="connsiteY821" fmla="*/ 1383886 h 6858000"/>
              <a:gd name="connsiteX822" fmla="*/ 6014186 w 7467600"/>
              <a:gd name="connsiteY822" fmla="*/ 1279799 h 6858000"/>
              <a:gd name="connsiteX823" fmla="*/ 6901619 w 7467600"/>
              <a:gd name="connsiteY823" fmla="*/ 1047874 h 6858000"/>
              <a:gd name="connsiteX824" fmla="*/ 6931566 w 7467600"/>
              <a:gd name="connsiteY824" fmla="*/ 1062034 h 6858000"/>
              <a:gd name="connsiteX825" fmla="*/ 5790982 w 7467600"/>
              <a:gd name="connsiteY825" fmla="*/ 1561380 h 6858000"/>
              <a:gd name="connsiteX826" fmla="*/ 6188971 w 7467600"/>
              <a:gd name="connsiteY826" fmla="*/ 1755168 h 6858000"/>
              <a:gd name="connsiteX827" fmla="*/ 6202446 w 7467600"/>
              <a:gd name="connsiteY827" fmla="*/ 1752268 h 6858000"/>
              <a:gd name="connsiteX828" fmla="*/ 7179560 w 7467600"/>
              <a:gd name="connsiteY828" fmla="*/ 1467551 h 6858000"/>
              <a:gd name="connsiteX829" fmla="*/ 7158730 w 7467600"/>
              <a:gd name="connsiteY829" fmla="*/ 1507835 h 6858000"/>
              <a:gd name="connsiteX830" fmla="*/ 6326959 w 7467600"/>
              <a:gd name="connsiteY830" fmla="*/ 1817686 h 6858000"/>
              <a:gd name="connsiteX831" fmla="*/ 6537433 w 7467600"/>
              <a:gd name="connsiteY831" fmla="*/ 1907790 h 6858000"/>
              <a:gd name="connsiteX832" fmla="*/ 6550221 w 7467600"/>
              <a:gd name="connsiteY832" fmla="*/ 1910729 h 6858000"/>
              <a:gd name="connsiteX833" fmla="*/ 6964438 w 7467600"/>
              <a:gd name="connsiteY833" fmla="*/ 2209505 h 6858000"/>
              <a:gd name="connsiteX834" fmla="*/ 7367862 w 7467600"/>
              <a:gd name="connsiteY834" fmla="*/ 2806833 h 6858000"/>
              <a:gd name="connsiteX835" fmla="*/ 7364329 w 7467600"/>
              <a:gd name="connsiteY835" fmla="*/ 2826907 h 6858000"/>
              <a:gd name="connsiteX836" fmla="*/ 7290545 w 7467600"/>
              <a:gd name="connsiteY836" fmla="*/ 2850663 h 6858000"/>
              <a:gd name="connsiteX837" fmla="*/ 6472036 w 7467600"/>
              <a:gd name="connsiteY837" fmla="*/ 1959003 h 6858000"/>
              <a:gd name="connsiteX838" fmla="*/ 5792897 w 7467600"/>
              <a:gd name="connsiteY838" fmla="*/ 1647747 h 6858000"/>
              <a:gd name="connsiteX839" fmla="*/ 5842751 w 7467600"/>
              <a:gd name="connsiteY839" fmla="*/ 1816112 h 6858000"/>
              <a:gd name="connsiteX840" fmla="*/ 5847424 w 7467600"/>
              <a:gd name="connsiteY840" fmla="*/ 1815776 h 6858000"/>
              <a:gd name="connsiteX841" fmla="*/ 6399821 w 7467600"/>
              <a:gd name="connsiteY841" fmla="*/ 2344799 h 6858000"/>
              <a:gd name="connsiteX842" fmla="*/ 6323232 w 7467600"/>
              <a:gd name="connsiteY842" fmla="*/ 2389634 h 6858000"/>
              <a:gd name="connsiteX843" fmla="*/ 5942958 w 7467600"/>
              <a:gd name="connsiteY843" fmla="*/ 2077708 h 6858000"/>
              <a:gd name="connsiteX844" fmla="*/ 5921559 w 7467600"/>
              <a:gd name="connsiteY844" fmla="*/ 2378596 h 6858000"/>
              <a:gd name="connsiteX845" fmla="*/ 5817651 w 7467600"/>
              <a:gd name="connsiteY845" fmla="*/ 3023919 h 6858000"/>
              <a:gd name="connsiteX846" fmla="*/ 5729634 w 7467600"/>
              <a:gd name="connsiteY846" fmla="*/ 3051849 h 6858000"/>
              <a:gd name="connsiteX847" fmla="*/ 5611018 w 7467600"/>
              <a:gd name="connsiteY847" fmla="*/ 2316769 h 6858000"/>
              <a:gd name="connsiteX848" fmla="*/ 5687608 w 7467600"/>
              <a:gd name="connsiteY848" fmla="*/ 2039972 h 6858000"/>
              <a:gd name="connsiteX849" fmla="*/ 5657554 w 7467600"/>
              <a:gd name="connsiteY849" fmla="*/ 1576445 h 6858000"/>
              <a:gd name="connsiteX850" fmla="*/ 5150475 w 7467600"/>
              <a:gd name="connsiteY850" fmla="*/ 1274012 h 6858000"/>
              <a:gd name="connsiteX851" fmla="*/ 5349142 w 7467600"/>
              <a:gd name="connsiteY851" fmla="*/ 2204405 h 6858000"/>
              <a:gd name="connsiteX852" fmla="*/ 5262214 w 7467600"/>
              <a:gd name="connsiteY852" fmla="*/ 2233836 h 6858000"/>
              <a:gd name="connsiteX853" fmla="*/ 4981539 w 7467600"/>
              <a:gd name="connsiteY853" fmla="*/ 1542201 h 6858000"/>
              <a:gd name="connsiteX854" fmla="*/ 4958461 w 7467600"/>
              <a:gd name="connsiteY854" fmla="*/ 1136957 h 6858000"/>
              <a:gd name="connsiteX855" fmla="*/ 4655015 w 7467600"/>
              <a:gd name="connsiteY855" fmla="*/ 891426 h 6858000"/>
              <a:gd name="connsiteX856" fmla="*/ 4348002 w 7467600"/>
              <a:gd name="connsiteY856" fmla="*/ 2205895 h 6858000"/>
              <a:gd name="connsiteX857" fmla="*/ 4262250 w 7467600"/>
              <a:gd name="connsiteY857" fmla="*/ 2219972 h 6858000"/>
              <a:gd name="connsiteX858" fmla="*/ 4550611 w 7467600"/>
              <a:gd name="connsiteY858" fmla="*/ 817540 h 6858000"/>
              <a:gd name="connsiteX859" fmla="*/ 4564418 w 7467600"/>
              <a:gd name="connsiteY859" fmla="*/ 808293 h 6858000"/>
              <a:gd name="connsiteX860" fmla="*/ 4266388 w 7467600"/>
              <a:gd name="connsiteY860" fmla="*/ 500083 h 6858000"/>
              <a:gd name="connsiteX861" fmla="*/ 4032842 w 7467600"/>
              <a:gd name="connsiteY861" fmla="*/ 211809 h 6858000"/>
              <a:gd name="connsiteX862" fmla="*/ 3882765 w 7467600"/>
              <a:gd name="connsiteY862" fmla="*/ 0 h 6858000"/>
              <a:gd name="connsiteX863" fmla="*/ 3721337 w 7467600"/>
              <a:gd name="connsiteY863" fmla="*/ 0 h 6858000"/>
              <a:gd name="connsiteX864" fmla="*/ 3797544 w 7467600"/>
              <a:gd name="connsiteY864" fmla="*/ 0 h 6858000"/>
              <a:gd name="connsiteX865" fmla="*/ 3775734 w 7467600"/>
              <a:gd name="connsiteY865" fmla="*/ 95131 h 6858000"/>
              <a:gd name="connsiteX866" fmla="*/ 3724807 w 7467600"/>
              <a:gd name="connsiteY866" fmla="*/ 272257 h 6858000"/>
              <a:gd name="connsiteX867" fmla="*/ 3726844 w 7467600"/>
              <a:gd name="connsiteY867" fmla="*/ 282988 h 6858000"/>
              <a:gd name="connsiteX868" fmla="*/ 3742664 w 7467600"/>
              <a:gd name="connsiteY868" fmla="*/ 279918 h 6858000"/>
              <a:gd name="connsiteX869" fmla="*/ 4103910 w 7467600"/>
              <a:gd name="connsiteY869" fmla="*/ 1161917 h 6858000"/>
              <a:gd name="connsiteX870" fmla="*/ 4020269 w 7467600"/>
              <a:gd name="connsiteY870" fmla="*/ 1200406 h 6858000"/>
              <a:gd name="connsiteX871" fmla="*/ 3674882 w 7467600"/>
              <a:gd name="connsiteY871" fmla="*/ 488524 h 6858000"/>
              <a:gd name="connsiteX872" fmla="*/ 3132682 w 7467600"/>
              <a:gd name="connsiteY872" fmla="*/ 1072284 h 6858000"/>
              <a:gd name="connsiteX873" fmla="*/ 2716346 w 7467600"/>
              <a:gd name="connsiteY873" fmla="*/ 1276376 h 6858000"/>
              <a:gd name="connsiteX874" fmla="*/ 2716772 w 7467600"/>
              <a:gd name="connsiteY874" fmla="*/ 1255462 h 6858000"/>
              <a:gd name="connsiteX875" fmla="*/ 3471096 w 7467600"/>
              <a:gd name="connsiteY875" fmla="*/ 437072 h 6858000"/>
              <a:gd name="connsiteX876" fmla="*/ 3639057 w 7467600"/>
              <a:gd name="connsiteY876" fmla="*/ 286334 h 6858000"/>
              <a:gd name="connsiteX877" fmla="*/ 3640309 w 7467600"/>
              <a:gd name="connsiteY877" fmla="*/ 284664 h 6858000"/>
              <a:gd name="connsiteX878" fmla="*/ 3646022 w 7467600"/>
              <a:gd name="connsiteY878" fmla="*/ 276711 h 6858000"/>
              <a:gd name="connsiteX879" fmla="*/ 3707943 w 7467600"/>
              <a:gd name="connsiteY879" fmla="*/ 65958 h 6858000"/>
              <a:gd name="connsiteX880" fmla="*/ 3721337 w 7467600"/>
              <a:gd name="connsiteY880" fmla="*/ 0 h 6858000"/>
              <a:gd name="connsiteX881" fmla="*/ 2867960 w 7467600"/>
              <a:gd name="connsiteY881" fmla="*/ 0 h 6858000"/>
              <a:gd name="connsiteX882" fmla="*/ 2926351 w 7467600"/>
              <a:gd name="connsiteY882" fmla="*/ 0 h 6858000"/>
              <a:gd name="connsiteX883" fmla="*/ 2902823 w 7467600"/>
              <a:gd name="connsiteY883" fmla="*/ 262929 h 6858000"/>
              <a:gd name="connsiteX884" fmla="*/ 2940663 w 7467600"/>
              <a:gd name="connsiteY884" fmla="*/ 140884 h 6858000"/>
              <a:gd name="connsiteX885" fmla="*/ 2947039 w 7467600"/>
              <a:gd name="connsiteY885" fmla="*/ 122524 h 6858000"/>
              <a:gd name="connsiteX886" fmla="*/ 2984316 w 7467600"/>
              <a:gd name="connsiteY886" fmla="*/ 0 h 6858000"/>
              <a:gd name="connsiteX887" fmla="*/ 3016114 w 7467600"/>
              <a:gd name="connsiteY887" fmla="*/ 0 h 6858000"/>
              <a:gd name="connsiteX888" fmla="*/ 2979949 w 7467600"/>
              <a:gd name="connsiteY888" fmla="*/ 119274 h 6858000"/>
              <a:gd name="connsiteX889" fmla="*/ 3023879 w 7467600"/>
              <a:gd name="connsiteY889" fmla="*/ 0 h 6858000"/>
              <a:gd name="connsiteX890" fmla="*/ 3105400 w 7467600"/>
              <a:gd name="connsiteY890" fmla="*/ 0 h 6858000"/>
              <a:gd name="connsiteX891" fmla="*/ 3094669 w 7467600"/>
              <a:gd name="connsiteY891" fmla="*/ 30308 h 6858000"/>
              <a:gd name="connsiteX892" fmla="*/ 2901945 w 7467600"/>
              <a:gd name="connsiteY892" fmla="*/ 466538 h 6858000"/>
              <a:gd name="connsiteX893" fmla="*/ 2815209 w 7467600"/>
              <a:gd name="connsiteY893" fmla="*/ 497361 h 6858000"/>
              <a:gd name="connsiteX894" fmla="*/ 2844845 w 7467600"/>
              <a:gd name="connsiteY894" fmla="*/ 127638 h 6858000"/>
              <a:gd name="connsiteX895" fmla="*/ 2867960 w 7467600"/>
              <a:gd name="connsiteY895" fmla="*/ 0 h 6858000"/>
              <a:gd name="connsiteX896" fmla="*/ 1057230 w 7467600"/>
              <a:gd name="connsiteY896" fmla="*/ 0 h 6858000"/>
              <a:gd name="connsiteX897" fmla="*/ 1111003 w 7467600"/>
              <a:gd name="connsiteY897" fmla="*/ 0 h 6858000"/>
              <a:gd name="connsiteX898" fmla="*/ 1125553 w 7467600"/>
              <a:gd name="connsiteY898" fmla="*/ 52588 h 6858000"/>
              <a:gd name="connsiteX899" fmla="*/ 1304276 w 7467600"/>
              <a:gd name="connsiteY899" fmla="*/ 476275 h 6858000"/>
              <a:gd name="connsiteX900" fmla="*/ 1492066 w 7467600"/>
              <a:gd name="connsiteY900" fmla="*/ 886333 h 6858000"/>
              <a:gd name="connsiteX901" fmla="*/ 1423698 w 7467600"/>
              <a:gd name="connsiteY901" fmla="*/ 710817 h 6858000"/>
              <a:gd name="connsiteX902" fmla="*/ 1357609 w 7467600"/>
              <a:gd name="connsiteY902" fmla="*/ 532892 h 6858000"/>
              <a:gd name="connsiteX903" fmla="*/ 1309550 w 7467600"/>
              <a:gd name="connsiteY903" fmla="*/ 374031 h 6858000"/>
              <a:gd name="connsiteX904" fmla="*/ 1193673 w 7467600"/>
              <a:gd name="connsiteY904" fmla="*/ 49533 h 6858000"/>
              <a:gd name="connsiteX905" fmla="*/ 1164391 w 7467600"/>
              <a:gd name="connsiteY905" fmla="*/ 0 h 6858000"/>
              <a:gd name="connsiteX906" fmla="*/ 1200666 w 7467600"/>
              <a:gd name="connsiteY906" fmla="*/ 0 h 6858000"/>
              <a:gd name="connsiteX907" fmla="*/ 1223408 w 7467600"/>
              <a:gd name="connsiteY907" fmla="*/ 38996 h 6858000"/>
              <a:gd name="connsiteX908" fmla="*/ 1339635 w 7467600"/>
              <a:gd name="connsiteY908" fmla="*/ 365517 h 6858000"/>
              <a:gd name="connsiteX909" fmla="*/ 1387469 w 7467600"/>
              <a:gd name="connsiteY909" fmla="*/ 523079 h 6858000"/>
              <a:gd name="connsiteX910" fmla="*/ 1452685 w 7467600"/>
              <a:gd name="connsiteY910" fmla="*/ 699806 h 6858000"/>
              <a:gd name="connsiteX911" fmla="*/ 1492092 w 7467600"/>
              <a:gd name="connsiteY911" fmla="*/ 800424 h 6858000"/>
              <a:gd name="connsiteX912" fmla="*/ 1455302 w 7467600"/>
              <a:gd name="connsiteY912" fmla="*/ 632913 h 6858000"/>
              <a:gd name="connsiteX913" fmla="*/ 1222336 w 7467600"/>
              <a:gd name="connsiteY913" fmla="*/ 9480 h 6858000"/>
              <a:gd name="connsiteX914" fmla="*/ 1214634 w 7467600"/>
              <a:gd name="connsiteY914" fmla="*/ 0 h 6858000"/>
              <a:gd name="connsiteX915" fmla="*/ 1289827 w 7467600"/>
              <a:gd name="connsiteY915" fmla="*/ 0 h 6858000"/>
              <a:gd name="connsiteX916" fmla="*/ 1321076 w 7467600"/>
              <a:gd name="connsiteY916" fmla="*/ 59722 h 6858000"/>
              <a:gd name="connsiteX917" fmla="*/ 1512579 w 7467600"/>
              <a:gd name="connsiteY917" fmla="*/ 626441 h 6858000"/>
              <a:gd name="connsiteX918" fmla="*/ 1506076 w 7467600"/>
              <a:gd name="connsiteY918" fmla="*/ 1089289 h 6858000"/>
              <a:gd name="connsiteX919" fmla="*/ 1486346 w 7467600"/>
              <a:gd name="connsiteY919" fmla="*/ 1079919 h 6858000"/>
              <a:gd name="connsiteX920" fmla="*/ 1070511 w 7467600"/>
              <a:gd name="connsiteY920" fmla="*/ 48609 h 6858000"/>
              <a:gd name="connsiteX921" fmla="*/ 1057230 w 7467600"/>
              <a:gd name="connsiteY921" fmla="*/ 0 h 6858000"/>
              <a:gd name="connsiteX922" fmla="*/ 43151 w 7467600"/>
              <a:gd name="connsiteY922" fmla="*/ 0 h 6858000"/>
              <a:gd name="connsiteX923" fmla="*/ 95283 w 7467600"/>
              <a:gd name="connsiteY923" fmla="*/ 0 h 6858000"/>
              <a:gd name="connsiteX924" fmla="*/ 300708 w 7467600"/>
              <a:gd name="connsiteY924" fmla="*/ 154571 h 6858000"/>
              <a:gd name="connsiteX925" fmla="*/ 530414 w 7467600"/>
              <a:gd name="connsiteY925" fmla="*/ 354673 h 6858000"/>
              <a:gd name="connsiteX926" fmla="*/ 333785 w 7467600"/>
              <a:gd name="connsiteY926" fmla="*/ 161564 h 6858000"/>
              <a:gd name="connsiteX927" fmla="*/ 147005 w 7467600"/>
              <a:gd name="connsiteY927" fmla="*/ 0 h 6858000"/>
              <a:gd name="connsiteX928" fmla="*/ 272509 w 7467600"/>
              <a:gd name="connsiteY928" fmla="*/ 0 h 6858000"/>
              <a:gd name="connsiteX929" fmla="*/ 326276 w 7467600"/>
              <a:gd name="connsiteY929" fmla="*/ 45847 h 6858000"/>
              <a:gd name="connsiteX930" fmla="*/ 823759 w 7467600"/>
              <a:gd name="connsiteY930" fmla="*/ 574145 h 6858000"/>
              <a:gd name="connsiteX931" fmla="*/ 811254 w 7467600"/>
              <a:gd name="connsiteY931" fmla="*/ 665546 h 6858000"/>
              <a:gd name="connsiteX932" fmla="*/ 154042 w 7467600"/>
              <a:gd name="connsiteY932" fmla="*/ 261522 h 6858000"/>
              <a:gd name="connsiteX933" fmla="*/ 13550 w 7467600"/>
              <a:gd name="connsiteY933" fmla="*/ 158423 h 6858000"/>
              <a:gd name="connsiteX934" fmla="*/ 0 w 7467600"/>
              <a:gd name="connsiteY934" fmla="*/ 146618 h 6858000"/>
              <a:gd name="connsiteX935" fmla="*/ 0 w 7467600"/>
              <a:gd name="connsiteY935" fmla="*/ 59161 h 6858000"/>
              <a:gd name="connsiteX936" fmla="*/ 45427 w 7467600"/>
              <a:gd name="connsiteY936" fmla="*/ 101078 h 6858000"/>
              <a:gd name="connsiteX937" fmla="*/ 630103 w 7467600"/>
              <a:gd name="connsiteY937" fmla="*/ 485885 h 6858000"/>
              <a:gd name="connsiteX938" fmla="*/ 532040 w 7467600"/>
              <a:gd name="connsiteY938" fmla="*/ 399359 h 6858000"/>
              <a:gd name="connsiteX939" fmla="*/ 517618 w 7467600"/>
              <a:gd name="connsiteY939" fmla="*/ 385726 h 6858000"/>
              <a:gd name="connsiteX940" fmla="*/ 285074 w 7467600"/>
              <a:gd name="connsiteY940" fmla="*/ 182755 h 6858000"/>
              <a:gd name="connsiteX941" fmla="*/ 43151 w 7467600"/>
              <a:gd name="connsiteY94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289862 w 7467600"/>
              <a:gd name="connsiteY8" fmla="*/ 6659827 h 6858000"/>
              <a:gd name="connsiteX9" fmla="*/ 1019354 w 7467600"/>
              <a:gd name="connsiteY9" fmla="*/ 6315006 h 6858000"/>
              <a:gd name="connsiteX10" fmla="*/ 441046 w 7467600"/>
              <a:gd name="connsiteY10" fmla="*/ 6691153 h 6858000"/>
              <a:gd name="connsiteX11" fmla="*/ 1019354 w 7467600"/>
              <a:gd name="connsiteY11" fmla="*/ 6315006 h 6858000"/>
              <a:gd name="connsiteX12" fmla="*/ 991680 w 7467600"/>
              <a:gd name="connsiteY12" fmla="*/ 6298413 h 6858000"/>
              <a:gd name="connsiteX13" fmla="*/ 409060 w 7467600"/>
              <a:gd name="connsiteY13" fmla="*/ 6671470 h 6858000"/>
              <a:gd name="connsiteX14" fmla="*/ 991680 w 7467600"/>
              <a:gd name="connsiteY14" fmla="*/ 6298413 h 6858000"/>
              <a:gd name="connsiteX15" fmla="*/ 103333 w 7467600"/>
              <a:gd name="connsiteY15" fmla="*/ 5699602 h 6858000"/>
              <a:gd name="connsiteX16" fmla="*/ 233938 w 7467600"/>
              <a:gd name="connsiteY16" fmla="*/ 5809416 h 6858000"/>
              <a:gd name="connsiteX17" fmla="*/ 883580 w 7467600"/>
              <a:gd name="connsiteY17" fmla="*/ 6180710 h 6858000"/>
              <a:gd name="connsiteX18" fmla="*/ 487337 w 7467600"/>
              <a:gd name="connsiteY18" fmla="*/ 5950182 h 6858000"/>
              <a:gd name="connsiteX19" fmla="*/ 354051 w 7467600"/>
              <a:gd name="connsiteY19" fmla="*/ 5854912 h 6858000"/>
              <a:gd name="connsiteX20" fmla="*/ 195436 w 7467600"/>
              <a:gd name="connsiteY20" fmla="*/ 5755068 h 6858000"/>
              <a:gd name="connsiteX21" fmla="*/ 103333 w 7467600"/>
              <a:gd name="connsiteY21" fmla="*/ 5699602 h 6858000"/>
              <a:gd name="connsiteX22" fmla="*/ 5539432 w 7467600"/>
              <a:gd name="connsiteY22" fmla="*/ 5642928 h 6858000"/>
              <a:gd name="connsiteX23" fmla="*/ 5555462 w 7467600"/>
              <a:gd name="connsiteY23" fmla="*/ 5694454 h 6858000"/>
              <a:gd name="connsiteX24" fmla="*/ 5828270 w 7467600"/>
              <a:gd name="connsiteY24" fmla="*/ 6320663 h 6858000"/>
              <a:gd name="connsiteX25" fmla="*/ 5947416 w 7467600"/>
              <a:gd name="connsiteY25" fmla="*/ 6574846 h 6858000"/>
              <a:gd name="connsiteX26" fmla="*/ 5539432 w 7467600"/>
              <a:gd name="connsiteY26" fmla="*/ 5642928 h 6858000"/>
              <a:gd name="connsiteX27" fmla="*/ 51253 w 7467600"/>
              <a:gd name="connsiteY27" fmla="*/ 5631825 h 6858000"/>
              <a:gd name="connsiteX28" fmla="*/ 211622 w 7467600"/>
              <a:gd name="connsiteY28" fmla="*/ 5728803 h 6858000"/>
              <a:gd name="connsiteX29" fmla="*/ 371652 w 7467600"/>
              <a:gd name="connsiteY29" fmla="*/ 5829062 h 6858000"/>
              <a:gd name="connsiteX30" fmla="*/ 505903 w 7467600"/>
              <a:gd name="connsiteY30" fmla="*/ 5925221 h 6858000"/>
              <a:gd name="connsiteX31" fmla="*/ 899240 w 7467600"/>
              <a:gd name="connsiteY31" fmla="*/ 6153068 h 6858000"/>
              <a:gd name="connsiteX32" fmla="*/ 988114 w 7467600"/>
              <a:gd name="connsiteY32" fmla="*/ 6174204 h 6858000"/>
              <a:gd name="connsiteX33" fmla="*/ 845971 w 7467600"/>
              <a:gd name="connsiteY33" fmla="*/ 6067177 h 6858000"/>
              <a:gd name="connsiteX34" fmla="*/ 448057 w 7467600"/>
              <a:gd name="connsiteY34" fmla="*/ 5841376 h 6858000"/>
              <a:gd name="connsiteX35" fmla="*/ 51253 w 7467600"/>
              <a:gd name="connsiteY35" fmla="*/ 5631825 h 6858000"/>
              <a:gd name="connsiteX36" fmla="*/ 2606687 w 7467600"/>
              <a:gd name="connsiteY36" fmla="*/ 5630718 h 6858000"/>
              <a:gd name="connsiteX37" fmla="*/ 2645658 w 7467600"/>
              <a:gd name="connsiteY37" fmla="*/ 6640259 h 6858000"/>
              <a:gd name="connsiteX38" fmla="*/ 2606687 w 7467600"/>
              <a:gd name="connsiteY38" fmla="*/ 5630718 h 6858000"/>
              <a:gd name="connsiteX39" fmla="*/ 3642057 w 7467600"/>
              <a:gd name="connsiteY39" fmla="*/ 5573487 h 6858000"/>
              <a:gd name="connsiteX40" fmla="*/ 3632981 w 7467600"/>
              <a:gd name="connsiteY40" fmla="*/ 5579437 h 6858000"/>
              <a:gd name="connsiteX41" fmla="*/ 3382436 w 7467600"/>
              <a:gd name="connsiteY41" fmla="*/ 5952726 h 6858000"/>
              <a:gd name="connsiteX42" fmla="*/ 3191929 w 7467600"/>
              <a:gd name="connsiteY42" fmla="*/ 6662669 h 6858000"/>
              <a:gd name="connsiteX43" fmla="*/ 3369898 w 7467600"/>
              <a:gd name="connsiteY43" fmla="*/ 6081771 h 6858000"/>
              <a:gd name="connsiteX44" fmla="*/ 3642057 w 7467600"/>
              <a:gd name="connsiteY44" fmla="*/ 5573487 h 6858000"/>
              <a:gd name="connsiteX45" fmla="*/ 2650666 w 7467600"/>
              <a:gd name="connsiteY45" fmla="*/ 5530686 h 6858000"/>
              <a:gd name="connsiteX46" fmla="*/ 2650249 w 7467600"/>
              <a:gd name="connsiteY46" fmla="*/ 5532101 h 6858000"/>
              <a:gd name="connsiteX47" fmla="*/ 2663808 w 7467600"/>
              <a:gd name="connsiteY47" fmla="*/ 6535215 h 6858000"/>
              <a:gd name="connsiteX48" fmla="*/ 2665418 w 7467600"/>
              <a:gd name="connsiteY48" fmla="*/ 6132756 h 6858000"/>
              <a:gd name="connsiteX49" fmla="*/ 2650666 w 7467600"/>
              <a:gd name="connsiteY49" fmla="*/ 5530686 h 6858000"/>
              <a:gd name="connsiteX50" fmla="*/ 2680277 w 7467600"/>
              <a:gd name="connsiteY50" fmla="*/ 5479204 h 6858000"/>
              <a:gd name="connsiteX51" fmla="*/ 2678972 w 7467600"/>
              <a:gd name="connsiteY51" fmla="*/ 5481582 h 6858000"/>
              <a:gd name="connsiteX52" fmla="*/ 2696666 w 7467600"/>
              <a:gd name="connsiteY52" fmla="*/ 6133836 h 6858000"/>
              <a:gd name="connsiteX53" fmla="*/ 2695769 w 7467600"/>
              <a:gd name="connsiteY53" fmla="*/ 6390955 h 6858000"/>
              <a:gd name="connsiteX54" fmla="*/ 2739893 w 7467600"/>
              <a:gd name="connsiteY54" fmla="*/ 6108357 h 6858000"/>
              <a:gd name="connsiteX55" fmla="*/ 2680277 w 7467600"/>
              <a:gd name="connsiteY55" fmla="*/ 5479204 h 6858000"/>
              <a:gd name="connsiteX56" fmla="*/ 1132195 w 7467600"/>
              <a:gd name="connsiteY56" fmla="*/ 5467980 h 6858000"/>
              <a:gd name="connsiteX57" fmla="*/ 1679056 w 7467600"/>
              <a:gd name="connsiteY57" fmla="*/ 5516907 h 6858000"/>
              <a:gd name="connsiteX58" fmla="*/ 2128648 w 7467600"/>
              <a:gd name="connsiteY58" fmla="*/ 5474249 h 6858000"/>
              <a:gd name="connsiteX59" fmla="*/ 1825619 w 7467600"/>
              <a:gd name="connsiteY59" fmla="*/ 5478447 h 6858000"/>
              <a:gd name="connsiteX60" fmla="*/ 1737798 w 7467600"/>
              <a:gd name="connsiteY60" fmla="*/ 5483353 h 6858000"/>
              <a:gd name="connsiteX61" fmla="*/ 1132195 w 7467600"/>
              <a:gd name="connsiteY61" fmla="*/ 5467980 h 6858000"/>
              <a:gd name="connsiteX62" fmla="*/ 1456157 w 7467600"/>
              <a:gd name="connsiteY62" fmla="*/ 5371404 h 6858000"/>
              <a:gd name="connsiteX63" fmla="*/ 1244432 w 7467600"/>
              <a:gd name="connsiteY63" fmla="*/ 5385601 h 6858000"/>
              <a:gd name="connsiteX64" fmla="*/ 973990 w 7467600"/>
              <a:gd name="connsiteY64" fmla="*/ 5424940 h 6858000"/>
              <a:gd name="connsiteX65" fmla="*/ 1103809 w 7467600"/>
              <a:gd name="connsiteY65" fmla="*/ 5433720 h 6858000"/>
              <a:gd name="connsiteX66" fmla="*/ 1123454 w 7467600"/>
              <a:gd name="connsiteY66" fmla="*/ 5435727 h 6858000"/>
              <a:gd name="connsiteX67" fmla="*/ 1737017 w 7467600"/>
              <a:gd name="connsiteY67" fmla="*/ 5452183 h 6858000"/>
              <a:gd name="connsiteX68" fmla="*/ 1824397 w 7467600"/>
              <a:gd name="connsiteY68" fmla="*/ 5447757 h 6858000"/>
              <a:gd name="connsiteX69" fmla="*/ 2070059 w 7467600"/>
              <a:gd name="connsiteY69" fmla="*/ 5441660 h 6858000"/>
              <a:gd name="connsiteX70" fmla="*/ 1456157 w 7467600"/>
              <a:gd name="connsiteY70" fmla="*/ 5371404 h 6858000"/>
              <a:gd name="connsiteX71" fmla="*/ 4988186 w 7467600"/>
              <a:gd name="connsiteY71" fmla="*/ 5216467 h 6858000"/>
              <a:gd name="connsiteX72" fmla="*/ 4777334 w 7467600"/>
              <a:gd name="connsiteY72" fmla="*/ 5406072 h 6858000"/>
              <a:gd name="connsiteX73" fmla="*/ 4718341 w 7467600"/>
              <a:gd name="connsiteY73" fmla="*/ 5468043 h 6858000"/>
              <a:gd name="connsiteX74" fmla="*/ 4604655 w 7467600"/>
              <a:gd name="connsiteY74" fmla="*/ 5583434 h 6858000"/>
              <a:gd name="connsiteX75" fmla="*/ 4565074 w 7467600"/>
              <a:gd name="connsiteY75" fmla="*/ 5618550 h 6858000"/>
              <a:gd name="connsiteX76" fmla="*/ 4988186 w 7467600"/>
              <a:gd name="connsiteY76" fmla="*/ 5216467 h 6858000"/>
              <a:gd name="connsiteX77" fmla="*/ 4978032 w 7467600"/>
              <a:gd name="connsiteY77" fmla="*/ 5183809 h 6858000"/>
              <a:gd name="connsiteX78" fmla="*/ 4463413 w 7467600"/>
              <a:gd name="connsiteY78" fmla="*/ 5615162 h 6858000"/>
              <a:gd name="connsiteX79" fmla="*/ 4358134 w 7467600"/>
              <a:gd name="connsiteY79" fmla="*/ 5742791 h 6858000"/>
              <a:gd name="connsiteX80" fmla="*/ 4376219 w 7467600"/>
              <a:gd name="connsiteY80" fmla="*/ 5729027 h 6858000"/>
              <a:gd name="connsiteX81" fmla="*/ 4582340 w 7467600"/>
              <a:gd name="connsiteY81" fmla="*/ 5561037 h 6858000"/>
              <a:gd name="connsiteX82" fmla="*/ 4694684 w 7467600"/>
              <a:gd name="connsiteY82" fmla="*/ 5447098 h 6858000"/>
              <a:gd name="connsiteX83" fmla="*/ 4754123 w 7467600"/>
              <a:gd name="connsiteY83" fmla="*/ 5384643 h 6858000"/>
              <a:gd name="connsiteX84" fmla="*/ 4978032 w 7467600"/>
              <a:gd name="connsiteY84" fmla="*/ 5183809 h 6858000"/>
              <a:gd name="connsiteX85" fmla="*/ 1903353 w 7467600"/>
              <a:gd name="connsiteY85" fmla="*/ 5044827 h 6858000"/>
              <a:gd name="connsiteX86" fmla="*/ 1936931 w 7467600"/>
              <a:gd name="connsiteY86" fmla="*/ 5093954 h 6858000"/>
              <a:gd name="connsiteX87" fmla="*/ 2195868 w 7467600"/>
              <a:gd name="connsiteY87" fmla="*/ 5396574 h 6858000"/>
              <a:gd name="connsiteX88" fmla="*/ 2088852 w 7467600"/>
              <a:gd name="connsiteY88" fmla="*/ 5166123 h 6858000"/>
              <a:gd name="connsiteX89" fmla="*/ 1958241 w 7467600"/>
              <a:gd name="connsiteY89" fmla="*/ 5067955 h 6858000"/>
              <a:gd name="connsiteX90" fmla="*/ 1903353 w 7467600"/>
              <a:gd name="connsiteY90" fmla="*/ 5044827 h 6858000"/>
              <a:gd name="connsiteX91" fmla="*/ 1979378 w 7467600"/>
              <a:gd name="connsiteY91" fmla="*/ 4769504 h 6858000"/>
              <a:gd name="connsiteX92" fmla="*/ 2882120 w 7467600"/>
              <a:gd name="connsiteY92" fmla="*/ 5064547 h 6858000"/>
              <a:gd name="connsiteX93" fmla="*/ 2793103 w 7467600"/>
              <a:gd name="connsiteY93" fmla="*/ 5039699 h 6858000"/>
              <a:gd name="connsiteX94" fmla="*/ 2770041 w 7467600"/>
              <a:gd name="connsiteY94" fmla="*/ 5033634 h 6858000"/>
              <a:gd name="connsiteX95" fmla="*/ 1979378 w 7467600"/>
              <a:gd name="connsiteY95" fmla="*/ 4769504 h 6858000"/>
              <a:gd name="connsiteX96" fmla="*/ 1927410 w 7467600"/>
              <a:gd name="connsiteY96" fmla="*/ 4716164 h 6858000"/>
              <a:gd name="connsiteX97" fmla="*/ 1959587 w 7467600"/>
              <a:gd name="connsiteY97" fmla="*/ 4728849 h 6858000"/>
              <a:gd name="connsiteX98" fmla="*/ 2777707 w 7467600"/>
              <a:gd name="connsiteY98" fmla="*/ 5003991 h 6858000"/>
              <a:gd name="connsiteX99" fmla="*/ 2800768 w 7467600"/>
              <a:gd name="connsiteY99" fmla="*/ 5010056 h 6858000"/>
              <a:gd name="connsiteX100" fmla="*/ 2879408 w 7467600"/>
              <a:gd name="connsiteY100" fmla="*/ 5031590 h 6858000"/>
              <a:gd name="connsiteX101" fmla="*/ 2862295 w 7467600"/>
              <a:gd name="connsiteY101" fmla="*/ 5022958 h 6858000"/>
              <a:gd name="connsiteX102" fmla="*/ 2813343 w 7467600"/>
              <a:gd name="connsiteY102" fmla="*/ 4998369 h 6858000"/>
              <a:gd name="connsiteX103" fmla="*/ 2646245 w 7467600"/>
              <a:gd name="connsiteY103" fmla="*/ 4930999 h 6858000"/>
              <a:gd name="connsiteX104" fmla="*/ 1999243 w 7467600"/>
              <a:gd name="connsiteY104" fmla="*/ 4730524 h 6858000"/>
              <a:gd name="connsiteX105" fmla="*/ 1979527 w 7467600"/>
              <a:gd name="connsiteY105" fmla="*/ 4726651 h 6858000"/>
              <a:gd name="connsiteX106" fmla="*/ 1927410 w 7467600"/>
              <a:gd name="connsiteY106" fmla="*/ 4716164 h 6858000"/>
              <a:gd name="connsiteX107" fmla="*/ 1997014 w 7467600"/>
              <a:gd name="connsiteY107" fmla="*/ 4698007 h 6858000"/>
              <a:gd name="connsiteX108" fmla="*/ 2005458 w 7467600"/>
              <a:gd name="connsiteY108" fmla="*/ 4699540 h 6858000"/>
              <a:gd name="connsiteX109" fmla="*/ 2657186 w 7467600"/>
              <a:gd name="connsiteY109" fmla="*/ 4901687 h 6858000"/>
              <a:gd name="connsiteX110" fmla="*/ 2826662 w 7467600"/>
              <a:gd name="connsiteY110" fmla="*/ 4970362 h 6858000"/>
              <a:gd name="connsiteX111" fmla="*/ 2876100 w 7467600"/>
              <a:gd name="connsiteY111" fmla="*/ 4995397 h 6858000"/>
              <a:gd name="connsiteX112" fmla="*/ 3042600 w 7467600"/>
              <a:gd name="connsiteY112" fmla="*/ 5059532 h 6858000"/>
              <a:gd name="connsiteX113" fmla="*/ 1997014 w 7467600"/>
              <a:gd name="connsiteY113" fmla="*/ 4698007 h 6858000"/>
              <a:gd name="connsiteX114" fmla="*/ 2305292 w 7467600"/>
              <a:gd name="connsiteY114" fmla="*/ 4219492 h 6858000"/>
              <a:gd name="connsiteX115" fmla="*/ 3360922 w 7467600"/>
              <a:gd name="connsiteY115" fmla="*/ 4529373 h 6858000"/>
              <a:gd name="connsiteX116" fmla="*/ 3492420 w 7467600"/>
              <a:gd name="connsiteY116" fmla="*/ 4510145 h 6858000"/>
              <a:gd name="connsiteX117" fmla="*/ 3364086 w 7467600"/>
              <a:gd name="connsiteY117" fmla="*/ 4480340 h 6858000"/>
              <a:gd name="connsiteX118" fmla="*/ 3225818 w 7467600"/>
              <a:gd name="connsiteY118" fmla="*/ 4411822 h 6858000"/>
              <a:gd name="connsiteX119" fmla="*/ 3129696 w 7467600"/>
              <a:gd name="connsiteY119" fmla="*/ 4360704 h 6858000"/>
              <a:gd name="connsiteX120" fmla="*/ 2814545 w 7467600"/>
              <a:gd name="connsiteY120" fmla="*/ 4282955 h 6858000"/>
              <a:gd name="connsiteX121" fmla="*/ 2305292 w 7467600"/>
              <a:gd name="connsiteY121" fmla="*/ 4219492 h 6858000"/>
              <a:gd name="connsiteX122" fmla="*/ 2626982 w 7467600"/>
              <a:gd name="connsiteY122" fmla="*/ 4206450 h 6858000"/>
              <a:gd name="connsiteX123" fmla="*/ 2490617 w 7467600"/>
              <a:gd name="connsiteY123" fmla="*/ 4206951 h 6858000"/>
              <a:gd name="connsiteX124" fmla="*/ 2819869 w 7467600"/>
              <a:gd name="connsiteY124" fmla="*/ 4252936 h 6858000"/>
              <a:gd name="connsiteX125" fmla="*/ 3143018 w 7467600"/>
              <a:gd name="connsiteY125" fmla="*/ 4332698 h 6858000"/>
              <a:gd name="connsiteX126" fmla="*/ 3241520 w 7467600"/>
              <a:gd name="connsiteY126" fmla="*/ 4385112 h 6858000"/>
              <a:gd name="connsiteX127" fmla="*/ 3374575 w 7467600"/>
              <a:gd name="connsiteY127" fmla="*/ 4451517 h 6858000"/>
              <a:gd name="connsiteX128" fmla="*/ 3505221 w 7467600"/>
              <a:gd name="connsiteY128" fmla="*/ 4480757 h 6858000"/>
              <a:gd name="connsiteX129" fmla="*/ 2626982 w 7467600"/>
              <a:gd name="connsiteY129" fmla="*/ 4206450 h 6858000"/>
              <a:gd name="connsiteX130" fmla="*/ 1310106 w 7467600"/>
              <a:gd name="connsiteY130" fmla="*/ 3943217 h 6858000"/>
              <a:gd name="connsiteX131" fmla="*/ 854994 w 7467600"/>
              <a:gd name="connsiteY131" fmla="*/ 4399136 h 6858000"/>
              <a:gd name="connsiteX132" fmla="*/ 742462 w 7467600"/>
              <a:gd name="connsiteY132" fmla="*/ 4594648 h 6858000"/>
              <a:gd name="connsiteX133" fmla="*/ 820602 w 7467600"/>
              <a:gd name="connsiteY133" fmla="*/ 4485915 h 6858000"/>
              <a:gd name="connsiteX134" fmla="*/ 878295 w 7467600"/>
              <a:gd name="connsiteY134" fmla="*/ 4403594 h 6858000"/>
              <a:gd name="connsiteX135" fmla="*/ 1240607 w 7467600"/>
              <a:gd name="connsiteY135" fmla="*/ 4010401 h 6858000"/>
              <a:gd name="connsiteX136" fmla="*/ 1310106 w 7467600"/>
              <a:gd name="connsiteY136" fmla="*/ 3943217 h 6858000"/>
              <a:gd name="connsiteX137" fmla="*/ 1423113 w 7467600"/>
              <a:gd name="connsiteY137" fmla="*/ 3874565 h 6858000"/>
              <a:gd name="connsiteX138" fmla="*/ 1260565 w 7467600"/>
              <a:gd name="connsiteY138" fmla="*/ 4031982 h 6858000"/>
              <a:gd name="connsiteX139" fmla="*/ 901900 w 7467600"/>
              <a:gd name="connsiteY139" fmla="*/ 4421236 h 6858000"/>
              <a:gd name="connsiteX140" fmla="*/ 845044 w 7467600"/>
              <a:gd name="connsiteY140" fmla="*/ 4502436 h 6858000"/>
              <a:gd name="connsiteX141" fmla="*/ 685926 w 7467600"/>
              <a:gd name="connsiteY141" fmla="*/ 4703069 h 6858000"/>
              <a:gd name="connsiteX142" fmla="*/ 684248 w 7467600"/>
              <a:gd name="connsiteY142" fmla="*/ 4706721 h 6858000"/>
              <a:gd name="connsiteX143" fmla="*/ 1423113 w 7467600"/>
              <a:gd name="connsiteY143" fmla="*/ 3874565 h 6858000"/>
              <a:gd name="connsiteX144" fmla="*/ 3316479 w 7467600"/>
              <a:gd name="connsiteY144" fmla="*/ 3872136 h 6858000"/>
              <a:gd name="connsiteX145" fmla="*/ 3546806 w 7467600"/>
              <a:gd name="connsiteY145" fmla="*/ 4356139 h 6858000"/>
              <a:gd name="connsiteX146" fmla="*/ 3364433 w 7467600"/>
              <a:gd name="connsiteY146" fmla="*/ 3953121 h 6858000"/>
              <a:gd name="connsiteX147" fmla="*/ 3316479 w 7467600"/>
              <a:gd name="connsiteY147" fmla="*/ 3872136 h 6858000"/>
              <a:gd name="connsiteX148" fmla="*/ 3291335 w 7467600"/>
              <a:gd name="connsiteY148" fmla="*/ 3767420 h 6858000"/>
              <a:gd name="connsiteX149" fmla="*/ 3390805 w 7467600"/>
              <a:gd name="connsiteY149" fmla="*/ 3937163 h 6858000"/>
              <a:gd name="connsiteX150" fmla="*/ 3579062 w 7467600"/>
              <a:gd name="connsiteY150" fmla="*/ 4359040 h 6858000"/>
              <a:gd name="connsiteX151" fmla="*/ 3467355 w 7467600"/>
              <a:gd name="connsiteY151" fmla="*/ 3988130 h 6858000"/>
              <a:gd name="connsiteX152" fmla="*/ 3310753 w 7467600"/>
              <a:gd name="connsiteY152" fmla="*/ 3787140 h 6858000"/>
              <a:gd name="connsiteX153" fmla="*/ 3291335 w 7467600"/>
              <a:gd name="connsiteY153" fmla="*/ 3767420 h 6858000"/>
              <a:gd name="connsiteX154" fmla="*/ 1635889 w 7467600"/>
              <a:gd name="connsiteY154" fmla="*/ 3709494 h 6858000"/>
              <a:gd name="connsiteX155" fmla="*/ 1634800 w 7467600"/>
              <a:gd name="connsiteY155" fmla="*/ 3731111 h 6858000"/>
              <a:gd name="connsiteX156" fmla="*/ 1635889 w 7467600"/>
              <a:gd name="connsiteY156" fmla="*/ 3709494 h 6858000"/>
              <a:gd name="connsiteX157" fmla="*/ 1510397 w 7467600"/>
              <a:gd name="connsiteY157" fmla="*/ 3684705 h 6858000"/>
              <a:gd name="connsiteX158" fmla="*/ 1146550 w 7467600"/>
              <a:gd name="connsiteY158" fmla="*/ 3802012 h 6858000"/>
              <a:gd name="connsiteX159" fmla="*/ 698834 w 7467600"/>
              <a:gd name="connsiteY159" fmla="*/ 3952272 h 6858000"/>
              <a:gd name="connsiteX160" fmla="*/ 34256 w 7467600"/>
              <a:gd name="connsiteY160" fmla="*/ 4347603 h 6858000"/>
              <a:gd name="connsiteX161" fmla="*/ 527241 w 7467600"/>
              <a:gd name="connsiteY161" fmla="*/ 4065078 h 6858000"/>
              <a:gd name="connsiteX162" fmla="*/ 1510397 w 7467600"/>
              <a:gd name="connsiteY162" fmla="*/ 3684705 h 6858000"/>
              <a:gd name="connsiteX163" fmla="*/ 1313114 w 7467600"/>
              <a:gd name="connsiteY163" fmla="*/ 3655216 h 6858000"/>
              <a:gd name="connsiteX164" fmla="*/ 1109304 w 7467600"/>
              <a:gd name="connsiteY164" fmla="*/ 3669030 h 6858000"/>
              <a:gd name="connsiteX165" fmla="*/ 8129 w 7467600"/>
              <a:gd name="connsiteY165" fmla="*/ 4330519 h 6858000"/>
              <a:gd name="connsiteX166" fmla="*/ 687572 w 7467600"/>
              <a:gd name="connsiteY166" fmla="*/ 3925629 h 6858000"/>
              <a:gd name="connsiteX167" fmla="*/ 1138365 w 7467600"/>
              <a:gd name="connsiteY167" fmla="*/ 3774515 h 6858000"/>
              <a:gd name="connsiteX168" fmla="*/ 1505579 w 7467600"/>
              <a:gd name="connsiteY168" fmla="*/ 3655526 h 6858000"/>
              <a:gd name="connsiteX169" fmla="*/ 1313114 w 7467600"/>
              <a:gd name="connsiteY169" fmla="*/ 3655216 h 6858000"/>
              <a:gd name="connsiteX170" fmla="*/ 3655073 w 7467600"/>
              <a:gd name="connsiteY170" fmla="*/ 3650884 h 6858000"/>
              <a:gd name="connsiteX171" fmla="*/ 3989938 w 7467600"/>
              <a:gd name="connsiteY171" fmla="*/ 3991685 h 6858000"/>
              <a:gd name="connsiteX172" fmla="*/ 4393907 w 7467600"/>
              <a:gd name="connsiteY172" fmla="*/ 4261258 h 6858000"/>
              <a:gd name="connsiteX173" fmla="*/ 4648051 w 7467600"/>
              <a:gd name="connsiteY173" fmla="*/ 4374051 h 6858000"/>
              <a:gd name="connsiteX174" fmla="*/ 4383389 w 7467600"/>
              <a:gd name="connsiteY174" fmla="*/ 4184369 h 6858000"/>
              <a:gd name="connsiteX175" fmla="*/ 4165508 w 7467600"/>
              <a:gd name="connsiteY175" fmla="*/ 4035196 h 6858000"/>
              <a:gd name="connsiteX176" fmla="*/ 4068162 w 7467600"/>
              <a:gd name="connsiteY176" fmla="*/ 3953394 h 6858000"/>
              <a:gd name="connsiteX177" fmla="*/ 3981416 w 7467600"/>
              <a:gd name="connsiteY177" fmla="*/ 3880482 h 6858000"/>
              <a:gd name="connsiteX178" fmla="*/ 3800147 w 7467600"/>
              <a:gd name="connsiteY178" fmla="*/ 3749872 h 6858000"/>
              <a:gd name="connsiteX179" fmla="*/ 3655073 w 7467600"/>
              <a:gd name="connsiteY179" fmla="*/ 3650884 h 6858000"/>
              <a:gd name="connsiteX180" fmla="*/ 3670252 w 7467600"/>
              <a:gd name="connsiteY180" fmla="*/ 3622798 h 6858000"/>
              <a:gd name="connsiteX181" fmla="*/ 3817258 w 7467600"/>
              <a:gd name="connsiteY181" fmla="*/ 3723577 h 6858000"/>
              <a:gd name="connsiteX182" fmla="*/ 4000461 w 7467600"/>
              <a:gd name="connsiteY182" fmla="*/ 3855966 h 6858000"/>
              <a:gd name="connsiteX183" fmla="*/ 4088180 w 7467600"/>
              <a:gd name="connsiteY183" fmla="*/ 3929774 h 6858000"/>
              <a:gd name="connsiteX184" fmla="*/ 4184555 w 7467600"/>
              <a:gd name="connsiteY184" fmla="*/ 4010683 h 6858000"/>
              <a:gd name="connsiteX185" fmla="*/ 4399563 w 7467600"/>
              <a:gd name="connsiteY185" fmla="*/ 4158106 h 6858000"/>
              <a:gd name="connsiteX186" fmla="*/ 4684469 w 7467600"/>
              <a:gd name="connsiteY186" fmla="*/ 4364680 h 6858000"/>
              <a:gd name="connsiteX187" fmla="*/ 4690271 w 7467600"/>
              <a:gd name="connsiteY187" fmla="*/ 4370034 h 6858000"/>
              <a:gd name="connsiteX188" fmla="*/ 4136093 w 7467600"/>
              <a:gd name="connsiteY188" fmla="*/ 3858466 h 6858000"/>
              <a:gd name="connsiteX189" fmla="*/ 3670252 w 7467600"/>
              <a:gd name="connsiteY189" fmla="*/ 3622798 h 6858000"/>
              <a:gd name="connsiteX190" fmla="*/ 4440129 w 7467600"/>
              <a:gd name="connsiteY190" fmla="*/ 3448571 h 6858000"/>
              <a:gd name="connsiteX191" fmla="*/ 4856525 w 7467600"/>
              <a:gd name="connsiteY191" fmla="*/ 3915351 h 6858000"/>
              <a:gd name="connsiteX192" fmla="*/ 5059055 w 7467600"/>
              <a:gd name="connsiteY192" fmla="*/ 4108918 h 6858000"/>
              <a:gd name="connsiteX193" fmla="*/ 5290070 w 7467600"/>
              <a:gd name="connsiteY193" fmla="*/ 4263619 h 6858000"/>
              <a:gd name="connsiteX194" fmla="*/ 4834991 w 7467600"/>
              <a:gd name="connsiteY194" fmla="*/ 3830985 h 6858000"/>
              <a:gd name="connsiteX195" fmla="*/ 4440129 w 7467600"/>
              <a:gd name="connsiteY195" fmla="*/ 3448571 h 6858000"/>
              <a:gd name="connsiteX196" fmla="*/ 4441737 w 7467600"/>
              <a:gd name="connsiteY196" fmla="*/ 3399734 h 6858000"/>
              <a:gd name="connsiteX197" fmla="*/ 4431236 w 7467600"/>
              <a:gd name="connsiteY197" fmla="*/ 3400954 h 6858000"/>
              <a:gd name="connsiteX198" fmla="*/ 4557150 w 7467600"/>
              <a:gd name="connsiteY198" fmla="*/ 3510023 h 6858000"/>
              <a:gd name="connsiteX199" fmla="*/ 4856936 w 7467600"/>
              <a:gd name="connsiteY199" fmla="*/ 3809146 h 6858000"/>
              <a:gd name="connsiteX200" fmla="*/ 5111996 w 7467600"/>
              <a:gd name="connsiteY200" fmla="*/ 4065759 h 6858000"/>
              <a:gd name="connsiteX201" fmla="*/ 5388878 w 7467600"/>
              <a:gd name="connsiteY201" fmla="*/ 4300185 h 6858000"/>
              <a:gd name="connsiteX202" fmla="*/ 5425556 w 7467600"/>
              <a:gd name="connsiteY202" fmla="*/ 4308967 h 6858000"/>
              <a:gd name="connsiteX203" fmla="*/ 4943646 w 7467600"/>
              <a:gd name="connsiteY203" fmla="*/ 3822916 h 6858000"/>
              <a:gd name="connsiteX204" fmla="*/ 4594837 w 7467600"/>
              <a:gd name="connsiteY204" fmla="*/ 3532274 h 6858000"/>
              <a:gd name="connsiteX205" fmla="*/ 4441737 w 7467600"/>
              <a:gd name="connsiteY205" fmla="*/ 3399734 h 6858000"/>
              <a:gd name="connsiteX206" fmla="*/ 5425834 w 7467600"/>
              <a:gd name="connsiteY206" fmla="*/ 3162785 h 6858000"/>
              <a:gd name="connsiteX207" fmla="*/ 5401644 w 7467600"/>
              <a:gd name="connsiteY207" fmla="*/ 3617847 h 6858000"/>
              <a:gd name="connsiteX208" fmla="*/ 5467256 w 7467600"/>
              <a:gd name="connsiteY208" fmla="*/ 4175494 h 6858000"/>
              <a:gd name="connsiteX209" fmla="*/ 5448069 w 7467600"/>
              <a:gd name="connsiteY209" fmla="*/ 3567554 h 6858000"/>
              <a:gd name="connsiteX210" fmla="*/ 5425834 w 7467600"/>
              <a:gd name="connsiteY210" fmla="*/ 3162785 h 6858000"/>
              <a:gd name="connsiteX211" fmla="*/ 1318687 w 7467600"/>
              <a:gd name="connsiteY211" fmla="*/ 3113840 h 6858000"/>
              <a:gd name="connsiteX212" fmla="*/ 1066793 w 7467600"/>
              <a:gd name="connsiteY212" fmla="*/ 3212171 h 6858000"/>
              <a:gd name="connsiteX213" fmla="*/ 993319 w 7467600"/>
              <a:gd name="connsiteY213" fmla="*/ 3247648 h 6858000"/>
              <a:gd name="connsiteX214" fmla="*/ 853081 w 7467600"/>
              <a:gd name="connsiteY214" fmla="*/ 3312410 h 6858000"/>
              <a:gd name="connsiteX215" fmla="*/ 805957 w 7467600"/>
              <a:gd name="connsiteY215" fmla="*/ 3330443 h 6858000"/>
              <a:gd name="connsiteX216" fmla="*/ 1318687 w 7467600"/>
              <a:gd name="connsiteY216" fmla="*/ 3113840 h 6858000"/>
              <a:gd name="connsiteX217" fmla="*/ 5453702 w 7467600"/>
              <a:gd name="connsiteY217" fmla="*/ 3090882 h 6858000"/>
              <a:gd name="connsiteX218" fmla="*/ 5480135 w 7467600"/>
              <a:gd name="connsiteY218" fmla="*/ 3565802 h 6858000"/>
              <a:gd name="connsiteX219" fmla="*/ 5499023 w 7467600"/>
              <a:gd name="connsiteY219" fmla="*/ 4166310 h 6858000"/>
              <a:gd name="connsiteX220" fmla="*/ 5547022 w 7467600"/>
              <a:gd name="connsiteY220" fmla="*/ 3607838 h 6858000"/>
              <a:gd name="connsiteX221" fmla="*/ 5515964 w 7467600"/>
              <a:gd name="connsiteY221" fmla="*/ 3378541 h 6858000"/>
              <a:gd name="connsiteX222" fmla="*/ 5453702 w 7467600"/>
              <a:gd name="connsiteY222" fmla="*/ 3090882 h 6858000"/>
              <a:gd name="connsiteX223" fmla="*/ 1238695 w 7467600"/>
              <a:gd name="connsiteY223" fmla="*/ 3076820 h 6858000"/>
              <a:gd name="connsiteX224" fmla="*/ 716371 w 7467600"/>
              <a:gd name="connsiteY224" fmla="*/ 3293249 h 6858000"/>
              <a:gd name="connsiteX225" fmla="*/ 579522 w 7467600"/>
              <a:gd name="connsiteY225" fmla="*/ 3371759 h 6858000"/>
              <a:gd name="connsiteX226" fmla="*/ 600288 w 7467600"/>
              <a:gd name="connsiteY226" fmla="*/ 3365555 h 6858000"/>
              <a:gd name="connsiteX227" fmla="*/ 840692 w 7467600"/>
              <a:gd name="connsiteY227" fmla="*/ 3284921 h 6858000"/>
              <a:gd name="connsiteX228" fmla="*/ 979248 w 7467600"/>
              <a:gd name="connsiteY228" fmla="*/ 3221003 h 6858000"/>
              <a:gd name="connsiteX229" fmla="*/ 1053282 w 7467600"/>
              <a:gd name="connsiteY229" fmla="*/ 3185247 h 6858000"/>
              <a:gd name="connsiteX230" fmla="*/ 1320603 w 7467600"/>
              <a:gd name="connsiteY230" fmla="*/ 3081281 h 6858000"/>
              <a:gd name="connsiteX231" fmla="*/ 1238695 w 7467600"/>
              <a:gd name="connsiteY231" fmla="*/ 3076820 h 6858000"/>
              <a:gd name="connsiteX232" fmla="*/ 5425627 w 7467600"/>
              <a:gd name="connsiteY232" fmla="*/ 2954192 h 6858000"/>
              <a:gd name="connsiteX233" fmla="*/ 5470770 w 7467600"/>
              <a:gd name="connsiteY233" fmla="*/ 3005435 h 6858000"/>
              <a:gd name="connsiteX234" fmla="*/ 5519779 w 7467600"/>
              <a:gd name="connsiteY234" fmla="*/ 4359223 h 6858000"/>
              <a:gd name="connsiteX235" fmla="*/ 5520293 w 7467600"/>
              <a:gd name="connsiteY235" fmla="*/ 4360602 h 6858000"/>
              <a:gd name="connsiteX236" fmla="*/ 5767221 w 7467600"/>
              <a:gd name="connsiteY236" fmla="*/ 4665564 h 6858000"/>
              <a:gd name="connsiteX237" fmla="*/ 6937169 w 7467600"/>
              <a:gd name="connsiteY237" fmla="*/ 4815941 h 6858000"/>
              <a:gd name="connsiteX238" fmla="*/ 6953922 w 7467600"/>
              <a:gd name="connsiteY238" fmla="*/ 4890068 h 6858000"/>
              <a:gd name="connsiteX239" fmla="*/ 6071359 w 7467600"/>
              <a:gd name="connsiteY239" fmla="*/ 4770770 h 6858000"/>
              <a:gd name="connsiteX240" fmla="*/ 6038839 w 7467600"/>
              <a:gd name="connsiteY240" fmla="*/ 4764474 h 6858000"/>
              <a:gd name="connsiteX241" fmla="*/ 6038706 w 7467600"/>
              <a:gd name="connsiteY241" fmla="*/ 4763847 h 6858000"/>
              <a:gd name="connsiteX242" fmla="*/ 6037784 w 7467600"/>
              <a:gd name="connsiteY242" fmla="*/ 4764270 h 6858000"/>
              <a:gd name="connsiteX243" fmla="*/ 6038839 w 7467600"/>
              <a:gd name="connsiteY243" fmla="*/ 4764474 h 6858000"/>
              <a:gd name="connsiteX244" fmla="*/ 6040338 w 7467600"/>
              <a:gd name="connsiteY244" fmla="*/ 4771418 h 6858000"/>
              <a:gd name="connsiteX245" fmla="*/ 6024488 w 7467600"/>
              <a:gd name="connsiteY245" fmla="*/ 4809903 h 6858000"/>
              <a:gd name="connsiteX246" fmla="*/ 5599771 w 7467600"/>
              <a:gd name="connsiteY246" fmla="*/ 5509652 h 6858000"/>
              <a:gd name="connsiteX247" fmla="*/ 5548843 w 7467600"/>
              <a:gd name="connsiteY247" fmla="*/ 5563845 h 6858000"/>
              <a:gd name="connsiteX248" fmla="*/ 5940952 w 7467600"/>
              <a:gd name="connsiteY248" fmla="*/ 6250028 h 6858000"/>
              <a:gd name="connsiteX249" fmla="*/ 6043441 w 7467600"/>
              <a:gd name="connsiteY249" fmla="*/ 6665847 h 6858000"/>
              <a:gd name="connsiteX250" fmla="*/ 6093432 w 7467600"/>
              <a:gd name="connsiteY250" fmla="*/ 6858000 h 6858000"/>
              <a:gd name="connsiteX251" fmla="*/ 6034344 w 7467600"/>
              <a:gd name="connsiteY251" fmla="*/ 6858000 h 6858000"/>
              <a:gd name="connsiteX252" fmla="*/ 6026679 w 7467600"/>
              <a:gd name="connsiteY252" fmla="*/ 6836959 h 6858000"/>
              <a:gd name="connsiteX253" fmla="*/ 5800441 w 7467600"/>
              <a:gd name="connsiteY253" fmla="*/ 6335286 h 6858000"/>
              <a:gd name="connsiteX254" fmla="*/ 5526562 w 7467600"/>
              <a:gd name="connsiteY254" fmla="*/ 5705388 h 6858000"/>
              <a:gd name="connsiteX255" fmla="*/ 5519640 w 7467600"/>
              <a:gd name="connsiteY255" fmla="*/ 5683774 h 6858000"/>
              <a:gd name="connsiteX256" fmla="*/ 5844559 w 7467600"/>
              <a:gd name="connsiteY256" fmla="*/ 6553349 h 6858000"/>
              <a:gd name="connsiteX257" fmla="*/ 5975994 w 7467600"/>
              <a:gd name="connsiteY257" fmla="*/ 6858000 h 6858000"/>
              <a:gd name="connsiteX258" fmla="*/ 5898547 w 7467600"/>
              <a:gd name="connsiteY258" fmla="*/ 6858000 h 6858000"/>
              <a:gd name="connsiteX259" fmla="*/ 5682041 w 7467600"/>
              <a:gd name="connsiteY259" fmla="*/ 6355860 h 6858000"/>
              <a:gd name="connsiteX260" fmla="*/ 5461758 w 7467600"/>
              <a:gd name="connsiteY260" fmla="*/ 5820220 h 6858000"/>
              <a:gd name="connsiteX261" fmla="*/ 5237282 w 7467600"/>
              <a:gd name="connsiteY261" fmla="*/ 6579086 h 6858000"/>
              <a:gd name="connsiteX262" fmla="*/ 5115009 w 7467600"/>
              <a:gd name="connsiteY262" fmla="*/ 6858000 h 6858000"/>
              <a:gd name="connsiteX263" fmla="*/ 5028074 w 7467600"/>
              <a:gd name="connsiteY263" fmla="*/ 6858000 h 6858000"/>
              <a:gd name="connsiteX264" fmla="*/ 5079508 w 7467600"/>
              <a:gd name="connsiteY264" fmla="*/ 6749074 h 6858000"/>
              <a:gd name="connsiteX265" fmla="*/ 5371846 w 7467600"/>
              <a:gd name="connsiteY265" fmla="*/ 5924413 h 6858000"/>
              <a:gd name="connsiteX266" fmla="*/ 5270512 w 7467600"/>
              <a:gd name="connsiteY266" fmla="*/ 6138975 h 6858000"/>
              <a:gd name="connsiteX267" fmla="*/ 5062409 w 7467600"/>
              <a:gd name="connsiteY267" fmla="*/ 6653544 h 6858000"/>
              <a:gd name="connsiteX268" fmla="*/ 5036628 w 7467600"/>
              <a:gd name="connsiteY268" fmla="*/ 6754247 h 6858000"/>
              <a:gd name="connsiteX269" fmla="*/ 5009112 w 7467600"/>
              <a:gd name="connsiteY269" fmla="*/ 6858000 h 6858000"/>
              <a:gd name="connsiteX270" fmla="*/ 4976679 w 7467600"/>
              <a:gd name="connsiteY270" fmla="*/ 6858000 h 6858000"/>
              <a:gd name="connsiteX271" fmla="*/ 5006537 w 7467600"/>
              <a:gd name="connsiteY271" fmla="*/ 6747068 h 6858000"/>
              <a:gd name="connsiteX272" fmla="*/ 5032723 w 7467600"/>
              <a:gd name="connsiteY272" fmla="*/ 6644957 h 6858000"/>
              <a:gd name="connsiteX273" fmla="*/ 5242949 w 7467600"/>
              <a:gd name="connsiteY273" fmla="*/ 6125175 h 6858000"/>
              <a:gd name="connsiteX274" fmla="*/ 5286321 w 7467600"/>
              <a:gd name="connsiteY274" fmla="*/ 6033555 h 6858000"/>
              <a:gd name="connsiteX275" fmla="*/ 5008210 w 7467600"/>
              <a:gd name="connsiteY275" fmla="*/ 6649194 h 6858000"/>
              <a:gd name="connsiteX276" fmla="*/ 4986321 w 7467600"/>
              <a:gd name="connsiteY276" fmla="*/ 6765687 h 6858000"/>
              <a:gd name="connsiteX277" fmla="*/ 4973474 w 7467600"/>
              <a:gd name="connsiteY277" fmla="*/ 6858000 h 6858000"/>
              <a:gd name="connsiteX278" fmla="*/ 4907178 w 7467600"/>
              <a:gd name="connsiteY278" fmla="*/ 6858000 h 6858000"/>
              <a:gd name="connsiteX279" fmla="*/ 4910810 w 7467600"/>
              <a:gd name="connsiteY279" fmla="*/ 6829660 h 6858000"/>
              <a:gd name="connsiteX280" fmla="*/ 4987461 w 7467600"/>
              <a:gd name="connsiteY280" fmla="*/ 6432994 h 6858000"/>
              <a:gd name="connsiteX281" fmla="*/ 5179262 w 7467600"/>
              <a:gd name="connsiteY281" fmla="*/ 6035044 h 6858000"/>
              <a:gd name="connsiteX282" fmla="*/ 4689678 w 7467600"/>
              <a:gd name="connsiteY282" fmla="*/ 6440241 h 6858000"/>
              <a:gd name="connsiteX283" fmla="*/ 4477543 w 7467600"/>
              <a:gd name="connsiteY283" fmla="*/ 6674836 h 6858000"/>
              <a:gd name="connsiteX284" fmla="*/ 4329957 w 7467600"/>
              <a:gd name="connsiteY284" fmla="*/ 6858000 h 6858000"/>
              <a:gd name="connsiteX285" fmla="*/ 4218595 w 7467600"/>
              <a:gd name="connsiteY285" fmla="*/ 6858000 h 6858000"/>
              <a:gd name="connsiteX286" fmla="*/ 4368888 w 7467600"/>
              <a:gd name="connsiteY286" fmla="*/ 6668412 h 6858000"/>
              <a:gd name="connsiteX287" fmla="*/ 4563091 w 7467600"/>
              <a:gd name="connsiteY287" fmla="*/ 6442508 h 6858000"/>
              <a:gd name="connsiteX288" fmla="*/ 5387324 w 7467600"/>
              <a:gd name="connsiteY288" fmla="*/ 5705830 h 6858000"/>
              <a:gd name="connsiteX289" fmla="*/ 5073620 w 7467600"/>
              <a:gd name="connsiteY289" fmla="*/ 5955437 h 6858000"/>
              <a:gd name="connsiteX290" fmla="*/ 4689789 w 7467600"/>
              <a:gd name="connsiteY290" fmla="*/ 6268382 h 6858000"/>
              <a:gd name="connsiteX291" fmla="*/ 4418722 w 7467600"/>
              <a:gd name="connsiteY291" fmla="*/ 6570886 h 6858000"/>
              <a:gd name="connsiteX292" fmla="*/ 4214944 w 7467600"/>
              <a:gd name="connsiteY292" fmla="*/ 6858000 h 6858000"/>
              <a:gd name="connsiteX293" fmla="*/ 4177898 w 7467600"/>
              <a:gd name="connsiteY293" fmla="*/ 6858000 h 6858000"/>
              <a:gd name="connsiteX294" fmla="*/ 4391597 w 7467600"/>
              <a:gd name="connsiteY294" fmla="*/ 6556370 h 6858000"/>
              <a:gd name="connsiteX295" fmla="*/ 4668889 w 7467600"/>
              <a:gd name="connsiteY295" fmla="*/ 6246399 h 6858000"/>
              <a:gd name="connsiteX296" fmla="*/ 5055427 w 7467600"/>
              <a:gd name="connsiteY296" fmla="*/ 5931476 h 6858000"/>
              <a:gd name="connsiteX297" fmla="*/ 5371814 w 7467600"/>
              <a:gd name="connsiteY297" fmla="*/ 5678975 h 6858000"/>
              <a:gd name="connsiteX298" fmla="*/ 4987918 w 7467600"/>
              <a:gd name="connsiteY298" fmla="*/ 5838701 h 6858000"/>
              <a:gd name="connsiteX299" fmla="*/ 4317146 w 7467600"/>
              <a:gd name="connsiteY299" fmla="*/ 6587716 h 6858000"/>
              <a:gd name="connsiteX300" fmla="*/ 4171627 w 7467600"/>
              <a:gd name="connsiteY300" fmla="*/ 6858000 h 6858000"/>
              <a:gd name="connsiteX301" fmla="*/ 4081585 w 7467600"/>
              <a:gd name="connsiteY301" fmla="*/ 6858000 h 6858000"/>
              <a:gd name="connsiteX302" fmla="*/ 4238603 w 7467600"/>
              <a:gd name="connsiteY302" fmla="*/ 6559341 h 6858000"/>
              <a:gd name="connsiteX303" fmla="*/ 4778333 w 7467600"/>
              <a:gd name="connsiteY303" fmla="*/ 5873626 h 6858000"/>
              <a:gd name="connsiteX304" fmla="*/ 5414185 w 7467600"/>
              <a:gd name="connsiteY304" fmla="*/ 5573882 h 6858000"/>
              <a:gd name="connsiteX305" fmla="*/ 5959648 w 7467600"/>
              <a:gd name="connsiteY305" fmla="*/ 4760797 h 6858000"/>
              <a:gd name="connsiteX306" fmla="*/ 5355019 w 7467600"/>
              <a:gd name="connsiteY306" fmla="*/ 4734672 h 6858000"/>
              <a:gd name="connsiteX307" fmla="*/ 5083565 w 7467600"/>
              <a:gd name="connsiteY307" fmla="*/ 5179121 h 6858000"/>
              <a:gd name="connsiteX308" fmla="*/ 4713577 w 7467600"/>
              <a:gd name="connsiteY308" fmla="*/ 5616803 h 6858000"/>
              <a:gd name="connsiteX309" fmla="*/ 3989559 w 7467600"/>
              <a:gd name="connsiteY309" fmla="*/ 6145945 h 6858000"/>
              <a:gd name="connsiteX310" fmla="*/ 3939824 w 7467600"/>
              <a:gd name="connsiteY310" fmla="*/ 6066900 h 6858000"/>
              <a:gd name="connsiteX311" fmla="*/ 4584537 w 7467600"/>
              <a:gd name="connsiteY311" fmla="*/ 5324826 h 6858000"/>
              <a:gd name="connsiteX312" fmla="*/ 5037105 w 7467600"/>
              <a:gd name="connsiteY312" fmla="*/ 5088765 h 6858000"/>
              <a:gd name="connsiteX313" fmla="*/ 5039930 w 7467600"/>
              <a:gd name="connsiteY313" fmla="*/ 5089585 h 6858000"/>
              <a:gd name="connsiteX314" fmla="*/ 5263764 w 7467600"/>
              <a:gd name="connsiteY314" fmla="*/ 4735525 h 6858000"/>
              <a:gd name="connsiteX315" fmla="*/ 4086300 w 7467600"/>
              <a:gd name="connsiteY315" fmla="*/ 4884599 h 6858000"/>
              <a:gd name="connsiteX316" fmla="*/ 4085485 w 7467600"/>
              <a:gd name="connsiteY316" fmla="*/ 4899070 h 6858000"/>
              <a:gd name="connsiteX317" fmla="*/ 3871915 w 7467600"/>
              <a:gd name="connsiteY317" fmla="*/ 5253645 h 6858000"/>
              <a:gd name="connsiteX318" fmla="*/ 3799374 w 7467600"/>
              <a:gd name="connsiteY318" fmla="*/ 5466127 h 6858000"/>
              <a:gd name="connsiteX319" fmla="*/ 3498850 w 7467600"/>
              <a:gd name="connsiteY319" fmla="*/ 6661888 h 6858000"/>
              <a:gd name="connsiteX320" fmla="*/ 3399216 w 7467600"/>
              <a:gd name="connsiteY320" fmla="*/ 6858000 h 6858000"/>
              <a:gd name="connsiteX321" fmla="*/ 3303688 w 7467600"/>
              <a:gd name="connsiteY321" fmla="*/ 6858000 h 6858000"/>
              <a:gd name="connsiteX322" fmla="*/ 3391774 w 7467600"/>
              <a:gd name="connsiteY322" fmla="*/ 6697181 h 6858000"/>
              <a:gd name="connsiteX323" fmla="*/ 3735540 w 7467600"/>
              <a:gd name="connsiteY323" fmla="*/ 5546923 h 6858000"/>
              <a:gd name="connsiteX324" fmla="*/ 3729438 w 7467600"/>
              <a:gd name="connsiteY324" fmla="*/ 5569058 h 6858000"/>
              <a:gd name="connsiteX325" fmla="*/ 3707782 w 7467600"/>
              <a:gd name="connsiteY325" fmla="*/ 5644908 h 6858000"/>
              <a:gd name="connsiteX326" fmla="*/ 3583827 w 7467600"/>
              <a:gd name="connsiteY326" fmla="*/ 6039215 h 6858000"/>
              <a:gd name="connsiteX327" fmla="*/ 3547861 w 7467600"/>
              <a:gd name="connsiteY327" fmla="*/ 6129609 h 6858000"/>
              <a:gd name="connsiteX328" fmla="*/ 3490905 w 7467600"/>
              <a:gd name="connsiteY328" fmla="*/ 6277660 h 6858000"/>
              <a:gd name="connsiteX329" fmla="*/ 3455859 w 7467600"/>
              <a:gd name="connsiteY329" fmla="*/ 6391301 h 6858000"/>
              <a:gd name="connsiteX330" fmla="*/ 3429112 w 7467600"/>
              <a:gd name="connsiteY330" fmla="*/ 6479469 h 6858000"/>
              <a:gd name="connsiteX331" fmla="*/ 3304862 w 7467600"/>
              <a:gd name="connsiteY331" fmla="*/ 6796476 h 6858000"/>
              <a:gd name="connsiteX332" fmla="*/ 3276071 w 7467600"/>
              <a:gd name="connsiteY332" fmla="*/ 6858000 h 6858000"/>
              <a:gd name="connsiteX333" fmla="*/ 3240805 w 7467600"/>
              <a:gd name="connsiteY333" fmla="*/ 6858000 h 6858000"/>
              <a:gd name="connsiteX334" fmla="*/ 3275917 w 7467600"/>
              <a:gd name="connsiteY334" fmla="*/ 6783192 h 6858000"/>
              <a:gd name="connsiteX335" fmla="*/ 3399358 w 7467600"/>
              <a:gd name="connsiteY335" fmla="*/ 6469011 h 6858000"/>
              <a:gd name="connsiteX336" fmla="*/ 3425650 w 7467600"/>
              <a:gd name="connsiteY336" fmla="*/ 6381333 h 6858000"/>
              <a:gd name="connsiteX337" fmla="*/ 3460661 w 7467600"/>
              <a:gd name="connsiteY337" fmla="*/ 6266763 h 6858000"/>
              <a:gd name="connsiteX338" fmla="*/ 3518021 w 7467600"/>
              <a:gd name="connsiteY338" fmla="*/ 6117298 h 6858000"/>
              <a:gd name="connsiteX339" fmla="*/ 3554035 w 7467600"/>
              <a:gd name="connsiteY339" fmla="*/ 6027832 h 6858000"/>
              <a:gd name="connsiteX340" fmla="*/ 3677174 w 7467600"/>
              <a:gd name="connsiteY340" fmla="*/ 5636351 h 6858000"/>
              <a:gd name="connsiteX341" fmla="*/ 3698819 w 7467600"/>
              <a:gd name="connsiteY341" fmla="*/ 5560503 h 6858000"/>
              <a:gd name="connsiteX342" fmla="*/ 3702094 w 7467600"/>
              <a:gd name="connsiteY342" fmla="*/ 5549194 h 6858000"/>
              <a:gd name="connsiteX343" fmla="*/ 3398355 w 7467600"/>
              <a:gd name="connsiteY343" fmla="*/ 6094603 h 6858000"/>
              <a:gd name="connsiteX344" fmla="*/ 3193941 w 7467600"/>
              <a:gd name="connsiteY344" fmla="*/ 6798775 h 6858000"/>
              <a:gd name="connsiteX345" fmla="*/ 3184140 w 7467600"/>
              <a:gd name="connsiteY345" fmla="*/ 6858000 h 6858000"/>
              <a:gd name="connsiteX346" fmla="*/ 3099978 w 7467600"/>
              <a:gd name="connsiteY346" fmla="*/ 6858000 h 6858000"/>
              <a:gd name="connsiteX347" fmla="*/ 3101556 w 7467600"/>
              <a:gd name="connsiteY347" fmla="*/ 6843337 h 6858000"/>
              <a:gd name="connsiteX348" fmla="*/ 3370162 w 7467600"/>
              <a:gd name="connsiteY348" fmla="*/ 5785550 h 6858000"/>
              <a:gd name="connsiteX349" fmla="*/ 3746477 w 7467600"/>
              <a:gd name="connsiteY349" fmla="*/ 5377889 h 6858000"/>
              <a:gd name="connsiteX350" fmla="*/ 3863399 w 7467600"/>
              <a:gd name="connsiteY350" fmla="*/ 5087257 h 6858000"/>
              <a:gd name="connsiteX351" fmla="*/ 3968712 w 7467600"/>
              <a:gd name="connsiteY351" fmla="*/ 4913989 h 6858000"/>
              <a:gd name="connsiteX352" fmla="*/ 2792390 w 7467600"/>
              <a:gd name="connsiteY352" fmla="*/ 5382974 h 6858000"/>
              <a:gd name="connsiteX353" fmla="*/ 2714982 w 7467600"/>
              <a:gd name="connsiteY353" fmla="*/ 5427051 h 6858000"/>
              <a:gd name="connsiteX354" fmla="*/ 2813361 w 7467600"/>
              <a:gd name="connsiteY354" fmla="*/ 6023912 h 6858000"/>
              <a:gd name="connsiteX355" fmla="*/ 2688430 w 7467600"/>
              <a:gd name="connsiteY355" fmla="*/ 6801564 h 6858000"/>
              <a:gd name="connsiteX356" fmla="*/ 2629626 w 7467600"/>
              <a:gd name="connsiteY356" fmla="*/ 6763394 h 6858000"/>
              <a:gd name="connsiteX357" fmla="*/ 2565328 w 7467600"/>
              <a:gd name="connsiteY357" fmla="*/ 5516399 h 6858000"/>
              <a:gd name="connsiteX358" fmla="*/ 1922999 w 7467600"/>
              <a:gd name="connsiteY358" fmla="*/ 5980343 h 6858000"/>
              <a:gd name="connsiteX359" fmla="*/ 1950261 w 7467600"/>
              <a:gd name="connsiteY359" fmla="*/ 6405858 h 6858000"/>
              <a:gd name="connsiteX360" fmla="*/ 2365554 w 7467600"/>
              <a:gd name="connsiteY360" fmla="*/ 6759107 h 6858000"/>
              <a:gd name="connsiteX361" fmla="*/ 2424142 w 7467600"/>
              <a:gd name="connsiteY361" fmla="*/ 6858000 h 6858000"/>
              <a:gd name="connsiteX362" fmla="*/ 2395994 w 7467600"/>
              <a:gd name="connsiteY362" fmla="*/ 6858000 h 6858000"/>
              <a:gd name="connsiteX363" fmla="*/ 2392863 w 7467600"/>
              <a:gd name="connsiteY363" fmla="*/ 6852964 h 6858000"/>
              <a:gd name="connsiteX364" fmla="*/ 2017589 w 7467600"/>
              <a:gd name="connsiteY364" fmla="*/ 6493982 h 6858000"/>
              <a:gd name="connsiteX365" fmla="*/ 2147336 w 7467600"/>
              <a:gd name="connsiteY365" fmla="*/ 6594052 h 6858000"/>
              <a:gd name="connsiteX366" fmla="*/ 2207047 w 7467600"/>
              <a:gd name="connsiteY366" fmla="*/ 6654540 h 6858000"/>
              <a:gd name="connsiteX367" fmla="*/ 2299106 w 7467600"/>
              <a:gd name="connsiteY367" fmla="*/ 6778931 h 6858000"/>
              <a:gd name="connsiteX368" fmla="*/ 2314430 w 7467600"/>
              <a:gd name="connsiteY368" fmla="*/ 6801144 h 6858000"/>
              <a:gd name="connsiteX369" fmla="*/ 2352406 w 7467600"/>
              <a:gd name="connsiteY369" fmla="*/ 6858000 h 6858000"/>
              <a:gd name="connsiteX370" fmla="*/ 2314492 w 7467600"/>
              <a:gd name="connsiteY370" fmla="*/ 6858000 h 6858000"/>
              <a:gd name="connsiteX371" fmla="*/ 2288095 w 7467600"/>
              <a:gd name="connsiteY371" fmla="*/ 6818030 h 6858000"/>
              <a:gd name="connsiteX372" fmla="*/ 2272768 w 7467600"/>
              <a:gd name="connsiteY372" fmla="*/ 6795822 h 6858000"/>
              <a:gd name="connsiteX373" fmla="*/ 2182715 w 7467600"/>
              <a:gd name="connsiteY373" fmla="*/ 6675071 h 6858000"/>
              <a:gd name="connsiteX374" fmla="*/ 2032061 w 7467600"/>
              <a:gd name="connsiteY374" fmla="*/ 6541380 h 6858000"/>
              <a:gd name="connsiteX375" fmla="*/ 2257220 w 7467600"/>
              <a:gd name="connsiteY375" fmla="*/ 6826257 h 6858000"/>
              <a:gd name="connsiteX376" fmla="*/ 2281324 w 7467600"/>
              <a:gd name="connsiteY376" fmla="*/ 6858000 h 6858000"/>
              <a:gd name="connsiteX377" fmla="*/ 2242860 w 7467600"/>
              <a:gd name="connsiteY377" fmla="*/ 6858000 h 6858000"/>
              <a:gd name="connsiteX378" fmla="*/ 2232818 w 7467600"/>
              <a:gd name="connsiteY378" fmla="*/ 6844926 h 6858000"/>
              <a:gd name="connsiteX379" fmla="*/ 1990172 w 7467600"/>
              <a:gd name="connsiteY379" fmla="*/ 6542121 h 6858000"/>
              <a:gd name="connsiteX380" fmla="*/ 2124090 w 7467600"/>
              <a:gd name="connsiteY380" fmla="*/ 6761017 h 6858000"/>
              <a:gd name="connsiteX381" fmla="*/ 2200380 w 7467600"/>
              <a:gd name="connsiteY381" fmla="*/ 6858000 h 6858000"/>
              <a:gd name="connsiteX382" fmla="*/ 2147507 w 7467600"/>
              <a:gd name="connsiteY382" fmla="*/ 6858000 h 6858000"/>
              <a:gd name="connsiteX383" fmla="*/ 2070668 w 7467600"/>
              <a:gd name="connsiteY383" fmla="*/ 6761520 h 6858000"/>
              <a:gd name="connsiteX384" fmla="*/ 1975142 w 7467600"/>
              <a:gd name="connsiteY384" fmla="*/ 6585570 h 6858000"/>
              <a:gd name="connsiteX385" fmla="*/ 2050035 w 7467600"/>
              <a:gd name="connsiteY385" fmla="*/ 6813345 h 6858000"/>
              <a:gd name="connsiteX386" fmla="*/ 2063025 w 7467600"/>
              <a:gd name="connsiteY386" fmla="*/ 6858000 h 6858000"/>
              <a:gd name="connsiteX387" fmla="*/ 2021675 w 7467600"/>
              <a:gd name="connsiteY387" fmla="*/ 6858000 h 6858000"/>
              <a:gd name="connsiteX388" fmla="*/ 2019308 w 7467600"/>
              <a:gd name="connsiteY388" fmla="*/ 6847118 h 6858000"/>
              <a:gd name="connsiteX389" fmla="*/ 1938835 w 7467600"/>
              <a:gd name="connsiteY389" fmla="*/ 6551160 h 6858000"/>
              <a:gd name="connsiteX390" fmla="*/ 1953230 w 7467600"/>
              <a:gd name="connsiteY390" fmla="*/ 6759699 h 6858000"/>
              <a:gd name="connsiteX391" fmla="*/ 1956763 w 7467600"/>
              <a:gd name="connsiteY391" fmla="*/ 6778191 h 6858000"/>
              <a:gd name="connsiteX392" fmla="*/ 1967925 w 7467600"/>
              <a:gd name="connsiteY392" fmla="*/ 6858000 h 6858000"/>
              <a:gd name="connsiteX393" fmla="*/ 1936622 w 7467600"/>
              <a:gd name="connsiteY393" fmla="*/ 6858000 h 6858000"/>
              <a:gd name="connsiteX394" fmla="*/ 1926261 w 7467600"/>
              <a:gd name="connsiteY394" fmla="*/ 6784064 h 6858000"/>
              <a:gd name="connsiteX395" fmla="*/ 1922724 w 7467600"/>
              <a:gd name="connsiteY395" fmla="*/ 6765577 h 6858000"/>
              <a:gd name="connsiteX396" fmla="*/ 1904650 w 7467600"/>
              <a:gd name="connsiteY396" fmla="*/ 6639616 h 6858000"/>
              <a:gd name="connsiteX397" fmla="*/ 1885273 w 7467600"/>
              <a:gd name="connsiteY397" fmla="*/ 6858000 h 6858000"/>
              <a:gd name="connsiteX398" fmla="*/ 1854363 w 7467600"/>
              <a:gd name="connsiteY398" fmla="*/ 6858000 h 6858000"/>
              <a:gd name="connsiteX399" fmla="*/ 1880391 w 7467600"/>
              <a:gd name="connsiteY399" fmla="*/ 6603796 h 6858000"/>
              <a:gd name="connsiteX400" fmla="*/ 1818273 w 7467600"/>
              <a:gd name="connsiteY400" fmla="*/ 6715729 h 6858000"/>
              <a:gd name="connsiteX401" fmla="*/ 1794691 w 7467600"/>
              <a:gd name="connsiteY401" fmla="*/ 6843239 h 6858000"/>
              <a:gd name="connsiteX402" fmla="*/ 1794914 w 7467600"/>
              <a:gd name="connsiteY402" fmla="*/ 6858000 h 6858000"/>
              <a:gd name="connsiteX403" fmla="*/ 1746128 w 7467600"/>
              <a:gd name="connsiteY403" fmla="*/ 6858000 h 6858000"/>
              <a:gd name="connsiteX404" fmla="*/ 1753934 w 7467600"/>
              <a:gd name="connsiteY404" fmla="*/ 6724796 h 6858000"/>
              <a:gd name="connsiteX405" fmla="*/ 1792053 w 7467600"/>
              <a:gd name="connsiteY405" fmla="*/ 6572396 h 6858000"/>
              <a:gd name="connsiteX406" fmla="*/ 1862248 w 7467600"/>
              <a:gd name="connsiteY406" fmla="*/ 6266397 h 6858000"/>
              <a:gd name="connsiteX407" fmla="*/ 1862250 w 7467600"/>
              <a:gd name="connsiteY407" fmla="*/ 6033531 h 6858000"/>
              <a:gd name="connsiteX408" fmla="*/ 1211999 w 7467600"/>
              <a:gd name="connsiteY408" fmla="*/ 6683610 h 6858000"/>
              <a:gd name="connsiteX409" fmla="*/ 1213266 w 7467600"/>
              <a:gd name="connsiteY409" fmla="*/ 6691947 h 6858000"/>
              <a:gd name="connsiteX410" fmla="*/ 1203370 w 7467600"/>
              <a:gd name="connsiteY410" fmla="*/ 6850676 h 6858000"/>
              <a:gd name="connsiteX411" fmla="*/ 1203671 w 7467600"/>
              <a:gd name="connsiteY411" fmla="*/ 6858000 h 6858000"/>
              <a:gd name="connsiteX412" fmla="*/ 1143180 w 7467600"/>
              <a:gd name="connsiteY412" fmla="*/ 6858000 h 6858000"/>
              <a:gd name="connsiteX413" fmla="*/ 1142176 w 7467600"/>
              <a:gd name="connsiteY413" fmla="*/ 6766045 h 6858000"/>
              <a:gd name="connsiteX414" fmla="*/ 1067484 w 7467600"/>
              <a:gd name="connsiteY414" fmla="*/ 6858000 h 6858000"/>
              <a:gd name="connsiteX415" fmla="*/ 953928 w 7467600"/>
              <a:gd name="connsiteY415" fmla="*/ 6858000 h 6858000"/>
              <a:gd name="connsiteX416" fmla="*/ 959715 w 7467600"/>
              <a:gd name="connsiteY416" fmla="*/ 6850185 h 6858000"/>
              <a:gd name="connsiteX417" fmla="*/ 1483788 w 7467600"/>
              <a:gd name="connsiteY417" fmla="*/ 6259174 h 6858000"/>
              <a:gd name="connsiteX418" fmla="*/ 1100671 w 7467600"/>
              <a:gd name="connsiteY418" fmla="*/ 6252137 h 6858000"/>
              <a:gd name="connsiteX419" fmla="*/ 1090144 w 7467600"/>
              <a:gd name="connsiteY419" fmla="*/ 6256748 h 6858000"/>
              <a:gd name="connsiteX420" fmla="*/ 1095872 w 7467600"/>
              <a:gd name="connsiteY420" fmla="*/ 6271892 h 6858000"/>
              <a:gd name="connsiteX421" fmla="*/ 262785 w 7467600"/>
              <a:gd name="connsiteY421" fmla="*/ 6845450 h 6858000"/>
              <a:gd name="connsiteX422" fmla="*/ 209968 w 7467600"/>
              <a:gd name="connsiteY422" fmla="*/ 6770713 h 6858000"/>
              <a:gd name="connsiteX423" fmla="*/ 873460 w 7467600"/>
              <a:gd name="connsiteY423" fmla="*/ 6253768 h 6858000"/>
              <a:gd name="connsiteX424" fmla="*/ 192686 w 7467600"/>
              <a:gd name="connsiteY424" fmla="*/ 5849257 h 6858000"/>
              <a:gd name="connsiteX425" fmla="*/ 4696 w 7467600"/>
              <a:gd name="connsiteY425" fmla="*/ 5697668 h 6858000"/>
              <a:gd name="connsiteX426" fmla="*/ 0 w 7467600"/>
              <a:gd name="connsiteY426" fmla="*/ 5689984 h 6858000"/>
              <a:gd name="connsiteX427" fmla="*/ 0 w 7467600"/>
              <a:gd name="connsiteY427" fmla="*/ 5513472 h 6858000"/>
              <a:gd name="connsiteX428" fmla="*/ 174101 w 7467600"/>
              <a:gd name="connsiteY428" fmla="*/ 5620277 h 6858000"/>
              <a:gd name="connsiteX429" fmla="*/ 891800 w 7467600"/>
              <a:gd name="connsiteY429" fmla="*/ 6036935 h 6858000"/>
              <a:gd name="connsiteX430" fmla="*/ 1072219 w 7467600"/>
              <a:gd name="connsiteY430" fmla="*/ 6169443 h 6858000"/>
              <a:gd name="connsiteX431" fmla="*/ 1074117 w 7467600"/>
              <a:gd name="connsiteY431" fmla="*/ 6170301 h 6858000"/>
              <a:gd name="connsiteX432" fmla="*/ 1083114 w 7467600"/>
              <a:gd name="connsiteY432" fmla="*/ 6174131 h 6858000"/>
              <a:gd name="connsiteX433" fmla="*/ 1543010 w 7467600"/>
              <a:gd name="connsiteY433" fmla="*/ 6191140 h 6858000"/>
              <a:gd name="connsiteX434" fmla="*/ 1551080 w 7467600"/>
              <a:gd name="connsiteY434" fmla="*/ 6195006 h 6858000"/>
              <a:gd name="connsiteX435" fmla="*/ 2345443 w 7467600"/>
              <a:gd name="connsiteY435" fmla="*/ 5549882 h 6858000"/>
              <a:gd name="connsiteX436" fmla="*/ 1721499 w 7467600"/>
              <a:gd name="connsiteY436" fmla="*/ 5599969 h 6858000"/>
              <a:gd name="connsiteX437" fmla="*/ 767716 w 7467600"/>
              <a:gd name="connsiteY437" fmla="*/ 5472768 h 6858000"/>
              <a:gd name="connsiteX438" fmla="*/ 722147 w 7467600"/>
              <a:gd name="connsiteY438" fmla="*/ 5393091 h 6858000"/>
              <a:gd name="connsiteX439" fmla="*/ 1485552 w 7467600"/>
              <a:gd name="connsiteY439" fmla="*/ 5313202 h 6858000"/>
              <a:gd name="connsiteX440" fmla="*/ 2143004 w 7467600"/>
              <a:gd name="connsiteY440" fmla="*/ 5402420 h 6858000"/>
              <a:gd name="connsiteX441" fmla="*/ 1933391 w 7467600"/>
              <a:gd name="connsiteY441" fmla="*/ 5156971 h 6858000"/>
              <a:gd name="connsiteX442" fmla="*/ 1827118 w 7467600"/>
              <a:gd name="connsiteY442" fmla="*/ 4968410 h 6858000"/>
              <a:gd name="connsiteX443" fmla="*/ 1837349 w 7467600"/>
              <a:gd name="connsiteY443" fmla="*/ 4956357 h 6858000"/>
              <a:gd name="connsiteX444" fmla="*/ 2162835 w 7467600"/>
              <a:gd name="connsiteY444" fmla="*/ 5187853 h 6858000"/>
              <a:gd name="connsiteX445" fmla="*/ 2257167 w 7467600"/>
              <a:gd name="connsiteY445" fmla="*/ 5462123 h 6858000"/>
              <a:gd name="connsiteX446" fmla="*/ 2261598 w 7467600"/>
              <a:gd name="connsiteY446" fmla="*/ 5467998 h 6858000"/>
              <a:gd name="connsiteX447" fmla="*/ 2437177 w 7467600"/>
              <a:gd name="connsiteY447" fmla="*/ 5479608 h 6858000"/>
              <a:gd name="connsiteX448" fmla="*/ 2445247 w 7467600"/>
              <a:gd name="connsiteY448" fmla="*/ 5483476 h 6858000"/>
              <a:gd name="connsiteX449" fmla="*/ 2743626 w 7467600"/>
              <a:gd name="connsiteY449" fmla="*/ 5304819 h 6858000"/>
              <a:gd name="connsiteX450" fmla="*/ 3048102 w 7467600"/>
              <a:gd name="connsiteY450" fmla="*/ 5150595 h 6858000"/>
              <a:gd name="connsiteX451" fmla="*/ 1799414 w 7467600"/>
              <a:gd name="connsiteY451" fmla="*/ 4694732 h 6858000"/>
              <a:gd name="connsiteX452" fmla="*/ 1771735 w 7467600"/>
              <a:gd name="connsiteY452" fmla="*/ 4619929 h 6858000"/>
              <a:gd name="connsiteX453" fmla="*/ 3104273 w 7467600"/>
              <a:gd name="connsiteY453" fmla="*/ 5076159 h 6858000"/>
              <a:gd name="connsiteX454" fmla="*/ 3113245 w 7467600"/>
              <a:gd name="connsiteY454" fmla="*/ 5090705 h 6858000"/>
              <a:gd name="connsiteX455" fmla="*/ 3126294 w 7467600"/>
              <a:gd name="connsiteY455" fmla="*/ 5114400 h 6858000"/>
              <a:gd name="connsiteX456" fmla="*/ 3937433 w 7467600"/>
              <a:gd name="connsiteY456" fmla="*/ 4830473 h 6858000"/>
              <a:gd name="connsiteX457" fmla="*/ 3590475 w 7467600"/>
              <a:gd name="connsiteY457" fmla="*/ 4597974 h 6858000"/>
              <a:gd name="connsiteX458" fmla="*/ 3100264 w 7467600"/>
              <a:gd name="connsiteY458" fmla="*/ 4579845 h 6858000"/>
              <a:gd name="connsiteX459" fmla="*/ 2183576 w 7467600"/>
              <a:gd name="connsiteY459" fmla="*/ 4227150 h 6858000"/>
              <a:gd name="connsiteX460" fmla="*/ 2151029 w 7467600"/>
              <a:gd name="connsiteY460" fmla="*/ 4146947 h 6858000"/>
              <a:gd name="connsiteX461" fmla="*/ 3563434 w 7467600"/>
              <a:gd name="connsiteY461" fmla="*/ 4469115 h 6858000"/>
              <a:gd name="connsiteX462" fmla="*/ 3177952 w 7467600"/>
              <a:gd name="connsiteY462" fmla="*/ 3657386 h 6858000"/>
              <a:gd name="connsiteX463" fmla="*/ 3189263 w 7467600"/>
              <a:gd name="connsiteY463" fmla="*/ 3625726 h 6858000"/>
              <a:gd name="connsiteX464" fmla="*/ 3560912 w 7467600"/>
              <a:gd name="connsiteY464" fmla="*/ 4079863 h 6858000"/>
              <a:gd name="connsiteX465" fmla="*/ 3626636 w 7467600"/>
              <a:gd name="connsiteY465" fmla="*/ 4512230 h 6858000"/>
              <a:gd name="connsiteX466" fmla="*/ 3653088 w 7467600"/>
              <a:gd name="connsiteY466" fmla="*/ 4521417 h 6858000"/>
              <a:gd name="connsiteX467" fmla="*/ 3988128 w 7467600"/>
              <a:gd name="connsiteY467" fmla="*/ 4817267 h 6858000"/>
              <a:gd name="connsiteX468" fmla="*/ 4830582 w 7467600"/>
              <a:gd name="connsiteY468" fmla="*/ 4676000 h 6858000"/>
              <a:gd name="connsiteX469" fmla="*/ 4830100 w 7467600"/>
              <a:gd name="connsiteY469" fmla="*/ 4675554 h 6858000"/>
              <a:gd name="connsiteX470" fmla="*/ 4036318 w 7467600"/>
              <a:gd name="connsiteY470" fmla="*/ 4147013 h 6858000"/>
              <a:gd name="connsiteX471" fmla="*/ 3432098 w 7467600"/>
              <a:gd name="connsiteY471" fmla="*/ 3537312 h 6858000"/>
              <a:gd name="connsiteX472" fmla="*/ 3446761 w 7467600"/>
              <a:gd name="connsiteY472" fmla="*/ 3461278 h 6858000"/>
              <a:gd name="connsiteX473" fmla="*/ 4419733 w 7467600"/>
              <a:gd name="connsiteY473" fmla="*/ 3963555 h 6858000"/>
              <a:gd name="connsiteX474" fmla="*/ 4781371 w 7467600"/>
              <a:gd name="connsiteY474" fmla="*/ 4458604 h 6858000"/>
              <a:gd name="connsiteX475" fmla="*/ 4780440 w 7467600"/>
              <a:gd name="connsiteY475" fmla="*/ 4470290 h 6858000"/>
              <a:gd name="connsiteX476" fmla="*/ 4898954 w 7467600"/>
              <a:gd name="connsiteY476" fmla="*/ 4662092 h 6858000"/>
              <a:gd name="connsiteX477" fmla="*/ 4900699 w 7467600"/>
              <a:gd name="connsiteY477" fmla="*/ 4670867 h 6858000"/>
              <a:gd name="connsiteX478" fmla="*/ 5714511 w 7467600"/>
              <a:gd name="connsiteY478" fmla="*/ 4663483 h 6858000"/>
              <a:gd name="connsiteX479" fmla="*/ 5464793 w 7467600"/>
              <a:gd name="connsiteY479" fmla="*/ 4393556 h 6858000"/>
              <a:gd name="connsiteX480" fmla="*/ 5461897 w 7467600"/>
              <a:gd name="connsiteY480" fmla="*/ 4390879 h 6858000"/>
              <a:gd name="connsiteX481" fmla="*/ 4294126 w 7467600"/>
              <a:gd name="connsiteY481" fmla="*/ 3303048 h 6858000"/>
              <a:gd name="connsiteX482" fmla="*/ 4305321 w 7467600"/>
              <a:gd name="connsiteY482" fmla="*/ 3256953 h 6858000"/>
              <a:gd name="connsiteX483" fmla="*/ 4949299 w 7467600"/>
              <a:gd name="connsiteY483" fmla="*/ 3766336 h 6858000"/>
              <a:gd name="connsiteX484" fmla="*/ 5291452 w 7467600"/>
              <a:gd name="connsiteY484" fmla="*/ 4076801 h 6858000"/>
              <a:gd name="connsiteX485" fmla="*/ 5434998 w 7467600"/>
              <a:gd name="connsiteY485" fmla="*/ 4254100 h 6858000"/>
              <a:gd name="connsiteX486" fmla="*/ 5351015 w 7467600"/>
              <a:gd name="connsiteY486" fmla="*/ 3760989 h 6858000"/>
              <a:gd name="connsiteX487" fmla="*/ 5413780 w 7467600"/>
              <a:gd name="connsiteY487" fmla="*/ 2966265 h 6858000"/>
              <a:gd name="connsiteX488" fmla="*/ 5425627 w 7467600"/>
              <a:gd name="connsiteY488" fmla="*/ 2954192 h 6858000"/>
              <a:gd name="connsiteX489" fmla="*/ 6604735 w 7467600"/>
              <a:gd name="connsiteY489" fmla="*/ 2041381 h 6858000"/>
              <a:gd name="connsiteX490" fmla="*/ 7204487 w 7467600"/>
              <a:gd name="connsiteY490" fmla="*/ 2742112 h 6858000"/>
              <a:gd name="connsiteX491" fmla="*/ 7131592 w 7467600"/>
              <a:gd name="connsiteY491" fmla="*/ 2672096 h 6858000"/>
              <a:gd name="connsiteX492" fmla="*/ 6996344 w 7467600"/>
              <a:gd name="connsiteY492" fmla="*/ 2518310 h 6858000"/>
              <a:gd name="connsiteX493" fmla="*/ 6735495 w 7467600"/>
              <a:gd name="connsiteY493" fmla="*/ 2196890 h 6858000"/>
              <a:gd name="connsiteX494" fmla="*/ 6721901 w 7467600"/>
              <a:gd name="connsiteY494" fmla="*/ 2179274 h 6858000"/>
              <a:gd name="connsiteX495" fmla="*/ 6604735 w 7467600"/>
              <a:gd name="connsiteY495" fmla="*/ 2041381 h 6858000"/>
              <a:gd name="connsiteX496" fmla="*/ 6591670 w 7467600"/>
              <a:gd name="connsiteY496" fmla="*/ 1988277 h 6858000"/>
              <a:gd name="connsiteX497" fmla="*/ 6747349 w 7467600"/>
              <a:gd name="connsiteY497" fmla="*/ 2160069 h 6858000"/>
              <a:gd name="connsiteX498" fmla="*/ 6760943 w 7467600"/>
              <a:gd name="connsiteY498" fmla="*/ 2177686 h 6858000"/>
              <a:gd name="connsiteX499" fmla="*/ 7021065 w 7467600"/>
              <a:gd name="connsiteY499" fmla="*/ 2498102 h 6858000"/>
              <a:gd name="connsiteX500" fmla="*/ 7155223 w 7467600"/>
              <a:gd name="connsiteY500" fmla="*/ 2650386 h 6858000"/>
              <a:gd name="connsiteX501" fmla="*/ 7203167 w 7467600"/>
              <a:gd name="connsiteY501" fmla="*/ 2697288 h 6858000"/>
              <a:gd name="connsiteX502" fmla="*/ 6937703 w 7467600"/>
              <a:gd name="connsiteY502" fmla="*/ 2321981 h 6858000"/>
              <a:gd name="connsiteX503" fmla="*/ 6591670 w 7467600"/>
              <a:gd name="connsiteY503" fmla="*/ 1988277 h 6858000"/>
              <a:gd name="connsiteX504" fmla="*/ 5798671 w 7467600"/>
              <a:gd name="connsiteY504" fmla="*/ 1981601 h 6858000"/>
              <a:gd name="connsiteX505" fmla="*/ 5754709 w 7467600"/>
              <a:gd name="connsiteY505" fmla="*/ 2071454 h 6858000"/>
              <a:gd name="connsiteX506" fmla="*/ 5763044 w 7467600"/>
              <a:gd name="connsiteY506" fmla="*/ 2842206 h 6858000"/>
              <a:gd name="connsiteX507" fmla="*/ 5764974 w 7467600"/>
              <a:gd name="connsiteY507" fmla="*/ 2799609 h 6858000"/>
              <a:gd name="connsiteX508" fmla="*/ 5767665 w 7467600"/>
              <a:gd name="connsiteY508" fmla="*/ 2666409 h 6858000"/>
              <a:gd name="connsiteX509" fmla="*/ 5763055 w 7467600"/>
              <a:gd name="connsiteY509" fmla="*/ 2579705 h 6858000"/>
              <a:gd name="connsiteX510" fmla="*/ 5758079 w 7467600"/>
              <a:gd name="connsiteY510" fmla="*/ 2492508 h 6858000"/>
              <a:gd name="connsiteX511" fmla="*/ 5779325 w 7467600"/>
              <a:gd name="connsiteY511" fmla="*/ 2197069 h 6858000"/>
              <a:gd name="connsiteX512" fmla="*/ 5798671 w 7467600"/>
              <a:gd name="connsiteY512" fmla="*/ 1981601 h 6858000"/>
              <a:gd name="connsiteX513" fmla="*/ 5829202 w 7467600"/>
              <a:gd name="connsiteY513" fmla="*/ 1971679 h 6858000"/>
              <a:gd name="connsiteX514" fmla="*/ 5809558 w 7467600"/>
              <a:gd name="connsiteY514" fmla="*/ 2198043 h 6858000"/>
              <a:gd name="connsiteX515" fmla="*/ 5788653 w 7467600"/>
              <a:gd name="connsiteY515" fmla="*/ 2489430 h 6858000"/>
              <a:gd name="connsiteX516" fmla="*/ 5793439 w 7467600"/>
              <a:gd name="connsiteY516" fmla="*/ 2575235 h 6858000"/>
              <a:gd name="connsiteX517" fmla="*/ 5796837 w 7467600"/>
              <a:gd name="connsiteY517" fmla="*/ 2637633 h 6858000"/>
              <a:gd name="connsiteX518" fmla="*/ 5818614 w 7467600"/>
              <a:gd name="connsiteY518" fmla="*/ 2473055 h 6858000"/>
              <a:gd name="connsiteX519" fmla="*/ 5829202 w 7467600"/>
              <a:gd name="connsiteY519" fmla="*/ 1971679 h 6858000"/>
              <a:gd name="connsiteX520" fmla="*/ 5911389 w 7467600"/>
              <a:gd name="connsiteY520" fmla="*/ 1898371 h 6858000"/>
              <a:gd name="connsiteX521" fmla="*/ 6237627 w 7467600"/>
              <a:gd name="connsiteY521" fmla="*/ 2231921 h 6858000"/>
              <a:gd name="connsiteX522" fmla="*/ 5911389 w 7467600"/>
              <a:gd name="connsiteY522" fmla="*/ 1898371 h 6858000"/>
              <a:gd name="connsiteX523" fmla="*/ 6944437 w 7467600"/>
              <a:gd name="connsiteY523" fmla="*/ 1575402 h 6858000"/>
              <a:gd name="connsiteX524" fmla="*/ 6304730 w 7467600"/>
              <a:gd name="connsiteY524" fmla="*/ 1766654 h 6858000"/>
              <a:gd name="connsiteX525" fmla="*/ 6944437 w 7467600"/>
              <a:gd name="connsiteY525" fmla="*/ 1575402 h 6858000"/>
              <a:gd name="connsiteX526" fmla="*/ 7019523 w 7467600"/>
              <a:gd name="connsiteY526" fmla="*/ 1519450 h 6858000"/>
              <a:gd name="connsiteX527" fmla="*/ 6298091 w 7467600"/>
              <a:gd name="connsiteY527" fmla="*/ 1737122 h 6858000"/>
              <a:gd name="connsiteX528" fmla="*/ 7019523 w 7467600"/>
              <a:gd name="connsiteY528" fmla="*/ 1519450 h 6858000"/>
              <a:gd name="connsiteX529" fmla="*/ 2399523 w 7467600"/>
              <a:gd name="connsiteY529" fmla="*/ 1428234 h 6858000"/>
              <a:gd name="connsiteX530" fmla="*/ 2224982 w 7467600"/>
              <a:gd name="connsiteY530" fmla="*/ 1826201 h 6858000"/>
              <a:gd name="connsiteX531" fmla="*/ 2096099 w 7467600"/>
              <a:gd name="connsiteY531" fmla="*/ 2345900 h 6858000"/>
              <a:gd name="connsiteX532" fmla="*/ 2283317 w 7467600"/>
              <a:gd name="connsiteY532" fmla="*/ 1796925 h 6858000"/>
              <a:gd name="connsiteX533" fmla="*/ 2399523 w 7467600"/>
              <a:gd name="connsiteY533" fmla="*/ 1428234 h 6858000"/>
              <a:gd name="connsiteX534" fmla="*/ 2448558 w 7467600"/>
              <a:gd name="connsiteY534" fmla="*/ 1373435 h 6858000"/>
              <a:gd name="connsiteX535" fmla="*/ 2312521 w 7467600"/>
              <a:gd name="connsiteY535" fmla="*/ 1806140 h 6858000"/>
              <a:gd name="connsiteX536" fmla="*/ 2127533 w 7467600"/>
              <a:gd name="connsiteY536" fmla="*/ 2348380 h 6858000"/>
              <a:gd name="connsiteX537" fmla="*/ 2358080 w 7467600"/>
              <a:gd name="connsiteY537" fmla="*/ 1866134 h 6858000"/>
              <a:gd name="connsiteX538" fmla="*/ 2407436 w 7467600"/>
              <a:gd name="connsiteY538" fmla="*/ 1651070 h 6858000"/>
              <a:gd name="connsiteX539" fmla="*/ 2448558 w 7467600"/>
              <a:gd name="connsiteY539" fmla="*/ 1373435 h 6858000"/>
              <a:gd name="connsiteX540" fmla="*/ 278707 w 7467600"/>
              <a:gd name="connsiteY540" fmla="*/ 1352270 h 6858000"/>
              <a:gd name="connsiteX541" fmla="*/ 321570 w 7467600"/>
              <a:gd name="connsiteY541" fmla="*/ 1861610 h 6858000"/>
              <a:gd name="connsiteX542" fmla="*/ 294281 w 7467600"/>
              <a:gd name="connsiteY542" fmla="*/ 1440658 h 6858000"/>
              <a:gd name="connsiteX543" fmla="*/ 278707 w 7467600"/>
              <a:gd name="connsiteY543" fmla="*/ 1352270 h 6858000"/>
              <a:gd name="connsiteX544" fmla="*/ 1423821 w 7467600"/>
              <a:gd name="connsiteY544" fmla="*/ 1351958 h 6858000"/>
              <a:gd name="connsiteX545" fmla="*/ 1638521 w 7467600"/>
              <a:gd name="connsiteY545" fmla="*/ 1908470 h 6858000"/>
              <a:gd name="connsiteX546" fmla="*/ 1754199 w 7467600"/>
              <a:gd name="connsiteY546" fmla="*/ 2149284 h 6858000"/>
              <a:gd name="connsiteX547" fmla="*/ 1908359 w 7467600"/>
              <a:gd name="connsiteY547" fmla="*/ 2364988 h 6858000"/>
              <a:gd name="connsiteX548" fmla="*/ 1647661 w 7467600"/>
              <a:gd name="connsiteY548" fmla="*/ 1825945 h 6858000"/>
              <a:gd name="connsiteX549" fmla="*/ 1423821 w 7467600"/>
              <a:gd name="connsiteY549" fmla="*/ 1351958 h 6858000"/>
              <a:gd name="connsiteX550" fmla="*/ 1431890 w 7467600"/>
              <a:gd name="connsiteY550" fmla="*/ 1306475 h 6858000"/>
              <a:gd name="connsiteX551" fmla="*/ 1507597 w 7467600"/>
              <a:gd name="connsiteY551" fmla="*/ 1446132 h 6858000"/>
              <a:gd name="connsiteX552" fmla="*/ 1674586 w 7467600"/>
              <a:gd name="connsiteY552" fmla="*/ 1813832 h 6858000"/>
              <a:gd name="connsiteX553" fmla="*/ 1815950 w 7467600"/>
              <a:gd name="connsiteY553" fmla="*/ 2128564 h 6858000"/>
              <a:gd name="connsiteX554" fmla="*/ 1984242 w 7467600"/>
              <a:gd name="connsiteY554" fmla="*/ 2430829 h 6858000"/>
              <a:gd name="connsiteX555" fmla="*/ 2014023 w 7467600"/>
              <a:gd name="connsiteY555" fmla="*/ 2450995 h 6858000"/>
              <a:gd name="connsiteX556" fmla="*/ 1747337 w 7467600"/>
              <a:gd name="connsiteY556" fmla="*/ 1855264 h 6858000"/>
              <a:gd name="connsiteX557" fmla="*/ 1533749 w 7467600"/>
              <a:gd name="connsiteY557" fmla="*/ 1478656 h 6858000"/>
              <a:gd name="connsiteX558" fmla="*/ 1431890 w 7467600"/>
              <a:gd name="connsiteY558" fmla="*/ 1306475 h 6858000"/>
              <a:gd name="connsiteX559" fmla="*/ 5052692 w 7467600"/>
              <a:gd name="connsiteY559" fmla="*/ 1292994 h 6858000"/>
              <a:gd name="connsiteX560" fmla="*/ 5200661 w 7467600"/>
              <a:gd name="connsiteY560" fmla="*/ 1635186 h 6858000"/>
              <a:gd name="connsiteX561" fmla="*/ 5297138 w 7467600"/>
              <a:gd name="connsiteY561" fmla="*/ 1906351 h 6858000"/>
              <a:gd name="connsiteX562" fmla="*/ 5052692 w 7467600"/>
              <a:gd name="connsiteY562" fmla="*/ 1292994 h 6858000"/>
              <a:gd name="connsiteX563" fmla="*/ 5009948 w 7467600"/>
              <a:gd name="connsiteY563" fmla="*/ 1273619 h 6858000"/>
              <a:gd name="connsiteX564" fmla="*/ 5121777 w 7467600"/>
              <a:gd name="connsiteY564" fmla="*/ 1654213 h 6858000"/>
              <a:gd name="connsiteX565" fmla="*/ 5293545 w 7467600"/>
              <a:gd name="connsiteY565" fmla="*/ 2072247 h 6858000"/>
              <a:gd name="connsiteX566" fmla="*/ 5294042 w 7467600"/>
              <a:gd name="connsiteY566" fmla="*/ 2065019 h 6858000"/>
              <a:gd name="connsiteX567" fmla="*/ 5171936 w 7467600"/>
              <a:gd name="connsiteY567" fmla="*/ 1647613 h 6858000"/>
              <a:gd name="connsiteX568" fmla="*/ 5009948 w 7467600"/>
              <a:gd name="connsiteY568" fmla="*/ 1273619 h 6858000"/>
              <a:gd name="connsiteX569" fmla="*/ 655236 w 7467600"/>
              <a:gd name="connsiteY569" fmla="*/ 1268632 h 6858000"/>
              <a:gd name="connsiteX570" fmla="*/ 839521 w 7467600"/>
              <a:gd name="connsiteY570" fmla="*/ 1685315 h 6858000"/>
              <a:gd name="connsiteX571" fmla="*/ 1109416 w 7467600"/>
              <a:gd name="connsiteY571" fmla="*/ 2061663 h 6858000"/>
              <a:gd name="connsiteX572" fmla="*/ 1298300 w 7467600"/>
              <a:gd name="connsiteY572" fmla="*/ 2247742 h 6858000"/>
              <a:gd name="connsiteX573" fmla="*/ 1125871 w 7467600"/>
              <a:gd name="connsiteY573" fmla="*/ 1989513 h 6858000"/>
              <a:gd name="connsiteX574" fmla="*/ 981574 w 7467600"/>
              <a:gd name="connsiteY574" fmla="*/ 1783157 h 6858000"/>
              <a:gd name="connsiteX575" fmla="*/ 922198 w 7467600"/>
              <a:gd name="connsiteY575" fmla="*/ 1677437 h 6858000"/>
              <a:gd name="connsiteX576" fmla="*/ 869293 w 7467600"/>
              <a:gd name="connsiteY576" fmla="*/ 1583214 h 6858000"/>
              <a:gd name="connsiteX577" fmla="*/ 751431 w 7467600"/>
              <a:gd name="connsiteY577" fmla="*/ 1405731 h 6858000"/>
              <a:gd name="connsiteX578" fmla="*/ 655236 w 7467600"/>
              <a:gd name="connsiteY578" fmla="*/ 1268632 h 6858000"/>
              <a:gd name="connsiteX579" fmla="*/ 6516292 w 7467600"/>
              <a:gd name="connsiteY579" fmla="*/ 1263064 h 6858000"/>
              <a:gd name="connsiteX580" fmla="*/ 5736320 w 7467600"/>
              <a:gd name="connsiteY580" fmla="*/ 1501803 h 6858000"/>
              <a:gd name="connsiteX581" fmla="*/ 6516292 w 7467600"/>
              <a:gd name="connsiteY581" fmla="*/ 1263064 h 6858000"/>
              <a:gd name="connsiteX582" fmla="*/ 291466 w 7467600"/>
              <a:gd name="connsiteY582" fmla="*/ 1250369 h 6858000"/>
              <a:gd name="connsiteX583" fmla="*/ 323180 w 7467600"/>
              <a:gd name="connsiteY583" fmla="*/ 1435283 h 6858000"/>
              <a:gd name="connsiteX584" fmla="*/ 349381 w 7467600"/>
              <a:gd name="connsiteY584" fmla="*/ 1875041 h 6858000"/>
              <a:gd name="connsiteX585" fmla="*/ 374363 w 7467600"/>
              <a:gd name="connsiteY585" fmla="*/ 1506494 h 6858000"/>
              <a:gd name="connsiteX586" fmla="*/ 302168 w 7467600"/>
              <a:gd name="connsiteY586" fmla="*/ 1274495 h 6858000"/>
              <a:gd name="connsiteX587" fmla="*/ 291466 w 7467600"/>
              <a:gd name="connsiteY587" fmla="*/ 1250369 h 6858000"/>
              <a:gd name="connsiteX588" fmla="*/ 678222 w 7467600"/>
              <a:gd name="connsiteY588" fmla="*/ 1248670 h 6858000"/>
              <a:gd name="connsiteX589" fmla="*/ 775536 w 7467600"/>
              <a:gd name="connsiteY589" fmla="*/ 1388015 h 6858000"/>
              <a:gd name="connsiteX590" fmla="*/ 894529 w 7467600"/>
              <a:gd name="connsiteY590" fmla="*/ 1567739 h 6858000"/>
              <a:gd name="connsiteX591" fmla="*/ 948000 w 7467600"/>
              <a:gd name="connsiteY591" fmla="*/ 1663088 h 6858000"/>
              <a:gd name="connsiteX592" fmla="*/ 1006812 w 7467600"/>
              <a:gd name="connsiteY592" fmla="*/ 1767683 h 6858000"/>
              <a:gd name="connsiteX593" fmla="*/ 1149133 w 7467600"/>
              <a:gd name="connsiteY593" fmla="*/ 1971513 h 6858000"/>
              <a:gd name="connsiteX594" fmla="*/ 1333952 w 7467600"/>
              <a:gd name="connsiteY594" fmla="*/ 2251620 h 6858000"/>
              <a:gd name="connsiteX595" fmla="*/ 1337329 w 7467600"/>
              <a:gd name="connsiteY595" fmla="*/ 2258350 h 6858000"/>
              <a:gd name="connsiteX596" fmla="*/ 1014726 w 7467600"/>
              <a:gd name="connsiteY596" fmla="*/ 1615556 h 6858000"/>
              <a:gd name="connsiteX597" fmla="*/ 678222 w 7467600"/>
              <a:gd name="connsiteY597" fmla="*/ 1248670 h 6858000"/>
              <a:gd name="connsiteX598" fmla="*/ 6691602 w 7467600"/>
              <a:gd name="connsiteY598" fmla="*/ 1140573 h 6858000"/>
              <a:gd name="connsiteX599" fmla="*/ 6571100 w 7467600"/>
              <a:gd name="connsiteY599" fmla="*/ 1183662 h 6858000"/>
              <a:gd name="connsiteX600" fmla="*/ 6241687 w 7467600"/>
              <a:gd name="connsiteY600" fmla="*/ 1257600 h 6858000"/>
              <a:gd name="connsiteX601" fmla="*/ 5693009 w 7467600"/>
              <a:gd name="connsiteY601" fmla="*/ 1478256 h 6858000"/>
              <a:gd name="connsiteX602" fmla="*/ 6548420 w 7467600"/>
              <a:gd name="connsiteY602" fmla="*/ 1214599 h 6858000"/>
              <a:gd name="connsiteX603" fmla="*/ 6605473 w 7467600"/>
              <a:gd name="connsiteY603" fmla="*/ 1184686 h 6858000"/>
              <a:gd name="connsiteX604" fmla="*/ 6691602 w 7467600"/>
              <a:gd name="connsiteY604" fmla="*/ 1140573 h 6858000"/>
              <a:gd name="connsiteX605" fmla="*/ 4002475 w 7467600"/>
              <a:gd name="connsiteY605" fmla="*/ 1037802 h 6858000"/>
              <a:gd name="connsiteX606" fmla="*/ 4000324 w 7467600"/>
              <a:gd name="connsiteY606" fmla="*/ 1039362 h 6858000"/>
              <a:gd name="connsiteX607" fmla="*/ 4002862 w 7467600"/>
              <a:gd name="connsiteY607" fmla="*/ 1042866 h 6858000"/>
              <a:gd name="connsiteX608" fmla="*/ 4002475 w 7467600"/>
              <a:gd name="connsiteY608" fmla="*/ 1037802 h 6858000"/>
              <a:gd name="connsiteX609" fmla="*/ 506322 w 7467600"/>
              <a:gd name="connsiteY609" fmla="*/ 1020997 h 6858000"/>
              <a:gd name="connsiteX610" fmla="*/ 533068 w 7467600"/>
              <a:gd name="connsiteY610" fmla="*/ 1029409 h 6858000"/>
              <a:gd name="connsiteX611" fmla="*/ 1232525 w 7467600"/>
              <a:gd name="connsiteY611" fmla="*/ 1804675 h 6858000"/>
              <a:gd name="connsiteX612" fmla="*/ 1388858 w 7467600"/>
              <a:gd name="connsiteY612" fmla="*/ 2368011 h 6858000"/>
              <a:gd name="connsiteX613" fmla="*/ 1384098 w 7467600"/>
              <a:gd name="connsiteY613" fmla="*/ 2378125 h 6858000"/>
              <a:gd name="connsiteX614" fmla="*/ 1425393 w 7467600"/>
              <a:gd name="connsiteY614" fmla="*/ 2589124 h 6858000"/>
              <a:gd name="connsiteX615" fmla="*/ 1424001 w 7467600"/>
              <a:gd name="connsiteY615" fmla="*/ 2597541 h 6858000"/>
              <a:gd name="connsiteX616" fmla="*/ 2152729 w 7467600"/>
              <a:gd name="connsiteY616" fmla="*/ 2864487 h 6858000"/>
              <a:gd name="connsiteX617" fmla="*/ 2020609 w 7467600"/>
              <a:gd name="connsiteY617" fmla="*/ 2539671 h 6858000"/>
              <a:gd name="connsiteX618" fmla="*/ 2018920 w 7467600"/>
              <a:gd name="connsiteY618" fmla="*/ 2536309 h 6858000"/>
              <a:gd name="connsiteX619" fmla="*/ 1342441 w 7467600"/>
              <a:gd name="connsiteY619" fmla="*/ 1173017 h 6858000"/>
              <a:gd name="connsiteX620" fmla="*/ 1367925 w 7467600"/>
              <a:gd name="connsiteY620" fmla="*/ 1135648 h 6858000"/>
              <a:gd name="connsiteX621" fmla="*/ 1771401 w 7467600"/>
              <a:gd name="connsiteY621" fmla="*/ 1806673 h 6858000"/>
              <a:gd name="connsiteX622" fmla="*/ 1972385 w 7467600"/>
              <a:gd name="connsiteY622" fmla="*/ 2198735 h 6858000"/>
              <a:gd name="connsiteX623" fmla="*/ 2040892 w 7467600"/>
              <a:gd name="connsiteY623" fmla="*/ 2405205 h 6858000"/>
              <a:gd name="connsiteX624" fmla="*/ 2131689 w 7467600"/>
              <a:gd name="connsiteY624" fmla="*/ 1936926 h 6858000"/>
              <a:gd name="connsiteX625" fmla="*/ 2454820 w 7467600"/>
              <a:gd name="connsiteY625" fmla="*/ 1248808 h 6858000"/>
              <a:gd name="connsiteX626" fmla="*/ 2492512 w 7467600"/>
              <a:gd name="connsiteY626" fmla="*/ 1302920 h 6858000"/>
              <a:gd name="connsiteX627" fmla="*/ 2081216 w 7467600"/>
              <a:gd name="connsiteY627" fmla="*/ 2527513 h 6858000"/>
              <a:gd name="connsiteX628" fmla="*/ 2081211 w 7467600"/>
              <a:gd name="connsiteY628" fmla="*/ 2528916 h 6858000"/>
              <a:gd name="connsiteX629" fmla="*/ 2199067 w 7467600"/>
              <a:gd name="connsiteY629" fmla="*/ 2884061 h 6858000"/>
              <a:gd name="connsiteX630" fmla="*/ 3192586 w 7467600"/>
              <a:gd name="connsiteY630" fmla="*/ 3411496 h 6858000"/>
              <a:gd name="connsiteX631" fmla="*/ 3182620 w 7467600"/>
              <a:gd name="connsiteY631" fmla="*/ 3483279 h 6858000"/>
              <a:gd name="connsiteX632" fmla="*/ 2435119 w 7467600"/>
              <a:gd name="connsiteY632" fmla="*/ 3080173 h 6858000"/>
              <a:gd name="connsiteX633" fmla="*/ 2410152 w 7467600"/>
              <a:gd name="connsiteY633" fmla="*/ 3063751 h 6858000"/>
              <a:gd name="connsiteX634" fmla="*/ 2408099 w 7467600"/>
              <a:gd name="connsiteY634" fmla="*/ 3064403 h 6858000"/>
              <a:gd name="connsiteX635" fmla="*/ 2407218 w 7467600"/>
              <a:gd name="connsiteY635" fmla="*/ 3070324 h 6858000"/>
              <a:gd name="connsiteX636" fmla="*/ 2380138 w 7467600"/>
              <a:gd name="connsiteY636" fmla="*/ 3099341 h 6858000"/>
              <a:gd name="connsiteX637" fmla="*/ 1765923 w 7467600"/>
              <a:gd name="connsiteY637" fmla="*/ 3581043 h 6858000"/>
              <a:gd name="connsiteX638" fmla="*/ 1702258 w 7467600"/>
              <a:gd name="connsiteY638" fmla="*/ 3612286 h 6858000"/>
              <a:gd name="connsiteX639" fmla="*/ 1538370 w 7467600"/>
              <a:gd name="connsiteY639" fmla="*/ 3811804 h 6858000"/>
              <a:gd name="connsiteX640" fmla="*/ 542867 w 7467600"/>
              <a:gd name="connsiteY640" fmla="*/ 4944092 h 6858000"/>
              <a:gd name="connsiteX641" fmla="*/ 515800 w 7467600"/>
              <a:gd name="connsiteY641" fmla="*/ 4862180 h 6858000"/>
              <a:gd name="connsiteX642" fmla="*/ 909145 w 7467600"/>
              <a:gd name="connsiteY642" fmla="*/ 4199225 h 6858000"/>
              <a:gd name="connsiteX643" fmla="*/ 1214067 w 7467600"/>
              <a:gd name="connsiteY643" fmla="*/ 3908561 h 6858000"/>
              <a:gd name="connsiteX644" fmla="*/ 640967 w 7467600"/>
              <a:gd name="connsiteY644" fmla="*/ 4105601 h 6858000"/>
              <a:gd name="connsiteX645" fmla="*/ 112563 w 7467600"/>
              <a:gd name="connsiteY645" fmla="*/ 4396952 h 6858000"/>
              <a:gd name="connsiteX646" fmla="*/ 0 w 7467600"/>
              <a:gd name="connsiteY646" fmla="*/ 4466006 h 6858000"/>
              <a:gd name="connsiteX647" fmla="*/ 0 w 7467600"/>
              <a:gd name="connsiteY647" fmla="*/ 4233763 h 6858000"/>
              <a:gd name="connsiteX648" fmla="*/ 36881 w 7467600"/>
              <a:gd name="connsiteY648" fmla="*/ 4200118 h 6858000"/>
              <a:gd name="connsiteX649" fmla="*/ 910534 w 7467600"/>
              <a:gd name="connsiteY649" fmla="*/ 3629753 h 6858000"/>
              <a:gd name="connsiteX650" fmla="*/ 1578717 w 7467600"/>
              <a:gd name="connsiteY650" fmla="*/ 3575982 h 6858000"/>
              <a:gd name="connsiteX651" fmla="*/ 2338780 w 7467600"/>
              <a:gd name="connsiteY651" fmla="*/ 3033725 h 6858000"/>
              <a:gd name="connsiteX652" fmla="*/ 1807991 w 7467600"/>
              <a:gd name="connsiteY652" fmla="*/ 2807184 h 6858000"/>
              <a:gd name="connsiteX653" fmla="*/ 1416358 w 7467600"/>
              <a:gd name="connsiteY653" fmla="*/ 3112571 h 6858000"/>
              <a:gd name="connsiteX654" fmla="*/ 939066 w 7467600"/>
              <a:gd name="connsiteY654" fmla="*/ 3378798 h 6858000"/>
              <a:gd name="connsiteX655" fmla="*/ 115099 w 7467600"/>
              <a:gd name="connsiteY655" fmla="*/ 3607650 h 6858000"/>
              <a:gd name="connsiteX656" fmla="*/ 97284 w 7467600"/>
              <a:gd name="connsiteY656" fmla="*/ 3520393 h 6858000"/>
              <a:gd name="connsiteX657" fmla="*/ 922050 w 7467600"/>
              <a:gd name="connsiteY657" fmla="*/ 3074867 h 6858000"/>
              <a:gd name="connsiteX658" fmla="*/ 1405265 w 7467600"/>
              <a:gd name="connsiteY658" fmla="*/ 3016319 h 6858000"/>
              <a:gd name="connsiteX659" fmla="*/ 1407512 w 7467600"/>
              <a:gd name="connsiteY659" fmla="*/ 3018001 h 6858000"/>
              <a:gd name="connsiteX660" fmla="*/ 1726266 w 7467600"/>
              <a:gd name="connsiteY660" fmla="*/ 2777274 h 6858000"/>
              <a:gd name="connsiteX661" fmla="*/ 625390 w 7467600"/>
              <a:gd name="connsiteY661" fmla="*/ 2514541 h 6858000"/>
              <a:gd name="connsiteX662" fmla="*/ 619799 w 7467600"/>
              <a:gd name="connsiteY662" fmla="*/ 2527180 h 6858000"/>
              <a:gd name="connsiteX663" fmla="*/ 310030 w 7467600"/>
              <a:gd name="connsiteY663" fmla="*/ 2771818 h 6858000"/>
              <a:gd name="connsiteX664" fmla="*/ 173877 w 7467600"/>
              <a:gd name="connsiteY664" fmla="*/ 2937056 h 6858000"/>
              <a:gd name="connsiteX665" fmla="*/ 77889 w 7467600"/>
              <a:gd name="connsiteY665" fmla="*/ 3138440 h 6858000"/>
              <a:gd name="connsiteX666" fmla="*/ 0 w 7467600"/>
              <a:gd name="connsiteY666" fmla="*/ 3271395 h 6858000"/>
              <a:gd name="connsiteX667" fmla="*/ 0 w 7467600"/>
              <a:gd name="connsiteY667" fmla="*/ 3153002 h 6858000"/>
              <a:gd name="connsiteX668" fmla="*/ 2386 w 7467600"/>
              <a:gd name="connsiteY668" fmla="*/ 3149203 h 6858000"/>
              <a:gd name="connsiteX669" fmla="*/ 89753 w 7467600"/>
              <a:gd name="connsiteY669" fmla="*/ 2987702 h 6858000"/>
              <a:gd name="connsiteX670" fmla="*/ 76869 w 7467600"/>
              <a:gd name="connsiteY670" fmla="*/ 3005404 h 6858000"/>
              <a:gd name="connsiteX671" fmla="*/ 32049 w 7467600"/>
              <a:gd name="connsiteY671" fmla="*/ 3065814 h 6858000"/>
              <a:gd name="connsiteX672" fmla="*/ 0 w 7467600"/>
              <a:gd name="connsiteY672" fmla="*/ 3108744 h 6858000"/>
              <a:gd name="connsiteX673" fmla="*/ 0 w 7467600"/>
              <a:gd name="connsiteY673" fmla="*/ 3058059 h 6858000"/>
              <a:gd name="connsiteX674" fmla="*/ 7610 w 7467600"/>
              <a:gd name="connsiteY674" fmla="*/ 3047889 h 6858000"/>
              <a:gd name="connsiteX675" fmla="*/ 52419 w 7467600"/>
              <a:gd name="connsiteY675" fmla="*/ 2987479 h 6858000"/>
              <a:gd name="connsiteX676" fmla="*/ 59142 w 7467600"/>
              <a:gd name="connsiteY676" fmla="*/ 2978488 h 6858000"/>
              <a:gd name="connsiteX677" fmla="*/ 0 w 7467600"/>
              <a:gd name="connsiteY677" fmla="*/ 3015334 h 6858000"/>
              <a:gd name="connsiteX678" fmla="*/ 0 w 7467600"/>
              <a:gd name="connsiteY678" fmla="*/ 2914286 h 6858000"/>
              <a:gd name="connsiteX679" fmla="*/ 36383 w 7467600"/>
              <a:gd name="connsiteY679" fmla="*/ 2901128 h 6858000"/>
              <a:gd name="connsiteX680" fmla="*/ 156329 w 7467600"/>
              <a:gd name="connsiteY680" fmla="*/ 2840533 h 6858000"/>
              <a:gd name="connsiteX681" fmla="*/ 358355 w 7467600"/>
              <a:gd name="connsiteY681" fmla="*/ 2620471 h 6858000"/>
              <a:gd name="connsiteX682" fmla="*/ 510577 w 7467600"/>
              <a:gd name="connsiteY682" fmla="*/ 2501244 h 6858000"/>
              <a:gd name="connsiteX683" fmla="*/ 211967 w 7467600"/>
              <a:gd name="connsiteY683" fmla="*/ 2479171 h 6858000"/>
              <a:gd name="connsiteX684" fmla="*/ 0 w 7467600"/>
              <a:gd name="connsiteY684" fmla="*/ 2476398 h 6858000"/>
              <a:gd name="connsiteX685" fmla="*/ 0 w 7467600"/>
              <a:gd name="connsiteY685" fmla="*/ 2389189 h 6858000"/>
              <a:gd name="connsiteX686" fmla="*/ 103062 w 7467600"/>
              <a:gd name="connsiteY686" fmla="*/ 2389518 h 6858000"/>
              <a:gd name="connsiteX687" fmla="*/ 510734 w 7467600"/>
              <a:gd name="connsiteY687" fmla="*/ 2416201 h 6858000"/>
              <a:gd name="connsiteX688" fmla="*/ 279257 w 7467600"/>
              <a:gd name="connsiteY688" fmla="*/ 2092102 h 6858000"/>
              <a:gd name="connsiteX689" fmla="*/ 65265 w 7467600"/>
              <a:gd name="connsiteY689" fmla="*/ 2006049 h 6858000"/>
              <a:gd name="connsiteX690" fmla="*/ 0 w 7467600"/>
              <a:gd name="connsiteY690" fmla="*/ 1982532 h 6858000"/>
              <a:gd name="connsiteX691" fmla="*/ 0 w 7467600"/>
              <a:gd name="connsiteY691" fmla="*/ 1912789 h 6858000"/>
              <a:gd name="connsiteX692" fmla="*/ 97460 w 7467600"/>
              <a:gd name="connsiteY692" fmla="*/ 1953725 h 6858000"/>
              <a:gd name="connsiteX693" fmla="*/ 221272 w 7467600"/>
              <a:gd name="connsiteY693" fmla="*/ 1980766 h 6858000"/>
              <a:gd name="connsiteX694" fmla="*/ 116765 w 7467600"/>
              <a:gd name="connsiteY694" fmla="*/ 1911033 h 6858000"/>
              <a:gd name="connsiteX695" fmla="*/ 16405 w 7467600"/>
              <a:gd name="connsiteY695" fmla="*/ 1803412 h 6858000"/>
              <a:gd name="connsiteX696" fmla="*/ 0 w 7467600"/>
              <a:gd name="connsiteY696" fmla="*/ 1784777 h 6858000"/>
              <a:gd name="connsiteX697" fmla="*/ 0 w 7467600"/>
              <a:gd name="connsiteY697" fmla="*/ 1740082 h 6858000"/>
              <a:gd name="connsiteX698" fmla="*/ 39394 w 7467600"/>
              <a:gd name="connsiteY698" fmla="*/ 1784856 h 6858000"/>
              <a:gd name="connsiteX699" fmla="*/ 135813 w 7467600"/>
              <a:gd name="connsiteY699" fmla="*/ 1888838 h 6858000"/>
              <a:gd name="connsiteX700" fmla="*/ 242575 w 7467600"/>
              <a:gd name="connsiteY700" fmla="*/ 1958841 h 6858000"/>
              <a:gd name="connsiteX701" fmla="*/ 82197 w 7467600"/>
              <a:gd name="connsiteY701" fmla="*/ 1754826 h 6858000"/>
              <a:gd name="connsiteX702" fmla="*/ 0 w 7467600"/>
              <a:gd name="connsiteY702" fmla="*/ 1679650 h 6858000"/>
              <a:gd name="connsiteX703" fmla="*/ 0 w 7467600"/>
              <a:gd name="connsiteY703" fmla="*/ 1602463 h 6858000"/>
              <a:gd name="connsiteX704" fmla="*/ 84689 w 7467600"/>
              <a:gd name="connsiteY704" fmla="*/ 1677442 h 6858000"/>
              <a:gd name="connsiteX705" fmla="*/ 298437 w 7467600"/>
              <a:gd name="connsiteY705" fmla="*/ 1968019 h 6858000"/>
              <a:gd name="connsiteX706" fmla="*/ 227269 w 7467600"/>
              <a:gd name="connsiteY706" fmla="*/ 1114064 h 6858000"/>
              <a:gd name="connsiteX707" fmla="*/ 248003 w 7467600"/>
              <a:gd name="connsiteY707" fmla="*/ 1089613 h 6858000"/>
              <a:gd name="connsiteX708" fmla="*/ 427020 w 7467600"/>
              <a:gd name="connsiteY708" fmla="*/ 1619803 h 6858000"/>
              <a:gd name="connsiteX709" fmla="*/ 340345 w 7467600"/>
              <a:gd name="connsiteY709" fmla="*/ 2027739 h 6858000"/>
              <a:gd name="connsiteX710" fmla="*/ 360865 w 7467600"/>
              <a:gd name="connsiteY710" fmla="*/ 2044827 h 6858000"/>
              <a:gd name="connsiteX711" fmla="*/ 560414 w 7467600"/>
              <a:gd name="connsiteY711" fmla="*/ 2421457 h 6858000"/>
              <a:gd name="connsiteX712" fmla="*/ 1359703 w 7467600"/>
              <a:gd name="connsiteY712" fmla="*/ 2578554 h 6858000"/>
              <a:gd name="connsiteX713" fmla="*/ 1359422 w 7467600"/>
              <a:gd name="connsiteY713" fmla="*/ 2577994 h 6858000"/>
              <a:gd name="connsiteX714" fmla="*/ 828701 w 7467600"/>
              <a:gd name="connsiteY714" fmla="*/ 1839520 h 6858000"/>
              <a:gd name="connsiteX715" fmla="*/ 494427 w 7467600"/>
              <a:gd name="connsiteY715" fmla="*/ 1092333 h 6858000"/>
              <a:gd name="connsiteX716" fmla="*/ 506322 w 7467600"/>
              <a:gd name="connsiteY716" fmla="*/ 1020997 h 6858000"/>
              <a:gd name="connsiteX717" fmla="*/ 4570198 w 7467600"/>
              <a:gd name="connsiteY717" fmla="*/ 978081 h 6858000"/>
              <a:gd name="connsiteX718" fmla="*/ 4523691 w 7467600"/>
              <a:gd name="connsiteY718" fmla="*/ 1127776 h 6858000"/>
              <a:gd name="connsiteX719" fmla="*/ 4509875 w 7467600"/>
              <a:gd name="connsiteY719" fmla="*/ 1167552 h 6858000"/>
              <a:gd name="connsiteX720" fmla="*/ 4478168 w 7467600"/>
              <a:gd name="connsiteY720" fmla="*/ 1260735 h 6858000"/>
              <a:gd name="connsiteX721" fmla="*/ 4409309 w 7467600"/>
              <a:gd name="connsiteY721" fmla="*/ 1666996 h 6858000"/>
              <a:gd name="connsiteX722" fmla="*/ 4370031 w 7467600"/>
              <a:gd name="connsiteY722" fmla="*/ 1955666 h 6858000"/>
              <a:gd name="connsiteX723" fmla="*/ 4570198 w 7467600"/>
              <a:gd name="connsiteY723" fmla="*/ 978081 h 6858000"/>
              <a:gd name="connsiteX724" fmla="*/ 4557898 w 7467600"/>
              <a:gd name="connsiteY724" fmla="*/ 900011 h 6858000"/>
              <a:gd name="connsiteX725" fmla="*/ 4344840 w 7467600"/>
              <a:gd name="connsiteY725" fmla="*/ 1922038 h 6858000"/>
              <a:gd name="connsiteX726" fmla="*/ 4378710 w 7467600"/>
              <a:gd name="connsiteY726" fmla="*/ 1665516 h 6858000"/>
              <a:gd name="connsiteX727" fmla="*/ 4448798 w 7467600"/>
              <a:gd name="connsiteY727" fmla="*/ 1253024 h 6858000"/>
              <a:gd name="connsiteX728" fmla="*/ 4480315 w 7467600"/>
              <a:gd name="connsiteY728" fmla="*/ 1158454 h 6858000"/>
              <a:gd name="connsiteX729" fmla="*/ 4494133 w 7467600"/>
              <a:gd name="connsiteY729" fmla="*/ 1118676 h 6858000"/>
              <a:gd name="connsiteX730" fmla="*/ 4557898 w 7467600"/>
              <a:gd name="connsiteY730" fmla="*/ 900011 h 6858000"/>
              <a:gd name="connsiteX731" fmla="*/ 5870151 w 7467600"/>
              <a:gd name="connsiteY731" fmla="*/ 898890 h 6858000"/>
              <a:gd name="connsiteX732" fmla="*/ 5861335 w 7467600"/>
              <a:gd name="connsiteY732" fmla="*/ 899177 h 6858000"/>
              <a:gd name="connsiteX733" fmla="*/ 5843702 w 7467600"/>
              <a:gd name="connsiteY733" fmla="*/ 899748 h 6858000"/>
              <a:gd name="connsiteX734" fmla="*/ 5651107 w 7467600"/>
              <a:gd name="connsiteY734" fmla="*/ 920306 h 6858000"/>
              <a:gd name="connsiteX735" fmla="*/ 5459407 w 7467600"/>
              <a:gd name="connsiteY735" fmla="*/ 940975 h 6858000"/>
              <a:gd name="connsiteX736" fmla="*/ 5374846 w 7467600"/>
              <a:gd name="connsiteY736" fmla="*/ 941988 h 6858000"/>
              <a:gd name="connsiteX737" fmla="*/ 5256105 w 7467600"/>
              <a:gd name="connsiteY737" fmla="*/ 945632 h 6858000"/>
              <a:gd name="connsiteX738" fmla="*/ 5107071 w 7467600"/>
              <a:gd name="connsiteY738" fmla="*/ 969720 h 6858000"/>
              <a:gd name="connsiteX739" fmla="*/ 4998681 w 7467600"/>
              <a:gd name="connsiteY739" fmla="*/ 988771 h 6858000"/>
              <a:gd name="connsiteX740" fmla="*/ 5870151 w 7467600"/>
              <a:gd name="connsiteY740" fmla="*/ 898890 h 6858000"/>
              <a:gd name="connsiteX741" fmla="*/ 5504425 w 7467600"/>
              <a:gd name="connsiteY741" fmla="*/ 848067 h 6858000"/>
              <a:gd name="connsiteX742" fmla="*/ 4968849 w 7467600"/>
              <a:gd name="connsiteY742" fmla="*/ 962318 h 6858000"/>
              <a:gd name="connsiteX743" fmla="*/ 5104039 w 7467600"/>
              <a:gd name="connsiteY743" fmla="*/ 940634 h 6858000"/>
              <a:gd name="connsiteX744" fmla="*/ 5256311 w 7467600"/>
              <a:gd name="connsiteY744" fmla="*/ 916490 h 6858000"/>
              <a:gd name="connsiteX745" fmla="*/ 5377381 w 7467600"/>
              <a:gd name="connsiteY745" fmla="*/ 912671 h 6858000"/>
              <a:gd name="connsiteX746" fmla="*/ 5460148 w 7467600"/>
              <a:gd name="connsiteY746" fmla="*/ 911442 h 6858000"/>
              <a:gd name="connsiteX747" fmla="*/ 5648971 w 7467600"/>
              <a:gd name="connsiteY747" fmla="*/ 891331 h 6858000"/>
              <a:gd name="connsiteX748" fmla="*/ 5844807 w 7467600"/>
              <a:gd name="connsiteY748" fmla="*/ 870718 h 6858000"/>
              <a:gd name="connsiteX749" fmla="*/ 5862975 w 7467600"/>
              <a:gd name="connsiteY749" fmla="*/ 869756 h 6858000"/>
              <a:gd name="connsiteX750" fmla="*/ 5920887 w 7467600"/>
              <a:gd name="connsiteY750" fmla="*/ 865929 h 6858000"/>
              <a:gd name="connsiteX751" fmla="*/ 5504425 w 7467600"/>
              <a:gd name="connsiteY751" fmla="*/ 848067 h 6858000"/>
              <a:gd name="connsiteX752" fmla="*/ 3607114 w 7467600"/>
              <a:gd name="connsiteY752" fmla="*/ 467441 h 6858000"/>
              <a:gd name="connsiteX753" fmla="*/ 3296242 w 7467600"/>
              <a:gd name="connsiteY753" fmla="*/ 807991 h 6858000"/>
              <a:gd name="connsiteX754" fmla="*/ 3174674 w 7467600"/>
              <a:gd name="connsiteY754" fmla="*/ 919759 h 6858000"/>
              <a:gd name="connsiteX755" fmla="*/ 3042978 w 7467600"/>
              <a:gd name="connsiteY755" fmla="*/ 1054894 h 6858000"/>
              <a:gd name="connsiteX756" fmla="*/ 2968914 w 7467600"/>
              <a:gd name="connsiteY756" fmla="*/ 1133756 h 6858000"/>
              <a:gd name="connsiteX757" fmla="*/ 3103823 w 7467600"/>
              <a:gd name="connsiteY757" fmla="*/ 1026814 h 6858000"/>
              <a:gd name="connsiteX758" fmla="*/ 3607114 w 7467600"/>
              <a:gd name="connsiteY758" fmla="*/ 467441 h 6858000"/>
              <a:gd name="connsiteX759" fmla="*/ 3744487 w 7467600"/>
              <a:gd name="connsiteY759" fmla="*/ 383136 h 6858000"/>
              <a:gd name="connsiteX760" fmla="*/ 3970213 w 7467600"/>
              <a:gd name="connsiteY760" fmla="*/ 995559 h 6858000"/>
              <a:gd name="connsiteX761" fmla="*/ 3744487 w 7467600"/>
              <a:gd name="connsiteY761" fmla="*/ 383136 h 6858000"/>
              <a:gd name="connsiteX762" fmla="*/ 3624562 w 7467600"/>
              <a:gd name="connsiteY762" fmla="*/ 367041 h 6858000"/>
              <a:gd name="connsiteX763" fmla="*/ 3489712 w 7467600"/>
              <a:gd name="connsiteY763" fmla="*/ 485386 h 6858000"/>
              <a:gd name="connsiteX764" fmla="*/ 3182994 w 7467600"/>
              <a:gd name="connsiteY764" fmla="*/ 828265 h 6858000"/>
              <a:gd name="connsiteX765" fmla="*/ 2892114 w 7467600"/>
              <a:gd name="connsiteY765" fmla="*/ 1172635 h 6858000"/>
              <a:gd name="connsiteX766" fmla="*/ 3021459 w 7467600"/>
              <a:gd name="connsiteY766" fmla="*/ 1035385 h 6858000"/>
              <a:gd name="connsiteX767" fmla="*/ 3153873 w 7467600"/>
              <a:gd name="connsiteY767" fmla="*/ 898971 h 6858000"/>
              <a:gd name="connsiteX768" fmla="*/ 3276511 w 7467600"/>
              <a:gd name="connsiteY768" fmla="*/ 786423 h 6858000"/>
              <a:gd name="connsiteX769" fmla="*/ 3584154 w 7467600"/>
              <a:gd name="connsiteY769" fmla="*/ 448218 h 6858000"/>
              <a:gd name="connsiteX770" fmla="*/ 3624562 w 7467600"/>
              <a:gd name="connsiteY770" fmla="*/ 367041 h 6858000"/>
              <a:gd name="connsiteX771" fmla="*/ 3766672 w 7467600"/>
              <a:gd name="connsiteY771" fmla="*/ 359429 h 6858000"/>
              <a:gd name="connsiteX772" fmla="*/ 3996338 w 7467600"/>
              <a:gd name="connsiteY772" fmla="*/ 968237 h 6858000"/>
              <a:gd name="connsiteX773" fmla="*/ 3766672 w 7467600"/>
              <a:gd name="connsiteY773" fmla="*/ 359429 h 6858000"/>
              <a:gd name="connsiteX774" fmla="*/ 5805386 w 7467600"/>
              <a:gd name="connsiteY774" fmla="*/ 239240 h 6858000"/>
              <a:gd name="connsiteX775" fmla="*/ 5736947 w 7467600"/>
              <a:gd name="connsiteY775" fmla="*/ 261367 h 6858000"/>
              <a:gd name="connsiteX776" fmla="*/ 5427012 w 7467600"/>
              <a:gd name="connsiteY776" fmla="*/ 311272 h 6858000"/>
              <a:gd name="connsiteX777" fmla="*/ 5147818 w 7467600"/>
              <a:gd name="connsiteY777" fmla="*/ 322112 h 6858000"/>
              <a:gd name="connsiteX778" fmla="*/ 5060854 w 7467600"/>
              <a:gd name="connsiteY778" fmla="*/ 311882 h 6858000"/>
              <a:gd name="connsiteX779" fmla="*/ 4945989 w 7467600"/>
              <a:gd name="connsiteY779" fmla="*/ 300516 h 6858000"/>
              <a:gd name="connsiteX780" fmla="*/ 5410479 w 7467600"/>
              <a:gd name="connsiteY780" fmla="*/ 348434 h 6858000"/>
              <a:gd name="connsiteX781" fmla="*/ 5805386 w 7467600"/>
              <a:gd name="connsiteY781" fmla="*/ 239240 h 6858000"/>
              <a:gd name="connsiteX782" fmla="*/ 5905192 w 7467600"/>
              <a:gd name="connsiteY782" fmla="*/ 163079 h 6858000"/>
              <a:gd name="connsiteX783" fmla="*/ 5865655 w 7467600"/>
              <a:gd name="connsiteY783" fmla="*/ 171901 h 6858000"/>
              <a:gd name="connsiteX784" fmla="*/ 5259740 w 7467600"/>
              <a:gd name="connsiteY784" fmla="*/ 257013 h 6858000"/>
              <a:gd name="connsiteX785" fmla="*/ 5208466 w 7467600"/>
              <a:gd name="connsiteY785" fmla="*/ 257550 h 6858000"/>
              <a:gd name="connsiteX786" fmla="*/ 4980204 w 7467600"/>
              <a:gd name="connsiteY786" fmla="*/ 271903 h 6858000"/>
              <a:gd name="connsiteX787" fmla="*/ 5068068 w 7467600"/>
              <a:gd name="connsiteY787" fmla="*/ 282244 h 6858000"/>
              <a:gd name="connsiteX788" fmla="*/ 5153231 w 7467600"/>
              <a:gd name="connsiteY788" fmla="*/ 292240 h 6858000"/>
              <a:gd name="connsiteX789" fmla="*/ 5426491 w 7467600"/>
              <a:gd name="connsiteY789" fmla="*/ 281128 h 6858000"/>
              <a:gd name="connsiteX790" fmla="*/ 5731212 w 7467600"/>
              <a:gd name="connsiteY790" fmla="*/ 231951 h 6858000"/>
              <a:gd name="connsiteX791" fmla="*/ 5905192 w 7467600"/>
              <a:gd name="connsiteY791" fmla="*/ 163079 h 6858000"/>
              <a:gd name="connsiteX792" fmla="*/ 5944437 w 7467600"/>
              <a:gd name="connsiteY792" fmla="*/ 113829 h 6858000"/>
              <a:gd name="connsiteX793" fmla="*/ 5825032 w 7467600"/>
              <a:gd name="connsiteY793" fmla="*/ 146405 h 6858000"/>
              <a:gd name="connsiteX794" fmla="*/ 4955599 w 7467600"/>
              <a:gd name="connsiteY794" fmla="*/ 247008 h 6858000"/>
              <a:gd name="connsiteX795" fmla="*/ 5210104 w 7467600"/>
              <a:gd name="connsiteY795" fmla="*/ 228123 h 6858000"/>
              <a:gd name="connsiteX796" fmla="*/ 5261015 w 7467600"/>
              <a:gd name="connsiteY796" fmla="*/ 227087 h 6858000"/>
              <a:gd name="connsiteX797" fmla="*/ 5861181 w 7467600"/>
              <a:gd name="connsiteY797" fmla="*/ 143093 h 6858000"/>
              <a:gd name="connsiteX798" fmla="*/ 5961252 w 7467600"/>
              <a:gd name="connsiteY798" fmla="*/ 114820 h 6858000"/>
              <a:gd name="connsiteX799" fmla="*/ 5944437 w 7467600"/>
              <a:gd name="connsiteY799" fmla="*/ 113829 h 6858000"/>
              <a:gd name="connsiteX800" fmla="*/ 3882765 w 7467600"/>
              <a:gd name="connsiteY800" fmla="*/ 0 h 6858000"/>
              <a:gd name="connsiteX801" fmla="*/ 3995099 w 7467600"/>
              <a:gd name="connsiteY801" fmla="*/ 0 h 6858000"/>
              <a:gd name="connsiteX802" fmla="*/ 4163818 w 7467600"/>
              <a:gd name="connsiteY802" fmla="*/ 234104 h 6858000"/>
              <a:gd name="connsiteX803" fmla="*/ 4172099 w 7467600"/>
              <a:gd name="connsiteY803" fmla="*/ 234207 h 6858000"/>
              <a:gd name="connsiteX804" fmla="*/ 4784282 w 7467600"/>
              <a:gd name="connsiteY804" fmla="*/ 276561 h 6858000"/>
              <a:gd name="connsiteX805" fmla="*/ 4801687 w 7467600"/>
              <a:gd name="connsiteY805" fmla="*/ 267764 h 6858000"/>
              <a:gd name="connsiteX806" fmla="*/ 6082788 w 7467600"/>
              <a:gd name="connsiteY806" fmla="*/ 64119 h 6858000"/>
              <a:gd name="connsiteX807" fmla="*/ 6099442 w 7467600"/>
              <a:gd name="connsiteY807" fmla="*/ 82568 h 6858000"/>
              <a:gd name="connsiteX808" fmla="*/ 4804137 w 7467600"/>
              <a:gd name="connsiteY808" fmla="*/ 320931 h 6858000"/>
              <a:gd name="connsiteX809" fmla="*/ 4227047 w 7467600"/>
              <a:gd name="connsiteY809" fmla="*/ 313415 h 6858000"/>
              <a:gd name="connsiteX810" fmla="*/ 4346041 w 7467600"/>
              <a:gd name="connsiteY810" fmla="*/ 456086 h 6858000"/>
              <a:gd name="connsiteX811" fmla="*/ 4870967 w 7467600"/>
              <a:gd name="connsiteY811" fmla="*/ 963061 h 6858000"/>
              <a:gd name="connsiteX812" fmla="*/ 4889647 w 7467600"/>
              <a:gd name="connsiteY812" fmla="*/ 957147 h 6858000"/>
              <a:gd name="connsiteX813" fmla="*/ 5422504 w 7467600"/>
              <a:gd name="connsiteY813" fmla="*/ 805191 h 6858000"/>
              <a:gd name="connsiteX814" fmla="*/ 6087656 w 7467600"/>
              <a:gd name="connsiteY814" fmla="*/ 826703 h 6858000"/>
              <a:gd name="connsiteX815" fmla="*/ 6058717 w 7467600"/>
              <a:gd name="connsiteY815" fmla="*/ 865992 h 6858000"/>
              <a:gd name="connsiteX816" fmla="*/ 4974153 w 7467600"/>
              <a:gd name="connsiteY816" fmla="*/ 1045456 h 6858000"/>
              <a:gd name="connsiteX817" fmla="*/ 5627835 w 7467600"/>
              <a:gd name="connsiteY817" fmla="*/ 1472077 h 6858000"/>
              <a:gd name="connsiteX818" fmla="*/ 5629817 w 7467600"/>
              <a:gd name="connsiteY818" fmla="*/ 1471412 h 6858000"/>
              <a:gd name="connsiteX819" fmla="*/ 5634124 w 7467600"/>
              <a:gd name="connsiteY819" fmla="*/ 1470572 h 6858000"/>
              <a:gd name="connsiteX820" fmla="*/ 5755832 w 7467600"/>
              <a:gd name="connsiteY820" fmla="*/ 1383886 h 6858000"/>
              <a:gd name="connsiteX821" fmla="*/ 6014186 w 7467600"/>
              <a:gd name="connsiteY821" fmla="*/ 1279799 h 6858000"/>
              <a:gd name="connsiteX822" fmla="*/ 6901619 w 7467600"/>
              <a:gd name="connsiteY822" fmla="*/ 1047874 h 6858000"/>
              <a:gd name="connsiteX823" fmla="*/ 6931566 w 7467600"/>
              <a:gd name="connsiteY823" fmla="*/ 1062034 h 6858000"/>
              <a:gd name="connsiteX824" fmla="*/ 5790982 w 7467600"/>
              <a:gd name="connsiteY824" fmla="*/ 1561380 h 6858000"/>
              <a:gd name="connsiteX825" fmla="*/ 6188971 w 7467600"/>
              <a:gd name="connsiteY825" fmla="*/ 1755168 h 6858000"/>
              <a:gd name="connsiteX826" fmla="*/ 6202446 w 7467600"/>
              <a:gd name="connsiteY826" fmla="*/ 1752268 h 6858000"/>
              <a:gd name="connsiteX827" fmla="*/ 7179560 w 7467600"/>
              <a:gd name="connsiteY827" fmla="*/ 1467551 h 6858000"/>
              <a:gd name="connsiteX828" fmla="*/ 7158730 w 7467600"/>
              <a:gd name="connsiteY828" fmla="*/ 1507835 h 6858000"/>
              <a:gd name="connsiteX829" fmla="*/ 6326959 w 7467600"/>
              <a:gd name="connsiteY829" fmla="*/ 1817686 h 6858000"/>
              <a:gd name="connsiteX830" fmla="*/ 6537433 w 7467600"/>
              <a:gd name="connsiteY830" fmla="*/ 1907790 h 6858000"/>
              <a:gd name="connsiteX831" fmla="*/ 6550221 w 7467600"/>
              <a:gd name="connsiteY831" fmla="*/ 1910729 h 6858000"/>
              <a:gd name="connsiteX832" fmla="*/ 6964438 w 7467600"/>
              <a:gd name="connsiteY832" fmla="*/ 2209505 h 6858000"/>
              <a:gd name="connsiteX833" fmla="*/ 7367862 w 7467600"/>
              <a:gd name="connsiteY833" fmla="*/ 2806833 h 6858000"/>
              <a:gd name="connsiteX834" fmla="*/ 7364329 w 7467600"/>
              <a:gd name="connsiteY834" fmla="*/ 2826907 h 6858000"/>
              <a:gd name="connsiteX835" fmla="*/ 7290545 w 7467600"/>
              <a:gd name="connsiteY835" fmla="*/ 2850663 h 6858000"/>
              <a:gd name="connsiteX836" fmla="*/ 6472036 w 7467600"/>
              <a:gd name="connsiteY836" fmla="*/ 1959003 h 6858000"/>
              <a:gd name="connsiteX837" fmla="*/ 5792897 w 7467600"/>
              <a:gd name="connsiteY837" fmla="*/ 1647747 h 6858000"/>
              <a:gd name="connsiteX838" fmla="*/ 5842751 w 7467600"/>
              <a:gd name="connsiteY838" fmla="*/ 1816112 h 6858000"/>
              <a:gd name="connsiteX839" fmla="*/ 5847424 w 7467600"/>
              <a:gd name="connsiteY839" fmla="*/ 1815776 h 6858000"/>
              <a:gd name="connsiteX840" fmla="*/ 6399821 w 7467600"/>
              <a:gd name="connsiteY840" fmla="*/ 2344799 h 6858000"/>
              <a:gd name="connsiteX841" fmla="*/ 6323232 w 7467600"/>
              <a:gd name="connsiteY841" fmla="*/ 2389634 h 6858000"/>
              <a:gd name="connsiteX842" fmla="*/ 5942958 w 7467600"/>
              <a:gd name="connsiteY842" fmla="*/ 2077708 h 6858000"/>
              <a:gd name="connsiteX843" fmla="*/ 5921559 w 7467600"/>
              <a:gd name="connsiteY843" fmla="*/ 2378596 h 6858000"/>
              <a:gd name="connsiteX844" fmla="*/ 5817651 w 7467600"/>
              <a:gd name="connsiteY844" fmla="*/ 3023919 h 6858000"/>
              <a:gd name="connsiteX845" fmla="*/ 5729634 w 7467600"/>
              <a:gd name="connsiteY845" fmla="*/ 3051849 h 6858000"/>
              <a:gd name="connsiteX846" fmla="*/ 5611018 w 7467600"/>
              <a:gd name="connsiteY846" fmla="*/ 2316769 h 6858000"/>
              <a:gd name="connsiteX847" fmla="*/ 5687608 w 7467600"/>
              <a:gd name="connsiteY847" fmla="*/ 2039972 h 6858000"/>
              <a:gd name="connsiteX848" fmla="*/ 5657554 w 7467600"/>
              <a:gd name="connsiteY848" fmla="*/ 1576445 h 6858000"/>
              <a:gd name="connsiteX849" fmla="*/ 5150475 w 7467600"/>
              <a:gd name="connsiteY849" fmla="*/ 1274012 h 6858000"/>
              <a:gd name="connsiteX850" fmla="*/ 5349142 w 7467600"/>
              <a:gd name="connsiteY850" fmla="*/ 2204405 h 6858000"/>
              <a:gd name="connsiteX851" fmla="*/ 5262214 w 7467600"/>
              <a:gd name="connsiteY851" fmla="*/ 2233836 h 6858000"/>
              <a:gd name="connsiteX852" fmla="*/ 4981539 w 7467600"/>
              <a:gd name="connsiteY852" fmla="*/ 1542201 h 6858000"/>
              <a:gd name="connsiteX853" fmla="*/ 4958461 w 7467600"/>
              <a:gd name="connsiteY853" fmla="*/ 1136957 h 6858000"/>
              <a:gd name="connsiteX854" fmla="*/ 4655015 w 7467600"/>
              <a:gd name="connsiteY854" fmla="*/ 891426 h 6858000"/>
              <a:gd name="connsiteX855" fmla="*/ 4348002 w 7467600"/>
              <a:gd name="connsiteY855" fmla="*/ 2205895 h 6858000"/>
              <a:gd name="connsiteX856" fmla="*/ 4262250 w 7467600"/>
              <a:gd name="connsiteY856" fmla="*/ 2219972 h 6858000"/>
              <a:gd name="connsiteX857" fmla="*/ 4550611 w 7467600"/>
              <a:gd name="connsiteY857" fmla="*/ 817540 h 6858000"/>
              <a:gd name="connsiteX858" fmla="*/ 4564418 w 7467600"/>
              <a:gd name="connsiteY858" fmla="*/ 808293 h 6858000"/>
              <a:gd name="connsiteX859" fmla="*/ 4266388 w 7467600"/>
              <a:gd name="connsiteY859" fmla="*/ 500083 h 6858000"/>
              <a:gd name="connsiteX860" fmla="*/ 4032842 w 7467600"/>
              <a:gd name="connsiteY860" fmla="*/ 211809 h 6858000"/>
              <a:gd name="connsiteX861" fmla="*/ 3882765 w 7467600"/>
              <a:gd name="connsiteY861" fmla="*/ 0 h 6858000"/>
              <a:gd name="connsiteX862" fmla="*/ 3721337 w 7467600"/>
              <a:gd name="connsiteY862" fmla="*/ 0 h 6858000"/>
              <a:gd name="connsiteX863" fmla="*/ 3797544 w 7467600"/>
              <a:gd name="connsiteY863" fmla="*/ 0 h 6858000"/>
              <a:gd name="connsiteX864" fmla="*/ 3775734 w 7467600"/>
              <a:gd name="connsiteY864" fmla="*/ 95131 h 6858000"/>
              <a:gd name="connsiteX865" fmla="*/ 3724807 w 7467600"/>
              <a:gd name="connsiteY865" fmla="*/ 272257 h 6858000"/>
              <a:gd name="connsiteX866" fmla="*/ 3726844 w 7467600"/>
              <a:gd name="connsiteY866" fmla="*/ 282988 h 6858000"/>
              <a:gd name="connsiteX867" fmla="*/ 3742664 w 7467600"/>
              <a:gd name="connsiteY867" fmla="*/ 279918 h 6858000"/>
              <a:gd name="connsiteX868" fmla="*/ 4103910 w 7467600"/>
              <a:gd name="connsiteY868" fmla="*/ 1161917 h 6858000"/>
              <a:gd name="connsiteX869" fmla="*/ 4020269 w 7467600"/>
              <a:gd name="connsiteY869" fmla="*/ 1200406 h 6858000"/>
              <a:gd name="connsiteX870" fmla="*/ 3674882 w 7467600"/>
              <a:gd name="connsiteY870" fmla="*/ 488524 h 6858000"/>
              <a:gd name="connsiteX871" fmla="*/ 3132682 w 7467600"/>
              <a:gd name="connsiteY871" fmla="*/ 1072284 h 6858000"/>
              <a:gd name="connsiteX872" fmla="*/ 2716346 w 7467600"/>
              <a:gd name="connsiteY872" fmla="*/ 1276376 h 6858000"/>
              <a:gd name="connsiteX873" fmla="*/ 2716772 w 7467600"/>
              <a:gd name="connsiteY873" fmla="*/ 1255462 h 6858000"/>
              <a:gd name="connsiteX874" fmla="*/ 3471096 w 7467600"/>
              <a:gd name="connsiteY874" fmla="*/ 437072 h 6858000"/>
              <a:gd name="connsiteX875" fmla="*/ 3639057 w 7467600"/>
              <a:gd name="connsiteY875" fmla="*/ 286334 h 6858000"/>
              <a:gd name="connsiteX876" fmla="*/ 3640309 w 7467600"/>
              <a:gd name="connsiteY876" fmla="*/ 284664 h 6858000"/>
              <a:gd name="connsiteX877" fmla="*/ 3646022 w 7467600"/>
              <a:gd name="connsiteY877" fmla="*/ 276711 h 6858000"/>
              <a:gd name="connsiteX878" fmla="*/ 3707943 w 7467600"/>
              <a:gd name="connsiteY878" fmla="*/ 65958 h 6858000"/>
              <a:gd name="connsiteX879" fmla="*/ 3721337 w 7467600"/>
              <a:gd name="connsiteY879" fmla="*/ 0 h 6858000"/>
              <a:gd name="connsiteX880" fmla="*/ 2867960 w 7467600"/>
              <a:gd name="connsiteY880" fmla="*/ 0 h 6858000"/>
              <a:gd name="connsiteX881" fmla="*/ 2926351 w 7467600"/>
              <a:gd name="connsiteY881" fmla="*/ 0 h 6858000"/>
              <a:gd name="connsiteX882" fmla="*/ 2902823 w 7467600"/>
              <a:gd name="connsiteY882" fmla="*/ 262929 h 6858000"/>
              <a:gd name="connsiteX883" fmla="*/ 2940663 w 7467600"/>
              <a:gd name="connsiteY883" fmla="*/ 140884 h 6858000"/>
              <a:gd name="connsiteX884" fmla="*/ 2947039 w 7467600"/>
              <a:gd name="connsiteY884" fmla="*/ 122524 h 6858000"/>
              <a:gd name="connsiteX885" fmla="*/ 2984316 w 7467600"/>
              <a:gd name="connsiteY885" fmla="*/ 0 h 6858000"/>
              <a:gd name="connsiteX886" fmla="*/ 3016114 w 7467600"/>
              <a:gd name="connsiteY886" fmla="*/ 0 h 6858000"/>
              <a:gd name="connsiteX887" fmla="*/ 2979949 w 7467600"/>
              <a:gd name="connsiteY887" fmla="*/ 119274 h 6858000"/>
              <a:gd name="connsiteX888" fmla="*/ 3023879 w 7467600"/>
              <a:gd name="connsiteY888" fmla="*/ 0 h 6858000"/>
              <a:gd name="connsiteX889" fmla="*/ 3105400 w 7467600"/>
              <a:gd name="connsiteY889" fmla="*/ 0 h 6858000"/>
              <a:gd name="connsiteX890" fmla="*/ 3094669 w 7467600"/>
              <a:gd name="connsiteY890" fmla="*/ 30308 h 6858000"/>
              <a:gd name="connsiteX891" fmla="*/ 2901945 w 7467600"/>
              <a:gd name="connsiteY891" fmla="*/ 466538 h 6858000"/>
              <a:gd name="connsiteX892" fmla="*/ 2815209 w 7467600"/>
              <a:gd name="connsiteY892" fmla="*/ 497361 h 6858000"/>
              <a:gd name="connsiteX893" fmla="*/ 2844845 w 7467600"/>
              <a:gd name="connsiteY893" fmla="*/ 127638 h 6858000"/>
              <a:gd name="connsiteX894" fmla="*/ 2867960 w 7467600"/>
              <a:gd name="connsiteY894" fmla="*/ 0 h 6858000"/>
              <a:gd name="connsiteX895" fmla="*/ 1057230 w 7467600"/>
              <a:gd name="connsiteY895" fmla="*/ 0 h 6858000"/>
              <a:gd name="connsiteX896" fmla="*/ 1111003 w 7467600"/>
              <a:gd name="connsiteY896" fmla="*/ 0 h 6858000"/>
              <a:gd name="connsiteX897" fmla="*/ 1125553 w 7467600"/>
              <a:gd name="connsiteY897" fmla="*/ 52588 h 6858000"/>
              <a:gd name="connsiteX898" fmla="*/ 1304276 w 7467600"/>
              <a:gd name="connsiteY898" fmla="*/ 476275 h 6858000"/>
              <a:gd name="connsiteX899" fmla="*/ 1492066 w 7467600"/>
              <a:gd name="connsiteY899" fmla="*/ 886333 h 6858000"/>
              <a:gd name="connsiteX900" fmla="*/ 1423698 w 7467600"/>
              <a:gd name="connsiteY900" fmla="*/ 710817 h 6858000"/>
              <a:gd name="connsiteX901" fmla="*/ 1357609 w 7467600"/>
              <a:gd name="connsiteY901" fmla="*/ 532892 h 6858000"/>
              <a:gd name="connsiteX902" fmla="*/ 1309550 w 7467600"/>
              <a:gd name="connsiteY902" fmla="*/ 374031 h 6858000"/>
              <a:gd name="connsiteX903" fmla="*/ 1193673 w 7467600"/>
              <a:gd name="connsiteY903" fmla="*/ 49533 h 6858000"/>
              <a:gd name="connsiteX904" fmla="*/ 1164391 w 7467600"/>
              <a:gd name="connsiteY904" fmla="*/ 0 h 6858000"/>
              <a:gd name="connsiteX905" fmla="*/ 1200666 w 7467600"/>
              <a:gd name="connsiteY905" fmla="*/ 0 h 6858000"/>
              <a:gd name="connsiteX906" fmla="*/ 1223408 w 7467600"/>
              <a:gd name="connsiteY906" fmla="*/ 38996 h 6858000"/>
              <a:gd name="connsiteX907" fmla="*/ 1339635 w 7467600"/>
              <a:gd name="connsiteY907" fmla="*/ 365517 h 6858000"/>
              <a:gd name="connsiteX908" fmla="*/ 1387469 w 7467600"/>
              <a:gd name="connsiteY908" fmla="*/ 523079 h 6858000"/>
              <a:gd name="connsiteX909" fmla="*/ 1452685 w 7467600"/>
              <a:gd name="connsiteY909" fmla="*/ 699806 h 6858000"/>
              <a:gd name="connsiteX910" fmla="*/ 1492092 w 7467600"/>
              <a:gd name="connsiteY910" fmla="*/ 800424 h 6858000"/>
              <a:gd name="connsiteX911" fmla="*/ 1455302 w 7467600"/>
              <a:gd name="connsiteY911" fmla="*/ 632913 h 6858000"/>
              <a:gd name="connsiteX912" fmla="*/ 1222336 w 7467600"/>
              <a:gd name="connsiteY912" fmla="*/ 9480 h 6858000"/>
              <a:gd name="connsiteX913" fmla="*/ 1214634 w 7467600"/>
              <a:gd name="connsiteY913" fmla="*/ 0 h 6858000"/>
              <a:gd name="connsiteX914" fmla="*/ 1289827 w 7467600"/>
              <a:gd name="connsiteY914" fmla="*/ 0 h 6858000"/>
              <a:gd name="connsiteX915" fmla="*/ 1321076 w 7467600"/>
              <a:gd name="connsiteY915" fmla="*/ 59722 h 6858000"/>
              <a:gd name="connsiteX916" fmla="*/ 1512579 w 7467600"/>
              <a:gd name="connsiteY916" fmla="*/ 626441 h 6858000"/>
              <a:gd name="connsiteX917" fmla="*/ 1506076 w 7467600"/>
              <a:gd name="connsiteY917" fmla="*/ 1089289 h 6858000"/>
              <a:gd name="connsiteX918" fmla="*/ 1486346 w 7467600"/>
              <a:gd name="connsiteY918" fmla="*/ 1079919 h 6858000"/>
              <a:gd name="connsiteX919" fmla="*/ 1070511 w 7467600"/>
              <a:gd name="connsiteY919" fmla="*/ 48609 h 6858000"/>
              <a:gd name="connsiteX920" fmla="*/ 1057230 w 7467600"/>
              <a:gd name="connsiteY920" fmla="*/ 0 h 6858000"/>
              <a:gd name="connsiteX921" fmla="*/ 43151 w 7467600"/>
              <a:gd name="connsiteY921" fmla="*/ 0 h 6858000"/>
              <a:gd name="connsiteX922" fmla="*/ 95283 w 7467600"/>
              <a:gd name="connsiteY922" fmla="*/ 0 h 6858000"/>
              <a:gd name="connsiteX923" fmla="*/ 300708 w 7467600"/>
              <a:gd name="connsiteY923" fmla="*/ 154571 h 6858000"/>
              <a:gd name="connsiteX924" fmla="*/ 530414 w 7467600"/>
              <a:gd name="connsiteY924" fmla="*/ 354673 h 6858000"/>
              <a:gd name="connsiteX925" fmla="*/ 333785 w 7467600"/>
              <a:gd name="connsiteY925" fmla="*/ 161564 h 6858000"/>
              <a:gd name="connsiteX926" fmla="*/ 147005 w 7467600"/>
              <a:gd name="connsiteY926" fmla="*/ 0 h 6858000"/>
              <a:gd name="connsiteX927" fmla="*/ 272509 w 7467600"/>
              <a:gd name="connsiteY927" fmla="*/ 0 h 6858000"/>
              <a:gd name="connsiteX928" fmla="*/ 326276 w 7467600"/>
              <a:gd name="connsiteY928" fmla="*/ 45847 h 6858000"/>
              <a:gd name="connsiteX929" fmla="*/ 823759 w 7467600"/>
              <a:gd name="connsiteY929" fmla="*/ 574145 h 6858000"/>
              <a:gd name="connsiteX930" fmla="*/ 811254 w 7467600"/>
              <a:gd name="connsiteY930" fmla="*/ 665546 h 6858000"/>
              <a:gd name="connsiteX931" fmla="*/ 154042 w 7467600"/>
              <a:gd name="connsiteY931" fmla="*/ 261522 h 6858000"/>
              <a:gd name="connsiteX932" fmla="*/ 13550 w 7467600"/>
              <a:gd name="connsiteY932" fmla="*/ 158423 h 6858000"/>
              <a:gd name="connsiteX933" fmla="*/ 0 w 7467600"/>
              <a:gd name="connsiteY933" fmla="*/ 146618 h 6858000"/>
              <a:gd name="connsiteX934" fmla="*/ 0 w 7467600"/>
              <a:gd name="connsiteY934" fmla="*/ 59161 h 6858000"/>
              <a:gd name="connsiteX935" fmla="*/ 45427 w 7467600"/>
              <a:gd name="connsiteY935" fmla="*/ 101078 h 6858000"/>
              <a:gd name="connsiteX936" fmla="*/ 630103 w 7467600"/>
              <a:gd name="connsiteY936" fmla="*/ 485885 h 6858000"/>
              <a:gd name="connsiteX937" fmla="*/ 532040 w 7467600"/>
              <a:gd name="connsiteY937" fmla="*/ 399359 h 6858000"/>
              <a:gd name="connsiteX938" fmla="*/ 517618 w 7467600"/>
              <a:gd name="connsiteY938" fmla="*/ 385726 h 6858000"/>
              <a:gd name="connsiteX939" fmla="*/ 285074 w 7467600"/>
              <a:gd name="connsiteY939" fmla="*/ 182755 h 6858000"/>
              <a:gd name="connsiteX940" fmla="*/ 43151 w 7467600"/>
              <a:gd name="connsiteY94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6857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1019354 w 7467600"/>
              <a:gd name="connsiteY8" fmla="*/ 6315006 h 6858000"/>
              <a:gd name="connsiteX9" fmla="*/ 441046 w 7467600"/>
              <a:gd name="connsiteY9" fmla="*/ 6691153 h 6858000"/>
              <a:gd name="connsiteX10" fmla="*/ 1019354 w 7467600"/>
              <a:gd name="connsiteY10" fmla="*/ 6315006 h 6858000"/>
              <a:gd name="connsiteX11" fmla="*/ 991680 w 7467600"/>
              <a:gd name="connsiteY11" fmla="*/ 6298413 h 6858000"/>
              <a:gd name="connsiteX12" fmla="*/ 409060 w 7467600"/>
              <a:gd name="connsiteY12" fmla="*/ 6671470 h 6858000"/>
              <a:gd name="connsiteX13" fmla="*/ 991680 w 7467600"/>
              <a:gd name="connsiteY13" fmla="*/ 6298413 h 6858000"/>
              <a:gd name="connsiteX14" fmla="*/ 103333 w 7467600"/>
              <a:gd name="connsiteY14" fmla="*/ 5699602 h 6858000"/>
              <a:gd name="connsiteX15" fmla="*/ 233938 w 7467600"/>
              <a:gd name="connsiteY15" fmla="*/ 5809416 h 6858000"/>
              <a:gd name="connsiteX16" fmla="*/ 883580 w 7467600"/>
              <a:gd name="connsiteY16" fmla="*/ 6180710 h 6858000"/>
              <a:gd name="connsiteX17" fmla="*/ 487337 w 7467600"/>
              <a:gd name="connsiteY17" fmla="*/ 5950182 h 6858000"/>
              <a:gd name="connsiteX18" fmla="*/ 354051 w 7467600"/>
              <a:gd name="connsiteY18" fmla="*/ 5854912 h 6858000"/>
              <a:gd name="connsiteX19" fmla="*/ 195436 w 7467600"/>
              <a:gd name="connsiteY19" fmla="*/ 5755068 h 6858000"/>
              <a:gd name="connsiteX20" fmla="*/ 103333 w 7467600"/>
              <a:gd name="connsiteY20" fmla="*/ 5699602 h 6858000"/>
              <a:gd name="connsiteX21" fmla="*/ 5539432 w 7467600"/>
              <a:gd name="connsiteY21" fmla="*/ 5642928 h 6858000"/>
              <a:gd name="connsiteX22" fmla="*/ 5555462 w 7467600"/>
              <a:gd name="connsiteY22" fmla="*/ 5694454 h 6858000"/>
              <a:gd name="connsiteX23" fmla="*/ 5828270 w 7467600"/>
              <a:gd name="connsiteY23" fmla="*/ 6320663 h 6858000"/>
              <a:gd name="connsiteX24" fmla="*/ 5947416 w 7467600"/>
              <a:gd name="connsiteY24" fmla="*/ 6574846 h 6858000"/>
              <a:gd name="connsiteX25" fmla="*/ 5539432 w 7467600"/>
              <a:gd name="connsiteY25" fmla="*/ 5642928 h 6858000"/>
              <a:gd name="connsiteX26" fmla="*/ 51253 w 7467600"/>
              <a:gd name="connsiteY26" fmla="*/ 5631825 h 6858000"/>
              <a:gd name="connsiteX27" fmla="*/ 211622 w 7467600"/>
              <a:gd name="connsiteY27" fmla="*/ 5728803 h 6858000"/>
              <a:gd name="connsiteX28" fmla="*/ 371652 w 7467600"/>
              <a:gd name="connsiteY28" fmla="*/ 5829062 h 6858000"/>
              <a:gd name="connsiteX29" fmla="*/ 505903 w 7467600"/>
              <a:gd name="connsiteY29" fmla="*/ 5925221 h 6858000"/>
              <a:gd name="connsiteX30" fmla="*/ 899240 w 7467600"/>
              <a:gd name="connsiteY30" fmla="*/ 6153068 h 6858000"/>
              <a:gd name="connsiteX31" fmla="*/ 988114 w 7467600"/>
              <a:gd name="connsiteY31" fmla="*/ 6174204 h 6858000"/>
              <a:gd name="connsiteX32" fmla="*/ 845971 w 7467600"/>
              <a:gd name="connsiteY32" fmla="*/ 6067177 h 6858000"/>
              <a:gd name="connsiteX33" fmla="*/ 448057 w 7467600"/>
              <a:gd name="connsiteY33" fmla="*/ 5841376 h 6858000"/>
              <a:gd name="connsiteX34" fmla="*/ 51253 w 7467600"/>
              <a:gd name="connsiteY34" fmla="*/ 5631825 h 6858000"/>
              <a:gd name="connsiteX35" fmla="*/ 2606687 w 7467600"/>
              <a:gd name="connsiteY35" fmla="*/ 5630718 h 6858000"/>
              <a:gd name="connsiteX36" fmla="*/ 2645658 w 7467600"/>
              <a:gd name="connsiteY36" fmla="*/ 6640259 h 6858000"/>
              <a:gd name="connsiteX37" fmla="*/ 2606687 w 7467600"/>
              <a:gd name="connsiteY37" fmla="*/ 5630718 h 6858000"/>
              <a:gd name="connsiteX38" fmla="*/ 3642057 w 7467600"/>
              <a:gd name="connsiteY38" fmla="*/ 5573487 h 6858000"/>
              <a:gd name="connsiteX39" fmla="*/ 3632981 w 7467600"/>
              <a:gd name="connsiteY39" fmla="*/ 5579437 h 6858000"/>
              <a:gd name="connsiteX40" fmla="*/ 3382436 w 7467600"/>
              <a:gd name="connsiteY40" fmla="*/ 5952726 h 6858000"/>
              <a:gd name="connsiteX41" fmla="*/ 3191929 w 7467600"/>
              <a:gd name="connsiteY41" fmla="*/ 6662669 h 6858000"/>
              <a:gd name="connsiteX42" fmla="*/ 3369898 w 7467600"/>
              <a:gd name="connsiteY42" fmla="*/ 6081771 h 6858000"/>
              <a:gd name="connsiteX43" fmla="*/ 3642057 w 7467600"/>
              <a:gd name="connsiteY43" fmla="*/ 5573487 h 6858000"/>
              <a:gd name="connsiteX44" fmla="*/ 2650666 w 7467600"/>
              <a:gd name="connsiteY44" fmla="*/ 5530686 h 6858000"/>
              <a:gd name="connsiteX45" fmla="*/ 2650249 w 7467600"/>
              <a:gd name="connsiteY45" fmla="*/ 5532101 h 6858000"/>
              <a:gd name="connsiteX46" fmla="*/ 2663808 w 7467600"/>
              <a:gd name="connsiteY46" fmla="*/ 6535215 h 6858000"/>
              <a:gd name="connsiteX47" fmla="*/ 2665418 w 7467600"/>
              <a:gd name="connsiteY47" fmla="*/ 6132756 h 6858000"/>
              <a:gd name="connsiteX48" fmla="*/ 2650666 w 7467600"/>
              <a:gd name="connsiteY48" fmla="*/ 5530686 h 6858000"/>
              <a:gd name="connsiteX49" fmla="*/ 2680277 w 7467600"/>
              <a:gd name="connsiteY49" fmla="*/ 5479204 h 6858000"/>
              <a:gd name="connsiteX50" fmla="*/ 2678972 w 7467600"/>
              <a:gd name="connsiteY50" fmla="*/ 5481582 h 6858000"/>
              <a:gd name="connsiteX51" fmla="*/ 2696666 w 7467600"/>
              <a:gd name="connsiteY51" fmla="*/ 6133836 h 6858000"/>
              <a:gd name="connsiteX52" fmla="*/ 2695769 w 7467600"/>
              <a:gd name="connsiteY52" fmla="*/ 6390955 h 6858000"/>
              <a:gd name="connsiteX53" fmla="*/ 2739893 w 7467600"/>
              <a:gd name="connsiteY53" fmla="*/ 6108357 h 6858000"/>
              <a:gd name="connsiteX54" fmla="*/ 2680277 w 7467600"/>
              <a:gd name="connsiteY54" fmla="*/ 5479204 h 6858000"/>
              <a:gd name="connsiteX55" fmla="*/ 1132195 w 7467600"/>
              <a:gd name="connsiteY55" fmla="*/ 5467980 h 6858000"/>
              <a:gd name="connsiteX56" fmla="*/ 1679056 w 7467600"/>
              <a:gd name="connsiteY56" fmla="*/ 5516907 h 6858000"/>
              <a:gd name="connsiteX57" fmla="*/ 2128648 w 7467600"/>
              <a:gd name="connsiteY57" fmla="*/ 5474249 h 6858000"/>
              <a:gd name="connsiteX58" fmla="*/ 1825619 w 7467600"/>
              <a:gd name="connsiteY58" fmla="*/ 5478447 h 6858000"/>
              <a:gd name="connsiteX59" fmla="*/ 1737798 w 7467600"/>
              <a:gd name="connsiteY59" fmla="*/ 5483353 h 6858000"/>
              <a:gd name="connsiteX60" fmla="*/ 1132195 w 7467600"/>
              <a:gd name="connsiteY60" fmla="*/ 5467980 h 6858000"/>
              <a:gd name="connsiteX61" fmla="*/ 1456157 w 7467600"/>
              <a:gd name="connsiteY61" fmla="*/ 5371404 h 6858000"/>
              <a:gd name="connsiteX62" fmla="*/ 1244432 w 7467600"/>
              <a:gd name="connsiteY62" fmla="*/ 5385601 h 6858000"/>
              <a:gd name="connsiteX63" fmla="*/ 973990 w 7467600"/>
              <a:gd name="connsiteY63" fmla="*/ 5424940 h 6858000"/>
              <a:gd name="connsiteX64" fmla="*/ 1103809 w 7467600"/>
              <a:gd name="connsiteY64" fmla="*/ 5433720 h 6858000"/>
              <a:gd name="connsiteX65" fmla="*/ 1123454 w 7467600"/>
              <a:gd name="connsiteY65" fmla="*/ 5435727 h 6858000"/>
              <a:gd name="connsiteX66" fmla="*/ 1737017 w 7467600"/>
              <a:gd name="connsiteY66" fmla="*/ 5452183 h 6858000"/>
              <a:gd name="connsiteX67" fmla="*/ 1824397 w 7467600"/>
              <a:gd name="connsiteY67" fmla="*/ 5447757 h 6858000"/>
              <a:gd name="connsiteX68" fmla="*/ 2070059 w 7467600"/>
              <a:gd name="connsiteY68" fmla="*/ 5441660 h 6858000"/>
              <a:gd name="connsiteX69" fmla="*/ 1456157 w 7467600"/>
              <a:gd name="connsiteY69" fmla="*/ 5371404 h 6858000"/>
              <a:gd name="connsiteX70" fmla="*/ 4988186 w 7467600"/>
              <a:gd name="connsiteY70" fmla="*/ 5216467 h 6858000"/>
              <a:gd name="connsiteX71" fmla="*/ 4777334 w 7467600"/>
              <a:gd name="connsiteY71" fmla="*/ 5406072 h 6858000"/>
              <a:gd name="connsiteX72" fmla="*/ 4718341 w 7467600"/>
              <a:gd name="connsiteY72" fmla="*/ 5468043 h 6858000"/>
              <a:gd name="connsiteX73" fmla="*/ 4604655 w 7467600"/>
              <a:gd name="connsiteY73" fmla="*/ 5583434 h 6858000"/>
              <a:gd name="connsiteX74" fmla="*/ 4565074 w 7467600"/>
              <a:gd name="connsiteY74" fmla="*/ 5618550 h 6858000"/>
              <a:gd name="connsiteX75" fmla="*/ 4988186 w 7467600"/>
              <a:gd name="connsiteY75" fmla="*/ 5216467 h 6858000"/>
              <a:gd name="connsiteX76" fmla="*/ 4978032 w 7467600"/>
              <a:gd name="connsiteY76" fmla="*/ 5183809 h 6858000"/>
              <a:gd name="connsiteX77" fmla="*/ 4463413 w 7467600"/>
              <a:gd name="connsiteY77" fmla="*/ 5615162 h 6858000"/>
              <a:gd name="connsiteX78" fmla="*/ 4358134 w 7467600"/>
              <a:gd name="connsiteY78" fmla="*/ 5742791 h 6858000"/>
              <a:gd name="connsiteX79" fmla="*/ 4376219 w 7467600"/>
              <a:gd name="connsiteY79" fmla="*/ 5729027 h 6858000"/>
              <a:gd name="connsiteX80" fmla="*/ 4582340 w 7467600"/>
              <a:gd name="connsiteY80" fmla="*/ 5561037 h 6858000"/>
              <a:gd name="connsiteX81" fmla="*/ 4694684 w 7467600"/>
              <a:gd name="connsiteY81" fmla="*/ 5447098 h 6858000"/>
              <a:gd name="connsiteX82" fmla="*/ 4754123 w 7467600"/>
              <a:gd name="connsiteY82" fmla="*/ 5384643 h 6858000"/>
              <a:gd name="connsiteX83" fmla="*/ 4978032 w 7467600"/>
              <a:gd name="connsiteY83" fmla="*/ 5183809 h 6858000"/>
              <a:gd name="connsiteX84" fmla="*/ 1903353 w 7467600"/>
              <a:gd name="connsiteY84" fmla="*/ 5044827 h 6858000"/>
              <a:gd name="connsiteX85" fmla="*/ 1936931 w 7467600"/>
              <a:gd name="connsiteY85" fmla="*/ 5093954 h 6858000"/>
              <a:gd name="connsiteX86" fmla="*/ 2195868 w 7467600"/>
              <a:gd name="connsiteY86" fmla="*/ 5396574 h 6858000"/>
              <a:gd name="connsiteX87" fmla="*/ 2088852 w 7467600"/>
              <a:gd name="connsiteY87" fmla="*/ 5166123 h 6858000"/>
              <a:gd name="connsiteX88" fmla="*/ 1958241 w 7467600"/>
              <a:gd name="connsiteY88" fmla="*/ 5067955 h 6858000"/>
              <a:gd name="connsiteX89" fmla="*/ 1903353 w 7467600"/>
              <a:gd name="connsiteY89" fmla="*/ 5044827 h 6858000"/>
              <a:gd name="connsiteX90" fmla="*/ 1979378 w 7467600"/>
              <a:gd name="connsiteY90" fmla="*/ 4769504 h 6858000"/>
              <a:gd name="connsiteX91" fmla="*/ 2882120 w 7467600"/>
              <a:gd name="connsiteY91" fmla="*/ 5064547 h 6858000"/>
              <a:gd name="connsiteX92" fmla="*/ 2793103 w 7467600"/>
              <a:gd name="connsiteY92" fmla="*/ 5039699 h 6858000"/>
              <a:gd name="connsiteX93" fmla="*/ 2770041 w 7467600"/>
              <a:gd name="connsiteY93" fmla="*/ 5033634 h 6858000"/>
              <a:gd name="connsiteX94" fmla="*/ 1979378 w 7467600"/>
              <a:gd name="connsiteY94" fmla="*/ 4769504 h 6858000"/>
              <a:gd name="connsiteX95" fmla="*/ 1927410 w 7467600"/>
              <a:gd name="connsiteY95" fmla="*/ 4716164 h 6858000"/>
              <a:gd name="connsiteX96" fmla="*/ 1959587 w 7467600"/>
              <a:gd name="connsiteY96" fmla="*/ 4728849 h 6858000"/>
              <a:gd name="connsiteX97" fmla="*/ 2777707 w 7467600"/>
              <a:gd name="connsiteY97" fmla="*/ 5003991 h 6858000"/>
              <a:gd name="connsiteX98" fmla="*/ 2800768 w 7467600"/>
              <a:gd name="connsiteY98" fmla="*/ 5010056 h 6858000"/>
              <a:gd name="connsiteX99" fmla="*/ 2879408 w 7467600"/>
              <a:gd name="connsiteY99" fmla="*/ 5031590 h 6858000"/>
              <a:gd name="connsiteX100" fmla="*/ 2862295 w 7467600"/>
              <a:gd name="connsiteY100" fmla="*/ 5022958 h 6858000"/>
              <a:gd name="connsiteX101" fmla="*/ 2813343 w 7467600"/>
              <a:gd name="connsiteY101" fmla="*/ 4998369 h 6858000"/>
              <a:gd name="connsiteX102" fmla="*/ 2646245 w 7467600"/>
              <a:gd name="connsiteY102" fmla="*/ 4930999 h 6858000"/>
              <a:gd name="connsiteX103" fmla="*/ 1999243 w 7467600"/>
              <a:gd name="connsiteY103" fmla="*/ 4730524 h 6858000"/>
              <a:gd name="connsiteX104" fmla="*/ 1979527 w 7467600"/>
              <a:gd name="connsiteY104" fmla="*/ 4726651 h 6858000"/>
              <a:gd name="connsiteX105" fmla="*/ 1927410 w 7467600"/>
              <a:gd name="connsiteY105" fmla="*/ 4716164 h 6858000"/>
              <a:gd name="connsiteX106" fmla="*/ 1997014 w 7467600"/>
              <a:gd name="connsiteY106" fmla="*/ 4698007 h 6858000"/>
              <a:gd name="connsiteX107" fmla="*/ 2005458 w 7467600"/>
              <a:gd name="connsiteY107" fmla="*/ 4699540 h 6858000"/>
              <a:gd name="connsiteX108" fmla="*/ 2657186 w 7467600"/>
              <a:gd name="connsiteY108" fmla="*/ 4901687 h 6858000"/>
              <a:gd name="connsiteX109" fmla="*/ 2826662 w 7467600"/>
              <a:gd name="connsiteY109" fmla="*/ 4970362 h 6858000"/>
              <a:gd name="connsiteX110" fmla="*/ 2876100 w 7467600"/>
              <a:gd name="connsiteY110" fmla="*/ 4995397 h 6858000"/>
              <a:gd name="connsiteX111" fmla="*/ 3042600 w 7467600"/>
              <a:gd name="connsiteY111" fmla="*/ 5059532 h 6858000"/>
              <a:gd name="connsiteX112" fmla="*/ 1997014 w 7467600"/>
              <a:gd name="connsiteY112" fmla="*/ 4698007 h 6858000"/>
              <a:gd name="connsiteX113" fmla="*/ 2305292 w 7467600"/>
              <a:gd name="connsiteY113" fmla="*/ 4219492 h 6858000"/>
              <a:gd name="connsiteX114" fmla="*/ 3360922 w 7467600"/>
              <a:gd name="connsiteY114" fmla="*/ 4529373 h 6858000"/>
              <a:gd name="connsiteX115" fmla="*/ 3492420 w 7467600"/>
              <a:gd name="connsiteY115" fmla="*/ 4510145 h 6858000"/>
              <a:gd name="connsiteX116" fmla="*/ 3364086 w 7467600"/>
              <a:gd name="connsiteY116" fmla="*/ 4480340 h 6858000"/>
              <a:gd name="connsiteX117" fmla="*/ 3225818 w 7467600"/>
              <a:gd name="connsiteY117" fmla="*/ 4411822 h 6858000"/>
              <a:gd name="connsiteX118" fmla="*/ 3129696 w 7467600"/>
              <a:gd name="connsiteY118" fmla="*/ 4360704 h 6858000"/>
              <a:gd name="connsiteX119" fmla="*/ 2814545 w 7467600"/>
              <a:gd name="connsiteY119" fmla="*/ 4282955 h 6858000"/>
              <a:gd name="connsiteX120" fmla="*/ 2305292 w 7467600"/>
              <a:gd name="connsiteY120" fmla="*/ 4219492 h 6858000"/>
              <a:gd name="connsiteX121" fmla="*/ 2626982 w 7467600"/>
              <a:gd name="connsiteY121" fmla="*/ 4206450 h 6858000"/>
              <a:gd name="connsiteX122" fmla="*/ 2490617 w 7467600"/>
              <a:gd name="connsiteY122" fmla="*/ 4206951 h 6858000"/>
              <a:gd name="connsiteX123" fmla="*/ 2819869 w 7467600"/>
              <a:gd name="connsiteY123" fmla="*/ 4252936 h 6858000"/>
              <a:gd name="connsiteX124" fmla="*/ 3143018 w 7467600"/>
              <a:gd name="connsiteY124" fmla="*/ 4332698 h 6858000"/>
              <a:gd name="connsiteX125" fmla="*/ 3241520 w 7467600"/>
              <a:gd name="connsiteY125" fmla="*/ 4385112 h 6858000"/>
              <a:gd name="connsiteX126" fmla="*/ 3374575 w 7467600"/>
              <a:gd name="connsiteY126" fmla="*/ 4451517 h 6858000"/>
              <a:gd name="connsiteX127" fmla="*/ 3505221 w 7467600"/>
              <a:gd name="connsiteY127" fmla="*/ 4480757 h 6858000"/>
              <a:gd name="connsiteX128" fmla="*/ 2626982 w 7467600"/>
              <a:gd name="connsiteY128" fmla="*/ 4206450 h 6858000"/>
              <a:gd name="connsiteX129" fmla="*/ 1310106 w 7467600"/>
              <a:gd name="connsiteY129" fmla="*/ 3943217 h 6858000"/>
              <a:gd name="connsiteX130" fmla="*/ 854994 w 7467600"/>
              <a:gd name="connsiteY130" fmla="*/ 4399136 h 6858000"/>
              <a:gd name="connsiteX131" fmla="*/ 742462 w 7467600"/>
              <a:gd name="connsiteY131" fmla="*/ 4594648 h 6858000"/>
              <a:gd name="connsiteX132" fmla="*/ 820602 w 7467600"/>
              <a:gd name="connsiteY132" fmla="*/ 4485915 h 6858000"/>
              <a:gd name="connsiteX133" fmla="*/ 878295 w 7467600"/>
              <a:gd name="connsiteY133" fmla="*/ 4403594 h 6858000"/>
              <a:gd name="connsiteX134" fmla="*/ 1240607 w 7467600"/>
              <a:gd name="connsiteY134" fmla="*/ 4010401 h 6858000"/>
              <a:gd name="connsiteX135" fmla="*/ 1310106 w 7467600"/>
              <a:gd name="connsiteY135" fmla="*/ 3943217 h 6858000"/>
              <a:gd name="connsiteX136" fmla="*/ 1423113 w 7467600"/>
              <a:gd name="connsiteY136" fmla="*/ 3874565 h 6858000"/>
              <a:gd name="connsiteX137" fmla="*/ 1260565 w 7467600"/>
              <a:gd name="connsiteY137" fmla="*/ 4031982 h 6858000"/>
              <a:gd name="connsiteX138" fmla="*/ 901900 w 7467600"/>
              <a:gd name="connsiteY138" fmla="*/ 4421236 h 6858000"/>
              <a:gd name="connsiteX139" fmla="*/ 845044 w 7467600"/>
              <a:gd name="connsiteY139" fmla="*/ 4502436 h 6858000"/>
              <a:gd name="connsiteX140" fmla="*/ 685926 w 7467600"/>
              <a:gd name="connsiteY140" fmla="*/ 4703069 h 6858000"/>
              <a:gd name="connsiteX141" fmla="*/ 684248 w 7467600"/>
              <a:gd name="connsiteY141" fmla="*/ 4706721 h 6858000"/>
              <a:gd name="connsiteX142" fmla="*/ 1423113 w 7467600"/>
              <a:gd name="connsiteY142" fmla="*/ 3874565 h 6858000"/>
              <a:gd name="connsiteX143" fmla="*/ 3316479 w 7467600"/>
              <a:gd name="connsiteY143" fmla="*/ 3872136 h 6858000"/>
              <a:gd name="connsiteX144" fmla="*/ 3546806 w 7467600"/>
              <a:gd name="connsiteY144" fmla="*/ 4356139 h 6858000"/>
              <a:gd name="connsiteX145" fmla="*/ 3364433 w 7467600"/>
              <a:gd name="connsiteY145" fmla="*/ 3953121 h 6858000"/>
              <a:gd name="connsiteX146" fmla="*/ 3316479 w 7467600"/>
              <a:gd name="connsiteY146" fmla="*/ 3872136 h 6858000"/>
              <a:gd name="connsiteX147" fmla="*/ 3291335 w 7467600"/>
              <a:gd name="connsiteY147" fmla="*/ 3767420 h 6858000"/>
              <a:gd name="connsiteX148" fmla="*/ 3390805 w 7467600"/>
              <a:gd name="connsiteY148" fmla="*/ 3937163 h 6858000"/>
              <a:gd name="connsiteX149" fmla="*/ 3579062 w 7467600"/>
              <a:gd name="connsiteY149" fmla="*/ 4359040 h 6858000"/>
              <a:gd name="connsiteX150" fmla="*/ 3467355 w 7467600"/>
              <a:gd name="connsiteY150" fmla="*/ 3988130 h 6858000"/>
              <a:gd name="connsiteX151" fmla="*/ 3310753 w 7467600"/>
              <a:gd name="connsiteY151" fmla="*/ 3787140 h 6858000"/>
              <a:gd name="connsiteX152" fmla="*/ 3291335 w 7467600"/>
              <a:gd name="connsiteY152" fmla="*/ 3767420 h 6858000"/>
              <a:gd name="connsiteX153" fmla="*/ 1635889 w 7467600"/>
              <a:gd name="connsiteY153" fmla="*/ 3709494 h 6858000"/>
              <a:gd name="connsiteX154" fmla="*/ 1634800 w 7467600"/>
              <a:gd name="connsiteY154" fmla="*/ 3731111 h 6858000"/>
              <a:gd name="connsiteX155" fmla="*/ 1635889 w 7467600"/>
              <a:gd name="connsiteY155" fmla="*/ 3709494 h 6858000"/>
              <a:gd name="connsiteX156" fmla="*/ 1510397 w 7467600"/>
              <a:gd name="connsiteY156" fmla="*/ 3684705 h 6858000"/>
              <a:gd name="connsiteX157" fmla="*/ 1146550 w 7467600"/>
              <a:gd name="connsiteY157" fmla="*/ 3802012 h 6858000"/>
              <a:gd name="connsiteX158" fmla="*/ 698834 w 7467600"/>
              <a:gd name="connsiteY158" fmla="*/ 3952272 h 6858000"/>
              <a:gd name="connsiteX159" fmla="*/ 34256 w 7467600"/>
              <a:gd name="connsiteY159" fmla="*/ 4347603 h 6858000"/>
              <a:gd name="connsiteX160" fmla="*/ 527241 w 7467600"/>
              <a:gd name="connsiteY160" fmla="*/ 4065078 h 6858000"/>
              <a:gd name="connsiteX161" fmla="*/ 1510397 w 7467600"/>
              <a:gd name="connsiteY161" fmla="*/ 3684705 h 6858000"/>
              <a:gd name="connsiteX162" fmla="*/ 1313114 w 7467600"/>
              <a:gd name="connsiteY162" fmla="*/ 3655216 h 6858000"/>
              <a:gd name="connsiteX163" fmla="*/ 1109304 w 7467600"/>
              <a:gd name="connsiteY163" fmla="*/ 3669030 h 6858000"/>
              <a:gd name="connsiteX164" fmla="*/ 8129 w 7467600"/>
              <a:gd name="connsiteY164" fmla="*/ 4330519 h 6858000"/>
              <a:gd name="connsiteX165" fmla="*/ 687572 w 7467600"/>
              <a:gd name="connsiteY165" fmla="*/ 3925629 h 6858000"/>
              <a:gd name="connsiteX166" fmla="*/ 1138365 w 7467600"/>
              <a:gd name="connsiteY166" fmla="*/ 3774515 h 6858000"/>
              <a:gd name="connsiteX167" fmla="*/ 1505579 w 7467600"/>
              <a:gd name="connsiteY167" fmla="*/ 3655526 h 6858000"/>
              <a:gd name="connsiteX168" fmla="*/ 1313114 w 7467600"/>
              <a:gd name="connsiteY168" fmla="*/ 3655216 h 6858000"/>
              <a:gd name="connsiteX169" fmla="*/ 3655073 w 7467600"/>
              <a:gd name="connsiteY169" fmla="*/ 3650884 h 6858000"/>
              <a:gd name="connsiteX170" fmla="*/ 3989938 w 7467600"/>
              <a:gd name="connsiteY170" fmla="*/ 3991685 h 6858000"/>
              <a:gd name="connsiteX171" fmla="*/ 4393907 w 7467600"/>
              <a:gd name="connsiteY171" fmla="*/ 4261258 h 6858000"/>
              <a:gd name="connsiteX172" fmla="*/ 4648051 w 7467600"/>
              <a:gd name="connsiteY172" fmla="*/ 4374051 h 6858000"/>
              <a:gd name="connsiteX173" fmla="*/ 4383389 w 7467600"/>
              <a:gd name="connsiteY173" fmla="*/ 4184369 h 6858000"/>
              <a:gd name="connsiteX174" fmla="*/ 4165508 w 7467600"/>
              <a:gd name="connsiteY174" fmla="*/ 4035196 h 6858000"/>
              <a:gd name="connsiteX175" fmla="*/ 4068162 w 7467600"/>
              <a:gd name="connsiteY175" fmla="*/ 3953394 h 6858000"/>
              <a:gd name="connsiteX176" fmla="*/ 3981416 w 7467600"/>
              <a:gd name="connsiteY176" fmla="*/ 3880482 h 6858000"/>
              <a:gd name="connsiteX177" fmla="*/ 3800147 w 7467600"/>
              <a:gd name="connsiteY177" fmla="*/ 3749872 h 6858000"/>
              <a:gd name="connsiteX178" fmla="*/ 3655073 w 7467600"/>
              <a:gd name="connsiteY178" fmla="*/ 3650884 h 6858000"/>
              <a:gd name="connsiteX179" fmla="*/ 3670252 w 7467600"/>
              <a:gd name="connsiteY179" fmla="*/ 3622798 h 6858000"/>
              <a:gd name="connsiteX180" fmla="*/ 3817258 w 7467600"/>
              <a:gd name="connsiteY180" fmla="*/ 3723577 h 6858000"/>
              <a:gd name="connsiteX181" fmla="*/ 4000461 w 7467600"/>
              <a:gd name="connsiteY181" fmla="*/ 3855966 h 6858000"/>
              <a:gd name="connsiteX182" fmla="*/ 4088180 w 7467600"/>
              <a:gd name="connsiteY182" fmla="*/ 3929774 h 6858000"/>
              <a:gd name="connsiteX183" fmla="*/ 4184555 w 7467600"/>
              <a:gd name="connsiteY183" fmla="*/ 4010683 h 6858000"/>
              <a:gd name="connsiteX184" fmla="*/ 4399563 w 7467600"/>
              <a:gd name="connsiteY184" fmla="*/ 4158106 h 6858000"/>
              <a:gd name="connsiteX185" fmla="*/ 4684469 w 7467600"/>
              <a:gd name="connsiteY185" fmla="*/ 4364680 h 6858000"/>
              <a:gd name="connsiteX186" fmla="*/ 4690271 w 7467600"/>
              <a:gd name="connsiteY186" fmla="*/ 4370034 h 6858000"/>
              <a:gd name="connsiteX187" fmla="*/ 4136093 w 7467600"/>
              <a:gd name="connsiteY187" fmla="*/ 3858466 h 6858000"/>
              <a:gd name="connsiteX188" fmla="*/ 3670252 w 7467600"/>
              <a:gd name="connsiteY188" fmla="*/ 3622798 h 6858000"/>
              <a:gd name="connsiteX189" fmla="*/ 4440129 w 7467600"/>
              <a:gd name="connsiteY189" fmla="*/ 3448571 h 6858000"/>
              <a:gd name="connsiteX190" fmla="*/ 4856525 w 7467600"/>
              <a:gd name="connsiteY190" fmla="*/ 3915351 h 6858000"/>
              <a:gd name="connsiteX191" fmla="*/ 5059055 w 7467600"/>
              <a:gd name="connsiteY191" fmla="*/ 4108918 h 6858000"/>
              <a:gd name="connsiteX192" fmla="*/ 5290070 w 7467600"/>
              <a:gd name="connsiteY192" fmla="*/ 4263619 h 6858000"/>
              <a:gd name="connsiteX193" fmla="*/ 4834991 w 7467600"/>
              <a:gd name="connsiteY193" fmla="*/ 3830985 h 6858000"/>
              <a:gd name="connsiteX194" fmla="*/ 4440129 w 7467600"/>
              <a:gd name="connsiteY194" fmla="*/ 3448571 h 6858000"/>
              <a:gd name="connsiteX195" fmla="*/ 4441737 w 7467600"/>
              <a:gd name="connsiteY195" fmla="*/ 3399734 h 6858000"/>
              <a:gd name="connsiteX196" fmla="*/ 4431236 w 7467600"/>
              <a:gd name="connsiteY196" fmla="*/ 3400954 h 6858000"/>
              <a:gd name="connsiteX197" fmla="*/ 4557150 w 7467600"/>
              <a:gd name="connsiteY197" fmla="*/ 3510023 h 6858000"/>
              <a:gd name="connsiteX198" fmla="*/ 4856936 w 7467600"/>
              <a:gd name="connsiteY198" fmla="*/ 3809146 h 6858000"/>
              <a:gd name="connsiteX199" fmla="*/ 5111996 w 7467600"/>
              <a:gd name="connsiteY199" fmla="*/ 4065759 h 6858000"/>
              <a:gd name="connsiteX200" fmla="*/ 5388878 w 7467600"/>
              <a:gd name="connsiteY200" fmla="*/ 4300185 h 6858000"/>
              <a:gd name="connsiteX201" fmla="*/ 5425556 w 7467600"/>
              <a:gd name="connsiteY201" fmla="*/ 4308967 h 6858000"/>
              <a:gd name="connsiteX202" fmla="*/ 4943646 w 7467600"/>
              <a:gd name="connsiteY202" fmla="*/ 3822916 h 6858000"/>
              <a:gd name="connsiteX203" fmla="*/ 4594837 w 7467600"/>
              <a:gd name="connsiteY203" fmla="*/ 3532274 h 6858000"/>
              <a:gd name="connsiteX204" fmla="*/ 4441737 w 7467600"/>
              <a:gd name="connsiteY204" fmla="*/ 3399734 h 6858000"/>
              <a:gd name="connsiteX205" fmla="*/ 5425834 w 7467600"/>
              <a:gd name="connsiteY205" fmla="*/ 3162785 h 6858000"/>
              <a:gd name="connsiteX206" fmla="*/ 5401644 w 7467600"/>
              <a:gd name="connsiteY206" fmla="*/ 3617847 h 6858000"/>
              <a:gd name="connsiteX207" fmla="*/ 5467256 w 7467600"/>
              <a:gd name="connsiteY207" fmla="*/ 4175494 h 6858000"/>
              <a:gd name="connsiteX208" fmla="*/ 5448069 w 7467600"/>
              <a:gd name="connsiteY208" fmla="*/ 3567554 h 6858000"/>
              <a:gd name="connsiteX209" fmla="*/ 5425834 w 7467600"/>
              <a:gd name="connsiteY209" fmla="*/ 3162785 h 6858000"/>
              <a:gd name="connsiteX210" fmla="*/ 1318687 w 7467600"/>
              <a:gd name="connsiteY210" fmla="*/ 3113840 h 6858000"/>
              <a:gd name="connsiteX211" fmla="*/ 1066793 w 7467600"/>
              <a:gd name="connsiteY211" fmla="*/ 3212171 h 6858000"/>
              <a:gd name="connsiteX212" fmla="*/ 993319 w 7467600"/>
              <a:gd name="connsiteY212" fmla="*/ 3247648 h 6858000"/>
              <a:gd name="connsiteX213" fmla="*/ 853081 w 7467600"/>
              <a:gd name="connsiteY213" fmla="*/ 3312410 h 6858000"/>
              <a:gd name="connsiteX214" fmla="*/ 805957 w 7467600"/>
              <a:gd name="connsiteY214" fmla="*/ 3330443 h 6858000"/>
              <a:gd name="connsiteX215" fmla="*/ 1318687 w 7467600"/>
              <a:gd name="connsiteY215" fmla="*/ 3113840 h 6858000"/>
              <a:gd name="connsiteX216" fmla="*/ 5453702 w 7467600"/>
              <a:gd name="connsiteY216" fmla="*/ 3090882 h 6858000"/>
              <a:gd name="connsiteX217" fmla="*/ 5480135 w 7467600"/>
              <a:gd name="connsiteY217" fmla="*/ 3565802 h 6858000"/>
              <a:gd name="connsiteX218" fmla="*/ 5499023 w 7467600"/>
              <a:gd name="connsiteY218" fmla="*/ 4166310 h 6858000"/>
              <a:gd name="connsiteX219" fmla="*/ 5547022 w 7467600"/>
              <a:gd name="connsiteY219" fmla="*/ 3607838 h 6858000"/>
              <a:gd name="connsiteX220" fmla="*/ 5515964 w 7467600"/>
              <a:gd name="connsiteY220" fmla="*/ 3378541 h 6858000"/>
              <a:gd name="connsiteX221" fmla="*/ 5453702 w 7467600"/>
              <a:gd name="connsiteY221" fmla="*/ 3090882 h 6858000"/>
              <a:gd name="connsiteX222" fmla="*/ 1238695 w 7467600"/>
              <a:gd name="connsiteY222" fmla="*/ 3076820 h 6858000"/>
              <a:gd name="connsiteX223" fmla="*/ 716371 w 7467600"/>
              <a:gd name="connsiteY223" fmla="*/ 3293249 h 6858000"/>
              <a:gd name="connsiteX224" fmla="*/ 579522 w 7467600"/>
              <a:gd name="connsiteY224" fmla="*/ 3371759 h 6858000"/>
              <a:gd name="connsiteX225" fmla="*/ 600288 w 7467600"/>
              <a:gd name="connsiteY225" fmla="*/ 3365555 h 6858000"/>
              <a:gd name="connsiteX226" fmla="*/ 840692 w 7467600"/>
              <a:gd name="connsiteY226" fmla="*/ 3284921 h 6858000"/>
              <a:gd name="connsiteX227" fmla="*/ 979248 w 7467600"/>
              <a:gd name="connsiteY227" fmla="*/ 3221003 h 6858000"/>
              <a:gd name="connsiteX228" fmla="*/ 1053282 w 7467600"/>
              <a:gd name="connsiteY228" fmla="*/ 3185247 h 6858000"/>
              <a:gd name="connsiteX229" fmla="*/ 1320603 w 7467600"/>
              <a:gd name="connsiteY229" fmla="*/ 3081281 h 6858000"/>
              <a:gd name="connsiteX230" fmla="*/ 1238695 w 7467600"/>
              <a:gd name="connsiteY230" fmla="*/ 3076820 h 6858000"/>
              <a:gd name="connsiteX231" fmla="*/ 5425627 w 7467600"/>
              <a:gd name="connsiteY231" fmla="*/ 2954192 h 6858000"/>
              <a:gd name="connsiteX232" fmla="*/ 5470770 w 7467600"/>
              <a:gd name="connsiteY232" fmla="*/ 3005435 h 6858000"/>
              <a:gd name="connsiteX233" fmla="*/ 5519779 w 7467600"/>
              <a:gd name="connsiteY233" fmla="*/ 4359223 h 6858000"/>
              <a:gd name="connsiteX234" fmla="*/ 5520293 w 7467600"/>
              <a:gd name="connsiteY234" fmla="*/ 4360602 h 6858000"/>
              <a:gd name="connsiteX235" fmla="*/ 5767221 w 7467600"/>
              <a:gd name="connsiteY235" fmla="*/ 4665564 h 6858000"/>
              <a:gd name="connsiteX236" fmla="*/ 6937169 w 7467600"/>
              <a:gd name="connsiteY236" fmla="*/ 4815941 h 6858000"/>
              <a:gd name="connsiteX237" fmla="*/ 6953922 w 7467600"/>
              <a:gd name="connsiteY237" fmla="*/ 4890068 h 6858000"/>
              <a:gd name="connsiteX238" fmla="*/ 6071359 w 7467600"/>
              <a:gd name="connsiteY238" fmla="*/ 4770770 h 6858000"/>
              <a:gd name="connsiteX239" fmla="*/ 6038839 w 7467600"/>
              <a:gd name="connsiteY239" fmla="*/ 4764474 h 6858000"/>
              <a:gd name="connsiteX240" fmla="*/ 6038706 w 7467600"/>
              <a:gd name="connsiteY240" fmla="*/ 4763847 h 6858000"/>
              <a:gd name="connsiteX241" fmla="*/ 6037784 w 7467600"/>
              <a:gd name="connsiteY241" fmla="*/ 4764270 h 6858000"/>
              <a:gd name="connsiteX242" fmla="*/ 6038839 w 7467600"/>
              <a:gd name="connsiteY242" fmla="*/ 4764474 h 6858000"/>
              <a:gd name="connsiteX243" fmla="*/ 6040338 w 7467600"/>
              <a:gd name="connsiteY243" fmla="*/ 4771418 h 6858000"/>
              <a:gd name="connsiteX244" fmla="*/ 6024488 w 7467600"/>
              <a:gd name="connsiteY244" fmla="*/ 4809903 h 6858000"/>
              <a:gd name="connsiteX245" fmla="*/ 5599771 w 7467600"/>
              <a:gd name="connsiteY245" fmla="*/ 5509652 h 6858000"/>
              <a:gd name="connsiteX246" fmla="*/ 5548843 w 7467600"/>
              <a:gd name="connsiteY246" fmla="*/ 5563845 h 6858000"/>
              <a:gd name="connsiteX247" fmla="*/ 5940952 w 7467600"/>
              <a:gd name="connsiteY247" fmla="*/ 6250028 h 6858000"/>
              <a:gd name="connsiteX248" fmla="*/ 6043441 w 7467600"/>
              <a:gd name="connsiteY248" fmla="*/ 6665847 h 6858000"/>
              <a:gd name="connsiteX249" fmla="*/ 6093432 w 7467600"/>
              <a:gd name="connsiteY249" fmla="*/ 6858000 h 6858000"/>
              <a:gd name="connsiteX250" fmla="*/ 6034344 w 7467600"/>
              <a:gd name="connsiteY250" fmla="*/ 6858000 h 6858000"/>
              <a:gd name="connsiteX251" fmla="*/ 6026679 w 7467600"/>
              <a:gd name="connsiteY251" fmla="*/ 6836959 h 6858000"/>
              <a:gd name="connsiteX252" fmla="*/ 5800441 w 7467600"/>
              <a:gd name="connsiteY252" fmla="*/ 6335286 h 6858000"/>
              <a:gd name="connsiteX253" fmla="*/ 5526562 w 7467600"/>
              <a:gd name="connsiteY253" fmla="*/ 5705388 h 6858000"/>
              <a:gd name="connsiteX254" fmla="*/ 5519640 w 7467600"/>
              <a:gd name="connsiteY254" fmla="*/ 5683774 h 6858000"/>
              <a:gd name="connsiteX255" fmla="*/ 5844559 w 7467600"/>
              <a:gd name="connsiteY255" fmla="*/ 6553349 h 6858000"/>
              <a:gd name="connsiteX256" fmla="*/ 5975994 w 7467600"/>
              <a:gd name="connsiteY256" fmla="*/ 6858000 h 6858000"/>
              <a:gd name="connsiteX257" fmla="*/ 5898547 w 7467600"/>
              <a:gd name="connsiteY257" fmla="*/ 6858000 h 6858000"/>
              <a:gd name="connsiteX258" fmla="*/ 5682041 w 7467600"/>
              <a:gd name="connsiteY258" fmla="*/ 6355860 h 6858000"/>
              <a:gd name="connsiteX259" fmla="*/ 5461758 w 7467600"/>
              <a:gd name="connsiteY259" fmla="*/ 5820220 h 6858000"/>
              <a:gd name="connsiteX260" fmla="*/ 5237282 w 7467600"/>
              <a:gd name="connsiteY260" fmla="*/ 6579086 h 6858000"/>
              <a:gd name="connsiteX261" fmla="*/ 5115009 w 7467600"/>
              <a:gd name="connsiteY261" fmla="*/ 6858000 h 6858000"/>
              <a:gd name="connsiteX262" fmla="*/ 5028074 w 7467600"/>
              <a:gd name="connsiteY262" fmla="*/ 6858000 h 6858000"/>
              <a:gd name="connsiteX263" fmla="*/ 5079508 w 7467600"/>
              <a:gd name="connsiteY263" fmla="*/ 6749074 h 6858000"/>
              <a:gd name="connsiteX264" fmla="*/ 5371846 w 7467600"/>
              <a:gd name="connsiteY264" fmla="*/ 5924413 h 6858000"/>
              <a:gd name="connsiteX265" fmla="*/ 5270512 w 7467600"/>
              <a:gd name="connsiteY265" fmla="*/ 6138975 h 6858000"/>
              <a:gd name="connsiteX266" fmla="*/ 5062409 w 7467600"/>
              <a:gd name="connsiteY266" fmla="*/ 6653544 h 6858000"/>
              <a:gd name="connsiteX267" fmla="*/ 5036628 w 7467600"/>
              <a:gd name="connsiteY267" fmla="*/ 6754247 h 6858000"/>
              <a:gd name="connsiteX268" fmla="*/ 5009112 w 7467600"/>
              <a:gd name="connsiteY268" fmla="*/ 6858000 h 6858000"/>
              <a:gd name="connsiteX269" fmla="*/ 4976679 w 7467600"/>
              <a:gd name="connsiteY269" fmla="*/ 6858000 h 6858000"/>
              <a:gd name="connsiteX270" fmla="*/ 5006537 w 7467600"/>
              <a:gd name="connsiteY270" fmla="*/ 6747068 h 6858000"/>
              <a:gd name="connsiteX271" fmla="*/ 5032723 w 7467600"/>
              <a:gd name="connsiteY271" fmla="*/ 6644957 h 6858000"/>
              <a:gd name="connsiteX272" fmla="*/ 5242949 w 7467600"/>
              <a:gd name="connsiteY272" fmla="*/ 6125175 h 6858000"/>
              <a:gd name="connsiteX273" fmla="*/ 5286321 w 7467600"/>
              <a:gd name="connsiteY273" fmla="*/ 6033555 h 6858000"/>
              <a:gd name="connsiteX274" fmla="*/ 5008210 w 7467600"/>
              <a:gd name="connsiteY274" fmla="*/ 6649194 h 6858000"/>
              <a:gd name="connsiteX275" fmla="*/ 4986321 w 7467600"/>
              <a:gd name="connsiteY275" fmla="*/ 6765687 h 6858000"/>
              <a:gd name="connsiteX276" fmla="*/ 4973474 w 7467600"/>
              <a:gd name="connsiteY276" fmla="*/ 6858000 h 6858000"/>
              <a:gd name="connsiteX277" fmla="*/ 4907178 w 7467600"/>
              <a:gd name="connsiteY277" fmla="*/ 6858000 h 6858000"/>
              <a:gd name="connsiteX278" fmla="*/ 4910810 w 7467600"/>
              <a:gd name="connsiteY278" fmla="*/ 6829660 h 6858000"/>
              <a:gd name="connsiteX279" fmla="*/ 4987461 w 7467600"/>
              <a:gd name="connsiteY279" fmla="*/ 6432994 h 6858000"/>
              <a:gd name="connsiteX280" fmla="*/ 5179262 w 7467600"/>
              <a:gd name="connsiteY280" fmla="*/ 6035044 h 6858000"/>
              <a:gd name="connsiteX281" fmla="*/ 4689678 w 7467600"/>
              <a:gd name="connsiteY281" fmla="*/ 6440241 h 6858000"/>
              <a:gd name="connsiteX282" fmla="*/ 4477543 w 7467600"/>
              <a:gd name="connsiteY282" fmla="*/ 6674836 h 6858000"/>
              <a:gd name="connsiteX283" fmla="*/ 4329957 w 7467600"/>
              <a:gd name="connsiteY283" fmla="*/ 6858000 h 6858000"/>
              <a:gd name="connsiteX284" fmla="*/ 4218595 w 7467600"/>
              <a:gd name="connsiteY284" fmla="*/ 6858000 h 6858000"/>
              <a:gd name="connsiteX285" fmla="*/ 4368888 w 7467600"/>
              <a:gd name="connsiteY285" fmla="*/ 6668412 h 6858000"/>
              <a:gd name="connsiteX286" fmla="*/ 4563091 w 7467600"/>
              <a:gd name="connsiteY286" fmla="*/ 6442508 h 6858000"/>
              <a:gd name="connsiteX287" fmla="*/ 5387324 w 7467600"/>
              <a:gd name="connsiteY287" fmla="*/ 5705830 h 6858000"/>
              <a:gd name="connsiteX288" fmla="*/ 5073620 w 7467600"/>
              <a:gd name="connsiteY288" fmla="*/ 5955437 h 6858000"/>
              <a:gd name="connsiteX289" fmla="*/ 4689789 w 7467600"/>
              <a:gd name="connsiteY289" fmla="*/ 6268382 h 6858000"/>
              <a:gd name="connsiteX290" fmla="*/ 4418722 w 7467600"/>
              <a:gd name="connsiteY290" fmla="*/ 6570886 h 6858000"/>
              <a:gd name="connsiteX291" fmla="*/ 4214944 w 7467600"/>
              <a:gd name="connsiteY291" fmla="*/ 6858000 h 6858000"/>
              <a:gd name="connsiteX292" fmla="*/ 4177898 w 7467600"/>
              <a:gd name="connsiteY292" fmla="*/ 6858000 h 6858000"/>
              <a:gd name="connsiteX293" fmla="*/ 4391597 w 7467600"/>
              <a:gd name="connsiteY293" fmla="*/ 6556370 h 6858000"/>
              <a:gd name="connsiteX294" fmla="*/ 4668889 w 7467600"/>
              <a:gd name="connsiteY294" fmla="*/ 6246399 h 6858000"/>
              <a:gd name="connsiteX295" fmla="*/ 5055427 w 7467600"/>
              <a:gd name="connsiteY295" fmla="*/ 5931476 h 6858000"/>
              <a:gd name="connsiteX296" fmla="*/ 5371814 w 7467600"/>
              <a:gd name="connsiteY296" fmla="*/ 5678975 h 6858000"/>
              <a:gd name="connsiteX297" fmla="*/ 4987918 w 7467600"/>
              <a:gd name="connsiteY297" fmla="*/ 5838701 h 6858000"/>
              <a:gd name="connsiteX298" fmla="*/ 4317146 w 7467600"/>
              <a:gd name="connsiteY298" fmla="*/ 6587716 h 6858000"/>
              <a:gd name="connsiteX299" fmla="*/ 4171627 w 7467600"/>
              <a:gd name="connsiteY299" fmla="*/ 6858000 h 6858000"/>
              <a:gd name="connsiteX300" fmla="*/ 4081585 w 7467600"/>
              <a:gd name="connsiteY300" fmla="*/ 6858000 h 6858000"/>
              <a:gd name="connsiteX301" fmla="*/ 4238603 w 7467600"/>
              <a:gd name="connsiteY301" fmla="*/ 6559341 h 6858000"/>
              <a:gd name="connsiteX302" fmla="*/ 4778333 w 7467600"/>
              <a:gd name="connsiteY302" fmla="*/ 5873626 h 6858000"/>
              <a:gd name="connsiteX303" fmla="*/ 5414185 w 7467600"/>
              <a:gd name="connsiteY303" fmla="*/ 5573882 h 6858000"/>
              <a:gd name="connsiteX304" fmla="*/ 5959648 w 7467600"/>
              <a:gd name="connsiteY304" fmla="*/ 4760797 h 6858000"/>
              <a:gd name="connsiteX305" fmla="*/ 5355019 w 7467600"/>
              <a:gd name="connsiteY305" fmla="*/ 4734672 h 6858000"/>
              <a:gd name="connsiteX306" fmla="*/ 5083565 w 7467600"/>
              <a:gd name="connsiteY306" fmla="*/ 5179121 h 6858000"/>
              <a:gd name="connsiteX307" fmla="*/ 4713577 w 7467600"/>
              <a:gd name="connsiteY307" fmla="*/ 5616803 h 6858000"/>
              <a:gd name="connsiteX308" fmla="*/ 3989559 w 7467600"/>
              <a:gd name="connsiteY308" fmla="*/ 6145945 h 6858000"/>
              <a:gd name="connsiteX309" fmla="*/ 3939824 w 7467600"/>
              <a:gd name="connsiteY309" fmla="*/ 6066900 h 6858000"/>
              <a:gd name="connsiteX310" fmla="*/ 4584537 w 7467600"/>
              <a:gd name="connsiteY310" fmla="*/ 5324826 h 6858000"/>
              <a:gd name="connsiteX311" fmla="*/ 5037105 w 7467600"/>
              <a:gd name="connsiteY311" fmla="*/ 5088765 h 6858000"/>
              <a:gd name="connsiteX312" fmla="*/ 5039930 w 7467600"/>
              <a:gd name="connsiteY312" fmla="*/ 5089585 h 6858000"/>
              <a:gd name="connsiteX313" fmla="*/ 5263764 w 7467600"/>
              <a:gd name="connsiteY313" fmla="*/ 4735525 h 6858000"/>
              <a:gd name="connsiteX314" fmla="*/ 4086300 w 7467600"/>
              <a:gd name="connsiteY314" fmla="*/ 4884599 h 6858000"/>
              <a:gd name="connsiteX315" fmla="*/ 4085485 w 7467600"/>
              <a:gd name="connsiteY315" fmla="*/ 4899070 h 6858000"/>
              <a:gd name="connsiteX316" fmla="*/ 3871915 w 7467600"/>
              <a:gd name="connsiteY316" fmla="*/ 5253645 h 6858000"/>
              <a:gd name="connsiteX317" fmla="*/ 3799374 w 7467600"/>
              <a:gd name="connsiteY317" fmla="*/ 5466127 h 6858000"/>
              <a:gd name="connsiteX318" fmla="*/ 3498850 w 7467600"/>
              <a:gd name="connsiteY318" fmla="*/ 6661888 h 6858000"/>
              <a:gd name="connsiteX319" fmla="*/ 3399216 w 7467600"/>
              <a:gd name="connsiteY319" fmla="*/ 6858000 h 6858000"/>
              <a:gd name="connsiteX320" fmla="*/ 3303688 w 7467600"/>
              <a:gd name="connsiteY320" fmla="*/ 6858000 h 6858000"/>
              <a:gd name="connsiteX321" fmla="*/ 3391774 w 7467600"/>
              <a:gd name="connsiteY321" fmla="*/ 6697181 h 6858000"/>
              <a:gd name="connsiteX322" fmla="*/ 3735540 w 7467600"/>
              <a:gd name="connsiteY322" fmla="*/ 5546923 h 6858000"/>
              <a:gd name="connsiteX323" fmla="*/ 3729438 w 7467600"/>
              <a:gd name="connsiteY323" fmla="*/ 5569058 h 6858000"/>
              <a:gd name="connsiteX324" fmla="*/ 3707782 w 7467600"/>
              <a:gd name="connsiteY324" fmla="*/ 5644908 h 6858000"/>
              <a:gd name="connsiteX325" fmla="*/ 3583827 w 7467600"/>
              <a:gd name="connsiteY325" fmla="*/ 6039215 h 6858000"/>
              <a:gd name="connsiteX326" fmla="*/ 3547861 w 7467600"/>
              <a:gd name="connsiteY326" fmla="*/ 6129609 h 6858000"/>
              <a:gd name="connsiteX327" fmla="*/ 3490905 w 7467600"/>
              <a:gd name="connsiteY327" fmla="*/ 6277660 h 6858000"/>
              <a:gd name="connsiteX328" fmla="*/ 3455859 w 7467600"/>
              <a:gd name="connsiteY328" fmla="*/ 6391301 h 6858000"/>
              <a:gd name="connsiteX329" fmla="*/ 3429112 w 7467600"/>
              <a:gd name="connsiteY329" fmla="*/ 6479469 h 6858000"/>
              <a:gd name="connsiteX330" fmla="*/ 3304862 w 7467600"/>
              <a:gd name="connsiteY330" fmla="*/ 6796476 h 6858000"/>
              <a:gd name="connsiteX331" fmla="*/ 3276071 w 7467600"/>
              <a:gd name="connsiteY331" fmla="*/ 6858000 h 6858000"/>
              <a:gd name="connsiteX332" fmla="*/ 3240805 w 7467600"/>
              <a:gd name="connsiteY332" fmla="*/ 6858000 h 6858000"/>
              <a:gd name="connsiteX333" fmla="*/ 3275917 w 7467600"/>
              <a:gd name="connsiteY333" fmla="*/ 6783192 h 6858000"/>
              <a:gd name="connsiteX334" fmla="*/ 3399358 w 7467600"/>
              <a:gd name="connsiteY334" fmla="*/ 6469011 h 6858000"/>
              <a:gd name="connsiteX335" fmla="*/ 3425650 w 7467600"/>
              <a:gd name="connsiteY335" fmla="*/ 6381333 h 6858000"/>
              <a:gd name="connsiteX336" fmla="*/ 3460661 w 7467600"/>
              <a:gd name="connsiteY336" fmla="*/ 6266763 h 6858000"/>
              <a:gd name="connsiteX337" fmla="*/ 3518021 w 7467600"/>
              <a:gd name="connsiteY337" fmla="*/ 6117298 h 6858000"/>
              <a:gd name="connsiteX338" fmla="*/ 3554035 w 7467600"/>
              <a:gd name="connsiteY338" fmla="*/ 6027832 h 6858000"/>
              <a:gd name="connsiteX339" fmla="*/ 3677174 w 7467600"/>
              <a:gd name="connsiteY339" fmla="*/ 5636351 h 6858000"/>
              <a:gd name="connsiteX340" fmla="*/ 3698819 w 7467600"/>
              <a:gd name="connsiteY340" fmla="*/ 5560503 h 6858000"/>
              <a:gd name="connsiteX341" fmla="*/ 3702094 w 7467600"/>
              <a:gd name="connsiteY341" fmla="*/ 5549194 h 6858000"/>
              <a:gd name="connsiteX342" fmla="*/ 3398355 w 7467600"/>
              <a:gd name="connsiteY342" fmla="*/ 6094603 h 6858000"/>
              <a:gd name="connsiteX343" fmla="*/ 3193941 w 7467600"/>
              <a:gd name="connsiteY343" fmla="*/ 6798775 h 6858000"/>
              <a:gd name="connsiteX344" fmla="*/ 3184140 w 7467600"/>
              <a:gd name="connsiteY344" fmla="*/ 6858000 h 6858000"/>
              <a:gd name="connsiteX345" fmla="*/ 3099978 w 7467600"/>
              <a:gd name="connsiteY345" fmla="*/ 6858000 h 6858000"/>
              <a:gd name="connsiteX346" fmla="*/ 3101556 w 7467600"/>
              <a:gd name="connsiteY346" fmla="*/ 6843337 h 6858000"/>
              <a:gd name="connsiteX347" fmla="*/ 3370162 w 7467600"/>
              <a:gd name="connsiteY347" fmla="*/ 5785550 h 6858000"/>
              <a:gd name="connsiteX348" fmla="*/ 3746477 w 7467600"/>
              <a:gd name="connsiteY348" fmla="*/ 5377889 h 6858000"/>
              <a:gd name="connsiteX349" fmla="*/ 3863399 w 7467600"/>
              <a:gd name="connsiteY349" fmla="*/ 5087257 h 6858000"/>
              <a:gd name="connsiteX350" fmla="*/ 3968712 w 7467600"/>
              <a:gd name="connsiteY350" fmla="*/ 4913989 h 6858000"/>
              <a:gd name="connsiteX351" fmla="*/ 2792390 w 7467600"/>
              <a:gd name="connsiteY351" fmla="*/ 5382974 h 6858000"/>
              <a:gd name="connsiteX352" fmla="*/ 2714982 w 7467600"/>
              <a:gd name="connsiteY352" fmla="*/ 5427051 h 6858000"/>
              <a:gd name="connsiteX353" fmla="*/ 2813361 w 7467600"/>
              <a:gd name="connsiteY353" fmla="*/ 6023912 h 6858000"/>
              <a:gd name="connsiteX354" fmla="*/ 2688430 w 7467600"/>
              <a:gd name="connsiteY354" fmla="*/ 6801564 h 6858000"/>
              <a:gd name="connsiteX355" fmla="*/ 2629626 w 7467600"/>
              <a:gd name="connsiteY355" fmla="*/ 6763394 h 6858000"/>
              <a:gd name="connsiteX356" fmla="*/ 2565328 w 7467600"/>
              <a:gd name="connsiteY356" fmla="*/ 5516399 h 6858000"/>
              <a:gd name="connsiteX357" fmla="*/ 1922999 w 7467600"/>
              <a:gd name="connsiteY357" fmla="*/ 5980343 h 6858000"/>
              <a:gd name="connsiteX358" fmla="*/ 1950261 w 7467600"/>
              <a:gd name="connsiteY358" fmla="*/ 6405858 h 6858000"/>
              <a:gd name="connsiteX359" fmla="*/ 2365554 w 7467600"/>
              <a:gd name="connsiteY359" fmla="*/ 6759107 h 6858000"/>
              <a:gd name="connsiteX360" fmla="*/ 2424142 w 7467600"/>
              <a:gd name="connsiteY360" fmla="*/ 6858000 h 6858000"/>
              <a:gd name="connsiteX361" fmla="*/ 2395994 w 7467600"/>
              <a:gd name="connsiteY361" fmla="*/ 6858000 h 6858000"/>
              <a:gd name="connsiteX362" fmla="*/ 2392863 w 7467600"/>
              <a:gd name="connsiteY362" fmla="*/ 6852964 h 6858000"/>
              <a:gd name="connsiteX363" fmla="*/ 2017589 w 7467600"/>
              <a:gd name="connsiteY363" fmla="*/ 6493982 h 6858000"/>
              <a:gd name="connsiteX364" fmla="*/ 2147336 w 7467600"/>
              <a:gd name="connsiteY364" fmla="*/ 6594052 h 6858000"/>
              <a:gd name="connsiteX365" fmla="*/ 2207047 w 7467600"/>
              <a:gd name="connsiteY365" fmla="*/ 6654540 h 6858000"/>
              <a:gd name="connsiteX366" fmla="*/ 2299106 w 7467600"/>
              <a:gd name="connsiteY366" fmla="*/ 6778931 h 6858000"/>
              <a:gd name="connsiteX367" fmla="*/ 2314430 w 7467600"/>
              <a:gd name="connsiteY367" fmla="*/ 6801144 h 6858000"/>
              <a:gd name="connsiteX368" fmla="*/ 2352406 w 7467600"/>
              <a:gd name="connsiteY368" fmla="*/ 6858000 h 6858000"/>
              <a:gd name="connsiteX369" fmla="*/ 2314492 w 7467600"/>
              <a:gd name="connsiteY369" fmla="*/ 6858000 h 6858000"/>
              <a:gd name="connsiteX370" fmla="*/ 2288095 w 7467600"/>
              <a:gd name="connsiteY370" fmla="*/ 6818030 h 6858000"/>
              <a:gd name="connsiteX371" fmla="*/ 2272768 w 7467600"/>
              <a:gd name="connsiteY371" fmla="*/ 6795822 h 6858000"/>
              <a:gd name="connsiteX372" fmla="*/ 2182715 w 7467600"/>
              <a:gd name="connsiteY372" fmla="*/ 6675071 h 6858000"/>
              <a:gd name="connsiteX373" fmla="*/ 2032061 w 7467600"/>
              <a:gd name="connsiteY373" fmla="*/ 6541380 h 6858000"/>
              <a:gd name="connsiteX374" fmla="*/ 2257220 w 7467600"/>
              <a:gd name="connsiteY374" fmla="*/ 6826257 h 6858000"/>
              <a:gd name="connsiteX375" fmla="*/ 2281324 w 7467600"/>
              <a:gd name="connsiteY375" fmla="*/ 6858000 h 6858000"/>
              <a:gd name="connsiteX376" fmla="*/ 2242860 w 7467600"/>
              <a:gd name="connsiteY376" fmla="*/ 6858000 h 6858000"/>
              <a:gd name="connsiteX377" fmla="*/ 2232818 w 7467600"/>
              <a:gd name="connsiteY377" fmla="*/ 6844926 h 6858000"/>
              <a:gd name="connsiteX378" fmla="*/ 1990172 w 7467600"/>
              <a:gd name="connsiteY378" fmla="*/ 6542121 h 6858000"/>
              <a:gd name="connsiteX379" fmla="*/ 2124090 w 7467600"/>
              <a:gd name="connsiteY379" fmla="*/ 6761017 h 6858000"/>
              <a:gd name="connsiteX380" fmla="*/ 2200380 w 7467600"/>
              <a:gd name="connsiteY380" fmla="*/ 6858000 h 6858000"/>
              <a:gd name="connsiteX381" fmla="*/ 2147507 w 7467600"/>
              <a:gd name="connsiteY381" fmla="*/ 6858000 h 6858000"/>
              <a:gd name="connsiteX382" fmla="*/ 2070668 w 7467600"/>
              <a:gd name="connsiteY382" fmla="*/ 6761520 h 6858000"/>
              <a:gd name="connsiteX383" fmla="*/ 1975142 w 7467600"/>
              <a:gd name="connsiteY383" fmla="*/ 6585570 h 6858000"/>
              <a:gd name="connsiteX384" fmla="*/ 2050035 w 7467600"/>
              <a:gd name="connsiteY384" fmla="*/ 6813345 h 6858000"/>
              <a:gd name="connsiteX385" fmla="*/ 2063025 w 7467600"/>
              <a:gd name="connsiteY385" fmla="*/ 6858000 h 6858000"/>
              <a:gd name="connsiteX386" fmla="*/ 2021675 w 7467600"/>
              <a:gd name="connsiteY386" fmla="*/ 6858000 h 6858000"/>
              <a:gd name="connsiteX387" fmla="*/ 2019308 w 7467600"/>
              <a:gd name="connsiteY387" fmla="*/ 6847118 h 6858000"/>
              <a:gd name="connsiteX388" fmla="*/ 1938835 w 7467600"/>
              <a:gd name="connsiteY388" fmla="*/ 6551160 h 6858000"/>
              <a:gd name="connsiteX389" fmla="*/ 1953230 w 7467600"/>
              <a:gd name="connsiteY389" fmla="*/ 6759699 h 6858000"/>
              <a:gd name="connsiteX390" fmla="*/ 1956763 w 7467600"/>
              <a:gd name="connsiteY390" fmla="*/ 6778191 h 6858000"/>
              <a:gd name="connsiteX391" fmla="*/ 1967925 w 7467600"/>
              <a:gd name="connsiteY391" fmla="*/ 6858000 h 6858000"/>
              <a:gd name="connsiteX392" fmla="*/ 1936622 w 7467600"/>
              <a:gd name="connsiteY392" fmla="*/ 6858000 h 6858000"/>
              <a:gd name="connsiteX393" fmla="*/ 1926261 w 7467600"/>
              <a:gd name="connsiteY393" fmla="*/ 6784064 h 6858000"/>
              <a:gd name="connsiteX394" fmla="*/ 1922724 w 7467600"/>
              <a:gd name="connsiteY394" fmla="*/ 6765577 h 6858000"/>
              <a:gd name="connsiteX395" fmla="*/ 1904650 w 7467600"/>
              <a:gd name="connsiteY395" fmla="*/ 6639616 h 6858000"/>
              <a:gd name="connsiteX396" fmla="*/ 1885273 w 7467600"/>
              <a:gd name="connsiteY396" fmla="*/ 6858000 h 6858000"/>
              <a:gd name="connsiteX397" fmla="*/ 1854363 w 7467600"/>
              <a:gd name="connsiteY397" fmla="*/ 6858000 h 6858000"/>
              <a:gd name="connsiteX398" fmla="*/ 1880391 w 7467600"/>
              <a:gd name="connsiteY398" fmla="*/ 6603796 h 6858000"/>
              <a:gd name="connsiteX399" fmla="*/ 1818273 w 7467600"/>
              <a:gd name="connsiteY399" fmla="*/ 6715729 h 6858000"/>
              <a:gd name="connsiteX400" fmla="*/ 1794691 w 7467600"/>
              <a:gd name="connsiteY400" fmla="*/ 6843239 h 6858000"/>
              <a:gd name="connsiteX401" fmla="*/ 1794914 w 7467600"/>
              <a:gd name="connsiteY401" fmla="*/ 6858000 h 6858000"/>
              <a:gd name="connsiteX402" fmla="*/ 1746128 w 7467600"/>
              <a:gd name="connsiteY402" fmla="*/ 6858000 h 6858000"/>
              <a:gd name="connsiteX403" fmla="*/ 1753934 w 7467600"/>
              <a:gd name="connsiteY403" fmla="*/ 6724796 h 6858000"/>
              <a:gd name="connsiteX404" fmla="*/ 1792053 w 7467600"/>
              <a:gd name="connsiteY404" fmla="*/ 6572396 h 6858000"/>
              <a:gd name="connsiteX405" fmla="*/ 1862248 w 7467600"/>
              <a:gd name="connsiteY405" fmla="*/ 6266397 h 6858000"/>
              <a:gd name="connsiteX406" fmla="*/ 1862250 w 7467600"/>
              <a:gd name="connsiteY406" fmla="*/ 6033531 h 6858000"/>
              <a:gd name="connsiteX407" fmla="*/ 1211999 w 7467600"/>
              <a:gd name="connsiteY407" fmla="*/ 6683610 h 6858000"/>
              <a:gd name="connsiteX408" fmla="*/ 1213266 w 7467600"/>
              <a:gd name="connsiteY408" fmla="*/ 6691947 h 6858000"/>
              <a:gd name="connsiteX409" fmla="*/ 1203370 w 7467600"/>
              <a:gd name="connsiteY409" fmla="*/ 6850676 h 6858000"/>
              <a:gd name="connsiteX410" fmla="*/ 1203671 w 7467600"/>
              <a:gd name="connsiteY410" fmla="*/ 6858000 h 6858000"/>
              <a:gd name="connsiteX411" fmla="*/ 1143180 w 7467600"/>
              <a:gd name="connsiteY411" fmla="*/ 6858000 h 6858000"/>
              <a:gd name="connsiteX412" fmla="*/ 1142176 w 7467600"/>
              <a:gd name="connsiteY412" fmla="*/ 6766045 h 6858000"/>
              <a:gd name="connsiteX413" fmla="*/ 1067484 w 7467600"/>
              <a:gd name="connsiteY413" fmla="*/ 6858000 h 6858000"/>
              <a:gd name="connsiteX414" fmla="*/ 953928 w 7467600"/>
              <a:gd name="connsiteY414" fmla="*/ 6858000 h 6858000"/>
              <a:gd name="connsiteX415" fmla="*/ 959715 w 7467600"/>
              <a:gd name="connsiteY415" fmla="*/ 6850185 h 6858000"/>
              <a:gd name="connsiteX416" fmla="*/ 1483788 w 7467600"/>
              <a:gd name="connsiteY416" fmla="*/ 6259174 h 6858000"/>
              <a:gd name="connsiteX417" fmla="*/ 1100671 w 7467600"/>
              <a:gd name="connsiteY417" fmla="*/ 6252137 h 6858000"/>
              <a:gd name="connsiteX418" fmla="*/ 1090144 w 7467600"/>
              <a:gd name="connsiteY418" fmla="*/ 6256748 h 6858000"/>
              <a:gd name="connsiteX419" fmla="*/ 1095872 w 7467600"/>
              <a:gd name="connsiteY419" fmla="*/ 6271892 h 6858000"/>
              <a:gd name="connsiteX420" fmla="*/ 262785 w 7467600"/>
              <a:gd name="connsiteY420" fmla="*/ 6845450 h 6858000"/>
              <a:gd name="connsiteX421" fmla="*/ 209968 w 7467600"/>
              <a:gd name="connsiteY421" fmla="*/ 6770713 h 6858000"/>
              <a:gd name="connsiteX422" fmla="*/ 873460 w 7467600"/>
              <a:gd name="connsiteY422" fmla="*/ 6253768 h 6858000"/>
              <a:gd name="connsiteX423" fmla="*/ 192686 w 7467600"/>
              <a:gd name="connsiteY423" fmla="*/ 5849257 h 6858000"/>
              <a:gd name="connsiteX424" fmla="*/ 4696 w 7467600"/>
              <a:gd name="connsiteY424" fmla="*/ 5697668 h 6858000"/>
              <a:gd name="connsiteX425" fmla="*/ 0 w 7467600"/>
              <a:gd name="connsiteY425" fmla="*/ 5689984 h 6858000"/>
              <a:gd name="connsiteX426" fmla="*/ 0 w 7467600"/>
              <a:gd name="connsiteY426" fmla="*/ 5513472 h 6858000"/>
              <a:gd name="connsiteX427" fmla="*/ 174101 w 7467600"/>
              <a:gd name="connsiteY427" fmla="*/ 5620277 h 6858000"/>
              <a:gd name="connsiteX428" fmla="*/ 891800 w 7467600"/>
              <a:gd name="connsiteY428" fmla="*/ 6036935 h 6858000"/>
              <a:gd name="connsiteX429" fmla="*/ 1072219 w 7467600"/>
              <a:gd name="connsiteY429" fmla="*/ 6169443 h 6858000"/>
              <a:gd name="connsiteX430" fmla="*/ 1074117 w 7467600"/>
              <a:gd name="connsiteY430" fmla="*/ 6170301 h 6858000"/>
              <a:gd name="connsiteX431" fmla="*/ 1083114 w 7467600"/>
              <a:gd name="connsiteY431" fmla="*/ 6174131 h 6858000"/>
              <a:gd name="connsiteX432" fmla="*/ 1543010 w 7467600"/>
              <a:gd name="connsiteY432" fmla="*/ 6191140 h 6858000"/>
              <a:gd name="connsiteX433" fmla="*/ 1551080 w 7467600"/>
              <a:gd name="connsiteY433" fmla="*/ 6195006 h 6858000"/>
              <a:gd name="connsiteX434" fmla="*/ 2345443 w 7467600"/>
              <a:gd name="connsiteY434" fmla="*/ 5549882 h 6858000"/>
              <a:gd name="connsiteX435" fmla="*/ 1721499 w 7467600"/>
              <a:gd name="connsiteY435" fmla="*/ 5599969 h 6858000"/>
              <a:gd name="connsiteX436" fmla="*/ 767716 w 7467600"/>
              <a:gd name="connsiteY436" fmla="*/ 5472768 h 6858000"/>
              <a:gd name="connsiteX437" fmla="*/ 722147 w 7467600"/>
              <a:gd name="connsiteY437" fmla="*/ 5393091 h 6858000"/>
              <a:gd name="connsiteX438" fmla="*/ 1485552 w 7467600"/>
              <a:gd name="connsiteY438" fmla="*/ 5313202 h 6858000"/>
              <a:gd name="connsiteX439" fmla="*/ 2143004 w 7467600"/>
              <a:gd name="connsiteY439" fmla="*/ 5402420 h 6858000"/>
              <a:gd name="connsiteX440" fmla="*/ 1933391 w 7467600"/>
              <a:gd name="connsiteY440" fmla="*/ 5156971 h 6858000"/>
              <a:gd name="connsiteX441" fmla="*/ 1827118 w 7467600"/>
              <a:gd name="connsiteY441" fmla="*/ 4968410 h 6858000"/>
              <a:gd name="connsiteX442" fmla="*/ 1837349 w 7467600"/>
              <a:gd name="connsiteY442" fmla="*/ 4956357 h 6858000"/>
              <a:gd name="connsiteX443" fmla="*/ 2162835 w 7467600"/>
              <a:gd name="connsiteY443" fmla="*/ 5187853 h 6858000"/>
              <a:gd name="connsiteX444" fmla="*/ 2257167 w 7467600"/>
              <a:gd name="connsiteY444" fmla="*/ 5462123 h 6858000"/>
              <a:gd name="connsiteX445" fmla="*/ 2261598 w 7467600"/>
              <a:gd name="connsiteY445" fmla="*/ 5467998 h 6858000"/>
              <a:gd name="connsiteX446" fmla="*/ 2437177 w 7467600"/>
              <a:gd name="connsiteY446" fmla="*/ 5479608 h 6858000"/>
              <a:gd name="connsiteX447" fmla="*/ 2445247 w 7467600"/>
              <a:gd name="connsiteY447" fmla="*/ 5483476 h 6858000"/>
              <a:gd name="connsiteX448" fmla="*/ 2743626 w 7467600"/>
              <a:gd name="connsiteY448" fmla="*/ 5304819 h 6858000"/>
              <a:gd name="connsiteX449" fmla="*/ 3048102 w 7467600"/>
              <a:gd name="connsiteY449" fmla="*/ 5150595 h 6858000"/>
              <a:gd name="connsiteX450" fmla="*/ 1799414 w 7467600"/>
              <a:gd name="connsiteY450" fmla="*/ 4694732 h 6858000"/>
              <a:gd name="connsiteX451" fmla="*/ 1771735 w 7467600"/>
              <a:gd name="connsiteY451" fmla="*/ 4619929 h 6858000"/>
              <a:gd name="connsiteX452" fmla="*/ 3104273 w 7467600"/>
              <a:gd name="connsiteY452" fmla="*/ 5076159 h 6858000"/>
              <a:gd name="connsiteX453" fmla="*/ 3113245 w 7467600"/>
              <a:gd name="connsiteY453" fmla="*/ 5090705 h 6858000"/>
              <a:gd name="connsiteX454" fmla="*/ 3126294 w 7467600"/>
              <a:gd name="connsiteY454" fmla="*/ 5114400 h 6858000"/>
              <a:gd name="connsiteX455" fmla="*/ 3937433 w 7467600"/>
              <a:gd name="connsiteY455" fmla="*/ 4830473 h 6858000"/>
              <a:gd name="connsiteX456" fmla="*/ 3590475 w 7467600"/>
              <a:gd name="connsiteY456" fmla="*/ 4597974 h 6858000"/>
              <a:gd name="connsiteX457" fmla="*/ 3100264 w 7467600"/>
              <a:gd name="connsiteY457" fmla="*/ 4579845 h 6858000"/>
              <a:gd name="connsiteX458" fmla="*/ 2183576 w 7467600"/>
              <a:gd name="connsiteY458" fmla="*/ 4227150 h 6858000"/>
              <a:gd name="connsiteX459" fmla="*/ 2151029 w 7467600"/>
              <a:gd name="connsiteY459" fmla="*/ 4146947 h 6858000"/>
              <a:gd name="connsiteX460" fmla="*/ 3563434 w 7467600"/>
              <a:gd name="connsiteY460" fmla="*/ 4469115 h 6858000"/>
              <a:gd name="connsiteX461" fmla="*/ 3177952 w 7467600"/>
              <a:gd name="connsiteY461" fmla="*/ 3657386 h 6858000"/>
              <a:gd name="connsiteX462" fmla="*/ 3189263 w 7467600"/>
              <a:gd name="connsiteY462" fmla="*/ 3625726 h 6858000"/>
              <a:gd name="connsiteX463" fmla="*/ 3560912 w 7467600"/>
              <a:gd name="connsiteY463" fmla="*/ 4079863 h 6858000"/>
              <a:gd name="connsiteX464" fmla="*/ 3626636 w 7467600"/>
              <a:gd name="connsiteY464" fmla="*/ 4512230 h 6858000"/>
              <a:gd name="connsiteX465" fmla="*/ 3653088 w 7467600"/>
              <a:gd name="connsiteY465" fmla="*/ 4521417 h 6858000"/>
              <a:gd name="connsiteX466" fmla="*/ 3988128 w 7467600"/>
              <a:gd name="connsiteY466" fmla="*/ 4817267 h 6858000"/>
              <a:gd name="connsiteX467" fmla="*/ 4830582 w 7467600"/>
              <a:gd name="connsiteY467" fmla="*/ 4676000 h 6858000"/>
              <a:gd name="connsiteX468" fmla="*/ 4830100 w 7467600"/>
              <a:gd name="connsiteY468" fmla="*/ 4675554 h 6858000"/>
              <a:gd name="connsiteX469" fmla="*/ 4036318 w 7467600"/>
              <a:gd name="connsiteY469" fmla="*/ 4147013 h 6858000"/>
              <a:gd name="connsiteX470" fmla="*/ 3432098 w 7467600"/>
              <a:gd name="connsiteY470" fmla="*/ 3537312 h 6858000"/>
              <a:gd name="connsiteX471" fmla="*/ 3446761 w 7467600"/>
              <a:gd name="connsiteY471" fmla="*/ 3461278 h 6858000"/>
              <a:gd name="connsiteX472" fmla="*/ 4419733 w 7467600"/>
              <a:gd name="connsiteY472" fmla="*/ 3963555 h 6858000"/>
              <a:gd name="connsiteX473" fmla="*/ 4781371 w 7467600"/>
              <a:gd name="connsiteY473" fmla="*/ 4458604 h 6858000"/>
              <a:gd name="connsiteX474" fmla="*/ 4780440 w 7467600"/>
              <a:gd name="connsiteY474" fmla="*/ 4470290 h 6858000"/>
              <a:gd name="connsiteX475" fmla="*/ 4898954 w 7467600"/>
              <a:gd name="connsiteY475" fmla="*/ 4662092 h 6858000"/>
              <a:gd name="connsiteX476" fmla="*/ 4900699 w 7467600"/>
              <a:gd name="connsiteY476" fmla="*/ 4670867 h 6858000"/>
              <a:gd name="connsiteX477" fmla="*/ 5714511 w 7467600"/>
              <a:gd name="connsiteY477" fmla="*/ 4663483 h 6858000"/>
              <a:gd name="connsiteX478" fmla="*/ 5464793 w 7467600"/>
              <a:gd name="connsiteY478" fmla="*/ 4393556 h 6858000"/>
              <a:gd name="connsiteX479" fmla="*/ 5461897 w 7467600"/>
              <a:gd name="connsiteY479" fmla="*/ 4390879 h 6858000"/>
              <a:gd name="connsiteX480" fmla="*/ 4294126 w 7467600"/>
              <a:gd name="connsiteY480" fmla="*/ 3303048 h 6858000"/>
              <a:gd name="connsiteX481" fmla="*/ 4305321 w 7467600"/>
              <a:gd name="connsiteY481" fmla="*/ 3256953 h 6858000"/>
              <a:gd name="connsiteX482" fmla="*/ 4949299 w 7467600"/>
              <a:gd name="connsiteY482" fmla="*/ 3766336 h 6858000"/>
              <a:gd name="connsiteX483" fmla="*/ 5291452 w 7467600"/>
              <a:gd name="connsiteY483" fmla="*/ 4076801 h 6858000"/>
              <a:gd name="connsiteX484" fmla="*/ 5434998 w 7467600"/>
              <a:gd name="connsiteY484" fmla="*/ 4254100 h 6858000"/>
              <a:gd name="connsiteX485" fmla="*/ 5351015 w 7467600"/>
              <a:gd name="connsiteY485" fmla="*/ 3760989 h 6858000"/>
              <a:gd name="connsiteX486" fmla="*/ 5413780 w 7467600"/>
              <a:gd name="connsiteY486" fmla="*/ 2966265 h 6858000"/>
              <a:gd name="connsiteX487" fmla="*/ 5425627 w 7467600"/>
              <a:gd name="connsiteY487" fmla="*/ 2954192 h 6858000"/>
              <a:gd name="connsiteX488" fmla="*/ 6604735 w 7467600"/>
              <a:gd name="connsiteY488" fmla="*/ 2041381 h 6858000"/>
              <a:gd name="connsiteX489" fmla="*/ 7204487 w 7467600"/>
              <a:gd name="connsiteY489" fmla="*/ 2742112 h 6858000"/>
              <a:gd name="connsiteX490" fmla="*/ 7131592 w 7467600"/>
              <a:gd name="connsiteY490" fmla="*/ 2672096 h 6858000"/>
              <a:gd name="connsiteX491" fmla="*/ 6996344 w 7467600"/>
              <a:gd name="connsiteY491" fmla="*/ 2518310 h 6858000"/>
              <a:gd name="connsiteX492" fmla="*/ 6735495 w 7467600"/>
              <a:gd name="connsiteY492" fmla="*/ 2196890 h 6858000"/>
              <a:gd name="connsiteX493" fmla="*/ 6721901 w 7467600"/>
              <a:gd name="connsiteY493" fmla="*/ 2179274 h 6858000"/>
              <a:gd name="connsiteX494" fmla="*/ 6604735 w 7467600"/>
              <a:gd name="connsiteY494" fmla="*/ 2041381 h 6858000"/>
              <a:gd name="connsiteX495" fmla="*/ 6591670 w 7467600"/>
              <a:gd name="connsiteY495" fmla="*/ 1988277 h 6858000"/>
              <a:gd name="connsiteX496" fmla="*/ 6747349 w 7467600"/>
              <a:gd name="connsiteY496" fmla="*/ 2160069 h 6858000"/>
              <a:gd name="connsiteX497" fmla="*/ 6760943 w 7467600"/>
              <a:gd name="connsiteY497" fmla="*/ 2177686 h 6858000"/>
              <a:gd name="connsiteX498" fmla="*/ 7021065 w 7467600"/>
              <a:gd name="connsiteY498" fmla="*/ 2498102 h 6858000"/>
              <a:gd name="connsiteX499" fmla="*/ 7155223 w 7467600"/>
              <a:gd name="connsiteY499" fmla="*/ 2650386 h 6858000"/>
              <a:gd name="connsiteX500" fmla="*/ 7203167 w 7467600"/>
              <a:gd name="connsiteY500" fmla="*/ 2697288 h 6858000"/>
              <a:gd name="connsiteX501" fmla="*/ 6937703 w 7467600"/>
              <a:gd name="connsiteY501" fmla="*/ 2321981 h 6858000"/>
              <a:gd name="connsiteX502" fmla="*/ 6591670 w 7467600"/>
              <a:gd name="connsiteY502" fmla="*/ 1988277 h 6858000"/>
              <a:gd name="connsiteX503" fmla="*/ 5798671 w 7467600"/>
              <a:gd name="connsiteY503" fmla="*/ 1981601 h 6858000"/>
              <a:gd name="connsiteX504" fmla="*/ 5754709 w 7467600"/>
              <a:gd name="connsiteY504" fmla="*/ 2071454 h 6858000"/>
              <a:gd name="connsiteX505" fmla="*/ 5763044 w 7467600"/>
              <a:gd name="connsiteY505" fmla="*/ 2842206 h 6858000"/>
              <a:gd name="connsiteX506" fmla="*/ 5764974 w 7467600"/>
              <a:gd name="connsiteY506" fmla="*/ 2799609 h 6858000"/>
              <a:gd name="connsiteX507" fmla="*/ 5767665 w 7467600"/>
              <a:gd name="connsiteY507" fmla="*/ 2666409 h 6858000"/>
              <a:gd name="connsiteX508" fmla="*/ 5763055 w 7467600"/>
              <a:gd name="connsiteY508" fmla="*/ 2579705 h 6858000"/>
              <a:gd name="connsiteX509" fmla="*/ 5758079 w 7467600"/>
              <a:gd name="connsiteY509" fmla="*/ 2492508 h 6858000"/>
              <a:gd name="connsiteX510" fmla="*/ 5779325 w 7467600"/>
              <a:gd name="connsiteY510" fmla="*/ 2197069 h 6858000"/>
              <a:gd name="connsiteX511" fmla="*/ 5798671 w 7467600"/>
              <a:gd name="connsiteY511" fmla="*/ 1981601 h 6858000"/>
              <a:gd name="connsiteX512" fmla="*/ 5829202 w 7467600"/>
              <a:gd name="connsiteY512" fmla="*/ 1971679 h 6858000"/>
              <a:gd name="connsiteX513" fmla="*/ 5809558 w 7467600"/>
              <a:gd name="connsiteY513" fmla="*/ 2198043 h 6858000"/>
              <a:gd name="connsiteX514" fmla="*/ 5788653 w 7467600"/>
              <a:gd name="connsiteY514" fmla="*/ 2489430 h 6858000"/>
              <a:gd name="connsiteX515" fmla="*/ 5793439 w 7467600"/>
              <a:gd name="connsiteY515" fmla="*/ 2575235 h 6858000"/>
              <a:gd name="connsiteX516" fmla="*/ 5796837 w 7467600"/>
              <a:gd name="connsiteY516" fmla="*/ 2637633 h 6858000"/>
              <a:gd name="connsiteX517" fmla="*/ 5818614 w 7467600"/>
              <a:gd name="connsiteY517" fmla="*/ 2473055 h 6858000"/>
              <a:gd name="connsiteX518" fmla="*/ 5829202 w 7467600"/>
              <a:gd name="connsiteY518" fmla="*/ 1971679 h 6858000"/>
              <a:gd name="connsiteX519" fmla="*/ 5911389 w 7467600"/>
              <a:gd name="connsiteY519" fmla="*/ 1898371 h 6858000"/>
              <a:gd name="connsiteX520" fmla="*/ 6237627 w 7467600"/>
              <a:gd name="connsiteY520" fmla="*/ 2231921 h 6858000"/>
              <a:gd name="connsiteX521" fmla="*/ 5911389 w 7467600"/>
              <a:gd name="connsiteY521" fmla="*/ 1898371 h 6858000"/>
              <a:gd name="connsiteX522" fmla="*/ 6944437 w 7467600"/>
              <a:gd name="connsiteY522" fmla="*/ 1575402 h 6858000"/>
              <a:gd name="connsiteX523" fmla="*/ 6304730 w 7467600"/>
              <a:gd name="connsiteY523" fmla="*/ 1766654 h 6858000"/>
              <a:gd name="connsiteX524" fmla="*/ 6944437 w 7467600"/>
              <a:gd name="connsiteY524" fmla="*/ 1575402 h 6858000"/>
              <a:gd name="connsiteX525" fmla="*/ 7019523 w 7467600"/>
              <a:gd name="connsiteY525" fmla="*/ 1519450 h 6858000"/>
              <a:gd name="connsiteX526" fmla="*/ 6298091 w 7467600"/>
              <a:gd name="connsiteY526" fmla="*/ 1737122 h 6858000"/>
              <a:gd name="connsiteX527" fmla="*/ 7019523 w 7467600"/>
              <a:gd name="connsiteY527" fmla="*/ 1519450 h 6858000"/>
              <a:gd name="connsiteX528" fmla="*/ 2399523 w 7467600"/>
              <a:gd name="connsiteY528" fmla="*/ 1428234 h 6858000"/>
              <a:gd name="connsiteX529" fmla="*/ 2224982 w 7467600"/>
              <a:gd name="connsiteY529" fmla="*/ 1826201 h 6858000"/>
              <a:gd name="connsiteX530" fmla="*/ 2096099 w 7467600"/>
              <a:gd name="connsiteY530" fmla="*/ 2345900 h 6858000"/>
              <a:gd name="connsiteX531" fmla="*/ 2283317 w 7467600"/>
              <a:gd name="connsiteY531" fmla="*/ 1796925 h 6858000"/>
              <a:gd name="connsiteX532" fmla="*/ 2399523 w 7467600"/>
              <a:gd name="connsiteY532" fmla="*/ 1428234 h 6858000"/>
              <a:gd name="connsiteX533" fmla="*/ 2448558 w 7467600"/>
              <a:gd name="connsiteY533" fmla="*/ 1373435 h 6858000"/>
              <a:gd name="connsiteX534" fmla="*/ 2312521 w 7467600"/>
              <a:gd name="connsiteY534" fmla="*/ 1806140 h 6858000"/>
              <a:gd name="connsiteX535" fmla="*/ 2127533 w 7467600"/>
              <a:gd name="connsiteY535" fmla="*/ 2348380 h 6858000"/>
              <a:gd name="connsiteX536" fmla="*/ 2358080 w 7467600"/>
              <a:gd name="connsiteY536" fmla="*/ 1866134 h 6858000"/>
              <a:gd name="connsiteX537" fmla="*/ 2407436 w 7467600"/>
              <a:gd name="connsiteY537" fmla="*/ 1651070 h 6858000"/>
              <a:gd name="connsiteX538" fmla="*/ 2448558 w 7467600"/>
              <a:gd name="connsiteY538" fmla="*/ 1373435 h 6858000"/>
              <a:gd name="connsiteX539" fmla="*/ 278707 w 7467600"/>
              <a:gd name="connsiteY539" fmla="*/ 1352270 h 6858000"/>
              <a:gd name="connsiteX540" fmla="*/ 321570 w 7467600"/>
              <a:gd name="connsiteY540" fmla="*/ 1861610 h 6858000"/>
              <a:gd name="connsiteX541" fmla="*/ 294281 w 7467600"/>
              <a:gd name="connsiteY541" fmla="*/ 1440658 h 6858000"/>
              <a:gd name="connsiteX542" fmla="*/ 278707 w 7467600"/>
              <a:gd name="connsiteY542" fmla="*/ 1352270 h 6858000"/>
              <a:gd name="connsiteX543" fmla="*/ 1423821 w 7467600"/>
              <a:gd name="connsiteY543" fmla="*/ 1351958 h 6858000"/>
              <a:gd name="connsiteX544" fmla="*/ 1638521 w 7467600"/>
              <a:gd name="connsiteY544" fmla="*/ 1908470 h 6858000"/>
              <a:gd name="connsiteX545" fmla="*/ 1754199 w 7467600"/>
              <a:gd name="connsiteY545" fmla="*/ 2149284 h 6858000"/>
              <a:gd name="connsiteX546" fmla="*/ 1908359 w 7467600"/>
              <a:gd name="connsiteY546" fmla="*/ 2364988 h 6858000"/>
              <a:gd name="connsiteX547" fmla="*/ 1647661 w 7467600"/>
              <a:gd name="connsiteY547" fmla="*/ 1825945 h 6858000"/>
              <a:gd name="connsiteX548" fmla="*/ 1423821 w 7467600"/>
              <a:gd name="connsiteY548" fmla="*/ 1351958 h 6858000"/>
              <a:gd name="connsiteX549" fmla="*/ 1431890 w 7467600"/>
              <a:gd name="connsiteY549" fmla="*/ 1306475 h 6858000"/>
              <a:gd name="connsiteX550" fmla="*/ 1507597 w 7467600"/>
              <a:gd name="connsiteY550" fmla="*/ 1446132 h 6858000"/>
              <a:gd name="connsiteX551" fmla="*/ 1674586 w 7467600"/>
              <a:gd name="connsiteY551" fmla="*/ 1813832 h 6858000"/>
              <a:gd name="connsiteX552" fmla="*/ 1815950 w 7467600"/>
              <a:gd name="connsiteY552" fmla="*/ 2128564 h 6858000"/>
              <a:gd name="connsiteX553" fmla="*/ 1984242 w 7467600"/>
              <a:gd name="connsiteY553" fmla="*/ 2430829 h 6858000"/>
              <a:gd name="connsiteX554" fmla="*/ 2014023 w 7467600"/>
              <a:gd name="connsiteY554" fmla="*/ 2450995 h 6858000"/>
              <a:gd name="connsiteX555" fmla="*/ 1747337 w 7467600"/>
              <a:gd name="connsiteY555" fmla="*/ 1855264 h 6858000"/>
              <a:gd name="connsiteX556" fmla="*/ 1533749 w 7467600"/>
              <a:gd name="connsiteY556" fmla="*/ 1478656 h 6858000"/>
              <a:gd name="connsiteX557" fmla="*/ 1431890 w 7467600"/>
              <a:gd name="connsiteY557" fmla="*/ 1306475 h 6858000"/>
              <a:gd name="connsiteX558" fmla="*/ 5052692 w 7467600"/>
              <a:gd name="connsiteY558" fmla="*/ 1292994 h 6858000"/>
              <a:gd name="connsiteX559" fmla="*/ 5200661 w 7467600"/>
              <a:gd name="connsiteY559" fmla="*/ 1635186 h 6858000"/>
              <a:gd name="connsiteX560" fmla="*/ 5297138 w 7467600"/>
              <a:gd name="connsiteY560" fmla="*/ 1906351 h 6858000"/>
              <a:gd name="connsiteX561" fmla="*/ 5052692 w 7467600"/>
              <a:gd name="connsiteY561" fmla="*/ 1292994 h 6858000"/>
              <a:gd name="connsiteX562" fmla="*/ 5009948 w 7467600"/>
              <a:gd name="connsiteY562" fmla="*/ 1273619 h 6858000"/>
              <a:gd name="connsiteX563" fmla="*/ 5121777 w 7467600"/>
              <a:gd name="connsiteY563" fmla="*/ 1654213 h 6858000"/>
              <a:gd name="connsiteX564" fmla="*/ 5293545 w 7467600"/>
              <a:gd name="connsiteY564" fmla="*/ 2072247 h 6858000"/>
              <a:gd name="connsiteX565" fmla="*/ 5294042 w 7467600"/>
              <a:gd name="connsiteY565" fmla="*/ 2065019 h 6858000"/>
              <a:gd name="connsiteX566" fmla="*/ 5171936 w 7467600"/>
              <a:gd name="connsiteY566" fmla="*/ 1647613 h 6858000"/>
              <a:gd name="connsiteX567" fmla="*/ 5009948 w 7467600"/>
              <a:gd name="connsiteY567" fmla="*/ 1273619 h 6858000"/>
              <a:gd name="connsiteX568" fmla="*/ 655236 w 7467600"/>
              <a:gd name="connsiteY568" fmla="*/ 1268632 h 6858000"/>
              <a:gd name="connsiteX569" fmla="*/ 839521 w 7467600"/>
              <a:gd name="connsiteY569" fmla="*/ 1685315 h 6858000"/>
              <a:gd name="connsiteX570" fmla="*/ 1109416 w 7467600"/>
              <a:gd name="connsiteY570" fmla="*/ 2061663 h 6858000"/>
              <a:gd name="connsiteX571" fmla="*/ 1298300 w 7467600"/>
              <a:gd name="connsiteY571" fmla="*/ 2247742 h 6858000"/>
              <a:gd name="connsiteX572" fmla="*/ 1125871 w 7467600"/>
              <a:gd name="connsiteY572" fmla="*/ 1989513 h 6858000"/>
              <a:gd name="connsiteX573" fmla="*/ 981574 w 7467600"/>
              <a:gd name="connsiteY573" fmla="*/ 1783157 h 6858000"/>
              <a:gd name="connsiteX574" fmla="*/ 922198 w 7467600"/>
              <a:gd name="connsiteY574" fmla="*/ 1677437 h 6858000"/>
              <a:gd name="connsiteX575" fmla="*/ 869293 w 7467600"/>
              <a:gd name="connsiteY575" fmla="*/ 1583214 h 6858000"/>
              <a:gd name="connsiteX576" fmla="*/ 751431 w 7467600"/>
              <a:gd name="connsiteY576" fmla="*/ 1405731 h 6858000"/>
              <a:gd name="connsiteX577" fmla="*/ 655236 w 7467600"/>
              <a:gd name="connsiteY577" fmla="*/ 1268632 h 6858000"/>
              <a:gd name="connsiteX578" fmla="*/ 6516292 w 7467600"/>
              <a:gd name="connsiteY578" fmla="*/ 1263064 h 6858000"/>
              <a:gd name="connsiteX579" fmla="*/ 5736320 w 7467600"/>
              <a:gd name="connsiteY579" fmla="*/ 1501803 h 6858000"/>
              <a:gd name="connsiteX580" fmla="*/ 6516292 w 7467600"/>
              <a:gd name="connsiteY580" fmla="*/ 1263064 h 6858000"/>
              <a:gd name="connsiteX581" fmla="*/ 291466 w 7467600"/>
              <a:gd name="connsiteY581" fmla="*/ 1250369 h 6858000"/>
              <a:gd name="connsiteX582" fmla="*/ 323180 w 7467600"/>
              <a:gd name="connsiteY582" fmla="*/ 1435283 h 6858000"/>
              <a:gd name="connsiteX583" fmla="*/ 349381 w 7467600"/>
              <a:gd name="connsiteY583" fmla="*/ 1875041 h 6858000"/>
              <a:gd name="connsiteX584" fmla="*/ 374363 w 7467600"/>
              <a:gd name="connsiteY584" fmla="*/ 1506494 h 6858000"/>
              <a:gd name="connsiteX585" fmla="*/ 302168 w 7467600"/>
              <a:gd name="connsiteY585" fmla="*/ 1274495 h 6858000"/>
              <a:gd name="connsiteX586" fmla="*/ 291466 w 7467600"/>
              <a:gd name="connsiteY586" fmla="*/ 1250369 h 6858000"/>
              <a:gd name="connsiteX587" fmla="*/ 678222 w 7467600"/>
              <a:gd name="connsiteY587" fmla="*/ 1248670 h 6858000"/>
              <a:gd name="connsiteX588" fmla="*/ 775536 w 7467600"/>
              <a:gd name="connsiteY588" fmla="*/ 1388015 h 6858000"/>
              <a:gd name="connsiteX589" fmla="*/ 894529 w 7467600"/>
              <a:gd name="connsiteY589" fmla="*/ 1567739 h 6858000"/>
              <a:gd name="connsiteX590" fmla="*/ 948000 w 7467600"/>
              <a:gd name="connsiteY590" fmla="*/ 1663088 h 6858000"/>
              <a:gd name="connsiteX591" fmla="*/ 1006812 w 7467600"/>
              <a:gd name="connsiteY591" fmla="*/ 1767683 h 6858000"/>
              <a:gd name="connsiteX592" fmla="*/ 1149133 w 7467600"/>
              <a:gd name="connsiteY592" fmla="*/ 1971513 h 6858000"/>
              <a:gd name="connsiteX593" fmla="*/ 1333952 w 7467600"/>
              <a:gd name="connsiteY593" fmla="*/ 2251620 h 6858000"/>
              <a:gd name="connsiteX594" fmla="*/ 1337329 w 7467600"/>
              <a:gd name="connsiteY594" fmla="*/ 2258350 h 6858000"/>
              <a:gd name="connsiteX595" fmla="*/ 1014726 w 7467600"/>
              <a:gd name="connsiteY595" fmla="*/ 1615556 h 6858000"/>
              <a:gd name="connsiteX596" fmla="*/ 678222 w 7467600"/>
              <a:gd name="connsiteY596" fmla="*/ 1248670 h 6858000"/>
              <a:gd name="connsiteX597" fmla="*/ 6691602 w 7467600"/>
              <a:gd name="connsiteY597" fmla="*/ 1140573 h 6858000"/>
              <a:gd name="connsiteX598" fmla="*/ 6571100 w 7467600"/>
              <a:gd name="connsiteY598" fmla="*/ 1183662 h 6858000"/>
              <a:gd name="connsiteX599" fmla="*/ 6241687 w 7467600"/>
              <a:gd name="connsiteY599" fmla="*/ 1257600 h 6858000"/>
              <a:gd name="connsiteX600" fmla="*/ 5693009 w 7467600"/>
              <a:gd name="connsiteY600" fmla="*/ 1478256 h 6858000"/>
              <a:gd name="connsiteX601" fmla="*/ 6548420 w 7467600"/>
              <a:gd name="connsiteY601" fmla="*/ 1214599 h 6858000"/>
              <a:gd name="connsiteX602" fmla="*/ 6605473 w 7467600"/>
              <a:gd name="connsiteY602" fmla="*/ 1184686 h 6858000"/>
              <a:gd name="connsiteX603" fmla="*/ 6691602 w 7467600"/>
              <a:gd name="connsiteY603" fmla="*/ 1140573 h 6858000"/>
              <a:gd name="connsiteX604" fmla="*/ 4002475 w 7467600"/>
              <a:gd name="connsiteY604" fmla="*/ 1037802 h 6858000"/>
              <a:gd name="connsiteX605" fmla="*/ 4000324 w 7467600"/>
              <a:gd name="connsiteY605" fmla="*/ 1039362 h 6858000"/>
              <a:gd name="connsiteX606" fmla="*/ 4002862 w 7467600"/>
              <a:gd name="connsiteY606" fmla="*/ 1042866 h 6858000"/>
              <a:gd name="connsiteX607" fmla="*/ 4002475 w 7467600"/>
              <a:gd name="connsiteY607" fmla="*/ 1037802 h 6858000"/>
              <a:gd name="connsiteX608" fmla="*/ 506322 w 7467600"/>
              <a:gd name="connsiteY608" fmla="*/ 1020997 h 6858000"/>
              <a:gd name="connsiteX609" fmla="*/ 533068 w 7467600"/>
              <a:gd name="connsiteY609" fmla="*/ 1029409 h 6858000"/>
              <a:gd name="connsiteX610" fmla="*/ 1232525 w 7467600"/>
              <a:gd name="connsiteY610" fmla="*/ 1804675 h 6858000"/>
              <a:gd name="connsiteX611" fmla="*/ 1388858 w 7467600"/>
              <a:gd name="connsiteY611" fmla="*/ 2368011 h 6858000"/>
              <a:gd name="connsiteX612" fmla="*/ 1384098 w 7467600"/>
              <a:gd name="connsiteY612" fmla="*/ 2378125 h 6858000"/>
              <a:gd name="connsiteX613" fmla="*/ 1425393 w 7467600"/>
              <a:gd name="connsiteY613" fmla="*/ 2589124 h 6858000"/>
              <a:gd name="connsiteX614" fmla="*/ 1424001 w 7467600"/>
              <a:gd name="connsiteY614" fmla="*/ 2597541 h 6858000"/>
              <a:gd name="connsiteX615" fmla="*/ 2152729 w 7467600"/>
              <a:gd name="connsiteY615" fmla="*/ 2864487 h 6858000"/>
              <a:gd name="connsiteX616" fmla="*/ 2020609 w 7467600"/>
              <a:gd name="connsiteY616" fmla="*/ 2539671 h 6858000"/>
              <a:gd name="connsiteX617" fmla="*/ 2018920 w 7467600"/>
              <a:gd name="connsiteY617" fmla="*/ 2536309 h 6858000"/>
              <a:gd name="connsiteX618" fmla="*/ 1342441 w 7467600"/>
              <a:gd name="connsiteY618" fmla="*/ 1173017 h 6858000"/>
              <a:gd name="connsiteX619" fmla="*/ 1367925 w 7467600"/>
              <a:gd name="connsiteY619" fmla="*/ 1135648 h 6858000"/>
              <a:gd name="connsiteX620" fmla="*/ 1771401 w 7467600"/>
              <a:gd name="connsiteY620" fmla="*/ 1806673 h 6858000"/>
              <a:gd name="connsiteX621" fmla="*/ 1972385 w 7467600"/>
              <a:gd name="connsiteY621" fmla="*/ 2198735 h 6858000"/>
              <a:gd name="connsiteX622" fmla="*/ 2040892 w 7467600"/>
              <a:gd name="connsiteY622" fmla="*/ 2405205 h 6858000"/>
              <a:gd name="connsiteX623" fmla="*/ 2131689 w 7467600"/>
              <a:gd name="connsiteY623" fmla="*/ 1936926 h 6858000"/>
              <a:gd name="connsiteX624" fmla="*/ 2454820 w 7467600"/>
              <a:gd name="connsiteY624" fmla="*/ 1248808 h 6858000"/>
              <a:gd name="connsiteX625" fmla="*/ 2492512 w 7467600"/>
              <a:gd name="connsiteY625" fmla="*/ 1302920 h 6858000"/>
              <a:gd name="connsiteX626" fmla="*/ 2081216 w 7467600"/>
              <a:gd name="connsiteY626" fmla="*/ 2527513 h 6858000"/>
              <a:gd name="connsiteX627" fmla="*/ 2081211 w 7467600"/>
              <a:gd name="connsiteY627" fmla="*/ 2528916 h 6858000"/>
              <a:gd name="connsiteX628" fmla="*/ 2199067 w 7467600"/>
              <a:gd name="connsiteY628" fmla="*/ 2884061 h 6858000"/>
              <a:gd name="connsiteX629" fmla="*/ 3192586 w 7467600"/>
              <a:gd name="connsiteY629" fmla="*/ 3411496 h 6858000"/>
              <a:gd name="connsiteX630" fmla="*/ 3182620 w 7467600"/>
              <a:gd name="connsiteY630" fmla="*/ 3483279 h 6858000"/>
              <a:gd name="connsiteX631" fmla="*/ 2435119 w 7467600"/>
              <a:gd name="connsiteY631" fmla="*/ 3080173 h 6858000"/>
              <a:gd name="connsiteX632" fmla="*/ 2410152 w 7467600"/>
              <a:gd name="connsiteY632" fmla="*/ 3063751 h 6858000"/>
              <a:gd name="connsiteX633" fmla="*/ 2408099 w 7467600"/>
              <a:gd name="connsiteY633" fmla="*/ 3064403 h 6858000"/>
              <a:gd name="connsiteX634" fmla="*/ 2407218 w 7467600"/>
              <a:gd name="connsiteY634" fmla="*/ 3070324 h 6858000"/>
              <a:gd name="connsiteX635" fmla="*/ 2380138 w 7467600"/>
              <a:gd name="connsiteY635" fmla="*/ 3099341 h 6858000"/>
              <a:gd name="connsiteX636" fmla="*/ 1765923 w 7467600"/>
              <a:gd name="connsiteY636" fmla="*/ 3581043 h 6858000"/>
              <a:gd name="connsiteX637" fmla="*/ 1702258 w 7467600"/>
              <a:gd name="connsiteY637" fmla="*/ 3612286 h 6858000"/>
              <a:gd name="connsiteX638" fmla="*/ 1538370 w 7467600"/>
              <a:gd name="connsiteY638" fmla="*/ 3811804 h 6858000"/>
              <a:gd name="connsiteX639" fmla="*/ 542867 w 7467600"/>
              <a:gd name="connsiteY639" fmla="*/ 4944092 h 6858000"/>
              <a:gd name="connsiteX640" fmla="*/ 515800 w 7467600"/>
              <a:gd name="connsiteY640" fmla="*/ 4862180 h 6858000"/>
              <a:gd name="connsiteX641" fmla="*/ 909145 w 7467600"/>
              <a:gd name="connsiteY641" fmla="*/ 4199225 h 6858000"/>
              <a:gd name="connsiteX642" fmla="*/ 1214067 w 7467600"/>
              <a:gd name="connsiteY642" fmla="*/ 3908561 h 6858000"/>
              <a:gd name="connsiteX643" fmla="*/ 640967 w 7467600"/>
              <a:gd name="connsiteY643" fmla="*/ 4105601 h 6858000"/>
              <a:gd name="connsiteX644" fmla="*/ 112563 w 7467600"/>
              <a:gd name="connsiteY644" fmla="*/ 4396952 h 6858000"/>
              <a:gd name="connsiteX645" fmla="*/ 0 w 7467600"/>
              <a:gd name="connsiteY645" fmla="*/ 4466006 h 6858000"/>
              <a:gd name="connsiteX646" fmla="*/ 0 w 7467600"/>
              <a:gd name="connsiteY646" fmla="*/ 4233763 h 6858000"/>
              <a:gd name="connsiteX647" fmla="*/ 36881 w 7467600"/>
              <a:gd name="connsiteY647" fmla="*/ 4200118 h 6858000"/>
              <a:gd name="connsiteX648" fmla="*/ 910534 w 7467600"/>
              <a:gd name="connsiteY648" fmla="*/ 3629753 h 6858000"/>
              <a:gd name="connsiteX649" fmla="*/ 1578717 w 7467600"/>
              <a:gd name="connsiteY649" fmla="*/ 3575982 h 6858000"/>
              <a:gd name="connsiteX650" fmla="*/ 2338780 w 7467600"/>
              <a:gd name="connsiteY650" fmla="*/ 3033725 h 6858000"/>
              <a:gd name="connsiteX651" fmla="*/ 1807991 w 7467600"/>
              <a:gd name="connsiteY651" fmla="*/ 2807184 h 6858000"/>
              <a:gd name="connsiteX652" fmla="*/ 1416358 w 7467600"/>
              <a:gd name="connsiteY652" fmla="*/ 3112571 h 6858000"/>
              <a:gd name="connsiteX653" fmla="*/ 939066 w 7467600"/>
              <a:gd name="connsiteY653" fmla="*/ 3378798 h 6858000"/>
              <a:gd name="connsiteX654" fmla="*/ 115099 w 7467600"/>
              <a:gd name="connsiteY654" fmla="*/ 3607650 h 6858000"/>
              <a:gd name="connsiteX655" fmla="*/ 97284 w 7467600"/>
              <a:gd name="connsiteY655" fmla="*/ 3520393 h 6858000"/>
              <a:gd name="connsiteX656" fmla="*/ 922050 w 7467600"/>
              <a:gd name="connsiteY656" fmla="*/ 3074867 h 6858000"/>
              <a:gd name="connsiteX657" fmla="*/ 1405265 w 7467600"/>
              <a:gd name="connsiteY657" fmla="*/ 3016319 h 6858000"/>
              <a:gd name="connsiteX658" fmla="*/ 1407512 w 7467600"/>
              <a:gd name="connsiteY658" fmla="*/ 3018001 h 6858000"/>
              <a:gd name="connsiteX659" fmla="*/ 1726266 w 7467600"/>
              <a:gd name="connsiteY659" fmla="*/ 2777274 h 6858000"/>
              <a:gd name="connsiteX660" fmla="*/ 625390 w 7467600"/>
              <a:gd name="connsiteY660" fmla="*/ 2514541 h 6858000"/>
              <a:gd name="connsiteX661" fmla="*/ 619799 w 7467600"/>
              <a:gd name="connsiteY661" fmla="*/ 2527180 h 6858000"/>
              <a:gd name="connsiteX662" fmla="*/ 310030 w 7467600"/>
              <a:gd name="connsiteY662" fmla="*/ 2771818 h 6858000"/>
              <a:gd name="connsiteX663" fmla="*/ 173877 w 7467600"/>
              <a:gd name="connsiteY663" fmla="*/ 2937056 h 6858000"/>
              <a:gd name="connsiteX664" fmla="*/ 77889 w 7467600"/>
              <a:gd name="connsiteY664" fmla="*/ 3138440 h 6858000"/>
              <a:gd name="connsiteX665" fmla="*/ 0 w 7467600"/>
              <a:gd name="connsiteY665" fmla="*/ 3271395 h 6858000"/>
              <a:gd name="connsiteX666" fmla="*/ 0 w 7467600"/>
              <a:gd name="connsiteY666" fmla="*/ 3153002 h 6858000"/>
              <a:gd name="connsiteX667" fmla="*/ 2386 w 7467600"/>
              <a:gd name="connsiteY667" fmla="*/ 3149203 h 6858000"/>
              <a:gd name="connsiteX668" fmla="*/ 89753 w 7467600"/>
              <a:gd name="connsiteY668" fmla="*/ 2987702 h 6858000"/>
              <a:gd name="connsiteX669" fmla="*/ 76869 w 7467600"/>
              <a:gd name="connsiteY669" fmla="*/ 3005404 h 6858000"/>
              <a:gd name="connsiteX670" fmla="*/ 32049 w 7467600"/>
              <a:gd name="connsiteY670" fmla="*/ 3065814 h 6858000"/>
              <a:gd name="connsiteX671" fmla="*/ 0 w 7467600"/>
              <a:gd name="connsiteY671" fmla="*/ 3108744 h 6858000"/>
              <a:gd name="connsiteX672" fmla="*/ 0 w 7467600"/>
              <a:gd name="connsiteY672" fmla="*/ 3058059 h 6858000"/>
              <a:gd name="connsiteX673" fmla="*/ 7610 w 7467600"/>
              <a:gd name="connsiteY673" fmla="*/ 3047889 h 6858000"/>
              <a:gd name="connsiteX674" fmla="*/ 52419 w 7467600"/>
              <a:gd name="connsiteY674" fmla="*/ 2987479 h 6858000"/>
              <a:gd name="connsiteX675" fmla="*/ 59142 w 7467600"/>
              <a:gd name="connsiteY675" fmla="*/ 2978488 h 6858000"/>
              <a:gd name="connsiteX676" fmla="*/ 0 w 7467600"/>
              <a:gd name="connsiteY676" fmla="*/ 3015334 h 6858000"/>
              <a:gd name="connsiteX677" fmla="*/ 0 w 7467600"/>
              <a:gd name="connsiteY677" fmla="*/ 2914286 h 6858000"/>
              <a:gd name="connsiteX678" fmla="*/ 36383 w 7467600"/>
              <a:gd name="connsiteY678" fmla="*/ 2901128 h 6858000"/>
              <a:gd name="connsiteX679" fmla="*/ 156329 w 7467600"/>
              <a:gd name="connsiteY679" fmla="*/ 2840533 h 6858000"/>
              <a:gd name="connsiteX680" fmla="*/ 358355 w 7467600"/>
              <a:gd name="connsiteY680" fmla="*/ 2620471 h 6858000"/>
              <a:gd name="connsiteX681" fmla="*/ 510577 w 7467600"/>
              <a:gd name="connsiteY681" fmla="*/ 2501244 h 6858000"/>
              <a:gd name="connsiteX682" fmla="*/ 211967 w 7467600"/>
              <a:gd name="connsiteY682" fmla="*/ 2479171 h 6858000"/>
              <a:gd name="connsiteX683" fmla="*/ 0 w 7467600"/>
              <a:gd name="connsiteY683" fmla="*/ 2476398 h 6858000"/>
              <a:gd name="connsiteX684" fmla="*/ 0 w 7467600"/>
              <a:gd name="connsiteY684" fmla="*/ 2389189 h 6858000"/>
              <a:gd name="connsiteX685" fmla="*/ 103062 w 7467600"/>
              <a:gd name="connsiteY685" fmla="*/ 2389518 h 6858000"/>
              <a:gd name="connsiteX686" fmla="*/ 510734 w 7467600"/>
              <a:gd name="connsiteY686" fmla="*/ 2416201 h 6858000"/>
              <a:gd name="connsiteX687" fmla="*/ 279257 w 7467600"/>
              <a:gd name="connsiteY687" fmla="*/ 2092102 h 6858000"/>
              <a:gd name="connsiteX688" fmla="*/ 65265 w 7467600"/>
              <a:gd name="connsiteY688" fmla="*/ 2006049 h 6858000"/>
              <a:gd name="connsiteX689" fmla="*/ 0 w 7467600"/>
              <a:gd name="connsiteY689" fmla="*/ 1982532 h 6858000"/>
              <a:gd name="connsiteX690" fmla="*/ 0 w 7467600"/>
              <a:gd name="connsiteY690" fmla="*/ 1912789 h 6858000"/>
              <a:gd name="connsiteX691" fmla="*/ 97460 w 7467600"/>
              <a:gd name="connsiteY691" fmla="*/ 1953725 h 6858000"/>
              <a:gd name="connsiteX692" fmla="*/ 221272 w 7467600"/>
              <a:gd name="connsiteY692" fmla="*/ 1980766 h 6858000"/>
              <a:gd name="connsiteX693" fmla="*/ 116765 w 7467600"/>
              <a:gd name="connsiteY693" fmla="*/ 1911033 h 6858000"/>
              <a:gd name="connsiteX694" fmla="*/ 16405 w 7467600"/>
              <a:gd name="connsiteY694" fmla="*/ 1803412 h 6858000"/>
              <a:gd name="connsiteX695" fmla="*/ 0 w 7467600"/>
              <a:gd name="connsiteY695" fmla="*/ 1784777 h 6858000"/>
              <a:gd name="connsiteX696" fmla="*/ 0 w 7467600"/>
              <a:gd name="connsiteY696" fmla="*/ 1740082 h 6858000"/>
              <a:gd name="connsiteX697" fmla="*/ 39394 w 7467600"/>
              <a:gd name="connsiteY697" fmla="*/ 1784856 h 6858000"/>
              <a:gd name="connsiteX698" fmla="*/ 135813 w 7467600"/>
              <a:gd name="connsiteY698" fmla="*/ 1888838 h 6858000"/>
              <a:gd name="connsiteX699" fmla="*/ 242575 w 7467600"/>
              <a:gd name="connsiteY699" fmla="*/ 1958841 h 6858000"/>
              <a:gd name="connsiteX700" fmla="*/ 82197 w 7467600"/>
              <a:gd name="connsiteY700" fmla="*/ 1754826 h 6858000"/>
              <a:gd name="connsiteX701" fmla="*/ 0 w 7467600"/>
              <a:gd name="connsiteY701" fmla="*/ 1679650 h 6858000"/>
              <a:gd name="connsiteX702" fmla="*/ 0 w 7467600"/>
              <a:gd name="connsiteY702" fmla="*/ 1602463 h 6858000"/>
              <a:gd name="connsiteX703" fmla="*/ 84689 w 7467600"/>
              <a:gd name="connsiteY703" fmla="*/ 1677442 h 6858000"/>
              <a:gd name="connsiteX704" fmla="*/ 298437 w 7467600"/>
              <a:gd name="connsiteY704" fmla="*/ 1968019 h 6858000"/>
              <a:gd name="connsiteX705" fmla="*/ 227269 w 7467600"/>
              <a:gd name="connsiteY705" fmla="*/ 1114064 h 6858000"/>
              <a:gd name="connsiteX706" fmla="*/ 248003 w 7467600"/>
              <a:gd name="connsiteY706" fmla="*/ 1089613 h 6858000"/>
              <a:gd name="connsiteX707" fmla="*/ 427020 w 7467600"/>
              <a:gd name="connsiteY707" fmla="*/ 1619803 h 6858000"/>
              <a:gd name="connsiteX708" fmla="*/ 340345 w 7467600"/>
              <a:gd name="connsiteY708" fmla="*/ 2027739 h 6858000"/>
              <a:gd name="connsiteX709" fmla="*/ 360865 w 7467600"/>
              <a:gd name="connsiteY709" fmla="*/ 2044827 h 6858000"/>
              <a:gd name="connsiteX710" fmla="*/ 560414 w 7467600"/>
              <a:gd name="connsiteY710" fmla="*/ 2421457 h 6858000"/>
              <a:gd name="connsiteX711" fmla="*/ 1359703 w 7467600"/>
              <a:gd name="connsiteY711" fmla="*/ 2578554 h 6858000"/>
              <a:gd name="connsiteX712" fmla="*/ 1359422 w 7467600"/>
              <a:gd name="connsiteY712" fmla="*/ 2577994 h 6858000"/>
              <a:gd name="connsiteX713" fmla="*/ 828701 w 7467600"/>
              <a:gd name="connsiteY713" fmla="*/ 1839520 h 6858000"/>
              <a:gd name="connsiteX714" fmla="*/ 494427 w 7467600"/>
              <a:gd name="connsiteY714" fmla="*/ 1092333 h 6858000"/>
              <a:gd name="connsiteX715" fmla="*/ 506322 w 7467600"/>
              <a:gd name="connsiteY715" fmla="*/ 1020997 h 6858000"/>
              <a:gd name="connsiteX716" fmla="*/ 4570198 w 7467600"/>
              <a:gd name="connsiteY716" fmla="*/ 978081 h 6858000"/>
              <a:gd name="connsiteX717" fmla="*/ 4523691 w 7467600"/>
              <a:gd name="connsiteY717" fmla="*/ 1127776 h 6858000"/>
              <a:gd name="connsiteX718" fmla="*/ 4509875 w 7467600"/>
              <a:gd name="connsiteY718" fmla="*/ 1167552 h 6858000"/>
              <a:gd name="connsiteX719" fmla="*/ 4478168 w 7467600"/>
              <a:gd name="connsiteY719" fmla="*/ 1260735 h 6858000"/>
              <a:gd name="connsiteX720" fmla="*/ 4409309 w 7467600"/>
              <a:gd name="connsiteY720" fmla="*/ 1666996 h 6858000"/>
              <a:gd name="connsiteX721" fmla="*/ 4370031 w 7467600"/>
              <a:gd name="connsiteY721" fmla="*/ 1955666 h 6858000"/>
              <a:gd name="connsiteX722" fmla="*/ 4570198 w 7467600"/>
              <a:gd name="connsiteY722" fmla="*/ 978081 h 6858000"/>
              <a:gd name="connsiteX723" fmla="*/ 4557898 w 7467600"/>
              <a:gd name="connsiteY723" fmla="*/ 900011 h 6858000"/>
              <a:gd name="connsiteX724" fmla="*/ 4344840 w 7467600"/>
              <a:gd name="connsiteY724" fmla="*/ 1922038 h 6858000"/>
              <a:gd name="connsiteX725" fmla="*/ 4378710 w 7467600"/>
              <a:gd name="connsiteY725" fmla="*/ 1665516 h 6858000"/>
              <a:gd name="connsiteX726" fmla="*/ 4448798 w 7467600"/>
              <a:gd name="connsiteY726" fmla="*/ 1253024 h 6858000"/>
              <a:gd name="connsiteX727" fmla="*/ 4480315 w 7467600"/>
              <a:gd name="connsiteY727" fmla="*/ 1158454 h 6858000"/>
              <a:gd name="connsiteX728" fmla="*/ 4494133 w 7467600"/>
              <a:gd name="connsiteY728" fmla="*/ 1118676 h 6858000"/>
              <a:gd name="connsiteX729" fmla="*/ 4557898 w 7467600"/>
              <a:gd name="connsiteY729" fmla="*/ 900011 h 6858000"/>
              <a:gd name="connsiteX730" fmla="*/ 5870151 w 7467600"/>
              <a:gd name="connsiteY730" fmla="*/ 898890 h 6858000"/>
              <a:gd name="connsiteX731" fmla="*/ 5861335 w 7467600"/>
              <a:gd name="connsiteY731" fmla="*/ 899177 h 6858000"/>
              <a:gd name="connsiteX732" fmla="*/ 5843702 w 7467600"/>
              <a:gd name="connsiteY732" fmla="*/ 899748 h 6858000"/>
              <a:gd name="connsiteX733" fmla="*/ 5651107 w 7467600"/>
              <a:gd name="connsiteY733" fmla="*/ 920306 h 6858000"/>
              <a:gd name="connsiteX734" fmla="*/ 5459407 w 7467600"/>
              <a:gd name="connsiteY734" fmla="*/ 940975 h 6858000"/>
              <a:gd name="connsiteX735" fmla="*/ 5374846 w 7467600"/>
              <a:gd name="connsiteY735" fmla="*/ 941988 h 6858000"/>
              <a:gd name="connsiteX736" fmla="*/ 5256105 w 7467600"/>
              <a:gd name="connsiteY736" fmla="*/ 945632 h 6858000"/>
              <a:gd name="connsiteX737" fmla="*/ 5107071 w 7467600"/>
              <a:gd name="connsiteY737" fmla="*/ 969720 h 6858000"/>
              <a:gd name="connsiteX738" fmla="*/ 4998681 w 7467600"/>
              <a:gd name="connsiteY738" fmla="*/ 988771 h 6858000"/>
              <a:gd name="connsiteX739" fmla="*/ 5870151 w 7467600"/>
              <a:gd name="connsiteY739" fmla="*/ 898890 h 6858000"/>
              <a:gd name="connsiteX740" fmla="*/ 5504425 w 7467600"/>
              <a:gd name="connsiteY740" fmla="*/ 848067 h 6858000"/>
              <a:gd name="connsiteX741" fmla="*/ 4968849 w 7467600"/>
              <a:gd name="connsiteY741" fmla="*/ 962318 h 6858000"/>
              <a:gd name="connsiteX742" fmla="*/ 5104039 w 7467600"/>
              <a:gd name="connsiteY742" fmla="*/ 940634 h 6858000"/>
              <a:gd name="connsiteX743" fmla="*/ 5256311 w 7467600"/>
              <a:gd name="connsiteY743" fmla="*/ 916490 h 6858000"/>
              <a:gd name="connsiteX744" fmla="*/ 5377381 w 7467600"/>
              <a:gd name="connsiteY744" fmla="*/ 912671 h 6858000"/>
              <a:gd name="connsiteX745" fmla="*/ 5460148 w 7467600"/>
              <a:gd name="connsiteY745" fmla="*/ 911442 h 6858000"/>
              <a:gd name="connsiteX746" fmla="*/ 5648971 w 7467600"/>
              <a:gd name="connsiteY746" fmla="*/ 891331 h 6858000"/>
              <a:gd name="connsiteX747" fmla="*/ 5844807 w 7467600"/>
              <a:gd name="connsiteY747" fmla="*/ 870718 h 6858000"/>
              <a:gd name="connsiteX748" fmla="*/ 5862975 w 7467600"/>
              <a:gd name="connsiteY748" fmla="*/ 869756 h 6858000"/>
              <a:gd name="connsiteX749" fmla="*/ 5920887 w 7467600"/>
              <a:gd name="connsiteY749" fmla="*/ 865929 h 6858000"/>
              <a:gd name="connsiteX750" fmla="*/ 5504425 w 7467600"/>
              <a:gd name="connsiteY750" fmla="*/ 848067 h 6858000"/>
              <a:gd name="connsiteX751" fmla="*/ 3607114 w 7467600"/>
              <a:gd name="connsiteY751" fmla="*/ 467441 h 6858000"/>
              <a:gd name="connsiteX752" fmla="*/ 3296242 w 7467600"/>
              <a:gd name="connsiteY752" fmla="*/ 807991 h 6858000"/>
              <a:gd name="connsiteX753" fmla="*/ 3174674 w 7467600"/>
              <a:gd name="connsiteY753" fmla="*/ 919759 h 6858000"/>
              <a:gd name="connsiteX754" fmla="*/ 3042978 w 7467600"/>
              <a:gd name="connsiteY754" fmla="*/ 1054894 h 6858000"/>
              <a:gd name="connsiteX755" fmla="*/ 2968914 w 7467600"/>
              <a:gd name="connsiteY755" fmla="*/ 1133756 h 6858000"/>
              <a:gd name="connsiteX756" fmla="*/ 3103823 w 7467600"/>
              <a:gd name="connsiteY756" fmla="*/ 1026814 h 6858000"/>
              <a:gd name="connsiteX757" fmla="*/ 3607114 w 7467600"/>
              <a:gd name="connsiteY757" fmla="*/ 467441 h 6858000"/>
              <a:gd name="connsiteX758" fmla="*/ 3744487 w 7467600"/>
              <a:gd name="connsiteY758" fmla="*/ 383136 h 6858000"/>
              <a:gd name="connsiteX759" fmla="*/ 3970213 w 7467600"/>
              <a:gd name="connsiteY759" fmla="*/ 995559 h 6858000"/>
              <a:gd name="connsiteX760" fmla="*/ 3744487 w 7467600"/>
              <a:gd name="connsiteY760" fmla="*/ 383136 h 6858000"/>
              <a:gd name="connsiteX761" fmla="*/ 3624562 w 7467600"/>
              <a:gd name="connsiteY761" fmla="*/ 367041 h 6858000"/>
              <a:gd name="connsiteX762" fmla="*/ 3489712 w 7467600"/>
              <a:gd name="connsiteY762" fmla="*/ 485386 h 6858000"/>
              <a:gd name="connsiteX763" fmla="*/ 3182994 w 7467600"/>
              <a:gd name="connsiteY763" fmla="*/ 828265 h 6858000"/>
              <a:gd name="connsiteX764" fmla="*/ 2892114 w 7467600"/>
              <a:gd name="connsiteY764" fmla="*/ 1172635 h 6858000"/>
              <a:gd name="connsiteX765" fmla="*/ 3021459 w 7467600"/>
              <a:gd name="connsiteY765" fmla="*/ 1035385 h 6858000"/>
              <a:gd name="connsiteX766" fmla="*/ 3153873 w 7467600"/>
              <a:gd name="connsiteY766" fmla="*/ 898971 h 6858000"/>
              <a:gd name="connsiteX767" fmla="*/ 3276511 w 7467600"/>
              <a:gd name="connsiteY767" fmla="*/ 786423 h 6858000"/>
              <a:gd name="connsiteX768" fmla="*/ 3584154 w 7467600"/>
              <a:gd name="connsiteY768" fmla="*/ 448218 h 6858000"/>
              <a:gd name="connsiteX769" fmla="*/ 3624562 w 7467600"/>
              <a:gd name="connsiteY769" fmla="*/ 367041 h 6858000"/>
              <a:gd name="connsiteX770" fmla="*/ 3766672 w 7467600"/>
              <a:gd name="connsiteY770" fmla="*/ 359429 h 6858000"/>
              <a:gd name="connsiteX771" fmla="*/ 3996338 w 7467600"/>
              <a:gd name="connsiteY771" fmla="*/ 968237 h 6858000"/>
              <a:gd name="connsiteX772" fmla="*/ 3766672 w 7467600"/>
              <a:gd name="connsiteY772" fmla="*/ 359429 h 6858000"/>
              <a:gd name="connsiteX773" fmla="*/ 5805386 w 7467600"/>
              <a:gd name="connsiteY773" fmla="*/ 239240 h 6858000"/>
              <a:gd name="connsiteX774" fmla="*/ 5736947 w 7467600"/>
              <a:gd name="connsiteY774" fmla="*/ 261367 h 6858000"/>
              <a:gd name="connsiteX775" fmla="*/ 5427012 w 7467600"/>
              <a:gd name="connsiteY775" fmla="*/ 311272 h 6858000"/>
              <a:gd name="connsiteX776" fmla="*/ 5147818 w 7467600"/>
              <a:gd name="connsiteY776" fmla="*/ 322112 h 6858000"/>
              <a:gd name="connsiteX777" fmla="*/ 5060854 w 7467600"/>
              <a:gd name="connsiteY777" fmla="*/ 311882 h 6858000"/>
              <a:gd name="connsiteX778" fmla="*/ 4945989 w 7467600"/>
              <a:gd name="connsiteY778" fmla="*/ 300516 h 6858000"/>
              <a:gd name="connsiteX779" fmla="*/ 5410479 w 7467600"/>
              <a:gd name="connsiteY779" fmla="*/ 348434 h 6858000"/>
              <a:gd name="connsiteX780" fmla="*/ 5805386 w 7467600"/>
              <a:gd name="connsiteY780" fmla="*/ 239240 h 6858000"/>
              <a:gd name="connsiteX781" fmla="*/ 5905192 w 7467600"/>
              <a:gd name="connsiteY781" fmla="*/ 163079 h 6858000"/>
              <a:gd name="connsiteX782" fmla="*/ 5865655 w 7467600"/>
              <a:gd name="connsiteY782" fmla="*/ 171901 h 6858000"/>
              <a:gd name="connsiteX783" fmla="*/ 5259740 w 7467600"/>
              <a:gd name="connsiteY783" fmla="*/ 257013 h 6858000"/>
              <a:gd name="connsiteX784" fmla="*/ 5208466 w 7467600"/>
              <a:gd name="connsiteY784" fmla="*/ 257550 h 6858000"/>
              <a:gd name="connsiteX785" fmla="*/ 4980204 w 7467600"/>
              <a:gd name="connsiteY785" fmla="*/ 271903 h 6858000"/>
              <a:gd name="connsiteX786" fmla="*/ 5068068 w 7467600"/>
              <a:gd name="connsiteY786" fmla="*/ 282244 h 6858000"/>
              <a:gd name="connsiteX787" fmla="*/ 5153231 w 7467600"/>
              <a:gd name="connsiteY787" fmla="*/ 292240 h 6858000"/>
              <a:gd name="connsiteX788" fmla="*/ 5426491 w 7467600"/>
              <a:gd name="connsiteY788" fmla="*/ 281128 h 6858000"/>
              <a:gd name="connsiteX789" fmla="*/ 5731212 w 7467600"/>
              <a:gd name="connsiteY789" fmla="*/ 231951 h 6858000"/>
              <a:gd name="connsiteX790" fmla="*/ 5905192 w 7467600"/>
              <a:gd name="connsiteY790" fmla="*/ 163079 h 6858000"/>
              <a:gd name="connsiteX791" fmla="*/ 5944437 w 7467600"/>
              <a:gd name="connsiteY791" fmla="*/ 113829 h 6858000"/>
              <a:gd name="connsiteX792" fmla="*/ 5825032 w 7467600"/>
              <a:gd name="connsiteY792" fmla="*/ 146405 h 6858000"/>
              <a:gd name="connsiteX793" fmla="*/ 4955599 w 7467600"/>
              <a:gd name="connsiteY793" fmla="*/ 247008 h 6858000"/>
              <a:gd name="connsiteX794" fmla="*/ 5210104 w 7467600"/>
              <a:gd name="connsiteY794" fmla="*/ 228123 h 6858000"/>
              <a:gd name="connsiteX795" fmla="*/ 5261015 w 7467600"/>
              <a:gd name="connsiteY795" fmla="*/ 227087 h 6858000"/>
              <a:gd name="connsiteX796" fmla="*/ 5861181 w 7467600"/>
              <a:gd name="connsiteY796" fmla="*/ 143093 h 6858000"/>
              <a:gd name="connsiteX797" fmla="*/ 5961252 w 7467600"/>
              <a:gd name="connsiteY797" fmla="*/ 114820 h 6858000"/>
              <a:gd name="connsiteX798" fmla="*/ 5944437 w 7467600"/>
              <a:gd name="connsiteY798" fmla="*/ 113829 h 6858000"/>
              <a:gd name="connsiteX799" fmla="*/ 3882765 w 7467600"/>
              <a:gd name="connsiteY799" fmla="*/ 0 h 6858000"/>
              <a:gd name="connsiteX800" fmla="*/ 3995099 w 7467600"/>
              <a:gd name="connsiteY800" fmla="*/ 0 h 6858000"/>
              <a:gd name="connsiteX801" fmla="*/ 4163818 w 7467600"/>
              <a:gd name="connsiteY801" fmla="*/ 234104 h 6858000"/>
              <a:gd name="connsiteX802" fmla="*/ 4172099 w 7467600"/>
              <a:gd name="connsiteY802" fmla="*/ 234207 h 6858000"/>
              <a:gd name="connsiteX803" fmla="*/ 4784282 w 7467600"/>
              <a:gd name="connsiteY803" fmla="*/ 276561 h 6858000"/>
              <a:gd name="connsiteX804" fmla="*/ 4801687 w 7467600"/>
              <a:gd name="connsiteY804" fmla="*/ 267764 h 6858000"/>
              <a:gd name="connsiteX805" fmla="*/ 6082788 w 7467600"/>
              <a:gd name="connsiteY805" fmla="*/ 64119 h 6858000"/>
              <a:gd name="connsiteX806" fmla="*/ 6099442 w 7467600"/>
              <a:gd name="connsiteY806" fmla="*/ 82568 h 6858000"/>
              <a:gd name="connsiteX807" fmla="*/ 4804137 w 7467600"/>
              <a:gd name="connsiteY807" fmla="*/ 320931 h 6858000"/>
              <a:gd name="connsiteX808" fmla="*/ 4227047 w 7467600"/>
              <a:gd name="connsiteY808" fmla="*/ 313415 h 6858000"/>
              <a:gd name="connsiteX809" fmla="*/ 4346041 w 7467600"/>
              <a:gd name="connsiteY809" fmla="*/ 456086 h 6858000"/>
              <a:gd name="connsiteX810" fmla="*/ 4870967 w 7467600"/>
              <a:gd name="connsiteY810" fmla="*/ 963061 h 6858000"/>
              <a:gd name="connsiteX811" fmla="*/ 4889647 w 7467600"/>
              <a:gd name="connsiteY811" fmla="*/ 957147 h 6858000"/>
              <a:gd name="connsiteX812" fmla="*/ 5422504 w 7467600"/>
              <a:gd name="connsiteY812" fmla="*/ 805191 h 6858000"/>
              <a:gd name="connsiteX813" fmla="*/ 6087656 w 7467600"/>
              <a:gd name="connsiteY813" fmla="*/ 826703 h 6858000"/>
              <a:gd name="connsiteX814" fmla="*/ 6058717 w 7467600"/>
              <a:gd name="connsiteY814" fmla="*/ 865992 h 6858000"/>
              <a:gd name="connsiteX815" fmla="*/ 4974153 w 7467600"/>
              <a:gd name="connsiteY815" fmla="*/ 1045456 h 6858000"/>
              <a:gd name="connsiteX816" fmla="*/ 5627835 w 7467600"/>
              <a:gd name="connsiteY816" fmla="*/ 1472077 h 6858000"/>
              <a:gd name="connsiteX817" fmla="*/ 5629817 w 7467600"/>
              <a:gd name="connsiteY817" fmla="*/ 1471412 h 6858000"/>
              <a:gd name="connsiteX818" fmla="*/ 5634124 w 7467600"/>
              <a:gd name="connsiteY818" fmla="*/ 1470572 h 6858000"/>
              <a:gd name="connsiteX819" fmla="*/ 5755832 w 7467600"/>
              <a:gd name="connsiteY819" fmla="*/ 1383886 h 6858000"/>
              <a:gd name="connsiteX820" fmla="*/ 6014186 w 7467600"/>
              <a:gd name="connsiteY820" fmla="*/ 1279799 h 6858000"/>
              <a:gd name="connsiteX821" fmla="*/ 6901619 w 7467600"/>
              <a:gd name="connsiteY821" fmla="*/ 1047874 h 6858000"/>
              <a:gd name="connsiteX822" fmla="*/ 6931566 w 7467600"/>
              <a:gd name="connsiteY822" fmla="*/ 1062034 h 6858000"/>
              <a:gd name="connsiteX823" fmla="*/ 5790982 w 7467600"/>
              <a:gd name="connsiteY823" fmla="*/ 1561380 h 6858000"/>
              <a:gd name="connsiteX824" fmla="*/ 6188971 w 7467600"/>
              <a:gd name="connsiteY824" fmla="*/ 1755168 h 6858000"/>
              <a:gd name="connsiteX825" fmla="*/ 6202446 w 7467600"/>
              <a:gd name="connsiteY825" fmla="*/ 1752268 h 6858000"/>
              <a:gd name="connsiteX826" fmla="*/ 7179560 w 7467600"/>
              <a:gd name="connsiteY826" fmla="*/ 1467551 h 6858000"/>
              <a:gd name="connsiteX827" fmla="*/ 7158730 w 7467600"/>
              <a:gd name="connsiteY827" fmla="*/ 1507835 h 6858000"/>
              <a:gd name="connsiteX828" fmla="*/ 6326959 w 7467600"/>
              <a:gd name="connsiteY828" fmla="*/ 1817686 h 6858000"/>
              <a:gd name="connsiteX829" fmla="*/ 6537433 w 7467600"/>
              <a:gd name="connsiteY829" fmla="*/ 1907790 h 6858000"/>
              <a:gd name="connsiteX830" fmla="*/ 6550221 w 7467600"/>
              <a:gd name="connsiteY830" fmla="*/ 1910729 h 6858000"/>
              <a:gd name="connsiteX831" fmla="*/ 6964438 w 7467600"/>
              <a:gd name="connsiteY831" fmla="*/ 2209505 h 6858000"/>
              <a:gd name="connsiteX832" fmla="*/ 7367862 w 7467600"/>
              <a:gd name="connsiteY832" fmla="*/ 2806833 h 6858000"/>
              <a:gd name="connsiteX833" fmla="*/ 7364329 w 7467600"/>
              <a:gd name="connsiteY833" fmla="*/ 2826907 h 6858000"/>
              <a:gd name="connsiteX834" fmla="*/ 7290545 w 7467600"/>
              <a:gd name="connsiteY834" fmla="*/ 2850663 h 6858000"/>
              <a:gd name="connsiteX835" fmla="*/ 6472036 w 7467600"/>
              <a:gd name="connsiteY835" fmla="*/ 1959003 h 6858000"/>
              <a:gd name="connsiteX836" fmla="*/ 5792897 w 7467600"/>
              <a:gd name="connsiteY836" fmla="*/ 1647747 h 6858000"/>
              <a:gd name="connsiteX837" fmla="*/ 5842751 w 7467600"/>
              <a:gd name="connsiteY837" fmla="*/ 1816112 h 6858000"/>
              <a:gd name="connsiteX838" fmla="*/ 5847424 w 7467600"/>
              <a:gd name="connsiteY838" fmla="*/ 1815776 h 6858000"/>
              <a:gd name="connsiteX839" fmla="*/ 6399821 w 7467600"/>
              <a:gd name="connsiteY839" fmla="*/ 2344799 h 6858000"/>
              <a:gd name="connsiteX840" fmla="*/ 6323232 w 7467600"/>
              <a:gd name="connsiteY840" fmla="*/ 2389634 h 6858000"/>
              <a:gd name="connsiteX841" fmla="*/ 5942958 w 7467600"/>
              <a:gd name="connsiteY841" fmla="*/ 2077708 h 6858000"/>
              <a:gd name="connsiteX842" fmla="*/ 5921559 w 7467600"/>
              <a:gd name="connsiteY842" fmla="*/ 2378596 h 6858000"/>
              <a:gd name="connsiteX843" fmla="*/ 5817651 w 7467600"/>
              <a:gd name="connsiteY843" fmla="*/ 3023919 h 6858000"/>
              <a:gd name="connsiteX844" fmla="*/ 5729634 w 7467600"/>
              <a:gd name="connsiteY844" fmla="*/ 3051849 h 6858000"/>
              <a:gd name="connsiteX845" fmla="*/ 5611018 w 7467600"/>
              <a:gd name="connsiteY845" fmla="*/ 2316769 h 6858000"/>
              <a:gd name="connsiteX846" fmla="*/ 5687608 w 7467600"/>
              <a:gd name="connsiteY846" fmla="*/ 2039972 h 6858000"/>
              <a:gd name="connsiteX847" fmla="*/ 5657554 w 7467600"/>
              <a:gd name="connsiteY847" fmla="*/ 1576445 h 6858000"/>
              <a:gd name="connsiteX848" fmla="*/ 5150475 w 7467600"/>
              <a:gd name="connsiteY848" fmla="*/ 1274012 h 6858000"/>
              <a:gd name="connsiteX849" fmla="*/ 5349142 w 7467600"/>
              <a:gd name="connsiteY849" fmla="*/ 2204405 h 6858000"/>
              <a:gd name="connsiteX850" fmla="*/ 5262214 w 7467600"/>
              <a:gd name="connsiteY850" fmla="*/ 2233836 h 6858000"/>
              <a:gd name="connsiteX851" fmla="*/ 4981539 w 7467600"/>
              <a:gd name="connsiteY851" fmla="*/ 1542201 h 6858000"/>
              <a:gd name="connsiteX852" fmla="*/ 4958461 w 7467600"/>
              <a:gd name="connsiteY852" fmla="*/ 1136957 h 6858000"/>
              <a:gd name="connsiteX853" fmla="*/ 4655015 w 7467600"/>
              <a:gd name="connsiteY853" fmla="*/ 891426 h 6858000"/>
              <a:gd name="connsiteX854" fmla="*/ 4348002 w 7467600"/>
              <a:gd name="connsiteY854" fmla="*/ 2205895 h 6858000"/>
              <a:gd name="connsiteX855" fmla="*/ 4262250 w 7467600"/>
              <a:gd name="connsiteY855" fmla="*/ 2219972 h 6858000"/>
              <a:gd name="connsiteX856" fmla="*/ 4550611 w 7467600"/>
              <a:gd name="connsiteY856" fmla="*/ 817540 h 6858000"/>
              <a:gd name="connsiteX857" fmla="*/ 4564418 w 7467600"/>
              <a:gd name="connsiteY857" fmla="*/ 808293 h 6858000"/>
              <a:gd name="connsiteX858" fmla="*/ 4266388 w 7467600"/>
              <a:gd name="connsiteY858" fmla="*/ 500083 h 6858000"/>
              <a:gd name="connsiteX859" fmla="*/ 4032842 w 7467600"/>
              <a:gd name="connsiteY859" fmla="*/ 211809 h 6858000"/>
              <a:gd name="connsiteX860" fmla="*/ 3882765 w 7467600"/>
              <a:gd name="connsiteY860" fmla="*/ 0 h 6858000"/>
              <a:gd name="connsiteX861" fmla="*/ 3721337 w 7467600"/>
              <a:gd name="connsiteY861" fmla="*/ 0 h 6858000"/>
              <a:gd name="connsiteX862" fmla="*/ 3797544 w 7467600"/>
              <a:gd name="connsiteY862" fmla="*/ 0 h 6858000"/>
              <a:gd name="connsiteX863" fmla="*/ 3775734 w 7467600"/>
              <a:gd name="connsiteY863" fmla="*/ 95131 h 6858000"/>
              <a:gd name="connsiteX864" fmla="*/ 3724807 w 7467600"/>
              <a:gd name="connsiteY864" fmla="*/ 272257 h 6858000"/>
              <a:gd name="connsiteX865" fmla="*/ 3726844 w 7467600"/>
              <a:gd name="connsiteY865" fmla="*/ 282988 h 6858000"/>
              <a:gd name="connsiteX866" fmla="*/ 3742664 w 7467600"/>
              <a:gd name="connsiteY866" fmla="*/ 279918 h 6858000"/>
              <a:gd name="connsiteX867" fmla="*/ 4103910 w 7467600"/>
              <a:gd name="connsiteY867" fmla="*/ 1161917 h 6858000"/>
              <a:gd name="connsiteX868" fmla="*/ 4020269 w 7467600"/>
              <a:gd name="connsiteY868" fmla="*/ 1200406 h 6858000"/>
              <a:gd name="connsiteX869" fmla="*/ 3674882 w 7467600"/>
              <a:gd name="connsiteY869" fmla="*/ 488524 h 6858000"/>
              <a:gd name="connsiteX870" fmla="*/ 3132682 w 7467600"/>
              <a:gd name="connsiteY870" fmla="*/ 1072284 h 6858000"/>
              <a:gd name="connsiteX871" fmla="*/ 2716346 w 7467600"/>
              <a:gd name="connsiteY871" fmla="*/ 1276376 h 6858000"/>
              <a:gd name="connsiteX872" fmla="*/ 2716772 w 7467600"/>
              <a:gd name="connsiteY872" fmla="*/ 1255462 h 6858000"/>
              <a:gd name="connsiteX873" fmla="*/ 3471096 w 7467600"/>
              <a:gd name="connsiteY873" fmla="*/ 437072 h 6858000"/>
              <a:gd name="connsiteX874" fmla="*/ 3639057 w 7467600"/>
              <a:gd name="connsiteY874" fmla="*/ 286334 h 6858000"/>
              <a:gd name="connsiteX875" fmla="*/ 3640309 w 7467600"/>
              <a:gd name="connsiteY875" fmla="*/ 284664 h 6858000"/>
              <a:gd name="connsiteX876" fmla="*/ 3646022 w 7467600"/>
              <a:gd name="connsiteY876" fmla="*/ 276711 h 6858000"/>
              <a:gd name="connsiteX877" fmla="*/ 3707943 w 7467600"/>
              <a:gd name="connsiteY877" fmla="*/ 65958 h 6858000"/>
              <a:gd name="connsiteX878" fmla="*/ 3721337 w 7467600"/>
              <a:gd name="connsiteY878" fmla="*/ 0 h 6858000"/>
              <a:gd name="connsiteX879" fmla="*/ 2867960 w 7467600"/>
              <a:gd name="connsiteY879" fmla="*/ 0 h 6858000"/>
              <a:gd name="connsiteX880" fmla="*/ 2926351 w 7467600"/>
              <a:gd name="connsiteY880" fmla="*/ 0 h 6858000"/>
              <a:gd name="connsiteX881" fmla="*/ 2902823 w 7467600"/>
              <a:gd name="connsiteY881" fmla="*/ 262929 h 6858000"/>
              <a:gd name="connsiteX882" fmla="*/ 2940663 w 7467600"/>
              <a:gd name="connsiteY882" fmla="*/ 140884 h 6858000"/>
              <a:gd name="connsiteX883" fmla="*/ 2947039 w 7467600"/>
              <a:gd name="connsiteY883" fmla="*/ 122524 h 6858000"/>
              <a:gd name="connsiteX884" fmla="*/ 2984316 w 7467600"/>
              <a:gd name="connsiteY884" fmla="*/ 0 h 6858000"/>
              <a:gd name="connsiteX885" fmla="*/ 3016114 w 7467600"/>
              <a:gd name="connsiteY885" fmla="*/ 0 h 6858000"/>
              <a:gd name="connsiteX886" fmla="*/ 2979949 w 7467600"/>
              <a:gd name="connsiteY886" fmla="*/ 119274 h 6858000"/>
              <a:gd name="connsiteX887" fmla="*/ 3023879 w 7467600"/>
              <a:gd name="connsiteY887" fmla="*/ 0 h 6858000"/>
              <a:gd name="connsiteX888" fmla="*/ 3105400 w 7467600"/>
              <a:gd name="connsiteY888" fmla="*/ 0 h 6858000"/>
              <a:gd name="connsiteX889" fmla="*/ 3094669 w 7467600"/>
              <a:gd name="connsiteY889" fmla="*/ 30308 h 6858000"/>
              <a:gd name="connsiteX890" fmla="*/ 2901945 w 7467600"/>
              <a:gd name="connsiteY890" fmla="*/ 466538 h 6858000"/>
              <a:gd name="connsiteX891" fmla="*/ 2815209 w 7467600"/>
              <a:gd name="connsiteY891" fmla="*/ 497361 h 6858000"/>
              <a:gd name="connsiteX892" fmla="*/ 2844845 w 7467600"/>
              <a:gd name="connsiteY892" fmla="*/ 127638 h 6858000"/>
              <a:gd name="connsiteX893" fmla="*/ 2867960 w 7467600"/>
              <a:gd name="connsiteY893" fmla="*/ 0 h 6858000"/>
              <a:gd name="connsiteX894" fmla="*/ 1057230 w 7467600"/>
              <a:gd name="connsiteY894" fmla="*/ 0 h 6858000"/>
              <a:gd name="connsiteX895" fmla="*/ 1111003 w 7467600"/>
              <a:gd name="connsiteY895" fmla="*/ 0 h 6858000"/>
              <a:gd name="connsiteX896" fmla="*/ 1125553 w 7467600"/>
              <a:gd name="connsiteY896" fmla="*/ 52588 h 6858000"/>
              <a:gd name="connsiteX897" fmla="*/ 1304276 w 7467600"/>
              <a:gd name="connsiteY897" fmla="*/ 476275 h 6858000"/>
              <a:gd name="connsiteX898" fmla="*/ 1492066 w 7467600"/>
              <a:gd name="connsiteY898" fmla="*/ 886333 h 6858000"/>
              <a:gd name="connsiteX899" fmla="*/ 1423698 w 7467600"/>
              <a:gd name="connsiteY899" fmla="*/ 710817 h 6858000"/>
              <a:gd name="connsiteX900" fmla="*/ 1357609 w 7467600"/>
              <a:gd name="connsiteY900" fmla="*/ 532892 h 6858000"/>
              <a:gd name="connsiteX901" fmla="*/ 1309550 w 7467600"/>
              <a:gd name="connsiteY901" fmla="*/ 374031 h 6858000"/>
              <a:gd name="connsiteX902" fmla="*/ 1193673 w 7467600"/>
              <a:gd name="connsiteY902" fmla="*/ 49533 h 6858000"/>
              <a:gd name="connsiteX903" fmla="*/ 1164391 w 7467600"/>
              <a:gd name="connsiteY903" fmla="*/ 0 h 6858000"/>
              <a:gd name="connsiteX904" fmla="*/ 1200666 w 7467600"/>
              <a:gd name="connsiteY904" fmla="*/ 0 h 6858000"/>
              <a:gd name="connsiteX905" fmla="*/ 1223408 w 7467600"/>
              <a:gd name="connsiteY905" fmla="*/ 38996 h 6858000"/>
              <a:gd name="connsiteX906" fmla="*/ 1339635 w 7467600"/>
              <a:gd name="connsiteY906" fmla="*/ 365517 h 6858000"/>
              <a:gd name="connsiteX907" fmla="*/ 1387469 w 7467600"/>
              <a:gd name="connsiteY907" fmla="*/ 523079 h 6858000"/>
              <a:gd name="connsiteX908" fmla="*/ 1452685 w 7467600"/>
              <a:gd name="connsiteY908" fmla="*/ 699806 h 6858000"/>
              <a:gd name="connsiteX909" fmla="*/ 1492092 w 7467600"/>
              <a:gd name="connsiteY909" fmla="*/ 800424 h 6858000"/>
              <a:gd name="connsiteX910" fmla="*/ 1455302 w 7467600"/>
              <a:gd name="connsiteY910" fmla="*/ 632913 h 6858000"/>
              <a:gd name="connsiteX911" fmla="*/ 1222336 w 7467600"/>
              <a:gd name="connsiteY911" fmla="*/ 9480 h 6858000"/>
              <a:gd name="connsiteX912" fmla="*/ 1214634 w 7467600"/>
              <a:gd name="connsiteY912" fmla="*/ 0 h 6858000"/>
              <a:gd name="connsiteX913" fmla="*/ 1289827 w 7467600"/>
              <a:gd name="connsiteY913" fmla="*/ 0 h 6858000"/>
              <a:gd name="connsiteX914" fmla="*/ 1321076 w 7467600"/>
              <a:gd name="connsiteY914" fmla="*/ 59722 h 6858000"/>
              <a:gd name="connsiteX915" fmla="*/ 1512579 w 7467600"/>
              <a:gd name="connsiteY915" fmla="*/ 626441 h 6858000"/>
              <a:gd name="connsiteX916" fmla="*/ 1506076 w 7467600"/>
              <a:gd name="connsiteY916" fmla="*/ 1089289 h 6858000"/>
              <a:gd name="connsiteX917" fmla="*/ 1486346 w 7467600"/>
              <a:gd name="connsiteY917" fmla="*/ 1079919 h 6858000"/>
              <a:gd name="connsiteX918" fmla="*/ 1070511 w 7467600"/>
              <a:gd name="connsiteY918" fmla="*/ 48609 h 6858000"/>
              <a:gd name="connsiteX919" fmla="*/ 1057230 w 7467600"/>
              <a:gd name="connsiteY919" fmla="*/ 0 h 6858000"/>
              <a:gd name="connsiteX920" fmla="*/ 43151 w 7467600"/>
              <a:gd name="connsiteY920" fmla="*/ 0 h 6858000"/>
              <a:gd name="connsiteX921" fmla="*/ 95283 w 7467600"/>
              <a:gd name="connsiteY921" fmla="*/ 0 h 6858000"/>
              <a:gd name="connsiteX922" fmla="*/ 300708 w 7467600"/>
              <a:gd name="connsiteY922" fmla="*/ 154571 h 6858000"/>
              <a:gd name="connsiteX923" fmla="*/ 530414 w 7467600"/>
              <a:gd name="connsiteY923" fmla="*/ 354673 h 6858000"/>
              <a:gd name="connsiteX924" fmla="*/ 333785 w 7467600"/>
              <a:gd name="connsiteY924" fmla="*/ 161564 h 6858000"/>
              <a:gd name="connsiteX925" fmla="*/ 147005 w 7467600"/>
              <a:gd name="connsiteY925" fmla="*/ 0 h 6858000"/>
              <a:gd name="connsiteX926" fmla="*/ 272509 w 7467600"/>
              <a:gd name="connsiteY926" fmla="*/ 0 h 6858000"/>
              <a:gd name="connsiteX927" fmla="*/ 326276 w 7467600"/>
              <a:gd name="connsiteY927" fmla="*/ 45847 h 6858000"/>
              <a:gd name="connsiteX928" fmla="*/ 823759 w 7467600"/>
              <a:gd name="connsiteY928" fmla="*/ 574145 h 6858000"/>
              <a:gd name="connsiteX929" fmla="*/ 811254 w 7467600"/>
              <a:gd name="connsiteY929" fmla="*/ 665546 h 6858000"/>
              <a:gd name="connsiteX930" fmla="*/ 154042 w 7467600"/>
              <a:gd name="connsiteY930" fmla="*/ 261522 h 6858000"/>
              <a:gd name="connsiteX931" fmla="*/ 13550 w 7467600"/>
              <a:gd name="connsiteY931" fmla="*/ 158423 h 6858000"/>
              <a:gd name="connsiteX932" fmla="*/ 0 w 7467600"/>
              <a:gd name="connsiteY932" fmla="*/ 146618 h 6858000"/>
              <a:gd name="connsiteX933" fmla="*/ 0 w 7467600"/>
              <a:gd name="connsiteY933" fmla="*/ 59161 h 6858000"/>
              <a:gd name="connsiteX934" fmla="*/ 45427 w 7467600"/>
              <a:gd name="connsiteY934" fmla="*/ 101078 h 6858000"/>
              <a:gd name="connsiteX935" fmla="*/ 630103 w 7467600"/>
              <a:gd name="connsiteY935" fmla="*/ 485885 h 6858000"/>
              <a:gd name="connsiteX936" fmla="*/ 532040 w 7467600"/>
              <a:gd name="connsiteY936" fmla="*/ 399359 h 6858000"/>
              <a:gd name="connsiteX937" fmla="*/ 517618 w 7467600"/>
              <a:gd name="connsiteY937" fmla="*/ 385726 h 6858000"/>
              <a:gd name="connsiteX938" fmla="*/ 285074 w 7467600"/>
              <a:gd name="connsiteY938" fmla="*/ 182755 h 6858000"/>
              <a:gd name="connsiteX939" fmla="*/ 43151 w 7467600"/>
              <a:gd name="connsiteY93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2821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1019354 w 7467600"/>
              <a:gd name="connsiteY7" fmla="*/ 6315006 h 6858000"/>
              <a:gd name="connsiteX8" fmla="*/ 441046 w 7467600"/>
              <a:gd name="connsiteY8" fmla="*/ 6691153 h 6858000"/>
              <a:gd name="connsiteX9" fmla="*/ 1019354 w 7467600"/>
              <a:gd name="connsiteY9" fmla="*/ 6315006 h 6858000"/>
              <a:gd name="connsiteX10" fmla="*/ 991680 w 7467600"/>
              <a:gd name="connsiteY10" fmla="*/ 6298413 h 6858000"/>
              <a:gd name="connsiteX11" fmla="*/ 409060 w 7467600"/>
              <a:gd name="connsiteY11" fmla="*/ 6671470 h 6858000"/>
              <a:gd name="connsiteX12" fmla="*/ 991680 w 7467600"/>
              <a:gd name="connsiteY12" fmla="*/ 6298413 h 6858000"/>
              <a:gd name="connsiteX13" fmla="*/ 103333 w 7467600"/>
              <a:gd name="connsiteY13" fmla="*/ 5699602 h 6858000"/>
              <a:gd name="connsiteX14" fmla="*/ 233938 w 7467600"/>
              <a:gd name="connsiteY14" fmla="*/ 5809416 h 6858000"/>
              <a:gd name="connsiteX15" fmla="*/ 883580 w 7467600"/>
              <a:gd name="connsiteY15" fmla="*/ 6180710 h 6858000"/>
              <a:gd name="connsiteX16" fmla="*/ 487337 w 7467600"/>
              <a:gd name="connsiteY16" fmla="*/ 5950182 h 6858000"/>
              <a:gd name="connsiteX17" fmla="*/ 354051 w 7467600"/>
              <a:gd name="connsiteY17" fmla="*/ 5854912 h 6858000"/>
              <a:gd name="connsiteX18" fmla="*/ 195436 w 7467600"/>
              <a:gd name="connsiteY18" fmla="*/ 5755068 h 6858000"/>
              <a:gd name="connsiteX19" fmla="*/ 103333 w 7467600"/>
              <a:gd name="connsiteY19" fmla="*/ 5699602 h 6858000"/>
              <a:gd name="connsiteX20" fmla="*/ 5539432 w 7467600"/>
              <a:gd name="connsiteY20" fmla="*/ 5642928 h 6858000"/>
              <a:gd name="connsiteX21" fmla="*/ 5555462 w 7467600"/>
              <a:gd name="connsiteY21" fmla="*/ 5694454 h 6858000"/>
              <a:gd name="connsiteX22" fmla="*/ 5828270 w 7467600"/>
              <a:gd name="connsiteY22" fmla="*/ 6320663 h 6858000"/>
              <a:gd name="connsiteX23" fmla="*/ 5947416 w 7467600"/>
              <a:gd name="connsiteY23" fmla="*/ 6574846 h 6858000"/>
              <a:gd name="connsiteX24" fmla="*/ 5539432 w 7467600"/>
              <a:gd name="connsiteY24" fmla="*/ 5642928 h 6858000"/>
              <a:gd name="connsiteX25" fmla="*/ 51253 w 7467600"/>
              <a:gd name="connsiteY25" fmla="*/ 5631825 h 6858000"/>
              <a:gd name="connsiteX26" fmla="*/ 211622 w 7467600"/>
              <a:gd name="connsiteY26" fmla="*/ 5728803 h 6858000"/>
              <a:gd name="connsiteX27" fmla="*/ 371652 w 7467600"/>
              <a:gd name="connsiteY27" fmla="*/ 5829062 h 6858000"/>
              <a:gd name="connsiteX28" fmla="*/ 505903 w 7467600"/>
              <a:gd name="connsiteY28" fmla="*/ 5925221 h 6858000"/>
              <a:gd name="connsiteX29" fmla="*/ 899240 w 7467600"/>
              <a:gd name="connsiteY29" fmla="*/ 6153068 h 6858000"/>
              <a:gd name="connsiteX30" fmla="*/ 988114 w 7467600"/>
              <a:gd name="connsiteY30" fmla="*/ 6174204 h 6858000"/>
              <a:gd name="connsiteX31" fmla="*/ 845971 w 7467600"/>
              <a:gd name="connsiteY31" fmla="*/ 6067177 h 6858000"/>
              <a:gd name="connsiteX32" fmla="*/ 448057 w 7467600"/>
              <a:gd name="connsiteY32" fmla="*/ 5841376 h 6858000"/>
              <a:gd name="connsiteX33" fmla="*/ 51253 w 7467600"/>
              <a:gd name="connsiteY33" fmla="*/ 5631825 h 6858000"/>
              <a:gd name="connsiteX34" fmla="*/ 2606687 w 7467600"/>
              <a:gd name="connsiteY34" fmla="*/ 5630718 h 6858000"/>
              <a:gd name="connsiteX35" fmla="*/ 2645658 w 7467600"/>
              <a:gd name="connsiteY35" fmla="*/ 6640259 h 6858000"/>
              <a:gd name="connsiteX36" fmla="*/ 2606687 w 7467600"/>
              <a:gd name="connsiteY36" fmla="*/ 5630718 h 6858000"/>
              <a:gd name="connsiteX37" fmla="*/ 3642057 w 7467600"/>
              <a:gd name="connsiteY37" fmla="*/ 5573487 h 6858000"/>
              <a:gd name="connsiteX38" fmla="*/ 3632981 w 7467600"/>
              <a:gd name="connsiteY38" fmla="*/ 5579437 h 6858000"/>
              <a:gd name="connsiteX39" fmla="*/ 3382436 w 7467600"/>
              <a:gd name="connsiteY39" fmla="*/ 5952726 h 6858000"/>
              <a:gd name="connsiteX40" fmla="*/ 3191929 w 7467600"/>
              <a:gd name="connsiteY40" fmla="*/ 6662669 h 6858000"/>
              <a:gd name="connsiteX41" fmla="*/ 3369898 w 7467600"/>
              <a:gd name="connsiteY41" fmla="*/ 6081771 h 6858000"/>
              <a:gd name="connsiteX42" fmla="*/ 3642057 w 7467600"/>
              <a:gd name="connsiteY42" fmla="*/ 5573487 h 6858000"/>
              <a:gd name="connsiteX43" fmla="*/ 2650666 w 7467600"/>
              <a:gd name="connsiteY43" fmla="*/ 5530686 h 6858000"/>
              <a:gd name="connsiteX44" fmla="*/ 2650249 w 7467600"/>
              <a:gd name="connsiteY44" fmla="*/ 5532101 h 6858000"/>
              <a:gd name="connsiteX45" fmla="*/ 2663808 w 7467600"/>
              <a:gd name="connsiteY45" fmla="*/ 6535215 h 6858000"/>
              <a:gd name="connsiteX46" fmla="*/ 2665418 w 7467600"/>
              <a:gd name="connsiteY46" fmla="*/ 6132756 h 6858000"/>
              <a:gd name="connsiteX47" fmla="*/ 2650666 w 7467600"/>
              <a:gd name="connsiteY47" fmla="*/ 5530686 h 6858000"/>
              <a:gd name="connsiteX48" fmla="*/ 2680277 w 7467600"/>
              <a:gd name="connsiteY48" fmla="*/ 5479204 h 6858000"/>
              <a:gd name="connsiteX49" fmla="*/ 2678972 w 7467600"/>
              <a:gd name="connsiteY49" fmla="*/ 5481582 h 6858000"/>
              <a:gd name="connsiteX50" fmla="*/ 2696666 w 7467600"/>
              <a:gd name="connsiteY50" fmla="*/ 6133836 h 6858000"/>
              <a:gd name="connsiteX51" fmla="*/ 2695769 w 7467600"/>
              <a:gd name="connsiteY51" fmla="*/ 6390955 h 6858000"/>
              <a:gd name="connsiteX52" fmla="*/ 2739893 w 7467600"/>
              <a:gd name="connsiteY52" fmla="*/ 6108357 h 6858000"/>
              <a:gd name="connsiteX53" fmla="*/ 2680277 w 7467600"/>
              <a:gd name="connsiteY53" fmla="*/ 5479204 h 6858000"/>
              <a:gd name="connsiteX54" fmla="*/ 1132195 w 7467600"/>
              <a:gd name="connsiteY54" fmla="*/ 5467980 h 6858000"/>
              <a:gd name="connsiteX55" fmla="*/ 1679056 w 7467600"/>
              <a:gd name="connsiteY55" fmla="*/ 5516907 h 6858000"/>
              <a:gd name="connsiteX56" fmla="*/ 2128648 w 7467600"/>
              <a:gd name="connsiteY56" fmla="*/ 5474249 h 6858000"/>
              <a:gd name="connsiteX57" fmla="*/ 1825619 w 7467600"/>
              <a:gd name="connsiteY57" fmla="*/ 5478447 h 6858000"/>
              <a:gd name="connsiteX58" fmla="*/ 1737798 w 7467600"/>
              <a:gd name="connsiteY58" fmla="*/ 5483353 h 6858000"/>
              <a:gd name="connsiteX59" fmla="*/ 1132195 w 7467600"/>
              <a:gd name="connsiteY59" fmla="*/ 5467980 h 6858000"/>
              <a:gd name="connsiteX60" fmla="*/ 1456157 w 7467600"/>
              <a:gd name="connsiteY60" fmla="*/ 5371404 h 6858000"/>
              <a:gd name="connsiteX61" fmla="*/ 1244432 w 7467600"/>
              <a:gd name="connsiteY61" fmla="*/ 5385601 h 6858000"/>
              <a:gd name="connsiteX62" fmla="*/ 973990 w 7467600"/>
              <a:gd name="connsiteY62" fmla="*/ 5424940 h 6858000"/>
              <a:gd name="connsiteX63" fmla="*/ 1103809 w 7467600"/>
              <a:gd name="connsiteY63" fmla="*/ 5433720 h 6858000"/>
              <a:gd name="connsiteX64" fmla="*/ 1123454 w 7467600"/>
              <a:gd name="connsiteY64" fmla="*/ 5435727 h 6858000"/>
              <a:gd name="connsiteX65" fmla="*/ 1737017 w 7467600"/>
              <a:gd name="connsiteY65" fmla="*/ 5452183 h 6858000"/>
              <a:gd name="connsiteX66" fmla="*/ 1824397 w 7467600"/>
              <a:gd name="connsiteY66" fmla="*/ 5447757 h 6858000"/>
              <a:gd name="connsiteX67" fmla="*/ 2070059 w 7467600"/>
              <a:gd name="connsiteY67" fmla="*/ 5441660 h 6858000"/>
              <a:gd name="connsiteX68" fmla="*/ 1456157 w 7467600"/>
              <a:gd name="connsiteY68" fmla="*/ 5371404 h 6858000"/>
              <a:gd name="connsiteX69" fmla="*/ 4988186 w 7467600"/>
              <a:gd name="connsiteY69" fmla="*/ 5216467 h 6858000"/>
              <a:gd name="connsiteX70" fmla="*/ 4777334 w 7467600"/>
              <a:gd name="connsiteY70" fmla="*/ 5406072 h 6858000"/>
              <a:gd name="connsiteX71" fmla="*/ 4718341 w 7467600"/>
              <a:gd name="connsiteY71" fmla="*/ 5468043 h 6858000"/>
              <a:gd name="connsiteX72" fmla="*/ 4604655 w 7467600"/>
              <a:gd name="connsiteY72" fmla="*/ 5583434 h 6858000"/>
              <a:gd name="connsiteX73" fmla="*/ 4565074 w 7467600"/>
              <a:gd name="connsiteY73" fmla="*/ 5618550 h 6858000"/>
              <a:gd name="connsiteX74" fmla="*/ 4988186 w 7467600"/>
              <a:gd name="connsiteY74" fmla="*/ 5216467 h 6858000"/>
              <a:gd name="connsiteX75" fmla="*/ 4978032 w 7467600"/>
              <a:gd name="connsiteY75" fmla="*/ 5183809 h 6858000"/>
              <a:gd name="connsiteX76" fmla="*/ 4463413 w 7467600"/>
              <a:gd name="connsiteY76" fmla="*/ 5615162 h 6858000"/>
              <a:gd name="connsiteX77" fmla="*/ 4358134 w 7467600"/>
              <a:gd name="connsiteY77" fmla="*/ 5742791 h 6858000"/>
              <a:gd name="connsiteX78" fmla="*/ 4376219 w 7467600"/>
              <a:gd name="connsiteY78" fmla="*/ 5729027 h 6858000"/>
              <a:gd name="connsiteX79" fmla="*/ 4582340 w 7467600"/>
              <a:gd name="connsiteY79" fmla="*/ 5561037 h 6858000"/>
              <a:gd name="connsiteX80" fmla="*/ 4694684 w 7467600"/>
              <a:gd name="connsiteY80" fmla="*/ 5447098 h 6858000"/>
              <a:gd name="connsiteX81" fmla="*/ 4754123 w 7467600"/>
              <a:gd name="connsiteY81" fmla="*/ 5384643 h 6858000"/>
              <a:gd name="connsiteX82" fmla="*/ 4978032 w 7467600"/>
              <a:gd name="connsiteY82" fmla="*/ 5183809 h 6858000"/>
              <a:gd name="connsiteX83" fmla="*/ 1903353 w 7467600"/>
              <a:gd name="connsiteY83" fmla="*/ 5044827 h 6858000"/>
              <a:gd name="connsiteX84" fmla="*/ 1936931 w 7467600"/>
              <a:gd name="connsiteY84" fmla="*/ 5093954 h 6858000"/>
              <a:gd name="connsiteX85" fmla="*/ 2195868 w 7467600"/>
              <a:gd name="connsiteY85" fmla="*/ 5396574 h 6858000"/>
              <a:gd name="connsiteX86" fmla="*/ 2088852 w 7467600"/>
              <a:gd name="connsiteY86" fmla="*/ 5166123 h 6858000"/>
              <a:gd name="connsiteX87" fmla="*/ 1958241 w 7467600"/>
              <a:gd name="connsiteY87" fmla="*/ 5067955 h 6858000"/>
              <a:gd name="connsiteX88" fmla="*/ 1903353 w 7467600"/>
              <a:gd name="connsiteY88" fmla="*/ 5044827 h 6858000"/>
              <a:gd name="connsiteX89" fmla="*/ 1979378 w 7467600"/>
              <a:gd name="connsiteY89" fmla="*/ 4769504 h 6858000"/>
              <a:gd name="connsiteX90" fmla="*/ 2882120 w 7467600"/>
              <a:gd name="connsiteY90" fmla="*/ 5064547 h 6858000"/>
              <a:gd name="connsiteX91" fmla="*/ 2793103 w 7467600"/>
              <a:gd name="connsiteY91" fmla="*/ 5039699 h 6858000"/>
              <a:gd name="connsiteX92" fmla="*/ 2770041 w 7467600"/>
              <a:gd name="connsiteY92" fmla="*/ 5033634 h 6858000"/>
              <a:gd name="connsiteX93" fmla="*/ 1979378 w 7467600"/>
              <a:gd name="connsiteY93" fmla="*/ 4769504 h 6858000"/>
              <a:gd name="connsiteX94" fmla="*/ 1927410 w 7467600"/>
              <a:gd name="connsiteY94" fmla="*/ 4716164 h 6858000"/>
              <a:gd name="connsiteX95" fmla="*/ 1959587 w 7467600"/>
              <a:gd name="connsiteY95" fmla="*/ 4728849 h 6858000"/>
              <a:gd name="connsiteX96" fmla="*/ 2777707 w 7467600"/>
              <a:gd name="connsiteY96" fmla="*/ 5003991 h 6858000"/>
              <a:gd name="connsiteX97" fmla="*/ 2800768 w 7467600"/>
              <a:gd name="connsiteY97" fmla="*/ 5010056 h 6858000"/>
              <a:gd name="connsiteX98" fmla="*/ 2879408 w 7467600"/>
              <a:gd name="connsiteY98" fmla="*/ 5031590 h 6858000"/>
              <a:gd name="connsiteX99" fmla="*/ 2862295 w 7467600"/>
              <a:gd name="connsiteY99" fmla="*/ 5022958 h 6858000"/>
              <a:gd name="connsiteX100" fmla="*/ 2813343 w 7467600"/>
              <a:gd name="connsiteY100" fmla="*/ 4998369 h 6858000"/>
              <a:gd name="connsiteX101" fmla="*/ 2646245 w 7467600"/>
              <a:gd name="connsiteY101" fmla="*/ 4930999 h 6858000"/>
              <a:gd name="connsiteX102" fmla="*/ 1999243 w 7467600"/>
              <a:gd name="connsiteY102" fmla="*/ 4730524 h 6858000"/>
              <a:gd name="connsiteX103" fmla="*/ 1979527 w 7467600"/>
              <a:gd name="connsiteY103" fmla="*/ 4726651 h 6858000"/>
              <a:gd name="connsiteX104" fmla="*/ 1927410 w 7467600"/>
              <a:gd name="connsiteY104" fmla="*/ 4716164 h 6858000"/>
              <a:gd name="connsiteX105" fmla="*/ 1997014 w 7467600"/>
              <a:gd name="connsiteY105" fmla="*/ 4698007 h 6858000"/>
              <a:gd name="connsiteX106" fmla="*/ 2005458 w 7467600"/>
              <a:gd name="connsiteY106" fmla="*/ 4699540 h 6858000"/>
              <a:gd name="connsiteX107" fmla="*/ 2657186 w 7467600"/>
              <a:gd name="connsiteY107" fmla="*/ 4901687 h 6858000"/>
              <a:gd name="connsiteX108" fmla="*/ 2826662 w 7467600"/>
              <a:gd name="connsiteY108" fmla="*/ 4970362 h 6858000"/>
              <a:gd name="connsiteX109" fmla="*/ 2876100 w 7467600"/>
              <a:gd name="connsiteY109" fmla="*/ 4995397 h 6858000"/>
              <a:gd name="connsiteX110" fmla="*/ 3042600 w 7467600"/>
              <a:gd name="connsiteY110" fmla="*/ 5059532 h 6858000"/>
              <a:gd name="connsiteX111" fmla="*/ 1997014 w 7467600"/>
              <a:gd name="connsiteY111" fmla="*/ 4698007 h 6858000"/>
              <a:gd name="connsiteX112" fmla="*/ 2305292 w 7467600"/>
              <a:gd name="connsiteY112" fmla="*/ 4219492 h 6858000"/>
              <a:gd name="connsiteX113" fmla="*/ 3360922 w 7467600"/>
              <a:gd name="connsiteY113" fmla="*/ 4529373 h 6858000"/>
              <a:gd name="connsiteX114" fmla="*/ 3492420 w 7467600"/>
              <a:gd name="connsiteY114" fmla="*/ 4510145 h 6858000"/>
              <a:gd name="connsiteX115" fmla="*/ 3364086 w 7467600"/>
              <a:gd name="connsiteY115" fmla="*/ 4480340 h 6858000"/>
              <a:gd name="connsiteX116" fmla="*/ 3225818 w 7467600"/>
              <a:gd name="connsiteY116" fmla="*/ 4411822 h 6858000"/>
              <a:gd name="connsiteX117" fmla="*/ 3129696 w 7467600"/>
              <a:gd name="connsiteY117" fmla="*/ 4360704 h 6858000"/>
              <a:gd name="connsiteX118" fmla="*/ 2814545 w 7467600"/>
              <a:gd name="connsiteY118" fmla="*/ 4282955 h 6858000"/>
              <a:gd name="connsiteX119" fmla="*/ 2305292 w 7467600"/>
              <a:gd name="connsiteY119" fmla="*/ 4219492 h 6858000"/>
              <a:gd name="connsiteX120" fmla="*/ 2626982 w 7467600"/>
              <a:gd name="connsiteY120" fmla="*/ 4206450 h 6858000"/>
              <a:gd name="connsiteX121" fmla="*/ 2490617 w 7467600"/>
              <a:gd name="connsiteY121" fmla="*/ 4206951 h 6858000"/>
              <a:gd name="connsiteX122" fmla="*/ 2819869 w 7467600"/>
              <a:gd name="connsiteY122" fmla="*/ 4252936 h 6858000"/>
              <a:gd name="connsiteX123" fmla="*/ 3143018 w 7467600"/>
              <a:gd name="connsiteY123" fmla="*/ 4332698 h 6858000"/>
              <a:gd name="connsiteX124" fmla="*/ 3241520 w 7467600"/>
              <a:gd name="connsiteY124" fmla="*/ 4385112 h 6858000"/>
              <a:gd name="connsiteX125" fmla="*/ 3374575 w 7467600"/>
              <a:gd name="connsiteY125" fmla="*/ 4451517 h 6858000"/>
              <a:gd name="connsiteX126" fmla="*/ 3505221 w 7467600"/>
              <a:gd name="connsiteY126" fmla="*/ 4480757 h 6858000"/>
              <a:gd name="connsiteX127" fmla="*/ 2626982 w 7467600"/>
              <a:gd name="connsiteY127" fmla="*/ 4206450 h 6858000"/>
              <a:gd name="connsiteX128" fmla="*/ 1310106 w 7467600"/>
              <a:gd name="connsiteY128" fmla="*/ 3943217 h 6858000"/>
              <a:gd name="connsiteX129" fmla="*/ 854994 w 7467600"/>
              <a:gd name="connsiteY129" fmla="*/ 4399136 h 6858000"/>
              <a:gd name="connsiteX130" fmla="*/ 742462 w 7467600"/>
              <a:gd name="connsiteY130" fmla="*/ 4594648 h 6858000"/>
              <a:gd name="connsiteX131" fmla="*/ 820602 w 7467600"/>
              <a:gd name="connsiteY131" fmla="*/ 4485915 h 6858000"/>
              <a:gd name="connsiteX132" fmla="*/ 878295 w 7467600"/>
              <a:gd name="connsiteY132" fmla="*/ 4403594 h 6858000"/>
              <a:gd name="connsiteX133" fmla="*/ 1240607 w 7467600"/>
              <a:gd name="connsiteY133" fmla="*/ 4010401 h 6858000"/>
              <a:gd name="connsiteX134" fmla="*/ 1310106 w 7467600"/>
              <a:gd name="connsiteY134" fmla="*/ 3943217 h 6858000"/>
              <a:gd name="connsiteX135" fmla="*/ 1423113 w 7467600"/>
              <a:gd name="connsiteY135" fmla="*/ 3874565 h 6858000"/>
              <a:gd name="connsiteX136" fmla="*/ 1260565 w 7467600"/>
              <a:gd name="connsiteY136" fmla="*/ 4031982 h 6858000"/>
              <a:gd name="connsiteX137" fmla="*/ 901900 w 7467600"/>
              <a:gd name="connsiteY137" fmla="*/ 4421236 h 6858000"/>
              <a:gd name="connsiteX138" fmla="*/ 845044 w 7467600"/>
              <a:gd name="connsiteY138" fmla="*/ 4502436 h 6858000"/>
              <a:gd name="connsiteX139" fmla="*/ 685926 w 7467600"/>
              <a:gd name="connsiteY139" fmla="*/ 4703069 h 6858000"/>
              <a:gd name="connsiteX140" fmla="*/ 684248 w 7467600"/>
              <a:gd name="connsiteY140" fmla="*/ 4706721 h 6858000"/>
              <a:gd name="connsiteX141" fmla="*/ 1423113 w 7467600"/>
              <a:gd name="connsiteY141" fmla="*/ 3874565 h 6858000"/>
              <a:gd name="connsiteX142" fmla="*/ 3316479 w 7467600"/>
              <a:gd name="connsiteY142" fmla="*/ 3872136 h 6858000"/>
              <a:gd name="connsiteX143" fmla="*/ 3546806 w 7467600"/>
              <a:gd name="connsiteY143" fmla="*/ 4356139 h 6858000"/>
              <a:gd name="connsiteX144" fmla="*/ 3364433 w 7467600"/>
              <a:gd name="connsiteY144" fmla="*/ 3953121 h 6858000"/>
              <a:gd name="connsiteX145" fmla="*/ 3316479 w 7467600"/>
              <a:gd name="connsiteY145" fmla="*/ 3872136 h 6858000"/>
              <a:gd name="connsiteX146" fmla="*/ 3291335 w 7467600"/>
              <a:gd name="connsiteY146" fmla="*/ 3767420 h 6858000"/>
              <a:gd name="connsiteX147" fmla="*/ 3390805 w 7467600"/>
              <a:gd name="connsiteY147" fmla="*/ 3937163 h 6858000"/>
              <a:gd name="connsiteX148" fmla="*/ 3579062 w 7467600"/>
              <a:gd name="connsiteY148" fmla="*/ 4359040 h 6858000"/>
              <a:gd name="connsiteX149" fmla="*/ 3467355 w 7467600"/>
              <a:gd name="connsiteY149" fmla="*/ 3988130 h 6858000"/>
              <a:gd name="connsiteX150" fmla="*/ 3310753 w 7467600"/>
              <a:gd name="connsiteY150" fmla="*/ 3787140 h 6858000"/>
              <a:gd name="connsiteX151" fmla="*/ 3291335 w 7467600"/>
              <a:gd name="connsiteY151" fmla="*/ 3767420 h 6858000"/>
              <a:gd name="connsiteX152" fmla="*/ 1635889 w 7467600"/>
              <a:gd name="connsiteY152" fmla="*/ 3709494 h 6858000"/>
              <a:gd name="connsiteX153" fmla="*/ 1634800 w 7467600"/>
              <a:gd name="connsiteY153" fmla="*/ 3731111 h 6858000"/>
              <a:gd name="connsiteX154" fmla="*/ 1635889 w 7467600"/>
              <a:gd name="connsiteY154" fmla="*/ 3709494 h 6858000"/>
              <a:gd name="connsiteX155" fmla="*/ 1510397 w 7467600"/>
              <a:gd name="connsiteY155" fmla="*/ 3684705 h 6858000"/>
              <a:gd name="connsiteX156" fmla="*/ 1146550 w 7467600"/>
              <a:gd name="connsiteY156" fmla="*/ 3802012 h 6858000"/>
              <a:gd name="connsiteX157" fmla="*/ 698834 w 7467600"/>
              <a:gd name="connsiteY157" fmla="*/ 3952272 h 6858000"/>
              <a:gd name="connsiteX158" fmla="*/ 34256 w 7467600"/>
              <a:gd name="connsiteY158" fmla="*/ 4347603 h 6858000"/>
              <a:gd name="connsiteX159" fmla="*/ 527241 w 7467600"/>
              <a:gd name="connsiteY159" fmla="*/ 4065078 h 6858000"/>
              <a:gd name="connsiteX160" fmla="*/ 1510397 w 7467600"/>
              <a:gd name="connsiteY160" fmla="*/ 3684705 h 6858000"/>
              <a:gd name="connsiteX161" fmla="*/ 1313114 w 7467600"/>
              <a:gd name="connsiteY161" fmla="*/ 3655216 h 6858000"/>
              <a:gd name="connsiteX162" fmla="*/ 1109304 w 7467600"/>
              <a:gd name="connsiteY162" fmla="*/ 3669030 h 6858000"/>
              <a:gd name="connsiteX163" fmla="*/ 8129 w 7467600"/>
              <a:gd name="connsiteY163" fmla="*/ 4330519 h 6858000"/>
              <a:gd name="connsiteX164" fmla="*/ 687572 w 7467600"/>
              <a:gd name="connsiteY164" fmla="*/ 3925629 h 6858000"/>
              <a:gd name="connsiteX165" fmla="*/ 1138365 w 7467600"/>
              <a:gd name="connsiteY165" fmla="*/ 3774515 h 6858000"/>
              <a:gd name="connsiteX166" fmla="*/ 1505579 w 7467600"/>
              <a:gd name="connsiteY166" fmla="*/ 3655526 h 6858000"/>
              <a:gd name="connsiteX167" fmla="*/ 1313114 w 7467600"/>
              <a:gd name="connsiteY167" fmla="*/ 3655216 h 6858000"/>
              <a:gd name="connsiteX168" fmla="*/ 3655073 w 7467600"/>
              <a:gd name="connsiteY168" fmla="*/ 3650884 h 6858000"/>
              <a:gd name="connsiteX169" fmla="*/ 3989938 w 7467600"/>
              <a:gd name="connsiteY169" fmla="*/ 3991685 h 6858000"/>
              <a:gd name="connsiteX170" fmla="*/ 4393907 w 7467600"/>
              <a:gd name="connsiteY170" fmla="*/ 4261258 h 6858000"/>
              <a:gd name="connsiteX171" fmla="*/ 4648051 w 7467600"/>
              <a:gd name="connsiteY171" fmla="*/ 4374051 h 6858000"/>
              <a:gd name="connsiteX172" fmla="*/ 4383389 w 7467600"/>
              <a:gd name="connsiteY172" fmla="*/ 4184369 h 6858000"/>
              <a:gd name="connsiteX173" fmla="*/ 4165508 w 7467600"/>
              <a:gd name="connsiteY173" fmla="*/ 4035196 h 6858000"/>
              <a:gd name="connsiteX174" fmla="*/ 4068162 w 7467600"/>
              <a:gd name="connsiteY174" fmla="*/ 3953394 h 6858000"/>
              <a:gd name="connsiteX175" fmla="*/ 3981416 w 7467600"/>
              <a:gd name="connsiteY175" fmla="*/ 3880482 h 6858000"/>
              <a:gd name="connsiteX176" fmla="*/ 3800147 w 7467600"/>
              <a:gd name="connsiteY176" fmla="*/ 3749872 h 6858000"/>
              <a:gd name="connsiteX177" fmla="*/ 3655073 w 7467600"/>
              <a:gd name="connsiteY177" fmla="*/ 3650884 h 6858000"/>
              <a:gd name="connsiteX178" fmla="*/ 3670252 w 7467600"/>
              <a:gd name="connsiteY178" fmla="*/ 3622798 h 6858000"/>
              <a:gd name="connsiteX179" fmla="*/ 3817258 w 7467600"/>
              <a:gd name="connsiteY179" fmla="*/ 3723577 h 6858000"/>
              <a:gd name="connsiteX180" fmla="*/ 4000461 w 7467600"/>
              <a:gd name="connsiteY180" fmla="*/ 3855966 h 6858000"/>
              <a:gd name="connsiteX181" fmla="*/ 4088180 w 7467600"/>
              <a:gd name="connsiteY181" fmla="*/ 3929774 h 6858000"/>
              <a:gd name="connsiteX182" fmla="*/ 4184555 w 7467600"/>
              <a:gd name="connsiteY182" fmla="*/ 4010683 h 6858000"/>
              <a:gd name="connsiteX183" fmla="*/ 4399563 w 7467600"/>
              <a:gd name="connsiteY183" fmla="*/ 4158106 h 6858000"/>
              <a:gd name="connsiteX184" fmla="*/ 4684469 w 7467600"/>
              <a:gd name="connsiteY184" fmla="*/ 4364680 h 6858000"/>
              <a:gd name="connsiteX185" fmla="*/ 4690271 w 7467600"/>
              <a:gd name="connsiteY185" fmla="*/ 4370034 h 6858000"/>
              <a:gd name="connsiteX186" fmla="*/ 4136093 w 7467600"/>
              <a:gd name="connsiteY186" fmla="*/ 3858466 h 6858000"/>
              <a:gd name="connsiteX187" fmla="*/ 3670252 w 7467600"/>
              <a:gd name="connsiteY187" fmla="*/ 3622798 h 6858000"/>
              <a:gd name="connsiteX188" fmla="*/ 4440129 w 7467600"/>
              <a:gd name="connsiteY188" fmla="*/ 3448571 h 6858000"/>
              <a:gd name="connsiteX189" fmla="*/ 4856525 w 7467600"/>
              <a:gd name="connsiteY189" fmla="*/ 3915351 h 6858000"/>
              <a:gd name="connsiteX190" fmla="*/ 5059055 w 7467600"/>
              <a:gd name="connsiteY190" fmla="*/ 4108918 h 6858000"/>
              <a:gd name="connsiteX191" fmla="*/ 5290070 w 7467600"/>
              <a:gd name="connsiteY191" fmla="*/ 4263619 h 6858000"/>
              <a:gd name="connsiteX192" fmla="*/ 4834991 w 7467600"/>
              <a:gd name="connsiteY192" fmla="*/ 3830985 h 6858000"/>
              <a:gd name="connsiteX193" fmla="*/ 4440129 w 7467600"/>
              <a:gd name="connsiteY193" fmla="*/ 3448571 h 6858000"/>
              <a:gd name="connsiteX194" fmla="*/ 4441737 w 7467600"/>
              <a:gd name="connsiteY194" fmla="*/ 3399734 h 6858000"/>
              <a:gd name="connsiteX195" fmla="*/ 4431236 w 7467600"/>
              <a:gd name="connsiteY195" fmla="*/ 3400954 h 6858000"/>
              <a:gd name="connsiteX196" fmla="*/ 4557150 w 7467600"/>
              <a:gd name="connsiteY196" fmla="*/ 3510023 h 6858000"/>
              <a:gd name="connsiteX197" fmla="*/ 4856936 w 7467600"/>
              <a:gd name="connsiteY197" fmla="*/ 3809146 h 6858000"/>
              <a:gd name="connsiteX198" fmla="*/ 5111996 w 7467600"/>
              <a:gd name="connsiteY198" fmla="*/ 4065759 h 6858000"/>
              <a:gd name="connsiteX199" fmla="*/ 5388878 w 7467600"/>
              <a:gd name="connsiteY199" fmla="*/ 4300185 h 6858000"/>
              <a:gd name="connsiteX200" fmla="*/ 5425556 w 7467600"/>
              <a:gd name="connsiteY200" fmla="*/ 4308967 h 6858000"/>
              <a:gd name="connsiteX201" fmla="*/ 4943646 w 7467600"/>
              <a:gd name="connsiteY201" fmla="*/ 3822916 h 6858000"/>
              <a:gd name="connsiteX202" fmla="*/ 4594837 w 7467600"/>
              <a:gd name="connsiteY202" fmla="*/ 3532274 h 6858000"/>
              <a:gd name="connsiteX203" fmla="*/ 4441737 w 7467600"/>
              <a:gd name="connsiteY203" fmla="*/ 3399734 h 6858000"/>
              <a:gd name="connsiteX204" fmla="*/ 5425834 w 7467600"/>
              <a:gd name="connsiteY204" fmla="*/ 3162785 h 6858000"/>
              <a:gd name="connsiteX205" fmla="*/ 5401644 w 7467600"/>
              <a:gd name="connsiteY205" fmla="*/ 3617847 h 6858000"/>
              <a:gd name="connsiteX206" fmla="*/ 5467256 w 7467600"/>
              <a:gd name="connsiteY206" fmla="*/ 4175494 h 6858000"/>
              <a:gd name="connsiteX207" fmla="*/ 5448069 w 7467600"/>
              <a:gd name="connsiteY207" fmla="*/ 3567554 h 6858000"/>
              <a:gd name="connsiteX208" fmla="*/ 5425834 w 7467600"/>
              <a:gd name="connsiteY208" fmla="*/ 3162785 h 6858000"/>
              <a:gd name="connsiteX209" fmla="*/ 1318687 w 7467600"/>
              <a:gd name="connsiteY209" fmla="*/ 3113840 h 6858000"/>
              <a:gd name="connsiteX210" fmla="*/ 1066793 w 7467600"/>
              <a:gd name="connsiteY210" fmla="*/ 3212171 h 6858000"/>
              <a:gd name="connsiteX211" fmla="*/ 993319 w 7467600"/>
              <a:gd name="connsiteY211" fmla="*/ 3247648 h 6858000"/>
              <a:gd name="connsiteX212" fmla="*/ 853081 w 7467600"/>
              <a:gd name="connsiteY212" fmla="*/ 3312410 h 6858000"/>
              <a:gd name="connsiteX213" fmla="*/ 805957 w 7467600"/>
              <a:gd name="connsiteY213" fmla="*/ 3330443 h 6858000"/>
              <a:gd name="connsiteX214" fmla="*/ 1318687 w 7467600"/>
              <a:gd name="connsiteY214" fmla="*/ 3113840 h 6858000"/>
              <a:gd name="connsiteX215" fmla="*/ 5453702 w 7467600"/>
              <a:gd name="connsiteY215" fmla="*/ 3090882 h 6858000"/>
              <a:gd name="connsiteX216" fmla="*/ 5480135 w 7467600"/>
              <a:gd name="connsiteY216" fmla="*/ 3565802 h 6858000"/>
              <a:gd name="connsiteX217" fmla="*/ 5499023 w 7467600"/>
              <a:gd name="connsiteY217" fmla="*/ 4166310 h 6858000"/>
              <a:gd name="connsiteX218" fmla="*/ 5547022 w 7467600"/>
              <a:gd name="connsiteY218" fmla="*/ 3607838 h 6858000"/>
              <a:gd name="connsiteX219" fmla="*/ 5515964 w 7467600"/>
              <a:gd name="connsiteY219" fmla="*/ 3378541 h 6858000"/>
              <a:gd name="connsiteX220" fmla="*/ 5453702 w 7467600"/>
              <a:gd name="connsiteY220" fmla="*/ 3090882 h 6858000"/>
              <a:gd name="connsiteX221" fmla="*/ 1238695 w 7467600"/>
              <a:gd name="connsiteY221" fmla="*/ 3076820 h 6858000"/>
              <a:gd name="connsiteX222" fmla="*/ 716371 w 7467600"/>
              <a:gd name="connsiteY222" fmla="*/ 3293249 h 6858000"/>
              <a:gd name="connsiteX223" fmla="*/ 579522 w 7467600"/>
              <a:gd name="connsiteY223" fmla="*/ 3371759 h 6858000"/>
              <a:gd name="connsiteX224" fmla="*/ 600288 w 7467600"/>
              <a:gd name="connsiteY224" fmla="*/ 3365555 h 6858000"/>
              <a:gd name="connsiteX225" fmla="*/ 840692 w 7467600"/>
              <a:gd name="connsiteY225" fmla="*/ 3284921 h 6858000"/>
              <a:gd name="connsiteX226" fmla="*/ 979248 w 7467600"/>
              <a:gd name="connsiteY226" fmla="*/ 3221003 h 6858000"/>
              <a:gd name="connsiteX227" fmla="*/ 1053282 w 7467600"/>
              <a:gd name="connsiteY227" fmla="*/ 3185247 h 6858000"/>
              <a:gd name="connsiteX228" fmla="*/ 1320603 w 7467600"/>
              <a:gd name="connsiteY228" fmla="*/ 3081281 h 6858000"/>
              <a:gd name="connsiteX229" fmla="*/ 1238695 w 7467600"/>
              <a:gd name="connsiteY229" fmla="*/ 3076820 h 6858000"/>
              <a:gd name="connsiteX230" fmla="*/ 5425627 w 7467600"/>
              <a:gd name="connsiteY230" fmla="*/ 2954192 h 6858000"/>
              <a:gd name="connsiteX231" fmla="*/ 5470770 w 7467600"/>
              <a:gd name="connsiteY231" fmla="*/ 3005435 h 6858000"/>
              <a:gd name="connsiteX232" fmla="*/ 5519779 w 7467600"/>
              <a:gd name="connsiteY232" fmla="*/ 4359223 h 6858000"/>
              <a:gd name="connsiteX233" fmla="*/ 5520293 w 7467600"/>
              <a:gd name="connsiteY233" fmla="*/ 4360602 h 6858000"/>
              <a:gd name="connsiteX234" fmla="*/ 5767221 w 7467600"/>
              <a:gd name="connsiteY234" fmla="*/ 4665564 h 6858000"/>
              <a:gd name="connsiteX235" fmla="*/ 6937169 w 7467600"/>
              <a:gd name="connsiteY235" fmla="*/ 4815941 h 6858000"/>
              <a:gd name="connsiteX236" fmla="*/ 6953922 w 7467600"/>
              <a:gd name="connsiteY236" fmla="*/ 4890068 h 6858000"/>
              <a:gd name="connsiteX237" fmla="*/ 6071359 w 7467600"/>
              <a:gd name="connsiteY237" fmla="*/ 4770770 h 6858000"/>
              <a:gd name="connsiteX238" fmla="*/ 6038839 w 7467600"/>
              <a:gd name="connsiteY238" fmla="*/ 4764474 h 6858000"/>
              <a:gd name="connsiteX239" fmla="*/ 6038706 w 7467600"/>
              <a:gd name="connsiteY239" fmla="*/ 4763847 h 6858000"/>
              <a:gd name="connsiteX240" fmla="*/ 6037784 w 7467600"/>
              <a:gd name="connsiteY240" fmla="*/ 4764270 h 6858000"/>
              <a:gd name="connsiteX241" fmla="*/ 6038839 w 7467600"/>
              <a:gd name="connsiteY241" fmla="*/ 4764474 h 6858000"/>
              <a:gd name="connsiteX242" fmla="*/ 6040338 w 7467600"/>
              <a:gd name="connsiteY242" fmla="*/ 4771418 h 6858000"/>
              <a:gd name="connsiteX243" fmla="*/ 6024488 w 7467600"/>
              <a:gd name="connsiteY243" fmla="*/ 4809903 h 6858000"/>
              <a:gd name="connsiteX244" fmla="*/ 5599771 w 7467600"/>
              <a:gd name="connsiteY244" fmla="*/ 5509652 h 6858000"/>
              <a:gd name="connsiteX245" fmla="*/ 5548843 w 7467600"/>
              <a:gd name="connsiteY245" fmla="*/ 5563845 h 6858000"/>
              <a:gd name="connsiteX246" fmla="*/ 5940952 w 7467600"/>
              <a:gd name="connsiteY246" fmla="*/ 6250028 h 6858000"/>
              <a:gd name="connsiteX247" fmla="*/ 6043441 w 7467600"/>
              <a:gd name="connsiteY247" fmla="*/ 6665847 h 6858000"/>
              <a:gd name="connsiteX248" fmla="*/ 6093432 w 7467600"/>
              <a:gd name="connsiteY248" fmla="*/ 6858000 h 6858000"/>
              <a:gd name="connsiteX249" fmla="*/ 6034344 w 7467600"/>
              <a:gd name="connsiteY249" fmla="*/ 6858000 h 6858000"/>
              <a:gd name="connsiteX250" fmla="*/ 6026679 w 7467600"/>
              <a:gd name="connsiteY250" fmla="*/ 6836959 h 6858000"/>
              <a:gd name="connsiteX251" fmla="*/ 5800441 w 7467600"/>
              <a:gd name="connsiteY251" fmla="*/ 6335286 h 6858000"/>
              <a:gd name="connsiteX252" fmla="*/ 5526562 w 7467600"/>
              <a:gd name="connsiteY252" fmla="*/ 5705388 h 6858000"/>
              <a:gd name="connsiteX253" fmla="*/ 5519640 w 7467600"/>
              <a:gd name="connsiteY253" fmla="*/ 5683774 h 6858000"/>
              <a:gd name="connsiteX254" fmla="*/ 5844559 w 7467600"/>
              <a:gd name="connsiteY254" fmla="*/ 6553349 h 6858000"/>
              <a:gd name="connsiteX255" fmla="*/ 5975994 w 7467600"/>
              <a:gd name="connsiteY255" fmla="*/ 6858000 h 6858000"/>
              <a:gd name="connsiteX256" fmla="*/ 5898547 w 7467600"/>
              <a:gd name="connsiteY256" fmla="*/ 6858000 h 6858000"/>
              <a:gd name="connsiteX257" fmla="*/ 5682041 w 7467600"/>
              <a:gd name="connsiteY257" fmla="*/ 6355860 h 6858000"/>
              <a:gd name="connsiteX258" fmla="*/ 5461758 w 7467600"/>
              <a:gd name="connsiteY258" fmla="*/ 5820220 h 6858000"/>
              <a:gd name="connsiteX259" fmla="*/ 5237282 w 7467600"/>
              <a:gd name="connsiteY259" fmla="*/ 6579086 h 6858000"/>
              <a:gd name="connsiteX260" fmla="*/ 5115009 w 7467600"/>
              <a:gd name="connsiteY260" fmla="*/ 6858000 h 6858000"/>
              <a:gd name="connsiteX261" fmla="*/ 5028074 w 7467600"/>
              <a:gd name="connsiteY261" fmla="*/ 6858000 h 6858000"/>
              <a:gd name="connsiteX262" fmla="*/ 5079508 w 7467600"/>
              <a:gd name="connsiteY262" fmla="*/ 6749074 h 6858000"/>
              <a:gd name="connsiteX263" fmla="*/ 5371846 w 7467600"/>
              <a:gd name="connsiteY263" fmla="*/ 5924413 h 6858000"/>
              <a:gd name="connsiteX264" fmla="*/ 5270512 w 7467600"/>
              <a:gd name="connsiteY264" fmla="*/ 6138975 h 6858000"/>
              <a:gd name="connsiteX265" fmla="*/ 5062409 w 7467600"/>
              <a:gd name="connsiteY265" fmla="*/ 6653544 h 6858000"/>
              <a:gd name="connsiteX266" fmla="*/ 5036628 w 7467600"/>
              <a:gd name="connsiteY266" fmla="*/ 6754247 h 6858000"/>
              <a:gd name="connsiteX267" fmla="*/ 5009112 w 7467600"/>
              <a:gd name="connsiteY267" fmla="*/ 6858000 h 6858000"/>
              <a:gd name="connsiteX268" fmla="*/ 4976679 w 7467600"/>
              <a:gd name="connsiteY268" fmla="*/ 6858000 h 6858000"/>
              <a:gd name="connsiteX269" fmla="*/ 5006537 w 7467600"/>
              <a:gd name="connsiteY269" fmla="*/ 6747068 h 6858000"/>
              <a:gd name="connsiteX270" fmla="*/ 5032723 w 7467600"/>
              <a:gd name="connsiteY270" fmla="*/ 6644957 h 6858000"/>
              <a:gd name="connsiteX271" fmla="*/ 5242949 w 7467600"/>
              <a:gd name="connsiteY271" fmla="*/ 6125175 h 6858000"/>
              <a:gd name="connsiteX272" fmla="*/ 5286321 w 7467600"/>
              <a:gd name="connsiteY272" fmla="*/ 6033555 h 6858000"/>
              <a:gd name="connsiteX273" fmla="*/ 5008210 w 7467600"/>
              <a:gd name="connsiteY273" fmla="*/ 6649194 h 6858000"/>
              <a:gd name="connsiteX274" fmla="*/ 4986321 w 7467600"/>
              <a:gd name="connsiteY274" fmla="*/ 6765687 h 6858000"/>
              <a:gd name="connsiteX275" fmla="*/ 4973474 w 7467600"/>
              <a:gd name="connsiteY275" fmla="*/ 6858000 h 6858000"/>
              <a:gd name="connsiteX276" fmla="*/ 4907178 w 7467600"/>
              <a:gd name="connsiteY276" fmla="*/ 6858000 h 6858000"/>
              <a:gd name="connsiteX277" fmla="*/ 4910810 w 7467600"/>
              <a:gd name="connsiteY277" fmla="*/ 6829660 h 6858000"/>
              <a:gd name="connsiteX278" fmla="*/ 4987461 w 7467600"/>
              <a:gd name="connsiteY278" fmla="*/ 6432994 h 6858000"/>
              <a:gd name="connsiteX279" fmla="*/ 5179262 w 7467600"/>
              <a:gd name="connsiteY279" fmla="*/ 6035044 h 6858000"/>
              <a:gd name="connsiteX280" fmla="*/ 4689678 w 7467600"/>
              <a:gd name="connsiteY280" fmla="*/ 6440241 h 6858000"/>
              <a:gd name="connsiteX281" fmla="*/ 4477543 w 7467600"/>
              <a:gd name="connsiteY281" fmla="*/ 6674836 h 6858000"/>
              <a:gd name="connsiteX282" fmla="*/ 4329957 w 7467600"/>
              <a:gd name="connsiteY282" fmla="*/ 6858000 h 6858000"/>
              <a:gd name="connsiteX283" fmla="*/ 4218595 w 7467600"/>
              <a:gd name="connsiteY283" fmla="*/ 6858000 h 6858000"/>
              <a:gd name="connsiteX284" fmla="*/ 4368888 w 7467600"/>
              <a:gd name="connsiteY284" fmla="*/ 6668412 h 6858000"/>
              <a:gd name="connsiteX285" fmla="*/ 4563091 w 7467600"/>
              <a:gd name="connsiteY285" fmla="*/ 6442508 h 6858000"/>
              <a:gd name="connsiteX286" fmla="*/ 5387324 w 7467600"/>
              <a:gd name="connsiteY286" fmla="*/ 5705830 h 6858000"/>
              <a:gd name="connsiteX287" fmla="*/ 5073620 w 7467600"/>
              <a:gd name="connsiteY287" fmla="*/ 5955437 h 6858000"/>
              <a:gd name="connsiteX288" fmla="*/ 4689789 w 7467600"/>
              <a:gd name="connsiteY288" fmla="*/ 6268382 h 6858000"/>
              <a:gd name="connsiteX289" fmla="*/ 4418722 w 7467600"/>
              <a:gd name="connsiteY289" fmla="*/ 6570886 h 6858000"/>
              <a:gd name="connsiteX290" fmla="*/ 4214944 w 7467600"/>
              <a:gd name="connsiteY290" fmla="*/ 6858000 h 6858000"/>
              <a:gd name="connsiteX291" fmla="*/ 4177898 w 7467600"/>
              <a:gd name="connsiteY291" fmla="*/ 6858000 h 6858000"/>
              <a:gd name="connsiteX292" fmla="*/ 4391597 w 7467600"/>
              <a:gd name="connsiteY292" fmla="*/ 6556370 h 6858000"/>
              <a:gd name="connsiteX293" fmla="*/ 4668889 w 7467600"/>
              <a:gd name="connsiteY293" fmla="*/ 6246399 h 6858000"/>
              <a:gd name="connsiteX294" fmla="*/ 5055427 w 7467600"/>
              <a:gd name="connsiteY294" fmla="*/ 5931476 h 6858000"/>
              <a:gd name="connsiteX295" fmla="*/ 5371814 w 7467600"/>
              <a:gd name="connsiteY295" fmla="*/ 5678975 h 6858000"/>
              <a:gd name="connsiteX296" fmla="*/ 4987918 w 7467600"/>
              <a:gd name="connsiteY296" fmla="*/ 5838701 h 6858000"/>
              <a:gd name="connsiteX297" fmla="*/ 4317146 w 7467600"/>
              <a:gd name="connsiteY297" fmla="*/ 6587716 h 6858000"/>
              <a:gd name="connsiteX298" fmla="*/ 4171627 w 7467600"/>
              <a:gd name="connsiteY298" fmla="*/ 6858000 h 6858000"/>
              <a:gd name="connsiteX299" fmla="*/ 4081585 w 7467600"/>
              <a:gd name="connsiteY299" fmla="*/ 6858000 h 6858000"/>
              <a:gd name="connsiteX300" fmla="*/ 4238603 w 7467600"/>
              <a:gd name="connsiteY300" fmla="*/ 6559341 h 6858000"/>
              <a:gd name="connsiteX301" fmla="*/ 4778333 w 7467600"/>
              <a:gd name="connsiteY301" fmla="*/ 5873626 h 6858000"/>
              <a:gd name="connsiteX302" fmla="*/ 5414185 w 7467600"/>
              <a:gd name="connsiteY302" fmla="*/ 5573882 h 6858000"/>
              <a:gd name="connsiteX303" fmla="*/ 5959648 w 7467600"/>
              <a:gd name="connsiteY303" fmla="*/ 4760797 h 6858000"/>
              <a:gd name="connsiteX304" fmla="*/ 5355019 w 7467600"/>
              <a:gd name="connsiteY304" fmla="*/ 4734672 h 6858000"/>
              <a:gd name="connsiteX305" fmla="*/ 5083565 w 7467600"/>
              <a:gd name="connsiteY305" fmla="*/ 5179121 h 6858000"/>
              <a:gd name="connsiteX306" fmla="*/ 4713577 w 7467600"/>
              <a:gd name="connsiteY306" fmla="*/ 5616803 h 6858000"/>
              <a:gd name="connsiteX307" fmla="*/ 3989559 w 7467600"/>
              <a:gd name="connsiteY307" fmla="*/ 6145945 h 6858000"/>
              <a:gd name="connsiteX308" fmla="*/ 3939824 w 7467600"/>
              <a:gd name="connsiteY308" fmla="*/ 6066900 h 6858000"/>
              <a:gd name="connsiteX309" fmla="*/ 4584537 w 7467600"/>
              <a:gd name="connsiteY309" fmla="*/ 5324826 h 6858000"/>
              <a:gd name="connsiteX310" fmla="*/ 5037105 w 7467600"/>
              <a:gd name="connsiteY310" fmla="*/ 5088765 h 6858000"/>
              <a:gd name="connsiteX311" fmla="*/ 5039930 w 7467600"/>
              <a:gd name="connsiteY311" fmla="*/ 5089585 h 6858000"/>
              <a:gd name="connsiteX312" fmla="*/ 5263764 w 7467600"/>
              <a:gd name="connsiteY312" fmla="*/ 4735525 h 6858000"/>
              <a:gd name="connsiteX313" fmla="*/ 4086300 w 7467600"/>
              <a:gd name="connsiteY313" fmla="*/ 4884599 h 6858000"/>
              <a:gd name="connsiteX314" fmla="*/ 4085485 w 7467600"/>
              <a:gd name="connsiteY314" fmla="*/ 4899070 h 6858000"/>
              <a:gd name="connsiteX315" fmla="*/ 3871915 w 7467600"/>
              <a:gd name="connsiteY315" fmla="*/ 5253645 h 6858000"/>
              <a:gd name="connsiteX316" fmla="*/ 3799374 w 7467600"/>
              <a:gd name="connsiteY316" fmla="*/ 5466127 h 6858000"/>
              <a:gd name="connsiteX317" fmla="*/ 3498850 w 7467600"/>
              <a:gd name="connsiteY317" fmla="*/ 6661888 h 6858000"/>
              <a:gd name="connsiteX318" fmla="*/ 3399216 w 7467600"/>
              <a:gd name="connsiteY318" fmla="*/ 6858000 h 6858000"/>
              <a:gd name="connsiteX319" fmla="*/ 3303688 w 7467600"/>
              <a:gd name="connsiteY319" fmla="*/ 6858000 h 6858000"/>
              <a:gd name="connsiteX320" fmla="*/ 3391774 w 7467600"/>
              <a:gd name="connsiteY320" fmla="*/ 6697181 h 6858000"/>
              <a:gd name="connsiteX321" fmla="*/ 3735540 w 7467600"/>
              <a:gd name="connsiteY321" fmla="*/ 5546923 h 6858000"/>
              <a:gd name="connsiteX322" fmla="*/ 3729438 w 7467600"/>
              <a:gd name="connsiteY322" fmla="*/ 5569058 h 6858000"/>
              <a:gd name="connsiteX323" fmla="*/ 3707782 w 7467600"/>
              <a:gd name="connsiteY323" fmla="*/ 5644908 h 6858000"/>
              <a:gd name="connsiteX324" fmla="*/ 3583827 w 7467600"/>
              <a:gd name="connsiteY324" fmla="*/ 6039215 h 6858000"/>
              <a:gd name="connsiteX325" fmla="*/ 3547861 w 7467600"/>
              <a:gd name="connsiteY325" fmla="*/ 6129609 h 6858000"/>
              <a:gd name="connsiteX326" fmla="*/ 3490905 w 7467600"/>
              <a:gd name="connsiteY326" fmla="*/ 6277660 h 6858000"/>
              <a:gd name="connsiteX327" fmla="*/ 3455859 w 7467600"/>
              <a:gd name="connsiteY327" fmla="*/ 6391301 h 6858000"/>
              <a:gd name="connsiteX328" fmla="*/ 3429112 w 7467600"/>
              <a:gd name="connsiteY328" fmla="*/ 6479469 h 6858000"/>
              <a:gd name="connsiteX329" fmla="*/ 3304862 w 7467600"/>
              <a:gd name="connsiteY329" fmla="*/ 6796476 h 6858000"/>
              <a:gd name="connsiteX330" fmla="*/ 3276071 w 7467600"/>
              <a:gd name="connsiteY330" fmla="*/ 6858000 h 6858000"/>
              <a:gd name="connsiteX331" fmla="*/ 3240805 w 7467600"/>
              <a:gd name="connsiteY331" fmla="*/ 6858000 h 6858000"/>
              <a:gd name="connsiteX332" fmla="*/ 3275917 w 7467600"/>
              <a:gd name="connsiteY332" fmla="*/ 6783192 h 6858000"/>
              <a:gd name="connsiteX333" fmla="*/ 3399358 w 7467600"/>
              <a:gd name="connsiteY333" fmla="*/ 6469011 h 6858000"/>
              <a:gd name="connsiteX334" fmla="*/ 3425650 w 7467600"/>
              <a:gd name="connsiteY334" fmla="*/ 6381333 h 6858000"/>
              <a:gd name="connsiteX335" fmla="*/ 3460661 w 7467600"/>
              <a:gd name="connsiteY335" fmla="*/ 6266763 h 6858000"/>
              <a:gd name="connsiteX336" fmla="*/ 3518021 w 7467600"/>
              <a:gd name="connsiteY336" fmla="*/ 6117298 h 6858000"/>
              <a:gd name="connsiteX337" fmla="*/ 3554035 w 7467600"/>
              <a:gd name="connsiteY337" fmla="*/ 6027832 h 6858000"/>
              <a:gd name="connsiteX338" fmla="*/ 3677174 w 7467600"/>
              <a:gd name="connsiteY338" fmla="*/ 5636351 h 6858000"/>
              <a:gd name="connsiteX339" fmla="*/ 3698819 w 7467600"/>
              <a:gd name="connsiteY339" fmla="*/ 5560503 h 6858000"/>
              <a:gd name="connsiteX340" fmla="*/ 3702094 w 7467600"/>
              <a:gd name="connsiteY340" fmla="*/ 5549194 h 6858000"/>
              <a:gd name="connsiteX341" fmla="*/ 3398355 w 7467600"/>
              <a:gd name="connsiteY341" fmla="*/ 6094603 h 6858000"/>
              <a:gd name="connsiteX342" fmla="*/ 3193941 w 7467600"/>
              <a:gd name="connsiteY342" fmla="*/ 6798775 h 6858000"/>
              <a:gd name="connsiteX343" fmla="*/ 3184140 w 7467600"/>
              <a:gd name="connsiteY343" fmla="*/ 6858000 h 6858000"/>
              <a:gd name="connsiteX344" fmla="*/ 3099978 w 7467600"/>
              <a:gd name="connsiteY344" fmla="*/ 6858000 h 6858000"/>
              <a:gd name="connsiteX345" fmla="*/ 3101556 w 7467600"/>
              <a:gd name="connsiteY345" fmla="*/ 6843337 h 6858000"/>
              <a:gd name="connsiteX346" fmla="*/ 3370162 w 7467600"/>
              <a:gd name="connsiteY346" fmla="*/ 5785550 h 6858000"/>
              <a:gd name="connsiteX347" fmla="*/ 3746477 w 7467600"/>
              <a:gd name="connsiteY347" fmla="*/ 5377889 h 6858000"/>
              <a:gd name="connsiteX348" fmla="*/ 3863399 w 7467600"/>
              <a:gd name="connsiteY348" fmla="*/ 5087257 h 6858000"/>
              <a:gd name="connsiteX349" fmla="*/ 3968712 w 7467600"/>
              <a:gd name="connsiteY349" fmla="*/ 4913989 h 6858000"/>
              <a:gd name="connsiteX350" fmla="*/ 2792390 w 7467600"/>
              <a:gd name="connsiteY350" fmla="*/ 5382974 h 6858000"/>
              <a:gd name="connsiteX351" fmla="*/ 2714982 w 7467600"/>
              <a:gd name="connsiteY351" fmla="*/ 5427051 h 6858000"/>
              <a:gd name="connsiteX352" fmla="*/ 2813361 w 7467600"/>
              <a:gd name="connsiteY352" fmla="*/ 6023912 h 6858000"/>
              <a:gd name="connsiteX353" fmla="*/ 2688430 w 7467600"/>
              <a:gd name="connsiteY353" fmla="*/ 6801564 h 6858000"/>
              <a:gd name="connsiteX354" fmla="*/ 2629626 w 7467600"/>
              <a:gd name="connsiteY354" fmla="*/ 6763394 h 6858000"/>
              <a:gd name="connsiteX355" fmla="*/ 2565328 w 7467600"/>
              <a:gd name="connsiteY355" fmla="*/ 5516399 h 6858000"/>
              <a:gd name="connsiteX356" fmla="*/ 1922999 w 7467600"/>
              <a:gd name="connsiteY356" fmla="*/ 5980343 h 6858000"/>
              <a:gd name="connsiteX357" fmla="*/ 1950261 w 7467600"/>
              <a:gd name="connsiteY357" fmla="*/ 6405858 h 6858000"/>
              <a:gd name="connsiteX358" fmla="*/ 2365554 w 7467600"/>
              <a:gd name="connsiteY358" fmla="*/ 6759107 h 6858000"/>
              <a:gd name="connsiteX359" fmla="*/ 2424142 w 7467600"/>
              <a:gd name="connsiteY359" fmla="*/ 6858000 h 6858000"/>
              <a:gd name="connsiteX360" fmla="*/ 2395994 w 7467600"/>
              <a:gd name="connsiteY360" fmla="*/ 6858000 h 6858000"/>
              <a:gd name="connsiteX361" fmla="*/ 2392863 w 7467600"/>
              <a:gd name="connsiteY361" fmla="*/ 6852964 h 6858000"/>
              <a:gd name="connsiteX362" fmla="*/ 2017589 w 7467600"/>
              <a:gd name="connsiteY362" fmla="*/ 6493982 h 6858000"/>
              <a:gd name="connsiteX363" fmla="*/ 2147336 w 7467600"/>
              <a:gd name="connsiteY363" fmla="*/ 6594052 h 6858000"/>
              <a:gd name="connsiteX364" fmla="*/ 2207047 w 7467600"/>
              <a:gd name="connsiteY364" fmla="*/ 6654540 h 6858000"/>
              <a:gd name="connsiteX365" fmla="*/ 2299106 w 7467600"/>
              <a:gd name="connsiteY365" fmla="*/ 6778931 h 6858000"/>
              <a:gd name="connsiteX366" fmla="*/ 2314430 w 7467600"/>
              <a:gd name="connsiteY366" fmla="*/ 6801144 h 6858000"/>
              <a:gd name="connsiteX367" fmla="*/ 2352406 w 7467600"/>
              <a:gd name="connsiteY367" fmla="*/ 6858000 h 6858000"/>
              <a:gd name="connsiteX368" fmla="*/ 2314492 w 7467600"/>
              <a:gd name="connsiteY368" fmla="*/ 6858000 h 6858000"/>
              <a:gd name="connsiteX369" fmla="*/ 2288095 w 7467600"/>
              <a:gd name="connsiteY369" fmla="*/ 6818030 h 6858000"/>
              <a:gd name="connsiteX370" fmla="*/ 2272768 w 7467600"/>
              <a:gd name="connsiteY370" fmla="*/ 6795822 h 6858000"/>
              <a:gd name="connsiteX371" fmla="*/ 2182715 w 7467600"/>
              <a:gd name="connsiteY371" fmla="*/ 6675071 h 6858000"/>
              <a:gd name="connsiteX372" fmla="*/ 2032061 w 7467600"/>
              <a:gd name="connsiteY372" fmla="*/ 6541380 h 6858000"/>
              <a:gd name="connsiteX373" fmla="*/ 2257220 w 7467600"/>
              <a:gd name="connsiteY373" fmla="*/ 6826257 h 6858000"/>
              <a:gd name="connsiteX374" fmla="*/ 2281324 w 7467600"/>
              <a:gd name="connsiteY374" fmla="*/ 6858000 h 6858000"/>
              <a:gd name="connsiteX375" fmla="*/ 2242860 w 7467600"/>
              <a:gd name="connsiteY375" fmla="*/ 6858000 h 6858000"/>
              <a:gd name="connsiteX376" fmla="*/ 2232818 w 7467600"/>
              <a:gd name="connsiteY376" fmla="*/ 6844926 h 6858000"/>
              <a:gd name="connsiteX377" fmla="*/ 1990172 w 7467600"/>
              <a:gd name="connsiteY377" fmla="*/ 6542121 h 6858000"/>
              <a:gd name="connsiteX378" fmla="*/ 2124090 w 7467600"/>
              <a:gd name="connsiteY378" fmla="*/ 6761017 h 6858000"/>
              <a:gd name="connsiteX379" fmla="*/ 2200380 w 7467600"/>
              <a:gd name="connsiteY379" fmla="*/ 6858000 h 6858000"/>
              <a:gd name="connsiteX380" fmla="*/ 2147507 w 7467600"/>
              <a:gd name="connsiteY380" fmla="*/ 6858000 h 6858000"/>
              <a:gd name="connsiteX381" fmla="*/ 2070668 w 7467600"/>
              <a:gd name="connsiteY381" fmla="*/ 6761520 h 6858000"/>
              <a:gd name="connsiteX382" fmla="*/ 1975142 w 7467600"/>
              <a:gd name="connsiteY382" fmla="*/ 6585570 h 6858000"/>
              <a:gd name="connsiteX383" fmla="*/ 2050035 w 7467600"/>
              <a:gd name="connsiteY383" fmla="*/ 6813345 h 6858000"/>
              <a:gd name="connsiteX384" fmla="*/ 2063025 w 7467600"/>
              <a:gd name="connsiteY384" fmla="*/ 6858000 h 6858000"/>
              <a:gd name="connsiteX385" fmla="*/ 2021675 w 7467600"/>
              <a:gd name="connsiteY385" fmla="*/ 6858000 h 6858000"/>
              <a:gd name="connsiteX386" fmla="*/ 2019308 w 7467600"/>
              <a:gd name="connsiteY386" fmla="*/ 6847118 h 6858000"/>
              <a:gd name="connsiteX387" fmla="*/ 1938835 w 7467600"/>
              <a:gd name="connsiteY387" fmla="*/ 6551160 h 6858000"/>
              <a:gd name="connsiteX388" fmla="*/ 1953230 w 7467600"/>
              <a:gd name="connsiteY388" fmla="*/ 6759699 h 6858000"/>
              <a:gd name="connsiteX389" fmla="*/ 1956763 w 7467600"/>
              <a:gd name="connsiteY389" fmla="*/ 6778191 h 6858000"/>
              <a:gd name="connsiteX390" fmla="*/ 1967925 w 7467600"/>
              <a:gd name="connsiteY390" fmla="*/ 6858000 h 6858000"/>
              <a:gd name="connsiteX391" fmla="*/ 1936622 w 7467600"/>
              <a:gd name="connsiteY391" fmla="*/ 6858000 h 6858000"/>
              <a:gd name="connsiteX392" fmla="*/ 1926261 w 7467600"/>
              <a:gd name="connsiteY392" fmla="*/ 6784064 h 6858000"/>
              <a:gd name="connsiteX393" fmla="*/ 1922724 w 7467600"/>
              <a:gd name="connsiteY393" fmla="*/ 6765577 h 6858000"/>
              <a:gd name="connsiteX394" fmla="*/ 1904650 w 7467600"/>
              <a:gd name="connsiteY394" fmla="*/ 6639616 h 6858000"/>
              <a:gd name="connsiteX395" fmla="*/ 1885273 w 7467600"/>
              <a:gd name="connsiteY395" fmla="*/ 6858000 h 6858000"/>
              <a:gd name="connsiteX396" fmla="*/ 1854363 w 7467600"/>
              <a:gd name="connsiteY396" fmla="*/ 6858000 h 6858000"/>
              <a:gd name="connsiteX397" fmla="*/ 1880391 w 7467600"/>
              <a:gd name="connsiteY397" fmla="*/ 6603796 h 6858000"/>
              <a:gd name="connsiteX398" fmla="*/ 1818273 w 7467600"/>
              <a:gd name="connsiteY398" fmla="*/ 6715729 h 6858000"/>
              <a:gd name="connsiteX399" fmla="*/ 1794691 w 7467600"/>
              <a:gd name="connsiteY399" fmla="*/ 6843239 h 6858000"/>
              <a:gd name="connsiteX400" fmla="*/ 1794914 w 7467600"/>
              <a:gd name="connsiteY400" fmla="*/ 6858000 h 6858000"/>
              <a:gd name="connsiteX401" fmla="*/ 1746128 w 7467600"/>
              <a:gd name="connsiteY401" fmla="*/ 6858000 h 6858000"/>
              <a:gd name="connsiteX402" fmla="*/ 1753934 w 7467600"/>
              <a:gd name="connsiteY402" fmla="*/ 6724796 h 6858000"/>
              <a:gd name="connsiteX403" fmla="*/ 1792053 w 7467600"/>
              <a:gd name="connsiteY403" fmla="*/ 6572396 h 6858000"/>
              <a:gd name="connsiteX404" fmla="*/ 1862248 w 7467600"/>
              <a:gd name="connsiteY404" fmla="*/ 6266397 h 6858000"/>
              <a:gd name="connsiteX405" fmla="*/ 1862250 w 7467600"/>
              <a:gd name="connsiteY405" fmla="*/ 6033531 h 6858000"/>
              <a:gd name="connsiteX406" fmla="*/ 1211999 w 7467600"/>
              <a:gd name="connsiteY406" fmla="*/ 6683610 h 6858000"/>
              <a:gd name="connsiteX407" fmla="*/ 1213266 w 7467600"/>
              <a:gd name="connsiteY407" fmla="*/ 6691947 h 6858000"/>
              <a:gd name="connsiteX408" fmla="*/ 1203370 w 7467600"/>
              <a:gd name="connsiteY408" fmla="*/ 6850676 h 6858000"/>
              <a:gd name="connsiteX409" fmla="*/ 1203671 w 7467600"/>
              <a:gd name="connsiteY409" fmla="*/ 6858000 h 6858000"/>
              <a:gd name="connsiteX410" fmla="*/ 1143180 w 7467600"/>
              <a:gd name="connsiteY410" fmla="*/ 6858000 h 6858000"/>
              <a:gd name="connsiteX411" fmla="*/ 1142176 w 7467600"/>
              <a:gd name="connsiteY411" fmla="*/ 6766045 h 6858000"/>
              <a:gd name="connsiteX412" fmla="*/ 1067484 w 7467600"/>
              <a:gd name="connsiteY412" fmla="*/ 6858000 h 6858000"/>
              <a:gd name="connsiteX413" fmla="*/ 953928 w 7467600"/>
              <a:gd name="connsiteY413" fmla="*/ 6858000 h 6858000"/>
              <a:gd name="connsiteX414" fmla="*/ 959715 w 7467600"/>
              <a:gd name="connsiteY414" fmla="*/ 6850185 h 6858000"/>
              <a:gd name="connsiteX415" fmla="*/ 1483788 w 7467600"/>
              <a:gd name="connsiteY415" fmla="*/ 6259174 h 6858000"/>
              <a:gd name="connsiteX416" fmla="*/ 1100671 w 7467600"/>
              <a:gd name="connsiteY416" fmla="*/ 6252137 h 6858000"/>
              <a:gd name="connsiteX417" fmla="*/ 1090144 w 7467600"/>
              <a:gd name="connsiteY417" fmla="*/ 6256748 h 6858000"/>
              <a:gd name="connsiteX418" fmla="*/ 1095872 w 7467600"/>
              <a:gd name="connsiteY418" fmla="*/ 6271892 h 6858000"/>
              <a:gd name="connsiteX419" fmla="*/ 262785 w 7467600"/>
              <a:gd name="connsiteY419" fmla="*/ 6845450 h 6858000"/>
              <a:gd name="connsiteX420" fmla="*/ 209968 w 7467600"/>
              <a:gd name="connsiteY420" fmla="*/ 6770713 h 6858000"/>
              <a:gd name="connsiteX421" fmla="*/ 873460 w 7467600"/>
              <a:gd name="connsiteY421" fmla="*/ 6253768 h 6858000"/>
              <a:gd name="connsiteX422" fmla="*/ 192686 w 7467600"/>
              <a:gd name="connsiteY422" fmla="*/ 5849257 h 6858000"/>
              <a:gd name="connsiteX423" fmla="*/ 4696 w 7467600"/>
              <a:gd name="connsiteY423" fmla="*/ 5697668 h 6858000"/>
              <a:gd name="connsiteX424" fmla="*/ 0 w 7467600"/>
              <a:gd name="connsiteY424" fmla="*/ 5689984 h 6858000"/>
              <a:gd name="connsiteX425" fmla="*/ 0 w 7467600"/>
              <a:gd name="connsiteY425" fmla="*/ 5513472 h 6858000"/>
              <a:gd name="connsiteX426" fmla="*/ 174101 w 7467600"/>
              <a:gd name="connsiteY426" fmla="*/ 5620277 h 6858000"/>
              <a:gd name="connsiteX427" fmla="*/ 891800 w 7467600"/>
              <a:gd name="connsiteY427" fmla="*/ 6036935 h 6858000"/>
              <a:gd name="connsiteX428" fmla="*/ 1072219 w 7467600"/>
              <a:gd name="connsiteY428" fmla="*/ 6169443 h 6858000"/>
              <a:gd name="connsiteX429" fmla="*/ 1074117 w 7467600"/>
              <a:gd name="connsiteY429" fmla="*/ 6170301 h 6858000"/>
              <a:gd name="connsiteX430" fmla="*/ 1083114 w 7467600"/>
              <a:gd name="connsiteY430" fmla="*/ 6174131 h 6858000"/>
              <a:gd name="connsiteX431" fmla="*/ 1543010 w 7467600"/>
              <a:gd name="connsiteY431" fmla="*/ 6191140 h 6858000"/>
              <a:gd name="connsiteX432" fmla="*/ 1551080 w 7467600"/>
              <a:gd name="connsiteY432" fmla="*/ 6195006 h 6858000"/>
              <a:gd name="connsiteX433" fmla="*/ 2345443 w 7467600"/>
              <a:gd name="connsiteY433" fmla="*/ 5549882 h 6858000"/>
              <a:gd name="connsiteX434" fmla="*/ 1721499 w 7467600"/>
              <a:gd name="connsiteY434" fmla="*/ 5599969 h 6858000"/>
              <a:gd name="connsiteX435" fmla="*/ 767716 w 7467600"/>
              <a:gd name="connsiteY435" fmla="*/ 5472768 h 6858000"/>
              <a:gd name="connsiteX436" fmla="*/ 722147 w 7467600"/>
              <a:gd name="connsiteY436" fmla="*/ 5393091 h 6858000"/>
              <a:gd name="connsiteX437" fmla="*/ 1485552 w 7467600"/>
              <a:gd name="connsiteY437" fmla="*/ 5313202 h 6858000"/>
              <a:gd name="connsiteX438" fmla="*/ 2143004 w 7467600"/>
              <a:gd name="connsiteY438" fmla="*/ 5402420 h 6858000"/>
              <a:gd name="connsiteX439" fmla="*/ 1933391 w 7467600"/>
              <a:gd name="connsiteY439" fmla="*/ 5156971 h 6858000"/>
              <a:gd name="connsiteX440" fmla="*/ 1827118 w 7467600"/>
              <a:gd name="connsiteY440" fmla="*/ 4968410 h 6858000"/>
              <a:gd name="connsiteX441" fmla="*/ 1837349 w 7467600"/>
              <a:gd name="connsiteY441" fmla="*/ 4956357 h 6858000"/>
              <a:gd name="connsiteX442" fmla="*/ 2162835 w 7467600"/>
              <a:gd name="connsiteY442" fmla="*/ 5187853 h 6858000"/>
              <a:gd name="connsiteX443" fmla="*/ 2257167 w 7467600"/>
              <a:gd name="connsiteY443" fmla="*/ 5462123 h 6858000"/>
              <a:gd name="connsiteX444" fmla="*/ 2261598 w 7467600"/>
              <a:gd name="connsiteY444" fmla="*/ 5467998 h 6858000"/>
              <a:gd name="connsiteX445" fmla="*/ 2437177 w 7467600"/>
              <a:gd name="connsiteY445" fmla="*/ 5479608 h 6858000"/>
              <a:gd name="connsiteX446" fmla="*/ 2445247 w 7467600"/>
              <a:gd name="connsiteY446" fmla="*/ 5483476 h 6858000"/>
              <a:gd name="connsiteX447" fmla="*/ 2743626 w 7467600"/>
              <a:gd name="connsiteY447" fmla="*/ 5304819 h 6858000"/>
              <a:gd name="connsiteX448" fmla="*/ 3048102 w 7467600"/>
              <a:gd name="connsiteY448" fmla="*/ 5150595 h 6858000"/>
              <a:gd name="connsiteX449" fmla="*/ 1799414 w 7467600"/>
              <a:gd name="connsiteY449" fmla="*/ 4694732 h 6858000"/>
              <a:gd name="connsiteX450" fmla="*/ 1771735 w 7467600"/>
              <a:gd name="connsiteY450" fmla="*/ 4619929 h 6858000"/>
              <a:gd name="connsiteX451" fmla="*/ 3104273 w 7467600"/>
              <a:gd name="connsiteY451" fmla="*/ 5076159 h 6858000"/>
              <a:gd name="connsiteX452" fmla="*/ 3113245 w 7467600"/>
              <a:gd name="connsiteY452" fmla="*/ 5090705 h 6858000"/>
              <a:gd name="connsiteX453" fmla="*/ 3126294 w 7467600"/>
              <a:gd name="connsiteY453" fmla="*/ 5114400 h 6858000"/>
              <a:gd name="connsiteX454" fmla="*/ 3937433 w 7467600"/>
              <a:gd name="connsiteY454" fmla="*/ 4830473 h 6858000"/>
              <a:gd name="connsiteX455" fmla="*/ 3590475 w 7467600"/>
              <a:gd name="connsiteY455" fmla="*/ 4597974 h 6858000"/>
              <a:gd name="connsiteX456" fmla="*/ 3100264 w 7467600"/>
              <a:gd name="connsiteY456" fmla="*/ 4579845 h 6858000"/>
              <a:gd name="connsiteX457" fmla="*/ 2183576 w 7467600"/>
              <a:gd name="connsiteY457" fmla="*/ 4227150 h 6858000"/>
              <a:gd name="connsiteX458" fmla="*/ 2151029 w 7467600"/>
              <a:gd name="connsiteY458" fmla="*/ 4146947 h 6858000"/>
              <a:gd name="connsiteX459" fmla="*/ 3563434 w 7467600"/>
              <a:gd name="connsiteY459" fmla="*/ 4469115 h 6858000"/>
              <a:gd name="connsiteX460" fmla="*/ 3177952 w 7467600"/>
              <a:gd name="connsiteY460" fmla="*/ 3657386 h 6858000"/>
              <a:gd name="connsiteX461" fmla="*/ 3189263 w 7467600"/>
              <a:gd name="connsiteY461" fmla="*/ 3625726 h 6858000"/>
              <a:gd name="connsiteX462" fmla="*/ 3560912 w 7467600"/>
              <a:gd name="connsiteY462" fmla="*/ 4079863 h 6858000"/>
              <a:gd name="connsiteX463" fmla="*/ 3626636 w 7467600"/>
              <a:gd name="connsiteY463" fmla="*/ 4512230 h 6858000"/>
              <a:gd name="connsiteX464" fmla="*/ 3653088 w 7467600"/>
              <a:gd name="connsiteY464" fmla="*/ 4521417 h 6858000"/>
              <a:gd name="connsiteX465" fmla="*/ 3988128 w 7467600"/>
              <a:gd name="connsiteY465" fmla="*/ 4817267 h 6858000"/>
              <a:gd name="connsiteX466" fmla="*/ 4830582 w 7467600"/>
              <a:gd name="connsiteY466" fmla="*/ 4676000 h 6858000"/>
              <a:gd name="connsiteX467" fmla="*/ 4830100 w 7467600"/>
              <a:gd name="connsiteY467" fmla="*/ 4675554 h 6858000"/>
              <a:gd name="connsiteX468" fmla="*/ 4036318 w 7467600"/>
              <a:gd name="connsiteY468" fmla="*/ 4147013 h 6858000"/>
              <a:gd name="connsiteX469" fmla="*/ 3432098 w 7467600"/>
              <a:gd name="connsiteY469" fmla="*/ 3537312 h 6858000"/>
              <a:gd name="connsiteX470" fmla="*/ 3446761 w 7467600"/>
              <a:gd name="connsiteY470" fmla="*/ 3461278 h 6858000"/>
              <a:gd name="connsiteX471" fmla="*/ 4419733 w 7467600"/>
              <a:gd name="connsiteY471" fmla="*/ 3963555 h 6858000"/>
              <a:gd name="connsiteX472" fmla="*/ 4781371 w 7467600"/>
              <a:gd name="connsiteY472" fmla="*/ 4458604 h 6858000"/>
              <a:gd name="connsiteX473" fmla="*/ 4780440 w 7467600"/>
              <a:gd name="connsiteY473" fmla="*/ 4470290 h 6858000"/>
              <a:gd name="connsiteX474" fmla="*/ 4898954 w 7467600"/>
              <a:gd name="connsiteY474" fmla="*/ 4662092 h 6858000"/>
              <a:gd name="connsiteX475" fmla="*/ 4900699 w 7467600"/>
              <a:gd name="connsiteY475" fmla="*/ 4670867 h 6858000"/>
              <a:gd name="connsiteX476" fmla="*/ 5714511 w 7467600"/>
              <a:gd name="connsiteY476" fmla="*/ 4663483 h 6858000"/>
              <a:gd name="connsiteX477" fmla="*/ 5464793 w 7467600"/>
              <a:gd name="connsiteY477" fmla="*/ 4393556 h 6858000"/>
              <a:gd name="connsiteX478" fmla="*/ 5461897 w 7467600"/>
              <a:gd name="connsiteY478" fmla="*/ 4390879 h 6858000"/>
              <a:gd name="connsiteX479" fmla="*/ 4294126 w 7467600"/>
              <a:gd name="connsiteY479" fmla="*/ 3303048 h 6858000"/>
              <a:gd name="connsiteX480" fmla="*/ 4305321 w 7467600"/>
              <a:gd name="connsiteY480" fmla="*/ 3256953 h 6858000"/>
              <a:gd name="connsiteX481" fmla="*/ 4949299 w 7467600"/>
              <a:gd name="connsiteY481" fmla="*/ 3766336 h 6858000"/>
              <a:gd name="connsiteX482" fmla="*/ 5291452 w 7467600"/>
              <a:gd name="connsiteY482" fmla="*/ 4076801 h 6858000"/>
              <a:gd name="connsiteX483" fmla="*/ 5434998 w 7467600"/>
              <a:gd name="connsiteY483" fmla="*/ 4254100 h 6858000"/>
              <a:gd name="connsiteX484" fmla="*/ 5351015 w 7467600"/>
              <a:gd name="connsiteY484" fmla="*/ 3760989 h 6858000"/>
              <a:gd name="connsiteX485" fmla="*/ 5413780 w 7467600"/>
              <a:gd name="connsiteY485" fmla="*/ 2966265 h 6858000"/>
              <a:gd name="connsiteX486" fmla="*/ 5425627 w 7467600"/>
              <a:gd name="connsiteY486" fmla="*/ 2954192 h 6858000"/>
              <a:gd name="connsiteX487" fmla="*/ 6604735 w 7467600"/>
              <a:gd name="connsiteY487" fmla="*/ 2041381 h 6858000"/>
              <a:gd name="connsiteX488" fmla="*/ 7204487 w 7467600"/>
              <a:gd name="connsiteY488" fmla="*/ 2742112 h 6858000"/>
              <a:gd name="connsiteX489" fmla="*/ 7131592 w 7467600"/>
              <a:gd name="connsiteY489" fmla="*/ 2672096 h 6858000"/>
              <a:gd name="connsiteX490" fmla="*/ 6996344 w 7467600"/>
              <a:gd name="connsiteY490" fmla="*/ 2518310 h 6858000"/>
              <a:gd name="connsiteX491" fmla="*/ 6735495 w 7467600"/>
              <a:gd name="connsiteY491" fmla="*/ 2196890 h 6858000"/>
              <a:gd name="connsiteX492" fmla="*/ 6721901 w 7467600"/>
              <a:gd name="connsiteY492" fmla="*/ 2179274 h 6858000"/>
              <a:gd name="connsiteX493" fmla="*/ 6604735 w 7467600"/>
              <a:gd name="connsiteY493" fmla="*/ 2041381 h 6858000"/>
              <a:gd name="connsiteX494" fmla="*/ 6591670 w 7467600"/>
              <a:gd name="connsiteY494" fmla="*/ 1988277 h 6858000"/>
              <a:gd name="connsiteX495" fmla="*/ 6747349 w 7467600"/>
              <a:gd name="connsiteY495" fmla="*/ 2160069 h 6858000"/>
              <a:gd name="connsiteX496" fmla="*/ 6760943 w 7467600"/>
              <a:gd name="connsiteY496" fmla="*/ 2177686 h 6858000"/>
              <a:gd name="connsiteX497" fmla="*/ 7021065 w 7467600"/>
              <a:gd name="connsiteY497" fmla="*/ 2498102 h 6858000"/>
              <a:gd name="connsiteX498" fmla="*/ 7155223 w 7467600"/>
              <a:gd name="connsiteY498" fmla="*/ 2650386 h 6858000"/>
              <a:gd name="connsiteX499" fmla="*/ 7203167 w 7467600"/>
              <a:gd name="connsiteY499" fmla="*/ 2697288 h 6858000"/>
              <a:gd name="connsiteX500" fmla="*/ 6937703 w 7467600"/>
              <a:gd name="connsiteY500" fmla="*/ 2321981 h 6858000"/>
              <a:gd name="connsiteX501" fmla="*/ 6591670 w 7467600"/>
              <a:gd name="connsiteY501" fmla="*/ 1988277 h 6858000"/>
              <a:gd name="connsiteX502" fmla="*/ 5798671 w 7467600"/>
              <a:gd name="connsiteY502" fmla="*/ 1981601 h 6858000"/>
              <a:gd name="connsiteX503" fmla="*/ 5754709 w 7467600"/>
              <a:gd name="connsiteY503" fmla="*/ 2071454 h 6858000"/>
              <a:gd name="connsiteX504" fmla="*/ 5763044 w 7467600"/>
              <a:gd name="connsiteY504" fmla="*/ 2842206 h 6858000"/>
              <a:gd name="connsiteX505" fmla="*/ 5764974 w 7467600"/>
              <a:gd name="connsiteY505" fmla="*/ 2799609 h 6858000"/>
              <a:gd name="connsiteX506" fmla="*/ 5767665 w 7467600"/>
              <a:gd name="connsiteY506" fmla="*/ 2666409 h 6858000"/>
              <a:gd name="connsiteX507" fmla="*/ 5763055 w 7467600"/>
              <a:gd name="connsiteY507" fmla="*/ 2579705 h 6858000"/>
              <a:gd name="connsiteX508" fmla="*/ 5758079 w 7467600"/>
              <a:gd name="connsiteY508" fmla="*/ 2492508 h 6858000"/>
              <a:gd name="connsiteX509" fmla="*/ 5779325 w 7467600"/>
              <a:gd name="connsiteY509" fmla="*/ 2197069 h 6858000"/>
              <a:gd name="connsiteX510" fmla="*/ 5798671 w 7467600"/>
              <a:gd name="connsiteY510" fmla="*/ 1981601 h 6858000"/>
              <a:gd name="connsiteX511" fmla="*/ 5829202 w 7467600"/>
              <a:gd name="connsiteY511" fmla="*/ 1971679 h 6858000"/>
              <a:gd name="connsiteX512" fmla="*/ 5809558 w 7467600"/>
              <a:gd name="connsiteY512" fmla="*/ 2198043 h 6858000"/>
              <a:gd name="connsiteX513" fmla="*/ 5788653 w 7467600"/>
              <a:gd name="connsiteY513" fmla="*/ 2489430 h 6858000"/>
              <a:gd name="connsiteX514" fmla="*/ 5793439 w 7467600"/>
              <a:gd name="connsiteY514" fmla="*/ 2575235 h 6858000"/>
              <a:gd name="connsiteX515" fmla="*/ 5796837 w 7467600"/>
              <a:gd name="connsiteY515" fmla="*/ 2637633 h 6858000"/>
              <a:gd name="connsiteX516" fmla="*/ 5818614 w 7467600"/>
              <a:gd name="connsiteY516" fmla="*/ 2473055 h 6858000"/>
              <a:gd name="connsiteX517" fmla="*/ 5829202 w 7467600"/>
              <a:gd name="connsiteY517" fmla="*/ 1971679 h 6858000"/>
              <a:gd name="connsiteX518" fmla="*/ 5911389 w 7467600"/>
              <a:gd name="connsiteY518" fmla="*/ 1898371 h 6858000"/>
              <a:gd name="connsiteX519" fmla="*/ 6237627 w 7467600"/>
              <a:gd name="connsiteY519" fmla="*/ 2231921 h 6858000"/>
              <a:gd name="connsiteX520" fmla="*/ 5911389 w 7467600"/>
              <a:gd name="connsiteY520" fmla="*/ 1898371 h 6858000"/>
              <a:gd name="connsiteX521" fmla="*/ 6944437 w 7467600"/>
              <a:gd name="connsiteY521" fmla="*/ 1575402 h 6858000"/>
              <a:gd name="connsiteX522" fmla="*/ 6304730 w 7467600"/>
              <a:gd name="connsiteY522" fmla="*/ 1766654 h 6858000"/>
              <a:gd name="connsiteX523" fmla="*/ 6944437 w 7467600"/>
              <a:gd name="connsiteY523" fmla="*/ 1575402 h 6858000"/>
              <a:gd name="connsiteX524" fmla="*/ 7019523 w 7467600"/>
              <a:gd name="connsiteY524" fmla="*/ 1519450 h 6858000"/>
              <a:gd name="connsiteX525" fmla="*/ 6298091 w 7467600"/>
              <a:gd name="connsiteY525" fmla="*/ 1737122 h 6858000"/>
              <a:gd name="connsiteX526" fmla="*/ 7019523 w 7467600"/>
              <a:gd name="connsiteY526" fmla="*/ 1519450 h 6858000"/>
              <a:gd name="connsiteX527" fmla="*/ 2399523 w 7467600"/>
              <a:gd name="connsiteY527" fmla="*/ 1428234 h 6858000"/>
              <a:gd name="connsiteX528" fmla="*/ 2224982 w 7467600"/>
              <a:gd name="connsiteY528" fmla="*/ 1826201 h 6858000"/>
              <a:gd name="connsiteX529" fmla="*/ 2096099 w 7467600"/>
              <a:gd name="connsiteY529" fmla="*/ 2345900 h 6858000"/>
              <a:gd name="connsiteX530" fmla="*/ 2283317 w 7467600"/>
              <a:gd name="connsiteY530" fmla="*/ 1796925 h 6858000"/>
              <a:gd name="connsiteX531" fmla="*/ 2399523 w 7467600"/>
              <a:gd name="connsiteY531" fmla="*/ 1428234 h 6858000"/>
              <a:gd name="connsiteX532" fmla="*/ 2448558 w 7467600"/>
              <a:gd name="connsiteY532" fmla="*/ 1373435 h 6858000"/>
              <a:gd name="connsiteX533" fmla="*/ 2312521 w 7467600"/>
              <a:gd name="connsiteY533" fmla="*/ 1806140 h 6858000"/>
              <a:gd name="connsiteX534" fmla="*/ 2127533 w 7467600"/>
              <a:gd name="connsiteY534" fmla="*/ 2348380 h 6858000"/>
              <a:gd name="connsiteX535" fmla="*/ 2358080 w 7467600"/>
              <a:gd name="connsiteY535" fmla="*/ 1866134 h 6858000"/>
              <a:gd name="connsiteX536" fmla="*/ 2407436 w 7467600"/>
              <a:gd name="connsiteY536" fmla="*/ 1651070 h 6858000"/>
              <a:gd name="connsiteX537" fmla="*/ 2448558 w 7467600"/>
              <a:gd name="connsiteY537" fmla="*/ 1373435 h 6858000"/>
              <a:gd name="connsiteX538" fmla="*/ 278707 w 7467600"/>
              <a:gd name="connsiteY538" fmla="*/ 1352270 h 6858000"/>
              <a:gd name="connsiteX539" fmla="*/ 321570 w 7467600"/>
              <a:gd name="connsiteY539" fmla="*/ 1861610 h 6858000"/>
              <a:gd name="connsiteX540" fmla="*/ 294281 w 7467600"/>
              <a:gd name="connsiteY540" fmla="*/ 1440658 h 6858000"/>
              <a:gd name="connsiteX541" fmla="*/ 278707 w 7467600"/>
              <a:gd name="connsiteY541" fmla="*/ 1352270 h 6858000"/>
              <a:gd name="connsiteX542" fmla="*/ 1423821 w 7467600"/>
              <a:gd name="connsiteY542" fmla="*/ 1351958 h 6858000"/>
              <a:gd name="connsiteX543" fmla="*/ 1638521 w 7467600"/>
              <a:gd name="connsiteY543" fmla="*/ 1908470 h 6858000"/>
              <a:gd name="connsiteX544" fmla="*/ 1754199 w 7467600"/>
              <a:gd name="connsiteY544" fmla="*/ 2149284 h 6858000"/>
              <a:gd name="connsiteX545" fmla="*/ 1908359 w 7467600"/>
              <a:gd name="connsiteY545" fmla="*/ 2364988 h 6858000"/>
              <a:gd name="connsiteX546" fmla="*/ 1647661 w 7467600"/>
              <a:gd name="connsiteY546" fmla="*/ 1825945 h 6858000"/>
              <a:gd name="connsiteX547" fmla="*/ 1423821 w 7467600"/>
              <a:gd name="connsiteY547" fmla="*/ 1351958 h 6858000"/>
              <a:gd name="connsiteX548" fmla="*/ 1431890 w 7467600"/>
              <a:gd name="connsiteY548" fmla="*/ 1306475 h 6858000"/>
              <a:gd name="connsiteX549" fmla="*/ 1507597 w 7467600"/>
              <a:gd name="connsiteY549" fmla="*/ 1446132 h 6858000"/>
              <a:gd name="connsiteX550" fmla="*/ 1674586 w 7467600"/>
              <a:gd name="connsiteY550" fmla="*/ 1813832 h 6858000"/>
              <a:gd name="connsiteX551" fmla="*/ 1815950 w 7467600"/>
              <a:gd name="connsiteY551" fmla="*/ 2128564 h 6858000"/>
              <a:gd name="connsiteX552" fmla="*/ 1984242 w 7467600"/>
              <a:gd name="connsiteY552" fmla="*/ 2430829 h 6858000"/>
              <a:gd name="connsiteX553" fmla="*/ 2014023 w 7467600"/>
              <a:gd name="connsiteY553" fmla="*/ 2450995 h 6858000"/>
              <a:gd name="connsiteX554" fmla="*/ 1747337 w 7467600"/>
              <a:gd name="connsiteY554" fmla="*/ 1855264 h 6858000"/>
              <a:gd name="connsiteX555" fmla="*/ 1533749 w 7467600"/>
              <a:gd name="connsiteY555" fmla="*/ 1478656 h 6858000"/>
              <a:gd name="connsiteX556" fmla="*/ 1431890 w 7467600"/>
              <a:gd name="connsiteY556" fmla="*/ 1306475 h 6858000"/>
              <a:gd name="connsiteX557" fmla="*/ 5052692 w 7467600"/>
              <a:gd name="connsiteY557" fmla="*/ 1292994 h 6858000"/>
              <a:gd name="connsiteX558" fmla="*/ 5200661 w 7467600"/>
              <a:gd name="connsiteY558" fmla="*/ 1635186 h 6858000"/>
              <a:gd name="connsiteX559" fmla="*/ 5297138 w 7467600"/>
              <a:gd name="connsiteY559" fmla="*/ 1906351 h 6858000"/>
              <a:gd name="connsiteX560" fmla="*/ 5052692 w 7467600"/>
              <a:gd name="connsiteY560" fmla="*/ 1292994 h 6858000"/>
              <a:gd name="connsiteX561" fmla="*/ 5009948 w 7467600"/>
              <a:gd name="connsiteY561" fmla="*/ 1273619 h 6858000"/>
              <a:gd name="connsiteX562" fmla="*/ 5121777 w 7467600"/>
              <a:gd name="connsiteY562" fmla="*/ 1654213 h 6858000"/>
              <a:gd name="connsiteX563" fmla="*/ 5293545 w 7467600"/>
              <a:gd name="connsiteY563" fmla="*/ 2072247 h 6858000"/>
              <a:gd name="connsiteX564" fmla="*/ 5294042 w 7467600"/>
              <a:gd name="connsiteY564" fmla="*/ 2065019 h 6858000"/>
              <a:gd name="connsiteX565" fmla="*/ 5171936 w 7467600"/>
              <a:gd name="connsiteY565" fmla="*/ 1647613 h 6858000"/>
              <a:gd name="connsiteX566" fmla="*/ 5009948 w 7467600"/>
              <a:gd name="connsiteY566" fmla="*/ 1273619 h 6858000"/>
              <a:gd name="connsiteX567" fmla="*/ 655236 w 7467600"/>
              <a:gd name="connsiteY567" fmla="*/ 1268632 h 6858000"/>
              <a:gd name="connsiteX568" fmla="*/ 839521 w 7467600"/>
              <a:gd name="connsiteY568" fmla="*/ 1685315 h 6858000"/>
              <a:gd name="connsiteX569" fmla="*/ 1109416 w 7467600"/>
              <a:gd name="connsiteY569" fmla="*/ 2061663 h 6858000"/>
              <a:gd name="connsiteX570" fmla="*/ 1298300 w 7467600"/>
              <a:gd name="connsiteY570" fmla="*/ 2247742 h 6858000"/>
              <a:gd name="connsiteX571" fmla="*/ 1125871 w 7467600"/>
              <a:gd name="connsiteY571" fmla="*/ 1989513 h 6858000"/>
              <a:gd name="connsiteX572" fmla="*/ 981574 w 7467600"/>
              <a:gd name="connsiteY572" fmla="*/ 1783157 h 6858000"/>
              <a:gd name="connsiteX573" fmla="*/ 922198 w 7467600"/>
              <a:gd name="connsiteY573" fmla="*/ 1677437 h 6858000"/>
              <a:gd name="connsiteX574" fmla="*/ 869293 w 7467600"/>
              <a:gd name="connsiteY574" fmla="*/ 1583214 h 6858000"/>
              <a:gd name="connsiteX575" fmla="*/ 751431 w 7467600"/>
              <a:gd name="connsiteY575" fmla="*/ 1405731 h 6858000"/>
              <a:gd name="connsiteX576" fmla="*/ 655236 w 7467600"/>
              <a:gd name="connsiteY576" fmla="*/ 1268632 h 6858000"/>
              <a:gd name="connsiteX577" fmla="*/ 6516292 w 7467600"/>
              <a:gd name="connsiteY577" fmla="*/ 1263064 h 6858000"/>
              <a:gd name="connsiteX578" fmla="*/ 5736320 w 7467600"/>
              <a:gd name="connsiteY578" fmla="*/ 1501803 h 6858000"/>
              <a:gd name="connsiteX579" fmla="*/ 6516292 w 7467600"/>
              <a:gd name="connsiteY579" fmla="*/ 1263064 h 6858000"/>
              <a:gd name="connsiteX580" fmla="*/ 291466 w 7467600"/>
              <a:gd name="connsiteY580" fmla="*/ 1250369 h 6858000"/>
              <a:gd name="connsiteX581" fmla="*/ 323180 w 7467600"/>
              <a:gd name="connsiteY581" fmla="*/ 1435283 h 6858000"/>
              <a:gd name="connsiteX582" fmla="*/ 349381 w 7467600"/>
              <a:gd name="connsiteY582" fmla="*/ 1875041 h 6858000"/>
              <a:gd name="connsiteX583" fmla="*/ 374363 w 7467600"/>
              <a:gd name="connsiteY583" fmla="*/ 1506494 h 6858000"/>
              <a:gd name="connsiteX584" fmla="*/ 302168 w 7467600"/>
              <a:gd name="connsiteY584" fmla="*/ 1274495 h 6858000"/>
              <a:gd name="connsiteX585" fmla="*/ 291466 w 7467600"/>
              <a:gd name="connsiteY585" fmla="*/ 1250369 h 6858000"/>
              <a:gd name="connsiteX586" fmla="*/ 678222 w 7467600"/>
              <a:gd name="connsiteY586" fmla="*/ 1248670 h 6858000"/>
              <a:gd name="connsiteX587" fmla="*/ 775536 w 7467600"/>
              <a:gd name="connsiteY587" fmla="*/ 1388015 h 6858000"/>
              <a:gd name="connsiteX588" fmla="*/ 894529 w 7467600"/>
              <a:gd name="connsiteY588" fmla="*/ 1567739 h 6858000"/>
              <a:gd name="connsiteX589" fmla="*/ 948000 w 7467600"/>
              <a:gd name="connsiteY589" fmla="*/ 1663088 h 6858000"/>
              <a:gd name="connsiteX590" fmla="*/ 1006812 w 7467600"/>
              <a:gd name="connsiteY590" fmla="*/ 1767683 h 6858000"/>
              <a:gd name="connsiteX591" fmla="*/ 1149133 w 7467600"/>
              <a:gd name="connsiteY591" fmla="*/ 1971513 h 6858000"/>
              <a:gd name="connsiteX592" fmla="*/ 1333952 w 7467600"/>
              <a:gd name="connsiteY592" fmla="*/ 2251620 h 6858000"/>
              <a:gd name="connsiteX593" fmla="*/ 1337329 w 7467600"/>
              <a:gd name="connsiteY593" fmla="*/ 2258350 h 6858000"/>
              <a:gd name="connsiteX594" fmla="*/ 1014726 w 7467600"/>
              <a:gd name="connsiteY594" fmla="*/ 1615556 h 6858000"/>
              <a:gd name="connsiteX595" fmla="*/ 678222 w 7467600"/>
              <a:gd name="connsiteY595" fmla="*/ 1248670 h 6858000"/>
              <a:gd name="connsiteX596" fmla="*/ 6691602 w 7467600"/>
              <a:gd name="connsiteY596" fmla="*/ 1140573 h 6858000"/>
              <a:gd name="connsiteX597" fmla="*/ 6571100 w 7467600"/>
              <a:gd name="connsiteY597" fmla="*/ 1183662 h 6858000"/>
              <a:gd name="connsiteX598" fmla="*/ 6241687 w 7467600"/>
              <a:gd name="connsiteY598" fmla="*/ 1257600 h 6858000"/>
              <a:gd name="connsiteX599" fmla="*/ 5693009 w 7467600"/>
              <a:gd name="connsiteY599" fmla="*/ 1478256 h 6858000"/>
              <a:gd name="connsiteX600" fmla="*/ 6548420 w 7467600"/>
              <a:gd name="connsiteY600" fmla="*/ 1214599 h 6858000"/>
              <a:gd name="connsiteX601" fmla="*/ 6605473 w 7467600"/>
              <a:gd name="connsiteY601" fmla="*/ 1184686 h 6858000"/>
              <a:gd name="connsiteX602" fmla="*/ 6691602 w 7467600"/>
              <a:gd name="connsiteY602" fmla="*/ 1140573 h 6858000"/>
              <a:gd name="connsiteX603" fmla="*/ 4002475 w 7467600"/>
              <a:gd name="connsiteY603" fmla="*/ 1037802 h 6858000"/>
              <a:gd name="connsiteX604" fmla="*/ 4000324 w 7467600"/>
              <a:gd name="connsiteY604" fmla="*/ 1039362 h 6858000"/>
              <a:gd name="connsiteX605" fmla="*/ 4002862 w 7467600"/>
              <a:gd name="connsiteY605" fmla="*/ 1042866 h 6858000"/>
              <a:gd name="connsiteX606" fmla="*/ 4002475 w 7467600"/>
              <a:gd name="connsiteY606" fmla="*/ 1037802 h 6858000"/>
              <a:gd name="connsiteX607" fmla="*/ 506322 w 7467600"/>
              <a:gd name="connsiteY607" fmla="*/ 1020997 h 6858000"/>
              <a:gd name="connsiteX608" fmla="*/ 533068 w 7467600"/>
              <a:gd name="connsiteY608" fmla="*/ 1029409 h 6858000"/>
              <a:gd name="connsiteX609" fmla="*/ 1232525 w 7467600"/>
              <a:gd name="connsiteY609" fmla="*/ 1804675 h 6858000"/>
              <a:gd name="connsiteX610" fmla="*/ 1388858 w 7467600"/>
              <a:gd name="connsiteY610" fmla="*/ 2368011 h 6858000"/>
              <a:gd name="connsiteX611" fmla="*/ 1384098 w 7467600"/>
              <a:gd name="connsiteY611" fmla="*/ 2378125 h 6858000"/>
              <a:gd name="connsiteX612" fmla="*/ 1425393 w 7467600"/>
              <a:gd name="connsiteY612" fmla="*/ 2589124 h 6858000"/>
              <a:gd name="connsiteX613" fmla="*/ 1424001 w 7467600"/>
              <a:gd name="connsiteY613" fmla="*/ 2597541 h 6858000"/>
              <a:gd name="connsiteX614" fmla="*/ 2152729 w 7467600"/>
              <a:gd name="connsiteY614" fmla="*/ 2864487 h 6858000"/>
              <a:gd name="connsiteX615" fmla="*/ 2020609 w 7467600"/>
              <a:gd name="connsiteY615" fmla="*/ 2539671 h 6858000"/>
              <a:gd name="connsiteX616" fmla="*/ 2018920 w 7467600"/>
              <a:gd name="connsiteY616" fmla="*/ 2536309 h 6858000"/>
              <a:gd name="connsiteX617" fmla="*/ 1342441 w 7467600"/>
              <a:gd name="connsiteY617" fmla="*/ 1173017 h 6858000"/>
              <a:gd name="connsiteX618" fmla="*/ 1367925 w 7467600"/>
              <a:gd name="connsiteY618" fmla="*/ 1135648 h 6858000"/>
              <a:gd name="connsiteX619" fmla="*/ 1771401 w 7467600"/>
              <a:gd name="connsiteY619" fmla="*/ 1806673 h 6858000"/>
              <a:gd name="connsiteX620" fmla="*/ 1972385 w 7467600"/>
              <a:gd name="connsiteY620" fmla="*/ 2198735 h 6858000"/>
              <a:gd name="connsiteX621" fmla="*/ 2040892 w 7467600"/>
              <a:gd name="connsiteY621" fmla="*/ 2405205 h 6858000"/>
              <a:gd name="connsiteX622" fmla="*/ 2131689 w 7467600"/>
              <a:gd name="connsiteY622" fmla="*/ 1936926 h 6858000"/>
              <a:gd name="connsiteX623" fmla="*/ 2454820 w 7467600"/>
              <a:gd name="connsiteY623" fmla="*/ 1248808 h 6858000"/>
              <a:gd name="connsiteX624" fmla="*/ 2492512 w 7467600"/>
              <a:gd name="connsiteY624" fmla="*/ 1302920 h 6858000"/>
              <a:gd name="connsiteX625" fmla="*/ 2081216 w 7467600"/>
              <a:gd name="connsiteY625" fmla="*/ 2527513 h 6858000"/>
              <a:gd name="connsiteX626" fmla="*/ 2081211 w 7467600"/>
              <a:gd name="connsiteY626" fmla="*/ 2528916 h 6858000"/>
              <a:gd name="connsiteX627" fmla="*/ 2199067 w 7467600"/>
              <a:gd name="connsiteY627" fmla="*/ 2884061 h 6858000"/>
              <a:gd name="connsiteX628" fmla="*/ 3192586 w 7467600"/>
              <a:gd name="connsiteY628" fmla="*/ 3411496 h 6858000"/>
              <a:gd name="connsiteX629" fmla="*/ 3182620 w 7467600"/>
              <a:gd name="connsiteY629" fmla="*/ 3483279 h 6858000"/>
              <a:gd name="connsiteX630" fmla="*/ 2435119 w 7467600"/>
              <a:gd name="connsiteY630" fmla="*/ 3080173 h 6858000"/>
              <a:gd name="connsiteX631" fmla="*/ 2410152 w 7467600"/>
              <a:gd name="connsiteY631" fmla="*/ 3063751 h 6858000"/>
              <a:gd name="connsiteX632" fmla="*/ 2408099 w 7467600"/>
              <a:gd name="connsiteY632" fmla="*/ 3064403 h 6858000"/>
              <a:gd name="connsiteX633" fmla="*/ 2407218 w 7467600"/>
              <a:gd name="connsiteY633" fmla="*/ 3070324 h 6858000"/>
              <a:gd name="connsiteX634" fmla="*/ 2380138 w 7467600"/>
              <a:gd name="connsiteY634" fmla="*/ 3099341 h 6858000"/>
              <a:gd name="connsiteX635" fmla="*/ 1765923 w 7467600"/>
              <a:gd name="connsiteY635" fmla="*/ 3581043 h 6858000"/>
              <a:gd name="connsiteX636" fmla="*/ 1702258 w 7467600"/>
              <a:gd name="connsiteY636" fmla="*/ 3612286 h 6858000"/>
              <a:gd name="connsiteX637" fmla="*/ 1538370 w 7467600"/>
              <a:gd name="connsiteY637" fmla="*/ 3811804 h 6858000"/>
              <a:gd name="connsiteX638" fmla="*/ 542867 w 7467600"/>
              <a:gd name="connsiteY638" fmla="*/ 4944092 h 6858000"/>
              <a:gd name="connsiteX639" fmla="*/ 515800 w 7467600"/>
              <a:gd name="connsiteY639" fmla="*/ 4862180 h 6858000"/>
              <a:gd name="connsiteX640" fmla="*/ 909145 w 7467600"/>
              <a:gd name="connsiteY640" fmla="*/ 4199225 h 6858000"/>
              <a:gd name="connsiteX641" fmla="*/ 1214067 w 7467600"/>
              <a:gd name="connsiteY641" fmla="*/ 3908561 h 6858000"/>
              <a:gd name="connsiteX642" fmla="*/ 640967 w 7467600"/>
              <a:gd name="connsiteY642" fmla="*/ 4105601 h 6858000"/>
              <a:gd name="connsiteX643" fmla="*/ 112563 w 7467600"/>
              <a:gd name="connsiteY643" fmla="*/ 4396952 h 6858000"/>
              <a:gd name="connsiteX644" fmla="*/ 0 w 7467600"/>
              <a:gd name="connsiteY644" fmla="*/ 4466006 h 6858000"/>
              <a:gd name="connsiteX645" fmla="*/ 0 w 7467600"/>
              <a:gd name="connsiteY645" fmla="*/ 4233763 h 6858000"/>
              <a:gd name="connsiteX646" fmla="*/ 36881 w 7467600"/>
              <a:gd name="connsiteY646" fmla="*/ 4200118 h 6858000"/>
              <a:gd name="connsiteX647" fmla="*/ 910534 w 7467600"/>
              <a:gd name="connsiteY647" fmla="*/ 3629753 h 6858000"/>
              <a:gd name="connsiteX648" fmla="*/ 1578717 w 7467600"/>
              <a:gd name="connsiteY648" fmla="*/ 3575982 h 6858000"/>
              <a:gd name="connsiteX649" fmla="*/ 2338780 w 7467600"/>
              <a:gd name="connsiteY649" fmla="*/ 3033725 h 6858000"/>
              <a:gd name="connsiteX650" fmla="*/ 1807991 w 7467600"/>
              <a:gd name="connsiteY650" fmla="*/ 2807184 h 6858000"/>
              <a:gd name="connsiteX651" fmla="*/ 1416358 w 7467600"/>
              <a:gd name="connsiteY651" fmla="*/ 3112571 h 6858000"/>
              <a:gd name="connsiteX652" fmla="*/ 939066 w 7467600"/>
              <a:gd name="connsiteY652" fmla="*/ 3378798 h 6858000"/>
              <a:gd name="connsiteX653" fmla="*/ 115099 w 7467600"/>
              <a:gd name="connsiteY653" fmla="*/ 3607650 h 6858000"/>
              <a:gd name="connsiteX654" fmla="*/ 97284 w 7467600"/>
              <a:gd name="connsiteY654" fmla="*/ 3520393 h 6858000"/>
              <a:gd name="connsiteX655" fmla="*/ 922050 w 7467600"/>
              <a:gd name="connsiteY655" fmla="*/ 3074867 h 6858000"/>
              <a:gd name="connsiteX656" fmla="*/ 1405265 w 7467600"/>
              <a:gd name="connsiteY656" fmla="*/ 3016319 h 6858000"/>
              <a:gd name="connsiteX657" fmla="*/ 1407512 w 7467600"/>
              <a:gd name="connsiteY657" fmla="*/ 3018001 h 6858000"/>
              <a:gd name="connsiteX658" fmla="*/ 1726266 w 7467600"/>
              <a:gd name="connsiteY658" fmla="*/ 2777274 h 6858000"/>
              <a:gd name="connsiteX659" fmla="*/ 625390 w 7467600"/>
              <a:gd name="connsiteY659" fmla="*/ 2514541 h 6858000"/>
              <a:gd name="connsiteX660" fmla="*/ 619799 w 7467600"/>
              <a:gd name="connsiteY660" fmla="*/ 2527180 h 6858000"/>
              <a:gd name="connsiteX661" fmla="*/ 310030 w 7467600"/>
              <a:gd name="connsiteY661" fmla="*/ 2771818 h 6858000"/>
              <a:gd name="connsiteX662" fmla="*/ 173877 w 7467600"/>
              <a:gd name="connsiteY662" fmla="*/ 2937056 h 6858000"/>
              <a:gd name="connsiteX663" fmla="*/ 77889 w 7467600"/>
              <a:gd name="connsiteY663" fmla="*/ 3138440 h 6858000"/>
              <a:gd name="connsiteX664" fmla="*/ 0 w 7467600"/>
              <a:gd name="connsiteY664" fmla="*/ 3271395 h 6858000"/>
              <a:gd name="connsiteX665" fmla="*/ 0 w 7467600"/>
              <a:gd name="connsiteY665" fmla="*/ 3153002 h 6858000"/>
              <a:gd name="connsiteX666" fmla="*/ 2386 w 7467600"/>
              <a:gd name="connsiteY666" fmla="*/ 3149203 h 6858000"/>
              <a:gd name="connsiteX667" fmla="*/ 89753 w 7467600"/>
              <a:gd name="connsiteY667" fmla="*/ 2987702 h 6858000"/>
              <a:gd name="connsiteX668" fmla="*/ 76869 w 7467600"/>
              <a:gd name="connsiteY668" fmla="*/ 3005404 h 6858000"/>
              <a:gd name="connsiteX669" fmla="*/ 32049 w 7467600"/>
              <a:gd name="connsiteY669" fmla="*/ 3065814 h 6858000"/>
              <a:gd name="connsiteX670" fmla="*/ 0 w 7467600"/>
              <a:gd name="connsiteY670" fmla="*/ 3108744 h 6858000"/>
              <a:gd name="connsiteX671" fmla="*/ 0 w 7467600"/>
              <a:gd name="connsiteY671" fmla="*/ 3058059 h 6858000"/>
              <a:gd name="connsiteX672" fmla="*/ 7610 w 7467600"/>
              <a:gd name="connsiteY672" fmla="*/ 3047889 h 6858000"/>
              <a:gd name="connsiteX673" fmla="*/ 52419 w 7467600"/>
              <a:gd name="connsiteY673" fmla="*/ 2987479 h 6858000"/>
              <a:gd name="connsiteX674" fmla="*/ 59142 w 7467600"/>
              <a:gd name="connsiteY674" fmla="*/ 2978488 h 6858000"/>
              <a:gd name="connsiteX675" fmla="*/ 0 w 7467600"/>
              <a:gd name="connsiteY675" fmla="*/ 3015334 h 6858000"/>
              <a:gd name="connsiteX676" fmla="*/ 0 w 7467600"/>
              <a:gd name="connsiteY676" fmla="*/ 2914286 h 6858000"/>
              <a:gd name="connsiteX677" fmla="*/ 36383 w 7467600"/>
              <a:gd name="connsiteY677" fmla="*/ 2901128 h 6858000"/>
              <a:gd name="connsiteX678" fmla="*/ 156329 w 7467600"/>
              <a:gd name="connsiteY678" fmla="*/ 2840533 h 6858000"/>
              <a:gd name="connsiteX679" fmla="*/ 358355 w 7467600"/>
              <a:gd name="connsiteY679" fmla="*/ 2620471 h 6858000"/>
              <a:gd name="connsiteX680" fmla="*/ 510577 w 7467600"/>
              <a:gd name="connsiteY680" fmla="*/ 2501244 h 6858000"/>
              <a:gd name="connsiteX681" fmla="*/ 211967 w 7467600"/>
              <a:gd name="connsiteY681" fmla="*/ 2479171 h 6858000"/>
              <a:gd name="connsiteX682" fmla="*/ 0 w 7467600"/>
              <a:gd name="connsiteY682" fmla="*/ 2476398 h 6858000"/>
              <a:gd name="connsiteX683" fmla="*/ 0 w 7467600"/>
              <a:gd name="connsiteY683" fmla="*/ 2389189 h 6858000"/>
              <a:gd name="connsiteX684" fmla="*/ 103062 w 7467600"/>
              <a:gd name="connsiteY684" fmla="*/ 2389518 h 6858000"/>
              <a:gd name="connsiteX685" fmla="*/ 510734 w 7467600"/>
              <a:gd name="connsiteY685" fmla="*/ 2416201 h 6858000"/>
              <a:gd name="connsiteX686" fmla="*/ 279257 w 7467600"/>
              <a:gd name="connsiteY686" fmla="*/ 2092102 h 6858000"/>
              <a:gd name="connsiteX687" fmla="*/ 65265 w 7467600"/>
              <a:gd name="connsiteY687" fmla="*/ 2006049 h 6858000"/>
              <a:gd name="connsiteX688" fmla="*/ 0 w 7467600"/>
              <a:gd name="connsiteY688" fmla="*/ 1982532 h 6858000"/>
              <a:gd name="connsiteX689" fmla="*/ 0 w 7467600"/>
              <a:gd name="connsiteY689" fmla="*/ 1912789 h 6858000"/>
              <a:gd name="connsiteX690" fmla="*/ 97460 w 7467600"/>
              <a:gd name="connsiteY690" fmla="*/ 1953725 h 6858000"/>
              <a:gd name="connsiteX691" fmla="*/ 221272 w 7467600"/>
              <a:gd name="connsiteY691" fmla="*/ 1980766 h 6858000"/>
              <a:gd name="connsiteX692" fmla="*/ 116765 w 7467600"/>
              <a:gd name="connsiteY692" fmla="*/ 1911033 h 6858000"/>
              <a:gd name="connsiteX693" fmla="*/ 16405 w 7467600"/>
              <a:gd name="connsiteY693" fmla="*/ 1803412 h 6858000"/>
              <a:gd name="connsiteX694" fmla="*/ 0 w 7467600"/>
              <a:gd name="connsiteY694" fmla="*/ 1784777 h 6858000"/>
              <a:gd name="connsiteX695" fmla="*/ 0 w 7467600"/>
              <a:gd name="connsiteY695" fmla="*/ 1740082 h 6858000"/>
              <a:gd name="connsiteX696" fmla="*/ 39394 w 7467600"/>
              <a:gd name="connsiteY696" fmla="*/ 1784856 h 6858000"/>
              <a:gd name="connsiteX697" fmla="*/ 135813 w 7467600"/>
              <a:gd name="connsiteY697" fmla="*/ 1888838 h 6858000"/>
              <a:gd name="connsiteX698" fmla="*/ 242575 w 7467600"/>
              <a:gd name="connsiteY698" fmla="*/ 1958841 h 6858000"/>
              <a:gd name="connsiteX699" fmla="*/ 82197 w 7467600"/>
              <a:gd name="connsiteY699" fmla="*/ 1754826 h 6858000"/>
              <a:gd name="connsiteX700" fmla="*/ 0 w 7467600"/>
              <a:gd name="connsiteY700" fmla="*/ 1679650 h 6858000"/>
              <a:gd name="connsiteX701" fmla="*/ 0 w 7467600"/>
              <a:gd name="connsiteY701" fmla="*/ 1602463 h 6858000"/>
              <a:gd name="connsiteX702" fmla="*/ 84689 w 7467600"/>
              <a:gd name="connsiteY702" fmla="*/ 1677442 h 6858000"/>
              <a:gd name="connsiteX703" fmla="*/ 298437 w 7467600"/>
              <a:gd name="connsiteY703" fmla="*/ 1968019 h 6858000"/>
              <a:gd name="connsiteX704" fmla="*/ 227269 w 7467600"/>
              <a:gd name="connsiteY704" fmla="*/ 1114064 h 6858000"/>
              <a:gd name="connsiteX705" fmla="*/ 248003 w 7467600"/>
              <a:gd name="connsiteY705" fmla="*/ 1089613 h 6858000"/>
              <a:gd name="connsiteX706" fmla="*/ 427020 w 7467600"/>
              <a:gd name="connsiteY706" fmla="*/ 1619803 h 6858000"/>
              <a:gd name="connsiteX707" fmla="*/ 340345 w 7467600"/>
              <a:gd name="connsiteY707" fmla="*/ 2027739 h 6858000"/>
              <a:gd name="connsiteX708" fmla="*/ 360865 w 7467600"/>
              <a:gd name="connsiteY708" fmla="*/ 2044827 h 6858000"/>
              <a:gd name="connsiteX709" fmla="*/ 560414 w 7467600"/>
              <a:gd name="connsiteY709" fmla="*/ 2421457 h 6858000"/>
              <a:gd name="connsiteX710" fmla="*/ 1359703 w 7467600"/>
              <a:gd name="connsiteY710" fmla="*/ 2578554 h 6858000"/>
              <a:gd name="connsiteX711" fmla="*/ 1359422 w 7467600"/>
              <a:gd name="connsiteY711" fmla="*/ 2577994 h 6858000"/>
              <a:gd name="connsiteX712" fmla="*/ 828701 w 7467600"/>
              <a:gd name="connsiteY712" fmla="*/ 1839520 h 6858000"/>
              <a:gd name="connsiteX713" fmla="*/ 494427 w 7467600"/>
              <a:gd name="connsiteY713" fmla="*/ 1092333 h 6858000"/>
              <a:gd name="connsiteX714" fmla="*/ 506322 w 7467600"/>
              <a:gd name="connsiteY714" fmla="*/ 1020997 h 6858000"/>
              <a:gd name="connsiteX715" fmla="*/ 4570198 w 7467600"/>
              <a:gd name="connsiteY715" fmla="*/ 978081 h 6858000"/>
              <a:gd name="connsiteX716" fmla="*/ 4523691 w 7467600"/>
              <a:gd name="connsiteY716" fmla="*/ 1127776 h 6858000"/>
              <a:gd name="connsiteX717" fmla="*/ 4509875 w 7467600"/>
              <a:gd name="connsiteY717" fmla="*/ 1167552 h 6858000"/>
              <a:gd name="connsiteX718" fmla="*/ 4478168 w 7467600"/>
              <a:gd name="connsiteY718" fmla="*/ 1260735 h 6858000"/>
              <a:gd name="connsiteX719" fmla="*/ 4409309 w 7467600"/>
              <a:gd name="connsiteY719" fmla="*/ 1666996 h 6858000"/>
              <a:gd name="connsiteX720" fmla="*/ 4370031 w 7467600"/>
              <a:gd name="connsiteY720" fmla="*/ 1955666 h 6858000"/>
              <a:gd name="connsiteX721" fmla="*/ 4570198 w 7467600"/>
              <a:gd name="connsiteY721" fmla="*/ 978081 h 6858000"/>
              <a:gd name="connsiteX722" fmla="*/ 4557898 w 7467600"/>
              <a:gd name="connsiteY722" fmla="*/ 900011 h 6858000"/>
              <a:gd name="connsiteX723" fmla="*/ 4344840 w 7467600"/>
              <a:gd name="connsiteY723" fmla="*/ 1922038 h 6858000"/>
              <a:gd name="connsiteX724" fmla="*/ 4378710 w 7467600"/>
              <a:gd name="connsiteY724" fmla="*/ 1665516 h 6858000"/>
              <a:gd name="connsiteX725" fmla="*/ 4448798 w 7467600"/>
              <a:gd name="connsiteY725" fmla="*/ 1253024 h 6858000"/>
              <a:gd name="connsiteX726" fmla="*/ 4480315 w 7467600"/>
              <a:gd name="connsiteY726" fmla="*/ 1158454 h 6858000"/>
              <a:gd name="connsiteX727" fmla="*/ 4494133 w 7467600"/>
              <a:gd name="connsiteY727" fmla="*/ 1118676 h 6858000"/>
              <a:gd name="connsiteX728" fmla="*/ 4557898 w 7467600"/>
              <a:gd name="connsiteY728" fmla="*/ 900011 h 6858000"/>
              <a:gd name="connsiteX729" fmla="*/ 5870151 w 7467600"/>
              <a:gd name="connsiteY729" fmla="*/ 898890 h 6858000"/>
              <a:gd name="connsiteX730" fmla="*/ 5861335 w 7467600"/>
              <a:gd name="connsiteY730" fmla="*/ 899177 h 6858000"/>
              <a:gd name="connsiteX731" fmla="*/ 5843702 w 7467600"/>
              <a:gd name="connsiteY731" fmla="*/ 899748 h 6858000"/>
              <a:gd name="connsiteX732" fmla="*/ 5651107 w 7467600"/>
              <a:gd name="connsiteY732" fmla="*/ 920306 h 6858000"/>
              <a:gd name="connsiteX733" fmla="*/ 5459407 w 7467600"/>
              <a:gd name="connsiteY733" fmla="*/ 940975 h 6858000"/>
              <a:gd name="connsiteX734" fmla="*/ 5374846 w 7467600"/>
              <a:gd name="connsiteY734" fmla="*/ 941988 h 6858000"/>
              <a:gd name="connsiteX735" fmla="*/ 5256105 w 7467600"/>
              <a:gd name="connsiteY735" fmla="*/ 945632 h 6858000"/>
              <a:gd name="connsiteX736" fmla="*/ 5107071 w 7467600"/>
              <a:gd name="connsiteY736" fmla="*/ 969720 h 6858000"/>
              <a:gd name="connsiteX737" fmla="*/ 4998681 w 7467600"/>
              <a:gd name="connsiteY737" fmla="*/ 988771 h 6858000"/>
              <a:gd name="connsiteX738" fmla="*/ 5870151 w 7467600"/>
              <a:gd name="connsiteY738" fmla="*/ 898890 h 6858000"/>
              <a:gd name="connsiteX739" fmla="*/ 5504425 w 7467600"/>
              <a:gd name="connsiteY739" fmla="*/ 848067 h 6858000"/>
              <a:gd name="connsiteX740" fmla="*/ 4968849 w 7467600"/>
              <a:gd name="connsiteY740" fmla="*/ 962318 h 6858000"/>
              <a:gd name="connsiteX741" fmla="*/ 5104039 w 7467600"/>
              <a:gd name="connsiteY741" fmla="*/ 940634 h 6858000"/>
              <a:gd name="connsiteX742" fmla="*/ 5256311 w 7467600"/>
              <a:gd name="connsiteY742" fmla="*/ 916490 h 6858000"/>
              <a:gd name="connsiteX743" fmla="*/ 5377381 w 7467600"/>
              <a:gd name="connsiteY743" fmla="*/ 912671 h 6858000"/>
              <a:gd name="connsiteX744" fmla="*/ 5460148 w 7467600"/>
              <a:gd name="connsiteY744" fmla="*/ 911442 h 6858000"/>
              <a:gd name="connsiteX745" fmla="*/ 5648971 w 7467600"/>
              <a:gd name="connsiteY745" fmla="*/ 891331 h 6858000"/>
              <a:gd name="connsiteX746" fmla="*/ 5844807 w 7467600"/>
              <a:gd name="connsiteY746" fmla="*/ 870718 h 6858000"/>
              <a:gd name="connsiteX747" fmla="*/ 5862975 w 7467600"/>
              <a:gd name="connsiteY747" fmla="*/ 869756 h 6858000"/>
              <a:gd name="connsiteX748" fmla="*/ 5920887 w 7467600"/>
              <a:gd name="connsiteY748" fmla="*/ 865929 h 6858000"/>
              <a:gd name="connsiteX749" fmla="*/ 5504425 w 7467600"/>
              <a:gd name="connsiteY749" fmla="*/ 848067 h 6858000"/>
              <a:gd name="connsiteX750" fmla="*/ 3607114 w 7467600"/>
              <a:gd name="connsiteY750" fmla="*/ 467441 h 6858000"/>
              <a:gd name="connsiteX751" fmla="*/ 3296242 w 7467600"/>
              <a:gd name="connsiteY751" fmla="*/ 807991 h 6858000"/>
              <a:gd name="connsiteX752" fmla="*/ 3174674 w 7467600"/>
              <a:gd name="connsiteY752" fmla="*/ 919759 h 6858000"/>
              <a:gd name="connsiteX753" fmla="*/ 3042978 w 7467600"/>
              <a:gd name="connsiteY753" fmla="*/ 1054894 h 6858000"/>
              <a:gd name="connsiteX754" fmla="*/ 2968914 w 7467600"/>
              <a:gd name="connsiteY754" fmla="*/ 1133756 h 6858000"/>
              <a:gd name="connsiteX755" fmla="*/ 3103823 w 7467600"/>
              <a:gd name="connsiteY755" fmla="*/ 1026814 h 6858000"/>
              <a:gd name="connsiteX756" fmla="*/ 3607114 w 7467600"/>
              <a:gd name="connsiteY756" fmla="*/ 467441 h 6858000"/>
              <a:gd name="connsiteX757" fmla="*/ 3744487 w 7467600"/>
              <a:gd name="connsiteY757" fmla="*/ 383136 h 6858000"/>
              <a:gd name="connsiteX758" fmla="*/ 3970213 w 7467600"/>
              <a:gd name="connsiteY758" fmla="*/ 995559 h 6858000"/>
              <a:gd name="connsiteX759" fmla="*/ 3744487 w 7467600"/>
              <a:gd name="connsiteY759" fmla="*/ 383136 h 6858000"/>
              <a:gd name="connsiteX760" fmla="*/ 3624562 w 7467600"/>
              <a:gd name="connsiteY760" fmla="*/ 367041 h 6858000"/>
              <a:gd name="connsiteX761" fmla="*/ 3489712 w 7467600"/>
              <a:gd name="connsiteY761" fmla="*/ 485386 h 6858000"/>
              <a:gd name="connsiteX762" fmla="*/ 3182994 w 7467600"/>
              <a:gd name="connsiteY762" fmla="*/ 828265 h 6858000"/>
              <a:gd name="connsiteX763" fmla="*/ 2892114 w 7467600"/>
              <a:gd name="connsiteY763" fmla="*/ 1172635 h 6858000"/>
              <a:gd name="connsiteX764" fmla="*/ 3021459 w 7467600"/>
              <a:gd name="connsiteY764" fmla="*/ 1035385 h 6858000"/>
              <a:gd name="connsiteX765" fmla="*/ 3153873 w 7467600"/>
              <a:gd name="connsiteY765" fmla="*/ 898971 h 6858000"/>
              <a:gd name="connsiteX766" fmla="*/ 3276511 w 7467600"/>
              <a:gd name="connsiteY766" fmla="*/ 786423 h 6858000"/>
              <a:gd name="connsiteX767" fmla="*/ 3584154 w 7467600"/>
              <a:gd name="connsiteY767" fmla="*/ 448218 h 6858000"/>
              <a:gd name="connsiteX768" fmla="*/ 3624562 w 7467600"/>
              <a:gd name="connsiteY768" fmla="*/ 367041 h 6858000"/>
              <a:gd name="connsiteX769" fmla="*/ 3766672 w 7467600"/>
              <a:gd name="connsiteY769" fmla="*/ 359429 h 6858000"/>
              <a:gd name="connsiteX770" fmla="*/ 3996338 w 7467600"/>
              <a:gd name="connsiteY770" fmla="*/ 968237 h 6858000"/>
              <a:gd name="connsiteX771" fmla="*/ 3766672 w 7467600"/>
              <a:gd name="connsiteY771" fmla="*/ 359429 h 6858000"/>
              <a:gd name="connsiteX772" fmla="*/ 5805386 w 7467600"/>
              <a:gd name="connsiteY772" fmla="*/ 239240 h 6858000"/>
              <a:gd name="connsiteX773" fmla="*/ 5736947 w 7467600"/>
              <a:gd name="connsiteY773" fmla="*/ 261367 h 6858000"/>
              <a:gd name="connsiteX774" fmla="*/ 5427012 w 7467600"/>
              <a:gd name="connsiteY774" fmla="*/ 311272 h 6858000"/>
              <a:gd name="connsiteX775" fmla="*/ 5147818 w 7467600"/>
              <a:gd name="connsiteY775" fmla="*/ 322112 h 6858000"/>
              <a:gd name="connsiteX776" fmla="*/ 5060854 w 7467600"/>
              <a:gd name="connsiteY776" fmla="*/ 311882 h 6858000"/>
              <a:gd name="connsiteX777" fmla="*/ 4945989 w 7467600"/>
              <a:gd name="connsiteY777" fmla="*/ 300516 h 6858000"/>
              <a:gd name="connsiteX778" fmla="*/ 5410479 w 7467600"/>
              <a:gd name="connsiteY778" fmla="*/ 348434 h 6858000"/>
              <a:gd name="connsiteX779" fmla="*/ 5805386 w 7467600"/>
              <a:gd name="connsiteY779" fmla="*/ 239240 h 6858000"/>
              <a:gd name="connsiteX780" fmla="*/ 5905192 w 7467600"/>
              <a:gd name="connsiteY780" fmla="*/ 163079 h 6858000"/>
              <a:gd name="connsiteX781" fmla="*/ 5865655 w 7467600"/>
              <a:gd name="connsiteY781" fmla="*/ 171901 h 6858000"/>
              <a:gd name="connsiteX782" fmla="*/ 5259740 w 7467600"/>
              <a:gd name="connsiteY782" fmla="*/ 257013 h 6858000"/>
              <a:gd name="connsiteX783" fmla="*/ 5208466 w 7467600"/>
              <a:gd name="connsiteY783" fmla="*/ 257550 h 6858000"/>
              <a:gd name="connsiteX784" fmla="*/ 4980204 w 7467600"/>
              <a:gd name="connsiteY784" fmla="*/ 271903 h 6858000"/>
              <a:gd name="connsiteX785" fmla="*/ 5068068 w 7467600"/>
              <a:gd name="connsiteY785" fmla="*/ 282244 h 6858000"/>
              <a:gd name="connsiteX786" fmla="*/ 5153231 w 7467600"/>
              <a:gd name="connsiteY786" fmla="*/ 292240 h 6858000"/>
              <a:gd name="connsiteX787" fmla="*/ 5426491 w 7467600"/>
              <a:gd name="connsiteY787" fmla="*/ 281128 h 6858000"/>
              <a:gd name="connsiteX788" fmla="*/ 5731212 w 7467600"/>
              <a:gd name="connsiteY788" fmla="*/ 231951 h 6858000"/>
              <a:gd name="connsiteX789" fmla="*/ 5905192 w 7467600"/>
              <a:gd name="connsiteY789" fmla="*/ 163079 h 6858000"/>
              <a:gd name="connsiteX790" fmla="*/ 5944437 w 7467600"/>
              <a:gd name="connsiteY790" fmla="*/ 113829 h 6858000"/>
              <a:gd name="connsiteX791" fmla="*/ 5825032 w 7467600"/>
              <a:gd name="connsiteY791" fmla="*/ 146405 h 6858000"/>
              <a:gd name="connsiteX792" fmla="*/ 4955599 w 7467600"/>
              <a:gd name="connsiteY792" fmla="*/ 247008 h 6858000"/>
              <a:gd name="connsiteX793" fmla="*/ 5210104 w 7467600"/>
              <a:gd name="connsiteY793" fmla="*/ 228123 h 6858000"/>
              <a:gd name="connsiteX794" fmla="*/ 5261015 w 7467600"/>
              <a:gd name="connsiteY794" fmla="*/ 227087 h 6858000"/>
              <a:gd name="connsiteX795" fmla="*/ 5861181 w 7467600"/>
              <a:gd name="connsiteY795" fmla="*/ 143093 h 6858000"/>
              <a:gd name="connsiteX796" fmla="*/ 5961252 w 7467600"/>
              <a:gd name="connsiteY796" fmla="*/ 114820 h 6858000"/>
              <a:gd name="connsiteX797" fmla="*/ 5944437 w 7467600"/>
              <a:gd name="connsiteY797" fmla="*/ 113829 h 6858000"/>
              <a:gd name="connsiteX798" fmla="*/ 3882765 w 7467600"/>
              <a:gd name="connsiteY798" fmla="*/ 0 h 6858000"/>
              <a:gd name="connsiteX799" fmla="*/ 3995099 w 7467600"/>
              <a:gd name="connsiteY799" fmla="*/ 0 h 6858000"/>
              <a:gd name="connsiteX800" fmla="*/ 4163818 w 7467600"/>
              <a:gd name="connsiteY800" fmla="*/ 234104 h 6858000"/>
              <a:gd name="connsiteX801" fmla="*/ 4172099 w 7467600"/>
              <a:gd name="connsiteY801" fmla="*/ 234207 h 6858000"/>
              <a:gd name="connsiteX802" fmla="*/ 4784282 w 7467600"/>
              <a:gd name="connsiteY802" fmla="*/ 276561 h 6858000"/>
              <a:gd name="connsiteX803" fmla="*/ 4801687 w 7467600"/>
              <a:gd name="connsiteY803" fmla="*/ 267764 h 6858000"/>
              <a:gd name="connsiteX804" fmla="*/ 6082788 w 7467600"/>
              <a:gd name="connsiteY804" fmla="*/ 64119 h 6858000"/>
              <a:gd name="connsiteX805" fmla="*/ 6099442 w 7467600"/>
              <a:gd name="connsiteY805" fmla="*/ 82568 h 6858000"/>
              <a:gd name="connsiteX806" fmla="*/ 4804137 w 7467600"/>
              <a:gd name="connsiteY806" fmla="*/ 320931 h 6858000"/>
              <a:gd name="connsiteX807" fmla="*/ 4227047 w 7467600"/>
              <a:gd name="connsiteY807" fmla="*/ 313415 h 6858000"/>
              <a:gd name="connsiteX808" fmla="*/ 4346041 w 7467600"/>
              <a:gd name="connsiteY808" fmla="*/ 456086 h 6858000"/>
              <a:gd name="connsiteX809" fmla="*/ 4870967 w 7467600"/>
              <a:gd name="connsiteY809" fmla="*/ 963061 h 6858000"/>
              <a:gd name="connsiteX810" fmla="*/ 4889647 w 7467600"/>
              <a:gd name="connsiteY810" fmla="*/ 957147 h 6858000"/>
              <a:gd name="connsiteX811" fmla="*/ 5422504 w 7467600"/>
              <a:gd name="connsiteY811" fmla="*/ 805191 h 6858000"/>
              <a:gd name="connsiteX812" fmla="*/ 6087656 w 7467600"/>
              <a:gd name="connsiteY812" fmla="*/ 826703 h 6858000"/>
              <a:gd name="connsiteX813" fmla="*/ 6058717 w 7467600"/>
              <a:gd name="connsiteY813" fmla="*/ 865992 h 6858000"/>
              <a:gd name="connsiteX814" fmla="*/ 4974153 w 7467600"/>
              <a:gd name="connsiteY814" fmla="*/ 1045456 h 6858000"/>
              <a:gd name="connsiteX815" fmla="*/ 5627835 w 7467600"/>
              <a:gd name="connsiteY815" fmla="*/ 1472077 h 6858000"/>
              <a:gd name="connsiteX816" fmla="*/ 5629817 w 7467600"/>
              <a:gd name="connsiteY816" fmla="*/ 1471412 h 6858000"/>
              <a:gd name="connsiteX817" fmla="*/ 5634124 w 7467600"/>
              <a:gd name="connsiteY817" fmla="*/ 1470572 h 6858000"/>
              <a:gd name="connsiteX818" fmla="*/ 5755832 w 7467600"/>
              <a:gd name="connsiteY818" fmla="*/ 1383886 h 6858000"/>
              <a:gd name="connsiteX819" fmla="*/ 6014186 w 7467600"/>
              <a:gd name="connsiteY819" fmla="*/ 1279799 h 6858000"/>
              <a:gd name="connsiteX820" fmla="*/ 6901619 w 7467600"/>
              <a:gd name="connsiteY820" fmla="*/ 1047874 h 6858000"/>
              <a:gd name="connsiteX821" fmla="*/ 6931566 w 7467600"/>
              <a:gd name="connsiteY821" fmla="*/ 1062034 h 6858000"/>
              <a:gd name="connsiteX822" fmla="*/ 5790982 w 7467600"/>
              <a:gd name="connsiteY822" fmla="*/ 1561380 h 6858000"/>
              <a:gd name="connsiteX823" fmla="*/ 6188971 w 7467600"/>
              <a:gd name="connsiteY823" fmla="*/ 1755168 h 6858000"/>
              <a:gd name="connsiteX824" fmla="*/ 6202446 w 7467600"/>
              <a:gd name="connsiteY824" fmla="*/ 1752268 h 6858000"/>
              <a:gd name="connsiteX825" fmla="*/ 7179560 w 7467600"/>
              <a:gd name="connsiteY825" fmla="*/ 1467551 h 6858000"/>
              <a:gd name="connsiteX826" fmla="*/ 7158730 w 7467600"/>
              <a:gd name="connsiteY826" fmla="*/ 1507835 h 6858000"/>
              <a:gd name="connsiteX827" fmla="*/ 6326959 w 7467600"/>
              <a:gd name="connsiteY827" fmla="*/ 1817686 h 6858000"/>
              <a:gd name="connsiteX828" fmla="*/ 6537433 w 7467600"/>
              <a:gd name="connsiteY828" fmla="*/ 1907790 h 6858000"/>
              <a:gd name="connsiteX829" fmla="*/ 6550221 w 7467600"/>
              <a:gd name="connsiteY829" fmla="*/ 1910729 h 6858000"/>
              <a:gd name="connsiteX830" fmla="*/ 6964438 w 7467600"/>
              <a:gd name="connsiteY830" fmla="*/ 2209505 h 6858000"/>
              <a:gd name="connsiteX831" fmla="*/ 7367862 w 7467600"/>
              <a:gd name="connsiteY831" fmla="*/ 2806833 h 6858000"/>
              <a:gd name="connsiteX832" fmla="*/ 7364329 w 7467600"/>
              <a:gd name="connsiteY832" fmla="*/ 2826907 h 6858000"/>
              <a:gd name="connsiteX833" fmla="*/ 7290545 w 7467600"/>
              <a:gd name="connsiteY833" fmla="*/ 2850663 h 6858000"/>
              <a:gd name="connsiteX834" fmla="*/ 6472036 w 7467600"/>
              <a:gd name="connsiteY834" fmla="*/ 1959003 h 6858000"/>
              <a:gd name="connsiteX835" fmla="*/ 5792897 w 7467600"/>
              <a:gd name="connsiteY835" fmla="*/ 1647747 h 6858000"/>
              <a:gd name="connsiteX836" fmla="*/ 5842751 w 7467600"/>
              <a:gd name="connsiteY836" fmla="*/ 1816112 h 6858000"/>
              <a:gd name="connsiteX837" fmla="*/ 5847424 w 7467600"/>
              <a:gd name="connsiteY837" fmla="*/ 1815776 h 6858000"/>
              <a:gd name="connsiteX838" fmla="*/ 6399821 w 7467600"/>
              <a:gd name="connsiteY838" fmla="*/ 2344799 h 6858000"/>
              <a:gd name="connsiteX839" fmla="*/ 6323232 w 7467600"/>
              <a:gd name="connsiteY839" fmla="*/ 2389634 h 6858000"/>
              <a:gd name="connsiteX840" fmla="*/ 5942958 w 7467600"/>
              <a:gd name="connsiteY840" fmla="*/ 2077708 h 6858000"/>
              <a:gd name="connsiteX841" fmla="*/ 5921559 w 7467600"/>
              <a:gd name="connsiteY841" fmla="*/ 2378596 h 6858000"/>
              <a:gd name="connsiteX842" fmla="*/ 5817651 w 7467600"/>
              <a:gd name="connsiteY842" fmla="*/ 3023919 h 6858000"/>
              <a:gd name="connsiteX843" fmla="*/ 5729634 w 7467600"/>
              <a:gd name="connsiteY843" fmla="*/ 3051849 h 6858000"/>
              <a:gd name="connsiteX844" fmla="*/ 5611018 w 7467600"/>
              <a:gd name="connsiteY844" fmla="*/ 2316769 h 6858000"/>
              <a:gd name="connsiteX845" fmla="*/ 5687608 w 7467600"/>
              <a:gd name="connsiteY845" fmla="*/ 2039972 h 6858000"/>
              <a:gd name="connsiteX846" fmla="*/ 5657554 w 7467600"/>
              <a:gd name="connsiteY846" fmla="*/ 1576445 h 6858000"/>
              <a:gd name="connsiteX847" fmla="*/ 5150475 w 7467600"/>
              <a:gd name="connsiteY847" fmla="*/ 1274012 h 6858000"/>
              <a:gd name="connsiteX848" fmla="*/ 5349142 w 7467600"/>
              <a:gd name="connsiteY848" fmla="*/ 2204405 h 6858000"/>
              <a:gd name="connsiteX849" fmla="*/ 5262214 w 7467600"/>
              <a:gd name="connsiteY849" fmla="*/ 2233836 h 6858000"/>
              <a:gd name="connsiteX850" fmla="*/ 4981539 w 7467600"/>
              <a:gd name="connsiteY850" fmla="*/ 1542201 h 6858000"/>
              <a:gd name="connsiteX851" fmla="*/ 4958461 w 7467600"/>
              <a:gd name="connsiteY851" fmla="*/ 1136957 h 6858000"/>
              <a:gd name="connsiteX852" fmla="*/ 4655015 w 7467600"/>
              <a:gd name="connsiteY852" fmla="*/ 891426 h 6858000"/>
              <a:gd name="connsiteX853" fmla="*/ 4348002 w 7467600"/>
              <a:gd name="connsiteY853" fmla="*/ 2205895 h 6858000"/>
              <a:gd name="connsiteX854" fmla="*/ 4262250 w 7467600"/>
              <a:gd name="connsiteY854" fmla="*/ 2219972 h 6858000"/>
              <a:gd name="connsiteX855" fmla="*/ 4550611 w 7467600"/>
              <a:gd name="connsiteY855" fmla="*/ 817540 h 6858000"/>
              <a:gd name="connsiteX856" fmla="*/ 4564418 w 7467600"/>
              <a:gd name="connsiteY856" fmla="*/ 808293 h 6858000"/>
              <a:gd name="connsiteX857" fmla="*/ 4266388 w 7467600"/>
              <a:gd name="connsiteY857" fmla="*/ 500083 h 6858000"/>
              <a:gd name="connsiteX858" fmla="*/ 4032842 w 7467600"/>
              <a:gd name="connsiteY858" fmla="*/ 211809 h 6858000"/>
              <a:gd name="connsiteX859" fmla="*/ 3882765 w 7467600"/>
              <a:gd name="connsiteY859" fmla="*/ 0 h 6858000"/>
              <a:gd name="connsiteX860" fmla="*/ 3721337 w 7467600"/>
              <a:gd name="connsiteY860" fmla="*/ 0 h 6858000"/>
              <a:gd name="connsiteX861" fmla="*/ 3797544 w 7467600"/>
              <a:gd name="connsiteY861" fmla="*/ 0 h 6858000"/>
              <a:gd name="connsiteX862" fmla="*/ 3775734 w 7467600"/>
              <a:gd name="connsiteY862" fmla="*/ 95131 h 6858000"/>
              <a:gd name="connsiteX863" fmla="*/ 3724807 w 7467600"/>
              <a:gd name="connsiteY863" fmla="*/ 272257 h 6858000"/>
              <a:gd name="connsiteX864" fmla="*/ 3726844 w 7467600"/>
              <a:gd name="connsiteY864" fmla="*/ 282988 h 6858000"/>
              <a:gd name="connsiteX865" fmla="*/ 3742664 w 7467600"/>
              <a:gd name="connsiteY865" fmla="*/ 279918 h 6858000"/>
              <a:gd name="connsiteX866" fmla="*/ 4103910 w 7467600"/>
              <a:gd name="connsiteY866" fmla="*/ 1161917 h 6858000"/>
              <a:gd name="connsiteX867" fmla="*/ 4020269 w 7467600"/>
              <a:gd name="connsiteY867" fmla="*/ 1200406 h 6858000"/>
              <a:gd name="connsiteX868" fmla="*/ 3674882 w 7467600"/>
              <a:gd name="connsiteY868" fmla="*/ 488524 h 6858000"/>
              <a:gd name="connsiteX869" fmla="*/ 3132682 w 7467600"/>
              <a:gd name="connsiteY869" fmla="*/ 1072284 h 6858000"/>
              <a:gd name="connsiteX870" fmla="*/ 2716346 w 7467600"/>
              <a:gd name="connsiteY870" fmla="*/ 1276376 h 6858000"/>
              <a:gd name="connsiteX871" fmla="*/ 2716772 w 7467600"/>
              <a:gd name="connsiteY871" fmla="*/ 1255462 h 6858000"/>
              <a:gd name="connsiteX872" fmla="*/ 3471096 w 7467600"/>
              <a:gd name="connsiteY872" fmla="*/ 437072 h 6858000"/>
              <a:gd name="connsiteX873" fmla="*/ 3639057 w 7467600"/>
              <a:gd name="connsiteY873" fmla="*/ 286334 h 6858000"/>
              <a:gd name="connsiteX874" fmla="*/ 3640309 w 7467600"/>
              <a:gd name="connsiteY874" fmla="*/ 284664 h 6858000"/>
              <a:gd name="connsiteX875" fmla="*/ 3646022 w 7467600"/>
              <a:gd name="connsiteY875" fmla="*/ 276711 h 6858000"/>
              <a:gd name="connsiteX876" fmla="*/ 3707943 w 7467600"/>
              <a:gd name="connsiteY876" fmla="*/ 65958 h 6858000"/>
              <a:gd name="connsiteX877" fmla="*/ 3721337 w 7467600"/>
              <a:gd name="connsiteY877" fmla="*/ 0 h 6858000"/>
              <a:gd name="connsiteX878" fmla="*/ 2867960 w 7467600"/>
              <a:gd name="connsiteY878" fmla="*/ 0 h 6858000"/>
              <a:gd name="connsiteX879" fmla="*/ 2926351 w 7467600"/>
              <a:gd name="connsiteY879" fmla="*/ 0 h 6858000"/>
              <a:gd name="connsiteX880" fmla="*/ 2902823 w 7467600"/>
              <a:gd name="connsiteY880" fmla="*/ 262929 h 6858000"/>
              <a:gd name="connsiteX881" fmla="*/ 2940663 w 7467600"/>
              <a:gd name="connsiteY881" fmla="*/ 140884 h 6858000"/>
              <a:gd name="connsiteX882" fmla="*/ 2947039 w 7467600"/>
              <a:gd name="connsiteY882" fmla="*/ 122524 h 6858000"/>
              <a:gd name="connsiteX883" fmla="*/ 2984316 w 7467600"/>
              <a:gd name="connsiteY883" fmla="*/ 0 h 6858000"/>
              <a:gd name="connsiteX884" fmla="*/ 3016114 w 7467600"/>
              <a:gd name="connsiteY884" fmla="*/ 0 h 6858000"/>
              <a:gd name="connsiteX885" fmla="*/ 2979949 w 7467600"/>
              <a:gd name="connsiteY885" fmla="*/ 119274 h 6858000"/>
              <a:gd name="connsiteX886" fmla="*/ 3023879 w 7467600"/>
              <a:gd name="connsiteY886" fmla="*/ 0 h 6858000"/>
              <a:gd name="connsiteX887" fmla="*/ 3105400 w 7467600"/>
              <a:gd name="connsiteY887" fmla="*/ 0 h 6858000"/>
              <a:gd name="connsiteX888" fmla="*/ 3094669 w 7467600"/>
              <a:gd name="connsiteY888" fmla="*/ 30308 h 6858000"/>
              <a:gd name="connsiteX889" fmla="*/ 2901945 w 7467600"/>
              <a:gd name="connsiteY889" fmla="*/ 466538 h 6858000"/>
              <a:gd name="connsiteX890" fmla="*/ 2815209 w 7467600"/>
              <a:gd name="connsiteY890" fmla="*/ 497361 h 6858000"/>
              <a:gd name="connsiteX891" fmla="*/ 2844845 w 7467600"/>
              <a:gd name="connsiteY891" fmla="*/ 127638 h 6858000"/>
              <a:gd name="connsiteX892" fmla="*/ 2867960 w 7467600"/>
              <a:gd name="connsiteY892" fmla="*/ 0 h 6858000"/>
              <a:gd name="connsiteX893" fmla="*/ 1057230 w 7467600"/>
              <a:gd name="connsiteY893" fmla="*/ 0 h 6858000"/>
              <a:gd name="connsiteX894" fmla="*/ 1111003 w 7467600"/>
              <a:gd name="connsiteY894" fmla="*/ 0 h 6858000"/>
              <a:gd name="connsiteX895" fmla="*/ 1125553 w 7467600"/>
              <a:gd name="connsiteY895" fmla="*/ 52588 h 6858000"/>
              <a:gd name="connsiteX896" fmla="*/ 1304276 w 7467600"/>
              <a:gd name="connsiteY896" fmla="*/ 476275 h 6858000"/>
              <a:gd name="connsiteX897" fmla="*/ 1492066 w 7467600"/>
              <a:gd name="connsiteY897" fmla="*/ 886333 h 6858000"/>
              <a:gd name="connsiteX898" fmla="*/ 1423698 w 7467600"/>
              <a:gd name="connsiteY898" fmla="*/ 710817 h 6858000"/>
              <a:gd name="connsiteX899" fmla="*/ 1357609 w 7467600"/>
              <a:gd name="connsiteY899" fmla="*/ 532892 h 6858000"/>
              <a:gd name="connsiteX900" fmla="*/ 1309550 w 7467600"/>
              <a:gd name="connsiteY900" fmla="*/ 374031 h 6858000"/>
              <a:gd name="connsiteX901" fmla="*/ 1193673 w 7467600"/>
              <a:gd name="connsiteY901" fmla="*/ 49533 h 6858000"/>
              <a:gd name="connsiteX902" fmla="*/ 1164391 w 7467600"/>
              <a:gd name="connsiteY902" fmla="*/ 0 h 6858000"/>
              <a:gd name="connsiteX903" fmla="*/ 1200666 w 7467600"/>
              <a:gd name="connsiteY903" fmla="*/ 0 h 6858000"/>
              <a:gd name="connsiteX904" fmla="*/ 1223408 w 7467600"/>
              <a:gd name="connsiteY904" fmla="*/ 38996 h 6858000"/>
              <a:gd name="connsiteX905" fmla="*/ 1339635 w 7467600"/>
              <a:gd name="connsiteY905" fmla="*/ 365517 h 6858000"/>
              <a:gd name="connsiteX906" fmla="*/ 1387469 w 7467600"/>
              <a:gd name="connsiteY906" fmla="*/ 523079 h 6858000"/>
              <a:gd name="connsiteX907" fmla="*/ 1452685 w 7467600"/>
              <a:gd name="connsiteY907" fmla="*/ 699806 h 6858000"/>
              <a:gd name="connsiteX908" fmla="*/ 1492092 w 7467600"/>
              <a:gd name="connsiteY908" fmla="*/ 800424 h 6858000"/>
              <a:gd name="connsiteX909" fmla="*/ 1455302 w 7467600"/>
              <a:gd name="connsiteY909" fmla="*/ 632913 h 6858000"/>
              <a:gd name="connsiteX910" fmla="*/ 1222336 w 7467600"/>
              <a:gd name="connsiteY910" fmla="*/ 9480 h 6858000"/>
              <a:gd name="connsiteX911" fmla="*/ 1214634 w 7467600"/>
              <a:gd name="connsiteY911" fmla="*/ 0 h 6858000"/>
              <a:gd name="connsiteX912" fmla="*/ 1289827 w 7467600"/>
              <a:gd name="connsiteY912" fmla="*/ 0 h 6858000"/>
              <a:gd name="connsiteX913" fmla="*/ 1321076 w 7467600"/>
              <a:gd name="connsiteY913" fmla="*/ 59722 h 6858000"/>
              <a:gd name="connsiteX914" fmla="*/ 1512579 w 7467600"/>
              <a:gd name="connsiteY914" fmla="*/ 626441 h 6858000"/>
              <a:gd name="connsiteX915" fmla="*/ 1506076 w 7467600"/>
              <a:gd name="connsiteY915" fmla="*/ 1089289 h 6858000"/>
              <a:gd name="connsiteX916" fmla="*/ 1486346 w 7467600"/>
              <a:gd name="connsiteY916" fmla="*/ 1079919 h 6858000"/>
              <a:gd name="connsiteX917" fmla="*/ 1070511 w 7467600"/>
              <a:gd name="connsiteY917" fmla="*/ 48609 h 6858000"/>
              <a:gd name="connsiteX918" fmla="*/ 1057230 w 7467600"/>
              <a:gd name="connsiteY918" fmla="*/ 0 h 6858000"/>
              <a:gd name="connsiteX919" fmla="*/ 43151 w 7467600"/>
              <a:gd name="connsiteY919" fmla="*/ 0 h 6858000"/>
              <a:gd name="connsiteX920" fmla="*/ 95283 w 7467600"/>
              <a:gd name="connsiteY920" fmla="*/ 0 h 6858000"/>
              <a:gd name="connsiteX921" fmla="*/ 300708 w 7467600"/>
              <a:gd name="connsiteY921" fmla="*/ 154571 h 6858000"/>
              <a:gd name="connsiteX922" fmla="*/ 530414 w 7467600"/>
              <a:gd name="connsiteY922" fmla="*/ 354673 h 6858000"/>
              <a:gd name="connsiteX923" fmla="*/ 333785 w 7467600"/>
              <a:gd name="connsiteY923" fmla="*/ 161564 h 6858000"/>
              <a:gd name="connsiteX924" fmla="*/ 147005 w 7467600"/>
              <a:gd name="connsiteY924" fmla="*/ 0 h 6858000"/>
              <a:gd name="connsiteX925" fmla="*/ 272509 w 7467600"/>
              <a:gd name="connsiteY925" fmla="*/ 0 h 6858000"/>
              <a:gd name="connsiteX926" fmla="*/ 326276 w 7467600"/>
              <a:gd name="connsiteY926" fmla="*/ 45847 h 6858000"/>
              <a:gd name="connsiteX927" fmla="*/ 823759 w 7467600"/>
              <a:gd name="connsiteY927" fmla="*/ 574145 h 6858000"/>
              <a:gd name="connsiteX928" fmla="*/ 811254 w 7467600"/>
              <a:gd name="connsiteY928" fmla="*/ 665546 h 6858000"/>
              <a:gd name="connsiteX929" fmla="*/ 154042 w 7467600"/>
              <a:gd name="connsiteY929" fmla="*/ 261522 h 6858000"/>
              <a:gd name="connsiteX930" fmla="*/ 13550 w 7467600"/>
              <a:gd name="connsiteY930" fmla="*/ 158423 h 6858000"/>
              <a:gd name="connsiteX931" fmla="*/ 0 w 7467600"/>
              <a:gd name="connsiteY931" fmla="*/ 146618 h 6858000"/>
              <a:gd name="connsiteX932" fmla="*/ 0 w 7467600"/>
              <a:gd name="connsiteY932" fmla="*/ 59161 h 6858000"/>
              <a:gd name="connsiteX933" fmla="*/ 45427 w 7467600"/>
              <a:gd name="connsiteY933" fmla="*/ 101078 h 6858000"/>
              <a:gd name="connsiteX934" fmla="*/ 630103 w 7467600"/>
              <a:gd name="connsiteY934" fmla="*/ 485885 h 6858000"/>
              <a:gd name="connsiteX935" fmla="*/ 532040 w 7467600"/>
              <a:gd name="connsiteY935" fmla="*/ 399359 h 6858000"/>
              <a:gd name="connsiteX936" fmla="*/ 517618 w 7467600"/>
              <a:gd name="connsiteY936" fmla="*/ 385726 h 6858000"/>
              <a:gd name="connsiteX937" fmla="*/ 285074 w 7467600"/>
              <a:gd name="connsiteY937" fmla="*/ 182755 h 6858000"/>
              <a:gd name="connsiteX938" fmla="*/ 43151 w 7467600"/>
              <a:gd name="connsiteY938" fmla="*/ 0 h 6858000"/>
              <a:gd name="connsiteX0" fmla="*/ 369702 w 7369701"/>
              <a:gd name="connsiteY0" fmla="*/ 6712169 h 6858000"/>
              <a:gd name="connsiteX1" fmla="*/ 366575 w 7369701"/>
              <a:gd name="connsiteY1" fmla="*/ 6715556 h 6858000"/>
              <a:gd name="connsiteX2" fmla="*/ 371637 w 7369701"/>
              <a:gd name="connsiteY2" fmla="*/ 6713954 h 6858000"/>
              <a:gd name="connsiteX3" fmla="*/ 369702 w 7369701"/>
              <a:gd name="connsiteY3" fmla="*/ 6712169 h 6858000"/>
              <a:gd name="connsiteX4" fmla="*/ 1019354 w 7369701"/>
              <a:gd name="connsiteY4" fmla="*/ 6315006 h 6858000"/>
              <a:gd name="connsiteX5" fmla="*/ 441046 w 7369701"/>
              <a:gd name="connsiteY5" fmla="*/ 6691153 h 6858000"/>
              <a:gd name="connsiteX6" fmla="*/ 1019354 w 7369701"/>
              <a:gd name="connsiteY6" fmla="*/ 6315006 h 6858000"/>
              <a:gd name="connsiteX7" fmla="*/ 991680 w 7369701"/>
              <a:gd name="connsiteY7" fmla="*/ 6298413 h 6858000"/>
              <a:gd name="connsiteX8" fmla="*/ 409060 w 7369701"/>
              <a:gd name="connsiteY8" fmla="*/ 6671470 h 6858000"/>
              <a:gd name="connsiteX9" fmla="*/ 991680 w 7369701"/>
              <a:gd name="connsiteY9" fmla="*/ 6298413 h 6858000"/>
              <a:gd name="connsiteX10" fmla="*/ 103333 w 7369701"/>
              <a:gd name="connsiteY10" fmla="*/ 5699602 h 6858000"/>
              <a:gd name="connsiteX11" fmla="*/ 233938 w 7369701"/>
              <a:gd name="connsiteY11" fmla="*/ 5809416 h 6858000"/>
              <a:gd name="connsiteX12" fmla="*/ 883580 w 7369701"/>
              <a:gd name="connsiteY12" fmla="*/ 6180710 h 6858000"/>
              <a:gd name="connsiteX13" fmla="*/ 487337 w 7369701"/>
              <a:gd name="connsiteY13" fmla="*/ 5950182 h 6858000"/>
              <a:gd name="connsiteX14" fmla="*/ 354051 w 7369701"/>
              <a:gd name="connsiteY14" fmla="*/ 5854912 h 6858000"/>
              <a:gd name="connsiteX15" fmla="*/ 195436 w 7369701"/>
              <a:gd name="connsiteY15" fmla="*/ 5755068 h 6858000"/>
              <a:gd name="connsiteX16" fmla="*/ 103333 w 7369701"/>
              <a:gd name="connsiteY16" fmla="*/ 5699602 h 6858000"/>
              <a:gd name="connsiteX17" fmla="*/ 5539432 w 7369701"/>
              <a:gd name="connsiteY17" fmla="*/ 5642928 h 6858000"/>
              <a:gd name="connsiteX18" fmla="*/ 5555462 w 7369701"/>
              <a:gd name="connsiteY18" fmla="*/ 5694454 h 6858000"/>
              <a:gd name="connsiteX19" fmla="*/ 5828270 w 7369701"/>
              <a:gd name="connsiteY19" fmla="*/ 6320663 h 6858000"/>
              <a:gd name="connsiteX20" fmla="*/ 5947416 w 7369701"/>
              <a:gd name="connsiteY20" fmla="*/ 6574846 h 6858000"/>
              <a:gd name="connsiteX21" fmla="*/ 5539432 w 7369701"/>
              <a:gd name="connsiteY21" fmla="*/ 5642928 h 6858000"/>
              <a:gd name="connsiteX22" fmla="*/ 51253 w 7369701"/>
              <a:gd name="connsiteY22" fmla="*/ 5631825 h 6858000"/>
              <a:gd name="connsiteX23" fmla="*/ 211622 w 7369701"/>
              <a:gd name="connsiteY23" fmla="*/ 5728803 h 6858000"/>
              <a:gd name="connsiteX24" fmla="*/ 371652 w 7369701"/>
              <a:gd name="connsiteY24" fmla="*/ 5829062 h 6858000"/>
              <a:gd name="connsiteX25" fmla="*/ 505903 w 7369701"/>
              <a:gd name="connsiteY25" fmla="*/ 5925221 h 6858000"/>
              <a:gd name="connsiteX26" fmla="*/ 899240 w 7369701"/>
              <a:gd name="connsiteY26" fmla="*/ 6153068 h 6858000"/>
              <a:gd name="connsiteX27" fmla="*/ 988114 w 7369701"/>
              <a:gd name="connsiteY27" fmla="*/ 6174204 h 6858000"/>
              <a:gd name="connsiteX28" fmla="*/ 845971 w 7369701"/>
              <a:gd name="connsiteY28" fmla="*/ 6067177 h 6858000"/>
              <a:gd name="connsiteX29" fmla="*/ 448057 w 7369701"/>
              <a:gd name="connsiteY29" fmla="*/ 5841376 h 6858000"/>
              <a:gd name="connsiteX30" fmla="*/ 51253 w 7369701"/>
              <a:gd name="connsiteY30" fmla="*/ 5631825 h 6858000"/>
              <a:gd name="connsiteX31" fmla="*/ 2606687 w 7369701"/>
              <a:gd name="connsiteY31" fmla="*/ 5630718 h 6858000"/>
              <a:gd name="connsiteX32" fmla="*/ 2645658 w 7369701"/>
              <a:gd name="connsiteY32" fmla="*/ 6640259 h 6858000"/>
              <a:gd name="connsiteX33" fmla="*/ 2606687 w 7369701"/>
              <a:gd name="connsiteY33" fmla="*/ 5630718 h 6858000"/>
              <a:gd name="connsiteX34" fmla="*/ 3642057 w 7369701"/>
              <a:gd name="connsiteY34" fmla="*/ 5573487 h 6858000"/>
              <a:gd name="connsiteX35" fmla="*/ 3632981 w 7369701"/>
              <a:gd name="connsiteY35" fmla="*/ 5579437 h 6858000"/>
              <a:gd name="connsiteX36" fmla="*/ 3382436 w 7369701"/>
              <a:gd name="connsiteY36" fmla="*/ 5952726 h 6858000"/>
              <a:gd name="connsiteX37" fmla="*/ 3191929 w 7369701"/>
              <a:gd name="connsiteY37" fmla="*/ 6662669 h 6858000"/>
              <a:gd name="connsiteX38" fmla="*/ 3369898 w 7369701"/>
              <a:gd name="connsiteY38" fmla="*/ 6081771 h 6858000"/>
              <a:gd name="connsiteX39" fmla="*/ 3642057 w 7369701"/>
              <a:gd name="connsiteY39" fmla="*/ 5573487 h 6858000"/>
              <a:gd name="connsiteX40" fmla="*/ 2650666 w 7369701"/>
              <a:gd name="connsiteY40" fmla="*/ 5530686 h 6858000"/>
              <a:gd name="connsiteX41" fmla="*/ 2650249 w 7369701"/>
              <a:gd name="connsiteY41" fmla="*/ 5532101 h 6858000"/>
              <a:gd name="connsiteX42" fmla="*/ 2663808 w 7369701"/>
              <a:gd name="connsiteY42" fmla="*/ 6535215 h 6858000"/>
              <a:gd name="connsiteX43" fmla="*/ 2665418 w 7369701"/>
              <a:gd name="connsiteY43" fmla="*/ 6132756 h 6858000"/>
              <a:gd name="connsiteX44" fmla="*/ 2650666 w 7369701"/>
              <a:gd name="connsiteY44" fmla="*/ 5530686 h 6858000"/>
              <a:gd name="connsiteX45" fmla="*/ 2680277 w 7369701"/>
              <a:gd name="connsiteY45" fmla="*/ 5479204 h 6858000"/>
              <a:gd name="connsiteX46" fmla="*/ 2678972 w 7369701"/>
              <a:gd name="connsiteY46" fmla="*/ 5481582 h 6858000"/>
              <a:gd name="connsiteX47" fmla="*/ 2696666 w 7369701"/>
              <a:gd name="connsiteY47" fmla="*/ 6133836 h 6858000"/>
              <a:gd name="connsiteX48" fmla="*/ 2695769 w 7369701"/>
              <a:gd name="connsiteY48" fmla="*/ 6390955 h 6858000"/>
              <a:gd name="connsiteX49" fmla="*/ 2739893 w 7369701"/>
              <a:gd name="connsiteY49" fmla="*/ 6108357 h 6858000"/>
              <a:gd name="connsiteX50" fmla="*/ 2680277 w 7369701"/>
              <a:gd name="connsiteY50" fmla="*/ 5479204 h 6858000"/>
              <a:gd name="connsiteX51" fmla="*/ 1132195 w 7369701"/>
              <a:gd name="connsiteY51" fmla="*/ 5467980 h 6858000"/>
              <a:gd name="connsiteX52" fmla="*/ 1679056 w 7369701"/>
              <a:gd name="connsiteY52" fmla="*/ 5516907 h 6858000"/>
              <a:gd name="connsiteX53" fmla="*/ 2128648 w 7369701"/>
              <a:gd name="connsiteY53" fmla="*/ 5474249 h 6858000"/>
              <a:gd name="connsiteX54" fmla="*/ 1825619 w 7369701"/>
              <a:gd name="connsiteY54" fmla="*/ 5478447 h 6858000"/>
              <a:gd name="connsiteX55" fmla="*/ 1737798 w 7369701"/>
              <a:gd name="connsiteY55" fmla="*/ 5483353 h 6858000"/>
              <a:gd name="connsiteX56" fmla="*/ 1132195 w 7369701"/>
              <a:gd name="connsiteY56" fmla="*/ 5467980 h 6858000"/>
              <a:gd name="connsiteX57" fmla="*/ 1456157 w 7369701"/>
              <a:gd name="connsiteY57" fmla="*/ 5371404 h 6858000"/>
              <a:gd name="connsiteX58" fmla="*/ 1244432 w 7369701"/>
              <a:gd name="connsiteY58" fmla="*/ 5385601 h 6858000"/>
              <a:gd name="connsiteX59" fmla="*/ 973990 w 7369701"/>
              <a:gd name="connsiteY59" fmla="*/ 5424940 h 6858000"/>
              <a:gd name="connsiteX60" fmla="*/ 1103809 w 7369701"/>
              <a:gd name="connsiteY60" fmla="*/ 5433720 h 6858000"/>
              <a:gd name="connsiteX61" fmla="*/ 1123454 w 7369701"/>
              <a:gd name="connsiteY61" fmla="*/ 5435727 h 6858000"/>
              <a:gd name="connsiteX62" fmla="*/ 1737017 w 7369701"/>
              <a:gd name="connsiteY62" fmla="*/ 5452183 h 6858000"/>
              <a:gd name="connsiteX63" fmla="*/ 1824397 w 7369701"/>
              <a:gd name="connsiteY63" fmla="*/ 5447757 h 6858000"/>
              <a:gd name="connsiteX64" fmla="*/ 2070059 w 7369701"/>
              <a:gd name="connsiteY64" fmla="*/ 5441660 h 6858000"/>
              <a:gd name="connsiteX65" fmla="*/ 1456157 w 7369701"/>
              <a:gd name="connsiteY65" fmla="*/ 5371404 h 6858000"/>
              <a:gd name="connsiteX66" fmla="*/ 4988186 w 7369701"/>
              <a:gd name="connsiteY66" fmla="*/ 5216467 h 6858000"/>
              <a:gd name="connsiteX67" fmla="*/ 4777334 w 7369701"/>
              <a:gd name="connsiteY67" fmla="*/ 5406072 h 6858000"/>
              <a:gd name="connsiteX68" fmla="*/ 4718341 w 7369701"/>
              <a:gd name="connsiteY68" fmla="*/ 5468043 h 6858000"/>
              <a:gd name="connsiteX69" fmla="*/ 4604655 w 7369701"/>
              <a:gd name="connsiteY69" fmla="*/ 5583434 h 6858000"/>
              <a:gd name="connsiteX70" fmla="*/ 4565074 w 7369701"/>
              <a:gd name="connsiteY70" fmla="*/ 5618550 h 6858000"/>
              <a:gd name="connsiteX71" fmla="*/ 4988186 w 7369701"/>
              <a:gd name="connsiteY71" fmla="*/ 5216467 h 6858000"/>
              <a:gd name="connsiteX72" fmla="*/ 4978032 w 7369701"/>
              <a:gd name="connsiteY72" fmla="*/ 5183809 h 6858000"/>
              <a:gd name="connsiteX73" fmla="*/ 4463413 w 7369701"/>
              <a:gd name="connsiteY73" fmla="*/ 5615162 h 6858000"/>
              <a:gd name="connsiteX74" fmla="*/ 4358134 w 7369701"/>
              <a:gd name="connsiteY74" fmla="*/ 5742791 h 6858000"/>
              <a:gd name="connsiteX75" fmla="*/ 4376219 w 7369701"/>
              <a:gd name="connsiteY75" fmla="*/ 5729027 h 6858000"/>
              <a:gd name="connsiteX76" fmla="*/ 4582340 w 7369701"/>
              <a:gd name="connsiteY76" fmla="*/ 5561037 h 6858000"/>
              <a:gd name="connsiteX77" fmla="*/ 4694684 w 7369701"/>
              <a:gd name="connsiteY77" fmla="*/ 5447098 h 6858000"/>
              <a:gd name="connsiteX78" fmla="*/ 4754123 w 7369701"/>
              <a:gd name="connsiteY78" fmla="*/ 5384643 h 6858000"/>
              <a:gd name="connsiteX79" fmla="*/ 4978032 w 7369701"/>
              <a:gd name="connsiteY79" fmla="*/ 5183809 h 6858000"/>
              <a:gd name="connsiteX80" fmla="*/ 1903353 w 7369701"/>
              <a:gd name="connsiteY80" fmla="*/ 5044827 h 6858000"/>
              <a:gd name="connsiteX81" fmla="*/ 1936931 w 7369701"/>
              <a:gd name="connsiteY81" fmla="*/ 5093954 h 6858000"/>
              <a:gd name="connsiteX82" fmla="*/ 2195868 w 7369701"/>
              <a:gd name="connsiteY82" fmla="*/ 5396574 h 6858000"/>
              <a:gd name="connsiteX83" fmla="*/ 2088852 w 7369701"/>
              <a:gd name="connsiteY83" fmla="*/ 5166123 h 6858000"/>
              <a:gd name="connsiteX84" fmla="*/ 1958241 w 7369701"/>
              <a:gd name="connsiteY84" fmla="*/ 5067955 h 6858000"/>
              <a:gd name="connsiteX85" fmla="*/ 1903353 w 7369701"/>
              <a:gd name="connsiteY85" fmla="*/ 5044827 h 6858000"/>
              <a:gd name="connsiteX86" fmla="*/ 1979378 w 7369701"/>
              <a:gd name="connsiteY86" fmla="*/ 4769504 h 6858000"/>
              <a:gd name="connsiteX87" fmla="*/ 2882120 w 7369701"/>
              <a:gd name="connsiteY87" fmla="*/ 5064547 h 6858000"/>
              <a:gd name="connsiteX88" fmla="*/ 2793103 w 7369701"/>
              <a:gd name="connsiteY88" fmla="*/ 5039699 h 6858000"/>
              <a:gd name="connsiteX89" fmla="*/ 2770041 w 7369701"/>
              <a:gd name="connsiteY89" fmla="*/ 5033634 h 6858000"/>
              <a:gd name="connsiteX90" fmla="*/ 1979378 w 7369701"/>
              <a:gd name="connsiteY90" fmla="*/ 4769504 h 6858000"/>
              <a:gd name="connsiteX91" fmla="*/ 1927410 w 7369701"/>
              <a:gd name="connsiteY91" fmla="*/ 4716164 h 6858000"/>
              <a:gd name="connsiteX92" fmla="*/ 1959587 w 7369701"/>
              <a:gd name="connsiteY92" fmla="*/ 4728849 h 6858000"/>
              <a:gd name="connsiteX93" fmla="*/ 2777707 w 7369701"/>
              <a:gd name="connsiteY93" fmla="*/ 5003991 h 6858000"/>
              <a:gd name="connsiteX94" fmla="*/ 2800768 w 7369701"/>
              <a:gd name="connsiteY94" fmla="*/ 5010056 h 6858000"/>
              <a:gd name="connsiteX95" fmla="*/ 2879408 w 7369701"/>
              <a:gd name="connsiteY95" fmla="*/ 5031590 h 6858000"/>
              <a:gd name="connsiteX96" fmla="*/ 2862295 w 7369701"/>
              <a:gd name="connsiteY96" fmla="*/ 5022958 h 6858000"/>
              <a:gd name="connsiteX97" fmla="*/ 2813343 w 7369701"/>
              <a:gd name="connsiteY97" fmla="*/ 4998369 h 6858000"/>
              <a:gd name="connsiteX98" fmla="*/ 2646245 w 7369701"/>
              <a:gd name="connsiteY98" fmla="*/ 4930999 h 6858000"/>
              <a:gd name="connsiteX99" fmla="*/ 1999243 w 7369701"/>
              <a:gd name="connsiteY99" fmla="*/ 4730524 h 6858000"/>
              <a:gd name="connsiteX100" fmla="*/ 1979527 w 7369701"/>
              <a:gd name="connsiteY100" fmla="*/ 4726651 h 6858000"/>
              <a:gd name="connsiteX101" fmla="*/ 1927410 w 7369701"/>
              <a:gd name="connsiteY101" fmla="*/ 4716164 h 6858000"/>
              <a:gd name="connsiteX102" fmla="*/ 1997014 w 7369701"/>
              <a:gd name="connsiteY102" fmla="*/ 4698007 h 6858000"/>
              <a:gd name="connsiteX103" fmla="*/ 2005458 w 7369701"/>
              <a:gd name="connsiteY103" fmla="*/ 4699540 h 6858000"/>
              <a:gd name="connsiteX104" fmla="*/ 2657186 w 7369701"/>
              <a:gd name="connsiteY104" fmla="*/ 4901687 h 6858000"/>
              <a:gd name="connsiteX105" fmla="*/ 2826662 w 7369701"/>
              <a:gd name="connsiteY105" fmla="*/ 4970362 h 6858000"/>
              <a:gd name="connsiteX106" fmla="*/ 2876100 w 7369701"/>
              <a:gd name="connsiteY106" fmla="*/ 4995397 h 6858000"/>
              <a:gd name="connsiteX107" fmla="*/ 3042600 w 7369701"/>
              <a:gd name="connsiteY107" fmla="*/ 5059532 h 6858000"/>
              <a:gd name="connsiteX108" fmla="*/ 1997014 w 7369701"/>
              <a:gd name="connsiteY108" fmla="*/ 4698007 h 6858000"/>
              <a:gd name="connsiteX109" fmla="*/ 2305292 w 7369701"/>
              <a:gd name="connsiteY109" fmla="*/ 4219492 h 6858000"/>
              <a:gd name="connsiteX110" fmla="*/ 3360922 w 7369701"/>
              <a:gd name="connsiteY110" fmla="*/ 4529373 h 6858000"/>
              <a:gd name="connsiteX111" fmla="*/ 3492420 w 7369701"/>
              <a:gd name="connsiteY111" fmla="*/ 4510145 h 6858000"/>
              <a:gd name="connsiteX112" fmla="*/ 3364086 w 7369701"/>
              <a:gd name="connsiteY112" fmla="*/ 4480340 h 6858000"/>
              <a:gd name="connsiteX113" fmla="*/ 3225818 w 7369701"/>
              <a:gd name="connsiteY113" fmla="*/ 4411822 h 6858000"/>
              <a:gd name="connsiteX114" fmla="*/ 3129696 w 7369701"/>
              <a:gd name="connsiteY114" fmla="*/ 4360704 h 6858000"/>
              <a:gd name="connsiteX115" fmla="*/ 2814545 w 7369701"/>
              <a:gd name="connsiteY115" fmla="*/ 4282955 h 6858000"/>
              <a:gd name="connsiteX116" fmla="*/ 2305292 w 7369701"/>
              <a:gd name="connsiteY116" fmla="*/ 4219492 h 6858000"/>
              <a:gd name="connsiteX117" fmla="*/ 2626982 w 7369701"/>
              <a:gd name="connsiteY117" fmla="*/ 4206450 h 6858000"/>
              <a:gd name="connsiteX118" fmla="*/ 2490617 w 7369701"/>
              <a:gd name="connsiteY118" fmla="*/ 4206951 h 6858000"/>
              <a:gd name="connsiteX119" fmla="*/ 2819869 w 7369701"/>
              <a:gd name="connsiteY119" fmla="*/ 4252936 h 6858000"/>
              <a:gd name="connsiteX120" fmla="*/ 3143018 w 7369701"/>
              <a:gd name="connsiteY120" fmla="*/ 4332698 h 6858000"/>
              <a:gd name="connsiteX121" fmla="*/ 3241520 w 7369701"/>
              <a:gd name="connsiteY121" fmla="*/ 4385112 h 6858000"/>
              <a:gd name="connsiteX122" fmla="*/ 3374575 w 7369701"/>
              <a:gd name="connsiteY122" fmla="*/ 4451517 h 6858000"/>
              <a:gd name="connsiteX123" fmla="*/ 3505221 w 7369701"/>
              <a:gd name="connsiteY123" fmla="*/ 4480757 h 6858000"/>
              <a:gd name="connsiteX124" fmla="*/ 2626982 w 7369701"/>
              <a:gd name="connsiteY124" fmla="*/ 4206450 h 6858000"/>
              <a:gd name="connsiteX125" fmla="*/ 1310106 w 7369701"/>
              <a:gd name="connsiteY125" fmla="*/ 3943217 h 6858000"/>
              <a:gd name="connsiteX126" fmla="*/ 854994 w 7369701"/>
              <a:gd name="connsiteY126" fmla="*/ 4399136 h 6858000"/>
              <a:gd name="connsiteX127" fmla="*/ 742462 w 7369701"/>
              <a:gd name="connsiteY127" fmla="*/ 4594648 h 6858000"/>
              <a:gd name="connsiteX128" fmla="*/ 820602 w 7369701"/>
              <a:gd name="connsiteY128" fmla="*/ 4485915 h 6858000"/>
              <a:gd name="connsiteX129" fmla="*/ 878295 w 7369701"/>
              <a:gd name="connsiteY129" fmla="*/ 4403594 h 6858000"/>
              <a:gd name="connsiteX130" fmla="*/ 1240607 w 7369701"/>
              <a:gd name="connsiteY130" fmla="*/ 4010401 h 6858000"/>
              <a:gd name="connsiteX131" fmla="*/ 1310106 w 7369701"/>
              <a:gd name="connsiteY131" fmla="*/ 3943217 h 6858000"/>
              <a:gd name="connsiteX132" fmla="*/ 1423113 w 7369701"/>
              <a:gd name="connsiteY132" fmla="*/ 3874565 h 6858000"/>
              <a:gd name="connsiteX133" fmla="*/ 1260565 w 7369701"/>
              <a:gd name="connsiteY133" fmla="*/ 4031982 h 6858000"/>
              <a:gd name="connsiteX134" fmla="*/ 901900 w 7369701"/>
              <a:gd name="connsiteY134" fmla="*/ 4421236 h 6858000"/>
              <a:gd name="connsiteX135" fmla="*/ 845044 w 7369701"/>
              <a:gd name="connsiteY135" fmla="*/ 4502436 h 6858000"/>
              <a:gd name="connsiteX136" fmla="*/ 685926 w 7369701"/>
              <a:gd name="connsiteY136" fmla="*/ 4703069 h 6858000"/>
              <a:gd name="connsiteX137" fmla="*/ 684248 w 7369701"/>
              <a:gd name="connsiteY137" fmla="*/ 4706721 h 6858000"/>
              <a:gd name="connsiteX138" fmla="*/ 1423113 w 7369701"/>
              <a:gd name="connsiteY138" fmla="*/ 3874565 h 6858000"/>
              <a:gd name="connsiteX139" fmla="*/ 3316479 w 7369701"/>
              <a:gd name="connsiteY139" fmla="*/ 3872136 h 6858000"/>
              <a:gd name="connsiteX140" fmla="*/ 3546806 w 7369701"/>
              <a:gd name="connsiteY140" fmla="*/ 4356139 h 6858000"/>
              <a:gd name="connsiteX141" fmla="*/ 3364433 w 7369701"/>
              <a:gd name="connsiteY141" fmla="*/ 3953121 h 6858000"/>
              <a:gd name="connsiteX142" fmla="*/ 3316479 w 7369701"/>
              <a:gd name="connsiteY142" fmla="*/ 3872136 h 6858000"/>
              <a:gd name="connsiteX143" fmla="*/ 3291335 w 7369701"/>
              <a:gd name="connsiteY143" fmla="*/ 3767420 h 6858000"/>
              <a:gd name="connsiteX144" fmla="*/ 3390805 w 7369701"/>
              <a:gd name="connsiteY144" fmla="*/ 3937163 h 6858000"/>
              <a:gd name="connsiteX145" fmla="*/ 3579062 w 7369701"/>
              <a:gd name="connsiteY145" fmla="*/ 4359040 h 6858000"/>
              <a:gd name="connsiteX146" fmla="*/ 3467355 w 7369701"/>
              <a:gd name="connsiteY146" fmla="*/ 3988130 h 6858000"/>
              <a:gd name="connsiteX147" fmla="*/ 3310753 w 7369701"/>
              <a:gd name="connsiteY147" fmla="*/ 3787140 h 6858000"/>
              <a:gd name="connsiteX148" fmla="*/ 3291335 w 7369701"/>
              <a:gd name="connsiteY148" fmla="*/ 3767420 h 6858000"/>
              <a:gd name="connsiteX149" fmla="*/ 1635889 w 7369701"/>
              <a:gd name="connsiteY149" fmla="*/ 3709494 h 6858000"/>
              <a:gd name="connsiteX150" fmla="*/ 1634800 w 7369701"/>
              <a:gd name="connsiteY150" fmla="*/ 3731111 h 6858000"/>
              <a:gd name="connsiteX151" fmla="*/ 1635889 w 7369701"/>
              <a:gd name="connsiteY151" fmla="*/ 3709494 h 6858000"/>
              <a:gd name="connsiteX152" fmla="*/ 1510397 w 7369701"/>
              <a:gd name="connsiteY152" fmla="*/ 3684705 h 6858000"/>
              <a:gd name="connsiteX153" fmla="*/ 1146550 w 7369701"/>
              <a:gd name="connsiteY153" fmla="*/ 3802012 h 6858000"/>
              <a:gd name="connsiteX154" fmla="*/ 698834 w 7369701"/>
              <a:gd name="connsiteY154" fmla="*/ 3952272 h 6858000"/>
              <a:gd name="connsiteX155" fmla="*/ 34256 w 7369701"/>
              <a:gd name="connsiteY155" fmla="*/ 4347603 h 6858000"/>
              <a:gd name="connsiteX156" fmla="*/ 527241 w 7369701"/>
              <a:gd name="connsiteY156" fmla="*/ 4065078 h 6858000"/>
              <a:gd name="connsiteX157" fmla="*/ 1510397 w 7369701"/>
              <a:gd name="connsiteY157" fmla="*/ 3684705 h 6858000"/>
              <a:gd name="connsiteX158" fmla="*/ 1313114 w 7369701"/>
              <a:gd name="connsiteY158" fmla="*/ 3655216 h 6858000"/>
              <a:gd name="connsiteX159" fmla="*/ 1109304 w 7369701"/>
              <a:gd name="connsiteY159" fmla="*/ 3669030 h 6858000"/>
              <a:gd name="connsiteX160" fmla="*/ 8129 w 7369701"/>
              <a:gd name="connsiteY160" fmla="*/ 4330519 h 6858000"/>
              <a:gd name="connsiteX161" fmla="*/ 687572 w 7369701"/>
              <a:gd name="connsiteY161" fmla="*/ 3925629 h 6858000"/>
              <a:gd name="connsiteX162" fmla="*/ 1138365 w 7369701"/>
              <a:gd name="connsiteY162" fmla="*/ 3774515 h 6858000"/>
              <a:gd name="connsiteX163" fmla="*/ 1505579 w 7369701"/>
              <a:gd name="connsiteY163" fmla="*/ 3655526 h 6858000"/>
              <a:gd name="connsiteX164" fmla="*/ 1313114 w 7369701"/>
              <a:gd name="connsiteY164" fmla="*/ 3655216 h 6858000"/>
              <a:gd name="connsiteX165" fmla="*/ 3655073 w 7369701"/>
              <a:gd name="connsiteY165" fmla="*/ 3650884 h 6858000"/>
              <a:gd name="connsiteX166" fmla="*/ 3989938 w 7369701"/>
              <a:gd name="connsiteY166" fmla="*/ 3991685 h 6858000"/>
              <a:gd name="connsiteX167" fmla="*/ 4393907 w 7369701"/>
              <a:gd name="connsiteY167" fmla="*/ 4261258 h 6858000"/>
              <a:gd name="connsiteX168" fmla="*/ 4648051 w 7369701"/>
              <a:gd name="connsiteY168" fmla="*/ 4374051 h 6858000"/>
              <a:gd name="connsiteX169" fmla="*/ 4383389 w 7369701"/>
              <a:gd name="connsiteY169" fmla="*/ 4184369 h 6858000"/>
              <a:gd name="connsiteX170" fmla="*/ 4165508 w 7369701"/>
              <a:gd name="connsiteY170" fmla="*/ 4035196 h 6858000"/>
              <a:gd name="connsiteX171" fmla="*/ 4068162 w 7369701"/>
              <a:gd name="connsiteY171" fmla="*/ 3953394 h 6858000"/>
              <a:gd name="connsiteX172" fmla="*/ 3981416 w 7369701"/>
              <a:gd name="connsiteY172" fmla="*/ 3880482 h 6858000"/>
              <a:gd name="connsiteX173" fmla="*/ 3800147 w 7369701"/>
              <a:gd name="connsiteY173" fmla="*/ 3749872 h 6858000"/>
              <a:gd name="connsiteX174" fmla="*/ 3655073 w 7369701"/>
              <a:gd name="connsiteY174" fmla="*/ 3650884 h 6858000"/>
              <a:gd name="connsiteX175" fmla="*/ 3670252 w 7369701"/>
              <a:gd name="connsiteY175" fmla="*/ 3622798 h 6858000"/>
              <a:gd name="connsiteX176" fmla="*/ 3817258 w 7369701"/>
              <a:gd name="connsiteY176" fmla="*/ 3723577 h 6858000"/>
              <a:gd name="connsiteX177" fmla="*/ 4000461 w 7369701"/>
              <a:gd name="connsiteY177" fmla="*/ 3855966 h 6858000"/>
              <a:gd name="connsiteX178" fmla="*/ 4088180 w 7369701"/>
              <a:gd name="connsiteY178" fmla="*/ 3929774 h 6858000"/>
              <a:gd name="connsiteX179" fmla="*/ 4184555 w 7369701"/>
              <a:gd name="connsiteY179" fmla="*/ 4010683 h 6858000"/>
              <a:gd name="connsiteX180" fmla="*/ 4399563 w 7369701"/>
              <a:gd name="connsiteY180" fmla="*/ 4158106 h 6858000"/>
              <a:gd name="connsiteX181" fmla="*/ 4684469 w 7369701"/>
              <a:gd name="connsiteY181" fmla="*/ 4364680 h 6858000"/>
              <a:gd name="connsiteX182" fmla="*/ 4690271 w 7369701"/>
              <a:gd name="connsiteY182" fmla="*/ 4370034 h 6858000"/>
              <a:gd name="connsiteX183" fmla="*/ 4136093 w 7369701"/>
              <a:gd name="connsiteY183" fmla="*/ 3858466 h 6858000"/>
              <a:gd name="connsiteX184" fmla="*/ 3670252 w 7369701"/>
              <a:gd name="connsiteY184" fmla="*/ 3622798 h 6858000"/>
              <a:gd name="connsiteX185" fmla="*/ 4440129 w 7369701"/>
              <a:gd name="connsiteY185" fmla="*/ 3448571 h 6858000"/>
              <a:gd name="connsiteX186" fmla="*/ 4856525 w 7369701"/>
              <a:gd name="connsiteY186" fmla="*/ 3915351 h 6858000"/>
              <a:gd name="connsiteX187" fmla="*/ 5059055 w 7369701"/>
              <a:gd name="connsiteY187" fmla="*/ 4108918 h 6858000"/>
              <a:gd name="connsiteX188" fmla="*/ 5290070 w 7369701"/>
              <a:gd name="connsiteY188" fmla="*/ 4263619 h 6858000"/>
              <a:gd name="connsiteX189" fmla="*/ 4834991 w 7369701"/>
              <a:gd name="connsiteY189" fmla="*/ 3830985 h 6858000"/>
              <a:gd name="connsiteX190" fmla="*/ 4440129 w 7369701"/>
              <a:gd name="connsiteY190" fmla="*/ 3448571 h 6858000"/>
              <a:gd name="connsiteX191" fmla="*/ 4441737 w 7369701"/>
              <a:gd name="connsiteY191" fmla="*/ 3399734 h 6858000"/>
              <a:gd name="connsiteX192" fmla="*/ 4431236 w 7369701"/>
              <a:gd name="connsiteY192" fmla="*/ 3400954 h 6858000"/>
              <a:gd name="connsiteX193" fmla="*/ 4557150 w 7369701"/>
              <a:gd name="connsiteY193" fmla="*/ 3510023 h 6858000"/>
              <a:gd name="connsiteX194" fmla="*/ 4856936 w 7369701"/>
              <a:gd name="connsiteY194" fmla="*/ 3809146 h 6858000"/>
              <a:gd name="connsiteX195" fmla="*/ 5111996 w 7369701"/>
              <a:gd name="connsiteY195" fmla="*/ 4065759 h 6858000"/>
              <a:gd name="connsiteX196" fmla="*/ 5388878 w 7369701"/>
              <a:gd name="connsiteY196" fmla="*/ 4300185 h 6858000"/>
              <a:gd name="connsiteX197" fmla="*/ 5425556 w 7369701"/>
              <a:gd name="connsiteY197" fmla="*/ 4308967 h 6858000"/>
              <a:gd name="connsiteX198" fmla="*/ 4943646 w 7369701"/>
              <a:gd name="connsiteY198" fmla="*/ 3822916 h 6858000"/>
              <a:gd name="connsiteX199" fmla="*/ 4594837 w 7369701"/>
              <a:gd name="connsiteY199" fmla="*/ 3532274 h 6858000"/>
              <a:gd name="connsiteX200" fmla="*/ 4441737 w 7369701"/>
              <a:gd name="connsiteY200" fmla="*/ 3399734 h 6858000"/>
              <a:gd name="connsiteX201" fmla="*/ 5425834 w 7369701"/>
              <a:gd name="connsiteY201" fmla="*/ 3162785 h 6858000"/>
              <a:gd name="connsiteX202" fmla="*/ 5401644 w 7369701"/>
              <a:gd name="connsiteY202" fmla="*/ 3617847 h 6858000"/>
              <a:gd name="connsiteX203" fmla="*/ 5467256 w 7369701"/>
              <a:gd name="connsiteY203" fmla="*/ 4175494 h 6858000"/>
              <a:gd name="connsiteX204" fmla="*/ 5448069 w 7369701"/>
              <a:gd name="connsiteY204" fmla="*/ 3567554 h 6858000"/>
              <a:gd name="connsiteX205" fmla="*/ 5425834 w 7369701"/>
              <a:gd name="connsiteY205" fmla="*/ 3162785 h 6858000"/>
              <a:gd name="connsiteX206" fmla="*/ 1318687 w 7369701"/>
              <a:gd name="connsiteY206" fmla="*/ 3113840 h 6858000"/>
              <a:gd name="connsiteX207" fmla="*/ 1066793 w 7369701"/>
              <a:gd name="connsiteY207" fmla="*/ 3212171 h 6858000"/>
              <a:gd name="connsiteX208" fmla="*/ 993319 w 7369701"/>
              <a:gd name="connsiteY208" fmla="*/ 3247648 h 6858000"/>
              <a:gd name="connsiteX209" fmla="*/ 853081 w 7369701"/>
              <a:gd name="connsiteY209" fmla="*/ 3312410 h 6858000"/>
              <a:gd name="connsiteX210" fmla="*/ 805957 w 7369701"/>
              <a:gd name="connsiteY210" fmla="*/ 3330443 h 6858000"/>
              <a:gd name="connsiteX211" fmla="*/ 1318687 w 7369701"/>
              <a:gd name="connsiteY211" fmla="*/ 3113840 h 6858000"/>
              <a:gd name="connsiteX212" fmla="*/ 5453702 w 7369701"/>
              <a:gd name="connsiteY212" fmla="*/ 3090882 h 6858000"/>
              <a:gd name="connsiteX213" fmla="*/ 5480135 w 7369701"/>
              <a:gd name="connsiteY213" fmla="*/ 3565802 h 6858000"/>
              <a:gd name="connsiteX214" fmla="*/ 5499023 w 7369701"/>
              <a:gd name="connsiteY214" fmla="*/ 4166310 h 6858000"/>
              <a:gd name="connsiteX215" fmla="*/ 5547022 w 7369701"/>
              <a:gd name="connsiteY215" fmla="*/ 3607838 h 6858000"/>
              <a:gd name="connsiteX216" fmla="*/ 5515964 w 7369701"/>
              <a:gd name="connsiteY216" fmla="*/ 3378541 h 6858000"/>
              <a:gd name="connsiteX217" fmla="*/ 5453702 w 7369701"/>
              <a:gd name="connsiteY217" fmla="*/ 3090882 h 6858000"/>
              <a:gd name="connsiteX218" fmla="*/ 1238695 w 7369701"/>
              <a:gd name="connsiteY218" fmla="*/ 3076820 h 6858000"/>
              <a:gd name="connsiteX219" fmla="*/ 716371 w 7369701"/>
              <a:gd name="connsiteY219" fmla="*/ 3293249 h 6858000"/>
              <a:gd name="connsiteX220" fmla="*/ 579522 w 7369701"/>
              <a:gd name="connsiteY220" fmla="*/ 3371759 h 6858000"/>
              <a:gd name="connsiteX221" fmla="*/ 600288 w 7369701"/>
              <a:gd name="connsiteY221" fmla="*/ 3365555 h 6858000"/>
              <a:gd name="connsiteX222" fmla="*/ 840692 w 7369701"/>
              <a:gd name="connsiteY222" fmla="*/ 3284921 h 6858000"/>
              <a:gd name="connsiteX223" fmla="*/ 979248 w 7369701"/>
              <a:gd name="connsiteY223" fmla="*/ 3221003 h 6858000"/>
              <a:gd name="connsiteX224" fmla="*/ 1053282 w 7369701"/>
              <a:gd name="connsiteY224" fmla="*/ 3185247 h 6858000"/>
              <a:gd name="connsiteX225" fmla="*/ 1320603 w 7369701"/>
              <a:gd name="connsiteY225" fmla="*/ 3081281 h 6858000"/>
              <a:gd name="connsiteX226" fmla="*/ 1238695 w 7369701"/>
              <a:gd name="connsiteY226" fmla="*/ 3076820 h 6858000"/>
              <a:gd name="connsiteX227" fmla="*/ 5425627 w 7369701"/>
              <a:gd name="connsiteY227" fmla="*/ 2954192 h 6858000"/>
              <a:gd name="connsiteX228" fmla="*/ 5470770 w 7369701"/>
              <a:gd name="connsiteY228" fmla="*/ 3005435 h 6858000"/>
              <a:gd name="connsiteX229" fmla="*/ 5519779 w 7369701"/>
              <a:gd name="connsiteY229" fmla="*/ 4359223 h 6858000"/>
              <a:gd name="connsiteX230" fmla="*/ 5520293 w 7369701"/>
              <a:gd name="connsiteY230" fmla="*/ 4360602 h 6858000"/>
              <a:gd name="connsiteX231" fmla="*/ 5767221 w 7369701"/>
              <a:gd name="connsiteY231" fmla="*/ 4665564 h 6858000"/>
              <a:gd name="connsiteX232" fmla="*/ 6937169 w 7369701"/>
              <a:gd name="connsiteY232" fmla="*/ 4815941 h 6858000"/>
              <a:gd name="connsiteX233" fmla="*/ 6953922 w 7369701"/>
              <a:gd name="connsiteY233" fmla="*/ 4890068 h 6858000"/>
              <a:gd name="connsiteX234" fmla="*/ 6071359 w 7369701"/>
              <a:gd name="connsiteY234" fmla="*/ 4770770 h 6858000"/>
              <a:gd name="connsiteX235" fmla="*/ 6038839 w 7369701"/>
              <a:gd name="connsiteY235" fmla="*/ 4764474 h 6858000"/>
              <a:gd name="connsiteX236" fmla="*/ 6038706 w 7369701"/>
              <a:gd name="connsiteY236" fmla="*/ 4763847 h 6858000"/>
              <a:gd name="connsiteX237" fmla="*/ 6037784 w 7369701"/>
              <a:gd name="connsiteY237" fmla="*/ 4764270 h 6858000"/>
              <a:gd name="connsiteX238" fmla="*/ 6038839 w 7369701"/>
              <a:gd name="connsiteY238" fmla="*/ 4764474 h 6858000"/>
              <a:gd name="connsiteX239" fmla="*/ 6040338 w 7369701"/>
              <a:gd name="connsiteY239" fmla="*/ 4771418 h 6858000"/>
              <a:gd name="connsiteX240" fmla="*/ 6024488 w 7369701"/>
              <a:gd name="connsiteY240" fmla="*/ 4809903 h 6858000"/>
              <a:gd name="connsiteX241" fmla="*/ 5599771 w 7369701"/>
              <a:gd name="connsiteY241" fmla="*/ 5509652 h 6858000"/>
              <a:gd name="connsiteX242" fmla="*/ 5548843 w 7369701"/>
              <a:gd name="connsiteY242" fmla="*/ 5563845 h 6858000"/>
              <a:gd name="connsiteX243" fmla="*/ 5940952 w 7369701"/>
              <a:gd name="connsiteY243" fmla="*/ 6250028 h 6858000"/>
              <a:gd name="connsiteX244" fmla="*/ 6043441 w 7369701"/>
              <a:gd name="connsiteY244" fmla="*/ 6665847 h 6858000"/>
              <a:gd name="connsiteX245" fmla="*/ 6093432 w 7369701"/>
              <a:gd name="connsiteY245" fmla="*/ 6858000 h 6858000"/>
              <a:gd name="connsiteX246" fmla="*/ 6034344 w 7369701"/>
              <a:gd name="connsiteY246" fmla="*/ 6858000 h 6858000"/>
              <a:gd name="connsiteX247" fmla="*/ 6026679 w 7369701"/>
              <a:gd name="connsiteY247" fmla="*/ 6836959 h 6858000"/>
              <a:gd name="connsiteX248" fmla="*/ 5800441 w 7369701"/>
              <a:gd name="connsiteY248" fmla="*/ 6335286 h 6858000"/>
              <a:gd name="connsiteX249" fmla="*/ 5526562 w 7369701"/>
              <a:gd name="connsiteY249" fmla="*/ 5705388 h 6858000"/>
              <a:gd name="connsiteX250" fmla="*/ 5519640 w 7369701"/>
              <a:gd name="connsiteY250" fmla="*/ 5683774 h 6858000"/>
              <a:gd name="connsiteX251" fmla="*/ 5844559 w 7369701"/>
              <a:gd name="connsiteY251" fmla="*/ 6553349 h 6858000"/>
              <a:gd name="connsiteX252" fmla="*/ 5975994 w 7369701"/>
              <a:gd name="connsiteY252" fmla="*/ 6858000 h 6858000"/>
              <a:gd name="connsiteX253" fmla="*/ 5898547 w 7369701"/>
              <a:gd name="connsiteY253" fmla="*/ 6858000 h 6858000"/>
              <a:gd name="connsiteX254" fmla="*/ 5682041 w 7369701"/>
              <a:gd name="connsiteY254" fmla="*/ 6355860 h 6858000"/>
              <a:gd name="connsiteX255" fmla="*/ 5461758 w 7369701"/>
              <a:gd name="connsiteY255" fmla="*/ 5820220 h 6858000"/>
              <a:gd name="connsiteX256" fmla="*/ 5237282 w 7369701"/>
              <a:gd name="connsiteY256" fmla="*/ 6579086 h 6858000"/>
              <a:gd name="connsiteX257" fmla="*/ 5115009 w 7369701"/>
              <a:gd name="connsiteY257" fmla="*/ 6858000 h 6858000"/>
              <a:gd name="connsiteX258" fmla="*/ 5028074 w 7369701"/>
              <a:gd name="connsiteY258" fmla="*/ 6858000 h 6858000"/>
              <a:gd name="connsiteX259" fmla="*/ 5079508 w 7369701"/>
              <a:gd name="connsiteY259" fmla="*/ 6749074 h 6858000"/>
              <a:gd name="connsiteX260" fmla="*/ 5371846 w 7369701"/>
              <a:gd name="connsiteY260" fmla="*/ 5924413 h 6858000"/>
              <a:gd name="connsiteX261" fmla="*/ 5270512 w 7369701"/>
              <a:gd name="connsiteY261" fmla="*/ 6138975 h 6858000"/>
              <a:gd name="connsiteX262" fmla="*/ 5062409 w 7369701"/>
              <a:gd name="connsiteY262" fmla="*/ 6653544 h 6858000"/>
              <a:gd name="connsiteX263" fmla="*/ 5036628 w 7369701"/>
              <a:gd name="connsiteY263" fmla="*/ 6754247 h 6858000"/>
              <a:gd name="connsiteX264" fmla="*/ 5009112 w 7369701"/>
              <a:gd name="connsiteY264" fmla="*/ 6858000 h 6858000"/>
              <a:gd name="connsiteX265" fmla="*/ 4976679 w 7369701"/>
              <a:gd name="connsiteY265" fmla="*/ 6858000 h 6858000"/>
              <a:gd name="connsiteX266" fmla="*/ 5006537 w 7369701"/>
              <a:gd name="connsiteY266" fmla="*/ 6747068 h 6858000"/>
              <a:gd name="connsiteX267" fmla="*/ 5032723 w 7369701"/>
              <a:gd name="connsiteY267" fmla="*/ 6644957 h 6858000"/>
              <a:gd name="connsiteX268" fmla="*/ 5242949 w 7369701"/>
              <a:gd name="connsiteY268" fmla="*/ 6125175 h 6858000"/>
              <a:gd name="connsiteX269" fmla="*/ 5286321 w 7369701"/>
              <a:gd name="connsiteY269" fmla="*/ 6033555 h 6858000"/>
              <a:gd name="connsiteX270" fmla="*/ 5008210 w 7369701"/>
              <a:gd name="connsiteY270" fmla="*/ 6649194 h 6858000"/>
              <a:gd name="connsiteX271" fmla="*/ 4986321 w 7369701"/>
              <a:gd name="connsiteY271" fmla="*/ 6765687 h 6858000"/>
              <a:gd name="connsiteX272" fmla="*/ 4973474 w 7369701"/>
              <a:gd name="connsiteY272" fmla="*/ 6858000 h 6858000"/>
              <a:gd name="connsiteX273" fmla="*/ 4907178 w 7369701"/>
              <a:gd name="connsiteY273" fmla="*/ 6858000 h 6858000"/>
              <a:gd name="connsiteX274" fmla="*/ 4910810 w 7369701"/>
              <a:gd name="connsiteY274" fmla="*/ 6829660 h 6858000"/>
              <a:gd name="connsiteX275" fmla="*/ 4987461 w 7369701"/>
              <a:gd name="connsiteY275" fmla="*/ 6432994 h 6858000"/>
              <a:gd name="connsiteX276" fmla="*/ 5179262 w 7369701"/>
              <a:gd name="connsiteY276" fmla="*/ 6035044 h 6858000"/>
              <a:gd name="connsiteX277" fmla="*/ 4689678 w 7369701"/>
              <a:gd name="connsiteY277" fmla="*/ 6440241 h 6858000"/>
              <a:gd name="connsiteX278" fmla="*/ 4477543 w 7369701"/>
              <a:gd name="connsiteY278" fmla="*/ 6674836 h 6858000"/>
              <a:gd name="connsiteX279" fmla="*/ 4329957 w 7369701"/>
              <a:gd name="connsiteY279" fmla="*/ 6858000 h 6858000"/>
              <a:gd name="connsiteX280" fmla="*/ 4218595 w 7369701"/>
              <a:gd name="connsiteY280" fmla="*/ 6858000 h 6858000"/>
              <a:gd name="connsiteX281" fmla="*/ 4368888 w 7369701"/>
              <a:gd name="connsiteY281" fmla="*/ 6668412 h 6858000"/>
              <a:gd name="connsiteX282" fmla="*/ 4563091 w 7369701"/>
              <a:gd name="connsiteY282" fmla="*/ 6442508 h 6858000"/>
              <a:gd name="connsiteX283" fmla="*/ 5387324 w 7369701"/>
              <a:gd name="connsiteY283" fmla="*/ 5705830 h 6858000"/>
              <a:gd name="connsiteX284" fmla="*/ 5073620 w 7369701"/>
              <a:gd name="connsiteY284" fmla="*/ 5955437 h 6858000"/>
              <a:gd name="connsiteX285" fmla="*/ 4689789 w 7369701"/>
              <a:gd name="connsiteY285" fmla="*/ 6268382 h 6858000"/>
              <a:gd name="connsiteX286" fmla="*/ 4418722 w 7369701"/>
              <a:gd name="connsiteY286" fmla="*/ 6570886 h 6858000"/>
              <a:gd name="connsiteX287" fmla="*/ 4214944 w 7369701"/>
              <a:gd name="connsiteY287" fmla="*/ 6858000 h 6858000"/>
              <a:gd name="connsiteX288" fmla="*/ 4177898 w 7369701"/>
              <a:gd name="connsiteY288" fmla="*/ 6858000 h 6858000"/>
              <a:gd name="connsiteX289" fmla="*/ 4391597 w 7369701"/>
              <a:gd name="connsiteY289" fmla="*/ 6556370 h 6858000"/>
              <a:gd name="connsiteX290" fmla="*/ 4668889 w 7369701"/>
              <a:gd name="connsiteY290" fmla="*/ 6246399 h 6858000"/>
              <a:gd name="connsiteX291" fmla="*/ 5055427 w 7369701"/>
              <a:gd name="connsiteY291" fmla="*/ 5931476 h 6858000"/>
              <a:gd name="connsiteX292" fmla="*/ 5371814 w 7369701"/>
              <a:gd name="connsiteY292" fmla="*/ 5678975 h 6858000"/>
              <a:gd name="connsiteX293" fmla="*/ 4987918 w 7369701"/>
              <a:gd name="connsiteY293" fmla="*/ 5838701 h 6858000"/>
              <a:gd name="connsiteX294" fmla="*/ 4317146 w 7369701"/>
              <a:gd name="connsiteY294" fmla="*/ 6587716 h 6858000"/>
              <a:gd name="connsiteX295" fmla="*/ 4171627 w 7369701"/>
              <a:gd name="connsiteY295" fmla="*/ 6858000 h 6858000"/>
              <a:gd name="connsiteX296" fmla="*/ 4081585 w 7369701"/>
              <a:gd name="connsiteY296" fmla="*/ 6858000 h 6858000"/>
              <a:gd name="connsiteX297" fmla="*/ 4238603 w 7369701"/>
              <a:gd name="connsiteY297" fmla="*/ 6559341 h 6858000"/>
              <a:gd name="connsiteX298" fmla="*/ 4778333 w 7369701"/>
              <a:gd name="connsiteY298" fmla="*/ 5873626 h 6858000"/>
              <a:gd name="connsiteX299" fmla="*/ 5414185 w 7369701"/>
              <a:gd name="connsiteY299" fmla="*/ 5573882 h 6858000"/>
              <a:gd name="connsiteX300" fmla="*/ 5959648 w 7369701"/>
              <a:gd name="connsiteY300" fmla="*/ 4760797 h 6858000"/>
              <a:gd name="connsiteX301" fmla="*/ 5355019 w 7369701"/>
              <a:gd name="connsiteY301" fmla="*/ 4734672 h 6858000"/>
              <a:gd name="connsiteX302" fmla="*/ 5083565 w 7369701"/>
              <a:gd name="connsiteY302" fmla="*/ 5179121 h 6858000"/>
              <a:gd name="connsiteX303" fmla="*/ 4713577 w 7369701"/>
              <a:gd name="connsiteY303" fmla="*/ 5616803 h 6858000"/>
              <a:gd name="connsiteX304" fmla="*/ 3989559 w 7369701"/>
              <a:gd name="connsiteY304" fmla="*/ 6145945 h 6858000"/>
              <a:gd name="connsiteX305" fmla="*/ 3939824 w 7369701"/>
              <a:gd name="connsiteY305" fmla="*/ 6066900 h 6858000"/>
              <a:gd name="connsiteX306" fmla="*/ 4584537 w 7369701"/>
              <a:gd name="connsiteY306" fmla="*/ 5324826 h 6858000"/>
              <a:gd name="connsiteX307" fmla="*/ 5037105 w 7369701"/>
              <a:gd name="connsiteY307" fmla="*/ 5088765 h 6858000"/>
              <a:gd name="connsiteX308" fmla="*/ 5039930 w 7369701"/>
              <a:gd name="connsiteY308" fmla="*/ 5089585 h 6858000"/>
              <a:gd name="connsiteX309" fmla="*/ 5263764 w 7369701"/>
              <a:gd name="connsiteY309" fmla="*/ 4735525 h 6858000"/>
              <a:gd name="connsiteX310" fmla="*/ 4086300 w 7369701"/>
              <a:gd name="connsiteY310" fmla="*/ 4884599 h 6858000"/>
              <a:gd name="connsiteX311" fmla="*/ 4085485 w 7369701"/>
              <a:gd name="connsiteY311" fmla="*/ 4899070 h 6858000"/>
              <a:gd name="connsiteX312" fmla="*/ 3871915 w 7369701"/>
              <a:gd name="connsiteY312" fmla="*/ 5253645 h 6858000"/>
              <a:gd name="connsiteX313" fmla="*/ 3799374 w 7369701"/>
              <a:gd name="connsiteY313" fmla="*/ 5466127 h 6858000"/>
              <a:gd name="connsiteX314" fmla="*/ 3498850 w 7369701"/>
              <a:gd name="connsiteY314" fmla="*/ 6661888 h 6858000"/>
              <a:gd name="connsiteX315" fmla="*/ 3399216 w 7369701"/>
              <a:gd name="connsiteY315" fmla="*/ 6858000 h 6858000"/>
              <a:gd name="connsiteX316" fmla="*/ 3303688 w 7369701"/>
              <a:gd name="connsiteY316" fmla="*/ 6858000 h 6858000"/>
              <a:gd name="connsiteX317" fmla="*/ 3391774 w 7369701"/>
              <a:gd name="connsiteY317" fmla="*/ 6697181 h 6858000"/>
              <a:gd name="connsiteX318" fmla="*/ 3735540 w 7369701"/>
              <a:gd name="connsiteY318" fmla="*/ 5546923 h 6858000"/>
              <a:gd name="connsiteX319" fmla="*/ 3729438 w 7369701"/>
              <a:gd name="connsiteY319" fmla="*/ 5569058 h 6858000"/>
              <a:gd name="connsiteX320" fmla="*/ 3707782 w 7369701"/>
              <a:gd name="connsiteY320" fmla="*/ 5644908 h 6858000"/>
              <a:gd name="connsiteX321" fmla="*/ 3583827 w 7369701"/>
              <a:gd name="connsiteY321" fmla="*/ 6039215 h 6858000"/>
              <a:gd name="connsiteX322" fmla="*/ 3547861 w 7369701"/>
              <a:gd name="connsiteY322" fmla="*/ 6129609 h 6858000"/>
              <a:gd name="connsiteX323" fmla="*/ 3490905 w 7369701"/>
              <a:gd name="connsiteY323" fmla="*/ 6277660 h 6858000"/>
              <a:gd name="connsiteX324" fmla="*/ 3455859 w 7369701"/>
              <a:gd name="connsiteY324" fmla="*/ 6391301 h 6858000"/>
              <a:gd name="connsiteX325" fmla="*/ 3429112 w 7369701"/>
              <a:gd name="connsiteY325" fmla="*/ 6479469 h 6858000"/>
              <a:gd name="connsiteX326" fmla="*/ 3304862 w 7369701"/>
              <a:gd name="connsiteY326" fmla="*/ 6796476 h 6858000"/>
              <a:gd name="connsiteX327" fmla="*/ 3276071 w 7369701"/>
              <a:gd name="connsiteY327" fmla="*/ 6858000 h 6858000"/>
              <a:gd name="connsiteX328" fmla="*/ 3240805 w 7369701"/>
              <a:gd name="connsiteY328" fmla="*/ 6858000 h 6858000"/>
              <a:gd name="connsiteX329" fmla="*/ 3275917 w 7369701"/>
              <a:gd name="connsiteY329" fmla="*/ 6783192 h 6858000"/>
              <a:gd name="connsiteX330" fmla="*/ 3399358 w 7369701"/>
              <a:gd name="connsiteY330" fmla="*/ 6469011 h 6858000"/>
              <a:gd name="connsiteX331" fmla="*/ 3425650 w 7369701"/>
              <a:gd name="connsiteY331" fmla="*/ 6381333 h 6858000"/>
              <a:gd name="connsiteX332" fmla="*/ 3460661 w 7369701"/>
              <a:gd name="connsiteY332" fmla="*/ 6266763 h 6858000"/>
              <a:gd name="connsiteX333" fmla="*/ 3518021 w 7369701"/>
              <a:gd name="connsiteY333" fmla="*/ 6117298 h 6858000"/>
              <a:gd name="connsiteX334" fmla="*/ 3554035 w 7369701"/>
              <a:gd name="connsiteY334" fmla="*/ 6027832 h 6858000"/>
              <a:gd name="connsiteX335" fmla="*/ 3677174 w 7369701"/>
              <a:gd name="connsiteY335" fmla="*/ 5636351 h 6858000"/>
              <a:gd name="connsiteX336" fmla="*/ 3698819 w 7369701"/>
              <a:gd name="connsiteY336" fmla="*/ 5560503 h 6858000"/>
              <a:gd name="connsiteX337" fmla="*/ 3702094 w 7369701"/>
              <a:gd name="connsiteY337" fmla="*/ 5549194 h 6858000"/>
              <a:gd name="connsiteX338" fmla="*/ 3398355 w 7369701"/>
              <a:gd name="connsiteY338" fmla="*/ 6094603 h 6858000"/>
              <a:gd name="connsiteX339" fmla="*/ 3193941 w 7369701"/>
              <a:gd name="connsiteY339" fmla="*/ 6798775 h 6858000"/>
              <a:gd name="connsiteX340" fmla="*/ 3184140 w 7369701"/>
              <a:gd name="connsiteY340" fmla="*/ 6858000 h 6858000"/>
              <a:gd name="connsiteX341" fmla="*/ 3099978 w 7369701"/>
              <a:gd name="connsiteY341" fmla="*/ 6858000 h 6858000"/>
              <a:gd name="connsiteX342" fmla="*/ 3101556 w 7369701"/>
              <a:gd name="connsiteY342" fmla="*/ 6843337 h 6858000"/>
              <a:gd name="connsiteX343" fmla="*/ 3370162 w 7369701"/>
              <a:gd name="connsiteY343" fmla="*/ 5785550 h 6858000"/>
              <a:gd name="connsiteX344" fmla="*/ 3746477 w 7369701"/>
              <a:gd name="connsiteY344" fmla="*/ 5377889 h 6858000"/>
              <a:gd name="connsiteX345" fmla="*/ 3863399 w 7369701"/>
              <a:gd name="connsiteY345" fmla="*/ 5087257 h 6858000"/>
              <a:gd name="connsiteX346" fmla="*/ 3968712 w 7369701"/>
              <a:gd name="connsiteY346" fmla="*/ 4913989 h 6858000"/>
              <a:gd name="connsiteX347" fmla="*/ 2792390 w 7369701"/>
              <a:gd name="connsiteY347" fmla="*/ 5382974 h 6858000"/>
              <a:gd name="connsiteX348" fmla="*/ 2714982 w 7369701"/>
              <a:gd name="connsiteY348" fmla="*/ 5427051 h 6858000"/>
              <a:gd name="connsiteX349" fmla="*/ 2813361 w 7369701"/>
              <a:gd name="connsiteY349" fmla="*/ 6023912 h 6858000"/>
              <a:gd name="connsiteX350" fmla="*/ 2688430 w 7369701"/>
              <a:gd name="connsiteY350" fmla="*/ 6801564 h 6858000"/>
              <a:gd name="connsiteX351" fmla="*/ 2629626 w 7369701"/>
              <a:gd name="connsiteY351" fmla="*/ 6763394 h 6858000"/>
              <a:gd name="connsiteX352" fmla="*/ 2565328 w 7369701"/>
              <a:gd name="connsiteY352" fmla="*/ 5516399 h 6858000"/>
              <a:gd name="connsiteX353" fmla="*/ 1922999 w 7369701"/>
              <a:gd name="connsiteY353" fmla="*/ 5980343 h 6858000"/>
              <a:gd name="connsiteX354" fmla="*/ 1950261 w 7369701"/>
              <a:gd name="connsiteY354" fmla="*/ 6405858 h 6858000"/>
              <a:gd name="connsiteX355" fmla="*/ 2365554 w 7369701"/>
              <a:gd name="connsiteY355" fmla="*/ 6759107 h 6858000"/>
              <a:gd name="connsiteX356" fmla="*/ 2424142 w 7369701"/>
              <a:gd name="connsiteY356" fmla="*/ 6858000 h 6858000"/>
              <a:gd name="connsiteX357" fmla="*/ 2395994 w 7369701"/>
              <a:gd name="connsiteY357" fmla="*/ 6858000 h 6858000"/>
              <a:gd name="connsiteX358" fmla="*/ 2392863 w 7369701"/>
              <a:gd name="connsiteY358" fmla="*/ 6852964 h 6858000"/>
              <a:gd name="connsiteX359" fmla="*/ 2017589 w 7369701"/>
              <a:gd name="connsiteY359" fmla="*/ 6493982 h 6858000"/>
              <a:gd name="connsiteX360" fmla="*/ 2147336 w 7369701"/>
              <a:gd name="connsiteY360" fmla="*/ 6594052 h 6858000"/>
              <a:gd name="connsiteX361" fmla="*/ 2207047 w 7369701"/>
              <a:gd name="connsiteY361" fmla="*/ 6654540 h 6858000"/>
              <a:gd name="connsiteX362" fmla="*/ 2299106 w 7369701"/>
              <a:gd name="connsiteY362" fmla="*/ 6778931 h 6858000"/>
              <a:gd name="connsiteX363" fmla="*/ 2314430 w 7369701"/>
              <a:gd name="connsiteY363" fmla="*/ 6801144 h 6858000"/>
              <a:gd name="connsiteX364" fmla="*/ 2352406 w 7369701"/>
              <a:gd name="connsiteY364" fmla="*/ 6858000 h 6858000"/>
              <a:gd name="connsiteX365" fmla="*/ 2314492 w 7369701"/>
              <a:gd name="connsiteY365" fmla="*/ 6858000 h 6858000"/>
              <a:gd name="connsiteX366" fmla="*/ 2288095 w 7369701"/>
              <a:gd name="connsiteY366" fmla="*/ 6818030 h 6858000"/>
              <a:gd name="connsiteX367" fmla="*/ 2272768 w 7369701"/>
              <a:gd name="connsiteY367" fmla="*/ 6795822 h 6858000"/>
              <a:gd name="connsiteX368" fmla="*/ 2182715 w 7369701"/>
              <a:gd name="connsiteY368" fmla="*/ 6675071 h 6858000"/>
              <a:gd name="connsiteX369" fmla="*/ 2032061 w 7369701"/>
              <a:gd name="connsiteY369" fmla="*/ 6541380 h 6858000"/>
              <a:gd name="connsiteX370" fmla="*/ 2257220 w 7369701"/>
              <a:gd name="connsiteY370" fmla="*/ 6826257 h 6858000"/>
              <a:gd name="connsiteX371" fmla="*/ 2281324 w 7369701"/>
              <a:gd name="connsiteY371" fmla="*/ 6858000 h 6858000"/>
              <a:gd name="connsiteX372" fmla="*/ 2242860 w 7369701"/>
              <a:gd name="connsiteY372" fmla="*/ 6858000 h 6858000"/>
              <a:gd name="connsiteX373" fmla="*/ 2232818 w 7369701"/>
              <a:gd name="connsiteY373" fmla="*/ 6844926 h 6858000"/>
              <a:gd name="connsiteX374" fmla="*/ 1990172 w 7369701"/>
              <a:gd name="connsiteY374" fmla="*/ 6542121 h 6858000"/>
              <a:gd name="connsiteX375" fmla="*/ 2124090 w 7369701"/>
              <a:gd name="connsiteY375" fmla="*/ 6761017 h 6858000"/>
              <a:gd name="connsiteX376" fmla="*/ 2200380 w 7369701"/>
              <a:gd name="connsiteY376" fmla="*/ 6858000 h 6858000"/>
              <a:gd name="connsiteX377" fmla="*/ 2147507 w 7369701"/>
              <a:gd name="connsiteY377" fmla="*/ 6858000 h 6858000"/>
              <a:gd name="connsiteX378" fmla="*/ 2070668 w 7369701"/>
              <a:gd name="connsiteY378" fmla="*/ 6761520 h 6858000"/>
              <a:gd name="connsiteX379" fmla="*/ 1975142 w 7369701"/>
              <a:gd name="connsiteY379" fmla="*/ 6585570 h 6858000"/>
              <a:gd name="connsiteX380" fmla="*/ 2050035 w 7369701"/>
              <a:gd name="connsiteY380" fmla="*/ 6813345 h 6858000"/>
              <a:gd name="connsiteX381" fmla="*/ 2063025 w 7369701"/>
              <a:gd name="connsiteY381" fmla="*/ 6858000 h 6858000"/>
              <a:gd name="connsiteX382" fmla="*/ 2021675 w 7369701"/>
              <a:gd name="connsiteY382" fmla="*/ 6858000 h 6858000"/>
              <a:gd name="connsiteX383" fmla="*/ 2019308 w 7369701"/>
              <a:gd name="connsiteY383" fmla="*/ 6847118 h 6858000"/>
              <a:gd name="connsiteX384" fmla="*/ 1938835 w 7369701"/>
              <a:gd name="connsiteY384" fmla="*/ 6551160 h 6858000"/>
              <a:gd name="connsiteX385" fmla="*/ 1953230 w 7369701"/>
              <a:gd name="connsiteY385" fmla="*/ 6759699 h 6858000"/>
              <a:gd name="connsiteX386" fmla="*/ 1956763 w 7369701"/>
              <a:gd name="connsiteY386" fmla="*/ 6778191 h 6858000"/>
              <a:gd name="connsiteX387" fmla="*/ 1967925 w 7369701"/>
              <a:gd name="connsiteY387" fmla="*/ 6858000 h 6858000"/>
              <a:gd name="connsiteX388" fmla="*/ 1936622 w 7369701"/>
              <a:gd name="connsiteY388" fmla="*/ 6858000 h 6858000"/>
              <a:gd name="connsiteX389" fmla="*/ 1926261 w 7369701"/>
              <a:gd name="connsiteY389" fmla="*/ 6784064 h 6858000"/>
              <a:gd name="connsiteX390" fmla="*/ 1922724 w 7369701"/>
              <a:gd name="connsiteY390" fmla="*/ 6765577 h 6858000"/>
              <a:gd name="connsiteX391" fmla="*/ 1904650 w 7369701"/>
              <a:gd name="connsiteY391" fmla="*/ 6639616 h 6858000"/>
              <a:gd name="connsiteX392" fmla="*/ 1885273 w 7369701"/>
              <a:gd name="connsiteY392" fmla="*/ 6858000 h 6858000"/>
              <a:gd name="connsiteX393" fmla="*/ 1854363 w 7369701"/>
              <a:gd name="connsiteY393" fmla="*/ 6858000 h 6858000"/>
              <a:gd name="connsiteX394" fmla="*/ 1880391 w 7369701"/>
              <a:gd name="connsiteY394" fmla="*/ 6603796 h 6858000"/>
              <a:gd name="connsiteX395" fmla="*/ 1818273 w 7369701"/>
              <a:gd name="connsiteY395" fmla="*/ 6715729 h 6858000"/>
              <a:gd name="connsiteX396" fmla="*/ 1794691 w 7369701"/>
              <a:gd name="connsiteY396" fmla="*/ 6843239 h 6858000"/>
              <a:gd name="connsiteX397" fmla="*/ 1794914 w 7369701"/>
              <a:gd name="connsiteY397" fmla="*/ 6858000 h 6858000"/>
              <a:gd name="connsiteX398" fmla="*/ 1746128 w 7369701"/>
              <a:gd name="connsiteY398" fmla="*/ 6858000 h 6858000"/>
              <a:gd name="connsiteX399" fmla="*/ 1753934 w 7369701"/>
              <a:gd name="connsiteY399" fmla="*/ 6724796 h 6858000"/>
              <a:gd name="connsiteX400" fmla="*/ 1792053 w 7369701"/>
              <a:gd name="connsiteY400" fmla="*/ 6572396 h 6858000"/>
              <a:gd name="connsiteX401" fmla="*/ 1862248 w 7369701"/>
              <a:gd name="connsiteY401" fmla="*/ 6266397 h 6858000"/>
              <a:gd name="connsiteX402" fmla="*/ 1862250 w 7369701"/>
              <a:gd name="connsiteY402" fmla="*/ 6033531 h 6858000"/>
              <a:gd name="connsiteX403" fmla="*/ 1211999 w 7369701"/>
              <a:gd name="connsiteY403" fmla="*/ 6683610 h 6858000"/>
              <a:gd name="connsiteX404" fmla="*/ 1213266 w 7369701"/>
              <a:gd name="connsiteY404" fmla="*/ 6691947 h 6858000"/>
              <a:gd name="connsiteX405" fmla="*/ 1203370 w 7369701"/>
              <a:gd name="connsiteY405" fmla="*/ 6850676 h 6858000"/>
              <a:gd name="connsiteX406" fmla="*/ 1203671 w 7369701"/>
              <a:gd name="connsiteY406" fmla="*/ 6858000 h 6858000"/>
              <a:gd name="connsiteX407" fmla="*/ 1143180 w 7369701"/>
              <a:gd name="connsiteY407" fmla="*/ 6858000 h 6858000"/>
              <a:gd name="connsiteX408" fmla="*/ 1142176 w 7369701"/>
              <a:gd name="connsiteY408" fmla="*/ 6766045 h 6858000"/>
              <a:gd name="connsiteX409" fmla="*/ 1067484 w 7369701"/>
              <a:gd name="connsiteY409" fmla="*/ 6858000 h 6858000"/>
              <a:gd name="connsiteX410" fmla="*/ 953928 w 7369701"/>
              <a:gd name="connsiteY410" fmla="*/ 6858000 h 6858000"/>
              <a:gd name="connsiteX411" fmla="*/ 959715 w 7369701"/>
              <a:gd name="connsiteY411" fmla="*/ 6850185 h 6858000"/>
              <a:gd name="connsiteX412" fmla="*/ 1483788 w 7369701"/>
              <a:gd name="connsiteY412" fmla="*/ 6259174 h 6858000"/>
              <a:gd name="connsiteX413" fmla="*/ 1100671 w 7369701"/>
              <a:gd name="connsiteY413" fmla="*/ 6252137 h 6858000"/>
              <a:gd name="connsiteX414" fmla="*/ 1090144 w 7369701"/>
              <a:gd name="connsiteY414" fmla="*/ 6256748 h 6858000"/>
              <a:gd name="connsiteX415" fmla="*/ 1095872 w 7369701"/>
              <a:gd name="connsiteY415" fmla="*/ 6271892 h 6858000"/>
              <a:gd name="connsiteX416" fmla="*/ 262785 w 7369701"/>
              <a:gd name="connsiteY416" fmla="*/ 6845450 h 6858000"/>
              <a:gd name="connsiteX417" fmla="*/ 209968 w 7369701"/>
              <a:gd name="connsiteY417" fmla="*/ 6770713 h 6858000"/>
              <a:gd name="connsiteX418" fmla="*/ 873460 w 7369701"/>
              <a:gd name="connsiteY418" fmla="*/ 6253768 h 6858000"/>
              <a:gd name="connsiteX419" fmla="*/ 192686 w 7369701"/>
              <a:gd name="connsiteY419" fmla="*/ 5849257 h 6858000"/>
              <a:gd name="connsiteX420" fmla="*/ 4696 w 7369701"/>
              <a:gd name="connsiteY420" fmla="*/ 5697668 h 6858000"/>
              <a:gd name="connsiteX421" fmla="*/ 0 w 7369701"/>
              <a:gd name="connsiteY421" fmla="*/ 5689984 h 6858000"/>
              <a:gd name="connsiteX422" fmla="*/ 0 w 7369701"/>
              <a:gd name="connsiteY422" fmla="*/ 5513472 h 6858000"/>
              <a:gd name="connsiteX423" fmla="*/ 174101 w 7369701"/>
              <a:gd name="connsiteY423" fmla="*/ 5620277 h 6858000"/>
              <a:gd name="connsiteX424" fmla="*/ 891800 w 7369701"/>
              <a:gd name="connsiteY424" fmla="*/ 6036935 h 6858000"/>
              <a:gd name="connsiteX425" fmla="*/ 1072219 w 7369701"/>
              <a:gd name="connsiteY425" fmla="*/ 6169443 h 6858000"/>
              <a:gd name="connsiteX426" fmla="*/ 1074117 w 7369701"/>
              <a:gd name="connsiteY426" fmla="*/ 6170301 h 6858000"/>
              <a:gd name="connsiteX427" fmla="*/ 1083114 w 7369701"/>
              <a:gd name="connsiteY427" fmla="*/ 6174131 h 6858000"/>
              <a:gd name="connsiteX428" fmla="*/ 1543010 w 7369701"/>
              <a:gd name="connsiteY428" fmla="*/ 6191140 h 6858000"/>
              <a:gd name="connsiteX429" fmla="*/ 1551080 w 7369701"/>
              <a:gd name="connsiteY429" fmla="*/ 6195006 h 6858000"/>
              <a:gd name="connsiteX430" fmla="*/ 2345443 w 7369701"/>
              <a:gd name="connsiteY430" fmla="*/ 5549882 h 6858000"/>
              <a:gd name="connsiteX431" fmla="*/ 1721499 w 7369701"/>
              <a:gd name="connsiteY431" fmla="*/ 5599969 h 6858000"/>
              <a:gd name="connsiteX432" fmla="*/ 767716 w 7369701"/>
              <a:gd name="connsiteY432" fmla="*/ 5472768 h 6858000"/>
              <a:gd name="connsiteX433" fmla="*/ 722147 w 7369701"/>
              <a:gd name="connsiteY433" fmla="*/ 5393091 h 6858000"/>
              <a:gd name="connsiteX434" fmla="*/ 1485552 w 7369701"/>
              <a:gd name="connsiteY434" fmla="*/ 5313202 h 6858000"/>
              <a:gd name="connsiteX435" fmla="*/ 2143004 w 7369701"/>
              <a:gd name="connsiteY435" fmla="*/ 5402420 h 6858000"/>
              <a:gd name="connsiteX436" fmla="*/ 1933391 w 7369701"/>
              <a:gd name="connsiteY436" fmla="*/ 5156971 h 6858000"/>
              <a:gd name="connsiteX437" fmla="*/ 1827118 w 7369701"/>
              <a:gd name="connsiteY437" fmla="*/ 4968410 h 6858000"/>
              <a:gd name="connsiteX438" fmla="*/ 1837349 w 7369701"/>
              <a:gd name="connsiteY438" fmla="*/ 4956357 h 6858000"/>
              <a:gd name="connsiteX439" fmla="*/ 2162835 w 7369701"/>
              <a:gd name="connsiteY439" fmla="*/ 5187853 h 6858000"/>
              <a:gd name="connsiteX440" fmla="*/ 2257167 w 7369701"/>
              <a:gd name="connsiteY440" fmla="*/ 5462123 h 6858000"/>
              <a:gd name="connsiteX441" fmla="*/ 2261598 w 7369701"/>
              <a:gd name="connsiteY441" fmla="*/ 5467998 h 6858000"/>
              <a:gd name="connsiteX442" fmla="*/ 2437177 w 7369701"/>
              <a:gd name="connsiteY442" fmla="*/ 5479608 h 6858000"/>
              <a:gd name="connsiteX443" fmla="*/ 2445247 w 7369701"/>
              <a:gd name="connsiteY443" fmla="*/ 5483476 h 6858000"/>
              <a:gd name="connsiteX444" fmla="*/ 2743626 w 7369701"/>
              <a:gd name="connsiteY444" fmla="*/ 5304819 h 6858000"/>
              <a:gd name="connsiteX445" fmla="*/ 3048102 w 7369701"/>
              <a:gd name="connsiteY445" fmla="*/ 5150595 h 6858000"/>
              <a:gd name="connsiteX446" fmla="*/ 1799414 w 7369701"/>
              <a:gd name="connsiteY446" fmla="*/ 4694732 h 6858000"/>
              <a:gd name="connsiteX447" fmla="*/ 1771735 w 7369701"/>
              <a:gd name="connsiteY447" fmla="*/ 4619929 h 6858000"/>
              <a:gd name="connsiteX448" fmla="*/ 3104273 w 7369701"/>
              <a:gd name="connsiteY448" fmla="*/ 5076159 h 6858000"/>
              <a:gd name="connsiteX449" fmla="*/ 3113245 w 7369701"/>
              <a:gd name="connsiteY449" fmla="*/ 5090705 h 6858000"/>
              <a:gd name="connsiteX450" fmla="*/ 3126294 w 7369701"/>
              <a:gd name="connsiteY450" fmla="*/ 5114400 h 6858000"/>
              <a:gd name="connsiteX451" fmla="*/ 3937433 w 7369701"/>
              <a:gd name="connsiteY451" fmla="*/ 4830473 h 6858000"/>
              <a:gd name="connsiteX452" fmla="*/ 3590475 w 7369701"/>
              <a:gd name="connsiteY452" fmla="*/ 4597974 h 6858000"/>
              <a:gd name="connsiteX453" fmla="*/ 3100264 w 7369701"/>
              <a:gd name="connsiteY453" fmla="*/ 4579845 h 6858000"/>
              <a:gd name="connsiteX454" fmla="*/ 2183576 w 7369701"/>
              <a:gd name="connsiteY454" fmla="*/ 4227150 h 6858000"/>
              <a:gd name="connsiteX455" fmla="*/ 2151029 w 7369701"/>
              <a:gd name="connsiteY455" fmla="*/ 4146947 h 6858000"/>
              <a:gd name="connsiteX456" fmla="*/ 3563434 w 7369701"/>
              <a:gd name="connsiteY456" fmla="*/ 4469115 h 6858000"/>
              <a:gd name="connsiteX457" fmla="*/ 3177952 w 7369701"/>
              <a:gd name="connsiteY457" fmla="*/ 3657386 h 6858000"/>
              <a:gd name="connsiteX458" fmla="*/ 3189263 w 7369701"/>
              <a:gd name="connsiteY458" fmla="*/ 3625726 h 6858000"/>
              <a:gd name="connsiteX459" fmla="*/ 3560912 w 7369701"/>
              <a:gd name="connsiteY459" fmla="*/ 4079863 h 6858000"/>
              <a:gd name="connsiteX460" fmla="*/ 3626636 w 7369701"/>
              <a:gd name="connsiteY460" fmla="*/ 4512230 h 6858000"/>
              <a:gd name="connsiteX461" fmla="*/ 3653088 w 7369701"/>
              <a:gd name="connsiteY461" fmla="*/ 4521417 h 6858000"/>
              <a:gd name="connsiteX462" fmla="*/ 3988128 w 7369701"/>
              <a:gd name="connsiteY462" fmla="*/ 4817267 h 6858000"/>
              <a:gd name="connsiteX463" fmla="*/ 4830582 w 7369701"/>
              <a:gd name="connsiteY463" fmla="*/ 4676000 h 6858000"/>
              <a:gd name="connsiteX464" fmla="*/ 4830100 w 7369701"/>
              <a:gd name="connsiteY464" fmla="*/ 4675554 h 6858000"/>
              <a:gd name="connsiteX465" fmla="*/ 4036318 w 7369701"/>
              <a:gd name="connsiteY465" fmla="*/ 4147013 h 6858000"/>
              <a:gd name="connsiteX466" fmla="*/ 3432098 w 7369701"/>
              <a:gd name="connsiteY466" fmla="*/ 3537312 h 6858000"/>
              <a:gd name="connsiteX467" fmla="*/ 3446761 w 7369701"/>
              <a:gd name="connsiteY467" fmla="*/ 3461278 h 6858000"/>
              <a:gd name="connsiteX468" fmla="*/ 4419733 w 7369701"/>
              <a:gd name="connsiteY468" fmla="*/ 3963555 h 6858000"/>
              <a:gd name="connsiteX469" fmla="*/ 4781371 w 7369701"/>
              <a:gd name="connsiteY469" fmla="*/ 4458604 h 6858000"/>
              <a:gd name="connsiteX470" fmla="*/ 4780440 w 7369701"/>
              <a:gd name="connsiteY470" fmla="*/ 4470290 h 6858000"/>
              <a:gd name="connsiteX471" fmla="*/ 4898954 w 7369701"/>
              <a:gd name="connsiteY471" fmla="*/ 4662092 h 6858000"/>
              <a:gd name="connsiteX472" fmla="*/ 4900699 w 7369701"/>
              <a:gd name="connsiteY472" fmla="*/ 4670867 h 6858000"/>
              <a:gd name="connsiteX473" fmla="*/ 5714511 w 7369701"/>
              <a:gd name="connsiteY473" fmla="*/ 4663483 h 6858000"/>
              <a:gd name="connsiteX474" fmla="*/ 5464793 w 7369701"/>
              <a:gd name="connsiteY474" fmla="*/ 4393556 h 6858000"/>
              <a:gd name="connsiteX475" fmla="*/ 5461897 w 7369701"/>
              <a:gd name="connsiteY475" fmla="*/ 4390879 h 6858000"/>
              <a:gd name="connsiteX476" fmla="*/ 4294126 w 7369701"/>
              <a:gd name="connsiteY476" fmla="*/ 3303048 h 6858000"/>
              <a:gd name="connsiteX477" fmla="*/ 4305321 w 7369701"/>
              <a:gd name="connsiteY477" fmla="*/ 3256953 h 6858000"/>
              <a:gd name="connsiteX478" fmla="*/ 4949299 w 7369701"/>
              <a:gd name="connsiteY478" fmla="*/ 3766336 h 6858000"/>
              <a:gd name="connsiteX479" fmla="*/ 5291452 w 7369701"/>
              <a:gd name="connsiteY479" fmla="*/ 4076801 h 6858000"/>
              <a:gd name="connsiteX480" fmla="*/ 5434998 w 7369701"/>
              <a:gd name="connsiteY480" fmla="*/ 4254100 h 6858000"/>
              <a:gd name="connsiteX481" fmla="*/ 5351015 w 7369701"/>
              <a:gd name="connsiteY481" fmla="*/ 3760989 h 6858000"/>
              <a:gd name="connsiteX482" fmla="*/ 5413780 w 7369701"/>
              <a:gd name="connsiteY482" fmla="*/ 2966265 h 6858000"/>
              <a:gd name="connsiteX483" fmla="*/ 5425627 w 7369701"/>
              <a:gd name="connsiteY483" fmla="*/ 2954192 h 6858000"/>
              <a:gd name="connsiteX484" fmla="*/ 6604735 w 7369701"/>
              <a:gd name="connsiteY484" fmla="*/ 2041381 h 6858000"/>
              <a:gd name="connsiteX485" fmla="*/ 7204487 w 7369701"/>
              <a:gd name="connsiteY485" fmla="*/ 2742112 h 6858000"/>
              <a:gd name="connsiteX486" fmla="*/ 7131592 w 7369701"/>
              <a:gd name="connsiteY486" fmla="*/ 2672096 h 6858000"/>
              <a:gd name="connsiteX487" fmla="*/ 6996344 w 7369701"/>
              <a:gd name="connsiteY487" fmla="*/ 2518310 h 6858000"/>
              <a:gd name="connsiteX488" fmla="*/ 6735495 w 7369701"/>
              <a:gd name="connsiteY488" fmla="*/ 2196890 h 6858000"/>
              <a:gd name="connsiteX489" fmla="*/ 6721901 w 7369701"/>
              <a:gd name="connsiteY489" fmla="*/ 2179274 h 6858000"/>
              <a:gd name="connsiteX490" fmla="*/ 6604735 w 7369701"/>
              <a:gd name="connsiteY490" fmla="*/ 2041381 h 6858000"/>
              <a:gd name="connsiteX491" fmla="*/ 6591670 w 7369701"/>
              <a:gd name="connsiteY491" fmla="*/ 1988277 h 6858000"/>
              <a:gd name="connsiteX492" fmla="*/ 6747349 w 7369701"/>
              <a:gd name="connsiteY492" fmla="*/ 2160069 h 6858000"/>
              <a:gd name="connsiteX493" fmla="*/ 6760943 w 7369701"/>
              <a:gd name="connsiteY493" fmla="*/ 2177686 h 6858000"/>
              <a:gd name="connsiteX494" fmla="*/ 7021065 w 7369701"/>
              <a:gd name="connsiteY494" fmla="*/ 2498102 h 6858000"/>
              <a:gd name="connsiteX495" fmla="*/ 7155223 w 7369701"/>
              <a:gd name="connsiteY495" fmla="*/ 2650386 h 6858000"/>
              <a:gd name="connsiteX496" fmla="*/ 7203167 w 7369701"/>
              <a:gd name="connsiteY496" fmla="*/ 2697288 h 6858000"/>
              <a:gd name="connsiteX497" fmla="*/ 6937703 w 7369701"/>
              <a:gd name="connsiteY497" fmla="*/ 2321981 h 6858000"/>
              <a:gd name="connsiteX498" fmla="*/ 6591670 w 7369701"/>
              <a:gd name="connsiteY498" fmla="*/ 1988277 h 6858000"/>
              <a:gd name="connsiteX499" fmla="*/ 5798671 w 7369701"/>
              <a:gd name="connsiteY499" fmla="*/ 1981601 h 6858000"/>
              <a:gd name="connsiteX500" fmla="*/ 5754709 w 7369701"/>
              <a:gd name="connsiteY500" fmla="*/ 2071454 h 6858000"/>
              <a:gd name="connsiteX501" fmla="*/ 5763044 w 7369701"/>
              <a:gd name="connsiteY501" fmla="*/ 2842206 h 6858000"/>
              <a:gd name="connsiteX502" fmla="*/ 5764974 w 7369701"/>
              <a:gd name="connsiteY502" fmla="*/ 2799609 h 6858000"/>
              <a:gd name="connsiteX503" fmla="*/ 5767665 w 7369701"/>
              <a:gd name="connsiteY503" fmla="*/ 2666409 h 6858000"/>
              <a:gd name="connsiteX504" fmla="*/ 5763055 w 7369701"/>
              <a:gd name="connsiteY504" fmla="*/ 2579705 h 6858000"/>
              <a:gd name="connsiteX505" fmla="*/ 5758079 w 7369701"/>
              <a:gd name="connsiteY505" fmla="*/ 2492508 h 6858000"/>
              <a:gd name="connsiteX506" fmla="*/ 5779325 w 7369701"/>
              <a:gd name="connsiteY506" fmla="*/ 2197069 h 6858000"/>
              <a:gd name="connsiteX507" fmla="*/ 5798671 w 7369701"/>
              <a:gd name="connsiteY507" fmla="*/ 1981601 h 6858000"/>
              <a:gd name="connsiteX508" fmla="*/ 5829202 w 7369701"/>
              <a:gd name="connsiteY508" fmla="*/ 1971679 h 6858000"/>
              <a:gd name="connsiteX509" fmla="*/ 5809558 w 7369701"/>
              <a:gd name="connsiteY509" fmla="*/ 2198043 h 6858000"/>
              <a:gd name="connsiteX510" fmla="*/ 5788653 w 7369701"/>
              <a:gd name="connsiteY510" fmla="*/ 2489430 h 6858000"/>
              <a:gd name="connsiteX511" fmla="*/ 5793439 w 7369701"/>
              <a:gd name="connsiteY511" fmla="*/ 2575235 h 6858000"/>
              <a:gd name="connsiteX512" fmla="*/ 5796837 w 7369701"/>
              <a:gd name="connsiteY512" fmla="*/ 2637633 h 6858000"/>
              <a:gd name="connsiteX513" fmla="*/ 5818614 w 7369701"/>
              <a:gd name="connsiteY513" fmla="*/ 2473055 h 6858000"/>
              <a:gd name="connsiteX514" fmla="*/ 5829202 w 7369701"/>
              <a:gd name="connsiteY514" fmla="*/ 1971679 h 6858000"/>
              <a:gd name="connsiteX515" fmla="*/ 5911389 w 7369701"/>
              <a:gd name="connsiteY515" fmla="*/ 1898371 h 6858000"/>
              <a:gd name="connsiteX516" fmla="*/ 6237627 w 7369701"/>
              <a:gd name="connsiteY516" fmla="*/ 2231921 h 6858000"/>
              <a:gd name="connsiteX517" fmla="*/ 5911389 w 7369701"/>
              <a:gd name="connsiteY517" fmla="*/ 1898371 h 6858000"/>
              <a:gd name="connsiteX518" fmla="*/ 6944437 w 7369701"/>
              <a:gd name="connsiteY518" fmla="*/ 1575402 h 6858000"/>
              <a:gd name="connsiteX519" fmla="*/ 6304730 w 7369701"/>
              <a:gd name="connsiteY519" fmla="*/ 1766654 h 6858000"/>
              <a:gd name="connsiteX520" fmla="*/ 6944437 w 7369701"/>
              <a:gd name="connsiteY520" fmla="*/ 1575402 h 6858000"/>
              <a:gd name="connsiteX521" fmla="*/ 7019523 w 7369701"/>
              <a:gd name="connsiteY521" fmla="*/ 1519450 h 6858000"/>
              <a:gd name="connsiteX522" fmla="*/ 6298091 w 7369701"/>
              <a:gd name="connsiteY522" fmla="*/ 1737122 h 6858000"/>
              <a:gd name="connsiteX523" fmla="*/ 7019523 w 7369701"/>
              <a:gd name="connsiteY523" fmla="*/ 1519450 h 6858000"/>
              <a:gd name="connsiteX524" fmla="*/ 2399523 w 7369701"/>
              <a:gd name="connsiteY524" fmla="*/ 1428234 h 6858000"/>
              <a:gd name="connsiteX525" fmla="*/ 2224982 w 7369701"/>
              <a:gd name="connsiteY525" fmla="*/ 1826201 h 6858000"/>
              <a:gd name="connsiteX526" fmla="*/ 2096099 w 7369701"/>
              <a:gd name="connsiteY526" fmla="*/ 2345900 h 6858000"/>
              <a:gd name="connsiteX527" fmla="*/ 2283317 w 7369701"/>
              <a:gd name="connsiteY527" fmla="*/ 1796925 h 6858000"/>
              <a:gd name="connsiteX528" fmla="*/ 2399523 w 7369701"/>
              <a:gd name="connsiteY528" fmla="*/ 1428234 h 6858000"/>
              <a:gd name="connsiteX529" fmla="*/ 2448558 w 7369701"/>
              <a:gd name="connsiteY529" fmla="*/ 1373435 h 6858000"/>
              <a:gd name="connsiteX530" fmla="*/ 2312521 w 7369701"/>
              <a:gd name="connsiteY530" fmla="*/ 1806140 h 6858000"/>
              <a:gd name="connsiteX531" fmla="*/ 2127533 w 7369701"/>
              <a:gd name="connsiteY531" fmla="*/ 2348380 h 6858000"/>
              <a:gd name="connsiteX532" fmla="*/ 2358080 w 7369701"/>
              <a:gd name="connsiteY532" fmla="*/ 1866134 h 6858000"/>
              <a:gd name="connsiteX533" fmla="*/ 2407436 w 7369701"/>
              <a:gd name="connsiteY533" fmla="*/ 1651070 h 6858000"/>
              <a:gd name="connsiteX534" fmla="*/ 2448558 w 7369701"/>
              <a:gd name="connsiteY534" fmla="*/ 1373435 h 6858000"/>
              <a:gd name="connsiteX535" fmla="*/ 278707 w 7369701"/>
              <a:gd name="connsiteY535" fmla="*/ 1352270 h 6858000"/>
              <a:gd name="connsiteX536" fmla="*/ 321570 w 7369701"/>
              <a:gd name="connsiteY536" fmla="*/ 1861610 h 6858000"/>
              <a:gd name="connsiteX537" fmla="*/ 294281 w 7369701"/>
              <a:gd name="connsiteY537" fmla="*/ 1440658 h 6858000"/>
              <a:gd name="connsiteX538" fmla="*/ 278707 w 7369701"/>
              <a:gd name="connsiteY538" fmla="*/ 1352270 h 6858000"/>
              <a:gd name="connsiteX539" fmla="*/ 1423821 w 7369701"/>
              <a:gd name="connsiteY539" fmla="*/ 1351958 h 6858000"/>
              <a:gd name="connsiteX540" fmla="*/ 1638521 w 7369701"/>
              <a:gd name="connsiteY540" fmla="*/ 1908470 h 6858000"/>
              <a:gd name="connsiteX541" fmla="*/ 1754199 w 7369701"/>
              <a:gd name="connsiteY541" fmla="*/ 2149284 h 6858000"/>
              <a:gd name="connsiteX542" fmla="*/ 1908359 w 7369701"/>
              <a:gd name="connsiteY542" fmla="*/ 2364988 h 6858000"/>
              <a:gd name="connsiteX543" fmla="*/ 1647661 w 7369701"/>
              <a:gd name="connsiteY543" fmla="*/ 1825945 h 6858000"/>
              <a:gd name="connsiteX544" fmla="*/ 1423821 w 7369701"/>
              <a:gd name="connsiteY544" fmla="*/ 1351958 h 6858000"/>
              <a:gd name="connsiteX545" fmla="*/ 1431890 w 7369701"/>
              <a:gd name="connsiteY545" fmla="*/ 1306475 h 6858000"/>
              <a:gd name="connsiteX546" fmla="*/ 1507597 w 7369701"/>
              <a:gd name="connsiteY546" fmla="*/ 1446132 h 6858000"/>
              <a:gd name="connsiteX547" fmla="*/ 1674586 w 7369701"/>
              <a:gd name="connsiteY547" fmla="*/ 1813832 h 6858000"/>
              <a:gd name="connsiteX548" fmla="*/ 1815950 w 7369701"/>
              <a:gd name="connsiteY548" fmla="*/ 2128564 h 6858000"/>
              <a:gd name="connsiteX549" fmla="*/ 1984242 w 7369701"/>
              <a:gd name="connsiteY549" fmla="*/ 2430829 h 6858000"/>
              <a:gd name="connsiteX550" fmla="*/ 2014023 w 7369701"/>
              <a:gd name="connsiteY550" fmla="*/ 2450995 h 6858000"/>
              <a:gd name="connsiteX551" fmla="*/ 1747337 w 7369701"/>
              <a:gd name="connsiteY551" fmla="*/ 1855264 h 6858000"/>
              <a:gd name="connsiteX552" fmla="*/ 1533749 w 7369701"/>
              <a:gd name="connsiteY552" fmla="*/ 1478656 h 6858000"/>
              <a:gd name="connsiteX553" fmla="*/ 1431890 w 7369701"/>
              <a:gd name="connsiteY553" fmla="*/ 1306475 h 6858000"/>
              <a:gd name="connsiteX554" fmla="*/ 5052692 w 7369701"/>
              <a:gd name="connsiteY554" fmla="*/ 1292994 h 6858000"/>
              <a:gd name="connsiteX555" fmla="*/ 5200661 w 7369701"/>
              <a:gd name="connsiteY555" fmla="*/ 1635186 h 6858000"/>
              <a:gd name="connsiteX556" fmla="*/ 5297138 w 7369701"/>
              <a:gd name="connsiteY556" fmla="*/ 1906351 h 6858000"/>
              <a:gd name="connsiteX557" fmla="*/ 5052692 w 7369701"/>
              <a:gd name="connsiteY557" fmla="*/ 1292994 h 6858000"/>
              <a:gd name="connsiteX558" fmla="*/ 5009948 w 7369701"/>
              <a:gd name="connsiteY558" fmla="*/ 1273619 h 6858000"/>
              <a:gd name="connsiteX559" fmla="*/ 5121777 w 7369701"/>
              <a:gd name="connsiteY559" fmla="*/ 1654213 h 6858000"/>
              <a:gd name="connsiteX560" fmla="*/ 5293545 w 7369701"/>
              <a:gd name="connsiteY560" fmla="*/ 2072247 h 6858000"/>
              <a:gd name="connsiteX561" fmla="*/ 5294042 w 7369701"/>
              <a:gd name="connsiteY561" fmla="*/ 2065019 h 6858000"/>
              <a:gd name="connsiteX562" fmla="*/ 5171936 w 7369701"/>
              <a:gd name="connsiteY562" fmla="*/ 1647613 h 6858000"/>
              <a:gd name="connsiteX563" fmla="*/ 5009948 w 7369701"/>
              <a:gd name="connsiteY563" fmla="*/ 1273619 h 6858000"/>
              <a:gd name="connsiteX564" fmla="*/ 655236 w 7369701"/>
              <a:gd name="connsiteY564" fmla="*/ 1268632 h 6858000"/>
              <a:gd name="connsiteX565" fmla="*/ 839521 w 7369701"/>
              <a:gd name="connsiteY565" fmla="*/ 1685315 h 6858000"/>
              <a:gd name="connsiteX566" fmla="*/ 1109416 w 7369701"/>
              <a:gd name="connsiteY566" fmla="*/ 2061663 h 6858000"/>
              <a:gd name="connsiteX567" fmla="*/ 1298300 w 7369701"/>
              <a:gd name="connsiteY567" fmla="*/ 2247742 h 6858000"/>
              <a:gd name="connsiteX568" fmla="*/ 1125871 w 7369701"/>
              <a:gd name="connsiteY568" fmla="*/ 1989513 h 6858000"/>
              <a:gd name="connsiteX569" fmla="*/ 981574 w 7369701"/>
              <a:gd name="connsiteY569" fmla="*/ 1783157 h 6858000"/>
              <a:gd name="connsiteX570" fmla="*/ 922198 w 7369701"/>
              <a:gd name="connsiteY570" fmla="*/ 1677437 h 6858000"/>
              <a:gd name="connsiteX571" fmla="*/ 869293 w 7369701"/>
              <a:gd name="connsiteY571" fmla="*/ 1583214 h 6858000"/>
              <a:gd name="connsiteX572" fmla="*/ 751431 w 7369701"/>
              <a:gd name="connsiteY572" fmla="*/ 1405731 h 6858000"/>
              <a:gd name="connsiteX573" fmla="*/ 655236 w 7369701"/>
              <a:gd name="connsiteY573" fmla="*/ 1268632 h 6858000"/>
              <a:gd name="connsiteX574" fmla="*/ 6516292 w 7369701"/>
              <a:gd name="connsiteY574" fmla="*/ 1263064 h 6858000"/>
              <a:gd name="connsiteX575" fmla="*/ 5736320 w 7369701"/>
              <a:gd name="connsiteY575" fmla="*/ 1501803 h 6858000"/>
              <a:gd name="connsiteX576" fmla="*/ 6516292 w 7369701"/>
              <a:gd name="connsiteY576" fmla="*/ 1263064 h 6858000"/>
              <a:gd name="connsiteX577" fmla="*/ 291466 w 7369701"/>
              <a:gd name="connsiteY577" fmla="*/ 1250369 h 6858000"/>
              <a:gd name="connsiteX578" fmla="*/ 323180 w 7369701"/>
              <a:gd name="connsiteY578" fmla="*/ 1435283 h 6858000"/>
              <a:gd name="connsiteX579" fmla="*/ 349381 w 7369701"/>
              <a:gd name="connsiteY579" fmla="*/ 1875041 h 6858000"/>
              <a:gd name="connsiteX580" fmla="*/ 374363 w 7369701"/>
              <a:gd name="connsiteY580" fmla="*/ 1506494 h 6858000"/>
              <a:gd name="connsiteX581" fmla="*/ 302168 w 7369701"/>
              <a:gd name="connsiteY581" fmla="*/ 1274495 h 6858000"/>
              <a:gd name="connsiteX582" fmla="*/ 291466 w 7369701"/>
              <a:gd name="connsiteY582" fmla="*/ 1250369 h 6858000"/>
              <a:gd name="connsiteX583" fmla="*/ 678222 w 7369701"/>
              <a:gd name="connsiteY583" fmla="*/ 1248670 h 6858000"/>
              <a:gd name="connsiteX584" fmla="*/ 775536 w 7369701"/>
              <a:gd name="connsiteY584" fmla="*/ 1388015 h 6858000"/>
              <a:gd name="connsiteX585" fmla="*/ 894529 w 7369701"/>
              <a:gd name="connsiteY585" fmla="*/ 1567739 h 6858000"/>
              <a:gd name="connsiteX586" fmla="*/ 948000 w 7369701"/>
              <a:gd name="connsiteY586" fmla="*/ 1663088 h 6858000"/>
              <a:gd name="connsiteX587" fmla="*/ 1006812 w 7369701"/>
              <a:gd name="connsiteY587" fmla="*/ 1767683 h 6858000"/>
              <a:gd name="connsiteX588" fmla="*/ 1149133 w 7369701"/>
              <a:gd name="connsiteY588" fmla="*/ 1971513 h 6858000"/>
              <a:gd name="connsiteX589" fmla="*/ 1333952 w 7369701"/>
              <a:gd name="connsiteY589" fmla="*/ 2251620 h 6858000"/>
              <a:gd name="connsiteX590" fmla="*/ 1337329 w 7369701"/>
              <a:gd name="connsiteY590" fmla="*/ 2258350 h 6858000"/>
              <a:gd name="connsiteX591" fmla="*/ 1014726 w 7369701"/>
              <a:gd name="connsiteY591" fmla="*/ 1615556 h 6858000"/>
              <a:gd name="connsiteX592" fmla="*/ 678222 w 7369701"/>
              <a:gd name="connsiteY592" fmla="*/ 1248670 h 6858000"/>
              <a:gd name="connsiteX593" fmla="*/ 6691602 w 7369701"/>
              <a:gd name="connsiteY593" fmla="*/ 1140573 h 6858000"/>
              <a:gd name="connsiteX594" fmla="*/ 6571100 w 7369701"/>
              <a:gd name="connsiteY594" fmla="*/ 1183662 h 6858000"/>
              <a:gd name="connsiteX595" fmla="*/ 6241687 w 7369701"/>
              <a:gd name="connsiteY595" fmla="*/ 1257600 h 6858000"/>
              <a:gd name="connsiteX596" fmla="*/ 5693009 w 7369701"/>
              <a:gd name="connsiteY596" fmla="*/ 1478256 h 6858000"/>
              <a:gd name="connsiteX597" fmla="*/ 6548420 w 7369701"/>
              <a:gd name="connsiteY597" fmla="*/ 1214599 h 6858000"/>
              <a:gd name="connsiteX598" fmla="*/ 6605473 w 7369701"/>
              <a:gd name="connsiteY598" fmla="*/ 1184686 h 6858000"/>
              <a:gd name="connsiteX599" fmla="*/ 6691602 w 7369701"/>
              <a:gd name="connsiteY599" fmla="*/ 1140573 h 6858000"/>
              <a:gd name="connsiteX600" fmla="*/ 4002475 w 7369701"/>
              <a:gd name="connsiteY600" fmla="*/ 1037802 h 6858000"/>
              <a:gd name="connsiteX601" fmla="*/ 4000324 w 7369701"/>
              <a:gd name="connsiteY601" fmla="*/ 1039362 h 6858000"/>
              <a:gd name="connsiteX602" fmla="*/ 4002862 w 7369701"/>
              <a:gd name="connsiteY602" fmla="*/ 1042866 h 6858000"/>
              <a:gd name="connsiteX603" fmla="*/ 4002475 w 7369701"/>
              <a:gd name="connsiteY603" fmla="*/ 1037802 h 6858000"/>
              <a:gd name="connsiteX604" fmla="*/ 506322 w 7369701"/>
              <a:gd name="connsiteY604" fmla="*/ 1020997 h 6858000"/>
              <a:gd name="connsiteX605" fmla="*/ 533068 w 7369701"/>
              <a:gd name="connsiteY605" fmla="*/ 1029409 h 6858000"/>
              <a:gd name="connsiteX606" fmla="*/ 1232525 w 7369701"/>
              <a:gd name="connsiteY606" fmla="*/ 1804675 h 6858000"/>
              <a:gd name="connsiteX607" fmla="*/ 1388858 w 7369701"/>
              <a:gd name="connsiteY607" fmla="*/ 2368011 h 6858000"/>
              <a:gd name="connsiteX608" fmla="*/ 1384098 w 7369701"/>
              <a:gd name="connsiteY608" fmla="*/ 2378125 h 6858000"/>
              <a:gd name="connsiteX609" fmla="*/ 1425393 w 7369701"/>
              <a:gd name="connsiteY609" fmla="*/ 2589124 h 6858000"/>
              <a:gd name="connsiteX610" fmla="*/ 1424001 w 7369701"/>
              <a:gd name="connsiteY610" fmla="*/ 2597541 h 6858000"/>
              <a:gd name="connsiteX611" fmla="*/ 2152729 w 7369701"/>
              <a:gd name="connsiteY611" fmla="*/ 2864487 h 6858000"/>
              <a:gd name="connsiteX612" fmla="*/ 2020609 w 7369701"/>
              <a:gd name="connsiteY612" fmla="*/ 2539671 h 6858000"/>
              <a:gd name="connsiteX613" fmla="*/ 2018920 w 7369701"/>
              <a:gd name="connsiteY613" fmla="*/ 2536309 h 6858000"/>
              <a:gd name="connsiteX614" fmla="*/ 1342441 w 7369701"/>
              <a:gd name="connsiteY614" fmla="*/ 1173017 h 6858000"/>
              <a:gd name="connsiteX615" fmla="*/ 1367925 w 7369701"/>
              <a:gd name="connsiteY615" fmla="*/ 1135648 h 6858000"/>
              <a:gd name="connsiteX616" fmla="*/ 1771401 w 7369701"/>
              <a:gd name="connsiteY616" fmla="*/ 1806673 h 6858000"/>
              <a:gd name="connsiteX617" fmla="*/ 1972385 w 7369701"/>
              <a:gd name="connsiteY617" fmla="*/ 2198735 h 6858000"/>
              <a:gd name="connsiteX618" fmla="*/ 2040892 w 7369701"/>
              <a:gd name="connsiteY618" fmla="*/ 2405205 h 6858000"/>
              <a:gd name="connsiteX619" fmla="*/ 2131689 w 7369701"/>
              <a:gd name="connsiteY619" fmla="*/ 1936926 h 6858000"/>
              <a:gd name="connsiteX620" fmla="*/ 2454820 w 7369701"/>
              <a:gd name="connsiteY620" fmla="*/ 1248808 h 6858000"/>
              <a:gd name="connsiteX621" fmla="*/ 2492512 w 7369701"/>
              <a:gd name="connsiteY621" fmla="*/ 1302920 h 6858000"/>
              <a:gd name="connsiteX622" fmla="*/ 2081216 w 7369701"/>
              <a:gd name="connsiteY622" fmla="*/ 2527513 h 6858000"/>
              <a:gd name="connsiteX623" fmla="*/ 2081211 w 7369701"/>
              <a:gd name="connsiteY623" fmla="*/ 2528916 h 6858000"/>
              <a:gd name="connsiteX624" fmla="*/ 2199067 w 7369701"/>
              <a:gd name="connsiteY624" fmla="*/ 2884061 h 6858000"/>
              <a:gd name="connsiteX625" fmla="*/ 3192586 w 7369701"/>
              <a:gd name="connsiteY625" fmla="*/ 3411496 h 6858000"/>
              <a:gd name="connsiteX626" fmla="*/ 3182620 w 7369701"/>
              <a:gd name="connsiteY626" fmla="*/ 3483279 h 6858000"/>
              <a:gd name="connsiteX627" fmla="*/ 2435119 w 7369701"/>
              <a:gd name="connsiteY627" fmla="*/ 3080173 h 6858000"/>
              <a:gd name="connsiteX628" fmla="*/ 2410152 w 7369701"/>
              <a:gd name="connsiteY628" fmla="*/ 3063751 h 6858000"/>
              <a:gd name="connsiteX629" fmla="*/ 2408099 w 7369701"/>
              <a:gd name="connsiteY629" fmla="*/ 3064403 h 6858000"/>
              <a:gd name="connsiteX630" fmla="*/ 2407218 w 7369701"/>
              <a:gd name="connsiteY630" fmla="*/ 3070324 h 6858000"/>
              <a:gd name="connsiteX631" fmla="*/ 2380138 w 7369701"/>
              <a:gd name="connsiteY631" fmla="*/ 3099341 h 6858000"/>
              <a:gd name="connsiteX632" fmla="*/ 1765923 w 7369701"/>
              <a:gd name="connsiteY632" fmla="*/ 3581043 h 6858000"/>
              <a:gd name="connsiteX633" fmla="*/ 1702258 w 7369701"/>
              <a:gd name="connsiteY633" fmla="*/ 3612286 h 6858000"/>
              <a:gd name="connsiteX634" fmla="*/ 1538370 w 7369701"/>
              <a:gd name="connsiteY634" fmla="*/ 3811804 h 6858000"/>
              <a:gd name="connsiteX635" fmla="*/ 542867 w 7369701"/>
              <a:gd name="connsiteY635" fmla="*/ 4944092 h 6858000"/>
              <a:gd name="connsiteX636" fmla="*/ 515800 w 7369701"/>
              <a:gd name="connsiteY636" fmla="*/ 4862180 h 6858000"/>
              <a:gd name="connsiteX637" fmla="*/ 909145 w 7369701"/>
              <a:gd name="connsiteY637" fmla="*/ 4199225 h 6858000"/>
              <a:gd name="connsiteX638" fmla="*/ 1214067 w 7369701"/>
              <a:gd name="connsiteY638" fmla="*/ 3908561 h 6858000"/>
              <a:gd name="connsiteX639" fmla="*/ 640967 w 7369701"/>
              <a:gd name="connsiteY639" fmla="*/ 4105601 h 6858000"/>
              <a:gd name="connsiteX640" fmla="*/ 112563 w 7369701"/>
              <a:gd name="connsiteY640" fmla="*/ 4396952 h 6858000"/>
              <a:gd name="connsiteX641" fmla="*/ 0 w 7369701"/>
              <a:gd name="connsiteY641" fmla="*/ 4466006 h 6858000"/>
              <a:gd name="connsiteX642" fmla="*/ 0 w 7369701"/>
              <a:gd name="connsiteY642" fmla="*/ 4233763 h 6858000"/>
              <a:gd name="connsiteX643" fmla="*/ 36881 w 7369701"/>
              <a:gd name="connsiteY643" fmla="*/ 4200118 h 6858000"/>
              <a:gd name="connsiteX644" fmla="*/ 910534 w 7369701"/>
              <a:gd name="connsiteY644" fmla="*/ 3629753 h 6858000"/>
              <a:gd name="connsiteX645" fmla="*/ 1578717 w 7369701"/>
              <a:gd name="connsiteY645" fmla="*/ 3575982 h 6858000"/>
              <a:gd name="connsiteX646" fmla="*/ 2338780 w 7369701"/>
              <a:gd name="connsiteY646" fmla="*/ 3033725 h 6858000"/>
              <a:gd name="connsiteX647" fmla="*/ 1807991 w 7369701"/>
              <a:gd name="connsiteY647" fmla="*/ 2807184 h 6858000"/>
              <a:gd name="connsiteX648" fmla="*/ 1416358 w 7369701"/>
              <a:gd name="connsiteY648" fmla="*/ 3112571 h 6858000"/>
              <a:gd name="connsiteX649" fmla="*/ 939066 w 7369701"/>
              <a:gd name="connsiteY649" fmla="*/ 3378798 h 6858000"/>
              <a:gd name="connsiteX650" fmla="*/ 115099 w 7369701"/>
              <a:gd name="connsiteY650" fmla="*/ 3607650 h 6858000"/>
              <a:gd name="connsiteX651" fmla="*/ 97284 w 7369701"/>
              <a:gd name="connsiteY651" fmla="*/ 3520393 h 6858000"/>
              <a:gd name="connsiteX652" fmla="*/ 922050 w 7369701"/>
              <a:gd name="connsiteY652" fmla="*/ 3074867 h 6858000"/>
              <a:gd name="connsiteX653" fmla="*/ 1405265 w 7369701"/>
              <a:gd name="connsiteY653" fmla="*/ 3016319 h 6858000"/>
              <a:gd name="connsiteX654" fmla="*/ 1407512 w 7369701"/>
              <a:gd name="connsiteY654" fmla="*/ 3018001 h 6858000"/>
              <a:gd name="connsiteX655" fmla="*/ 1726266 w 7369701"/>
              <a:gd name="connsiteY655" fmla="*/ 2777274 h 6858000"/>
              <a:gd name="connsiteX656" fmla="*/ 625390 w 7369701"/>
              <a:gd name="connsiteY656" fmla="*/ 2514541 h 6858000"/>
              <a:gd name="connsiteX657" fmla="*/ 619799 w 7369701"/>
              <a:gd name="connsiteY657" fmla="*/ 2527180 h 6858000"/>
              <a:gd name="connsiteX658" fmla="*/ 310030 w 7369701"/>
              <a:gd name="connsiteY658" fmla="*/ 2771818 h 6858000"/>
              <a:gd name="connsiteX659" fmla="*/ 173877 w 7369701"/>
              <a:gd name="connsiteY659" fmla="*/ 2937056 h 6858000"/>
              <a:gd name="connsiteX660" fmla="*/ 77889 w 7369701"/>
              <a:gd name="connsiteY660" fmla="*/ 3138440 h 6858000"/>
              <a:gd name="connsiteX661" fmla="*/ 0 w 7369701"/>
              <a:gd name="connsiteY661" fmla="*/ 3271395 h 6858000"/>
              <a:gd name="connsiteX662" fmla="*/ 0 w 7369701"/>
              <a:gd name="connsiteY662" fmla="*/ 3153002 h 6858000"/>
              <a:gd name="connsiteX663" fmla="*/ 2386 w 7369701"/>
              <a:gd name="connsiteY663" fmla="*/ 3149203 h 6858000"/>
              <a:gd name="connsiteX664" fmla="*/ 89753 w 7369701"/>
              <a:gd name="connsiteY664" fmla="*/ 2987702 h 6858000"/>
              <a:gd name="connsiteX665" fmla="*/ 76869 w 7369701"/>
              <a:gd name="connsiteY665" fmla="*/ 3005404 h 6858000"/>
              <a:gd name="connsiteX666" fmla="*/ 32049 w 7369701"/>
              <a:gd name="connsiteY666" fmla="*/ 3065814 h 6858000"/>
              <a:gd name="connsiteX667" fmla="*/ 0 w 7369701"/>
              <a:gd name="connsiteY667" fmla="*/ 3108744 h 6858000"/>
              <a:gd name="connsiteX668" fmla="*/ 0 w 7369701"/>
              <a:gd name="connsiteY668" fmla="*/ 3058059 h 6858000"/>
              <a:gd name="connsiteX669" fmla="*/ 7610 w 7369701"/>
              <a:gd name="connsiteY669" fmla="*/ 3047889 h 6858000"/>
              <a:gd name="connsiteX670" fmla="*/ 52419 w 7369701"/>
              <a:gd name="connsiteY670" fmla="*/ 2987479 h 6858000"/>
              <a:gd name="connsiteX671" fmla="*/ 59142 w 7369701"/>
              <a:gd name="connsiteY671" fmla="*/ 2978488 h 6858000"/>
              <a:gd name="connsiteX672" fmla="*/ 0 w 7369701"/>
              <a:gd name="connsiteY672" fmla="*/ 3015334 h 6858000"/>
              <a:gd name="connsiteX673" fmla="*/ 0 w 7369701"/>
              <a:gd name="connsiteY673" fmla="*/ 2914286 h 6858000"/>
              <a:gd name="connsiteX674" fmla="*/ 36383 w 7369701"/>
              <a:gd name="connsiteY674" fmla="*/ 2901128 h 6858000"/>
              <a:gd name="connsiteX675" fmla="*/ 156329 w 7369701"/>
              <a:gd name="connsiteY675" fmla="*/ 2840533 h 6858000"/>
              <a:gd name="connsiteX676" fmla="*/ 358355 w 7369701"/>
              <a:gd name="connsiteY676" fmla="*/ 2620471 h 6858000"/>
              <a:gd name="connsiteX677" fmla="*/ 510577 w 7369701"/>
              <a:gd name="connsiteY677" fmla="*/ 2501244 h 6858000"/>
              <a:gd name="connsiteX678" fmla="*/ 211967 w 7369701"/>
              <a:gd name="connsiteY678" fmla="*/ 2479171 h 6858000"/>
              <a:gd name="connsiteX679" fmla="*/ 0 w 7369701"/>
              <a:gd name="connsiteY679" fmla="*/ 2476398 h 6858000"/>
              <a:gd name="connsiteX680" fmla="*/ 0 w 7369701"/>
              <a:gd name="connsiteY680" fmla="*/ 2389189 h 6858000"/>
              <a:gd name="connsiteX681" fmla="*/ 103062 w 7369701"/>
              <a:gd name="connsiteY681" fmla="*/ 2389518 h 6858000"/>
              <a:gd name="connsiteX682" fmla="*/ 510734 w 7369701"/>
              <a:gd name="connsiteY682" fmla="*/ 2416201 h 6858000"/>
              <a:gd name="connsiteX683" fmla="*/ 279257 w 7369701"/>
              <a:gd name="connsiteY683" fmla="*/ 2092102 h 6858000"/>
              <a:gd name="connsiteX684" fmla="*/ 65265 w 7369701"/>
              <a:gd name="connsiteY684" fmla="*/ 2006049 h 6858000"/>
              <a:gd name="connsiteX685" fmla="*/ 0 w 7369701"/>
              <a:gd name="connsiteY685" fmla="*/ 1982532 h 6858000"/>
              <a:gd name="connsiteX686" fmla="*/ 0 w 7369701"/>
              <a:gd name="connsiteY686" fmla="*/ 1912789 h 6858000"/>
              <a:gd name="connsiteX687" fmla="*/ 97460 w 7369701"/>
              <a:gd name="connsiteY687" fmla="*/ 1953725 h 6858000"/>
              <a:gd name="connsiteX688" fmla="*/ 221272 w 7369701"/>
              <a:gd name="connsiteY688" fmla="*/ 1980766 h 6858000"/>
              <a:gd name="connsiteX689" fmla="*/ 116765 w 7369701"/>
              <a:gd name="connsiteY689" fmla="*/ 1911033 h 6858000"/>
              <a:gd name="connsiteX690" fmla="*/ 16405 w 7369701"/>
              <a:gd name="connsiteY690" fmla="*/ 1803412 h 6858000"/>
              <a:gd name="connsiteX691" fmla="*/ 0 w 7369701"/>
              <a:gd name="connsiteY691" fmla="*/ 1784777 h 6858000"/>
              <a:gd name="connsiteX692" fmla="*/ 0 w 7369701"/>
              <a:gd name="connsiteY692" fmla="*/ 1740082 h 6858000"/>
              <a:gd name="connsiteX693" fmla="*/ 39394 w 7369701"/>
              <a:gd name="connsiteY693" fmla="*/ 1784856 h 6858000"/>
              <a:gd name="connsiteX694" fmla="*/ 135813 w 7369701"/>
              <a:gd name="connsiteY694" fmla="*/ 1888838 h 6858000"/>
              <a:gd name="connsiteX695" fmla="*/ 242575 w 7369701"/>
              <a:gd name="connsiteY695" fmla="*/ 1958841 h 6858000"/>
              <a:gd name="connsiteX696" fmla="*/ 82197 w 7369701"/>
              <a:gd name="connsiteY696" fmla="*/ 1754826 h 6858000"/>
              <a:gd name="connsiteX697" fmla="*/ 0 w 7369701"/>
              <a:gd name="connsiteY697" fmla="*/ 1679650 h 6858000"/>
              <a:gd name="connsiteX698" fmla="*/ 0 w 7369701"/>
              <a:gd name="connsiteY698" fmla="*/ 1602463 h 6858000"/>
              <a:gd name="connsiteX699" fmla="*/ 84689 w 7369701"/>
              <a:gd name="connsiteY699" fmla="*/ 1677442 h 6858000"/>
              <a:gd name="connsiteX700" fmla="*/ 298437 w 7369701"/>
              <a:gd name="connsiteY700" fmla="*/ 1968019 h 6858000"/>
              <a:gd name="connsiteX701" fmla="*/ 227269 w 7369701"/>
              <a:gd name="connsiteY701" fmla="*/ 1114064 h 6858000"/>
              <a:gd name="connsiteX702" fmla="*/ 248003 w 7369701"/>
              <a:gd name="connsiteY702" fmla="*/ 1089613 h 6858000"/>
              <a:gd name="connsiteX703" fmla="*/ 427020 w 7369701"/>
              <a:gd name="connsiteY703" fmla="*/ 1619803 h 6858000"/>
              <a:gd name="connsiteX704" fmla="*/ 340345 w 7369701"/>
              <a:gd name="connsiteY704" fmla="*/ 2027739 h 6858000"/>
              <a:gd name="connsiteX705" fmla="*/ 360865 w 7369701"/>
              <a:gd name="connsiteY705" fmla="*/ 2044827 h 6858000"/>
              <a:gd name="connsiteX706" fmla="*/ 560414 w 7369701"/>
              <a:gd name="connsiteY706" fmla="*/ 2421457 h 6858000"/>
              <a:gd name="connsiteX707" fmla="*/ 1359703 w 7369701"/>
              <a:gd name="connsiteY707" fmla="*/ 2578554 h 6858000"/>
              <a:gd name="connsiteX708" fmla="*/ 1359422 w 7369701"/>
              <a:gd name="connsiteY708" fmla="*/ 2577994 h 6858000"/>
              <a:gd name="connsiteX709" fmla="*/ 828701 w 7369701"/>
              <a:gd name="connsiteY709" fmla="*/ 1839520 h 6858000"/>
              <a:gd name="connsiteX710" fmla="*/ 494427 w 7369701"/>
              <a:gd name="connsiteY710" fmla="*/ 1092333 h 6858000"/>
              <a:gd name="connsiteX711" fmla="*/ 506322 w 7369701"/>
              <a:gd name="connsiteY711" fmla="*/ 1020997 h 6858000"/>
              <a:gd name="connsiteX712" fmla="*/ 4570198 w 7369701"/>
              <a:gd name="connsiteY712" fmla="*/ 978081 h 6858000"/>
              <a:gd name="connsiteX713" fmla="*/ 4523691 w 7369701"/>
              <a:gd name="connsiteY713" fmla="*/ 1127776 h 6858000"/>
              <a:gd name="connsiteX714" fmla="*/ 4509875 w 7369701"/>
              <a:gd name="connsiteY714" fmla="*/ 1167552 h 6858000"/>
              <a:gd name="connsiteX715" fmla="*/ 4478168 w 7369701"/>
              <a:gd name="connsiteY715" fmla="*/ 1260735 h 6858000"/>
              <a:gd name="connsiteX716" fmla="*/ 4409309 w 7369701"/>
              <a:gd name="connsiteY716" fmla="*/ 1666996 h 6858000"/>
              <a:gd name="connsiteX717" fmla="*/ 4370031 w 7369701"/>
              <a:gd name="connsiteY717" fmla="*/ 1955666 h 6858000"/>
              <a:gd name="connsiteX718" fmla="*/ 4570198 w 7369701"/>
              <a:gd name="connsiteY718" fmla="*/ 978081 h 6858000"/>
              <a:gd name="connsiteX719" fmla="*/ 4557898 w 7369701"/>
              <a:gd name="connsiteY719" fmla="*/ 900011 h 6858000"/>
              <a:gd name="connsiteX720" fmla="*/ 4344840 w 7369701"/>
              <a:gd name="connsiteY720" fmla="*/ 1922038 h 6858000"/>
              <a:gd name="connsiteX721" fmla="*/ 4378710 w 7369701"/>
              <a:gd name="connsiteY721" fmla="*/ 1665516 h 6858000"/>
              <a:gd name="connsiteX722" fmla="*/ 4448798 w 7369701"/>
              <a:gd name="connsiteY722" fmla="*/ 1253024 h 6858000"/>
              <a:gd name="connsiteX723" fmla="*/ 4480315 w 7369701"/>
              <a:gd name="connsiteY723" fmla="*/ 1158454 h 6858000"/>
              <a:gd name="connsiteX724" fmla="*/ 4494133 w 7369701"/>
              <a:gd name="connsiteY724" fmla="*/ 1118676 h 6858000"/>
              <a:gd name="connsiteX725" fmla="*/ 4557898 w 7369701"/>
              <a:gd name="connsiteY725" fmla="*/ 900011 h 6858000"/>
              <a:gd name="connsiteX726" fmla="*/ 5870151 w 7369701"/>
              <a:gd name="connsiteY726" fmla="*/ 898890 h 6858000"/>
              <a:gd name="connsiteX727" fmla="*/ 5861335 w 7369701"/>
              <a:gd name="connsiteY727" fmla="*/ 899177 h 6858000"/>
              <a:gd name="connsiteX728" fmla="*/ 5843702 w 7369701"/>
              <a:gd name="connsiteY728" fmla="*/ 899748 h 6858000"/>
              <a:gd name="connsiteX729" fmla="*/ 5651107 w 7369701"/>
              <a:gd name="connsiteY729" fmla="*/ 920306 h 6858000"/>
              <a:gd name="connsiteX730" fmla="*/ 5459407 w 7369701"/>
              <a:gd name="connsiteY730" fmla="*/ 940975 h 6858000"/>
              <a:gd name="connsiteX731" fmla="*/ 5374846 w 7369701"/>
              <a:gd name="connsiteY731" fmla="*/ 941988 h 6858000"/>
              <a:gd name="connsiteX732" fmla="*/ 5256105 w 7369701"/>
              <a:gd name="connsiteY732" fmla="*/ 945632 h 6858000"/>
              <a:gd name="connsiteX733" fmla="*/ 5107071 w 7369701"/>
              <a:gd name="connsiteY733" fmla="*/ 969720 h 6858000"/>
              <a:gd name="connsiteX734" fmla="*/ 4998681 w 7369701"/>
              <a:gd name="connsiteY734" fmla="*/ 988771 h 6858000"/>
              <a:gd name="connsiteX735" fmla="*/ 5870151 w 7369701"/>
              <a:gd name="connsiteY735" fmla="*/ 898890 h 6858000"/>
              <a:gd name="connsiteX736" fmla="*/ 5504425 w 7369701"/>
              <a:gd name="connsiteY736" fmla="*/ 848067 h 6858000"/>
              <a:gd name="connsiteX737" fmla="*/ 4968849 w 7369701"/>
              <a:gd name="connsiteY737" fmla="*/ 962318 h 6858000"/>
              <a:gd name="connsiteX738" fmla="*/ 5104039 w 7369701"/>
              <a:gd name="connsiteY738" fmla="*/ 940634 h 6858000"/>
              <a:gd name="connsiteX739" fmla="*/ 5256311 w 7369701"/>
              <a:gd name="connsiteY739" fmla="*/ 916490 h 6858000"/>
              <a:gd name="connsiteX740" fmla="*/ 5377381 w 7369701"/>
              <a:gd name="connsiteY740" fmla="*/ 912671 h 6858000"/>
              <a:gd name="connsiteX741" fmla="*/ 5460148 w 7369701"/>
              <a:gd name="connsiteY741" fmla="*/ 911442 h 6858000"/>
              <a:gd name="connsiteX742" fmla="*/ 5648971 w 7369701"/>
              <a:gd name="connsiteY742" fmla="*/ 891331 h 6858000"/>
              <a:gd name="connsiteX743" fmla="*/ 5844807 w 7369701"/>
              <a:gd name="connsiteY743" fmla="*/ 870718 h 6858000"/>
              <a:gd name="connsiteX744" fmla="*/ 5862975 w 7369701"/>
              <a:gd name="connsiteY744" fmla="*/ 869756 h 6858000"/>
              <a:gd name="connsiteX745" fmla="*/ 5920887 w 7369701"/>
              <a:gd name="connsiteY745" fmla="*/ 865929 h 6858000"/>
              <a:gd name="connsiteX746" fmla="*/ 5504425 w 7369701"/>
              <a:gd name="connsiteY746" fmla="*/ 848067 h 6858000"/>
              <a:gd name="connsiteX747" fmla="*/ 3607114 w 7369701"/>
              <a:gd name="connsiteY747" fmla="*/ 467441 h 6858000"/>
              <a:gd name="connsiteX748" fmla="*/ 3296242 w 7369701"/>
              <a:gd name="connsiteY748" fmla="*/ 807991 h 6858000"/>
              <a:gd name="connsiteX749" fmla="*/ 3174674 w 7369701"/>
              <a:gd name="connsiteY749" fmla="*/ 919759 h 6858000"/>
              <a:gd name="connsiteX750" fmla="*/ 3042978 w 7369701"/>
              <a:gd name="connsiteY750" fmla="*/ 1054894 h 6858000"/>
              <a:gd name="connsiteX751" fmla="*/ 2968914 w 7369701"/>
              <a:gd name="connsiteY751" fmla="*/ 1133756 h 6858000"/>
              <a:gd name="connsiteX752" fmla="*/ 3103823 w 7369701"/>
              <a:gd name="connsiteY752" fmla="*/ 1026814 h 6858000"/>
              <a:gd name="connsiteX753" fmla="*/ 3607114 w 7369701"/>
              <a:gd name="connsiteY753" fmla="*/ 467441 h 6858000"/>
              <a:gd name="connsiteX754" fmla="*/ 3744487 w 7369701"/>
              <a:gd name="connsiteY754" fmla="*/ 383136 h 6858000"/>
              <a:gd name="connsiteX755" fmla="*/ 3970213 w 7369701"/>
              <a:gd name="connsiteY755" fmla="*/ 995559 h 6858000"/>
              <a:gd name="connsiteX756" fmla="*/ 3744487 w 7369701"/>
              <a:gd name="connsiteY756" fmla="*/ 383136 h 6858000"/>
              <a:gd name="connsiteX757" fmla="*/ 3624562 w 7369701"/>
              <a:gd name="connsiteY757" fmla="*/ 367041 h 6858000"/>
              <a:gd name="connsiteX758" fmla="*/ 3489712 w 7369701"/>
              <a:gd name="connsiteY758" fmla="*/ 485386 h 6858000"/>
              <a:gd name="connsiteX759" fmla="*/ 3182994 w 7369701"/>
              <a:gd name="connsiteY759" fmla="*/ 828265 h 6858000"/>
              <a:gd name="connsiteX760" fmla="*/ 2892114 w 7369701"/>
              <a:gd name="connsiteY760" fmla="*/ 1172635 h 6858000"/>
              <a:gd name="connsiteX761" fmla="*/ 3021459 w 7369701"/>
              <a:gd name="connsiteY761" fmla="*/ 1035385 h 6858000"/>
              <a:gd name="connsiteX762" fmla="*/ 3153873 w 7369701"/>
              <a:gd name="connsiteY762" fmla="*/ 898971 h 6858000"/>
              <a:gd name="connsiteX763" fmla="*/ 3276511 w 7369701"/>
              <a:gd name="connsiteY763" fmla="*/ 786423 h 6858000"/>
              <a:gd name="connsiteX764" fmla="*/ 3584154 w 7369701"/>
              <a:gd name="connsiteY764" fmla="*/ 448218 h 6858000"/>
              <a:gd name="connsiteX765" fmla="*/ 3624562 w 7369701"/>
              <a:gd name="connsiteY765" fmla="*/ 367041 h 6858000"/>
              <a:gd name="connsiteX766" fmla="*/ 3766672 w 7369701"/>
              <a:gd name="connsiteY766" fmla="*/ 359429 h 6858000"/>
              <a:gd name="connsiteX767" fmla="*/ 3996338 w 7369701"/>
              <a:gd name="connsiteY767" fmla="*/ 968237 h 6858000"/>
              <a:gd name="connsiteX768" fmla="*/ 3766672 w 7369701"/>
              <a:gd name="connsiteY768" fmla="*/ 359429 h 6858000"/>
              <a:gd name="connsiteX769" fmla="*/ 5805386 w 7369701"/>
              <a:gd name="connsiteY769" fmla="*/ 239240 h 6858000"/>
              <a:gd name="connsiteX770" fmla="*/ 5736947 w 7369701"/>
              <a:gd name="connsiteY770" fmla="*/ 261367 h 6858000"/>
              <a:gd name="connsiteX771" fmla="*/ 5427012 w 7369701"/>
              <a:gd name="connsiteY771" fmla="*/ 311272 h 6858000"/>
              <a:gd name="connsiteX772" fmla="*/ 5147818 w 7369701"/>
              <a:gd name="connsiteY772" fmla="*/ 322112 h 6858000"/>
              <a:gd name="connsiteX773" fmla="*/ 5060854 w 7369701"/>
              <a:gd name="connsiteY773" fmla="*/ 311882 h 6858000"/>
              <a:gd name="connsiteX774" fmla="*/ 4945989 w 7369701"/>
              <a:gd name="connsiteY774" fmla="*/ 300516 h 6858000"/>
              <a:gd name="connsiteX775" fmla="*/ 5410479 w 7369701"/>
              <a:gd name="connsiteY775" fmla="*/ 348434 h 6858000"/>
              <a:gd name="connsiteX776" fmla="*/ 5805386 w 7369701"/>
              <a:gd name="connsiteY776" fmla="*/ 239240 h 6858000"/>
              <a:gd name="connsiteX777" fmla="*/ 5905192 w 7369701"/>
              <a:gd name="connsiteY777" fmla="*/ 163079 h 6858000"/>
              <a:gd name="connsiteX778" fmla="*/ 5865655 w 7369701"/>
              <a:gd name="connsiteY778" fmla="*/ 171901 h 6858000"/>
              <a:gd name="connsiteX779" fmla="*/ 5259740 w 7369701"/>
              <a:gd name="connsiteY779" fmla="*/ 257013 h 6858000"/>
              <a:gd name="connsiteX780" fmla="*/ 5208466 w 7369701"/>
              <a:gd name="connsiteY780" fmla="*/ 257550 h 6858000"/>
              <a:gd name="connsiteX781" fmla="*/ 4980204 w 7369701"/>
              <a:gd name="connsiteY781" fmla="*/ 271903 h 6858000"/>
              <a:gd name="connsiteX782" fmla="*/ 5068068 w 7369701"/>
              <a:gd name="connsiteY782" fmla="*/ 282244 h 6858000"/>
              <a:gd name="connsiteX783" fmla="*/ 5153231 w 7369701"/>
              <a:gd name="connsiteY783" fmla="*/ 292240 h 6858000"/>
              <a:gd name="connsiteX784" fmla="*/ 5426491 w 7369701"/>
              <a:gd name="connsiteY784" fmla="*/ 281128 h 6858000"/>
              <a:gd name="connsiteX785" fmla="*/ 5731212 w 7369701"/>
              <a:gd name="connsiteY785" fmla="*/ 231951 h 6858000"/>
              <a:gd name="connsiteX786" fmla="*/ 5905192 w 7369701"/>
              <a:gd name="connsiteY786" fmla="*/ 163079 h 6858000"/>
              <a:gd name="connsiteX787" fmla="*/ 5944437 w 7369701"/>
              <a:gd name="connsiteY787" fmla="*/ 113829 h 6858000"/>
              <a:gd name="connsiteX788" fmla="*/ 5825032 w 7369701"/>
              <a:gd name="connsiteY788" fmla="*/ 146405 h 6858000"/>
              <a:gd name="connsiteX789" fmla="*/ 4955599 w 7369701"/>
              <a:gd name="connsiteY789" fmla="*/ 247008 h 6858000"/>
              <a:gd name="connsiteX790" fmla="*/ 5210104 w 7369701"/>
              <a:gd name="connsiteY790" fmla="*/ 228123 h 6858000"/>
              <a:gd name="connsiteX791" fmla="*/ 5261015 w 7369701"/>
              <a:gd name="connsiteY791" fmla="*/ 227087 h 6858000"/>
              <a:gd name="connsiteX792" fmla="*/ 5861181 w 7369701"/>
              <a:gd name="connsiteY792" fmla="*/ 143093 h 6858000"/>
              <a:gd name="connsiteX793" fmla="*/ 5961252 w 7369701"/>
              <a:gd name="connsiteY793" fmla="*/ 114820 h 6858000"/>
              <a:gd name="connsiteX794" fmla="*/ 5944437 w 7369701"/>
              <a:gd name="connsiteY794" fmla="*/ 113829 h 6858000"/>
              <a:gd name="connsiteX795" fmla="*/ 3882765 w 7369701"/>
              <a:gd name="connsiteY795" fmla="*/ 0 h 6858000"/>
              <a:gd name="connsiteX796" fmla="*/ 3995099 w 7369701"/>
              <a:gd name="connsiteY796" fmla="*/ 0 h 6858000"/>
              <a:gd name="connsiteX797" fmla="*/ 4163818 w 7369701"/>
              <a:gd name="connsiteY797" fmla="*/ 234104 h 6858000"/>
              <a:gd name="connsiteX798" fmla="*/ 4172099 w 7369701"/>
              <a:gd name="connsiteY798" fmla="*/ 234207 h 6858000"/>
              <a:gd name="connsiteX799" fmla="*/ 4784282 w 7369701"/>
              <a:gd name="connsiteY799" fmla="*/ 276561 h 6858000"/>
              <a:gd name="connsiteX800" fmla="*/ 4801687 w 7369701"/>
              <a:gd name="connsiteY800" fmla="*/ 267764 h 6858000"/>
              <a:gd name="connsiteX801" fmla="*/ 6082788 w 7369701"/>
              <a:gd name="connsiteY801" fmla="*/ 64119 h 6858000"/>
              <a:gd name="connsiteX802" fmla="*/ 6099442 w 7369701"/>
              <a:gd name="connsiteY802" fmla="*/ 82568 h 6858000"/>
              <a:gd name="connsiteX803" fmla="*/ 4804137 w 7369701"/>
              <a:gd name="connsiteY803" fmla="*/ 320931 h 6858000"/>
              <a:gd name="connsiteX804" fmla="*/ 4227047 w 7369701"/>
              <a:gd name="connsiteY804" fmla="*/ 313415 h 6858000"/>
              <a:gd name="connsiteX805" fmla="*/ 4346041 w 7369701"/>
              <a:gd name="connsiteY805" fmla="*/ 456086 h 6858000"/>
              <a:gd name="connsiteX806" fmla="*/ 4870967 w 7369701"/>
              <a:gd name="connsiteY806" fmla="*/ 963061 h 6858000"/>
              <a:gd name="connsiteX807" fmla="*/ 4889647 w 7369701"/>
              <a:gd name="connsiteY807" fmla="*/ 957147 h 6858000"/>
              <a:gd name="connsiteX808" fmla="*/ 5422504 w 7369701"/>
              <a:gd name="connsiteY808" fmla="*/ 805191 h 6858000"/>
              <a:gd name="connsiteX809" fmla="*/ 6087656 w 7369701"/>
              <a:gd name="connsiteY809" fmla="*/ 826703 h 6858000"/>
              <a:gd name="connsiteX810" fmla="*/ 6058717 w 7369701"/>
              <a:gd name="connsiteY810" fmla="*/ 865992 h 6858000"/>
              <a:gd name="connsiteX811" fmla="*/ 4974153 w 7369701"/>
              <a:gd name="connsiteY811" fmla="*/ 1045456 h 6858000"/>
              <a:gd name="connsiteX812" fmla="*/ 5627835 w 7369701"/>
              <a:gd name="connsiteY812" fmla="*/ 1472077 h 6858000"/>
              <a:gd name="connsiteX813" fmla="*/ 5629817 w 7369701"/>
              <a:gd name="connsiteY813" fmla="*/ 1471412 h 6858000"/>
              <a:gd name="connsiteX814" fmla="*/ 5634124 w 7369701"/>
              <a:gd name="connsiteY814" fmla="*/ 1470572 h 6858000"/>
              <a:gd name="connsiteX815" fmla="*/ 5755832 w 7369701"/>
              <a:gd name="connsiteY815" fmla="*/ 1383886 h 6858000"/>
              <a:gd name="connsiteX816" fmla="*/ 6014186 w 7369701"/>
              <a:gd name="connsiteY816" fmla="*/ 1279799 h 6858000"/>
              <a:gd name="connsiteX817" fmla="*/ 6901619 w 7369701"/>
              <a:gd name="connsiteY817" fmla="*/ 1047874 h 6858000"/>
              <a:gd name="connsiteX818" fmla="*/ 6931566 w 7369701"/>
              <a:gd name="connsiteY818" fmla="*/ 1062034 h 6858000"/>
              <a:gd name="connsiteX819" fmla="*/ 5790982 w 7369701"/>
              <a:gd name="connsiteY819" fmla="*/ 1561380 h 6858000"/>
              <a:gd name="connsiteX820" fmla="*/ 6188971 w 7369701"/>
              <a:gd name="connsiteY820" fmla="*/ 1755168 h 6858000"/>
              <a:gd name="connsiteX821" fmla="*/ 6202446 w 7369701"/>
              <a:gd name="connsiteY821" fmla="*/ 1752268 h 6858000"/>
              <a:gd name="connsiteX822" fmla="*/ 7179560 w 7369701"/>
              <a:gd name="connsiteY822" fmla="*/ 1467551 h 6858000"/>
              <a:gd name="connsiteX823" fmla="*/ 7158730 w 7369701"/>
              <a:gd name="connsiteY823" fmla="*/ 1507835 h 6858000"/>
              <a:gd name="connsiteX824" fmla="*/ 6326959 w 7369701"/>
              <a:gd name="connsiteY824" fmla="*/ 1817686 h 6858000"/>
              <a:gd name="connsiteX825" fmla="*/ 6537433 w 7369701"/>
              <a:gd name="connsiteY825" fmla="*/ 1907790 h 6858000"/>
              <a:gd name="connsiteX826" fmla="*/ 6550221 w 7369701"/>
              <a:gd name="connsiteY826" fmla="*/ 1910729 h 6858000"/>
              <a:gd name="connsiteX827" fmla="*/ 6964438 w 7369701"/>
              <a:gd name="connsiteY827" fmla="*/ 2209505 h 6858000"/>
              <a:gd name="connsiteX828" fmla="*/ 7367862 w 7369701"/>
              <a:gd name="connsiteY828" fmla="*/ 2806833 h 6858000"/>
              <a:gd name="connsiteX829" fmla="*/ 7364329 w 7369701"/>
              <a:gd name="connsiteY829" fmla="*/ 2826907 h 6858000"/>
              <a:gd name="connsiteX830" fmla="*/ 7290545 w 7369701"/>
              <a:gd name="connsiteY830" fmla="*/ 2850663 h 6858000"/>
              <a:gd name="connsiteX831" fmla="*/ 6472036 w 7369701"/>
              <a:gd name="connsiteY831" fmla="*/ 1959003 h 6858000"/>
              <a:gd name="connsiteX832" fmla="*/ 5792897 w 7369701"/>
              <a:gd name="connsiteY832" fmla="*/ 1647747 h 6858000"/>
              <a:gd name="connsiteX833" fmla="*/ 5842751 w 7369701"/>
              <a:gd name="connsiteY833" fmla="*/ 1816112 h 6858000"/>
              <a:gd name="connsiteX834" fmla="*/ 5847424 w 7369701"/>
              <a:gd name="connsiteY834" fmla="*/ 1815776 h 6858000"/>
              <a:gd name="connsiteX835" fmla="*/ 6399821 w 7369701"/>
              <a:gd name="connsiteY835" fmla="*/ 2344799 h 6858000"/>
              <a:gd name="connsiteX836" fmla="*/ 6323232 w 7369701"/>
              <a:gd name="connsiteY836" fmla="*/ 2389634 h 6858000"/>
              <a:gd name="connsiteX837" fmla="*/ 5942958 w 7369701"/>
              <a:gd name="connsiteY837" fmla="*/ 2077708 h 6858000"/>
              <a:gd name="connsiteX838" fmla="*/ 5921559 w 7369701"/>
              <a:gd name="connsiteY838" fmla="*/ 2378596 h 6858000"/>
              <a:gd name="connsiteX839" fmla="*/ 5817651 w 7369701"/>
              <a:gd name="connsiteY839" fmla="*/ 3023919 h 6858000"/>
              <a:gd name="connsiteX840" fmla="*/ 5729634 w 7369701"/>
              <a:gd name="connsiteY840" fmla="*/ 3051849 h 6858000"/>
              <a:gd name="connsiteX841" fmla="*/ 5611018 w 7369701"/>
              <a:gd name="connsiteY841" fmla="*/ 2316769 h 6858000"/>
              <a:gd name="connsiteX842" fmla="*/ 5687608 w 7369701"/>
              <a:gd name="connsiteY842" fmla="*/ 2039972 h 6858000"/>
              <a:gd name="connsiteX843" fmla="*/ 5657554 w 7369701"/>
              <a:gd name="connsiteY843" fmla="*/ 1576445 h 6858000"/>
              <a:gd name="connsiteX844" fmla="*/ 5150475 w 7369701"/>
              <a:gd name="connsiteY844" fmla="*/ 1274012 h 6858000"/>
              <a:gd name="connsiteX845" fmla="*/ 5349142 w 7369701"/>
              <a:gd name="connsiteY845" fmla="*/ 2204405 h 6858000"/>
              <a:gd name="connsiteX846" fmla="*/ 5262214 w 7369701"/>
              <a:gd name="connsiteY846" fmla="*/ 2233836 h 6858000"/>
              <a:gd name="connsiteX847" fmla="*/ 4981539 w 7369701"/>
              <a:gd name="connsiteY847" fmla="*/ 1542201 h 6858000"/>
              <a:gd name="connsiteX848" fmla="*/ 4958461 w 7369701"/>
              <a:gd name="connsiteY848" fmla="*/ 1136957 h 6858000"/>
              <a:gd name="connsiteX849" fmla="*/ 4655015 w 7369701"/>
              <a:gd name="connsiteY849" fmla="*/ 891426 h 6858000"/>
              <a:gd name="connsiteX850" fmla="*/ 4348002 w 7369701"/>
              <a:gd name="connsiteY850" fmla="*/ 2205895 h 6858000"/>
              <a:gd name="connsiteX851" fmla="*/ 4262250 w 7369701"/>
              <a:gd name="connsiteY851" fmla="*/ 2219972 h 6858000"/>
              <a:gd name="connsiteX852" fmla="*/ 4550611 w 7369701"/>
              <a:gd name="connsiteY852" fmla="*/ 817540 h 6858000"/>
              <a:gd name="connsiteX853" fmla="*/ 4564418 w 7369701"/>
              <a:gd name="connsiteY853" fmla="*/ 808293 h 6858000"/>
              <a:gd name="connsiteX854" fmla="*/ 4266388 w 7369701"/>
              <a:gd name="connsiteY854" fmla="*/ 500083 h 6858000"/>
              <a:gd name="connsiteX855" fmla="*/ 4032842 w 7369701"/>
              <a:gd name="connsiteY855" fmla="*/ 211809 h 6858000"/>
              <a:gd name="connsiteX856" fmla="*/ 3882765 w 7369701"/>
              <a:gd name="connsiteY856" fmla="*/ 0 h 6858000"/>
              <a:gd name="connsiteX857" fmla="*/ 3721337 w 7369701"/>
              <a:gd name="connsiteY857" fmla="*/ 0 h 6858000"/>
              <a:gd name="connsiteX858" fmla="*/ 3797544 w 7369701"/>
              <a:gd name="connsiteY858" fmla="*/ 0 h 6858000"/>
              <a:gd name="connsiteX859" fmla="*/ 3775734 w 7369701"/>
              <a:gd name="connsiteY859" fmla="*/ 95131 h 6858000"/>
              <a:gd name="connsiteX860" fmla="*/ 3724807 w 7369701"/>
              <a:gd name="connsiteY860" fmla="*/ 272257 h 6858000"/>
              <a:gd name="connsiteX861" fmla="*/ 3726844 w 7369701"/>
              <a:gd name="connsiteY861" fmla="*/ 282988 h 6858000"/>
              <a:gd name="connsiteX862" fmla="*/ 3742664 w 7369701"/>
              <a:gd name="connsiteY862" fmla="*/ 279918 h 6858000"/>
              <a:gd name="connsiteX863" fmla="*/ 4103910 w 7369701"/>
              <a:gd name="connsiteY863" fmla="*/ 1161917 h 6858000"/>
              <a:gd name="connsiteX864" fmla="*/ 4020269 w 7369701"/>
              <a:gd name="connsiteY864" fmla="*/ 1200406 h 6858000"/>
              <a:gd name="connsiteX865" fmla="*/ 3674882 w 7369701"/>
              <a:gd name="connsiteY865" fmla="*/ 488524 h 6858000"/>
              <a:gd name="connsiteX866" fmla="*/ 3132682 w 7369701"/>
              <a:gd name="connsiteY866" fmla="*/ 1072284 h 6858000"/>
              <a:gd name="connsiteX867" fmla="*/ 2716346 w 7369701"/>
              <a:gd name="connsiteY867" fmla="*/ 1276376 h 6858000"/>
              <a:gd name="connsiteX868" fmla="*/ 2716772 w 7369701"/>
              <a:gd name="connsiteY868" fmla="*/ 1255462 h 6858000"/>
              <a:gd name="connsiteX869" fmla="*/ 3471096 w 7369701"/>
              <a:gd name="connsiteY869" fmla="*/ 437072 h 6858000"/>
              <a:gd name="connsiteX870" fmla="*/ 3639057 w 7369701"/>
              <a:gd name="connsiteY870" fmla="*/ 286334 h 6858000"/>
              <a:gd name="connsiteX871" fmla="*/ 3640309 w 7369701"/>
              <a:gd name="connsiteY871" fmla="*/ 284664 h 6858000"/>
              <a:gd name="connsiteX872" fmla="*/ 3646022 w 7369701"/>
              <a:gd name="connsiteY872" fmla="*/ 276711 h 6858000"/>
              <a:gd name="connsiteX873" fmla="*/ 3707943 w 7369701"/>
              <a:gd name="connsiteY873" fmla="*/ 65958 h 6858000"/>
              <a:gd name="connsiteX874" fmla="*/ 3721337 w 7369701"/>
              <a:gd name="connsiteY874" fmla="*/ 0 h 6858000"/>
              <a:gd name="connsiteX875" fmla="*/ 2867960 w 7369701"/>
              <a:gd name="connsiteY875" fmla="*/ 0 h 6858000"/>
              <a:gd name="connsiteX876" fmla="*/ 2926351 w 7369701"/>
              <a:gd name="connsiteY876" fmla="*/ 0 h 6858000"/>
              <a:gd name="connsiteX877" fmla="*/ 2902823 w 7369701"/>
              <a:gd name="connsiteY877" fmla="*/ 262929 h 6858000"/>
              <a:gd name="connsiteX878" fmla="*/ 2940663 w 7369701"/>
              <a:gd name="connsiteY878" fmla="*/ 140884 h 6858000"/>
              <a:gd name="connsiteX879" fmla="*/ 2947039 w 7369701"/>
              <a:gd name="connsiteY879" fmla="*/ 122524 h 6858000"/>
              <a:gd name="connsiteX880" fmla="*/ 2984316 w 7369701"/>
              <a:gd name="connsiteY880" fmla="*/ 0 h 6858000"/>
              <a:gd name="connsiteX881" fmla="*/ 3016114 w 7369701"/>
              <a:gd name="connsiteY881" fmla="*/ 0 h 6858000"/>
              <a:gd name="connsiteX882" fmla="*/ 2979949 w 7369701"/>
              <a:gd name="connsiteY882" fmla="*/ 119274 h 6858000"/>
              <a:gd name="connsiteX883" fmla="*/ 3023879 w 7369701"/>
              <a:gd name="connsiteY883" fmla="*/ 0 h 6858000"/>
              <a:gd name="connsiteX884" fmla="*/ 3105400 w 7369701"/>
              <a:gd name="connsiteY884" fmla="*/ 0 h 6858000"/>
              <a:gd name="connsiteX885" fmla="*/ 3094669 w 7369701"/>
              <a:gd name="connsiteY885" fmla="*/ 30308 h 6858000"/>
              <a:gd name="connsiteX886" fmla="*/ 2901945 w 7369701"/>
              <a:gd name="connsiteY886" fmla="*/ 466538 h 6858000"/>
              <a:gd name="connsiteX887" fmla="*/ 2815209 w 7369701"/>
              <a:gd name="connsiteY887" fmla="*/ 497361 h 6858000"/>
              <a:gd name="connsiteX888" fmla="*/ 2844845 w 7369701"/>
              <a:gd name="connsiteY888" fmla="*/ 127638 h 6858000"/>
              <a:gd name="connsiteX889" fmla="*/ 2867960 w 7369701"/>
              <a:gd name="connsiteY889" fmla="*/ 0 h 6858000"/>
              <a:gd name="connsiteX890" fmla="*/ 1057230 w 7369701"/>
              <a:gd name="connsiteY890" fmla="*/ 0 h 6858000"/>
              <a:gd name="connsiteX891" fmla="*/ 1111003 w 7369701"/>
              <a:gd name="connsiteY891" fmla="*/ 0 h 6858000"/>
              <a:gd name="connsiteX892" fmla="*/ 1125553 w 7369701"/>
              <a:gd name="connsiteY892" fmla="*/ 52588 h 6858000"/>
              <a:gd name="connsiteX893" fmla="*/ 1304276 w 7369701"/>
              <a:gd name="connsiteY893" fmla="*/ 476275 h 6858000"/>
              <a:gd name="connsiteX894" fmla="*/ 1492066 w 7369701"/>
              <a:gd name="connsiteY894" fmla="*/ 886333 h 6858000"/>
              <a:gd name="connsiteX895" fmla="*/ 1423698 w 7369701"/>
              <a:gd name="connsiteY895" fmla="*/ 710817 h 6858000"/>
              <a:gd name="connsiteX896" fmla="*/ 1357609 w 7369701"/>
              <a:gd name="connsiteY896" fmla="*/ 532892 h 6858000"/>
              <a:gd name="connsiteX897" fmla="*/ 1309550 w 7369701"/>
              <a:gd name="connsiteY897" fmla="*/ 374031 h 6858000"/>
              <a:gd name="connsiteX898" fmla="*/ 1193673 w 7369701"/>
              <a:gd name="connsiteY898" fmla="*/ 49533 h 6858000"/>
              <a:gd name="connsiteX899" fmla="*/ 1164391 w 7369701"/>
              <a:gd name="connsiteY899" fmla="*/ 0 h 6858000"/>
              <a:gd name="connsiteX900" fmla="*/ 1200666 w 7369701"/>
              <a:gd name="connsiteY900" fmla="*/ 0 h 6858000"/>
              <a:gd name="connsiteX901" fmla="*/ 1223408 w 7369701"/>
              <a:gd name="connsiteY901" fmla="*/ 38996 h 6858000"/>
              <a:gd name="connsiteX902" fmla="*/ 1339635 w 7369701"/>
              <a:gd name="connsiteY902" fmla="*/ 365517 h 6858000"/>
              <a:gd name="connsiteX903" fmla="*/ 1387469 w 7369701"/>
              <a:gd name="connsiteY903" fmla="*/ 523079 h 6858000"/>
              <a:gd name="connsiteX904" fmla="*/ 1452685 w 7369701"/>
              <a:gd name="connsiteY904" fmla="*/ 699806 h 6858000"/>
              <a:gd name="connsiteX905" fmla="*/ 1492092 w 7369701"/>
              <a:gd name="connsiteY905" fmla="*/ 800424 h 6858000"/>
              <a:gd name="connsiteX906" fmla="*/ 1455302 w 7369701"/>
              <a:gd name="connsiteY906" fmla="*/ 632913 h 6858000"/>
              <a:gd name="connsiteX907" fmla="*/ 1222336 w 7369701"/>
              <a:gd name="connsiteY907" fmla="*/ 9480 h 6858000"/>
              <a:gd name="connsiteX908" fmla="*/ 1214634 w 7369701"/>
              <a:gd name="connsiteY908" fmla="*/ 0 h 6858000"/>
              <a:gd name="connsiteX909" fmla="*/ 1289827 w 7369701"/>
              <a:gd name="connsiteY909" fmla="*/ 0 h 6858000"/>
              <a:gd name="connsiteX910" fmla="*/ 1321076 w 7369701"/>
              <a:gd name="connsiteY910" fmla="*/ 59722 h 6858000"/>
              <a:gd name="connsiteX911" fmla="*/ 1512579 w 7369701"/>
              <a:gd name="connsiteY911" fmla="*/ 626441 h 6858000"/>
              <a:gd name="connsiteX912" fmla="*/ 1506076 w 7369701"/>
              <a:gd name="connsiteY912" fmla="*/ 1089289 h 6858000"/>
              <a:gd name="connsiteX913" fmla="*/ 1486346 w 7369701"/>
              <a:gd name="connsiteY913" fmla="*/ 1079919 h 6858000"/>
              <a:gd name="connsiteX914" fmla="*/ 1070511 w 7369701"/>
              <a:gd name="connsiteY914" fmla="*/ 48609 h 6858000"/>
              <a:gd name="connsiteX915" fmla="*/ 1057230 w 7369701"/>
              <a:gd name="connsiteY915" fmla="*/ 0 h 6858000"/>
              <a:gd name="connsiteX916" fmla="*/ 43151 w 7369701"/>
              <a:gd name="connsiteY916" fmla="*/ 0 h 6858000"/>
              <a:gd name="connsiteX917" fmla="*/ 95283 w 7369701"/>
              <a:gd name="connsiteY917" fmla="*/ 0 h 6858000"/>
              <a:gd name="connsiteX918" fmla="*/ 300708 w 7369701"/>
              <a:gd name="connsiteY918" fmla="*/ 154571 h 6858000"/>
              <a:gd name="connsiteX919" fmla="*/ 530414 w 7369701"/>
              <a:gd name="connsiteY919" fmla="*/ 354673 h 6858000"/>
              <a:gd name="connsiteX920" fmla="*/ 333785 w 7369701"/>
              <a:gd name="connsiteY920" fmla="*/ 161564 h 6858000"/>
              <a:gd name="connsiteX921" fmla="*/ 147005 w 7369701"/>
              <a:gd name="connsiteY921" fmla="*/ 0 h 6858000"/>
              <a:gd name="connsiteX922" fmla="*/ 272509 w 7369701"/>
              <a:gd name="connsiteY922" fmla="*/ 0 h 6858000"/>
              <a:gd name="connsiteX923" fmla="*/ 326276 w 7369701"/>
              <a:gd name="connsiteY923" fmla="*/ 45847 h 6858000"/>
              <a:gd name="connsiteX924" fmla="*/ 823759 w 7369701"/>
              <a:gd name="connsiteY924" fmla="*/ 574145 h 6858000"/>
              <a:gd name="connsiteX925" fmla="*/ 811254 w 7369701"/>
              <a:gd name="connsiteY925" fmla="*/ 665546 h 6858000"/>
              <a:gd name="connsiteX926" fmla="*/ 154042 w 7369701"/>
              <a:gd name="connsiteY926" fmla="*/ 261522 h 6858000"/>
              <a:gd name="connsiteX927" fmla="*/ 13550 w 7369701"/>
              <a:gd name="connsiteY927" fmla="*/ 158423 h 6858000"/>
              <a:gd name="connsiteX928" fmla="*/ 0 w 7369701"/>
              <a:gd name="connsiteY928" fmla="*/ 146618 h 6858000"/>
              <a:gd name="connsiteX929" fmla="*/ 0 w 7369701"/>
              <a:gd name="connsiteY929" fmla="*/ 59161 h 6858000"/>
              <a:gd name="connsiteX930" fmla="*/ 45427 w 7369701"/>
              <a:gd name="connsiteY930" fmla="*/ 101078 h 6858000"/>
              <a:gd name="connsiteX931" fmla="*/ 630103 w 7369701"/>
              <a:gd name="connsiteY931" fmla="*/ 485885 h 6858000"/>
              <a:gd name="connsiteX932" fmla="*/ 532040 w 7369701"/>
              <a:gd name="connsiteY932" fmla="*/ 399359 h 6858000"/>
              <a:gd name="connsiteX933" fmla="*/ 517618 w 7369701"/>
              <a:gd name="connsiteY933" fmla="*/ 385726 h 6858000"/>
              <a:gd name="connsiteX934" fmla="*/ 285074 w 7369701"/>
              <a:gd name="connsiteY934" fmla="*/ 182755 h 6858000"/>
              <a:gd name="connsiteX935" fmla="*/ 43151 w 7369701"/>
              <a:gd name="connsiteY93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</a:cxnLst>
            <a:rect l="l" t="t" r="r" b="b"/>
            <a:pathLst>
              <a:path w="7369701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lnTo>
                  <a:pt x="369702" y="6712169"/>
                </a:ln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lnTo>
                  <a:pt x="103333" y="5699602"/>
                </a:ln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2" y="6488842"/>
                  <a:pt x="5947416" y="6574846"/>
                </a:cubicBezTo>
                <a:cubicBezTo>
                  <a:pt x="5894674" y="6327329"/>
                  <a:pt x="5793018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cubicBezTo>
                  <a:pt x="2664345" y="6401062"/>
                  <a:pt x="2664881" y="6266909"/>
                  <a:pt x="2665418" y="6132756"/>
                </a:cubicBez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lnTo>
                  <a:pt x="1824397" y="5447757"/>
                </a:ln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lnTo>
                  <a:pt x="4376219" y="5729027"/>
                </a:ln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lnTo>
                  <a:pt x="2879408" y="5031590"/>
                </a:ln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lnTo>
                  <a:pt x="1927410" y="4716164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lnTo>
                  <a:pt x="1310106" y="3943217"/>
                </a:ln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lnTo>
                  <a:pt x="3316479" y="3872136"/>
                </a:ln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99925" y="4149276"/>
                  <a:pt x="5291490" y="4229096"/>
                  <a:pt x="5388878" y="4300185"/>
                </a:cubicBezTo>
                <a:cubicBezTo>
                  <a:pt x="5401114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lnTo>
                  <a:pt x="5425834" y="3162785"/>
                </a:ln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lnTo>
                  <a:pt x="993319" y="3247648"/>
                </a:ln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lnTo>
                  <a:pt x="600288" y="3365555"/>
                </a:ln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lnTo>
                  <a:pt x="1053282" y="3185247"/>
                </a:ln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cubicBezTo>
                  <a:pt x="6038795" y="4764265"/>
                  <a:pt x="6038750" y="4764056"/>
                  <a:pt x="6038706" y="4763847"/>
                </a:cubicBezTo>
                <a:lnTo>
                  <a:pt x="6037784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1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7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3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8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4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7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lnTo>
                  <a:pt x="2714982" y="5427051"/>
                </a:ln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cubicBezTo>
                  <a:pt x="1794765" y="6848159"/>
                  <a:pt x="1794840" y="6853080"/>
                  <a:pt x="1794914" y="6858000"/>
                </a:cubicBez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cubicBezTo>
                  <a:pt x="1203470" y="6853117"/>
                  <a:pt x="1203571" y="6855559"/>
                  <a:pt x="1203671" y="6858000"/>
                </a:cubicBezTo>
                <a:lnTo>
                  <a:pt x="1143180" y="6858000"/>
                </a:lnTo>
                <a:cubicBezTo>
                  <a:pt x="1142845" y="6827348"/>
                  <a:pt x="1142511" y="6796697"/>
                  <a:pt x="1142176" y="6766045"/>
                </a:cubicBez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cubicBezTo>
                  <a:pt x="5763687" y="2828007"/>
                  <a:pt x="5764331" y="2813808"/>
                  <a:pt x="5764974" y="2799609"/>
                </a:cubicBez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lnTo>
                  <a:pt x="2399523" y="1428234"/>
                </a:ln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lnTo>
                  <a:pt x="278707" y="1352270"/>
                </a:ln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lnTo>
                  <a:pt x="655236" y="1268632"/>
                </a:ln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lnTo>
                  <a:pt x="6605473" y="1184686"/>
                </a:ln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lnTo>
                  <a:pt x="4000324" y="1039362"/>
                </a:lnTo>
                <a:lnTo>
                  <a:pt x="4002862" y="1042866"/>
                </a:ln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lnTo>
                  <a:pt x="5460148" y="911442"/>
                </a:ln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lnTo>
                  <a:pt x="5208466" y="257550"/>
                </a:ln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lnTo>
                  <a:pt x="5261015" y="227087"/>
                </a:ln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lnTo>
                  <a:pt x="6537433" y="1907790"/>
                </a:ln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lnTo>
                  <a:pt x="3882765" y="0"/>
                </a:ln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lnTo>
                  <a:pt x="3721337" y="0"/>
                </a:ln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lnTo>
                  <a:pt x="2867960" y="0"/>
                </a:ln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lnTo>
                  <a:pt x="1057230" y="0"/>
                </a:ln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lnTo>
                  <a:pt x="43151" y="0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6236" y="793397"/>
            <a:ext cx="9033827" cy="3905955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366236" y="1342672"/>
            <a:ext cx="3601323" cy="280740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988154" algn="r" rtl="0">
              <a:lnSpc>
                <a:spcPct val="90000"/>
              </a:lnSpc>
              <a:spcBef>
                <a:spcPct val="0"/>
              </a:spcBef>
            </a:pPr>
            <a:r>
              <a:rPr lang="en-US" sz="2900" kern="1200" spc="-34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Phase</a:t>
            </a:r>
            <a:r>
              <a:rPr lang="en-US" sz="2900" kern="1200" spc="-18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124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4:</a:t>
            </a:r>
            <a:r>
              <a:rPr lang="en-US" sz="2900" kern="1200" spc="-176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3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Code</a:t>
            </a:r>
            <a:r>
              <a:rPr lang="en-US" sz="2900" kern="1200" spc="-176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900" kern="1200" spc="-14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Generation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50680" y="1342672"/>
            <a:ext cx="4516911" cy="280740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 marL="192239" indent="-228600" algn="l" rtl="0"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2400" b="1" kern="1200" spc="-91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Project</a:t>
            </a:r>
            <a:r>
              <a:rPr lang="en-US" sz="2400" b="1" kern="1200" spc="-6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b="1" kern="1200" spc="-5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Tungsten</a:t>
            </a:r>
            <a:endParaRPr lang="en-US" sz="2400" b="1" kern="1200" dirty="0">
              <a:solidFill>
                <a:schemeClr val="tx1">
                  <a:alpha val="5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lvl="1" indent="-228600" algn="l" rtl="0">
              <a:spcBef>
                <a:spcPts val="180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2400" kern="1200" spc="-10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Generate</a:t>
            </a:r>
            <a:r>
              <a:rPr lang="en-US" sz="2400" kern="1200" spc="-8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3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efficient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21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Java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80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bytecode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4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run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on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12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each</a:t>
            </a:r>
            <a:r>
              <a:rPr lang="en-US" sz="2400" kern="1200" spc="-8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machine</a:t>
            </a:r>
            <a:endParaRPr lang="en-US" sz="2400" kern="1200" dirty="0">
              <a:solidFill>
                <a:schemeClr val="tx1">
                  <a:alpha val="5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412" marR="4069" lvl="1" indent="-228600" algn="l" rtl="0">
              <a:spcBef>
                <a:spcPts val="432"/>
              </a:spcBef>
              <a:buFont typeface="Arial" panose="020B0604020202020204" pitchFamily="34" charset="0"/>
              <a:buChar char="•"/>
              <a:tabLst>
                <a:tab pos="559429" algn="l"/>
              </a:tabLst>
            </a:pPr>
            <a:r>
              <a:rPr lang="en-US" sz="2400" kern="1200" spc="-1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Use</a:t>
            </a:r>
            <a:r>
              <a:rPr lang="en-US" sz="2400" kern="1200" spc="-7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6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state-</a:t>
            </a:r>
            <a:r>
              <a:rPr lang="en-US" sz="2400" kern="1200" spc="-1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of-</a:t>
            </a:r>
            <a:r>
              <a:rPr lang="en-US" sz="2400" kern="1200" spc="-5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the-</a:t>
            </a:r>
            <a:r>
              <a:rPr lang="en-US" sz="2400" kern="1200" spc="-2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art</a:t>
            </a:r>
            <a:r>
              <a:rPr lang="en-US" sz="2400" kern="1200" spc="-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5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compiler</a:t>
            </a:r>
            <a:r>
              <a:rPr lang="en-US" sz="2400" kern="1200" spc="-7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technology</a:t>
            </a:r>
            <a:r>
              <a:rPr lang="en-US" sz="2400" kern="1200" spc="-7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</a:t>
            </a:r>
            <a:r>
              <a:rPr lang="en-US" sz="2400" kern="1200" spc="-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11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code</a:t>
            </a:r>
            <a:r>
              <a:rPr lang="en-US" sz="2400" kern="1200" spc="-7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generation</a:t>
            </a:r>
            <a:r>
              <a:rPr lang="en-US" sz="2400" kern="1200" spc="-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</a:t>
            </a:r>
            <a:r>
              <a:rPr lang="en-US" sz="2400" kern="1200" spc="-76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124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speed</a:t>
            </a:r>
            <a:r>
              <a:rPr lang="en-US" sz="2400" kern="1200" spc="-72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400" kern="1200" spc="-20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up </a:t>
            </a:r>
            <a:r>
              <a:rPr lang="en-US" sz="2400" kern="1200" spc="-8" dirty="0">
                <a:solidFill>
                  <a:schemeClr val="tx1">
                    <a:alpha val="5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execution</a:t>
            </a:r>
            <a:endParaRPr lang="en-US" sz="2400" kern="1200" dirty="0">
              <a:solidFill>
                <a:schemeClr val="tx1">
                  <a:alpha val="55000"/>
                </a:schemeClr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17E911-875F-4DE5-8699-99D9F1805A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766300" cy="54927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435689" y="470027"/>
            <a:ext cx="3373980" cy="2713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450446" algn="ctr" rtl="0">
              <a:lnSpc>
                <a:spcPct val="90000"/>
              </a:lnSpc>
              <a:spcBef>
                <a:spcPct val="0"/>
              </a:spcBef>
            </a:pPr>
            <a:r>
              <a:rPr lang="en-US" sz="2800" kern="1200" spc="-19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en-US" sz="2800" kern="1200" spc="-17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28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670154" y="520185"/>
            <a:ext cx="2423393" cy="4441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193257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sz="2000" b="1" kern="1200" spc="-100" dirty="0" err="1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SparkSession</a:t>
            </a:r>
            <a:endParaRPr lang="en-US" sz="2000" b="1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Provides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unified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entry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point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for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programming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Spark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with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structured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API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163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Access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Spark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functionality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80" dirty="0" err="1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sql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()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method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returns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32" dirty="0" err="1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DataFrame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B6AE34BB-E22F-144B-B4C2-3EA1EFAA1C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43" r="50016"/>
          <a:stretch>
            <a:fillRect/>
          </a:stretch>
        </p:blipFill>
        <p:spPr>
          <a:xfrm>
            <a:off x="6496048" y="10"/>
            <a:ext cx="3270252" cy="54927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6D034C-018F-1B35-14A7-3291081D5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17E911-875F-4DE5-8699-99D9F1805A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766300" cy="549274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8" y="1129135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A0B9FA81-2D87-833D-58E2-4091F48C24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266304" y="507619"/>
            <a:ext cx="2564428" cy="271313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450446" algn="ctr" rtl="0">
              <a:lnSpc>
                <a:spcPct val="90000"/>
              </a:lnSpc>
              <a:spcBef>
                <a:spcPct val="0"/>
              </a:spcBef>
            </a:pPr>
            <a:r>
              <a:rPr lang="en-US" kern="1200" spc="-19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en-US" kern="1200" spc="-17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kern="1200" spc="-284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Example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FA60307-BD17-289A-D727-3C16E8AFA9BC}"/>
              </a:ext>
            </a:extLst>
          </p:cNvPr>
          <p:cNvSpPr txBox="1"/>
          <p:nvPr/>
        </p:nvSpPr>
        <p:spPr>
          <a:xfrm>
            <a:off x="2298127" y="561740"/>
            <a:ext cx="4343400" cy="4441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193257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sz="2000" b="1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Airline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On-</a:t>
            </a:r>
            <a:r>
              <a:rPr lang="en-US" sz="2000" b="1" kern="1200" spc="-1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Time</a:t>
            </a:r>
            <a:r>
              <a:rPr lang="en-US" sz="2000" b="1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0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Performance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0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</a:t>
            </a:r>
            <a:r>
              <a:rPr lang="en-US" sz="2000" b="1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203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Causes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of</a:t>
            </a:r>
            <a:r>
              <a:rPr lang="en-US" sz="2000" b="1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Flight</a:t>
            </a:r>
            <a:r>
              <a:rPr lang="en-US" sz="2000" b="1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b="1" kern="1200" spc="-16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Delays</a:t>
            </a:r>
            <a:r>
              <a:rPr lang="en-US" sz="2000" b="1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data </a:t>
            </a:r>
            <a:r>
              <a:rPr lang="en-US" sz="2000" b="1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set</a:t>
            </a:r>
            <a:endParaRPr lang="en-US" sz="2000" b="1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Date: </a:t>
            </a:r>
            <a:r>
              <a:rPr lang="en-US" sz="2000" kern="1200" spc="-1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6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like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02190925.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When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converted,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this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maps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02-</a:t>
            </a:r>
            <a:r>
              <a:rPr lang="en-US" sz="2000" kern="1200" spc="-10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19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09:25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am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10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Delay: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delay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6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minutes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6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between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scheduled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and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actual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departure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times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Distance: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1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gives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distance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</a:t>
            </a:r>
            <a:r>
              <a:rPr lang="en-US" sz="2000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miles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3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from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origin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airport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to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the</a:t>
            </a:r>
            <a:r>
              <a:rPr lang="en-US" sz="2000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destination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Origin:</a:t>
            </a:r>
            <a:r>
              <a:rPr lang="en-US" sz="2000" kern="1200" spc="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origin</a:t>
            </a:r>
            <a:r>
              <a:rPr lang="en-US" sz="2000" kern="1200" spc="-91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airport</a:t>
            </a:r>
            <a:r>
              <a:rPr lang="en-US" sz="2000" kern="1200" spc="-1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code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sz="2000" kern="1200" spc="-6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Destination:</a:t>
            </a:r>
            <a:r>
              <a:rPr lang="en-US" sz="2000" kern="1200" spc="-6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destination</a:t>
            </a:r>
            <a:r>
              <a:rPr lang="en-US" sz="2000" kern="1200" spc="-6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airport</a:t>
            </a:r>
            <a:r>
              <a:rPr lang="en-US" sz="2000" kern="1200" spc="-7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code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93257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sz="2000" kern="1200" spc="-13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Demo</a:t>
            </a:r>
            <a:r>
              <a:rPr lang="en-US" sz="2000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sz="2000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21</a:t>
            </a:r>
            <a:endParaRPr lang="en-US" sz="2000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 descr="Planes on an airport">
            <a:extLst>
              <a:ext uri="{FF2B5EF4-FFF2-40B4-BE49-F238E27FC236}">
                <a16:creationId xmlns:a16="http://schemas.microsoft.com/office/drawing/2014/main" id="{878C5FC0-6F31-1683-B1FC-88DDBA6204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464" r="19008" b="-1"/>
          <a:stretch>
            <a:fillRect/>
          </a:stretch>
        </p:blipFill>
        <p:spPr>
          <a:xfrm>
            <a:off x="6496048" y="10"/>
            <a:ext cx="3270252" cy="549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549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766299" cy="12622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511553" y="0"/>
            <a:ext cx="3254747" cy="126258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51842" y="-4251843"/>
            <a:ext cx="1262616" cy="97663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98706" y="279415"/>
            <a:ext cx="8045681" cy="702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401623" algn="l" rtl="0">
              <a:lnSpc>
                <a:spcPct val="90000"/>
              </a:lnSpc>
              <a:spcBef>
                <a:spcPct val="0"/>
              </a:spcBef>
            </a:pPr>
            <a:r>
              <a:rPr lang="en-US" sz="3200" kern="1200" spc="-56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SQL</a:t>
            </a:r>
            <a:r>
              <a:rPr lang="en-US" sz="3200" kern="1200" spc="-172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308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Tables</a:t>
            </a:r>
            <a:r>
              <a:rPr lang="en-US" sz="3200" kern="1200" spc="-176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203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and</a:t>
            </a:r>
            <a:r>
              <a:rPr lang="en-US" sz="3200" kern="1200" spc="-172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264">
                <a:solidFill>
                  <a:srgbClr val="FFFFFF"/>
                </a:solidFill>
                <a:latin typeface="+mj-lt"/>
                <a:ea typeface="+mj-ea"/>
                <a:cs typeface="+mj-cs"/>
              </a:rPr>
              <a:t>Views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80B7961C-8C49-E168-E961-64D4E88E5D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0005295"/>
              </p:ext>
            </p:extLst>
          </p:nvPr>
        </p:nvGraphicFramePr>
        <p:xfrm>
          <a:off x="515915" y="1692019"/>
          <a:ext cx="8753647" cy="33581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588DA8-065E-4F6F-8EFD-43104AB2E0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39" y="1129138"/>
            <a:ext cx="5492750" cy="3234475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0" y="1137257"/>
            <a:ext cx="5492749" cy="323447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615283" y="2873557"/>
            <a:ext cx="2003900" cy="3234479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401912" y="776672"/>
            <a:ext cx="3124348" cy="3347036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129146" y="1121017"/>
            <a:ext cx="5492752" cy="3234474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-1822450" y="470027"/>
            <a:ext cx="4760741" cy="271313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1940200" algn="ctr" rtl="0">
              <a:lnSpc>
                <a:spcPct val="90000"/>
              </a:lnSpc>
              <a:spcBef>
                <a:spcPct val="0"/>
              </a:spcBef>
            </a:pPr>
            <a:r>
              <a:rPr lang="en-US" sz="2800" kern="1200" spc="-203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Creating</a:t>
            </a:r>
            <a:r>
              <a:rPr lang="en-US" sz="2800" kern="1200" spc="-132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kern="1200" spc="-316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853217" y="520185"/>
            <a:ext cx="5251106" cy="444197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192239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b="1" kern="1200" spc="-10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Managed</a:t>
            </a:r>
            <a:r>
              <a:rPr lang="en-US" b="1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b="1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table</a:t>
            </a:r>
            <a:endParaRPr lang="en-US" b="1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marR="4069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834057" algn="l"/>
              </a:tabLst>
            </a:pPr>
            <a:r>
              <a:rPr lang="en-US" kern="1200" spc="-2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CREATE</a:t>
            </a:r>
            <a:r>
              <a:rPr lang="en-US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24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TABLE</a:t>
            </a:r>
            <a:r>
              <a:rPr lang="en-US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76" dirty="0" err="1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managed_us_delay_flights_tbl</a:t>
            </a:r>
            <a:r>
              <a:rPr lang="en-US" kern="1200" spc="-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 </a:t>
            </a:r>
            <a:r>
              <a:rPr lang="en-US" kern="1200" spc="-6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date</a:t>
            </a:r>
            <a:r>
              <a:rPr lang="en-US" kern="1200" spc="-6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STRING,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834057" marR="2379097" indent="-22860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delay</a:t>
            </a:r>
            <a:r>
              <a:rPr lang="en-US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INT, </a:t>
            </a:r>
            <a:r>
              <a:rPr lang="en-US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distance</a:t>
            </a:r>
            <a:r>
              <a:rPr lang="en-US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INT, </a:t>
            </a:r>
            <a:r>
              <a:rPr lang="en-US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origin</a:t>
            </a:r>
            <a:r>
              <a:rPr lang="en-US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STRING,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834057" indent="-22860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destination</a:t>
            </a:r>
            <a:r>
              <a:rPr lang="en-US" kern="1200" spc="-5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2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</a:t>
            </a:r>
            <a:r>
              <a:rPr lang="en-US" kern="1200" spc="-5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)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92239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b="1" kern="1200" spc="-1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Unmanaged</a:t>
            </a:r>
            <a:r>
              <a:rPr lang="en-US" b="1" kern="1200" spc="-6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b="1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table</a:t>
            </a:r>
            <a:endParaRPr lang="en-US" b="1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8920" marR="825412" lvl="1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834057" algn="l"/>
              </a:tabLst>
            </a:pPr>
            <a:r>
              <a:rPr lang="en-US" kern="1200" spc="-2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CREATE</a:t>
            </a:r>
            <a:r>
              <a:rPr lang="en-US" kern="1200" spc="-5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24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TABLE</a:t>
            </a:r>
            <a:r>
              <a:rPr lang="en-US" kern="1200" spc="3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64" dirty="0" err="1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us_delay_flights_tbl</a:t>
            </a:r>
            <a:r>
              <a:rPr lang="en-US" kern="1200" spc="-5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 </a:t>
            </a:r>
            <a:r>
              <a:rPr lang="en-US" kern="1200" spc="-6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date</a:t>
            </a:r>
            <a:r>
              <a:rPr lang="en-US" kern="1200" spc="-6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STRING,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834057" marR="2379097" indent="-22860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delay</a:t>
            </a:r>
            <a:r>
              <a:rPr lang="en-US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INT, </a:t>
            </a:r>
            <a:r>
              <a:rPr lang="en-US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distance</a:t>
            </a:r>
            <a:r>
              <a:rPr lang="en-US" kern="1200" spc="-52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INT, </a:t>
            </a:r>
            <a:r>
              <a:rPr lang="en-US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origin</a:t>
            </a:r>
            <a:r>
              <a:rPr lang="en-US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STRING,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834057" indent="-22860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 spc="-4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destination</a:t>
            </a:r>
            <a:r>
              <a:rPr lang="en-US" kern="1200" spc="-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22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STRING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559429" indent="-22860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kern="1200" spc="-1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USING</a:t>
            </a:r>
            <a:r>
              <a:rPr lang="en-US" kern="1200" spc="-8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4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csv</a:t>
            </a:r>
            <a:r>
              <a:rPr lang="en-US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19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OPTIONS</a:t>
            </a:r>
            <a:r>
              <a:rPr lang="en-US" kern="1200" spc="-84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21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(PATH</a:t>
            </a:r>
            <a:r>
              <a:rPr lang="en-US" kern="1200" spc="-8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‘/</a:t>
            </a:r>
            <a:r>
              <a:rPr lang="en-US" kern="1200" spc="-8" dirty="0" err="1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sample.csv</a:t>
            </a:r>
            <a:r>
              <a:rPr lang="en-US" kern="1200" spc="-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’)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indent="-228600" algn="l" rtl="0"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92239" indent="-228600" algn="l" rtl="0"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128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Demo</a:t>
            </a:r>
            <a:r>
              <a:rPr lang="en-US" kern="1200" spc="-76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kern="1200" spc="-2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22</a:t>
            </a:r>
            <a:endParaRPr lang="en-US" kern="1200" dirty="0">
              <a:solidFill>
                <a:schemeClr val="tx1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4F7172C-79CB-6924-B3CA-FF3F3A09151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" b="12804"/>
          <a:stretch>
            <a:fillRect/>
          </a:stretch>
        </p:blipFill>
        <p:spPr>
          <a:xfrm>
            <a:off x="20" y="10"/>
            <a:ext cx="9766280" cy="549274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1433" y="292438"/>
            <a:ext cx="8423433" cy="106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75292" algn="l" rtl="0">
              <a:lnSpc>
                <a:spcPct val="90000"/>
              </a:lnSpc>
              <a:spcBef>
                <a:spcPct val="0"/>
              </a:spcBef>
            </a:pPr>
            <a:r>
              <a:rPr lang="en-US" sz="4400" kern="1200" spc="-203">
                <a:latin typeface="+mj-lt"/>
                <a:cs typeface="+mj-cs"/>
              </a:rPr>
              <a:t>Creating</a:t>
            </a:r>
            <a:r>
              <a:rPr lang="en-US" sz="4400" kern="1200" spc="-132">
                <a:latin typeface="+mj-lt"/>
                <a:cs typeface="+mj-cs"/>
              </a:rPr>
              <a:t> </a:t>
            </a:r>
            <a:r>
              <a:rPr lang="en-US" sz="4400" kern="1200" spc="-264">
                <a:latin typeface="+mj-lt"/>
                <a:cs typeface="+mj-cs"/>
              </a:rPr>
              <a:t>Views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8FE9F960-57AF-0A41-AFFC-4C449434F4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79317036"/>
              </p:ext>
            </p:extLst>
          </p:nvPr>
        </p:nvGraphicFramePr>
        <p:xfrm>
          <a:off x="671433" y="1146176"/>
          <a:ext cx="8783717" cy="3801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31AD16-6AEF-1119-AD9E-1750643A5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ED6AC2D-68D4-3BF8-AF90-8BDEA03F82F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42" r="1" b="1"/>
          <a:stretch>
            <a:fillRect/>
          </a:stretch>
        </p:blipFill>
        <p:spPr>
          <a:xfrm>
            <a:off x="20" y="10"/>
            <a:ext cx="9766280" cy="549274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B96B4274-8D19-7B52-18CF-6941C927FC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71433" y="292438"/>
            <a:ext cx="8423433" cy="106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75292" algn="l" rtl="0">
              <a:lnSpc>
                <a:spcPct val="90000"/>
              </a:lnSpc>
              <a:spcBef>
                <a:spcPct val="0"/>
              </a:spcBef>
            </a:pPr>
            <a:r>
              <a:rPr lang="en-US" sz="4400" kern="1200" spc="-203">
                <a:latin typeface="+mj-lt"/>
                <a:cs typeface="+mj-cs"/>
              </a:rPr>
              <a:t>Creating</a:t>
            </a:r>
            <a:r>
              <a:rPr lang="en-US" sz="4400" kern="1200" spc="-132">
                <a:latin typeface="+mj-lt"/>
                <a:cs typeface="+mj-cs"/>
              </a:rPr>
              <a:t> </a:t>
            </a:r>
            <a:r>
              <a:rPr lang="en-US" sz="4400" kern="1200" spc="-264">
                <a:latin typeface="+mj-lt"/>
                <a:cs typeface="+mj-cs"/>
              </a:rPr>
              <a:t>Views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79FE7E4A-B573-5C11-9C3F-B0EB642C5E7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55994953"/>
              </p:ext>
            </p:extLst>
          </p:nvPr>
        </p:nvGraphicFramePr>
        <p:xfrm>
          <a:off x="671433" y="1146176"/>
          <a:ext cx="8631317" cy="38011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239011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8BBC4-6753-025C-DEBC-A2B1D667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DF130DA3-A42D-77BB-AE85-98BD6AB0D7B8}"/>
              </a:ext>
            </a:extLst>
          </p:cNvPr>
          <p:cNvGrpSpPr/>
          <p:nvPr/>
        </p:nvGrpSpPr>
        <p:grpSpPr>
          <a:xfrm>
            <a:off x="1795145" y="1375016"/>
            <a:ext cx="5110542" cy="3433226"/>
            <a:chOff x="1795145" y="1374383"/>
            <a:chExt cx="5110542" cy="3433226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5EC398E8-1324-D09C-19CF-E088A856DEF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95145" y="1604389"/>
              <a:ext cx="740496" cy="953669"/>
            </a:xfrm>
            <a:prstGeom prst="rect">
              <a:avLst/>
            </a:prstGeom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2A50F97E-306A-6BA2-A2F7-DFC01892D2D3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54069" y="1374383"/>
              <a:ext cx="897571" cy="1217330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3E450152-39BE-41A6-EBC8-BE63557986A6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58691" y="4308336"/>
              <a:ext cx="493664" cy="499273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8792E9F8-3BBB-F8ED-57E5-FB21CC00B282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15229" y="3607117"/>
              <a:ext cx="1890458" cy="1178013"/>
            </a:xfrm>
            <a:prstGeom prst="rect">
              <a:avLst/>
            </a:prstGeom>
          </p:spPr>
        </p:pic>
      </p:grpSp>
      <p:sp>
        <p:nvSpPr>
          <p:cNvPr id="8" name="object 8">
            <a:extLst>
              <a:ext uri="{FF2B5EF4-FFF2-40B4-BE49-F238E27FC236}">
                <a16:creationId xmlns:a16="http://schemas.microsoft.com/office/drawing/2014/main" id="{08363F42-E3A8-F5AF-60A9-C9B75D0EABBF}"/>
              </a:ext>
            </a:extLst>
          </p:cNvPr>
          <p:cNvSpPr txBox="1"/>
          <p:nvPr/>
        </p:nvSpPr>
        <p:spPr>
          <a:xfrm>
            <a:off x="161289" y="116992"/>
            <a:ext cx="303911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b="1" spc="-150" dirty="0">
                <a:latin typeface="Lucida Grande"/>
                <a:cs typeface="Lucida Grande"/>
              </a:rPr>
              <a:t>Spark</a:t>
            </a:r>
            <a:r>
              <a:rPr sz="2600" b="1" spc="-135" dirty="0">
                <a:latin typeface="Lucida Grande"/>
                <a:cs typeface="Lucida Grande"/>
              </a:rPr>
              <a:t> </a:t>
            </a:r>
            <a:r>
              <a:rPr sz="2600" b="1" spc="-155" dirty="0">
                <a:latin typeface="Lucida Grande"/>
                <a:cs typeface="Lucida Grande"/>
              </a:rPr>
              <a:t>SQL</a:t>
            </a:r>
            <a:r>
              <a:rPr sz="2600" b="1" spc="-35" dirty="0">
                <a:latin typeface="Lucida Grande"/>
                <a:cs typeface="Lucida Grande"/>
              </a:rPr>
              <a:t> </a:t>
            </a:r>
            <a:r>
              <a:rPr sz="2600" b="1" spc="-105" dirty="0">
                <a:latin typeface="Lucida Grande"/>
                <a:cs typeface="Lucida Grande"/>
              </a:rPr>
              <a:t>Features</a:t>
            </a:r>
            <a:endParaRPr sz="2600">
              <a:latin typeface="Lucida Grande"/>
              <a:cs typeface="Lucida Grande"/>
            </a:endParaRPr>
          </a:p>
        </p:txBody>
      </p:sp>
      <p:sp>
        <p:nvSpPr>
          <p:cNvPr id="9" name="object 9" descr="$PPTXTitle">
            <a:extLst>
              <a:ext uri="{FF2B5EF4-FFF2-40B4-BE49-F238E27FC236}">
                <a16:creationId xmlns:a16="http://schemas.microsoft.com/office/drawing/2014/main" id="{2E03972C-1556-074E-1AA6-C940128470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46658" y="391820"/>
            <a:ext cx="441325" cy="1000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400" b="0" spc="375" dirty="0">
                <a:solidFill>
                  <a:srgbClr val="006B9C"/>
                </a:solidFill>
                <a:latin typeface="Times New Roman"/>
                <a:cs typeface="Times New Roman"/>
              </a:rPr>
              <a:t>e</a:t>
            </a:r>
            <a:endParaRPr sz="6400">
              <a:latin typeface="Times New Roman"/>
              <a:cs typeface="Times New Roman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24FF4C2D-2DF7-9DE9-B85A-559E41DE536C}"/>
              </a:ext>
            </a:extLst>
          </p:cNvPr>
          <p:cNvSpPr/>
          <p:nvPr/>
        </p:nvSpPr>
        <p:spPr>
          <a:xfrm>
            <a:off x="1492250" y="1178001"/>
            <a:ext cx="796925" cy="0"/>
          </a:xfrm>
          <a:custGeom>
            <a:avLst/>
            <a:gdLst/>
            <a:ahLst/>
            <a:cxnLst/>
            <a:rect l="l" t="t" r="r" b="b"/>
            <a:pathLst>
              <a:path w="796925">
                <a:moveTo>
                  <a:pt x="0" y="0"/>
                </a:moveTo>
                <a:lnTo>
                  <a:pt x="796671" y="0"/>
                </a:lnTo>
              </a:path>
            </a:pathLst>
          </a:custGeom>
          <a:ln w="89814">
            <a:solidFill>
              <a:srgbClr val="008D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073A364E-0EAF-4451-6F9C-6DC342D51A25}"/>
              </a:ext>
            </a:extLst>
          </p:cNvPr>
          <p:cNvSpPr txBox="1"/>
          <p:nvPr/>
        </p:nvSpPr>
        <p:spPr>
          <a:xfrm>
            <a:off x="1454150" y="853973"/>
            <a:ext cx="6679565" cy="284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250" dirty="0">
                <a:solidFill>
                  <a:srgbClr val="1C1D1E"/>
                </a:solidFill>
                <a:latin typeface="Trebuchet MS"/>
                <a:cs typeface="Trebuchet MS"/>
              </a:rPr>
              <a:t>Spark</a:t>
            </a:r>
            <a:r>
              <a:rPr sz="1250" spc="35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D1E"/>
                </a:solidFill>
                <a:latin typeface="Trebuchet MS"/>
                <a:cs typeface="Trebuchet MS"/>
              </a:rPr>
              <a:t>SQL</a:t>
            </a:r>
            <a:r>
              <a:rPr sz="1250" spc="-5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D1E"/>
                </a:solidFill>
                <a:latin typeface="Trebuchet MS"/>
                <a:cs typeface="Trebuchet MS"/>
              </a:rPr>
              <a:t>integrates</a:t>
            </a:r>
            <a:r>
              <a:rPr sz="1250" spc="95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spc="-30" dirty="0">
                <a:solidFill>
                  <a:srgbClr val="1C1D1E"/>
                </a:solidFill>
                <a:latin typeface="Trebuchet MS"/>
                <a:cs typeface="Trebuchet MS"/>
              </a:rPr>
              <a:t>relational</a:t>
            </a:r>
            <a:r>
              <a:rPr sz="1250" spc="65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D1E"/>
                </a:solidFill>
                <a:latin typeface="Trebuchet MS"/>
                <a:cs typeface="Trebuchet MS"/>
              </a:rPr>
              <a:t>processing</a:t>
            </a:r>
            <a:r>
              <a:rPr sz="1250" spc="-60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D1E"/>
                </a:solidFill>
                <a:latin typeface="Trebuchet MS"/>
                <a:cs typeface="Trebuchet MS"/>
              </a:rPr>
              <a:t>with</a:t>
            </a:r>
            <a:r>
              <a:rPr sz="1250" spc="55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D1E"/>
                </a:solidFill>
                <a:latin typeface="Trebuchet MS"/>
                <a:cs typeface="Trebuchet MS"/>
              </a:rPr>
              <a:t>Spark's</a:t>
            </a:r>
            <a:r>
              <a:rPr sz="1250" spc="60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spc="-10" dirty="0">
                <a:solidFill>
                  <a:srgbClr val="1C1D1E"/>
                </a:solidFill>
                <a:latin typeface="Trebuchet MS"/>
                <a:cs typeface="Trebuchet MS"/>
              </a:rPr>
              <a:t>functional</a:t>
            </a:r>
            <a:r>
              <a:rPr sz="1250" spc="114" dirty="0">
                <a:solidFill>
                  <a:srgbClr val="1C1D1E"/>
                </a:solidFill>
                <a:latin typeface="Trebuchet MS"/>
                <a:cs typeface="Trebuchet MS"/>
              </a:rPr>
              <a:t> </a:t>
            </a:r>
            <a:r>
              <a:rPr sz="1250" spc="-10" dirty="0">
                <a:solidFill>
                  <a:srgbClr val="1C1D1E"/>
                </a:solidFill>
                <a:latin typeface="Trebuchet MS"/>
                <a:cs typeface="Trebuchet MS"/>
              </a:rPr>
              <a:t>programming</a:t>
            </a:r>
            <a:r>
              <a:rPr sz="2550" spc="-15" baseline="-35947" dirty="0">
                <a:solidFill>
                  <a:srgbClr val="0484CC"/>
                </a:solidFill>
                <a:latin typeface="Times New Roman"/>
                <a:cs typeface="Times New Roman"/>
              </a:rPr>
              <a:t>____,</a:t>
            </a:r>
            <a:endParaRPr sz="2550" baseline="-35947">
              <a:latin typeface="Times New Roman"/>
              <a:cs typeface="Times New Roman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DB13F72B-19C3-7FC2-2AB1-5FD3AFA4819B}"/>
              </a:ext>
            </a:extLst>
          </p:cNvPr>
          <p:cNvSpPr txBox="1"/>
          <p:nvPr/>
        </p:nvSpPr>
        <p:spPr>
          <a:xfrm>
            <a:off x="5771134" y="1753006"/>
            <a:ext cx="2191385" cy="627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900" b="1" i="1" spc="-620" dirty="0">
                <a:solidFill>
                  <a:srgbClr val="121110"/>
                </a:solidFill>
                <a:latin typeface="Arial"/>
                <a:cs typeface="Arial"/>
              </a:rPr>
              <a:t>Spa</a:t>
            </a:r>
            <a:r>
              <a:rPr sz="3900" b="1" i="1" spc="-620" dirty="0">
                <a:solidFill>
                  <a:srgbClr val="804717"/>
                </a:solidFill>
                <a:latin typeface="Arial"/>
                <a:cs typeface="Arial"/>
              </a:rPr>
              <a:t>fK1</a:t>
            </a:r>
            <a:r>
              <a:rPr sz="3900" b="1" i="1" spc="420" dirty="0">
                <a:solidFill>
                  <a:srgbClr val="804717"/>
                </a:solidFill>
                <a:latin typeface="Arial"/>
                <a:cs typeface="Arial"/>
              </a:rPr>
              <a:t> </a:t>
            </a:r>
            <a:r>
              <a:rPr sz="3950" spc="-625" dirty="0">
                <a:solidFill>
                  <a:srgbClr val="121110"/>
                </a:solidFill>
                <a:latin typeface="Times New Roman"/>
                <a:cs typeface="Times New Roman"/>
              </a:rPr>
              <a:t>SQL</a:t>
            </a:r>
            <a:endParaRPr sz="395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B306B900-4C88-E4FA-4BDB-27552B4D9E03}"/>
              </a:ext>
            </a:extLst>
          </p:cNvPr>
          <p:cNvSpPr txBox="1"/>
          <p:nvPr/>
        </p:nvSpPr>
        <p:spPr>
          <a:xfrm>
            <a:off x="2113533" y="3037357"/>
            <a:ext cx="5358130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Spark SQL</a:t>
            </a:r>
            <a:r>
              <a:rPr sz="1250" spc="-6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is</a:t>
            </a:r>
            <a:r>
              <a:rPr sz="1250" spc="-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used</a:t>
            </a:r>
            <a:r>
              <a:rPr sz="1250" spc="2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for</a:t>
            </a:r>
            <a:r>
              <a:rPr sz="1250" spc="-1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spc="-20" dirty="0">
                <a:solidFill>
                  <a:srgbClr val="1C1E1F"/>
                </a:solidFill>
                <a:latin typeface="Trebuchet MS"/>
                <a:cs typeface="Trebuchet MS"/>
              </a:rPr>
              <a:t>the</a:t>
            </a:r>
            <a:r>
              <a:rPr sz="1250" spc="-4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spc="-20" dirty="0">
                <a:solidFill>
                  <a:srgbClr val="1C1E1F"/>
                </a:solidFill>
                <a:latin typeface="Trebuchet MS"/>
                <a:cs typeface="Trebuchet MS"/>
              </a:rPr>
              <a:t>structured/semi</a:t>
            </a:r>
            <a:r>
              <a:rPr sz="1250" spc="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spc="-20" dirty="0">
                <a:solidFill>
                  <a:srgbClr val="1C1E1F"/>
                </a:solidFill>
                <a:latin typeface="Trebuchet MS"/>
                <a:cs typeface="Trebuchet MS"/>
              </a:rPr>
              <a:t>structured</a:t>
            </a:r>
            <a:r>
              <a:rPr sz="1250" spc="-30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data</a:t>
            </a:r>
            <a:r>
              <a:rPr sz="1250" spc="-40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analysis</a:t>
            </a:r>
            <a:r>
              <a:rPr sz="1250" spc="35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dirty="0">
                <a:solidFill>
                  <a:srgbClr val="1C1E1F"/>
                </a:solidFill>
                <a:latin typeface="Trebuchet MS"/>
                <a:cs typeface="Trebuchet MS"/>
              </a:rPr>
              <a:t>in</a:t>
            </a:r>
            <a:r>
              <a:rPr sz="1250" spc="20" dirty="0">
                <a:solidFill>
                  <a:srgbClr val="1C1E1F"/>
                </a:solidFill>
                <a:latin typeface="Trebuchet MS"/>
                <a:cs typeface="Trebuchet MS"/>
              </a:rPr>
              <a:t> </a:t>
            </a:r>
            <a:r>
              <a:rPr sz="1250" spc="-10" dirty="0">
                <a:solidFill>
                  <a:srgbClr val="1C1E1F"/>
                </a:solidFill>
                <a:latin typeface="Trebuchet MS"/>
                <a:cs typeface="Trebuchet MS"/>
              </a:rPr>
              <a:t>Spark</a:t>
            </a:r>
            <a:endParaRPr sz="1250">
              <a:latin typeface="Trebuchet MS"/>
              <a:cs typeface="Trebuchet MS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A57F3F7F-F79F-BB98-3903-3E2FE7A87DCD}"/>
              </a:ext>
            </a:extLst>
          </p:cNvPr>
          <p:cNvSpPr/>
          <p:nvPr/>
        </p:nvSpPr>
        <p:spPr>
          <a:xfrm>
            <a:off x="1492250" y="3306994"/>
            <a:ext cx="796925" cy="0"/>
          </a:xfrm>
          <a:custGeom>
            <a:avLst/>
            <a:gdLst/>
            <a:ahLst/>
            <a:cxnLst/>
            <a:rect l="l" t="t" r="r" b="b"/>
            <a:pathLst>
              <a:path w="796925">
                <a:moveTo>
                  <a:pt x="0" y="0"/>
                </a:moveTo>
                <a:lnTo>
                  <a:pt x="796607" y="0"/>
                </a:lnTo>
              </a:path>
            </a:pathLst>
          </a:custGeom>
          <a:ln w="72866">
            <a:solidFill>
              <a:srgbClr val="1F81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89A7BCB2-0A72-12D3-CA5D-34981ABBAD14}"/>
              </a:ext>
            </a:extLst>
          </p:cNvPr>
          <p:cNvSpPr txBox="1"/>
          <p:nvPr/>
        </p:nvSpPr>
        <p:spPr>
          <a:xfrm>
            <a:off x="980313" y="2517927"/>
            <a:ext cx="525145" cy="1000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400" spc="90" dirty="0">
                <a:solidFill>
                  <a:srgbClr val="006F9C"/>
                </a:solidFill>
                <a:latin typeface="Times New Roman"/>
                <a:cs typeface="Times New Roman"/>
              </a:rPr>
              <a:t>e </a:t>
            </a:r>
            <a:endParaRPr sz="6400">
              <a:latin typeface="Times New Roman"/>
              <a:cs typeface="Times New Roman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BEABA9DC-B0E4-9938-CB1D-9DB9FB73DF15}"/>
              </a:ext>
            </a:extLst>
          </p:cNvPr>
          <p:cNvSpPr txBox="1"/>
          <p:nvPr/>
        </p:nvSpPr>
        <p:spPr>
          <a:xfrm>
            <a:off x="7616697" y="3171977"/>
            <a:ext cx="491490" cy="215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105" dirty="0">
                <a:solidFill>
                  <a:srgbClr val="2082AE"/>
                </a:solidFill>
                <a:latin typeface="Trebuchet MS"/>
                <a:cs typeface="Trebuchet MS"/>
              </a:rPr>
              <a:t>____,</a:t>
            </a:r>
            <a:endParaRPr sz="1250">
              <a:latin typeface="Trebuchet MS"/>
              <a:cs typeface="Trebuchet MS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542AC4FD-FDAA-7696-3002-17F29CC5DCFB}"/>
              </a:ext>
            </a:extLst>
          </p:cNvPr>
          <p:cNvSpPr txBox="1"/>
          <p:nvPr/>
        </p:nvSpPr>
        <p:spPr>
          <a:xfrm>
            <a:off x="3001264" y="3494176"/>
            <a:ext cx="110998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b="1" spc="-25" dirty="0">
                <a:solidFill>
                  <a:srgbClr val="2C6EA4"/>
                </a:solidFill>
                <a:latin typeface="Arial"/>
                <a:cs typeface="Arial"/>
              </a:rPr>
              <a:t>111111</a:t>
            </a:r>
            <a:endParaRPr sz="2600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F2716274-865C-35AC-9524-06B39CF0FDC1}"/>
              </a:ext>
            </a:extLst>
          </p:cNvPr>
          <p:cNvSpPr txBox="1"/>
          <p:nvPr/>
        </p:nvSpPr>
        <p:spPr>
          <a:xfrm>
            <a:off x="3001264" y="3724173"/>
            <a:ext cx="110998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b="1" spc="-25" dirty="0">
                <a:solidFill>
                  <a:srgbClr val="2C6EA4"/>
                </a:solidFill>
                <a:latin typeface="Arial"/>
                <a:cs typeface="Arial"/>
              </a:rPr>
              <a:t>111111</a:t>
            </a:r>
            <a:endParaRPr sz="2600">
              <a:latin typeface="Arial"/>
              <a:cs typeface="Arial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D0BE0EF0-A8BC-72FE-99EF-7F670FDA8A22}"/>
              </a:ext>
            </a:extLst>
          </p:cNvPr>
          <p:cNvSpPr txBox="1"/>
          <p:nvPr/>
        </p:nvSpPr>
        <p:spPr>
          <a:xfrm>
            <a:off x="3001264" y="3952773"/>
            <a:ext cx="110998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b="1" spc="-25" dirty="0">
                <a:solidFill>
                  <a:srgbClr val="225883"/>
                </a:solidFill>
                <a:latin typeface="Arial"/>
                <a:cs typeface="Arial"/>
              </a:rPr>
              <a:t>111111</a:t>
            </a:r>
            <a:endParaRPr sz="26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41DA9281-100B-1B45-C029-3A872927CBEF}"/>
              </a:ext>
            </a:extLst>
          </p:cNvPr>
          <p:cNvSpPr txBox="1"/>
          <p:nvPr/>
        </p:nvSpPr>
        <p:spPr>
          <a:xfrm>
            <a:off x="2999613" y="4178579"/>
            <a:ext cx="74866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600" b="1" spc="-20" dirty="0">
                <a:solidFill>
                  <a:srgbClr val="225883"/>
                </a:solidFill>
                <a:latin typeface="Arial"/>
                <a:cs typeface="Arial"/>
              </a:rPr>
              <a:t>1111</a:t>
            </a:r>
            <a:endParaRPr sz="26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F6801F01-E7C7-8BC8-49BE-0F8575DCB6F1}"/>
              </a:ext>
            </a:extLst>
          </p:cNvPr>
          <p:cNvSpPr txBox="1"/>
          <p:nvPr/>
        </p:nvSpPr>
        <p:spPr>
          <a:xfrm>
            <a:off x="4625340" y="3137433"/>
            <a:ext cx="20764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725" dirty="0">
                <a:solidFill>
                  <a:srgbClr val="DF702D"/>
                </a:solidFill>
                <a:latin typeface="Times New Roman"/>
                <a:cs typeface="Times New Roman"/>
              </a:rPr>
              <a:t>•</a:t>
            </a:r>
            <a:endParaRPr sz="6000">
              <a:latin typeface="Times New Roman"/>
              <a:cs typeface="Times New Roman"/>
            </a:endParaRPr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625A1FE3-07A0-E7F1-AA66-535A86CABE54}"/>
              </a:ext>
            </a:extLst>
          </p:cNvPr>
          <p:cNvSpPr txBox="1"/>
          <p:nvPr/>
        </p:nvSpPr>
        <p:spPr>
          <a:xfrm>
            <a:off x="4445761" y="3113557"/>
            <a:ext cx="74676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675" dirty="0">
                <a:solidFill>
                  <a:srgbClr val="2D6EA6"/>
                </a:solidFill>
                <a:latin typeface="Times New Roman"/>
                <a:cs typeface="Times New Roman"/>
              </a:rPr>
              <a:t>•</a:t>
            </a:r>
            <a:r>
              <a:rPr sz="6000" spc="-110" dirty="0">
                <a:solidFill>
                  <a:srgbClr val="2D6EA6"/>
                </a:solidFill>
                <a:latin typeface="Times New Roman"/>
                <a:cs typeface="Times New Roman"/>
              </a:rPr>
              <a:t> </a:t>
            </a:r>
            <a:r>
              <a:rPr sz="6000" spc="-710" dirty="0">
                <a:solidFill>
                  <a:srgbClr val="B62A46"/>
                </a:solidFill>
                <a:latin typeface="Times New Roman"/>
                <a:cs typeface="Times New Roman"/>
              </a:rPr>
              <a:t>•</a:t>
            </a:r>
            <a:r>
              <a:rPr sz="6000" spc="-710" dirty="0">
                <a:solidFill>
                  <a:srgbClr val="0797A1"/>
                </a:solidFill>
                <a:latin typeface="Times New Roman"/>
                <a:cs typeface="Times New Roman"/>
              </a:rPr>
              <a:t>•</a:t>
            </a:r>
            <a:endParaRPr sz="6000">
              <a:latin typeface="Times New Roman"/>
              <a:cs typeface="Times New Roman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15C446B5-BD0A-2D9C-51E0-52069DCDFF52}"/>
              </a:ext>
            </a:extLst>
          </p:cNvPr>
          <p:cNvSpPr txBox="1"/>
          <p:nvPr/>
        </p:nvSpPr>
        <p:spPr>
          <a:xfrm>
            <a:off x="4266184" y="3079775"/>
            <a:ext cx="111125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915669" algn="l"/>
              </a:tabLst>
            </a:pPr>
            <a:r>
              <a:rPr sz="6000" spc="-725" dirty="0">
                <a:solidFill>
                  <a:srgbClr val="B62A46"/>
                </a:solidFill>
                <a:latin typeface="Times New Roman"/>
                <a:cs typeface="Times New Roman"/>
              </a:rPr>
              <a:t>•</a:t>
            </a:r>
            <a:r>
              <a:rPr sz="6000" dirty="0">
                <a:solidFill>
                  <a:srgbClr val="B62A46"/>
                </a:solidFill>
                <a:latin typeface="Times New Roman"/>
                <a:cs typeface="Times New Roman"/>
              </a:rPr>
              <a:t>	</a:t>
            </a:r>
            <a:r>
              <a:rPr sz="6000" spc="-725" dirty="0">
                <a:solidFill>
                  <a:srgbClr val="2D6EA6"/>
                </a:solidFill>
                <a:latin typeface="Times New Roman"/>
                <a:cs typeface="Times New Roman"/>
              </a:rPr>
              <a:t>•</a:t>
            </a:r>
            <a:endParaRPr sz="6000">
              <a:latin typeface="Times New Roman"/>
              <a:cs typeface="Times New Roman"/>
            </a:endParaRPr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4553BE45-B513-7148-8E59-E602D5F86496}"/>
              </a:ext>
            </a:extLst>
          </p:cNvPr>
          <p:cNvSpPr txBox="1"/>
          <p:nvPr/>
        </p:nvSpPr>
        <p:spPr>
          <a:xfrm>
            <a:off x="4256404" y="3631082"/>
            <a:ext cx="937260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562610" algn="l"/>
              </a:tabLst>
            </a:pPr>
            <a:r>
              <a:rPr sz="3000" b="1" spc="515" dirty="0">
                <a:solidFill>
                  <a:srgbClr val="DF702D"/>
                </a:solidFill>
                <a:latin typeface="Times New Roman"/>
                <a:cs typeface="Times New Roman"/>
              </a:rPr>
              <a:t>-</a:t>
            </a:r>
            <a:r>
              <a:rPr sz="3250" spc="-600" dirty="0">
                <a:solidFill>
                  <a:srgbClr val="DF702D"/>
                </a:solidFill>
                <a:latin typeface="Times New Roman"/>
                <a:cs typeface="Times New Roman"/>
              </a:rPr>
              <a:t>■</a:t>
            </a:r>
            <a:r>
              <a:rPr sz="3250" dirty="0">
                <a:solidFill>
                  <a:srgbClr val="DF702D"/>
                </a:solidFill>
                <a:latin typeface="Times New Roman"/>
                <a:cs typeface="Times New Roman"/>
              </a:rPr>
              <a:t>	</a:t>
            </a:r>
            <a:r>
              <a:rPr sz="2450" b="1" spc="-220" dirty="0">
                <a:solidFill>
                  <a:srgbClr val="2D6EA6"/>
                </a:solidFill>
                <a:latin typeface="Arial"/>
                <a:cs typeface="Arial"/>
              </a:rPr>
              <a:t>1</a:t>
            </a:r>
            <a:r>
              <a:rPr sz="3250" spc="-220" dirty="0">
                <a:solidFill>
                  <a:srgbClr val="2D6EA6"/>
                </a:solidFill>
                <a:latin typeface="Times New Roman"/>
                <a:cs typeface="Times New Roman"/>
              </a:rPr>
              <a:t>■</a:t>
            </a:r>
            <a:endParaRPr sz="3250">
              <a:latin typeface="Times New Roman"/>
              <a:cs typeface="Times New Roman"/>
            </a:endParaRPr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8B5C537A-90F5-CB26-D397-C0A909982B19}"/>
              </a:ext>
            </a:extLst>
          </p:cNvPr>
          <p:cNvSpPr txBox="1"/>
          <p:nvPr/>
        </p:nvSpPr>
        <p:spPr>
          <a:xfrm>
            <a:off x="5167884" y="3593109"/>
            <a:ext cx="205740" cy="520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50" spc="-600" dirty="0">
                <a:solidFill>
                  <a:srgbClr val="0797A1"/>
                </a:solidFill>
                <a:latin typeface="Times New Roman"/>
                <a:cs typeface="Times New Roman"/>
              </a:rPr>
              <a:t>■</a:t>
            </a:r>
            <a:endParaRPr sz="3250">
              <a:latin typeface="Times New Roman"/>
              <a:cs typeface="Times New Roman"/>
            </a:endParaRPr>
          </a:p>
        </p:txBody>
      </p:sp>
      <p:sp>
        <p:nvSpPr>
          <p:cNvPr id="26" name="object 26">
            <a:extLst>
              <a:ext uri="{FF2B5EF4-FFF2-40B4-BE49-F238E27FC236}">
                <a16:creationId xmlns:a16="http://schemas.microsoft.com/office/drawing/2014/main" id="{F83CCD2F-BB28-3A49-6878-6B5404FE7689}"/>
              </a:ext>
            </a:extLst>
          </p:cNvPr>
          <p:cNvSpPr txBox="1"/>
          <p:nvPr/>
        </p:nvSpPr>
        <p:spPr>
          <a:xfrm>
            <a:off x="4603750" y="3309264"/>
            <a:ext cx="41846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250" spc="-440" dirty="0">
                <a:solidFill>
                  <a:srgbClr val="B62A46"/>
                </a:solidFill>
                <a:latin typeface="Times New Roman"/>
                <a:cs typeface="Times New Roman"/>
              </a:rPr>
              <a:t>■</a:t>
            </a:r>
            <a:r>
              <a:rPr sz="9000" spc="-3532" baseline="-14814" dirty="0">
                <a:solidFill>
                  <a:srgbClr val="DE6F2C"/>
                </a:solidFill>
                <a:latin typeface="Times New Roman"/>
                <a:cs typeface="Times New Roman"/>
              </a:rPr>
              <a:t>•</a:t>
            </a:r>
            <a:endParaRPr sz="9000" baseline="-14814">
              <a:latin typeface="Times New Roman"/>
              <a:cs typeface="Times New Roman"/>
            </a:endParaRPr>
          </a:p>
        </p:txBody>
      </p:sp>
      <p:sp>
        <p:nvSpPr>
          <p:cNvPr id="27" name="object 27">
            <a:extLst>
              <a:ext uri="{FF2B5EF4-FFF2-40B4-BE49-F238E27FC236}">
                <a16:creationId xmlns:a16="http://schemas.microsoft.com/office/drawing/2014/main" id="{27C40355-7EF4-88D0-A69B-7E207FB1F744}"/>
              </a:ext>
            </a:extLst>
          </p:cNvPr>
          <p:cNvSpPr txBox="1"/>
          <p:nvPr/>
        </p:nvSpPr>
        <p:spPr>
          <a:xfrm>
            <a:off x="4260596" y="3505225"/>
            <a:ext cx="1092835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690" dirty="0">
                <a:solidFill>
                  <a:srgbClr val="285F90"/>
                </a:solidFill>
                <a:latin typeface="Times New Roman"/>
                <a:cs typeface="Times New Roman"/>
              </a:rPr>
              <a:t>•</a:t>
            </a:r>
            <a:r>
              <a:rPr sz="9000" spc="-1035" baseline="-2314" dirty="0">
                <a:solidFill>
                  <a:srgbClr val="B82C47"/>
                </a:solidFill>
                <a:latin typeface="Times New Roman"/>
                <a:cs typeface="Times New Roman"/>
              </a:rPr>
              <a:t>•</a:t>
            </a:r>
            <a:r>
              <a:rPr sz="9000" spc="-1035" baseline="-4166" dirty="0">
                <a:solidFill>
                  <a:srgbClr val="0497A0"/>
                </a:solidFill>
                <a:latin typeface="Times New Roman"/>
                <a:cs typeface="Times New Roman"/>
              </a:rPr>
              <a:t>•</a:t>
            </a:r>
            <a:r>
              <a:rPr sz="9000" spc="-150" baseline="-4166" dirty="0">
                <a:solidFill>
                  <a:srgbClr val="0497A0"/>
                </a:solidFill>
                <a:latin typeface="Times New Roman"/>
                <a:cs typeface="Times New Roman"/>
              </a:rPr>
              <a:t> </a:t>
            </a:r>
            <a:r>
              <a:rPr sz="9000" spc="-652" baseline="-3240" dirty="0">
                <a:solidFill>
                  <a:srgbClr val="0497A0"/>
                </a:solidFill>
                <a:latin typeface="Times New Roman"/>
                <a:cs typeface="Times New Roman"/>
              </a:rPr>
              <a:t>•</a:t>
            </a:r>
            <a:r>
              <a:rPr sz="6000" spc="-2405" dirty="0">
                <a:solidFill>
                  <a:srgbClr val="DE6F2C"/>
                </a:solidFill>
                <a:latin typeface="Times New Roman"/>
                <a:cs typeface="Times New Roman"/>
              </a:rPr>
              <a:t>•</a:t>
            </a:r>
            <a:endParaRPr sz="6000">
              <a:latin typeface="Times New Roman"/>
              <a:cs typeface="Times New Roman"/>
            </a:endParaRPr>
          </a:p>
        </p:txBody>
      </p:sp>
      <p:sp>
        <p:nvSpPr>
          <p:cNvPr id="28" name="object 28">
            <a:extLst>
              <a:ext uri="{FF2B5EF4-FFF2-40B4-BE49-F238E27FC236}">
                <a16:creationId xmlns:a16="http://schemas.microsoft.com/office/drawing/2014/main" id="{CAC68E66-FDD2-5D8C-CA0A-BEEDED09694A}"/>
              </a:ext>
            </a:extLst>
          </p:cNvPr>
          <p:cNvSpPr txBox="1"/>
          <p:nvPr/>
        </p:nvSpPr>
        <p:spPr>
          <a:xfrm>
            <a:off x="4260596" y="3715918"/>
            <a:ext cx="74676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spc="-710" dirty="0">
                <a:solidFill>
                  <a:srgbClr val="0497A0"/>
                </a:solidFill>
                <a:latin typeface="Times New Roman"/>
                <a:cs typeface="Times New Roman"/>
              </a:rPr>
              <a:t>•</a:t>
            </a:r>
            <a:r>
              <a:rPr sz="9000" spc="-1064" baseline="-2777" dirty="0">
                <a:solidFill>
                  <a:srgbClr val="21527B"/>
                </a:solidFill>
                <a:latin typeface="Times New Roman"/>
                <a:cs typeface="Times New Roman"/>
              </a:rPr>
              <a:t>•</a:t>
            </a:r>
            <a:r>
              <a:rPr sz="9000" spc="-1064" baseline="-4629" dirty="0">
                <a:solidFill>
                  <a:srgbClr val="B82C47"/>
                </a:solidFill>
                <a:latin typeface="Times New Roman"/>
                <a:cs typeface="Times New Roman"/>
              </a:rPr>
              <a:t>•</a:t>
            </a:r>
            <a:r>
              <a:rPr sz="6000" spc="-710" dirty="0">
                <a:solidFill>
                  <a:srgbClr val="21527B"/>
                </a:solidFill>
                <a:latin typeface="Times New Roman"/>
                <a:cs typeface="Times New Roman"/>
              </a:rPr>
              <a:t>•</a:t>
            </a:r>
            <a:endParaRPr sz="60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97542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AB687-DD63-52C0-FDA7-B66914F29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0156E0FC-1778-E9FD-7031-8A242C1C2144}"/>
              </a:ext>
            </a:extLst>
          </p:cNvPr>
          <p:cNvSpPr txBox="1"/>
          <p:nvPr/>
        </p:nvSpPr>
        <p:spPr>
          <a:xfrm>
            <a:off x="156933" y="45111"/>
            <a:ext cx="3184525" cy="4400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700" b="1" spc="-110" dirty="0">
                <a:solidFill>
                  <a:srgbClr val="000001"/>
                </a:solidFill>
                <a:latin typeface="Arial"/>
                <a:cs typeface="Arial"/>
              </a:rPr>
              <a:t>Spark</a:t>
            </a:r>
            <a:r>
              <a:rPr sz="2700" b="1" spc="-70" dirty="0">
                <a:solidFill>
                  <a:srgbClr val="000001"/>
                </a:solidFill>
                <a:latin typeface="Arial"/>
                <a:cs typeface="Arial"/>
              </a:rPr>
              <a:t> </a:t>
            </a:r>
            <a:r>
              <a:rPr sz="2700" b="1" spc="-265" dirty="0">
                <a:solidFill>
                  <a:srgbClr val="000001"/>
                </a:solidFill>
                <a:latin typeface="Arial"/>
                <a:cs typeface="Arial"/>
              </a:rPr>
              <a:t>SQL</a:t>
            </a:r>
            <a:r>
              <a:rPr sz="2700" b="1" spc="-135" dirty="0">
                <a:solidFill>
                  <a:srgbClr val="000001"/>
                </a:solidFill>
                <a:latin typeface="Arial"/>
                <a:cs typeface="Arial"/>
              </a:rPr>
              <a:t> </a:t>
            </a:r>
            <a:r>
              <a:rPr sz="2700" b="1" spc="-10" dirty="0">
                <a:solidFill>
                  <a:srgbClr val="000001"/>
                </a:solidFill>
                <a:latin typeface="Arial"/>
                <a:cs typeface="Arial"/>
              </a:rPr>
              <a:t>Overview</a:t>
            </a:r>
            <a:endParaRPr sz="2700">
              <a:latin typeface="Arial"/>
              <a:cs typeface="Arial"/>
            </a:endParaRPr>
          </a:p>
        </p:txBody>
      </p:sp>
      <p:sp>
        <p:nvSpPr>
          <p:cNvPr id="3" name="object 3" descr="$PPTXTitle">
            <a:extLst>
              <a:ext uri="{FF2B5EF4-FFF2-40B4-BE49-F238E27FC236}">
                <a16:creationId xmlns:a16="http://schemas.microsoft.com/office/drawing/2014/main" id="{E7421B2F-EEB6-76B8-10B1-CB7268F79F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41797" y="35520"/>
            <a:ext cx="1570355" cy="4629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850" spc="-10" dirty="0">
                <a:solidFill>
                  <a:srgbClr val="0E5090"/>
                </a:solidFill>
              </a:rPr>
              <a:t>edureka!</a:t>
            </a:r>
            <a:endParaRPr sz="2850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114289B-AF65-6F9D-2D24-56ACF4A73D23}"/>
              </a:ext>
            </a:extLst>
          </p:cNvPr>
          <p:cNvSpPr/>
          <p:nvPr/>
        </p:nvSpPr>
        <p:spPr>
          <a:xfrm>
            <a:off x="1015161" y="1275886"/>
            <a:ext cx="29209" cy="0"/>
          </a:xfrm>
          <a:custGeom>
            <a:avLst/>
            <a:gdLst/>
            <a:ahLst/>
            <a:cxnLst/>
            <a:rect l="l" t="t" r="r" b="b"/>
            <a:pathLst>
              <a:path w="29209">
                <a:moveTo>
                  <a:pt x="0" y="0"/>
                </a:moveTo>
                <a:lnTo>
                  <a:pt x="28686" y="0"/>
                </a:lnTo>
              </a:path>
            </a:pathLst>
          </a:custGeom>
          <a:ln w="12788">
            <a:solidFill>
              <a:srgbClr val="0897D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63CE5942-E962-9314-77D0-F5E60AF1011B}"/>
              </a:ext>
            </a:extLst>
          </p:cNvPr>
          <p:cNvSpPr txBox="1"/>
          <p:nvPr/>
        </p:nvSpPr>
        <p:spPr>
          <a:xfrm>
            <a:off x="519468" y="559836"/>
            <a:ext cx="2790825" cy="86995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500" b="1" spc="60" dirty="0">
                <a:solidFill>
                  <a:srgbClr val="016E9C"/>
                </a:solidFill>
                <a:latin typeface="Arial"/>
                <a:cs typeface="Arial"/>
              </a:rPr>
              <a:t>e</a:t>
            </a:r>
            <a:r>
              <a:rPr sz="5500" b="1" spc="-840" dirty="0">
                <a:solidFill>
                  <a:srgbClr val="016E9C"/>
                </a:solidFill>
                <a:latin typeface="Arial"/>
                <a:cs typeface="Arial"/>
              </a:rPr>
              <a:t> </a:t>
            </a:r>
            <a:r>
              <a:rPr sz="3900" dirty="0">
                <a:solidFill>
                  <a:srgbClr val="0897D6"/>
                </a:solidFill>
                <a:latin typeface="Arial"/>
                <a:cs typeface="Arial"/>
              </a:rPr>
              <a:t>I</a:t>
            </a:r>
            <a:r>
              <a:rPr sz="3900" spc="250" dirty="0">
                <a:solidFill>
                  <a:srgbClr val="0897D6"/>
                </a:solidFill>
                <a:latin typeface="Arial"/>
                <a:cs typeface="Arial"/>
              </a:rPr>
              <a:t> </a:t>
            </a:r>
            <a:r>
              <a:rPr sz="1200" u="heavy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Performance</a:t>
            </a:r>
            <a:r>
              <a:rPr sz="1200" u="heavy" spc="50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 </a:t>
            </a:r>
            <a:r>
              <a:rPr sz="1200" u="heavy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And</a:t>
            </a:r>
            <a:r>
              <a:rPr sz="1200" u="heavy" spc="105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 </a:t>
            </a:r>
            <a:r>
              <a:rPr sz="1200" u="heavy" spc="-10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Sca</a:t>
            </a:r>
            <a:r>
              <a:rPr sz="1200" u="heavy" spc="-10" dirty="0">
                <a:solidFill>
                  <a:srgbClr val="4F5052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l</a:t>
            </a:r>
            <a:r>
              <a:rPr sz="1200" u="heavy" spc="-10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abil</a:t>
            </a:r>
            <a:r>
              <a:rPr sz="1200" u="heavy" spc="-10" dirty="0">
                <a:solidFill>
                  <a:srgbClr val="4F5052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it</a:t>
            </a:r>
            <a:r>
              <a:rPr sz="1200" u="heavy" spc="-10" dirty="0">
                <a:solidFill>
                  <a:srgbClr val="312F2D"/>
                </a:solidFill>
                <a:uFill>
                  <a:solidFill>
                    <a:srgbClr val="312F2D"/>
                  </a:solidFill>
                </a:uFill>
                <a:latin typeface="Arial"/>
                <a:cs typeface="Arial"/>
              </a:rPr>
              <a:t>y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>
            <a:extLst>
              <a:ext uri="{FF2B5EF4-FFF2-40B4-BE49-F238E27FC236}">
                <a16:creationId xmlns:a16="http://schemas.microsoft.com/office/drawing/2014/main" id="{F238DF4E-8993-5346-4C35-2CD8EAFC8C89}"/>
              </a:ext>
            </a:extLst>
          </p:cNvPr>
          <p:cNvSpPr txBox="1"/>
          <p:nvPr/>
        </p:nvSpPr>
        <p:spPr>
          <a:xfrm>
            <a:off x="2844793" y="1627650"/>
            <a:ext cx="2736215" cy="209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00" b="1" spc="45" dirty="0">
                <a:solidFill>
                  <a:srgbClr val="2A1F18"/>
                </a:solidFill>
                <a:latin typeface="Arial"/>
                <a:cs typeface="Arial"/>
              </a:rPr>
              <a:t>Performance</a:t>
            </a:r>
            <a:r>
              <a:rPr sz="1200" b="1" spc="45" dirty="0">
                <a:solidFill>
                  <a:srgbClr val="4F5052"/>
                </a:solidFill>
                <a:latin typeface="Arial"/>
                <a:cs typeface="Arial"/>
              </a:rPr>
              <a:t>:</a:t>
            </a:r>
            <a:r>
              <a:rPr sz="1200" b="1" spc="-125" dirty="0">
                <a:solidFill>
                  <a:srgbClr val="4F5052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2A1F18"/>
                </a:solidFill>
                <a:latin typeface="Arial"/>
                <a:cs typeface="Arial"/>
              </a:rPr>
              <a:t>Spark</a:t>
            </a:r>
            <a:r>
              <a:rPr sz="1200" b="1" spc="35" dirty="0">
                <a:solidFill>
                  <a:srgbClr val="2A1F18"/>
                </a:solidFill>
                <a:latin typeface="Arial"/>
                <a:cs typeface="Arial"/>
              </a:rPr>
              <a:t> </a:t>
            </a:r>
            <a:r>
              <a:rPr sz="1200" b="1" spc="-50" dirty="0">
                <a:solidFill>
                  <a:srgbClr val="2A1F18"/>
                </a:solidFill>
                <a:latin typeface="Arial"/>
                <a:cs typeface="Arial"/>
              </a:rPr>
              <a:t>SQL</a:t>
            </a:r>
            <a:r>
              <a:rPr sz="1200" b="1" spc="-15" dirty="0">
                <a:solidFill>
                  <a:srgbClr val="2A1F18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312F2D"/>
                </a:solidFill>
                <a:latin typeface="Arial"/>
                <a:cs typeface="Arial"/>
              </a:rPr>
              <a:t>Vs</a:t>
            </a:r>
            <a:r>
              <a:rPr sz="1200" b="1" spc="-95" dirty="0">
                <a:solidFill>
                  <a:srgbClr val="312F2D"/>
                </a:solidFill>
                <a:latin typeface="Arial"/>
                <a:cs typeface="Arial"/>
              </a:rPr>
              <a:t> </a:t>
            </a:r>
            <a:r>
              <a:rPr sz="1200" b="1" spc="-10" dirty="0">
                <a:solidFill>
                  <a:srgbClr val="2A1F18"/>
                </a:solidFill>
                <a:latin typeface="Arial"/>
                <a:cs typeface="Arial"/>
              </a:rPr>
              <a:t>Hadoop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FEE18282-333A-6FD4-0C00-1468B377E66B}"/>
              </a:ext>
            </a:extLst>
          </p:cNvPr>
          <p:cNvSpPr txBox="1"/>
          <p:nvPr/>
        </p:nvSpPr>
        <p:spPr>
          <a:xfrm>
            <a:off x="7376679" y="2004901"/>
            <a:ext cx="716280" cy="3625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7785" algn="r">
              <a:lnSpc>
                <a:spcPts val="1290"/>
              </a:lnSpc>
              <a:spcBef>
                <a:spcPts val="105"/>
              </a:spcBef>
            </a:pPr>
            <a:r>
              <a:rPr sz="1250" spc="-50" dirty="0">
                <a:solidFill>
                  <a:srgbClr val="C6C6C6"/>
                </a:solidFill>
                <a:latin typeface="Times New Roman"/>
                <a:cs typeface="Times New Roman"/>
              </a:rPr>
              <a:t>,</a:t>
            </a:r>
            <a:endParaRPr sz="1250">
              <a:latin typeface="Times New Roman"/>
              <a:cs typeface="Times New Roman"/>
            </a:endParaRPr>
          </a:p>
          <a:p>
            <a:pPr marR="5080" algn="r">
              <a:lnSpc>
                <a:spcPts val="1350"/>
              </a:lnSpc>
            </a:pPr>
            <a:r>
              <a:rPr sz="1300" spc="-35" dirty="0">
                <a:solidFill>
                  <a:srgbClr val="C6C6C6"/>
                </a:solidFill>
                <a:latin typeface="Times New Roman"/>
                <a:cs typeface="Times New Roman"/>
              </a:rPr>
              <a:t>.....,.,.,��</a:t>
            </a:r>
            <a:endParaRPr sz="1300">
              <a:latin typeface="Times New Roman"/>
              <a:cs typeface="Times New Roman"/>
            </a:endParaRP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ED05B1E4-9457-5B79-92DD-59426F5F1795}"/>
              </a:ext>
            </a:extLst>
          </p:cNvPr>
          <p:cNvSpPr txBox="1"/>
          <p:nvPr/>
        </p:nvSpPr>
        <p:spPr>
          <a:xfrm>
            <a:off x="2286692" y="2583568"/>
            <a:ext cx="685800" cy="179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00" dirty="0">
                <a:solidFill>
                  <a:srgbClr val="4F5052"/>
                </a:solidFill>
                <a:latin typeface="Times New Roman"/>
                <a:cs typeface="Times New Roman"/>
              </a:rPr>
              <a:t>3000</a:t>
            </a:r>
            <a:r>
              <a:rPr sz="1000" spc="170" dirty="0">
                <a:solidFill>
                  <a:srgbClr val="4F5052"/>
                </a:solidFill>
                <a:latin typeface="Times New Roman"/>
                <a:cs typeface="Times New Roman"/>
              </a:rPr>
              <a:t> </a:t>
            </a:r>
            <a:r>
              <a:rPr sz="1000" spc="1739" dirty="0">
                <a:solidFill>
                  <a:srgbClr val="B5B8B8"/>
                </a:solidFill>
                <a:latin typeface="Times New Roman"/>
                <a:cs typeface="Times New Roman"/>
              </a:rPr>
              <a:t>�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2F599CF2-5536-8375-97CD-25774A781431}"/>
              </a:ext>
            </a:extLst>
          </p:cNvPr>
          <p:cNvSpPr/>
          <p:nvPr/>
        </p:nvSpPr>
        <p:spPr>
          <a:xfrm>
            <a:off x="2959801" y="2695463"/>
            <a:ext cx="2551430" cy="0"/>
          </a:xfrm>
          <a:custGeom>
            <a:avLst/>
            <a:gdLst/>
            <a:ahLst/>
            <a:cxnLst/>
            <a:rect l="l" t="t" r="r" b="b"/>
            <a:pathLst>
              <a:path w="2551429">
                <a:moveTo>
                  <a:pt x="0" y="0"/>
                </a:moveTo>
                <a:lnTo>
                  <a:pt x="2551180" y="0"/>
                </a:lnTo>
              </a:path>
            </a:pathLst>
          </a:custGeom>
          <a:ln w="9434">
            <a:solidFill>
              <a:srgbClr val="B4B7B7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EEF9B4C-5D42-817D-E903-06C3E9E7B409}"/>
              </a:ext>
            </a:extLst>
          </p:cNvPr>
          <p:cNvSpPr txBox="1"/>
          <p:nvPr/>
        </p:nvSpPr>
        <p:spPr>
          <a:xfrm>
            <a:off x="2289113" y="3120672"/>
            <a:ext cx="295910" cy="179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00" spc="-20" dirty="0">
                <a:solidFill>
                  <a:srgbClr val="4F5052"/>
                </a:solidFill>
                <a:latin typeface="Times New Roman"/>
                <a:cs typeface="Times New Roman"/>
              </a:rPr>
              <a:t>2000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375B57C9-9729-0BA1-E956-A20C52038C2F}"/>
              </a:ext>
            </a:extLst>
          </p:cNvPr>
          <p:cNvSpPr txBox="1"/>
          <p:nvPr/>
        </p:nvSpPr>
        <p:spPr>
          <a:xfrm>
            <a:off x="2277002" y="3398815"/>
            <a:ext cx="294005" cy="1790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000" spc="-20" dirty="0">
                <a:solidFill>
                  <a:srgbClr val="312F2D"/>
                </a:solidFill>
                <a:latin typeface="Times New Roman"/>
                <a:cs typeface="Times New Roman"/>
              </a:rPr>
              <a:t>1</a:t>
            </a:r>
            <a:r>
              <a:rPr sz="1000" spc="-20" dirty="0">
                <a:solidFill>
                  <a:srgbClr val="4F5052"/>
                </a:solidFill>
                <a:latin typeface="Times New Roman"/>
                <a:cs typeface="Times New Roman"/>
              </a:rPr>
              <a:t>500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05EEF59B-5AE8-519B-E9F0-82FC90A39566}"/>
              </a:ext>
            </a:extLst>
          </p:cNvPr>
          <p:cNvSpPr txBox="1"/>
          <p:nvPr/>
        </p:nvSpPr>
        <p:spPr>
          <a:xfrm>
            <a:off x="2285894" y="3520302"/>
            <a:ext cx="335280" cy="21780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250" spc="-10" dirty="0">
                <a:solidFill>
                  <a:srgbClr val="C6C6C6"/>
                </a:solidFill>
                <a:latin typeface="Times New Roman"/>
                <a:cs typeface="Times New Roman"/>
              </a:rPr>
              <a:t>e'.lr.</a:t>
            </a:r>
            <a:endParaRPr sz="1250">
              <a:latin typeface="Times New Roman"/>
              <a:cs typeface="Times New Roman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362AACCE-CB62-8DFD-BF90-378985C6E942}"/>
              </a:ext>
            </a:extLst>
          </p:cNvPr>
          <p:cNvSpPr txBox="1"/>
          <p:nvPr/>
        </p:nvSpPr>
        <p:spPr>
          <a:xfrm>
            <a:off x="2276262" y="3632200"/>
            <a:ext cx="1967230" cy="186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953260" algn="l"/>
              </a:tabLst>
            </a:pPr>
            <a:r>
              <a:rPr sz="1050" dirty="0">
                <a:solidFill>
                  <a:srgbClr val="3B3F41"/>
                </a:solidFill>
                <a:latin typeface="Times New Roman"/>
                <a:cs typeface="Times New Roman"/>
              </a:rPr>
              <a:t>1000</a:t>
            </a:r>
            <a:r>
              <a:rPr sz="1050" spc="25" dirty="0">
                <a:solidFill>
                  <a:srgbClr val="3B3F41"/>
                </a:solidFill>
                <a:latin typeface="Times New Roman"/>
                <a:cs typeface="Times New Roman"/>
              </a:rPr>
              <a:t> </a:t>
            </a:r>
            <a:r>
              <a:rPr sz="1050" spc="-10" dirty="0">
                <a:solidFill>
                  <a:srgbClr val="C6C6C6"/>
                </a:solidFill>
                <a:latin typeface="Times New Roman"/>
                <a:cs typeface="Times New Roman"/>
              </a:rPr>
              <a:t>•,,...</a:t>
            </a:r>
            <a:r>
              <a:rPr sz="1050" spc="-10" dirty="0">
                <a:solidFill>
                  <a:srgbClr val="909395"/>
                </a:solidFill>
                <a:latin typeface="Times New Roman"/>
                <a:cs typeface="Times New Roman"/>
              </a:rPr>
              <a:t>,</a:t>
            </a:r>
            <a:r>
              <a:rPr sz="1050" u="sng" dirty="0">
                <a:solidFill>
                  <a:srgbClr val="909395"/>
                </a:solidFill>
                <a:uFill>
                  <a:solidFill>
                    <a:srgbClr val="8F9294"/>
                  </a:solidFill>
                </a:uFill>
                <a:latin typeface="Times New Roman"/>
                <a:cs typeface="Times New Roman"/>
              </a:rPr>
              <a:t>	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136716C-B4F6-BA7B-C666-E591051BB113}"/>
              </a:ext>
            </a:extLst>
          </p:cNvPr>
          <p:cNvSpPr txBox="1"/>
          <p:nvPr/>
        </p:nvSpPr>
        <p:spPr>
          <a:xfrm>
            <a:off x="2285672" y="3999860"/>
            <a:ext cx="1231265" cy="14859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05"/>
              </a:lnSpc>
              <a:tabLst>
                <a:tab pos="356870" algn="l"/>
              </a:tabLst>
            </a:pPr>
            <a:r>
              <a:rPr sz="1000" spc="-25" dirty="0">
                <a:solidFill>
                  <a:srgbClr val="4F5052"/>
                </a:solidFill>
                <a:latin typeface="Times New Roman"/>
                <a:cs typeface="Times New Roman"/>
              </a:rPr>
              <a:t>500</a:t>
            </a:r>
            <a:r>
              <a:rPr sz="1000" dirty="0">
                <a:solidFill>
                  <a:srgbClr val="4F5052"/>
                </a:solidFill>
                <a:latin typeface="Times New Roman"/>
                <a:cs typeface="Times New Roman"/>
              </a:rPr>
              <a:t>	</a:t>
            </a:r>
            <a:r>
              <a:rPr sz="800" b="1" i="1" spc="580" dirty="0">
                <a:solidFill>
                  <a:srgbClr val="B5B8B8"/>
                </a:solidFill>
                <a:latin typeface="Arial"/>
                <a:cs typeface="Arial"/>
              </a:rPr>
              <a:t>"Ii</a:t>
            </a:r>
            <a:r>
              <a:rPr sz="800" b="1" i="1" spc="580" dirty="0">
                <a:solidFill>
                  <a:srgbClr val="909395"/>
                </a:solidFill>
                <a:latin typeface="Arial"/>
                <a:cs typeface="Arial"/>
              </a:rPr>
              <a:t>-</a:t>
            </a:r>
            <a:r>
              <a:rPr sz="800" b="1" i="1" spc="570" dirty="0">
                <a:solidFill>
                  <a:srgbClr val="909395"/>
                </a:solidFill>
                <a:latin typeface="Arial"/>
                <a:cs typeface="Arial"/>
              </a:rPr>
              <a:t>---</a:t>
            </a:r>
            <a:r>
              <a:rPr sz="800" b="1" i="1" spc="520" dirty="0">
                <a:solidFill>
                  <a:srgbClr val="909395"/>
                </a:solidFill>
                <a:latin typeface="Arial"/>
                <a:cs typeface="Arial"/>
              </a:rPr>
              <a:t>-</a:t>
            </a:r>
            <a:endParaRPr sz="80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939C9C7A-0DF4-2747-0300-CC286F485449}"/>
              </a:ext>
            </a:extLst>
          </p:cNvPr>
          <p:cNvSpPr txBox="1"/>
          <p:nvPr/>
        </p:nvSpPr>
        <p:spPr>
          <a:xfrm>
            <a:off x="3936363" y="4751166"/>
            <a:ext cx="1322070" cy="2952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1030"/>
              </a:lnSpc>
              <a:spcBef>
                <a:spcPts val="105"/>
              </a:spcBef>
            </a:pPr>
            <a:r>
              <a:rPr sz="1000" dirty="0">
                <a:solidFill>
                  <a:srgbClr val="3B3F41"/>
                </a:solidFill>
                <a:latin typeface="Arial"/>
                <a:cs typeface="Arial"/>
              </a:rPr>
              <a:t>Number</a:t>
            </a:r>
            <a:r>
              <a:rPr sz="1000" spc="-30" dirty="0">
                <a:solidFill>
                  <a:srgbClr val="3B3F41"/>
                </a:solidFill>
                <a:latin typeface="Arial"/>
                <a:cs typeface="Arial"/>
              </a:rPr>
              <a:t> </a:t>
            </a:r>
            <a:r>
              <a:rPr sz="1000" dirty="0">
                <a:solidFill>
                  <a:srgbClr val="3B3F41"/>
                </a:solidFill>
                <a:latin typeface="Arial"/>
                <a:cs typeface="Arial"/>
              </a:rPr>
              <a:t>Of</a:t>
            </a:r>
            <a:r>
              <a:rPr sz="1000" spc="10" dirty="0">
                <a:solidFill>
                  <a:srgbClr val="3B3F41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3B3F41"/>
                </a:solidFill>
                <a:latin typeface="Arial"/>
                <a:cs typeface="Arial"/>
              </a:rPr>
              <a:t>Iterations</a:t>
            </a:r>
            <a:endParaRPr sz="1000">
              <a:latin typeface="Arial"/>
              <a:cs typeface="Arial"/>
            </a:endParaRPr>
          </a:p>
          <a:p>
            <a:pPr marL="285115">
              <a:lnSpc>
                <a:spcPts val="1090"/>
              </a:lnSpc>
              <a:tabLst>
                <a:tab pos="877569" algn="l"/>
              </a:tabLst>
            </a:pPr>
            <a:r>
              <a:rPr sz="750" dirty="0">
                <a:solidFill>
                  <a:srgbClr val="C6C6C6"/>
                </a:solidFill>
                <a:latin typeface="Arial"/>
                <a:cs typeface="Arial"/>
              </a:rPr>
              <a:t>"</a:t>
            </a:r>
            <a:r>
              <a:rPr sz="750" spc="-50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C6C6C6"/>
                </a:solidFill>
                <a:latin typeface="Arial"/>
                <a:cs typeface="Arial"/>
              </a:rPr>
              <a:t>(</a:t>
            </a:r>
            <a:r>
              <a:rPr sz="750" spc="275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C6C6C6"/>
                </a:solidFill>
                <a:latin typeface="Arial"/>
                <a:cs typeface="Arial"/>
              </a:rPr>
              <a:t>..</a:t>
            </a:r>
            <a:r>
              <a:rPr sz="750" spc="195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C6C6C6"/>
                </a:solidFill>
                <a:latin typeface="Arial"/>
                <a:cs typeface="Arial"/>
              </a:rPr>
              <a:t>,.</a:t>
            </a:r>
            <a:r>
              <a:rPr sz="750" spc="185" dirty="0">
                <a:solidFill>
                  <a:srgbClr val="C6C6C6"/>
                </a:solidFill>
                <a:latin typeface="Arial"/>
                <a:cs typeface="Arial"/>
              </a:rPr>
              <a:t>  </a:t>
            </a:r>
            <a:r>
              <a:rPr sz="750" spc="-25" dirty="0">
                <a:solidFill>
                  <a:srgbClr val="C6C6C6"/>
                </a:solidFill>
                <a:latin typeface="Arial"/>
                <a:cs typeface="Arial"/>
              </a:rPr>
              <a:t>,.</a:t>
            </a:r>
            <a:r>
              <a:rPr sz="750" dirty="0">
                <a:solidFill>
                  <a:srgbClr val="C6C6C6"/>
                </a:solidFill>
                <a:latin typeface="Arial"/>
                <a:cs typeface="Arial"/>
              </a:rPr>
              <a:t>	</a:t>
            </a:r>
            <a:r>
              <a:rPr sz="750" b="1" dirty="0">
                <a:solidFill>
                  <a:srgbClr val="C6C6C6"/>
                </a:solidFill>
                <a:latin typeface="Arial"/>
                <a:cs typeface="Arial"/>
              </a:rPr>
              <a:t>"t</a:t>
            </a:r>
            <a:r>
              <a:rPr sz="750" b="1" spc="305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C6C6C6"/>
                </a:solidFill>
                <a:latin typeface="Arial"/>
                <a:cs typeface="Arial"/>
              </a:rPr>
              <a:t>.,</a:t>
            </a:r>
            <a:r>
              <a:rPr sz="750" spc="310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750" spc="-35" dirty="0">
                <a:solidFill>
                  <a:srgbClr val="C6C6C6"/>
                </a:solidFill>
                <a:latin typeface="Arial"/>
                <a:cs typeface="Arial"/>
              </a:rPr>
              <a:t>....</a:t>
            </a:r>
            <a:r>
              <a:rPr sz="750" spc="190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1050" b="1" spc="-50" dirty="0">
                <a:solidFill>
                  <a:srgbClr val="C6C6C6"/>
                </a:solidFill>
                <a:latin typeface="Times New Roman"/>
                <a:cs typeface="Times New Roman"/>
              </a:rPr>
              <a:t>l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4B9CC3B0-6FCC-C643-181D-401B6C9FB7EC}"/>
              </a:ext>
            </a:extLst>
          </p:cNvPr>
          <p:cNvSpPr txBox="1"/>
          <p:nvPr/>
        </p:nvSpPr>
        <p:spPr>
          <a:xfrm>
            <a:off x="7618323" y="4751167"/>
            <a:ext cx="219075" cy="36322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600" dirty="0">
                <a:solidFill>
                  <a:srgbClr val="C6C6C6"/>
                </a:solidFill>
                <a:latin typeface="Arial"/>
                <a:cs typeface="Arial"/>
              </a:rPr>
              <a:t>'</a:t>
            </a:r>
            <a:r>
              <a:rPr sz="1600" spc="330" dirty="0">
                <a:solidFill>
                  <a:srgbClr val="C6C6C6"/>
                </a:solidFill>
                <a:latin typeface="Arial"/>
                <a:cs typeface="Arial"/>
              </a:rPr>
              <a:t> </a:t>
            </a:r>
            <a:r>
              <a:rPr sz="2200" spc="-125" dirty="0">
                <a:solidFill>
                  <a:srgbClr val="C6C6C6"/>
                </a:solidFill>
                <a:latin typeface="Arial"/>
                <a:cs typeface="Arial"/>
              </a:rPr>
              <a:t>.</a:t>
            </a:r>
            <a:endParaRPr sz="22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12147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7C02B-1BF5-0643-ABD5-C167216E3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>
            <a:extLst>
              <a:ext uri="{FF2B5EF4-FFF2-40B4-BE49-F238E27FC236}">
                <a16:creationId xmlns:a16="http://schemas.microsoft.com/office/drawing/2014/main" id="{7B122296-09B5-555B-ACFC-54207E7548A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02300" y="882650"/>
            <a:ext cx="1988939" cy="1496218"/>
          </a:xfrm>
          <a:prstGeom prst="rect">
            <a:avLst/>
          </a:prstGeom>
        </p:spPr>
      </p:pic>
      <p:pic>
        <p:nvPicPr>
          <p:cNvPr id="3" name="object 3">
            <a:extLst>
              <a:ext uri="{FF2B5EF4-FFF2-40B4-BE49-F238E27FC236}">
                <a16:creationId xmlns:a16="http://schemas.microsoft.com/office/drawing/2014/main" id="{807E0985-55CD-2591-4227-A1FB394DB100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275805" y="3165342"/>
            <a:ext cx="439861" cy="460375"/>
          </a:xfrm>
          <a:prstGeom prst="rect">
            <a:avLst/>
          </a:prstGeom>
        </p:spPr>
      </p:pic>
      <p:pic>
        <p:nvPicPr>
          <p:cNvPr id="4" name="object 4">
            <a:extLst>
              <a:ext uri="{FF2B5EF4-FFF2-40B4-BE49-F238E27FC236}">
                <a16:creationId xmlns:a16="http://schemas.microsoft.com/office/drawing/2014/main" id="{FC5FB09F-BA4B-35ED-D8B4-2947B9D6138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02993" y="3280436"/>
            <a:ext cx="573732" cy="95911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C5D006A4-16C7-16BC-2001-E57F6466EC31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17046" y="3242071"/>
            <a:ext cx="1816818" cy="997479"/>
          </a:xfrm>
          <a:prstGeom prst="rect">
            <a:avLst/>
          </a:prstGeom>
        </p:spPr>
      </p:pic>
      <p:sp>
        <p:nvSpPr>
          <p:cNvPr id="6" name="object 6">
            <a:extLst>
              <a:ext uri="{FF2B5EF4-FFF2-40B4-BE49-F238E27FC236}">
                <a16:creationId xmlns:a16="http://schemas.microsoft.com/office/drawing/2014/main" id="{BD958577-F457-5595-9F05-415473943A7F}"/>
              </a:ext>
            </a:extLst>
          </p:cNvPr>
          <p:cNvSpPr/>
          <p:nvPr/>
        </p:nvSpPr>
        <p:spPr>
          <a:xfrm>
            <a:off x="0" y="599711"/>
            <a:ext cx="9753600" cy="29209"/>
          </a:xfrm>
          <a:custGeom>
            <a:avLst/>
            <a:gdLst/>
            <a:ahLst/>
            <a:cxnLst/>
            <a:rect l="l" t="t" r="r" b="b"/>
            <a:pathLst>
              <a:path w="9753600" h="29209">
                <a:moveTo>
                  <a:pt x="9753599" y="28773"/>
                </a:moveTo>
                <a:lnTo>
                  <a:pt x="0" y="28773"/>
                </a:lnTo>
                <a:lnTo>
                  <a:pt x="0" y="0"/>
                </a:lnTo>
                <a:lnTo>
                  <a:pt x="9753599" y="0"/>
                </a:lnTo>
                <a:lnTo>
                  <a:pt x="9753599" y="2877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1AE9C724-00B3-0C32-34EA-138D4A225898}"/>
              </a:ext>
            </a:extLst>
          </p:cNvPr>
          <p:cNvSpPr/>
          <p:nvPr/>
        </p:nvSpPr>
        <p:spPr>
          <a:xfrm>
            <a:off x="5622576" y="3731218"/>
            <a:ext cx="765175" cy="0"/>
          </a:xfrm>
          <a:custGeom>
            <a:avLst/>
            <a:gdLst/>
            <a:ahLst/>
            <a:cxnLst/>
            <a:rect l="l" t="t" r="r" b="b"/>
            <a:pathLst>
              <a:path w="765175">
                <a:moveTo>
                  <a:pt x="0" y="0"/>
                </a:moveTo>
                <a:lnTo>
                  <a:pt x="764976" y="0"/>
                </a:lnTo>
              </a:path>
            </a:pathLst>
          </a:custGeom>
          <a:ln w="1918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id="{9AB7F940-C7F1-E517-CD42-0809AC1F7A0A}"/>
              </a:ext>
            </a:extLst>
          </p:cNvPr>
          <p:cNvSpPr txBox="1"/>
          <p:nvPr/>
        </p:nvSpPr>
        <p:spPr>
          <a:xfrm>
            <a:off x="158049" y="77082"/>
            <a:ext cx="3862704" cy="4019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450" b="1" dirty="0">
                <a:solidFill>
                  <a:srgbClr val="010103"/>
                </a:solidFill>
                <a:latin typeface="Arial"/>
                <a:cs typeface="Arial"/>
              </a:rPr>
              <a:t>Spark</a:t>
            </a:r>
            <a:r>
              <a:rPr sz="2450" b="1" spc="20" dirty="0">
                <a:solidFill>
                  <a:srgbClr val="010103"/>
                </a:solidFill>
                <a:latin typeface="Arial"/>
                <a:cs typeface="Arial"/>
              </a:rPr>
              <a:t> </a:t>
            </a:r>
            <a:r>
              <a:rPr sz="2450" b="1" spc="-50" dirty="0">
                <a:solidFill>
                  <a:srgbClr val="010103"/>
                </a:solidFill>
                <a:latin typeface="Arial"/>
                <a:cs typeface="Arial"/>
              </a:rPr>
              <a:t>SQL</a:t>
            </a:r>
            <a:r>
              <a:rPr sz="2450" b="1" spc="-5" dirty="0">
                <a:solidFill>
                  <a:srgbClr val="010103"/>
                </a:solidFill>
                <a:latin typeface="Arial"/>
                <a:cs typeface="Arial"/>
              </a:rPr>
              <a:t> </a:t>
            </a:r>
            <a:r>
              <a:rPr sz="2450" b="1" spc="65" dirty="0">
                <a:solidFill>
                  <a:srgbClr val="010103"/>
                </a:solidFill>
                <a:latin typeface="Arial"/>
                <a:cs typeface="Arial"/>
              </a:rPr>
              <a:t>Flow</a:t>
            </a:r>
            <a:r>
              <a:rPr sz="2450" b="1" spc="75" dirty="0">
                <a:solidFill>
                  <a:srgbClr val="010103"/>
                </a:solidFill>
                <a:latin typeface="Arial"/>
                <a:cs typeface="Arial"/>
              </a:rPr>
              <a:t> </a:t>
            </a:r>
            <a:r>
              <a:rPr sz="2450" b="1" spc="65" dirty="0">
                <a:solidFill>
                  <a:srgbClr val="010103"/>
                </a:solidFill>
                <a:latin typeface="Arial"/>
                <a:cs typeface="Arial"/>
              </a:rPr>
              <a:t>Diagram</a:t>
            </a:r>
            <a:endParaRPr sz="2450">
              <a:latin typeface="Arial"/>
              <a:cs typeface="Arial"/>
            </a:endParaRP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id="{BA58FF1C-F0C9-C705-63B0-895E9F09D3B9}"/>
              </a:ext>
            </a:extLst>
          </p:cNvPr>
          <p:cNvSpPr txBox="1"/>
          <p:nvPr/>
        </p:nvSpPr>
        <p:spPr>
          <a:xfrm>
            <a:off x="8141797" y="35520"/>
            <a:ext cx="1570355" cy="4629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2850" b="1" spc="-10" dirty="0">
                <a:solidFill>
                  <a:srgbClr val="0E5090"/>
                </a:solidFill>
                <a:latin typeface="Arial"/>
                <a:cs typeface="Arial"/>
              </a:rPr>
              <a:t>edureka!</a:t>
            </a:r>
            <a:endParaRPr sz="2850">
              <a:latin typeface="Arial"/>
              <a:cs typeface="Arial"/>
            </a:endParaRP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8A849717-A37A-5A4C-EBAD-1828B07FDD0E}"/>
              </a:ext>
            </a:extLst>
          </p:cNvPr>
          <p:cNvSpPr txBox="1"/>
          <p:nvPr/>
        </p:nvSpPr>
        <p:spPr>
          <a:xfrm>
            <a:off x="254744" y="863555"/>
            <a:ext cx="2927350" cy="534035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"/>
              </a:spcBef>
              <a:tabLst>
                <a:tab pos="244475" algn="l"/>
              </a:tabLst>
            </a:pPr>
            <a:r>
              <a:rPr sz="1300" b="1" spc="-50" dirty="0">
                <a:solidFill>
                  <a:srgbClr val="363B3B"/>
                </a:solidFill>
                <a:latin typeface="Arial"/>
                <a:cs typeface="Arial"/>
              </a:rPr>
              <a:t>0</a:t>
            </a:r>
            <a:r>
              <a:rPr sz="1300" b="1" dirty="0">
                <a:solidFill>
                  <a:srgbClr val="363B3B"/>
                </a:solidFill>
                <a:latin typeface="Arial"/>
                <a:cs typeface="Arial"/>
              </a:rPr>
              <a:t>	</a:t>
            </a:r>
            <a:r>
              <a:rPr sz="1250" spc="-25" dirty="0">
                <a:solidFill>
                  <a:srgbClr val="232628"/>
                </a:solidFill>
                <a:latin typeface="Arial"/>
                <a:cs typeface="Arial"/>
              </a:rPr>
              <a:t>Spark</a:t>
            </a:r>
            <a:r>
              <a:rPr sz="1250" spc="55" dirty="0">
                <a:solidFill>
                  <a:srgbClr val="232628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232628"/>
                </a:solidFill>
                <a:latin typeface="Arial"/>
                <a:cs typeface="Arial"/>
              </a:rPr>
              <a:t>SQ</a:t>
            </a:r>
            <a:r>
              <a:rPr sz="1250" dirty="0">
                <a:solidFill>
                  <a:srgbClr val="010103"/>
                </a:solidFill>
                <a:latin typeface="Arial"/>
                <a:cs typeface="Arial"/>
              </a:rPr>
              <a:t>L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has</a:t>
            </a:r>
            <a:r>
              <a:rPr sz="1250" spc="1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the</a:t>
            </a:r>
            <a:r>
              <a:rPr sz="1250" spc="204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following</a:t>
            </a:r>
            <a:r>
              <a:rPr sz="1250" spc="14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4D4F52"/>
                </a:solidFill>
                <a:latin typeface="Arial"/>
                <a:cs typeface="Arial"/>
              </a:rPr>
              <a:t>libraries:</a:t>
            </a:r>
            <a:endParaRPr sz="1250">
              <a:latin typeface="Arial"/>
              <a:cs typeface="Arial"/>
            </a:endParaRPr>
          </a:p>
          <a:p>
            <a:pPr marL="52705">
              <a:lnSpc>
                <a:spcPct val="100000"/>
              </a:lnSpc>
              <a:spcBef>
                <a:spcPts val="985"/>
              </a:spcBef>
            </a:pP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1</a:t>
            </a:r>
            <a:r>
              <a:rPr sz="1250" dirty="0">
                <a:solidFill>
                  <a:srgbClr val="26AADB"/>
                </a:solidFill>
                <a:latin typeface="Arial"/>
                <a:cs typeface="Arial"/>
              </a:rPr>
              <a:t>.</a:t>
            </a:r>
            <a:r>
              <a:rPr sz="1250" spc="105" dirty="0">
                <a:solidFill>
                  <a:srgbClr val="26AADB"/>
                </a:solidFill>
                <a:latin typeface="Arial"/>
                <a:cs typeface="Arial"/>
              </a:rPr>
              <a:t>  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Data</a:t>
            </a:r>
            <a:r>
              <a:rPr sz="1250" spc="30" dirty="0">
                <a:solidFill>
                  <a:srgbClr val="3A9AC1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So</a:t>
            </a:r>
            <a:r>
              <a:rPr sz="1250" dirty="0">
                <a:solidFill>
                  <a:srgbClr val="52A0BF"/>
                </a:solidFill>
                <a:latin typeface="Arial"/>
                <a:cs typeface="Arial"/>
              </a:rPr>
              <a:t>u</a:t>
            </a:r>
            <a:r>
              <a:rPr sz="1250" dirty="0">
                <a:solidFill>
                  <a:srgbClr val="4685A1"/>
                </a:solidFill>
                <a:latin typeface="Arial"/>
                <a:cs typeface="Arial"/>
              </a:rPr>
              <a:t>r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ce</a:t>
            </a:r>
            <a:r>
              <a:rPr sz="1250" spc="90" dirty="0">
                <a:solidFill>
                  <a:srgbClr val="3A9AC1"/>
                </a:solidFill>
                <a:latin typeface="Arial"/>
                <a:cs typeface="Arial"/>
              </a:rPr>
              <a:t> </a:t>
            </a:r>
            <a:r>
              <a:rPr sz="1250" spc="-25" dirty="0">
                <a:solidFill>
                  <a:srgbClr val="3A9AC1"/>
                </a:solidFill>
                <a:latin typeface="Arial"/>
                <a:cs typeface="Arial"/>
              </a:rPr>
              <a:t>API</a:t>
            </a:r>
            <a:endParaRPr sz="1250">
              <a:latin typeface="Arial"/>
              <a:cs typeface="Arial"/>
            </a:endParaRPr>
          </a:p>
        </p:txBody>
      </p:sp>
      <p:sp>
        <p:nvSpPr>
          <p:cNvPr id="11" name="object 11">
            <a:extLst>
              <a:ext uri="{FF2B5EF4-FFF2-40B4-BE49-F238E27FC236}">
                <a16:creationId xmlns:a16="http://schemas.microsoft.com/office/drawing/2014/main" id="{B3958FBB-598D-4191-9B90-C880E13C67E3}"/>
              </a:ext>
            </a:extLst>
          </p:cNvPr>
          <p:cNvSpPr txBox="1"/>
          <p:nvPr/>
        </p:nvSpPr>
        <p:spPr>
          <a:xfrm>
            <a:off x="296159" y="1381477"/>
            <a:ext cx="1929764" cy="610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54635" indent="-240029">
              <a:lnSpc>
                <a:spcPct val="100000"/>
              </a:lnSpc>
              <a:spcBef>
                <a:spcPts val="105"/>
              </a:spcBef>
              <a:buAutoNum type="arabicPeriod" startAt="2"/>
              <a:tabLst>
                <a:tab pos="254635" algn="l"/>
              </a:tabLst>
            </a:pP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D</a:t>
            </a:r>
            <a:r>
              <a:rPr sz="1250" dirty="0">
                <a:solidFill>
                  <a:srgbClr val="52A0BF"/>
                </a:solidFill>
                <a:latin typeface="Arial"/>
                <a:cs typeface="Arial"/>
              </a:rPr>
              <a:t>a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t</a:t>
            </a:r>
            <a:r>
              <a:rPr sz="1250" dirty="0">
                <a:solidFill>
                  <a:srgbClr val="52A0BF"/>
                </a:solidFill>
                <a:latin typeface="Arial"/>
                <a:cs typeface="Arial"/>
              </a:rPr>
              <a:t>a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F</a:t>
            </a:r>
            <a:r>
              <a:rPr sz="1250" dirty="0">
                <a:solidFill>
                  <a:srgbClr val="44B1DF"/>
                </a:solidFill>
                <a:latin typeface="Arial"/>
                <a:cs typeface="Arial"/>
              </a:rPr>
              <a:t>r</a:t>
            </a:r>
            <a:r>
              <a:rPr sz="1250" dirty="0">
                <a:solidFill>
                  <a:srgbClr val="52A0BF"/>
                </a:solidFill>
                <a:latin typeface="Arial"/>
                <a:cs typeface="Arial"/>
              </a:rPr>
              <a:t>a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m</a:t>
            </a:r>
            <a:r>
              <a:rPr sz="1250" dirty="0">
                <a:solidFill>
                  <a:srgbClr val="52A0BF"/>
                </a:solidFill>
                <a:latin typeface="Arial"/>
                <a:cs typeface="Arial"/>
              </a:rPr>
              <a:t>e</a:t>
            </a:r>
            <a:r>
              <a:rPr sz="1250" spc="195" dirty="0">
                <a:solidFill>
                  <a:srgbClr val="52A0BF"/>
                </a:solidFill>
                <a:latin typeface="Arial"/>
                <a:cs typeface="Arial"/>
              </a:rPr>
              <a:t> </a:t>
            </a:r>
            <a:r>
              <a:rPr sz="1250" spc="-25" dirty="0">
                <a:solidFill>
                  <a:srgbClr val="3A9AC1"/>
                </a:solidFill>
                <a:latin typeface="Arial"/>
                <a:cs typeface="Arial"/>
              </a:rPr>
              <a:t>API</a:t>
            </a:r>
            <a:endParaRPr sz="1250">
              <a:latin typeface="Arial"/>
              <a:cs typeface="Arial"/>
            </a:endParaRPr>
          </a:p>
          <a:p>
            <a:pPr marL="262255" indent="-249554">
              <a:lnSpc>
                <a:spcPct val="100000"/>
              </a:lnSpc>
              <a:spcBef>
                <a:spcPts val="15"/>
              </a:spcBef>
              <a:buAutoNum type="arabicPeriod" startAt="2"/>
              <a:tabLst>
                <a:tab pos="262255" algn="l"/>
              </a:tabLst>
            </a:pP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Inte</a:t>
            </a:r>
            <a:r>
              <a:rPr sz="1250" dirty="0">
                <a:solidFill>
                  <a:srgbClr val="44B1DF"/>
                </a:solidFill>
                <a:latin typeface="Arial"/>
                <a:cs typeface="Arial"/>
              </a:rPr>
              <a:t>r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prete</a:t>
            </a:r>
            <a:r>
              <a:rPr sz="1250" dirty="0">
                <a:solidFill>
                  <a:srgbClr val="4685A1"/>
                </a:solidFill>
                <a:latin typeface="Arial"/>
                <a:cs typeface="Arial"/>
              </a:rPr>
              <a:t>r</a:t>
            </a:r>
            <a:r>
              <a:rPr sz="1250" spc="-5" dirty="0">
                <a:solidFill>
                  <a:srgbClr val="4685A1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A9AC1"/>
                </a:solidFill>
                <a:latin typeface="Arial"/>
                <a:cs typeface="Arial"/>
              </a:rPr>
              <a:t>&amp;</a:t>
            </a:r>
            <a:r>
              <a:rPr sz="1250" spc="60" dirty="0">
                <a:solidFill>
                  <a:srgbClr val="3A9AC1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3A9AC1"/>
                </a:solidFill>
                <a:latin typeface="Arial"/>
                <a:cs typeface="Arial"/>
              </a:rPr>
              <a:t>Opt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i</a:t>
            </a:r>
            <a:r>
              <a:rPr sz="1250" spc="-10" dirty="0">
                <a:solidFill>
                  <a:srgbClr val="3A9AC1"/>
                </a:solidFill>
                <a:latin typeface="Arial"/>
                <a:cs typeface="Arial"/>
              </a:rPr>
              <a:t>m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i</a:t>
            </a:r>
            <a:r>
              <a:rPr sz="1250" spc="-10" dirty="0">
                <a:solidFill>
                  <a:srgbClr val="3A9AC1"/>
                </a:solidFill>
                <a:latin typeface="Arial"/>
                <a:cs typeface="Arial"/>
              </a:rPr>
              <a:t>zer</a:t>
            </a:r>
            <a:endParaRPr sz="1250">
              <a:latin typeface="Arial"/>
              <a:cs typeface="Arial"/>
            </a:endParaRPr>
          </a:p>
          <a:p>
            <a:pPr marL="259715" indent="-242570">
              <a:lnSpc>
                <a:spcPct val="100000"/>
              </a:lnSpc>
              <a:spcBef>
                <a:spcPts val="85"/>
              </a:spcBef>
              <a:buAutoNum type="arabicPeriod" startAt="2"/>
              <a:tabLst>
                <a:tab pos="259715" algn="l"/>
              </a:tabLst>
            </a:pPr>
            <a:r>
              <a:rPr sz="1250" spc="55" dirty="0">
                <a:solidFill>
                  <a:srgbClr val="3A9AC1"/>
                </a:solidFill>
                <a:latin typeface="Arial"/>
                <a:cs typeface="Arial"/>
              </a:rPr>
              <a:t>SOL</a:t>
            </a:r>
            <a:r>
              <a:rPr sz="1250" spc="-125" dirty="0">
                <a:solidFill>
                  <a:srgbClr val="3A9AC1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3A9AC1"/>
                </a:solidFill>
                <a:latin typeface="Arial"/>
                <a:cs typeface="Arial"/>
              </a:rPr>
              <a:t>Serv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i</a:t>
            </a:r>
            <a:r>
              <a:rPr sz="1250" spc="-10" dirty="0">
                <a:solidFill>
                  <a:srgbClr val="52A0BF"/>
                </a:solidFill>
                <a:latin typeface="Arial"/>
                <a:cs typeface="Arial"/>
              </a:rPr>
              <a:t>c</a:t>
            </a:r>
            <a:r>
              <a:rPr sz="1250" spc="-10" dirty="0">
                <a:solidFill>
                  <a:srgbClr val="3A9AC1"/>
                </a:solidFill>
                <a:latin typeface="Arial"/>
                <a:cs typeface="Arial"/>
              </a:rPr>
              <a:t>e</a:t>
            </a:r>
            <a:endParaRPr sz="1250">
              <a:latin typeface="Arial"/>
              <a:cs typeface="Arial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95407DD-D3AC-DC4B-41F1-BB68C1466E2E}"/>
              </a:ext>
            </a:extLst>
          </p:cNvPr>
          <p:cNvSpPr txBox="1"/>
          <p:nvPr/>
        </p:nvSpPr>
        <p:spPr>
          <a:xfrm>
            <a:off x="254744" y="2292636"/>
            <a:ext cx="5851525" cy="46672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237490" marR="5080" indent="-225425">
              <a:lnSpc>
                <a:spcPct val="114500"/>
              </a:lnSpc>
              <a:spcBef>
                <a:spcPts val="60"/>
              </a:spcBef>
              <a:tabLst>
                <a:tab pos="238760" algn="l"/>
              </a:tabLst>
            </a:pPr>
            <a:r>
              <a:rPr sz="1300" b="1" spc="-50" dirty="0">
                <a:solidFill>
                  <a:srgbClr val="363B3B"/>
                </a:solidFill>
                <a:latin typeface="Arial"/>
                <a:cs typeface="Arial"/>
              </a:rPr>
              <a:t>0</a:t>
            </a:r>
            <a:r>
              <a:rPr sz="1300" b="1" dirty="0">
                <a:solidFill>
                  <a:srgbClr val="363B3B"/>
                </a:solidFill>
                <a:latin typeface="Arial"/>
                <a:cs typeface="Arial"/>
              </a:rPr>
              <a:t>		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The</a:t>
            </a:r>
            <a:r>
              <a:rPr sz="1250" spc="6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4D4F52"/>
                </a:solidFill>
                <a:latin typeface="Arial"/>
                <a:cs typeface="Arial"/>
              </a:rPr>
              <a:t>flow</a:t>
            </a:r>
            <a:r>
              <a:rPr sz="1250" spc="-15" dirty="0">
                <a:solidFill>
                  <a:srgbClr val="4D4F52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diagram</a:t>
            </a:r>
            <a:r>
              <a:rPr sz="1250" spc="7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represents</a:t>
            </a:r>
            <a:r>
              <a:rPr sz="1250" spc="35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a</a:t>
            </a:r>
            <a:r>
              <a:rPr sz="1250" spc="5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spc="-10" dirty="0">
                <a:solidFill>
                  <a:srgbClr val="232628"/>
                </a:solidFill>
                <a:latin typeface="Arial"/>
                <a:cs typeface="Arial"/>
              </a:rPr>
              <a:t>Spark </a:t>
            </a:r>
            <a:r>
              <a:rPr sz="1250" spc="-85" dirty="0">
                <a:solidFill>
                  <a:srgbClr val="232628"/>
                </a:solidFill>
                <a:latin typeface="Arial"/>
                <a:cs typeface="Arial"/>
              </a:rPr>
              <a:t>SQL</a:t>
            </a:r>
            <a:r>
              <a:rPr sz="1250" spc="-10" dirty="0">
                <a:solidFill>
                  <a:srgbClr val="232628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232628"/>
                </a:solidFill>
                <a:latin typeface="Arial"/>
                <a:cs typeface="Arial"/>
              </a:rPr>
              <a:t>process</a:t>
            </a:r>
            <a:r>
              <a:rPr sz="1250" spc="15" dirty="0">
                <a:solidFill>
                  <a:srgbClr val="232628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using all</a:t>
            </a:r>
            <a:r>
              <a:rPr sz="1250" spc="8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the</a:t>
            </a:r>
            <a:r>
              <a:rPr sz="1250" spc="4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four</a:t>
            </a:r>
            <a:r>
              <a:rPr sz="1250" spc="50" dirty="0">
                <a:solidFill>
                  <a:srgbClr val="363B3B"/>
                </a:solidFill>
                <a:latin typeface="Arial"/>
                <a:cs typeface="Arial"/>
              </a:rPr>
              <a:t> </a:t>
            </a:r>
            <a:r>
              <a:rPr sz="1250" dirty="0">
                <a:solidFill>
                  <a:srgbClr val="363B3B"/>
                </a:solidFill>
                <a:latin typeface="Arial"/>
                <a:cs typeface="Arial"/>
              </a:rPr>
              <a:t>l</a:t>
            </a:r>
            <a:r>
              <a:rPr sz="1250" dirty="0">
                <a:solidFill>
                  <a:srgbClr val="010103"/>
                </a:solidFill>
                <a:latin typeface="Arial"/>
                <a:cs typeface="Arial"/>
              </a:rPr>
              <a:t>i</a:t>
            </a:r>
            <a:r>
              <a:rPr sz="1250" dirty="0">
                <a:solidFill>
                  <a:srgbClr val="232628"/>
                </a:solidFill>
                <a:latin typeface="Arial"/>
                <a:cs typeface="Arial"/>
              </a:rPr>
              <a:t>bra</a:t>
            </a:r>
            <a:r>
              <a:rPr sz="1250" dirty="0">
                <a:solidFill>
                  <a:srgbClr val="4D4F52"/>
                </a:solidFill>
                <a:latin typeface="Arial"/>
                <a:cs typeface="Arial"/>
              </a:rPr>
              <a:t>ries</a:t>
            </a:r>
            <a:r>
              <a:rPr sz="1250" spc="-25" dirty="0">
                <a:solidFill>
                  <a:srgbClr val="4D4F52"/>
                </a:solidFill>
                <a:latin typeface="Arial"/>
                <a:cs typeface="Arial"/>
              </a:rPr>
              <a:t> </a:t>
            </a:r>
            <a:r>
              <a:rPr sz="1250" spc="-25" dirty="0">
                <a:solidFill>
                  <a:srgbClr val="232628"/>
                </a:solidFill>
                <a:latin typeface="Arial"/>
                <a:cs typeface="Arial"/>
              </a:rPr>
              <a:t>in </a:t>
            </a:r>
            <a:r>
              <a:rPr sz="1250" spc="-10" dirty="0">
                <a:solidFill>
                  <a:srgbClr val="363B3B"/>
                </a:solidFill>
                <a:latin typeface="Arial"/>
                <a:cs typeface="Arial"/>
              </a:rPr>
              <a:t>sequence</a:t>
            </a:r>
            <a:endParaRPr sz="1250">
              <a:latin typeface="Arial"/>
              <a:cs typeface="Arial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E0AFB52B-77BD-1A54-030A-32D9BDC26C64}"/>
              </a:ext>
            </a:extLst>
          </p:cNvPr>
          <p:cNvSpPr txBox="1"/>
          <p:nvPr/>
        </p:nvSpPr>
        <p:spPr>
          <a:xfrm>
            <a:off x="8647950" y="1477389"/>
            <a:ext cx="902969" cy="4095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30835" marR="5080" indent="-318770">
              <a:lnSpc>
                <a:spcPct val="100699"/>
              </a:lnSpc>
              <a:spcBef>
                <a:spcPts val="95"/>
              </a:spcBef>
            </a:pPr>
            <a:r>
              <a:rPr sz="1250" dirty="0">
                <a:solidFill>
                  <a:srgbClr val="4685A1"/>
                </a:solidFill>
                <a:latin typeface="Arial"/>
                <a:cs typeface="Arial"/>
              </a:rPr>
              <a:t>Data</a:t>
            </a:r>
            <a:r>
              <a:rPr sz="1250" spc="30" dirty="0">
                <a:solidFill>
                  <a:srgbClr val="4685A1"/>
                </a:solidFill>
                <a:latin typeface="Arial"/>
                <a:cs typeface="Arial"/>
              </a:rPr>
              <a:t> </a:t>
            </a:r>
            <a:r>
              <a:rPr sz="1250" spc="-30" dirty="0">
                <a:solidFill>
                  <a:srgbClr val="4685A1"/>
                </a:solidFill>
                <a:latin typeface="Arial"/>
                <a:cs typeface="Arial"/>
              </a:rPr>
              <a:t>Source </a:t>
            </a:r>
            <a:r>
              <a:rPr sz="1250" spc="-25" dirty="0">
                <a:solidFill>
                  <a:srgbClr val="4685A1"/>
                </a:solidFill>
                <a:latin typeface="Arial"/>
                <a:cs typeface="Arial"/>
              </a:rPr>
              <a:t>AP</a:t>
            </a:r>
            <a:r>
              <a:rPr sz="1250" spc="-25" dirty="0">
                <a:solidFill>
                  <a:srgbClr val="2A708A"/>
                </a:solidFill>
                <a:latin typeface="Arial"/>
                <a:cs typeface="Arial"/>
              </a:rPr>
              <a:t>!</a:t>
            </a:r>
            <a:endParaRPr sz="1250">
              <a:latin typeface="Arial"/>
              <a:cs typeface="Arial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55979AC3-EAF6-F0DC-5145-4FCE2BCE4AF7}"/>
              </a:ext>
            </a:extLst>
          </p:cNvPr>
          <p:cNvSpPr txBox="1"/>
          <p:nvPr/>
        </p:nvSpPr>
        <p:spPr>
          <a:xfrm>
            <a:off x="7232124" y="2059252"/>
            <a:ext cx="1525905" cy="99250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  <a:tabLst>
                <a:tab pos="443230" algn="l"/>
              </a:tabLst>
            </a:pPr>
            <a:r>
              <a:rPr sz="6350" spc="-1225" dirty="0">
                <a:solidFill>
                  <a:srgbClr val="1579A3"/>
                </a:solidFill>
                <a:latin typeface="Arial"/>
                <a:cs typeface="Arial"/>
              </a:rPr>
              <a:t>l</a:t>
            </a:r>
            <a:r>
              <a:rPr sz="6350" dirty="0">
                <a:solidFill>
                  <a:srgbClr val="1579A3"/>
                </a:solidFill>
                <a:latin typeface="Arial"/>
                <a:cs typeface="Arial"/>
              </a:rPr>
              <a:t>	</a:t>
            </a:r>
            <a:r>
              <a:rPr sz="1250" spc="-20" dirty="0">
                <a:solidFill>
                  <a:srgbClr val="2A708A"/>
                </a:solidFill>
                <a:latin typeface="Arial"/>
                <a:cs typeface="Arial"/>
              </a:rPr>
              <a:t>D</a:t>
            </a:r>
            <a:r>
              <a:rPr sz="1250" spc="-20" dirty="0">
                <a:solidFill>
                  <a:srgbClr val="4685A1"/>
                </a:solidFill>
                <a:latin typeface="Arial"/>
                <a:cs typeface="Arial"/>
              </a:rPr>
              <a:t>ataF</a:t>
            </a:r>
            <a:r>
              <a:rPr sz="1250" spc="-20" dirty="0">
                <a:solidFill>
                  <a:srgbClr val="52A0BF"/>
                </a:solidFill>
                <a:latin typeface="Arial"/>
                <a:cs typeface="Arial"/>
              </a:rPr>
              <a:t>r</a:t>
            </a:r>
            <a:r>
              <a:rPr sz="1250" spc="-20" dirty="0">
                <a:solidFill>
                  <a:srgbClr val="4685A1"/>
                </a:solidFill>
                <a:latin typeface="Arial"/>
                <a:cs typeface="Arial"/>
              </a:rPr>
              <a:t>ame</a:t>
            </a:r>
            <a:r>
              <a:rPr sz="1250" spc="10" dirty="0">
                <a:solidFill>
                  <a:srgbClr val="4685A1"/>
                </a:solidFill>
                <a:latin typeface="Arial"/>
                <a:cs typeface="Arial"/>
              </a:rPr>
              <a:t> </a:t>
            </a:r>
            <a:r>
              <a:rPr sz="1250" spc="-25" dirty="0">
                <a:solidFill>
                  <a:srgbClr val="4685A1"/>
                </a:solidFill>
                <a:latin typeface="Arial"/>
                <a:cs typeface="Arial"/>
              </a:rPr>
              <a:t>AP</a:t>
            </a:r>
            <a:r>
              <a:rPr sz="1250" spc="-25" dirty="0">
                <a:solidFill>
                  <a:srgbClr val="2A708A"/>
                </a:solidFill>
                <a:latin typeface="Arial"/>
                <a:cs typeface="Arial"/>
              </a:rPr>
              <a:t>!</a:t>
            </a:r>
            <a:endParaRPr sz="1250">
              <a:latin typeface="Arial"/>
              <a:cs typeface="Arial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0DF07DB5-A610-B79B-5B12-A83D2CF0AAF6}"/>
              </a:ext>
            </a:extLst>
          </p:cNvPr>
          <p:cNvSpPr txBox="1"/>
          <p:nvPr/>
        </p:nvSpPr>
        <p:spPr>
          <a:xfrm>
            <a:off x="476007" y="3386027"/>
            <a:ext cx="1351915" cy="7067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  <a:tabLst>
                <a:tab pos="889635" algn="l"/>
              </a:tabLst>
            </a:pPr>
            <a:r>
              <a:rPr sz="2300" b="1" i="1" spc="-20" dirty="0">
                <a:solidFill>
                  <a:srgbClr val="232628"/>
                </a:solidFill>
                <a:latin typeface="Arial"/>
                <a:cs typeface="Arial"/>
              </a:rPr>
              <a:t>Spa</a:t>
            </a:r>
            <a:r>
              <a:rPr sz="2300" b="1" i="1" spc="-20" dirty="0">
                <a:solidFill>
                  <a:srgbClr val="8E521F"/>
                </a:solidFill>
                <a:latin typeface="Arial"/>
                <a:cs typeface="Arial"/>
              </a:rPr>
              <a:t>�</a:t>
            </a:r>
            <a:r>
              <a:rPr sz="2300" b="1" i="1" dirty="0">
                <a:solidFill>
                  <a:srgbClr val="8E521F"/>
                </a:solidFill>
                <a:latin typeface="Arial"/>
                <a:cs typeface="Arial"/>
              </a:rPr>
              <a:t>	</a:t>
            </a:r>
            <a:r>
              <a:rPr sz="2450" b="1" spc="-535" dirty="0">
                <a:solidFill>
                  <a:srgbClr val="232628"/>
                </a:solidFill>
                <a:latin typeface="Arial"/>
                <a:cs typeface="Arial"/>
              </a:rPr>
              <a:t>SQL</a:t>
            </a:r>
            <a:endParaRPr sz="2450">
              <a:latin typeface="Arial"/>
              <a:cs typeface="Arial"/>
            </a:endParaRPr>
          </a:p>
          <a:p>
            <a:pPr marL="107314">
              <a:lnSpc>
                <a:spcPct val="100000"/>
              </a:lnSpc>
              <a:spcBef>
                <a:spcPts val="5"/>
              </a:spcBef>
            </a:pPr>
            <a:r>
              <a:rPr sz="2000" b="1" spc="-10" dirty="0">
                <a:solidFill>
                  <a:srgbClr val="44B1DF"/>
                </a:solidFill>
                <a:latin typeface="Arial"/>
                <a:cs typeface="Arial"/>
              </a:rPr>
              <a:t>RESULTS</a:t>
            </a:r>
            <a:endParaRPr sz="2000">
              <a:latin typeface="Arial"/>
              <a:cs typeface="Arial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6EC4B0D3-9C2C-A190-B9FE-EF1AF9C8A71D}"/>
              </a:ext>
            </a:extLst>
          </p:cNvPr>
          <p:cNvSpPr txBox="1"/>
          <p:nvPr/>
        </p:nvSpPr>
        <p:spPr>
          <a:xfrm>
            <a:off x="2052736" y="3239399"/>
            <a:ext cx="912494" cy="1006475"/>
          </a:xfrm>
          <a:prstGeom prst="rect">
            <a:avLst/>
          </a:prstGeom>
        </p:spPr>
        <p:txBody>
          <a:bodyPr vert="horz" wrap="square" lIns="0" tIns="161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70"/>
              </a:spcBef>
              <a:tabLst>
                <a:tab pos="898525" algn="l"/>
              </a:tabLst>
            </a:pPr>
            <a:r>
              <a:rPr sz="2450" b="1" u="heavy" dirty="0">
                <a:solidFill>
                  <a:srgbClr val="232628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2450">
              <a:latin typeface="Arial"/>
              <a:cs typeface="Arial"/>
            </a:endParaRPr>
          </a:p>
          <a:p>
            <a:pPr marL="158115" marR="106680" indent="-114935">
              <a:lnSpc>
                <a:spcPct val="100699"/>
              </a:lnSpc>
              <a:spcBef>
                <a:spcPts val="590"/>
              </a:spcBef>
            </a:pPr>
            <a:r>
              <a:rPr sz="1250" spc="-25" dirty="0">
                <a:solidFill>
                  <a:srgbClr val="4685A1"/>
                </a:solidFill>
                <a:latin typeface="Arial"/>
                <a:cs typeface="Arial"/>
              </a:rPr>
              <a:t>Spark</a:t>
            </a:r>
            <a:r>
              <a:rPr sz="1250" spc="-45" dirty="0">
                <a:solidFill>
                  <a:srgbClr val="4685A1"/>
                </a:solidFill>
                <a:latin typeface="Arial"/>
                <a:cs typeface="Arial"/>
              </a:rPr>
              <a:t> </a:t>
            </a:r>
            <a:r>
              <a:rPr sz="1250" spc="-30" dirty="0">
                <a:solidFill>
                  <a:srgbClr val="4685A1"/>
                </a:solidFill>
                <a:latin typeface="Arial"/>
                <a:cs typeface="Arial"/>
              </a:rPr>
              <a:t>SQ</a:t>
            </a:r>
            <a:r>
              <a:rPr sz="1250" spc="-30" dirty="0">
                <a:solidFill>
                  <a:srgbClr val="2A708A"/>
                </a:solidFill>
                <a:latin typeface="Arial"/>
                <a:cs typeface="Arial"/>
              </a:rPr>
              <a:t>L 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Serv</a:t>
            </a:r>
            <a:r>
              <a:rPr sz="1250" spc="-10" dirty="0">
                <a:solidFill>
                  <a:srgbClr val="2A708A"/>
                </a:solidFill>
                <a:latin typeface="Arial"/>
                <a:cs typeface="Arial"/>
              </a:rPr>
              <a:t>i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ce</a:t>
            </a:r>
            <a:endParaRPr sz="1250">
              <a:latin typeface="Arial"/>
              <a:cs typeface="Arial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7674935D-8050-29AC-151C-A5CFCDC66399}"/>
              </a:ext>
            </a:extLst>
          </p:cNvPr>
          <p:cNvSpPr txBox="1"/>
          <p:nvPr/>
        </p:nvSpPr>
        <p:spPr>
          <a:xfrm>
            <a:off x="3772417" y="3373239"/>
            <a:ext cx="676910" cy="117602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74930">
              <a:lnSpc>
                <a:spcPct val="100000"/>
              </a:lnSpc>
              <a:spcBef>
                <a:spcPts val="120"/>
              </a:spcBef>
            </a:pPr>
            <a:r>
              <a:rPr sz="3000" spc="-420" dirty="0">
                <a:solidFill>
                  <a:srgbClr val="7097AA"/>
                </a:solidFill>
                <a:latin typeface="Arial"/>
                <a:cs typeface="Arial"/>
              </a:rPr>
              <a:t>...</a:t>
            </a:r>
            <a:endParaRPr sz="3000">
              <a:latin typeface="Arial"/>
              <a:cs typeface="Arial"/>
            </a:endParaRPr>
          </a:p>
          <a:p>
            <a:pPr marL="12700" marR="5080" indent="-635">
              <a:lnSpc>
                <a:spcPct val="100099"/>
              </a:lnSpc>
              <a:spcBef>
                <a:spcPts val="1470"/>
              </a:spcBef>
            </a:pPr>
            <a:r>
              <a:rPr sz="1100" spc="-10" dirty="0">
                <a:solidFill>
                  <a:srgbClr val="363B3B"/>
                </a:solidFill>
                <a:latin typeface="Arial"/>
                <a:cs typeface="Arial"/>
              </a:rPr>
              <a:t>Res</a:t>
            </a:r>
            <a:r>
              <a:rPr sz="1100" spc="-10" dirty="0">
                <a:solidFill>
                  <a:srgbClr val="6B6B6B"/>
                </a:solidFill>
                <a:latin typeface="Arial"/>
                <a:cs typeface="Arial"/>
              </a:rPr>
              <a:t>il</a:t>
            </a:r>
            <a:r>
              <a:rPr sz="1100" spc="-10" dirty="0">
                <a:solidFill>
                  <a:srgbClr val="232628"/>
                </a:solidFill>
                <a:latin typeface="Arial"/>
                <a:cs typeface="Arial"/>
              </a:rPr>
              <a:t>ient </a:t>
            </a:r>
            <a:r>
              <a:rPr sz="1100" spc="-25" dirty="0">
                <a:solidFill>
                  <a:srgbClr val="4D4F52"/>
                </a:solidFill>
                <a:latin typeface="Arial"/>
                <a:cs typeface="Arial"/>
              </a:rPr>
              <a:t>D</a:t>
            </a:r>
            <a:r>
              <a:rPr sz="1100" spc="-25" dirty="0">
                <a:solidFill>
                  <a:srgbClr val="6B6B6B"/>
                </a:solidFill>
                <a:latin typeface="Arial"/>
                <a:cs typeface="Arial"/>
              </a:rPr>
              <a:t>i</a:t>
            </a:r>
            <a:r>
              <a:rPr sz="1100" spc="-25" dirty="0">
                <a:solidFill>
                  <a:srgbClr val="363B3B"/>
                </a:solidFill>
                <a:latin typeface="Arial"/>
                <a:cs typeface="Arial"/>
              </a:rPr>
              <a:t>s</a:t>
            </a:r>
            <a:r>
              <a:rPr sz="1100" spc="-25" dirty="0">
                <a:solidFill>
                  <a:srgbClr val="010103"/>
                </a:solidFill>
                <a:latin typeface="Arial"/>
                <a:cs typeface="Arial"/>
              </a:rPr>
              <a:t>t</a:t>
            </a:r>
            <a:r>
              <a:rPr sz="1100" spc="-25" dirty="0">
                <a:solidFill>
                  <a:srgbClr val="4D4F52"/>
                </a:solidFill>
                <a:latin typeface="Arial"/>
                <a:cs typeface="Arial"/>
              </a:rPr>
              <a:t>ributed </a:t>
            </a:r>
            <a:r>
              <a:rPr sz="1100" spc="-10" dirty="0">
                <a:solidFill>
                  <a:srgbClr val="4D4F52"/>
                </a:solidFill>
                <a:latin typeface="Arial"/>
                <a:cs typeface="Arial"/>
              </a:rPr>
              <a:t>Dataset</a:t>
            </a:r>
            <a:endParaRPr sz="1100">
              <a:latin typeface="Arial"/>
              <a:cs typeface="Arial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D565C0B2-6C3D-2E66-285D-A062A22949FA}"/>
              </a:ext>
            </a:extLst>
          </p:cNvPr>
          <p:cNvSpPr/>
          <p:nvPr/>
        </p:nvSpPr>
        <p:spPr>
          <a:xfrm>
            <a:off x="4839897" y="4220366"/>
            <a:ext cx="191770" cy="0"/>
          </a:xfrm>
          <a:custGeom>
            <a:avLst/>
            <a:gdLst/>
            <a:ahLst/>
            <a:cxnLst/>
            <a:rect l="l" t="t" r="r" b="b"/>
            <a:pathLst>
              <a:path w="191770">
                <a:moveTo>
                  <a:pt x="0" y="0"/>
                </a:moveTo>
                <a:lnTo>
                  <a:pt x="191244" y="0"/>
                </a:lnTo>
              </a:path>
            </a:pathLst>
          </a:custGeom>
          <a:ln w="12788">
            <a:solidFill>
              <a:srgbClr val="7097A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A18E022D-7063-A465-B156-9DE07CDE0D59}"/>
              </a:ext>
            </a:extLst>
          </p:cNvPr>
          <p:cNvSpPr txBox="1"/>
          <p:nvPr/>
        </p:nvSpPr>
        <p:spPr>
          <a:xfrm>
            <a:off x="4801798" y="3907146"/>
            <a:ext cx="296545" cy="38608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4"/>
              </a:spcBef>
            </a:pPr>
            <a:r>
              <a:rPr sz="2350" spc="-245" dirty="0">
                <a:solidFill>
                  <a:srgbClr val="7097AA"/>
                </a:solidFill>
                <a:latin typeface="Arial"/>
                <a:cs typeface="Arial"/>
              </a:rPr>
              <a:t>.</a:t>
            </a:r>
            <a:r>
              <a:rPr sz="2350" spc="-575" dirty="0">
                <a:solidFill>
                  <a:srgbClr val="7097AA"/>
                </a:solidFill>
                <a:latin typeface="Arial"/>
                <a:cs typeface="Arial"/>
              </a:rPr>
              <a:t>.</a:t>
            </a:r>
            <a:r>
              <a:rPr sz="600" spc="-390" baseline="97222" dirty="0">
                <a:solidFill>
                  <a:srgbClr val="D88389"/>
                </a:solidFill>
                <a:latin typeface="Times New Roman"/>
                <a:cs typeface="Times New Roman"/>
              </a:rPr>
              <a:t>y</a:t>
            </a:r>
            <a:r>
              <a:rPr sz="2350" spc="-245" dirty="0">
                <a:solidFill>
                  <a:srgbClr val="7097AA"/>
                </a:solidFill>
                <a:latin typeface="Arial"/>
                <a:cs typeface="Arial"/>
              </a:rPr>
              <a:t>...</a:t>
            </a:r>
            <a:endParaRPr sz="2350">
              <a:latin typeface="Arial"/>
              <a:cs typeface="Arial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5ED77278-4581-7196-FDDE-EC2A8C5E0ED8}"/>
              </a:ext>
            </a:extLst>
          </p:cNvPr>
          <p:cNvSpPr txBox="1"/>
          <p:nvPr/>
        </p:nvSpPr>
        <p:spPr>
          <a:xfrm>
            <a:off x="5585494" y="3792052"/>
            <a:ext cx="993140" cy="42545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250" dirty="0">
                <a:solidFill>
                  <a:srgbClr val="2A708A"/>
                </a:solidFill>
                <a:latin typeface="Arial"/>
                <a:cs typeface="Arial"/>
              </a:rPr>
              <a:t>I</a:t>
            </a:r>
            <a:r>
              <a:rPr sz="1250" dirty="0">
                <a:solidFill>
                  <a:srgbClr val="4685A1"/>
                </a:solidFill>
                <a:latin typeface="Arial"/>
                <a:cs typeface="Arial"/>
              </a:rPr>
              <a:t>nterprete</a:t>
            </a:r>
            <a:r>
              <a:rPr sz="1250" dirty="0">
                <a:solidFill>
                  <a:srgbClr val="7097AA"/>
                </a:solidFill>
                <a:latin typeface="Arial"/>
                <a:cs typeface="Arial"/>
              </a:rPr>
              <a:t>r</a:t>
            </a:r>
            <a:r>
              <a:rPr sz="1250" spc="335" dirty="0">
                <a:solidFill>
                  <a:srgbClr val="7097AA"/>
                </a:solidFill>
                <a:latin typeface="Arial"/>
                <a:cs typeface="Arial"/>
              </a:rPr>
              <a:t> </a:t>
            </a:r>
            <a:r>
              <a:rPr sz="1300" spc="10" dirty="0">
                <a:solidFill>
                  <a:srgbClr val="4685A1"/>
                </a:solidFill>
                <a:latin typeface="Times New Roman"/>
                <a:cs typeface="Times New Roman"/>
              </a:rPr>
              <a:t>&amp;</a:t>
            </a:r>
            <a:endParaRPr sz="1300">
              <a:latin typeface="Times New Roman"/>
              <a:cs typeface="Times New Roman"/>
            </a:endParaRPr>
          </a:p>
          <a:p>
            <a:pPr marL="19685">
              <a:lnSpc>
                <a:spcPct val="100000"/>
              </a:lnSpc>
              <a:spcBef>
                <a:spcPts val="75"/>
              </a:spcBef>
            </a:pP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Opt</a:t>
            </a:r>
            <a:r>
              <a:rPr sz="1250" spc="-10" dirty="0">
                <a:solidFill>
                  <a:srgbClr val="7097AA"/>
                </a:solidFill>
                <a:latin typeface="Arial"/>
                <a:cs typeface="Arial"/>
              </a:rPr>
              <a:t>i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m</a:t>
            </a:r>
            <a:r>
              <a:rPr sz="1250" spc="-10" dirty="0">
                <a:solidFill>
                  <a:srgbClr val="52A0BF"/>
                </a:solidFill>
                <a:latin typeface="Arial"/>
                <a:cs typeface="Arial"/>
              </a:rPr>
              <a:t>i</a:t>
            </a:r>
            <a:r>
              <a:rPr sz="1250" spc="-10" dirty="0">
                <a:solidFill>
                  <a:srgbClr val="4685A1"/>
                </a:solidFill>
                <a:latin typeface="Arial"/>
                <a:cs typeface="Arial"/>
              </a:rPr>
              <a:t>zer</a:t>
            </a:r>
            <a:endParaRPr sz="125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898CF6EE-FC80-8B8B-789A-2C513DEED0A4}"/>
              </a:ext>
            </a:extLst>
          </p:cNvPr>
          <p:cNvSpPr txBox="1"/>
          <p:nvPr/>
        </p:nvSpPr>
        <p:spPr>
          <a:xfrm>
            <a:off x="8758394" y="3107884"/>
            <a:ext cx="579755" cy="35750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 marR="5080" indent="53340">
              <a:lnSpc>
                <a:spcPts val="1280"/>
              </a:lnSpc>
              <a:spcBef>
                <a:spcPts val="180"/>
              </a:spcBef>
            </a:pPr>
            <a:r>
              <a:rPr sz="1100" spc="-10" dirty="0">
                <a:solidFill>
                  <a:srgbClr val="232628"/>
                </a:solidFill>
                <a:latin typeface="Arial"/>
                <a:cs typeface="Arial"/>
              </a:rPr>
              <a:t>Na</a:t>
            </a:r>
            <a:r>
              <a:rPr sz="1100" spc="-10" dirty="0">
                <a:solidFill>
                  <a:srgbClr val="4D4F52"/>
                </a:solidFill>
                <a:latin typeface="Arial"/>
                <a:cs typeface="Arial"/>
              </a:rPr>
              <a:t>med </a:t>
            </a:r>
            <a:r>
              <a:rPr sz="1100" spc="-10" dirty="0">
                <a:solidFill>
                  <a:srgbClr val="363B3B"/>
                </a:solidFill>
                <a:latin typeface="Arial"/>
                <a:cs typeface="Arial"/>
              </a:rPr>
              <a:t>Co</a:t>
            </a:r>
            <a:r>
              <a:rPr sz="1100" spc="-10" dirty="0">
                <a:solidFill>
                  <a:srgbClr val="010103"/>
                </a:solidFill>
                <a:latin typeface="Arial"/>
                <a:cs typeface="Arial"/>
              </a:rPr>
              <a:t>l</a:t>
            </a:r>
            <a:r>
              <a:rPr sz="1100" spc="-10" dirty="0">
                <a:solidFill>
                  <a:srgbClr val="363B3B"/>
                </a:solidFill>
                <a:latin typeface="Arial"/>
                <a:cs typeface="Arial"/>
              </a:rPr>
              <a:t>umns</a:t>
            </a:r>
            <a:endParaRPr sz="1100">
              <a:latin typeface="Arial"/>
              <a:cs typeface="Arial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05185ED4-DE34-1CE5-0839-5A4C178BB159}"/>
              </a:ext>
            </a:extLst>
          </p:cNvPr>
          <p:cNvSpPr/>
          <p:nvPr/>
        </p:nvSpPr>
        <p:spPr>
          <a:xfrm>
            <a:off x="7642240" y="5172261"/>
            <a:ext cx="57785" cy="187325"/>
          </a:xfrm>
          <a:custGeom>
            <a:avLst/>
            <a:gdLst/>
            <a:ahLst/>
            <a:cxnLst/>
            <a:rect l="l" t="t" r="r" b="b"/>
            <a:pathLst>
              <a:path w="57784" h="187325">
                <a:moveTo>
                  <a:pt x="57373" y="187170"/>
                </a:moveTo>
                <a:lnTo>
                  <a:pt x="0" y="187170"/>
                </a:lnTo>
                <a:lnTo>
                  <a:pt x="0" y="0"/>
                </a:lnTo>
                <a:lnTo>
                  <a:pt x="57373" y="0"/>
                </a:lnTo>
                <a:lnTo>
                  <a:pt x="57373" y="187170"/>
                </a:lnTo>
                <a:close/>
              </a:path>
            </a:pathLst>
          </a:custGeom>
          <a:solidFill>
            <a:srgbClr val="0793C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>
            <a:extLst>
              <a:ext uri="{FF2B5EF4-FFF2-40B4-BE49-F238E27FC236}">
                <a16:creationId xmlns:a16="http://schemas.microsoft.com/office/drawing/2014/main" id="{0049A262-5866-38D1-AC15-CCC74630B51F}"/>
              </a:ext>
            </a:extLst>
          </p:cNvPr>
          <p:cNvSpPr/>
          <p:nvPr/>
        </p:nvSpPr>
        <p:spPr>
          <a:xfrm>
            <a:off x="8310170" y="5172261"/>
            <a:ext cx="817880" cy="187325"/>
          </a:xfrm>
          <a:custGeom>
            <a:avLst/>
            <a:gdLst/>
            <a:ahLst/>
            <a:cxnLst/>
            <a:rect l="l" t="t" r="r" b="b"/>
            <a:pathLst>
              <a:path w="817879" h="187325">
                <a:moveTo>
                  <a:pt x="817629" y="187170"/>
                </a:moveTo>
                <a:lnTo>
                  <a:pt x="0" y="187170"/>
                </a:lnTo>
                <a:lnTo>
                  <a:pt x="0" y="0"/>
                </a:lnTo>
                <a:lnTo>
                  <a:pt x="817629" y="0"/>
                </a:lnTo>
                <a:lnTo>
                  <a:pt x="817629" y="187170"/>
                </a:lnTo>
                <a:close/>
              </a:path>
            </a:pathLst>
          </a:custGeom>
          <a:solidFill>
            <a:srgbClr val="0793C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>
            <a:extLst>
              <a:ext uri="{FF2B5EF4-FFF2-40B4-BE49-F238E27FC236}">
                <a16:creationId xmlns:a16="http://schemas.microsoft.com/office/drawing/2014/main" id="{147E25A3-0A62-633E-7105-85F9CA1149E4}"/>
              </a:ext>
            </a:extLst>
          </p:cNvPr>
          <p:cNvSpPr/>
          <p:nvPr/>
        </p:nvSpPr>
        <p:spPr>
          <a:xfrm>
            <a:off x="9530795" y="5172261"/>
            <a:ext cx="19685" cy="187325"/>
          </a:xfrm>
          <a:custGeom>
            <a:avLst/>
            <a:gdLst/>
            <a:ahLst/>
            <a:cxnLst/>
            <a:rect l="l" t="t" r="r" b="b"/>
            <a:pathLst>
              <a:path w="19684" h="187325">
                <a:moveTo>
                  <a:pt x="19124" y="187170"/>
                </a:moveTo>
                <a:lnTo>
                  <a:pt x="0" y="187170"/>
                </a:lnTo>
                <a:lnTo>
                  <a:pt x="0" y="0"/>
                </a:lnTo>
                <a:lnTo>
                  <a:pt x="19124" y="0"/>
                </a:lnTo>
                <a:lnTo>
                  <a:pt x="19124" y="187170"/>
                </a:lnTo>
                <a:close/>
              </a:path>
            </a:pathLst>
          </a:custGeom>
          <a:solidFill>
            <a:srgbClr val="0793CD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78121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E89F-C32D-DE9C-FA96-14E4B11B8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90C9CB0F-CC58-8F10-DC92-203C595F81AC}"/>
              </a:ext>
            </a:extLst>
          </p:cNvPr>
          <p:cNvGrpSpPr/>
          <p:nvPr/>
        </p:nvGrpSpPr>
        <p:grpSpPr>
          <a:xfrm>
            <a:off x="5658991" y="1661240"/>
            <a:ext cx="4084001" cy="1817636"/>
            <a:chOff x="5435980" y="1318254"/>
            <a:chExt cx="4084001" cy="1817636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803513C9-9FED-26EA-9FC3-97AD4AFC105F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35980" y="2748695"/>
              <a:ext cx="628299" cy="95368"/>
            </a:xfrm>
            <a:prstGeom prst="rect">
              <a:avLst/>
            </a:prstGeom>
          </p:spPr>
        </p:pic>
        <p:pic>
          <p:nvPicPr>
            <p:cNvPr id="5" name="object 5">
              <a:extLst>
                <a:ext uri="{FF2B5EF4-FFF2-40B4-BE49-F238E27FC236}">
                  <a16:creationId xmlns:a16="http://schemas.microsoft.com/office/drawing/2014/main" id="{9338287B-2BF0-A95B-8062-07E452BC35C9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876285" y="1318254"/>
              <a:ext cx="437565" cy="72928"/>
            </a:xfrm>
            <a:prstGeom prst="rect">
              <a:avLst/>
            </a:prstGeom>
          </p:spPr>
        </p:pic>
        <p:pic>
          <p:nvPicPr>
            <p:cNvPr id="6" name="object 6">
              <a:extLst>
                <a:ext uri="{FF2B5EF4-FFF2-40B4-BE49-F238E27FC236}">
                  <a16:creationId xmlns:a16="http://schemas.microsoft.com/office/drawing/2014/main" id="{A12E7E9E-2617-5631-0B9D-F5167AA67E0B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477886" y="1677282"/>
              <a:ext cx="953669" cy="269271"/>
            </a:xfrm>
            <a:prstGeom prst="rect">
              <a:avLst/>
            </a:prstGeom>
          </p:spPr>
        </p:pic>
        <p:pic>
          <p:nvPicPr>
            <p:cNvPr id="7" name="object 7">
              <a:extLst>
                <a:ext uri="{FF2B5EF4-FFF2-40B4-BE49-F238E27FC236}">
                  <a16:creationId xmlns:a16="http://schemas.microsoft.com/office/drawing/2014/main" id="{E99E2BA7-51F0-A315-D828-0A5E92023BFC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978650" y="2462702"/>
              <a:ext cx="920010" cy="549762"/>
            </a:xfrm>
            <a:prstGeom prst="rect">
              <a:avLst/>
            </a:prstGeom>
          </p:spPr>
        </p:pic>
        <p:pic>
          <p:nvPicPr>
            <p:cNvPr id="8" name="object 8">
              <a:extLst>
                <a:ext uri="{FF2B5EF4-FFF2-40B4-BE49-F238E27FC236}">
                  <a16:creationId xmlns:a16="http://schemas.microsoft.com/office/drawing/2014/main" id="{DAD009C6-593D-B0DA-910A-4B86EDB89B7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622410" y="2748802"/>
              <a:ext cx="897571" cy="263662"/>
            </a:xfrm>
            <a:prstGeom prst="rect">
              <a:avLst/>
            </a:prstGeom>
          </p:spPr>
        </p:pic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B9557862-5193-E6ED-4318-4A6C58C17102}"/>
                </a:ext>
              </a:extLst>
            </p:cNvPr>
            <p:cNvSpPr/>
            <p:nvPr/>
          </p:nvSpPr>
          <p:spPr>
            <a:xfrm>
              <a:off x="6229700" y="2776863"/>
              <a:ext cx="0" cy="337185"/>
            </a:xfrm>
            <a:custGeom>
              <a:avLst/>
              <a:gdLst/>
              <a:ahLst/>
              <a:cxnLst/>
              <a:rect l="l" t="t" r="r" b="b"/>
              <a:pathLst>
                <a:path h="337185">
                  <a:moveTo>
                    <a:pt x="0" y="336588"/>
                  </a:moveTo>
                  <a:lnTo>
                    <a:pt x="0" y="0"/>
                  </a:lnTo>
                </a:path>
              </a:pathLst>
            </a:custGeom>
            <a:ln w="16827">
              <a:solidFill>
                <a:srgbClr val="4B4B4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0F861756-1883-EA6C-0755-E365EA7AADD5}"/>
                </a:ext>
              </a:extLst>
            </p:cNvPr>
            <p:cNvSpPr/>
            <p:nvPr/>
          </p:nvSpPr>
          <p:spPr>
            <a:xfrm>
              <a:off x="7371298" y="1994292"/>
              <a:ext cx="1167130" cy="0"/>
            </a:xfrm>
            <a:custGeom>
              <a:avLst/>
              <a:gdLst/>
              <a:ahLst/>
              <a:cxnLst/>
              <a:rect l="l" t="t" r="r" b="b"/>
              <a:pathLst>
                <a:path w="1167129">
                  <a:moveTo>
                    <a:pt x="0" y="0"/>
                  </a:moveTo>
                  <a:lnTo>
                    <a:pt x="1166837" y="0"/>
                  </a:lnTo>
                </a:path>
              </a:pathLst>
            </a:custGeom>
            <a:ln w="16827">
              <a:solidFill>
                <a:srgbClr val="87878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DB01CE8-AFE2-2951-93F9-D23457EA14A2}"/>
                </a:ext>
              </a:extLst>
            </p:cNvPr>
            <p:cNvSpPr/>
            <p:nvPr/>
          </p:nvSpPr>
          <p:spPr>
            <a:xfrm>
              <a:off x="7954718" y="2748813"/>
              <a:ext cx="549910" cy="0"/>
            </a:xfrm>
            <a:custGeom>
              <a:avLst/>
              <a:gdLst/>
              <a:ahLst/>
              <a:cxnLst/>
              <a:rect l="l" t="t" r="r" b="b"/>
              <a:pathLst>
                <a:path w="549909">
                  <a:moveTo>
                    <a:pt x="0" y="0"/>
                  </a:moveTo>
                  <a:lnTo>
                    <a:pt x="549757" y="0"/>
                  </a:lnTo>
                </a:path>
              </a:pathLst>
            </a:custGeom>
            <a:ln w="11214">
              <a:solidFill>
                <a:srgbClr val="3838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>
              <a:extLst>
                <a:ext uri="{FF2B5EF4-FFF2-40B4-BE49-F238E27FC236}">
                  <a16:creationId xmlns:a16="http://schemas.microsoft.com/office/drawing/2014/main" id="{9A032410-FCC6-69A1-7CBD-40ED4A979A70}"/>
                </a:ext>
              </a:extLst>
            </p:cNvPr>
            <p:cNvSpPr/>
            <p:nvPr/>
          </p:nvSpPr>
          <p:spPr>
            <a:xfrm>
              <a:off x="6260555" y="2748813"/>
              <a:ext cx="640080" cy="0"/>
            </a:xfrm>
            <a:custGeom>
              <a:avLst/>
              <a:gdLst/>
              <a:ahLst/>
              <a:cxnLst/>
              <a:rect l="l" t="t" r="r" b="b"/>
              <a:pathLst>
                <a:path w="640079">
                  <a:moveTo>
                    <a:pt x="0" y="0"/>
                  </a:moveTo>
                  <a:lnTo>
                    <a:pt x="639521" y="0"/>
                  </a:lnTo>
                </a:path>
              </a:pathLst>
            </a:custGeom>
            <a:ln w="11214">
              <a:solidFill>
                <a:srgbClr val="38383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BDDB8BA8-C2AB-B631-B2CE-F9FFDE1B53FC}"/>
                </a:ext>
              </a:extLst>
            </p:cNvPr>
            <p:cNvSpPr/>
            <p:nvPr/>
          </p:nvSpPr>
          <p:spPr>
            <a:xfrm>
              <a:off x="6327872" y="3135890"/>
              <a:ext cx="505459" cy="0"/>
            </a:xfrm>
            <a:custGeom>
              <a:avLst/>
              <a:gdLst/>
              <a:ahLst/>
              <a:cxnLst/>
              <a:rect l="l" t="t" r="r" b="b"/>
              <a:pathLst>
                <a:path w="505459">
                  <a:moveTo>
                    <a:pt x="0" y="0"/>
                  </a:moveTo>
                  <a:lnTo>
                    <a:pt x="504888" y="0"/>
                  </a:lnTo>
                </a:path>
              </a:pathLst>
            </a:custGeom>
            <a:ln w="11214">
              <a:solidFill>
                <a:srgbClr val="6B6B6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9A48DD9D-F654-6BD8-1EBA-CA45EA98195A}"/>
                </a:ext>
              </a:extLst>
            </p:cNvPr>
            <p:cNvSpPr/>
            <p:nvPr/>
          </p:nvSpPr>
          <p:spPr>
            <a:xfrm>
              <a:off x="8061305" y="3135890"/>
              <a:ext cx="347980" cy="0"/>
            </a:xfrm>
            <a:custGeom>
              <a:avLst/>
              <a:gdLst/>
              <a:ahLst/>
              <a:cxnLst/>
              <a:rect l="l" t="t" r="r" b="b"/>
              <a:pathLst>
                <a:path w="347979">
                  <a:moveTo>
                    <a:pt x="0" y="0"/>
                  </a:moveTo>
                  <a:lnTo>
                    <a:pt x="347814" y="0"/>
                  </a:lnTo>
                </a:path>
              </a:pathLst>
            </a:custGeom>
            <a:ln w="11214">
              <a:solidFill>
                <a:srgbClr val="6B6B6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object 15" descr="$PPTXTitle">
            <a:extLst>
              <a:ext uri="{FF2B5EF4-FFF2-40B4-BE49-F238E27FC236}">
                <a16:creationId xmlns:a16="http://schemas.microsoft.com/office/drawing/2014/main" id="{85932DC9-1E87-AE4D-6DE3-D89403485D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">
              <a:lnSpc>
                <a:spcPct val="100000"/>
              </a:lnSpc>
              <a:spcBef>
                <a:spcPts val="100"/>
              </a:spcBef>
            </a:pPr>
            <a:r>
              <a:rPr sz="2600" spc="-60" dirty="0">
                <a:latin typeface="Helvetica"/>
                <a:cs typeface="Helvetica"/>
              </a:rPr>
              <a:t>Spark</a:t>
            </a:r>
            <a:r>
              <a:rPr sz="2600" spc="-100" dirty="0">
                <a:latin typeface="Helvetica"/>
                <a:cs typeface="Helvetica"/>
              </a:rPr>
              <a:t> </a:t>
            </a:r>
            <a:r>
              <a:rPr sz="2600" spc="-10" dirty="0">
                <a:latin typeface="Helvetica"/>
                <a:cs typeface="Helvetica"/>
              </a:rPr>
              <a:t>Streaming</a:t>
            </a:r>
            <a:endParaRPr sz="2600">
              <a:latin typeface="Helvetica"/>
              <a:cs typeface="Helvetica"/>
            </a:endParaRPr>
          </a:p>
        </p:txBody>
      </p:sp>
      <p:sp>
        <p:nvSpPr>
          <p:cNvPr id="16" name="object 16">
            <a:extLst>
              <a:ext uri="{FF2B5EF4-FFF2-40B4-BE49-F238E27FC236}">
                <a16:creationId xmlns:a16="http://schemas.microsoft.com/office/drawing/2014/main" id="{20353475-62E5-58EC-CB47-264653AEC537}"/>
              </a:ext>
            </a:extLst>
          </p:cNvPr>
          <p:cNvSpPr txBox="1"/>
          <p:nvPr/>
        </p:nvSpPr>
        <p:spPr>
          <a:xfrm>
            <a:off x="251079" y="1147470"/>
            <a:ext cx="4872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430" dirty="0">
                <a:solidFill>
                  <a:srgbClr val="181E1F"/>
                </a:solidFill>
                <a:latin typeface="Trebuchet MS"/>
                <a:cs typeface="Trebuchet MS"/>
              </a:rPr>
              <a:t>0</a:t>
            </a:r>
            <a:r>
              <a:rPr sz="1200" spc="190" dirty="0">
                <a:solidFill>
                  <a:srgbClr val="181E1F"/>
                </a:solidFill>
                <a:latin typeface="Trebuchet MS"/>
                <a:cs typeface="Trebuchet MS"/>
              </a:rPr>
              <a:t>  </a:t>
            </a:r>
            <a:r>
              <a:rPr sz="1200" spc="10" dirty="0">
                <a:solidFill>
                  <a:srgbClr val="2C70A1"/>
                </a:solidFill>
                <a:latin typeface="Trebuchet MS"/>
                <a:cs typeface="Trebuchet MS"/>
              </a:rPr>
              <a:t>Spa</a:t>
            </a:r>
            <a:r>
              <a:rPr sz="1200" spc="10" dirty="0">
                <a:solidFill>
                  <a:srgbClr val="1E618E"/>
                </a:solidFill>
                <a:latin typeface="Trebuchet MS"/>
                <a:cs typeface="Trebuchet MS"/>
              </a:rPr>
              <a:t>rk</a:t>
            </a:r>
            <a:r>
              <a:rPr sz="1200" spc="75" dirty="0">
                <a:solidFill>
                  <a:srgbClr val="1E618E"/>
                </a:solidFill>
                <a:latin typeface="Trebuchet MS"/>
                <a:cs typeface="Trebuchet MS"/>
              </a:rPr>
              <a:t> </a:t>
            </a:r>
            <a:r>
              <a:rPr sz="1200" spc="10" dirty="0">
                <a:solidFill>
                  <a:srgbClr val="2C70A1"/>
                </a:solidFill>
                <a:latin typeface="Trebuchet MS"/>
                <a:cs typeface="Trebuchet MS"/>
              </a:rPr>
              <a:t>Stream</a:t>
            </a:r>
            <a:r>
              <a:rPr sz="1200" spc="10" dirty="0">
                <a:solidFill>
                  <a:srgbClr val="346384"/>
                </a:solidFill>
                <a:latin typeface="Trebuchet MS"/>
                <a:cs typeface="Trebuchet MS"/>
              </a:rPr>
              <a:t>i</a:t>
            </a:r>
            <a:r>
              <a:rPr sz="1200" spc="10" dirty="0">
                <a:solidFill>
                  <a:srgbClr val="2C70A1"/>
                </a:solidFill>
                <a:latin typeface="Trebuchet MS"/>
                <a:cs typeface="Trebuchet MS"/>
              </a:rPr>
              <a:t>ng</a:t>
            </a:r>
            <a:r>
              <a:rPr sz="1200" spc="95" dirty="0">
                <a:solidFill>
                  <a:srgbClr val="2C70A1"/>
                </a:solidFill>
                <a:latin typeface="Trebuchet MS"/>
                <a:cs typeface="Trebuchet MS"/>
              </a:rPr>
              <a:t> </a:t>
            </a:r>
            <a:r>
              <a:rPr sz="1200" spc="10" dirty="0">
                <a:solidFill>
                  <a:srgbClr val="181E1F"/>
                </a:solidFill>
                <a:latin typeface="Trebuchet MS"/>
                <a:cs typeface="Trebuchet MS"/>
              </a:rPr>
              <a:t>is</a:t>
            </a:r>
            <a:r>
              <a:rPr sz="1200" spc="85" dirty="0">
                <a:solidFill>
                  <a:srgbClr val="181E1F"/>
                </a:solidFill>
                <a:latin typeface="Trebuchet MS"/>
                <a:cs typeface="Trebuchet MS"/>
              </a:rPr>
              <a:t> </a:t>
            </a:r>
            <a:r>
              <a:rPr sz="1200" spc="55" dirty="0">
                <a:solidFill>
                  <a:srgbClr val="181E1F"/>
                </a:solidFill>
                <a:latin typeface="Trebuchet MS"/>
                <a:cs typeface="Trebuchet MS"/>
              </a:rPr>
              <a:t>used</a:t>
            </a:r>
            <a:r>
              <a:rPr sz="1200" spc="40" dirty="0">
                <a:solidFill>
                  <a:srgbClr val="181E1F"/>
                </a:solidFill>
                <a:latin typeface="Trebuchet MS"/>
                <a:cs typeface="Trebuchet MS"/>
              </a:rPr>
              <a:t> </a:t>
            </a:r>
            <a:r>
              <a:rPr sz="1200" spc="10" dirty="0">
                <a:solidFill>
                  <a:srgbClr val="181E1F"/>
                </a:solidFill>
                <a:latin typeface="Trebuchet MS"/>
                <a:cs typeface="Trebuchet MS"/>
              </a:rPr>
              <a:t>for</a:t>
            </a:r>
            <a:r>
              <a:rPr sz="1200" spc="80" dirty="0">
                <a:solidFill>
                  <a:srgbClr val="181E1F"/>
                </a:solidFill>
                <a:latin typeface="Trebuchet MS"/>
                <a:cs typeface="Trebuchet MS"/>
              </a:rPr>
              <a:t> </a:t>
            </a:r>
            <a:r>
              <a:rPr sz="1200" spc="10" dirty="0">
                <a:solidFill>
                  <a:srgbClr val="181E1F"/>
                </a:solidFill>
                <a:latin typeface="Trebuchet MS"/>
                <a:cs typeface="Trebuchet MS"/>
              </a:rPr>
              <a:t>processing</a:t>
            </a:r>
            <a:r>
              <a:rPr sz="1200" spc="114" dirty="0">
                <a:solidFill>
                  <a:srgbClr val="181E1F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C70A1"/>
                </a:solidFill>
                <a:latin typeface="Trebuchet MS"/>
                <a:cs typeface="Trebuchet MS"/>
              </a:rPr>
              <a:t>real-</a:t>
            </a:r>
            <a:r>
              <a:rPr sz="1200" spc="10" dirty="0">
                <a:solidFill>
                  <a:srgbClr val="2C70A1"/>
                </a:solidFill>
                <a:latin typeface="Trebuchet MS"/>
                <a:cs typeface="Trebuchet MS"/>
              </a:rPr>
              <a:t>time</a:t>
            </a:r>
            <a:r>
              <a:rPr sz="1200" spc="114" dirty="0">
                <a:solidFill>
                  <a:srgbClr val="2C70A1"/>
                </a:solidFill>
                <a:latin typeface="Trebuchet MS"/>
                <a:cs typeface="Trebuchet MS"/>
              </a:rPr>
              <a:t> </a:t>
            </a:r>
            <a:r>
              <a:rPr sz="1200" spc="10" dirty="0">
                <a:solidFill>
                  <a:srgbClr val="2C70A1"/>
                </a:solidFill>
                <a:latin typeface="Trebuchet MS"/>
                <a:cs typeface="Trebuchet MS"/>
              </a:rPr>
              <a:t>stream</a:t>
            </a:r>
            <a:r>
              <a:rPr sz="1200" spc="10" dirty="0">
                <a:solidFill>
                  <a:srgbClr val="3B84B4"/>
                </a:solidFill>
                <a:latin typeface="Trebuchet MS"/>
                <a:cs typeface="Trebuchet MS"/>
              </a:rPr>
              <a:t>i</a:t>
            </a:r>
            <a:r>
              <a:rPr sz="1200" spc="10" dirty="0">
                <a:solidFill>
                  <a:srgbClr val="2C70A1"/>
                </a:solidFill>
                <a:latin typeface="Trebuchet MS"/>
                <a:cs typeface="Trebuchet MS"/>
              </a:rPr>
              <a:t>ng</a:t>
            </a:r>
            <a:r>
              <a:rPr sz="1200" spc="140" dirty="0">
                <a:solidFill>
                  <a:srgbClr val="2C70A1"/>
                </a:solidFill>
                <a:latin typeface="Trebuchet MS"/>
                <a:cs typeface="Trebuchet MS"/>
              </a:rPr>
              <a:t> </a:t>
            </a:r>
            <a:r>
              <a:rPr sz="1200" spc="-20" dirty="0">
                <a:solidFill>
                  <a:srgbClr val="2C70A1"/>
                </a:solidFill>
                <a:latin typeface="Trebuchet MS"/>
                <a:cs typeface="Trebuchet MS"/>
              </a:rPr>
              <a:t>data</a:t>
            </a:r>
            <a:endParaRPr sz="1200" dirty="0">
              <a:latin typeface="Trebuchet MS"/>
              <a:cs typeface="Trebuchet MS"/>
            </a:endParaRPr>
          </a:p>
        </p:txBody>
      </p:sp>
      <p:sp>
        <p:nvSpPr>
          <p:cNvPr id="17" name="object 17">
            <a:extLst>
              <a:ext uri="{FF2B5EF4-FFF2-40B4-BE49-F238E27FC236}">
                <a16:creationId xmlns:a16="http://schemas.microsoft.com/office/drawing/2014/main" id="{9A8BF086-2A45-2E6B-2DF4-F782BF82A2A8}"/>
              </a:ext>
            </a:extLst>
          </p:cNvPr>
          <p:cNvSpPr txBox="1"/>
          <p:nvPr/>
        </p:nvSpPr>
        <p:spPr>
          <a:xfrm>
            <a:off x="251079" y="1730908"/>
            <a:ext cx="33305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430" dirty="0">
                <a:solidFill>
                  <a:srgbClr val="171D1E"/>
                </a:solidFill>
                <a:latin typeface="Trebuchet MS"/>
                <a:cs typeface="Trebuchet MS"/>
              </a:rPr>
              <a:t>0</a:t>
            </a:r>
            <a:r>
              <a:rPr sz="1200" spc="140" dirty="0">
                <a:solidFill>
                  <a:srgbClr val="171D1E"/>
                </a:solidFill>
                <a:latin typeface="Trebuchet MS"/>
                <a:cs typeface="Trebuchet MS"/>
              </a:rPr>
              <a:t>  </a:t>
            </a:r>
            <a:r>
              <a:rPr sz="1200" dirty="0">
                <a:solidFill>
                  <a:srgbClr val="171D1E"/>
                </a:solidFill>
                <a:latin typeface="Trebuchet MS"/>
                <a:cs typeface="Trebuchet MS"/>
              </a:rPr>
              <a:t>It</a:t>
            </a:r>
            <a:r>
              <a:rPr sz="1200" spc="70" dirty="0">
                <a:solidFill>
                  <a:srgbClr val="17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71D1E"/>
                </a:solidFill>
                <a:latin typeface="Trebuchet MS"/>
                <a:cs typeface="Trebuchet MS"/>
              </a:rPr>
              <a:t>is</a:t>
            </a:r>
            <a:r>
              <a:rPr sz="1200" spc="70" dirty="0">
                <a:solidFill>
                  <a:srgbClr val="17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71D1E"/>
                </a:solidFill>
                <a:latin typeface="Trebuchet MS"/>
                <a:cs typeface="Trebuchet MS"/>
              </a:rPr>
              <a:t>a</a:t>
            </a:r>
            <a:r>
              <a:rPr sz="1200" spc="15" dirty="0">
                <a:solidFill>
                  <a:srgbClr val="17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71D1E"/>
                </a:solidFill>
                <a:latin typeface="Trebuchet MS"/>
                <a:cs typeface="Trebuchet MS"/>
              </a:rPr>
              <a:t>useful</a:t>
            </a:r>
            <a:r>
              <a:rPr sz="1200" spc="70" dirty="0">
                <a:solidFill>
                  <a:srgbClr val="17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F709F"/>
                </a:solidFill>
                <a:latin typeface="Trebuchet MS"/>
                <a:cs typeface="Trebuchet MS"/>
              </a:rPr>
              <a:t>addition</a:t>
            </a:r>
            <a:r>
              <a:rPr sz="1200" spc="100" dirty="0">
                <a:solidFill>
                  <a:srgbClr val="2F709F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71D1E"/>
                </a:solidFill>
                <a:latin typeface="Trebuchet MS"/>
                <a:cs typeface="Trebuchet MS"/>
              </a:rPr>
              <a:t>to</a:t>
            </a:r>
            <a:r>
              <a:rPr sz="1200" spc="80" dirty="0">
                <a:solidFill>
                  <a:srgbClr val="17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71D1E"/>
                </a:solidFill>
                <a:latin typeface="Trebuchet MS"/>
                <a:cs typeface="Trebuchet MS"/>
              </a:rPr>
              <a:t>the</a:t>
            </a:r>
            <a:r>
              <a:rPr sz="1200" spc="45" dirty="0">
                <a:solidFill>
                  <a:srgbClr val="17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F709F"/>
                </a:solidFill>
                <a:latin typeface="Trebuchet MS"/>
                <a:cs typeface="Trebuchet MS"/>
              </a:rPr>
              <a:t>core</a:t>
            </a:r>
            <a:r>
              <a:rPr sz="1200" spc="65" dirty="0">
                <a:solidFill>
                  <a:srgbClr val="2F709F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F709F"/>
                </a:solidFill>
                <a:latin typeface="Trebuchet MS"/>
                <a:cs typeface="Trebuchet MS"/>
              </a:rPr>
              <a:t>Spark</a:t>
            </a:r>
            <a:r>
              <a:rPr sz="1200" spc="110" dirty="0">
                <a:solidFill>
                  <a:srgbClr val="2F709F"/>
                </a:solidFill>
                <a:latin typeface="Trebuchet MS"/>
                <a:cs typeface="Trebuchet MS"/>
              </a:rPr>
              <a:t> </a:t>
            </a:r>
            <a:r>
              <a:rPr sz="1200" spc="-25" dirty="0">
                <a:solidFill>
                  <a:srgbClr val="2F709F"/>
                </a:solidFill>
                <a:latin typeface="Trebuchet MS"/>
                <a:cs typeface="Trebuchet MS"/>
              </a:rPr>
              <a:t>AP!</a:t>
            </a:r>
            <a:endParaRPr sz="1200">
              <a:latin typeface="Trebuchet MS"/>
              <a:cs typeface="Trebuchet MS"/>
            </a:endParaRPr>
          </a:p>
        </p:txBody>
      </p:sp>
      <p:sp>
        <p:nvSpPr>
          <p:cNvPr id="18" name="object 18">
            <a:extLst>
              <a:ext uri="{FF2B5EF4-FFF2-40B4-BE49-F238E27FC236}">
                <a16:creationId xmlns:a16="http://schemas.microsoft.com/office/drawing/2014/main" id="{449FEC7F-6329-EED3-1AAE-8BEE726CA40C}"/>
              </a:ext>
            </a:extLst>
          </p:cNvPr>
          <p:cNvSpPr txBox="1"/>
          <p:nvPr/>
        </p:nvSpPr>
        <p:spPr>
          <a:xfrm>
            <a:off x="256666" y="2303932"/>
            <a:ext cx="4602480" cy="4197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7650" marR="5080" indent="-234950">
              <a:lnSpc>
                <a:spcPct val="107800"/>
              </a:lnSpc>
              <a:spcBef>
                <a:spcPts val="100"/>
              </a:spcBef>
            </a:pPr>
            <a:r>
              <a:rPr sz="1200" spc="430" dirty="0">
                <a:solidFill>
                  <a:srgbClr val="1A1D1E"/>
                </a:solidFill>
                <a:latin typeface="Trebuchet MS"/>
                <a:cs typeface="Trebuchet MS"/>
              </a:rPr>
              <a:t>0</a:t>
            </a:r>
            <a:r>
              <a:rPr sz="1200" spc="200" dirty="0">
                <a:solidFill>
                  <a:srgbClr val="1A1D1E"/>
                </a:solidFill>
                <a:latin typeface="Trebuchet MS"/>
                <a:cs typeface="Trebuchet MS"/>
              </a:rPr>
              <a:t> 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Spark</a:t>
            </a:r>
            <a:r>
              <a:rPr sz="1200" spc="190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Streaming</a:t>
            </a:r>
            <a:r>
              <a:rPr sz="1200" spc="170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enables</a:t>
            </a:r>
            <a:r>
              <a:rPr sz="1200" spc="165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D6D9B"/>
                </a:solidFill>
                <a:latin typeface="Trebuchet MS"/>
                <a:cs typeface="Trebuchet MS"/>
              </a:rPr>
              <a:t>high-</a:t>
            </a:r>
            <a:r>
              <a:rPr sz="1200" spc="50" dirty="0">
                <a:solidFill>
                  <a:srgbClr val="2D6D9B"/>
                </a:solidFill>
                <a:latin typeface="Trebuchet MS"/>
                <a:cs typeface="Trebuchet MS"/>
              </a:rPr>
              <a:t>throughput</a:t>
            </a:r>
            <a:r>
              <a:rPr sz="1200" spc="185" dirty="0">
                <a:solidFill>
                  <a:srgbClr val="2D6D9B"/>
                </a:solidFill>
                <a:latin typeface="Trebuchet MS"/>
                <a:cs typeface="Trebuchet MS"/>
              </a:rPr>
              <a:t> </a:t>
            </a:r>
            <a:r>
              <a:rPr sz="1200" spc="50" dirty="0">
                <a:solidFill>
                  <a:srgbClr val="1A1D1E"/>
                </a:solidFill>
                <a:latin typeface="Trebuchet MS"/>
                <a:cs typeface="Trebuchet MS"/>
              </a:rPr>
              <a:t>and</a:t>
            </a:r>
            <a:r>
              <a:rPr sz="1200" spc="125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D6D9B"/>
                </a:solidFill>
                <a:latin typeface="Trebuchet MS"/>
                <a:cs typeface="Trebuchet MS"/>
              </a:rPr>
              <a:t>fa</a:t>
            </a:r>
            <a:r>
              <a:rPr sz="1200" dirty="0">
                <a:solidFill>
                  <a:srgbClr val="2E7DB7"/>
                </a:solidFill>
                <a:latin typeface="Trebuchet MS"/>
                <a:cs typeface="Trebuchet MS"/>
              </a:rPr>
              <a:t>ul</a:t>
            </a:r>
            <a:r>
              <a:rPr sz="1200" dirty="0">
                <a:solidFill>
                  <a:srgbClr val="2D6D9B"/>
                </a:solidFill>
                <a:latin typeface="Trebuchet MS"/>
                <a:cs typeface="Trebuchet MS"/>
              </a:rPr>
              <a:t>t-</a:t>
            </a:r>
            <a:r>
              <a:rPr sz="1200" spc="-10" dirty="0">
                <a:solidFill>
                  <a:srgbClr val="2D6D9B"/>
                </a:solidFill>
                <a:latin typeface="Trebuchet MS"/>
                <a:cs typeface="Trebuchet MS"/>
              </a:rPr>
              <a:t>tolera</a:t>
            </a:r>
            <a:r>
              <a:rPr sz="1200" spc="-10" dirty="0">
                <a:solidFill>
                  <a:srgbClr val="2E7DB7"/>
                </a:solidFill>
                <a:latin typeface="Trebuchet MS"/>
                <a:cs typeface="Trebuchet MS"/>
              </a:rPr>
              <a:t>n</a:t>
            </a:r>
            <a:r>
              <a:rPr sz="1200" spc="-10" dirty="0">
                <a:solidFill>
                  <a:srgbClr val="2D6D9B"/>
                </a:solidFill>
                <a:latin typeface="Trebuchet MS"/>
                <a:cs typeface="Trebuchet MS"/>
              </a:rPr>
              <a:t>t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stream</a:t>
            </a:r>
            <a:r>
              <a:rPr sz="1200" spc="125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processing</a:t>
            </a:r>
            <a:r>
              <a:rPr sz="1200" spc="170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of</a:t>
            </a:r>
            <a:r>
              <a:rPr sz="1200" spc="165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live</a:t>
            </a:r>
            <a:r>
              <a:rPr sz="1200" spc="100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A1D1E"/>
                </a:solidFill>
                <a:latin typeface="Trebuchet MS"/>
                <a:cs typeface="Trebuchet MS"/>
              </a:rPr>
              <a:t>data</a:t>
            </a:r>
            <a:r>
              <a:rPr sz="1200" spc="110" dirty="0">
                <a:solidFill>
                  <a:srgbClr val="1A1D1E"/>
                </a:solidFill>
                <a:latin typeface="Trebuchet MS"/>
                <a:cs typeface="Trebuchet MS"/>
              </a:rPr>
              <a:t> </a:t>
            </a:r>
            <a:r>
              <a:rPr sz="1200" spc="-10" dirty="0">
                <a:solidFill>
                  <a:srgbClr val="1A1D1E"/>
                </a:solidFill>
                <a:latin typeface="Trebuchet MS"/>
                <a:cs typeface="Trebuchet MS"/>
              </a:rPr>
              <a:t>streams</a:t>
            </a:r>
            <a:endParaRPr sz="1200" dirty="0">
              <a:latin typeface="Trebuchet MS"/>
              <a:cs typeface="Trebuchet MS"/>
            </a:endParaRPr>
          </a:p>
        </p:txBody>
      </p:sp>
      <p:sp>
        <p:nvSpPr>
          <p:cNvPr id="19" name="object 19">
            <a:extLst>
              <a:ext uri="{FF2B5EF4-FFF2-40B4-BE49-F238E27FC236}">
                <a16:creationId xmlns:a16="http://schemas.microsoft.com/office/drawing/2014/main" id="{B71422B3-EA3B-EEA5-E681-11DA855C4105}"/>
              </a:ext>
            </a:extLst>
          </p:cNvPr>
          <p:cNvSpPr txBox="1"/>
          <p:nvPr/>
        </p:nvSpPr>
        <p:spPr>
          <a:xfrm>
            <a:off x="251079" y="3089046"/>
            <a:ext cx="4553585" cy="4152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2729" marR="5080" indent="-240665">
              <a:lnSpc>
                <a:spcPct val="106600"/>
              </a:lnSpc>
              <a:spcBef>
                <a:spcPts val="100"/>
              </a:spcBef>
            </a:pPr>
            <a:r>
              <a:rPr sz="1200" spc="430" dirty="0">
                <a:solidFill>
                  <a:srgbClr val="1C1E1E"/>
                </a:solidFill>
                <a:latin typeface="Trebuchet MS"/>
                <a:cs typeface="Trebuchet MS"/>
              </a:rPr>
              <a:t>0</a:t>
            </a:r>
            <a:r>
              <a:rPr sz="1200" spc="190" dirty="0">
                <a:solidFill>
                  <a:srgbClr val="1C1E1E"/>
                </a:solidFill>
                <a:latin typeface="Trebuchet MS"/>
                <a:cs typeface="Trebuchet MS"/>
              </a:rPr>
              <a:t> 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The</a:t>
            </a:r>
            <a:r>
              <a:rPr sz="1200" spc="80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fundamental</a:t>
            </a:r>
            <a:r>
              <a:rPr sz="1200" spc="7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stream</a:t>
            </a:r>
            <a:r>
              <a:rPr sz="1200" spc="110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unit</a:t>
            </a:r>
            <a:r>
              <a:rPr sz="1200" spc="6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is</a:t>
            </a:r>
            <a:r>
              <a:rPr sz="1200" spc="15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2D6D9B"/>
                </a:solidFill>
                <a:latin typeface="Trebuchet MS"/>
                <a:cs typeface="Trebuchet MS"/>
              </a:rPr>
              <a:t>DSt</a:t>
            </a:r>
            <a:r>
              <a:rPr sz="1200" dirty="0">
                <a:solidFill>
                  <a:srgbClr val="2F84BB"/>
                </a:solidFill>
                <a:latin typeface="Trebuchet MS"/>
                <a:cs typeface="Trebuchet MS"/>
              </a:rPr>
              <a:t>r</a:t>
            </a:r>
            <a:r>
              <a:rPr sz="1200" dirty="0">
                <a:solidFill>
                  <a:srgbClr val="2D6D9B"/>
                </a:solidFill>
                <a:latin typeface="Trebuchet MS"/>
                <a:cs typeface="Trebuchet MS"/>
              </a:rPr>
              <a:t>eam</a:t>
            </a:r>
            <a:r>
              <a:rPr sz="1200" spc="10" dirty="0">
                <a:solidFill>
                  <a:srgbClr val="2D6D9B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which</a:t>
            </a:r>
            <a:r>
              <a:rPr sz="1200" spc="6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is</a:t>
            </a:r>
            <a:r>
              <a:rPr sz="1200" spc="15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basically</a:t>
            </a:r>
            <a:r>
              <a:rPr sz="1200" spc="10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spc="-50" dirty="0">
                <a:solidFill>
                  <a:srgbClr val="1C1E1E"/>
                </a:solidFill>
                <a:latin typeface="Trebuchet MS"/>
                <a:cs typeface="Trebuchet MS"/>
              </a:rPr>
              <a:t>a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series</a:t>
            </a:r>
            <a:r>
              <a:rPr sz="1200" spc="6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of</a:t>
            </a:r>
            <a:r>
              <a:rPr sz="1200" spc="170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spc="85" dirty="0">
                <a:solidFill>
                  <a:srgbClr val="1C1E1E"/>
                </a:solidFill>
                <a:latin typeface="Trebuchet MS"/>
                <a:cs typeface="Trebuchet MS"/>
              </a:rPr>
              <a:t>RDDs</a:t>
            </a:r>
            <a:r>
              <a:rPr sz="1200" spc="9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to</a:t>
            </a:r>
            <a:r>
              <a:rPr sz="1200" spc="90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process</a:t>
            </a:r>
            <a:r>
              <a:rPr sz="1200" spc="3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the</a:t>
            </a:r>
            <a:r>
              <a:rPr sz="1200" spc="7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dirty="0">
                <a:solidFill>
                  <a:srgbClr val="1C1E1E"/>
                </a:solidFill>
                <a:latin typeface="Trebuchet MS"/>
                <a:cs typeface="Trebuchet MS"/>
              </a:rPr>
              <a:t>real-time</a:t>
            </a:r>
            <a:r>
              <a:rPr sz="1200" spc="75" dirty="0">
                <a:solidFill>
                  <a:srgbClr val="1C1E1E"/>
                </a:solidFill>
                <a:latin typeface="Trebuchet MS"/>
                <a:cs typeface="Trebuchet MS"/>
              </a:rPr>
              <a:t> </a:t>
            </a:r>
            <a:r>
              <a:rPr sz="1200" spc="-20" dirty="0">
                <a:solidFill>
                  <a:srgbClr val="1C1E1E"/>
                </a:solidFill>
                <a:latin typeface="Trebuchet MS"/>
                <a:cs typeface="Trebuchet MS"/>
              </a:rPr>
              <a:t>data</a:t>
            </a:r>
            <a:endParaRPr sz="1200">
              <a:latin typeface="Trebuchet MS"/>
              <a:cs typeface="Trebuchet MS"/>
            </a:endParaRPr>
          </a:p>
        </p:txBody>
      </p:sp>
      <p:sp>
        <p:nvSpPr>
          <p:cNvPr id="20" name="object 20">
            <a:extLst>
              <a:ext uri="{FF2B5EF4-FFF2-40B4-BE49-F238E27FC236}">
                <a16:creationId xmlns:a16="http://schemas.microsoft.com/office/drawing/2014/main" id="{15CB880C-CDCB-B91E-09C7-5B5915FE8258}"/>
              </a:ext>
            </a:extLst>
          </p:cNvPr>
          <p:cNvSpPr txBox="1"/>
          <p:nvPr/>
        </p:nvSpPr>
        <p:spPr>
          <a:xfrm>
            <a:off x="6090792" y="1249451"/>
            <a:ext cx="1158240" cy="586740"/>
          </a:xfrm>
          <a:prstGeom prst="rect">
            <a:avLst/>
          </a:prstGeom>
        </p:spPr>
        <p:txBody>
          <a:bodyPr vert="horz" wrap="square" lIns="0" tIns="36195" rIns="0" bIns="0" rtlCol="0">
            <a:spAutoFit/>
          </a:bodyPr>
          <a:lstStyle/>
          <a:p>
            <a:pPr marL="12700" marR="5080">
              <a:lnSpc>
                <a:spcPts val="2140"/>
              </a:lnSpc>
              <a:spcBef>
                <a:spcPts val="285"/>
              </a:spcBef>
            </a:pPr>
            <a:r>
              <a:rPr sz="1900" b="1" i="1" spc="90" dirty="0">
                <a:solidFill>
                  <a:srgbClr val="1C1817"/>
                </a:solidFill>
                <a:latin typeface="Arial"/>
                <a:cs typeface="Arial"/>
              </a:rPr>
              <a:t>Spo</a:t>
            </a:r>
            <a:r>
              <a:rPr sz="1900" b="1" i="1" spc="90" dirty="0">
                <a:solidFill>
                  <a:srgbClr val="844728"/>
                </a:solidFill>
                <a:latin typeface="Arial"/>
                <a:cs typeface="Arial"/>
              </a:rPr>
              <a:t>fkl </a:t>
            </a:r>
            <a:r>
              <a:rPr sz="1900" b="1" i="1" spc="-55" dirty="0">
                <a:solidFill>
                  <a:srgbClr val="1C1817"/>
                </a:solidFill>
                <a:latin typeface="Arial"/>
                <a:cs typeface="Arial"/>
              </a:rPr>
              <a:t>Streaming</a:t>
            </a:r>
            <a:endParaRPr sz="1900">
              <a:latin typeface="Arial"/>
              <a:cs typeface="Arial"/>
            </a:endParaRPr>
          </a:p>
        </p:txBody>
      </p:sp>
      <p:sp>
        <p:nvSpPr>
          <p:cNvPr id="21" name="object 21">
            <a:extLst>
              <a:ext uri="{FF2B5EF4-FFF2-40B4-BE49-F238E27FC236}">
                <a16:creationId xmlns:a16="http://schemas.microsoft.com/office/drawing/2014/main" id="{3B81C2CF-EFE2-151E-5ADC-8AF48D11D271}"/>
              </a:ext>
            </a:extLst>
          </p:cNvPr>
          <p:cNvSpPr txBox="1"/>
          <p:nvPr/>
        </p:nvSpPr>
        <p:spPr>
          <a:xfrm>
            <a:off x="6311772" y="2783611"/>
            <a:ext cx="532130" cy="309880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 marR="5080" indent="100330">
              <a:lnSpc>
                <a:spcPts val="1100"/>
              </a:lnSpc>
              <a:spcBef>
                <a:spcPts val="170"/>
              </a:spcBef>
            </a:pPr>
            <a:r>
              <a:rPr sz="950" spc="-10" dirty="0">
                <a:solidFill>
                  <a:srgbClr val="444444"/>
                </a:solidFill>
                <a:latin typeface="Helvetica"/>
                <a:cs typeface="Helvetica"/>
              </a:rPr>
              <a:t>Spart&lt; </a:t>
            </a:r>
            <a:r>
              <a:rPr sz="950" spc="-50" dirty="0">
                <a:solidFill>
                  <a:srgbClr val="444444"/>
                </a:solidFill>
                <a:latin typeface="Helvetica"/>
                <a:cs typeface="Helvetica"/>
              </a:rPr>
              <a:t>Streaming</a:t>
            </a:r>
            <a:endParaRPr sz="950">
              <a:latin typeface="Helvetica"/>
              <a:cs typeface="Helvetica"/>
            </a:endParaRPr>
          </a:p>
        </p:txBody>
      </p:sp>
      <p:sp>
        <p:nvSpPr>
          <p:cNvPr id="22" name="object 22">
            <a:extLst>
              <a:ext uri="{FF2B5EF4-FFF2-40B4-BE49-F238E27FC236}">
                <a16:creationId xmlns:a16="http://schemas.microsoft.com/office/drawing/2014/main" id="{7AAF2247-B177-BEC7-B4C9-2775ADDECF79}"/>
              </a:ext>
            </a:extLst>
          </p:cNvPr>
          <p:cNvSpPr txBox="1"/>
          <p:nvPr/>
        </p:nvSpPr>
        <p:spPr>
          <a:xfrm>
            <a:off x="8037448" y="2783738"/>
            <a:ext cx="379730" cy="309245"/>
          </a:xfrm>
          <a:prstGeom prst="rect">
            <a:avLst/>
          </a:prstGeom>
        </p:spPr>
        <p:txBody>
          <a:bodyPr vert="horz" wrap="square" lIns="0" tIns="22225" rIns="0" bIns="0" rtlCol="0">
            <a:spAutoFit/>
          </a:bodyPr>
          <a:lstStyle/>
          <a:p>
            <a:pPr marL="12700" marR="5080" indent="27940">
              <a:lnSpc>
                <a:spcPts val="1090"/>
              </a:lnSpc>
              <a:spcBef>
                <a:spcPts val="175"/>
              </a:spcBef>
            </a:pPr>
            <a:r>
              <a:rPr sz="950" spc="-10" dirty="0">
                <a:solidFill>
                  <a:srgbClr val="3E3E3E"/>
                </a:solidFill>
                <a:latin typeface="Helvetica"/>
                <a:cs typeface="Helvetica"/>
              </a:rPr>
              <a:t>Spark </a:t>
            </a:r>
            <a:r>
              <a:rPr sz="950" spc="-40" dirty="0">
                <a:solidFill>
                  <a:srgbClr val="3E3E3E"/>
                </a:solidFill>
                <a:latin typeface="Helvetica"/>
                <a:cs typeface="Helvetica"/>
              </a:rPr>
              <a:t>Engine</a:t>
            </a:r>
            <a:endParaRPr sz="950">
              <a:latin typeface="Helvetica"/>
              <a:cs typeface="Helvetica"/>
            </a:endParaRPr>
          </a:p>
        </p:txBody>
      </p:sp>
      <p:sp>
        <p:nvSpPr>
          <p:cNvPr id="23" name="object 23">
            <a:extLst>
              <a:ext uri="{FF2B5EF4-FFF2-40B4-BE49-F238E27FC236}">
                <a16:creationId xmlns:a16="http://schemas.microsoft.com/office/drawing/2014/main" id="{135414A2-0173-0217-C2B5-BF8FE77651CD}"/>
              </a:ext>
            </a:extLst>
          </p:cNvPr>
          <p:cNvSpPr txBox="1"/>
          <p:nvPr/>
        </p:nvSpPr>
        <p:spPr>
          <a:xfrm>
            <a:off x="6508115" y="3272942"/>
            <a:ext cx="190246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b="1" spc="-30" dirty="0">
                <a:solidFill>
                  <a:srgbClr val="2D2D2D"/>
                </a:solidFill>
                <a:latin typeface="Arial"/>
                <a:cs typeface="Arial"/>
              </a:rPr>
              <a:t>Figure:</a:t>
            </a:r>
            <a:r>
              <a:rPr sz="950" b="1" spc="-50" dirty="0">
                <a:solidFill>
                  <a:srgbClr val="2D2D2D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2D2D2D"/>
                </a:solidFill>
                <a:latin typeface="Trebuchet MS"/>
                <a:cs typeface="Trebuchet MS"/>
              </a:rPr>
              <a:t>Streams</a:t>
            </a:r>
            <a:r>
              <a:rPr sz="1000" i="1" spc="-55" dirty="0">
                <a:solidFill>
                  <a:srgbClr val="2D2D2D"/>
                </a:solidFill>
                <a:latin typeface="Trebuchet MS"/>
                <a:cs typeface="Trebuchet MS"/>
              </a:rPr>
              <a:t> </a:t>
            </a:r>
            <a:r>
              <a:rPr sz="1000" i="1" dirty="0">
                <a:solidFill>
                  <a:srgbClr val="2D2D2D"/>
                </a:solidFill>
                <a:latin typeface="Trebuchet MS"/>
                <a:cs typeface="Trebuchet MS"/>
              </a:rPr>
              <a:t>In</a:t>
            </a:r>
            <a:r>
              <a:rPr sz="1000" i="1" spc="-10" dirty="0">
                <a:solidFill>
                  <a:srgbClr val="2D2D2D"/>
                </a:solidFill>
                <a:latin typeface="Trebuchet MS"/>
                <a:cs typeface="Trebuchet MS"/>
              </a:rPr>
              <a:t> </a:t>
            </a:r>
            <a:r>
              <a:rPr sz="1000" i="1" spc="-30" dirty="0">
                <a:solidFill>
                  <a:srgbClr val="2D2D2D"/>
                </a:solidFill>
                <a:latin typeface="Trebuchet MS"/>
                <a:cs typeface="Trebuchet MS"/>
              </a:rPr>
              <a:t>Spark</a:t>
            </a:r>
            <a:r>
              <a:rPr sz="1000" i="1" spc="-50" dirty="0">
                <a:solidFill>
                  <a:srgbClr val="2D2D2D"/>
                </a:solidFill>
                <a:latin typeface="Trebuchet MS"/>
                <a:cs typeface="Trebuchet MS"/>
              </a:rPr>
              <a:t> </a:t>
            </a:r>
            <a:r>
              <a:rPr sz="1000" i="1" spc="-30" dirty="0">
                <a:solidFill>
                  <a:srgbClr val="2D2D2D"/>
                </a:solidFill>
                <a:latin typeface="Trebuchet MS"/>
                <a:cs typeface="Trebuchet MS"/>
              </a:rPr>
              <a:t>Streaming</a:t>
            </a:r>
            <a:endParaRPr sz="1000">
              <a:latin typeface="Trebuchet MS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8144135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1433" y="292438"/>
            <a:ext cx="8423433" cy="106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759806" algn="l" rtl="0">
              <a:lnSpc>
                <a:spcPct val="90000"/>
              </a:lnSpc>
              <a:spcBef>
                <a:spcPct val="0"/>
              </a:spcBef>
            </a:pPr>
            <a:r>
              <a:rPr lang="en-US" sz="4300" kern="1200" spc="-1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Introducing</a:t>
            </a:r>
            <a:r>
              <a:rPr lang="en-US" sz="4300" kern="1200" spc="-1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300" kern="1200" spc="-2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Spark</a:t>
            </a:r>
            <a:r>
              <a:rPr lang="en-US" sz="4300" kern="1200" spc="-1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Streaming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5925" y="1343451"/>
            <a:ext cx="8694449" cy="14647"/>
          </a:xfrm>
          <a:custGeom>
            <a:avLst/>
            <a:gdLst>
              <a:gd name="csX0" fmla="*/ 0 w 8694449"/>
              <a:gd name="csY0" fmla="*/ 0 h 14647"/>
              <a:gd name="csX1" fmla="*/ 581859 w 8694449"/>
              <a:gd name="csY1" fmla="*/ 0 h 14647"/>
              <a:gd name="csX2" fmla="*/ 1250663 w 8694449"/>
              <a:gd name="csY2" fmla="*/ 0 h 14647"/>
              <a:gd name="csX3" fmla="*/ 2006411 w 8694449"/>
              <a:gd name="csY3" fmla="*/ 0 h 14647"/>
              <a:gd name="csX4" fmla="*/ 2588271 w 8694449"/>
              <a:gd name="csY4" fmla="*/ 0 h 14647"/>
              <a:gd name="csX5" fmla="*/ 3257074 w 8694449"/>
              <a:gd name="csY5" fmla="*/ 0 h 14647"/>
              <a:gd name="csX6" fmla="*/ 4099767 w 8694449"/>
              <a:gd name="csY6" fmla="*/ 0 h 14647"/>
              <a:gd name="csX7" fmla="*/ 4594682 w 8694449"/>
              <a:gd name="csY7" fmla="*/ 0 h 14647"/>
              <a:gd name="csX8" fmla="*/ 5350430 w 8694449"/>
              <a:gd name="csY8" fmla="*/ 0 h 14647"/>
              <a:gd name="csX9" fmla="*/ 5845345 w 8694449"/>
              <a:gd name="csY9" fmla="*/ 0 h 14647"/>
              <a:gd name="csX10" fmla="*/ 6514149 w 8694449"/>
              <a:gd name="csY10" fmla="*/ 0 h 14647"/>
              <a:gd name="csX11" fmla="*/ 7269897 w 8694449"/>
              <a:gd name="csY11" fmla="*/ 0 h 14647"/>
              <a:gd name="csX12" fmla="*/ 7677867 w 8694449"/>
              <a:gd name="csY12" fmla="*/ 0 h 14647"/>
              <a:gd name="csX13" fmla="*/ 8085838 w 8694449"/>
              <a:gd name="csY13" fmla="*/ 0 h 14647"/>
              <a:gd name="csX14" fmla="*/ 8694449 w 8694449"/>
              <a:gd name="csY14" fmla="*/ 0 h 14647"/>
              <a:gd name="csX15" fmla="*/ 8694449 w 8694449"/>
              <a:gd name="csY15" fmla="*/ 14647 h 14647"/>
              <a:gd name="csX16" fmla="*/ 7938701 w 8694449"/>
              <a:gd name="csY16" fmla="*/ 14647 h 14647"/>
              <a:gd name="csX17" fmla="*/ 7269897 w 8694449"/>
              <a:gd name="csY17" fmla="*/ 14647 h 14647"/>
              <a:gd name="csX18" fmla="*/ 6688038 w 8694449"/>
              <a:gd name="csY18" fmla="*/ 14647 h 14647"/>
              <a:gd name="csX19" fmla="*/ 5932289 w 8694449"/>
              <a:gd name="csY19" fmla="*/ 14647 h 14647"/>
              <a:gd name="csX20" fmla="*/ 5263486 w 8694449"/>
              <a:gd name="csY20" fmla="*/ 14647 h 14647"/>
              <a:gd name="csX21" fmla="*/ 4420793 w 8694449"/>
              <a:gd name="csY21" fmla="*/ 14647 h 14647"/>
              <a:gd name="csX22" fmla="*/ 3578100 w 8694449"/>
              <a:gd name="csY22" fmla="*/ 14647 h 14647"/>
              <a:gd name="csX23" fmla="*/ 2822352 w 8694449"/>
              <a:gd name="csY23" fmla="*/ 14647 h 14647"/>
              <a:gd name="csX24" fmla="*/ 2066604 w 8694449"/>
              <a:gd name="csY24" fmla="*/ 14647 h 14647"/>
              <a:gd name="csX25" fmla="*/ 1310855 w 8694449"/>
              <a:gd name="csY25" fmla="*/ 14647 h 14647"/>
              <a:gd name="csX26" fmla="*/ 815941 w 8694449"/>
              <a:gd name="csY26" fmla="*/ 14647 h 14647"/>
              <a:gd name="csX27" fmla="*/ 0 w 8694449"/>
              <a:gd name="csY27" fmla="*/ 14647 h 14647"/>
              <a:gd name="csX28" fmla="*/ 0 w 8694449"/>
              <a:gd name="csY28" fmla="*/ 0 h 1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8694449" h="14647" fill="none" extrusionOk="0">
                <a:moveTo>
                  <a:pt x="0" y="0"/>
                </a:moveTo>
                <a:cubicBezTo>
                  <a:pt x="162145" y="-28804"/>
                  <a:pt x="311019" y="-12461"/>
                  <a:pt x="581859" y="0"/>
                </a:cubicBezTo>
                <a:cubicBezTo>
                  <a:pt x="852699" y="12461"/>
                  <a:pt x="1112522" y="31991"/>
                  <a:pt x="1250663" y="0"/>
                </a:cubicBezTo>
                <a:cubicBezTo>
                  <a:pt x="1388804" y="-31991"/>
                  <a:pt x="1705603" y="15214"/>
                  <a:pt x="2006411" y="0"/>
                </a:cubicBezTo>
                <a:cubicBezTo>
                  <a:pt x="2307219" y="-15214"/>
                  <a:pt x="2442886" y="13203"/>
                  <a:pt x="2588271" y="0"/>
                </a:cubicBezTo>
                <a:cubicBezTo>
                  <a:pt x="2733656" y="-13203"/>
                  <a:pt x="2946018" y="1392"/>
                  <a:pt x="3257074" y="0"/>
                </a:cubicBezTo>
                <a:cubicBezTo>
                  <a:pt x="3568130" y="-1392"/>
                  <a:pt x="3765049" y="-17408"/>
                  <a:pt x="4099767" y="0"/>
                </a:cubicBezTo>
                <a:cubicBezTo>
                  <a:pt x="4434485" y="17408"/>
                  <a:pt x="4433621" y="15782"/>
                  <a:pt x="4594682" y="0"/>
                </a:cubicBezTo>
                <a:cubicBezTo>
                  <a:pt x="4755743" y="-15782"/>
                  <a:pt x="5027507" y="12175"/>
                  <a:pt x="5350430" y="0"/>
                </a:cubicBezTo>
                <a:cubicBezTo>
                  <a:pt x="5673353" y="-12175"/>
                  <a:pt x="5680975" y="-17519"/>
                  <a:pt x="5845345" y="0"/>
                </a:cubicBezTo>
                <a:cubicBezTo>
                  <a:pt x="6009715" y="17519"/>
                  <a:pt x="6206327" y="-4943"/>
                  <a:pt x="6514149" y="0"/>
                </a:cubicBezTo>
                <a:cubicBezTo>
                  <a:pt x="6821971" y="4943"/>
                  <a:pt x="6944369" y="-37680"/>
                  <a:pt x="7269897" y="0"/>
                </a:cubicBezTo>
                <a:cubicBezTo>
                  <a:pt x="7595425" y="37680"/>
                  <a:pt x="7516962" y="2241"/>
                  <a:pt x="7677867" y="0"/>
                </a:cubicBezTo>
                <a:cubicBezTo>
                  <a:pt x="7838772" y="-2241"/>
                  <a:pt x="7990688" y="7404"/>
                  <a:pt x="8085838" y="0"/>
                </a:cubicBezTo>
                <a:cubicBezTo>
                  <a:pt x="8180988" y="-7404"/>
                  <a:pt x="8558939" y="15726"/>
                  <a:pt x="8694449" y="0"/>
                </a:cubicBezTo>
                <a:cubicBezTo>
                  <a:pt x="8694081" y="5822"/>
                  <a:pt x="8693908" y="7361"/>
                  <a:pt x="8694449" y="14647"/>
                </a:cubicBezTo>
                <a:cubicBezTo>
                  <a:pt x="8387371" y="-2845"/>
                  <a:pt x="8235841" y="-12859"/>
                  <a:pt x="7938701" y="14647"/>
                </a:cubicBezTo>
                <a:cubicBezTo>
                  <a:pt x="7641561" y="42153"/>
                  <a:pt x="7459896" y="39159"/>
                  <a:pt x="7269897" y="14647"/>
                </a:cubicBezTo>
                <a:cubicBezTo>
                  <a:pt x="7079898" y="-9865"/>
                  <a:pt x="6837550" y="1311"/>
                  <a:pt x="6688038" y="14647"/>
                </a:cubicBezTo>
                <a:cubicBezTo>
                  <a:pt x="6538526" y="27983"/>
                  <a:pt x="6202723" y="3336"/>
                  <a:pt x="5932289" y="14647"/>
                </a:cubicBezTo>
                <a:cubicBezTo>
                  <a:pt x="5661855" y="25958"/>
                  <a:pt x="5477655" y="39573"/>
                  <a:pt x="5263486" y="14647"/>
                </a:cubicBezTo>
                <a:cubicBezTo>
                  <a:pt x="5049317" y="-10279"/>
                  <a:pt x="4737808" y="6923"/>
                  <a:pt x="4420793" y="14647"/>
                </a:cubicBezTo>
                <a:cubicBezTo>
                  <a:pt x="4103778" y="22371"/>
                  <a:pt x="3912027" y="4670"/>
                  <a:pt x="3578100" y="14647"/>
                </a:cubicBezTo>
                <a:cubicBezTo>
                  <a:pt x="3244173" y="24624"/>
                  <a:pt x="3041875" y="-22867"/>
                  <a:pt x="2822352" y="14647"/>
                </a:cubicBezTo>
                <a:cubicBezTo>
                  <a:pt x="2602829" y="52161"/>
                  <a:pt x="2331703" y="-11229"/>
                  <a:pt x="2066604" y="14647"/>
                </a:cubicBezTo>
                <a:cubicBezTo>
                  <a:pt x="1801505" y="40523"/>
                  <a:pt x="1521287" y="24462"/>
                  <a:pt x="1310855" y="14647"/>
                </a:cubicBezTo>
                <a:cubicBezTo>
                  <a:pt x="1100423" y="4832"/>
                  <a:pt x="986843" y="28055"/>
                  <a:pt x="815941" y="14647"/>
                </a:cubicBezTo>
                <a:cubicBezTo>
                  <a:pt x="645039" y="1239"/>
                  <a:pt x="289657" y="-7475"/>
                  <a:pt x="0" y="14647"/>
                </a:cubicBezTo>
                <a:cubicBezTo>
                  <a:pt x="226" y="11367"/>
                  <a:pt x="-224" y="4027"/>
                  <a:pt x="0" y="0"/>
                </a:cubicBezTo>
                <a:close/>
              </a:path>
              <a:path w="8694449" h="14647" stroke="0" extrusionOk="0">
                <a:moveTo>
                  <a:pt x="0" y="0"/>
                </a:moveTo>
                <a:cubicBezTo>
                  <a:pt x="119429" y="-12740"/>
                  <a:pt x="303234" y="10059"/>
                  <a:pt x="581859" y="0"/>
                </a:cubicBezTo>
                <a:cubicBezTo>
                  <a:pt x="860484" y="-10059"/>
                  <a:pt x="845958" y="-14377"/>
                  <a:pt x="989830" y="0"/>
                </a:cubicBezTo>
                <a:cubicBezTo>
                  <a:pt x="1133702" y="14377"/>
                  <a:pt x="1623312" y="-34974"/>
                  <a:pt x="1832522" y="0"/>
                </a:cubicBezTo>
                <a:cubicBezTo>
                  <a:pt x="2041732" y="34974"/>
                  <a:pt x="2233237" y="12682"/>
                  <a:pt x="2414382" y="0"/>
                </a:cubicBezTo>
                <a:cubicBezTo>
                  <a:pt x="2595527" y="-12682"/>
                  <a:pt x="2739878" y="-5287"/>
                  <a:pt x="2996241" y="0"/>
                </a:cubicBezTo>
                <a:cubicBezTo>
                  <a:pt x="3252604" y="5287"/>
                  <a:pt x="3472321" y="-2426"/>
                  <a:pt x="3838934" y="0"/>
                </a:cubicBezTo>
                <a:cubicBezTo>
                  <a:pt x="4205547" y="2426"/>
                  <a:pt x="4198686" y="21774"/>
                  <a:pt x="4333848" y="0"/>
                </a:cubicBezTo>
                <a:cubicBezTo>
                  <a:pt x="4469010" y="-21774"/>
                  <a:pt x="4890186" y="-10934"/>
                  <a:pt x="5176541" y="0"/>
                </a:cubicBezTo>
                <a:cubicBezTo>
                  <a:pt x="5462896" y="10934"/>
                  <a:pt x="5778726" y="-34983"/>
                  <a:pt x="6019234" y="0"/>
                </a:cubicBezTo>
                <a:cubicBezTo>
                  <a:pt x="6259742" y="34983"/>
                  <a:pt x="6398931" y="-5529"/>
                  <a:pt x="6688038" y="0"/>
                </a:cubicBezTo>
                <a:cubicBezTo>
                  <a:pt x="6977145" y="5529"/>
                  <a:pt x="7194620" y="-7281"/>
                  <a:pt x="7530730" y="0"/>
                </a:cubicBezTo>
                <a:cubicBezTo>
                  <a:pt x="7866840" y="7281"/>
                  <a:pt x="7893287" y="4079"/>
                  <a:pt x="8112590" y="0"/>
                </a:cubicBezTo>
                <a:cubicBezTo>
                  <a:pt x="8331893" y="-4079"/>
                  <a:pt x="8478633" y="-27372"/>
                  <a:pt x="8694449" y="0"/>
                </a:cubicBezTo>
                <a:cubicBezTo>
                  <a:pt x="8694837" y="6839"/>
                  <a:pt x="8693919" y="10305"/>
                  <a:pt x="8694449" y="14647"/>
                </a:cubicBezTo>
                <a:cubicBezTo>
                  <a:pt x="8431883" y="2023"/>
                  <a:pt x="8278035" y="35547"/>
                  <a:pt x="8025645" y="14647"/>
                </a:cubicBezTo>
                <a:cubicBezTo>
                  <a:pt x="7773255" y="-6253"/>
                  <a:pt x="7549306" y="40900"/>
                  <a:pt x="7356841" y="14647"/>
                </a:cubicBezTo>
                <a:cubicBezTo>
                  <a:pt x="7164376" y="-11606"/>
                  <a:pt x="6750974" y="-18406"/>
                  <a:pt x="6514149" y="14647"/>
                </a:cubicBezTo>
                <a:cubicBezTo>
                  <a:pt x="6277324" y="47700"/>
                  <a:pt x="6027179" y="21286"/>
                  <a:pt x="5845345" y="14647"/>
                </a:cubicBezTo>
                <a:cubicBezTo>
                  <a:pt x="5663511" y="8008"/>
                  <a:pt x="5563200" y="602"/>
                  <a:pt x="5437375" y="14647"/>
                </a:cubicBezTo>
                <a:cubicBezTo>
                  <a:pt x="5311550" y="28693"/>
                  <a:pt x="5178501" y="33222"/>
                  <a:pt x="4942460" y="14647"/>
                </a:cubicBezTo>
                <a:cubicBezTo>
                  <a:pt x="4706420" y="-3928"/>
                  <a:pt x="4292113" y="20781"/>
                  <a:pt x="4099767" y="14647"/>
                </a:cubicBezTo>
                <a:cubicBezTo>
                  <a:pt x="3907421" y="8513"/>
                  <a:pt x="3740436" y="-5461"/>
                  <a:pt x="3430963" y="14647"/>
                </a:cubicBezTo>
                <a:cubicBezTo>
                  <a:pt x="3121490" y="34755"/>
                  <a:pt x="3056979" y="12478"/>
                  <a:pt x="2936049" y="14647"/>
                </a:cubicBezTo>
                <a:cubicBezTo>
                  <a:pt x="2815119" y="16816"/>
                  <a:pt x="2410059" y="29030"/>
                  <a:pt x="2267245" y="14647"/>
                </a:cubicBezTo>
                <a:cubicBezTo>
                  <a:pt x="2124431" y="264"/>
                  <a:pt x="1956755" y="13963"/>
                  <a:pt x="1859274" y="14647"/>
                </a:cubicBezTo>
                <a:cubicBezTo>
                  <a:pt x="1761793" y="15331"/>
                  <a:pt x="1584592" y="26814"/>
                  <a:pt x="1451304" y="14647"/>
                </a:cubicBezTo>
                <a:cubicBezTo>
                  <a:pt x="1318016" y="2481"/>
                  <a:pt x="968868" y="3648"/>
                  <a:pt x="782500" y="14647"/>
                </a:cubicBezTo>
                <a:cubicBezTo>
                  <a:pt x="596132" y="25646"/>
                  <a:pt x="248680" y="-18497"/>
                  <a:pt x="0" y="14647"/>
                </a:cubicBezTo>
                <a:cubicBezTo>
                  <a:pt x="-646" y="10028"/>
                  <a:pt x="-554" y="367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671433" y="1545293"/>
            <a:ext cx="8423433" cy="3405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93257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Continuous </a:t>
            </a:r>
            <a:r>
              <a:rPr lang="en-US" b="1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processing</a:t>
            </a:r>
            <a:r>
              <a:rPr lang="en-US" b="1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b="1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1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endless</a:t>
            </a:r>
            <a:r>
              <a:rPr lang="en-US" b="1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streams</a:t>
            </a:r>
            <a:r>
              <a:rPr lang="en-US" b="1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b="1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endParaRPr lang="en-US" b="1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3257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b="1" kern="1200" spc="-1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Design</a:t>
            </a:r>
            <a:r>
              <a:rPr lang="en-US" b="1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Goals</a:t>
            </a:r>
            <a:endParaRPr lang="en-US" b="1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920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latency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920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kern="1200" spc="-1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One-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Event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Processing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920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Linear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Scalability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920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920" algn="l"/>
              </a:tabLst>
            </a:pP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Integration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Spark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Core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DataFrame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3257" marR="406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b="1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Provides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unified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programming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model</a:t>
            </a:r>
            <a:r>
              <a:rPr lang="en-US" b="1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both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</a:t>
            </a:r>
            <a:r>
              <a:rPr lang="en-US" b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en-US" b="1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 </a:t>
            </a:r>
            <a:r>
              <a:rPr lang="en-US" b="1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operations</a:t>
            </a:r>
            <a:endParaRPr lang="en-US" b="1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92365" y="155575"/>
            <a:ext cx="5669230" cy="426283"/>
          </a:xfrm>
          <a:prstGeom prst="rect">
            <a:avLst/>
          </a:prstGeom>
        </p:spPr>
        <p:txBody>
          <a:bodyPr vert="horz" wrap="square" lIns="0" tIns="10680" rIns="0" bIns="0" rtlCol="0">
            <a:spAutoFit/>
          </a:bodyPr>
          <a:lstStyle/>
          <a:p>
            <a:pPr marL="382446">
              <a:spcBef>
                <a:spcPts val="84"/>
              </a:spcBef>
            </a:pPr>
            <a:r>
              <a:rPr spc="-163" dirty="0">
                <a:solidFill>
                  <a:srgbClr val="0070C0"/>
                </a:solidFill>
              </a:rPr>
              <a:t>Evolution</a:t>
            </a:r>
            <a:r>
              <a:rPr spc="-176" dirty="0">
                <a:solidFill>
                  <a:srgbClr val="0070C0"/>
                </a:solidFill>
              </a:rPr>
              <a:t> </a:t>
            </a:r>
            <a:r>
              <a:rPr spc="-8" dirty="0">
                <a:solidFill>
                  <a:srgbClr val="0070C0"/>
                </a:solidFill>
              </a:rPr>
              <a:t>of</a:t>
            </a:r>
            <a:r>
              <a:rPr spc="-172" dirty="0">
                <a:solidFill>
                  <a:srgbClr val="0070C0"/>
                </a:solidFill>
              </a:rPr>
              <a:t> </a:t>
            </a:r>
            <a:r>
              <a:rPr spc="-280" dirty="0">
                <a:solidFill>
                  <a:srgbClr val="0070C0"/>
                </a:solidFill>
              </a:rPr>
              <a:t>Spark</a:t>
            </a:r>
            <a:r>
              <a:rPr spc="-176" dirty="0">
                <a:solidFill>
                  <a:srgbClr val="0070C0"/>
                </a:solidFill>
              </a:rPr>
              <a:t> </a:t>
            </a:r>
            <a:r>
              <a:rPr spc="-220" dirty="0">
                <a:solidFill>
                  <a:srgbClr val="0070C0"/>
                </a:solidFill>
              </a:rPr>
              <a:t>Stream</a:t>
            </a:r>
            <a:r>
              <a:rPr spc="-176" dirty="0">
                <a:solidFill>
                  <a:srgbClr val="0070C0"/>
                </a:solidFill>
              </a:rPr>
              <a:t> </a:t>
            </a:r>
            <a:r>
              <a:rPr spc="-252" dirty="0">
                <a:solidFill>
                  <a:srgbClr val="0070C0"/>
                </a:solidFill>
              </a:rPr>
              <a:t>Engine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61543" y="1348735"/>
            <a:ext cx="3221905" cy="636639"/>
          </a:xfrm>
          <a:prstGeom prst="rect">
            <a:avLst/>
          </a:prstGeom>
        </p:spPr>
        <p:txBody>
          <a:bodyPr vert="horz" wrap="square" lIns="0" tIns="46282" rIns="0" bIns="0" rtlCol="0">
            <a:spAutoFit/>
          </a:bodyPr>
          <a:lstStyle/>
          <a:p>
            <a:pPr marL="193257" marR="4069" indent="-183086">
              <a:lnSpc>
                <a:spcPts val="2251"/>
              </a:lnSpc>
              <a:spcBef>
                <a:spcPts val="364"/>
              </a:spcBef>
              <a:buChar char="•"/>
              <a:tabLst>
                <a:tab pos="193257" algn="l"/>
              </a:tabLst>
            </a:pPr>
            <a:r>
              <a:rPr sz="2082" spc="-76" dirty="0">
                <a:latin typeface="Arial"/>
                <a:cs typeface="Arial"/>
              </a:rPr>
              <a:t>Traditional</a:t>
            </a:r>
            <a:r>
              <a:rPr sz="2082" spc="-32" dirty="0">
                <a:latin typeface="Arial"/>
                <a:cs typeface="Arial"/>
              </a:rPr>
              <a:t> </a:t>
            </a:r>
            <a:r>
              <a:rPr sz="2082" spc="-140" dirty="0">
                <a:latin typeface="Arial"/>
                <a:cs typeface="Arial"/>
              </a:rPr>
              <a:t>Record-</a:t>
            </a:r>
            <a:r>
              <a:rPr sz="2082" spc="-48" dirty="0">
                <a:latin typeface="Arial"/>
                <a:cs typeface="Arial"/>
              </a:rPr>
              <a:t>at-</a:t>
            </a:r>
            <a:r>
              <a:rPr sz="2082" spc="-120" dirty="0">
                <a:latin typeface="Arial"/>
                <a:cs typeface="Arial"/>
              </a:rPr>
              <a:t>a-</a:t>
            </a:r>
            <a:r>
              <a:rPr sz="2082" spc="-16" dirty="0">
                <a:latin typeface="Arial"/>
                <a:cs typeface="Arial"/>
              </a:rPr>
              <a:t>time </a:t>
            </a:r>
            <a:r>
              <a:rPr sz="2082" spc="-144" dirty="0">
                <a:latin typeface="Arial"/>
                <a:cs typeface="Arial"/>
              </a:rPr>
              <a:t>Processing</a:t>
            </a:r>
            <a:r>
              <a:rPr sz="2082" spc="-96" dirty="0">
                <a:latin typeface="Arial"/>
                <a:cs typeface="Arial"/>
              </a:rPr>
              <a:t> </a:t>
            </a:r>
            <a:r>
              <a:rPr sz="2082" spc="-16" dirty="0">
                <a:latin typeface="Arial"/>
                <a:cs typeface="Arial"/>
              </a:rPr>
              <a:t>Model</a:t>
            </a:r>
            <a:endParaRPr sz="2082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38308" y="1348735"/>
            <a:ext cx="3447718" cy="636639"/>
          </a:xfrm>
          <a:prstGeom prst="rect">
            <a:avLst/>
          </a:prstGeom>
        </p:spPr>
        <p:txBody>
          <a:bodyPr vert="horz" wrap="square" lIns="0" tIns="46282" rIns="0" bIns="0" rtlCol="0">
            <a:spAutoFit/>
          </a:bodyPr>
          <a:lstStyle/>
          <a:p>
            <a:pPr marL="193257" marR="4069" indent="-183086">
              <a:lnSpc>
                <a:spcPts val="2251"/>
              </a:lnSpc>
              <a:spcBef>
                <a:spcPts val="364"/>
              </a:spcBef>
              <a:buChar char="•"/>
              <a:tabLst>
                <a:tab pos="193257" algn="l"/>
              </a:tabLst>
            </a:pPr>
            <a:r>
              <a:rPr sz="2082" spc="-88" dirty="0">
                <a:latin typeface="Arial"/>
                <a:cs typeface="Arial"/>
              </a:rPr>
              <a:t>Advent</a:t>
            </a:r>
            <a:r>
              <a:rPr sz="2082" spc="-108" dirty="0">
                <a:latin typeface="Arial"/>
                <a:cs typeface="Arial"/>
              </a:rPr>
              <a:t> </a:t>
            </a:r>
            <a:r>
              <a:rPr sz="2082" dirty="0">
                <a:latin typeface="Arial"/>
                <a:cs typeface="Arial"/>
              </a:rPr>
              <a:t>of</a:t>
            </a:r>
            <a:r>
              <a:rPr sz="2082" spc="-100" dirty="0">
                <a:latin typeface="Arial"/>
                <a:cs typeface="Arial"/>
              </a:rPr>
              <a:t> </a:t>
            </a:r>
            <a:r>
              <a:rPr sz="2082" spc="-48" dirty="0">
                <a:latin typeface="Arial"/>
                <a:cs typeface="Arial"/>
              </a:rPr>
              <a:t>Micro-</a:t>
            </a:r>
            <a:r>
              <a:rPr sz="2082" spc="-124" dirty="0">
                <a:latin typeface="Arial"/>
                <a:cs typeface="Arial"/>
              </a:rPr>
              <a:t>Batch</a:t>
            </a:r>
            <a:r>
              <a:rPr sz="2082" spc="-104" dirty="0">
                <a:latin typeface="Arial"/>
                <a:cs typeface="Arial"/>
              </a:rPr>
              <a:t> </a:t>
            </a:r>
            <a:r>
              <a:rPr sz="2082" spc="-96" dirty="0">
                <a:latin typeface="Arial"/>
                <a:cs typeface="Arial"/>
              </a:rPr>
              <a:t>Stream </a:t>
            </a:r>
            <a:r>
              <a:rPr sz="2082" spc="-68" dirty="0">
                <a:latin typeface="Arial"/>
                <a:cs typeface="Arial"/>
              </a:rPr>
              <a:t>Processing</a:t>
            </a:r>
            <a:endParaRPr sz="2082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8894" y="2112878"/>
            <a:ext cx="9066699" cy="214095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8590" y="191052"/>
            <a:ext cx="8826294" cy="1148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0171" algn="l" rtl="0">
              <a:lnSpc>
                <a:spcPct val="90000"/>
              </a:lnSpc>
              <a:spcBef>
                <a:spcPct val="0"/>
              </a:spcBef>
              <a:tabLst>
                <a:tab pos="1208874" algn="l"/>
              </a:tabLst>
            </a:pPr>
            <a:r>
              <a:rPr lang="en-US" sz="4300" kern="1200" spc="-296">
                <a:latin typeface="+mj-lt"/>
                <a:cs typeface="+mj-cs"/>
              </a:rPr>
              <a:t>Spark </a:t>
            </a:r>
            <a:r>
              <a:rPr lang="en-US" sz="4300" kern="1200" spc="-203">
                <a:latin typeface="+mj-lt"/>
                <a:cs typeface="+mj-cs"/>
              </a:rPr>
              <a:t>Streaming</a:t>
            </a:r>
            <a:r>
              <a:rPr lang="en-US" sz="4300" kern="1200" spc="-128">
                <a:latin typeface="+mj-lt"/>
                <a:cs typeface="+mj-cs"/>
              </a:rPr>
              <a:t> </a:t>
            </a:r>
            <a:r>
              <a:rPr lang="en-US" sz="4300" kern="1200" spc="-104">
                <a:latin typeface="+mj-lt"/>
                <a:cs typeface="+mj-cs"/>
              </a:rPr>
              <a:t>Architecture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590" y="1346792"/>
            <a:ext cx="8789670" cy="14647"/>
          </a:xfrm>
          <a:custGeom>
            <a:avLst/>
            <a:gdLst>
              <a:gd name="csX0" fmla="*/ 0 w 8789670"/>
              <a:gd name="csY0" fmla="*/ 0 h 14647"/>
              <a:gd name="csX1" fmla="*/ 764025 w 8789670"/>
              <a:gd name="csY1" fmla="*/ 0 h 14647"/>
              <a:gd name="csX2" fmla="*/ 1615947 w 8789670"/>
              <a:gd name="csY2" fmla="*/ 0 h 14647"/>
              <a:gd name="csX3" fmla="*/ 2028385 w 8789670"/>
              <a:gd name="csY3" fmla="*/ 0 h 14647"/>
              <a:gd name="csX4" fmla="*/ 2616617 w 8789670"/>
              <a:gd name="csY4" fmla="*/ 0 h 14647"/>
              <a:gd name="csX5" fmla="*/ 3029056 w 8789670"/>
              <a:gd name="csY5" fmla="*/ 0 h 14647"/>
              <a:gd name="csX6" fmla="*/ 3705184 w 8789670"/>
              <a:gd name="csY6" fmla="*/ 0 h 14647"/>
              <a:gd name="csX7" fmla="*/ 4293416 w 8789670"/>
              <a:gd name="csY7" fmla="*/ 0 h 14647"/>
              <a:gd name="csX8" fmla="*/ 5057441 w 8789670"/>
              <a:gd name="csY8" fmla="*/ 0 h 14647"/>
              <a:gd name="csX9" fmla="*/ 5909363 w 8789670"/>
              <a:gd name="csY9" fmla="*/ 0 h 14647"/>
              <a:gd name="csX10" fmla="*/ 6585491 w 8789670"/>
              <a:gd name="csY10" fmla="*/ 0 h 14647"/>
              <a:gd name="csX11" fmla="*/ 7437413 w 8789670"/>
              <a:gd name="csY11" fmla="*/ 0 h 14647"/>
              <a:gd name="csX12" fmla="*/ 8113542 w 8789670"/>
              <a:gd name="csY12" fmla="*/ 0 h 14647"/>
              <a:gd name="csX13" fmla="*/ 8789670 w 8789670"/>
              <a:gd name="csY13" fmla="*/ 0 h 14647"/>
              <a:gd name="csX14" fmla="*/ 8789670 w 8789670"/>
              <a:gd name="csY14" fmla="*/ 14647 h 14647"/>
              <a:gd name="csX15" fmla="*/ 8113542 w 8789670"/>
              <a:gd name="csY15" fmla="*/ 14647 h 14647"/>
              <a:gd name="csX16" fmla="*/ 7613206 w 8789670"/>
              <a:gd name="csY16" fmla="*/ 14647 h 14647"/>
              <a:gd name="csX17" fmla="*/ 7200768 w 8789670"/>
              <a:gd name="csY17" fmla="*/ 14647 h 14647"/>
              <a:gd name="csX18" fmla="*/ 6612536 w 8789670"/>
              <a:gd name="csY18" fmla="*/ 14647 h 14647"/>
              <a:gd name="csX19" fmla="*/ 5936408 w 8789670"/>
              <a:gd name="csY19" fmla="*/ 14647 h 14647"/>
              <a:gd name="csX20" fmla="*/ 5348176 w 8789670"/>
              <a:gd name="csY20" fmla="*/ 14647 h 14647"/>
              <a:gd name="csX21" fmla="*/ 4847841 w 8789670"/>
              <a:gd name="csY21" fmla="*/ 14647 h 14647"/>
              <a:gd name="csX22" fmla="*/ 3995919 w 8789670"/>
              <a:gd name="csY22" fmla="*/ 14647 h 14647"/>
              <a:gd name="csX23" fmla="*/ 3319791 w 8789670"/>
              <a:gd name="csY23" fmla="*/ 14647 h 14647"/>
              <a:gd name="csX24" fmla="*/ 2555766 w 8789670"/>
              <a:gd name="csY24" fmla="*/ 14647 h 14647"/>
              <a:gd name="csX25" fmla="*/ 2143327 w 8789670"/>
              <a:gd name="csY25" fmla="*/ 14647 h 14647"/>
              <a:gd name="csX26" fmla="*/ 1642992 w 8789670"/>
              <a:gd name="csY26" fmla="*/ 14647 h 14647"/>
              <a:gd name="csX27" fmla="*/ 966864 w 8789670"/>
              <a:gd name="csY27" fmla="*/ 14647 h 14647"/>
              <a:gd name="csX28" fmla="*/ 0 w 8789670"/>
              <a:gd name="csY28" fmla="*/ 14647 h 14647"/>
              <a:gd name="csX29" fmla="*/ 0 w 8789670"/>
              <a:gd name="csY29" fmla="*/ 0 h 1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8789670" h="14647" fill="none" extrusionOk="0">
                <a:moveTo>
                  <a:pt x="0" y="0"/>
                </a:moveTo>
                <a:cubicBezTo>
                  <a:pt x="328666" y="7155"/>
                  <a:pt x="562138" y="-11652"/>
                  <a:pt x="764025" y="0"/>
                </a:cubicBezTo>
                <a:cubicBezTo>
                  <a:pt x="965912" y="11652"/>
                  <a:pt x="1233648" y="-38761"/>
                  <a:pt x="1615947" y="0"/>
                </a:cubicBezTo>
                <a:cubicBezTo>
                  <a:pt x="1998246" y="38761"/>
                  <a:pt x="1905172" y="19458"/>
                  <a:pt x="2028385" y="0"/>
                </a:cubicBezTo>
                <a:cubicBezTo>
                  <a:pt x="2151598" y="-19458"/>
                  <a:pt x="2427862" y="-17990"/>
                  <a:pt x="2616617" y="0"/>
                </a:cubicBezTo>
                <a:cubicBezTo>
                  <a:pt x="2805372" y="17990"/>
                  <a:pt x="2839009" y="12197"/>
                  <a:pt x="3029056" y="0"/>
                </a:cubicBezTo>
                <a:cubicBezTo>
                  <a:pt x="3219103" y="-12197"/>
                  <a:pt x="3568147" y="-11656"/>
                  <a:pt x="3705184" y="0"/>
                </a:cubicBezTo>
                <a:cubicBezTo>
                  <a:pt x="3842221" y="11656"/>
                  <a:pt x="4057969" y="-13277"/>
                  <a:pt x="4293416" y="0"/>
                </a:cubicBezTo>
                <a:cubicBezTo>
                  <a:pt x="4528863" y="13277"/>
                  <a:pt x="4821818" y="12465"/>
                  <a:pt x="5057441" y="0"/>
                </a:cubicBezTo>
                <a:cubicBezTo>
                  <a:pt x="5293064" y="-12465"/>
                  <a:pt x="5586319" y="33422"/>
                  <a:pt x="5909363" y="0"/>
                </a:cubicBezTo>
                <a:cubicBezTo>
                  <a:pt x="6232407" y="-33422"/>
                  <a:pt x="6337540" y="-29198"/>
                  <a:pt x="6585491" y="0"/>
                </a:cubicBezTo>
                <a:cubicBezTo>
                  <a:pt x="6833442" y="29198"/>
                  <a:pt x="7121547" y="-25776"/>
                  <a:pt x="7437413" y="0"/>
                </a:cubicBezTo>
                <a:cubicBezTo>
                  <a:pt x="7753279" y="25776"/>
                  <a:pt x="7856093" y="-19167"/>
                  <a:pt x="8113542" y="0"/>
                </a:cubicBezTo>
                <a:cubicBezTo>
                  <a:pt x="8370991" y="19167"/>
                  <a:pt x="8454659" y="24200"/>
                  <a:pt x="8789670" y="0"/>
                </a:cubicBezTo>
                <a:cubicBezTo>
                  <a:pt x="8789729" y="3399"/>
                  <a:pt x="8789848" y="9725"/>
                  <a:pt x="8789670" y="14647"/>
                </a:cubicBezTo>
                <a:cubicBezTo>
                  <a:pt x="8651207" y="5199"/>
                  <a:pt x="8386697" y="-18977"/>
                  <a:pt x="8113542" y="14647"/>
                </a:cubicBezTo>
                <a:cubicBezTo>
                  <a:pt x="7840387" y="48271"/>
                  <a:pt x="7789150" y="32743"/>
                  <a:pt x="7613206" y="14647"/>
                </a:cubicBezTo>
                <a:cubicBezTo>
                  <a:pt x="7437262" y="-3449"/>
                  <a:pt x="7311068" y="29379"/>
                  <a:pt x="7200768" y="14647"/>
                </a:cubicBezTo>
                <a:cubicBezTo>
                  <a:pt x="7090468" y="-85"/>
                  <a:pt x="6864205" y="5833"/>
                  <a:pt x="6612536" y="14647"/>
                </a:cubicBezTo>
                <a:cubicBezTo>
                  <a:pt x="6360867" y="23461"/>
                  <a:pt x="6244565" y="-4131"/>
                  <a:pt x="5936408" y="14647"/>
                </a:cubicBezTo>
                <a:cubicBezTo>
                  <a:pt x="5628251" y="33425"/>
                  <a:pt x="5613244" y="11527"/>
                  <a:pt x="5348176" y="14647"/>
                </a:cubicBezTo>
                <a:cubicBezTo>
                  <a:pt x="5083108" y="17767"/>
                  <a:pt x="4959899" y="10360"/>
                  <a:pt x="4847841" y="14647"/>
                </a:cubicBezTo>
                <a:cubicBezTo>
                  <a:pt x="4735783" y="18934"/>
                  <a:pt x="4374048" y="-18183"/>
                  <a:pt x="3995919" y="14647"/>
                </a:cubicBezTo>
                <a:cubicBezTo>
                  <a:pt x="3617790" y="47477"/>
                  <a:pt x="3490199" y="32443"/>
                  <a:pt x="3319791" y="14647"/>
                </a:cubicBezTo>
                <a:cubicBezTo>
                  <a:pt x="3149383" y="-3149"/>
                  <a:pt x="2906715" y="1697"/>
                  <a:pt x="2555766" y="14647"/>
                </a:cubicBezTo>
                <a:cubicBezTo>
                  <a:pt x="2204818" y="27597"/>
                  <a:pt x="2346199" y="26380"/>
                  <a:pt x="2143327" y="14647"/>
                </a:cubicBezTo>
                <a:cubicBezTo>
                  <a:pt x="1940455" y="2914"/>
                  <a:pt x="1854579" y="5004"/>
                  <a:pt x="1642992" y="14647"/>
                </a:cubicBezTo>
                <a:cubicBezTo>
                  <a:pt x="1431406" y="24290"/>
                  <a:pt x="1260719" y="22698"/>
                  <a:pt x="966864" y="14647"/>
                </a:cubicBezTo>
                <a:cubicBezTo>
                  <a:pt x="673009" y="6596"/>
                  <a:pt x="375730" y="62132"/>
                  <a:pt x="0" y="14647"/>
                </a:cubicBezTo>
                <a:cubicBezTo>
                  <a:pt x="-358" y="7760"/>
                  <a:pt x="572" y="4131"/>
                  <a:pt x="0" y="0"/>
                </a:cubicBezTo>
                <a:close/>
              </a:path>
              <a:path w="8789670" h="14647" stroke="0" extrusionOk="0">
                <a:moveTo>
                  <a:pt x="0" y="0"/>
                </a:moveTo>
                <a:cubicBezTo>
                  <a:pt x="133851" y="19843"/>
                  <a:pt x="320757" y="-11520"/>
                  <a:pt x="500335" y="0"/>
                </a:cubicBezTo>
                <a:cubicBezTo>
                  <a:pt x="679914" y="11520"/>
                  <a:pt x="803259" y="7957"/>
                  <a:pt x="912773" y="0"/>
                </a:cubicBezTo>
                <a:cubicBezTo>
                  <a:pt x="1022287" y="-7957"/>
                  <a:pt x="1237756" y="-17143"/>
                  <a:pt x="1413108" y="0"/>
                </a:cubicBezTo>
                <a:cubicBezTo>
                  <a:pt x="1588461" y="17143"/>
                  <a:pt x="1763098" y="-21370"/>
                  <a:pt x="2089237" y="0"/>
                </a:cubicBezTo>
                <a:cubicBezTo>
                  <a:pt x="2415376" y="21370"/>
                  <a:pt x="2581198" y="-11283"/>
                  <a:pt x="2853262" y="0"/>
                </a:cubicBezTo>
                <a:cubicBezTo>
                  <a:pt x="3125327" y="11283"/>
                  <a:pt x="3369675" y="-8320"/>
                  <a:pt x="3705184" y="0"/>
                </a:cubicBezTo>
                <a:cubicBezTo>
                  <a:pt x="4040693" y="8320"/>
                  <a:pt x="4135129" y="41926"/>
                  <a:pt x="4557106" y="0"/>
                </a:cubicBezTo>
                <a:cubicBezTo>
                  <a:pt x="4979083" y="-41926"/>
                  <a:pt x="4898655" y="-12210"/>
                  <a:pt x="5145338" y="0"/>
                </a:cubicBezTo>
                <a:cubicBezTo>
                  <a:pt x="5392021" y="12210"/>
                  <a:pt x="5693571" y="-10299"/>
                  <a:pt x="5909363" y="0"/>
                </a:cubicBezTo>
                <a:cubicBezTo>
                  <a:pt x="6125155" y="10299"/>
                  <a:pt x="6338031" y="4463"/>
                  <a:pt x="6585491" y="0"/>
                </a:cubicBezTo>
                <a:cubicBezTo>
                  <a:pt x="6832951" y="-4463"/>
                  <a:pt x="6924528" y="-17388"/>
                  <a:pt x="7173723" y="0"/>
                </a:cubicBezTo>
                <a:cubicBezTo>
                  <a:pt x="7422918" y="17388"/>
                  <a:pt x="7724496" y="6455"/>
                  <a:pt x="7937748" y="0"/>
                </a:cubicBezTo>
                <a:cubicBezTo>
                  <a:pt x="8151000" y="-6455"/>
                  <a:pt x="8388519" y="22324"/>
                  <a:pt x="8789670" y="0"/>
                </a:cubicBezTo>
                <a:cubicBezTo>
                  <a:pt x="8790338" y="5915"/>
                  <a:pt x="8790085" y="11687"/>
                  <a:pt x="8789670" y="14647"/>
                </a:cubicBezTo>
                <a:cubicBezTo>
                  <a:pt x="8552961" y="-7361"/>
                  <a:pt x="8436400" y="-7620"/>
                  <a:pt x="8289335" y="14647"/>
                </a:cubicBezTo>
                <a:cubicBezTo>
                  <a:pt x="8142270" y="36914"/>
                  <a:pt x="7623001" y="29078"/>
                  <a:pt x="7437413" y="14647"/>
                </a:cubicBezTo>
                <a:cubicBezTo>
                  <a:pt x="7251825" y="216"/>
                  <a:pt x="7076701" y="685"/>
                  <a:pt x="6937078" y="14647"/>
                </a:cubicBezTo>
                <a:cubicBezTo>
                  <a:pt x="6797455" y="28609"/>
                  <a:pt x="6355614" y="41460"/>
                  <a:pt x="6173053" y="14647"/>
                </a:cubicBezTo>
                <a:cubicBezTo>
                  <a:pt x="5990493" y="-12166"/>
                  <a:pt x="5866524" y="29555"/>
                  <a:pt x="5760614" y="14647"/>
                </a:cubicBezTo>
                <a:cubicBezTo>
                  <a:pt x="5654704" y="-261"/>
                  <a:pt x="5247842" y="41331"/>
                  <a:pt x="5084486" y="14647"/>
                </a:cubicBezTo>
                <a:cubicBezTo>
                  <a:pt x="4921130" y="-12037"/>
                  <a:pt x="4713267" y="14479"/>
                  <a:pt x="4584151" y="14647"/>
                </a:cubicBezTo>
                <a:cubicBezTo>
                  <a:pt x="4455036" y="14815"/>
                  <a:pt x="4018075" y="-24699"/>
                  <a:pt x="3732229" y="14647"/>
                </a:cubicBezTo>
                <a:cubicBezTo>
                  <a:pt x="3446383" y="53993"/>
                  <a:pt x="3448441" y="4169"/>
                  <a:pt x="3319791" y="14647"/>
                </a:cubicBezTo>
                <a:cubicBezTo>
                  <a:pt x="3191141" y="25125"/>
                  <a:pt x="2908560" y="-2236"/>
                  <a:pt x="2643662" y="14647"/>
                </a:cubicBezTo>
                <a:cubicBezTo>
                  <a:pt x="2378764" y="31530"/>
                  <a:pt x="2392235" y="10994"/>
                  <a:pt x="2231224" y="14647"/>
                </a:cubicBezTo>
                <a:cubicBezTo>
                  <a:pt x="2070213" y="18300"/>
                  <a:pt x="1949675" y="29009"/>
                  <a:pt x="1730889" y="14647"/>
                </a:cubicBezTo>
                <a:cubicBezTo>
                  <a:pt x="1512103" y="285"/>
                  <a:pt x="1346878" y="27136"/>
                  <a:pt x="966864" y="14647"/>
                </a:cubicBezTo>
                <a:cubicBezTo>
                  <a:pt x="586850" y="2158"/>
                  <a:pt x="462346" y="56596"/>
                  <a:pt x="0" y="14647"/>
                </a:cubicBezTo>
                <a:cubicBezTo>
                  <a:pt x="-6" y="10053"/>
                  <a:pt x="75" y="3650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458590" y="1658970"/>
            <a:ext cx="5377835" cy="32991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93257" indent="-228600" algn="l" rtl="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b="1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Discretized </a:t>
            </a:r>
            <a:r>
              <a:rPr lang="en-US" b="1" kern="1200" spc="-1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Steams</a:t>
            </a:r>
            <a:r>
              <a:rPr lang="en-US" b="1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b="1" kern="1200" spc="-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(Dstreams)</a:t>
            </a:r>
            <a:endParaRPr lang="en-US" b="1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9429" marR="4069" lvl="1" indent="-228600" algn="l" rtl="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59429" algn="l"/>
              </a:tabLst>
            </a:pP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Batches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if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stored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multiple </a:t>
            </a:r>
            <a:r>
              <a:rPr lang="en-US" kern="1200" spc="-2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RDDs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9429" marR="365663" lvl="1" indent="-228600" algn="l" rtl="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59429" algn="l"/>
              </a:tabLst>
            </a:pPr>
            <a:r>
              <a:rPr lang="en-US" kern="1200" spc="-1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Each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batch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represents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time 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window, 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typically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seconds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9429" marR="86457" lvl="1" indent="-228600" algn="l" rtl="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>
                <a:tab pos="559429" algn="l"/>
              </a:tabLst>
            </a:pPr>
            <a:r>
              <a:rPr lang="en-US" kern="1200" spc="-1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resultant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RDDs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can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 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processed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using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core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Spark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56">
                <a:solidFill>
                  <a:schemeClr val="tx1"/>
                </a:solidFill>
                <a:latin typeface="+mn-lt"/>
                <a:ea typeface="+mn-ea"/>
                <a:cs typeface="+mn-cs"/>
              </a:rPr>
              <a:t>RDD </a:t>
            </a:r>
            <a:r>
              <a:rPr lang="en-US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transformations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rcRect l="11416" r="4073" b="-3"/>
          <a:stretch>
            <a:fillRect/>
          </a:stretch>
        </p:blipFill>
        <p:spPr>
          <a:xfrm>
            <a:off x="6148521" y="1677119"/>
            <a:ext cx="3156957" cy="328100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8590" y="191052"/>
            <a:ext cx="8826294" cy="1148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733869" algn="l" rtl="0">
              <a:lnSpc>
                <a:spcPct val="90000"/>
              </a:lnSpc>
              <a:spcBef>
                <a:spcPct val="0"/>
              </a:spcBef>
            </a:pPr>
            <a:r>
              <a:rPr lang="en-US" sz="4300" kern="1200" spc="-203">
                <a:latin typeface="+mj-lt"/>
                <a:cs typeface="+mj-cs"/>
              </a:rPr>
              <a:t>Creating</a:t>
            </a:r>
            <a:r>
              <a:rPr lang="en-US" sz="4300" kern="1200" spc="-160">
                <a:latin typeface="+mj-lt"/>
                <a:cs typeface="+mj-cs"/>
              </a:rPr>
              <a:t> </a:t>
            </a:r>
            <a:r>
              <a:rPr lang="en-US" sz="4300" kern="1200" spc="-316">
                <a:latin typeface="+mj-lt"/>
                <a:cs typeface="+mj-cs"/>
              </a:rPr>
              <a:t>a</a:t>
            </a:r>
            <a:r>
              <a:rPr lang="en-US" sz="4300" kern="1200" spc="-156">
                <a:latin typeface="+mj-lt"/>
                <a:cs typeface="+mj-cs"/>
              </a:rPr>
              <a:t> </a:t>
            </a:r>
            <a:r>
              <a:rPr lang="en-US" sz="4300" kern="1200" spc="-176">
                <a:latin typeface="+mj-lt"/>
                <a:cs typeface="+mj-cs"/>
              </a:rPr>
              <a:t>StreamingContext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590" y="1346792"/>
            <a:ext cx="8789670" cy="14647"/>
          </a:xfrm>
          <a:custGeom>
            <a:avLst/>
            <a:gdLst>
              <a:gd name="csX0" fmla="*/ 0 w 8789670"/>
              <a:gd name="csY0" fmla="*/ 0 h 14647"/>
              <a:gd name="csX1" fmla="*/ 764025 w 8789670"/>
              <a:gd name="csY1" fmla="*/ 0 h 14647"/>
              <a:gd name="csX2" fmla="*/ 1615947 w 8789670"/>
              <a:gd name="csY2" fmla="*/ 0 h 14647"/>
              <a:gd name="csX3" fmla="*/ 2028385 w 8789670"/>
              <a:gd name="csY3" fmla="*/ 0 h 14647"/>
              <a:gd name="csX4" fmla="*/ 2616617 w 8789670"/>
              <a:gd name="csY4" fmla="*/ 0 h 14647"/>
              <a:gd name="csX5" fmla="*/ 3029056 w 8789670"/>
              <a:gd name="csY5" fmla="*/ 0 h 14647"/>
              <a:gd name="csX6" fmla="*/ 3705184 w 8789670"/>
              <a:gd name="csY6" fmla="*/ 0 h 14647"/>
              <a:gd name="csX7" fmla="*/ 4293416 w 8789670"/>
              <a:gd name="csY7" fmla="*/ 0 h 14647"/>
              <a:gd name="csX8" fmla="*/ 5057441 w 8789670"/>
              <a:gd name="csY8" fmla="*/ 0 h 14647"/>
              <a:gd name="csX9" fmla="*/ 5909363 w 8789670"/>
              <a:gd name="csY9" fmla="*/ 0 h 14647"/>
              <a:gd name="csX10" fmla="*/ 6585491 w 8789670"/>
              <a:gd name="csY10" fmla="*/ 0 h 14647"/>
              <a:gd name="csX11" fmla="*/ 7437413 w 8789670"/>
              <a:gd name="csY11" fmla="*/ 0 h 14647"/>
              <a:gd name="csX12" fmla="*/ 8113542 w 8789670"/>
              <a:gd name="csY12" fmla="*/ 0 h 14647"/>
              <a:gd name="csX13" fmla="*/ 8789670 w 8789670"/>
              <a:gd name="csY13" fmla="*/ 0 h 14647"/>
              <a:gd name="csX14" fmla="*/ 8789670 w 8789670"/>
              <a:gd name="csY14" fmla="*/ 14647 h 14647"/>
              <a:gd name="csX15" fmla="*/ 8113542 w 8789670"/>
              <a:gd name="csY15" fmla="*/ 14647 h 14647"/>
              <a:gd name="csX16" fmla="*/ 7613206 w 8789670"/>
              <a:gd name="csY16" fmla="*/ 14647 h 14647"/>
              <a:gd name="csX17" fmla="*/ 7200768 w 8789670"/>
              <a:gd name="csY17" fmla="*/ 14647 h 14647"/>
              <a:gd name="csX18" fmla="*/ 6612536 w 8789670"/>
              <a:gd name="csY18" fmla="*/ 14647 h 14647"/>
              <a:gd name="csX19" fmla="*/ 5936408 w 8789670"/>
              <a:gd name="csY19" fmla="*/ 14647 h 14647"/>
              <a:gd name="csX20" fmla="*/ 5348176 w 8789670"/>
              <a:gd name="csY20" fmla="*/ 14647 h 14647"/>
              <a:gd name="csX21" fmla="*/ 4847841 w 8789670"/>
              <a:gd name="csY21" fmla="*/ 14647 h 14647"/>
              <a:gd name="csX22" fmla="*/ 3995919 w 8789670"/>
              <a:gd name="csY22" fmla="*/ 14647 h 14647"/>
              <a:gd name="csX23" fmla="*/ 3319791 w 8789670"/>
              <a:gd name="csY23" fmla="*/ 14647 h 14647"/>
              <a:gd name="csX24" fmla="*/ 2555766 w 8789670"/>
              <a:gd name="csY24" fmla="*/ 14647 h 14647"/>
              <a:gd name="csX25" fmla="*/ 2143327 w 8789670"/>
              <a:gd name="csY25" fmla="*/ 14647 h 14647"/>
              <a:gd name="csX26" fmla="*/ 1642992 w 8789670"/>
              <a:gd name="csY26" fmla="*/ 14647 h 14647"/>
              <a:gd name="csX27" fmla="*/ 966864 w 8789670"/>
              <a:gd name="csY27" fmla="*/ 14647 h 14647"/>
              <a:gd name="csX28" fmla="*/ 0 w 8789670"/>
              <a:gd name="csY28" fmla="*/ 14647 h 14647"/>
              <a:gd name="csX29" fmla="*/ 0 w 8789670"/>
              <a:gd name="csY29" fmla="*/ 0 h 1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8789670" h="14647" fill="none" extrusionOk="0">
                <a:moveTo>
                  <a:pt x="0" y="0"/>
                </a:moveTo>
                <a:cubicBezTo>
                  <a:pt x="328666" y="7155"/>
                  <a:pt x="562138" y="-11652"/>
                  <a:pt x="764025" y="0"/>
                </a:cubicBezTo>
                <a:cubicBezTo>
                  <a:pt x="965912" y="11652"/>
                  <a:pt x="1233648" y="-38761"/>
                  <a:pt x="1615947" y="0"/>
                </a:cubicBezTo>
                <a:cubicBezTo>
                  <a:pt x="1998246" y="38761"/>
                  <a:pt x="1905172" y="19458"/>
                  <a:pt x="2028385" y="0"/>
                </a:cubicBezTo>
                <a:cubicBezTo>
                  <a:pt x="2151598" y="-19458"/>
                  <a:pt x="2427862" y="-17990"/>
                  <a:pt x="2616617" y="0"/>
                </a:cubicBezTo>
                <a:cubicBezTo>
                  <a:pt x="2805372" y="17990"/>
                  <a:pt x="2839009" y="12197"/>
                  <a:pt x="3029056" y="0"/>
                </a:cubicBezTo>
                <a:cubicBezTo>
                  <a:pt x="3219103" y="-12197"/>
                  <a:pt x="3568147" y="-11656"/>
                  <a:pt x="3705184" y="0"/>
                </a:cubicBezTo>
                <a:cubicBezTo>
                  <a:pt x="3842221" y="11656"/>
                  <a:pt x="4057969" y="-13277"/>
                  <a:pt x="4293416" y="0"/>
                </a:cubicBezTo>
                <a:cubicBezTo>
                  <a:pt x="4528863" y="13277"/>
                  <a:pt x="4821818" y="12465"/>
                  <a:pt x="5057441" y="0"/>
                </a:cubicBezTo>
                <a:cubicBezTo>
                  <a:pt x="5293064" y="-12465"/>
                  <a:pt x="5586319" y="33422"/>
                  <a:pt x="5909363" y="0"/>
                </a:cubicBezTo>
                <a:cubicBezTo>
                  <a:pt x="6232407" y="-33422"/>
                  <a:pt x="6337540" y="-29198"/>
                  <a:pt x="6585491" y="0"/>
                </a:cubicBezTo>
                <a:cubicBezTo>
                  <a:pt x="6833442" y="29198"/>
                  <a:pt x="7121547" y="-25776"/>
                  <a:pt x="7437413" y="0"/>
                </a:cubicBezTo>
                <a:cubicBezTo>
                  <a:pt x="7753279" y="25776"/>
                  <a:pt x="7856093" y="-19167"/>
                  <a:pt x="8113542" y="0"/>
                </a:cubicBezTo>
                <a:cubicBezTo>
                  <a:pt x="8370991" y="19167"/>
                  <a:pt x="8454659" y="24200"/>
                  <a:pt x="8789670" y="0"/>
                </a:cubicBezTo>
                <a:cubicBezTo>
                  <a:pt x="8789729" y="3399"/>
                  <a:pt x="8789848" y="9725"/>
                  <a:pt x="8789670" y="14647"/>
                </a:cubicBezTo>
                <a:cubicBezTo>
                  <a:pt x="8651207" y="5199"/>
                  <a:pt x="8386697" y="-18977"/>
                  <a:pt x="8113542" y="14647"/>
                </a:cubicBezTo>
                <a:cubicBezTo>
                  <a:pt x="7840387" y="48271"/>
                  <a:pt x="7789150" y="32743"/>
                  <a:pt x="7613206" y="14647"/>
                </a:cubicBezTo>
                <a:cubicBezTo>
                  <a:pt x="7437262" y="-3449"/>
                  <a:pt x="7311068" y="29379"/>
                  <a:pt x="7200768" y="14647"/>
                </a:cubicBezTo>
                <a:cubicBezTo>
                  <a:pt x="7090468" y="-85"/>
                  <a:pt x="6864205" y="5833"/>
                  <a:pt x="6612536" y="14647"/>
                </a:cubicBezTo>
                <a:cubicBezTo>
                  <a:pt x="6360867" y="23461"/>
                  <a:pt x="6244565" y="-4131"/>
                  <a:pt x="5936408" y="14647"/>
                </a:cubicBezTo>
                <a:cubicBezTo>
                  <a:pt x="5628251" y="33425"/>
                  <a:pt x="5613244" y="11527"/>
                  <a:pt x="5348176" y="14647"/>
                </a:cubicBezTo>
                <a:cubicBezTo>
                  <a:pt x="5083108" y="17767"/>
                  <a:pt x="4959899" y="10360"/>
                  <a:pt x="4847841" y="14647"/>
                </a:cubicBezTo>
                <a:cubicBezTo>
                  <a:pt x="4735783" y="18934"/>
                  <a:pt x="4374048" y="-18183"/>
                  <a:pt x="3995919" y="14647"/>
                </a:cubicBezTo>
                <a:cubicBezTo>
                  <a:pt x="3617790" y="47477"/>
                  <a:pt x="3490199" y="32443"/>
                  <a:pt x="3319791" y="14647"/>
                </a:cubicBezTo>
                <a:cubicBezTo>
                  <a:pt x="3149383" y="-3149"/>
                  <a:pt x="2906715" y="1697"/>
                  <a:pt x="2555766" y="14647"/>
                </a:cubicBezTo>
                <a:cubicBezTo>
                  <a:pt x="2204818" y="27597"/>
                  <a:pt x="2346199" y="26380"/>
                  <a:pt x="2143327" y="14647"/>
                </a:cubicBezTo>
                <a:cubicBezTo>
                  <a:pt x="1940455" y="2914"/>
                  <a:pt x="1854579" y="5004"/>
                  <a:pt x="1642992" y="14647"/>
                </a:cubicBezTo>
                <a:cubicBezTo>
                  <a:pt x="1431406" y="24290"/>
                  <a:pt x="1260719" y="22698"/>
                  <a:pt x="966864" y="14647"/>
                </a:cubicBezTo>
                <a:cubicBezTo>
                  <a:pt x="673009" y="6596"/>
                  <a:pt x="375730" y="62132"/>
                  <a:pt x="0" y="14647"/>
                </a:cubicBezTo>
                <a:cubicBezTo>
                  <a:pt x="-358" y="7760"/>
                  <a:pt x="572" y="4131"/>
                  <a:pt x="0" y="0"/>
                </a:cubicBezTo>
                <a:close/>
              </a:path>
              <a:path w="8789670" h="14647" stroke="0" extrusionOk="0">
                <a:moveTo>
                  <a:pt x="0" y="0"/>
                </a:moveTo>
                <a:cubicBezTo>
                  <a:pt x="133851" y="19843"/>
                  <a:pt x="320757" y="-11520"/>
                  <a:pt x="500335" y="0"/>
                </a:cubicBezTo>
                <a:cubicBezTo>
                  <a:pt x="679914" y="11520"/>
                  <a:pt x="803259" y="7957"/>
                  <a:pt x="912773" y="0"/>
                </a:cubicBezTo>
                <a:cubicBezTo>
                  <a:pt x="1022287" y="-7957"/>
                  <a:pt x="1237756" y="-17143"/>
                  <a:pt x="1413108" y="0"/>
                </a:cubicBezTo>
                <a:cubicBezTo>
                  <a:pt x="1588461" y="17143"/>
                  <a:pt x="1763098" y="-21370"/>
                  <a:pt x="2089237" y="0"/>
                </a:cubicBezTo>
                <a:cubicBezTo>
                  <a:pt x="2415376" y="21370"/>
                  <a:pt x="2581198" y="-11283"/>
                  <a:pt x="2853262" y="0"/>
                </a:cubicBezTo>
                <a:cubicBezTo>
                  <a:pt x="3125327" y="11283"/>
                  <a:pt x="3369675" y="-8320"/>
                  <a:pt x="3705184" y="0"/>
                </a:cubicBezTo>
                <a:cubicBezTo>
                  <a:pt x="4040693" y="8320"/>
                  <a:pt x="4135129" y="41926"/>
                  <a:pt x="4557106" y="0"/>
                </a:cubicBezTo>
                <a:cubicBezTo>
                  <a:pt x="4979083" y="-41926"/>
                  <a:pt x="4898655" y="-12210"/>
                  <a:pt x="5145338" y="0"/>
                </a:cubicBezTo>
                <a:cubicBezTo>
                  <a:pt x="5392021" y="12210"/>
                  <a:pt x="5693571" y="-10299"/>
                  <a:pt x="5909363" y="0"/>
                </a:cubicBezTo>
                <a:cubicBezTo>
                  <a:pt x="6125155" y="10299"/>
                  <a:pt x="6338031" y="4463"/>
                  <a:pt x="6585491" y="0"/>
                </a:cubicBezTo>
                <a:cubicBezTo>
                  <a:pt x="6832951" y="-4463"/>
                  <a:pt x="6924528" y="-17388"/>
                  <a:pt x="7173723" y="0"/>
                </a:cubicBezTo>
                <a:cubicBezTo>
                  <a:pt x="7422918" y="17388"/>
                  <a:pt x="7724496" y="6455"/>
                  <a:pt x="7937748" y="0"/>
                </a:cubicBezTo>
                <a:cubicBezTo>
                  <a:pt x="8151000" y="-6455"/>
                  <a:pt x="8388519" y="22324"/>
                  <a:pt x="8789670" y="0"/>
                </a:cubicBezTo>
                <a:cubicBezTo>
                  <a:pt x="8790338" y="5915"/>
                  <a:pt x="8790085" y="11687"/>
                  <a:pt x="8789670" y="14647"/>
                </a:cubicBezTo>
                <a:cubicBezTo>
                  <a:pt x="8552961" y="-7361"/>
                  <a:pt x="8436400" y="-7620"/>
                  <a:pt x="8289335" y="14647"/>
                </a:cubicBezTo>
                <a:cubicBezTo>
                  <a:pt x="8142270" y="36914"/>
                  <a:pt x="7623001" y="29078"/>
                  <a:pt x="7437413" y="14647"/>
                </a:cubicBezTo>
                <a:cubicBezTo>
                  <a:pt x="7251825" y="216"/>
                  <a:pt x="7076701" y="685"/>
                  <a:pt x="6937078" y="14647"/>
                </a:cubicBezTo>
                <a:cubicBezTo>
                  <a:pt x="6797455" y="28609"/>
                  <a:pt x="6355614" y="41460"/>
                  <a:pt x="6173053" y="14647"/>
                </a:cubicBezTo>
                <a:cubicBezTo>
                  <a:pt x="5990493" y="-12166"/>
                  <a:pt x="5866524" y="29555"/>
                  <a:pt x="5760614" y="14647"/>
                </a:cubicBezTo>
                <a:cubicBezTo>
                  <a:pt x="5654704" y="-261"/>
                  <a:pt x="5247842" y="41331"/>
                  <a:pt x="5084486" y="14647"/>
                </a:cubicBezTo>
                <a:cubicBezTo>
                  <a:pt x="4921130" y="-12037"/>
                  <a:pt x="4713267" y="14479"/>
                  <a:pt x="4584151" y="14647"/>
                </a:cubicBezTo>
                <a:cubicBezTo>
                  <a:pt x="4455036" y="14815"/>
                  <a:pt x="4018075" y="-24699"/>
                  <a:pt x="3732229" y="14647"/>
                </a:cubicBezTo>
                <a:cubicBezTo>
                  <a:pt x="3446383" y="53993"/>
                  <a:pt x="3448441" y="4169"/>
                  <a:pt x="3319791" y="14647"/>
                </a:cubicBezTo>
                <a:cubicBezTo>
                  <a:pt x="3191141" y="25125"/>
                  <a:pt x="2908560" y="-2236"/>
                  <a:pt x="2643662" y="14647"/>
                </a:cubicBezTo>
                <a:cubicBezTo>
                  <a:pt x="2378764" y="31530"/>
                  <a:pt x="2392235" y="10994"/>
                  <a:pt x="2231224" y="14647"/>
                </a:cubicBezTo>
                <a:cubicBezTo>
                  <a:pt x="2070213" y="18300"/>
                  <a:pt x="1949675" y="29009"/>
                  <a:pt x="1730889" y="14647"/>
                </a:cubicBezTo>
                <a:cubicBezTo>
                  <a:pt x="1512103" y="285"/>
                  <a:pt x="1346878" y="27136"/>
                  <a:pt x="966864" y="14647"/>
                </a:cubicBezTo>
                <a:cubicBezTo>
                  <a:pt x="586850" y="2158"/>
                  <a:pt x="462346" y="56596"/>
                  <a:pt x="0" y="14647"/>
                </a:cubicBezTo>
                <a:cubicBezTo>
                  <a:pt x="-6" y="10053"/>
                  <a:pt x="75" y="3650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458590" y="1658970"/>
            <a:ext cx="5377835" cy="32991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93257" indent="-228600" algn="l" rtl="0">
              <a:lnSpc>
                <a:spcPct val="90000"/>
              </a:lnSpc>
              <a:spcBef>
                <a:spcPts val="629"/>
              </a:spcBef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StreamingContext: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3257" marR="1323303" indent="-228600" algn="l" rtl="0">
              <a:lnSpc>
                <a:spcPct val="90000"/>
              </a:lnSpc>
              <a:spcBef>
                <a:spcPts val="837"/>
              </a:spcBef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Start()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trigger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evaluation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incoming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after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establishing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StramingContext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3257" indent="-228600" algn="l" rtl="0">
              <a:lnSpc>
                <a:spcPct val="90000"/>
              </a:lnSpc>
              <a:spcBef>
                <a:spcPts val="521"/>
              </a:spcBef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Stop()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awaitTermination()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stop </a:t>
            </a:r>
            <a:r>
              <a:rPr lang="en-US" kern="1200" spc="-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StreamingContext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programmatically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rcRect l="20479" r="33278"/>
          <a:stretch>
            <a:fillRect/>
          </a:stretch>
        </p:blipFill>
        <p:spPr>
          <a:xfrm>
            <a:off x="6148521" y="1677119"/>
            <a:ext cx="3156957" cy="328100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39750" y="384175"/>
            <a:ext cx="5669230" cy="426283"/>
          </a:xfrm>
          <a:prstGeom prst="rect">
            <a:avLst/>
          </a:prstGeom>
        </p:spPr>
        <p:txBody>
          <a:bodyPr vert="horz" wrap="square" lIns="0" tIns="10680" rIns="0" bIns="0" rtlCol="0">
            <a:spAutoFit/>
          </a:bodyPr>
          <a:lstStyle/>
          <a:p>
            <a:pPr marL="1033417">
              <a:spcBef>
                <a:spcPts val="84"/>
              </a:spcBef>
            </a:pPr>
            <a:r>
              <a:rPr lang="en-US" spc="-84">
                <a:solidFill>
                  <a:srgbClr val="0070C0"/>
                </a:solidFill>
              </a:rPr>
              <a:t>Introduction</a:t>
            </a:r>
            <a:r>
              <a:rPr lang="en-US" spc="-183">
                <a:solidFill>
                  <a:srgbClr val="0070C0"/>
                </a:solidFill>
              </a:rPr>
              <a:t> </a:t>
            </a:r>
            <a:r>
              <a:rPr lang="en-US" b="1">
                <a:solidFill>
                  <a:srgbClr val="0070C0"/>
                </a:solidFill>
              </a:rPr>
              <a:t>to</a:t>
            </a:r>
            <a:r>
              <a:rPr lang="en-US" spc="-180">
                <a:solidFill>
                  <a:srgbClr val="0070C0"/>
                </a:solidFill>
              </a:rPr>
              <a:t> </a:t>
            </a:r>
            <a:r>
              <a:rPr lang="en-US" spc="-280">
                <a:solidFill>
                  <a:srgbClr val="0070C0"/>
                </a:solidFill>
              </a:rPr>
              <a:t>DStreams</a:t>
            </a:r>
            <a:endParaRPr lang="en-US" spc="-280" dirty="0">
              <a:solidFill>
                <a:srgbClr val="0070C0"/>
              </a:solidFill>
            </a:endParaRPr>
          </a:p>
        </p:txBody>
      </p:sp>
      <p:graphicFrame>
        <p:nvGraphicFramePr>
          <p:cNvPr id="7" name="object 3">
            <a:extLst>
              <a:ext uri="{FF2B5EF4-FFF2-40B4-BE49-F238E27FC236}">
                <a16:creationId xmlns:a16="http://schemas.microsoft.com/office/drawing/2014/main" id="{505F5F00-0993-16AE-D3F5-BF09971259E2}"/>
              </a:ext>
            </a:extLst>
          </p:cNvPr>
          <p:cNvGraphicFramePr/>
          <p:nvPr/>
        </p:nvGraphicFramePr>
        <p:xfrm>
          <a:off x="735620" y="855360"/>
          <a:ext cx="8295059" cy="41093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299" cy="54922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92208" y="2371314"/>
            <a:ext cx="3233271" cy="19122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991206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2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Spark</a:t>
            </a:r>
            <a:r>
              <a:rPr lang="en-US" sz="4000" kern="1200" spc="-148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196">
                <a:solidFill>
                  <a:schemeClr val="tx1"/>
                </a:solidFill>
                <a:latin typeface="+mj-lt"/>
                <a:ea typeface="+mj-ea"/>
                <a:cs typeface="+mj-cs"/>
              </a:rPr>
              <a:t>Discretized</a:t>
            </a:r>
            <a:r>
              <a:rPr lang="en-US" sz="4000" kern="1200" spc="-144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252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Streams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390757"/>
            <a:ext cx="585978" cy="539392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69279" y="0"/>
            <a:ext cx="1197021" cy="54927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54570" y="313871"/>
            <a:ext cx="4813753" cy="481923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44162" y="1535969"/>
            <a:ext cx="4434568" cy="237375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766299" cy="1262223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511553" y="0"/>
            <a:ext cx="3254747" cy="1262589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51842" y="-4251843"/>
            <a:ext cx="1262616" cy="97663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98706" y="279415"/>
            <a:ext cx="8045681" cy="7029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772880" algn="l" rtl="0">
              <a:lnSpc>
                <a:spcPct val="90000"/>
              </a:lnSpc>
              <a:spcBef>
                <a:spcPct val="0"/>
              </a:spcBef>
            </a:pPr>
            <a:r>
              <a:rPr lang="en-US" sz="3200" kern="1200" spc="-252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DStream</a:t>
            </a:r>
            <a:r>
              <a:rPr lang="en-US" sz="3200" kern="1200" spc="-172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292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Sources</a:t>
            </a: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FF6821C7-A325-0932-E0CD-046C71CD53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048557"/>
              </p:ext>
            </p:extLst>
          </p:nvPr>
        </p:nvGraphicFramePr>
        <p:xfrm>
          <a:off x="515915" y="1692019"/>
          <a:ext cx="8753647" cy="33581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299" cy="54922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92208" y="2371314"/>
            <a:ext cx="3233271" cy="19122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042572" algn="l" rtl="0">
              <a:lnSpc>
                <a:spcPct val="90000"/>
              </a:lnSpc>
              <a:spcBef>
                <a:spcPct val="0"/>
              </a:spcBef>
            </a:pPr>
            <a:r>
              <a:rPr lang="en-US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Dstream</a:t>
            </a:r>
            <a:r>
              <a:rPr lang="en-US" kern="1200" spc="-168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kern="1200" spc="-176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Transformations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390757"/>
            <a:ext cx="585978" cy="539392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69279" y="0"/>
            <a:ext cx="1197021" cy="54927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54570" y="313871"/>
            <a:ext cx="4813753" cy="481923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44162" y="1014844"/>
            <a:ext cx="4434568" cy="341600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3874" y="268025"/>
            <a:ext cx="8418551" cy="8625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28536" algn="l" rtl="0">
              <a:lnSpc>
                <a:spcPct val="90000"/>
              </a:lnSpc>
              <a:spcBef>
                <a:spcPct val="0"/>
              </a:spcBef>
            </a:pPr>
            <a:r>
              <a:rPr lang="en-US" sz="3200" kern="1200" spc="-252">
                <a:solidFill>
                  <a:schemeClr val="tx1"/>
                </a:solidFill>
                <a:latin typeface="+mj-lt"/>
                <a:ea typeface="+mj-ea"/>
                <a:cs typeface="+mj-cs"/>
              </a:rPr>
              <a:t>DStream</a:t>
            </a:r>
            <a:r>
              <a:rPr lang="en-US" sz="3200" kern="1200" spc="-17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2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Lineage</a:t>
            </a:r>
            <a:r>
              <a:rPr lang="en-US" sz="3200" kern="1200" spc="-168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and</a:t>
            </a:r>
            <a:r>
              <a:rPr lang="en-US" sz="3200" kern="1200" spc="-168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152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Checkpoint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5095" y="0"/>
            <a:ext cx="8416109" cy="1532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874" y="1211796"/>
            <a:ext cx="8416109" cy="14647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22" name="object 3">
            <a:extLst>
              <a:ext uri="{FF2B5EF4-FFF2-40B4-BE49-F238E27FC236}">
                <a16:creationId xmlns:a16="http://schemas.microsoft.com/office/drawing/2014/main" id="{FC328AA7-2EE8-A24F-FABD-CF6ACB8858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4080425"/>
              </p:ext>
            </p:extLst>
          </p:nvPr>
        </p:nvGraphicFramePr>
        <p:xfrm>
          <a:off x="671433" y="1391496"/>
          <a:ext cx="8416109" cy="36325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8661" y="513251"/>
            <a:ext cx="2738488" cy="44716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783200" algn="l" rtl="0">
              <a:lnSpc>
                <a:spcPct val="90000"/>
              </a:lnSpc>
              <a:spcBef>
                <a:spcPct val="0"/>
              </a:spcBef>
            </a:pPr>
            <a:r>
              <a:rPr lang="en-US" sz="3300" kern="1200" spc="-252">
                <a:solidFill>
                  <a:schemeClr val="tx1"/>
                </a:solidFill>
                <a:latin typeface="+mj-lt"/>
                <a:ea typeface="+mj-ea"/>
                <a:cs typeface="+mj-cs"/>
              </a:rPr>
              <a:t>DStream</a:t>
            </a:r>
            <a:r>
              <a:rPr lang="en-US" sz="3300" kern="1200" spc="-168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 spc="-96">
                <a:solidFill>
                  <a:schemeClr val="tx1"/>
                </a:solidFill>
                <a:latin typeface="+mj-lt"/>
                <a:ea typeface="+mj-ea"/>
                <a:cs typeface="+mj-cs"/>
              </a:rPr>
              <a:t>Output</a:t>
            </a:r>
            <a:r>
              <a:rPr lang="en-US" sz="33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 spc="-152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Operations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03968" y="2773380"/>
            <a:ext cx="4333169" cy="14649"/>
          </a:xfrm>
          <a:custGeom>
            <a:avLst/>
            <a:gdLst>
              <a:gd name="csX0" fmla="*/ 0 w 4333169"/>
              <a:gd name="csY0" fmla="*/ 0 h 14649"/>
              <a:gd name="csX1" fmla="*/ 575692 w 4333169"/>
              <a:gd name="csY1" fmla="*/ 0 h 14649"/>
              <a:gd name="csX2" fmla="*/ 1064722 w 4333169"/>
              <a:gd name="csY2" fmla="*/ 0 h 14649"/>
              <a:gd name="csX3" fmla="*/ 1597082 w 4333169"/>
              <a:gd name="csY3" fmla="*/ 0 h 14649"/>
              <a:gd name="csX4" fmla="*/ 2259438 w 4333169"/>
              <a:gd name="csY4" fmla="*/ 0 h 14649"/>
              <a:gd name="csX5" fmla="*/ 2835131 w 4333169"/>
              <a:gd name="csY5" fmla="*/ 0 h 14649"/>
              <a:gd name="csX6" fmla="*/ 3367491 w 4333169"/>
              <a:gd name="csY6" fmla="*/ 0 h 14649"/>
              <a:gd name="csX7" fmla="*/ 4333169 w 4333169"/>
              <a:gd name="csY7" fmla="*/ 0 h 14649"/>
              <a:gd name="csX8" fmla="*/ 4333169 w 4333169"/>
              <a:gd name="csY8" fmla="*/ 14649 h 14649"/>
              <a:gd name="csX9" fmla="*/ 3714145 w 4333169"/>
              <a:gd name="csY9" fmla="*/ 14649 h 14649"/>
              <a:gd name="csX10" fmla="*/ 3181784 w 4333169"/>
              <a:gd name="csY10" fmla="*/ 14649 h 14649"/>
              <a:gd name="csX11" fmla="*/ 2476097 w 4333169"/>
              <a:gd name="csY11" fmla="*/ 14649 h 14649"/>
              <a:gd name="csX12" fmla="*/ 1900404 w 4333169"/>
              <a:gd name="csY12" fmla="*/ 14649 h 14649"/>
              <a:gd name="csX13" fmla="*/ 1411375 w 4333169"/>
              <a:gd name="csY13" fmla="*/ 14649 h 14649"/>
              <a:gd name="csX14" fmla="*/ 749019 w 4333169"/>
              <a:gd name="csY14" fmla="*/ 14649 h 14649"/>
              <a:gd name="csX15" fmla="*/ 0 w 4333169"/>
              <a:gd name="csY15" fmla="*/ 14649 h 14649"/>
              <a:gd name="csX16" fmla="*/ 0 w 4333169"/>
              <a:gd name="csY16" fmla="*/ 0 h 14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333169" h="14649" fill="none" extrusionOk="0">
                <a:moveTo>
                  <a:pt x="0" y="0"/>
                </a:moveTo>
                <a:cubicBezTo>
                  <a:pt x="128856" y="25070"/>
                  <a:pt x="312355" y="10957"/>
                  <a:pt x="575692" y="0"/>
                </a:cubicBezTo>
                <a:cubicBezTo>
                  <a:pt x="839029" y="-10957"/>
                  <a:pt x="949620" y="5271"/>
                  <a:pt x="1064722" y="0"/>
                </a:cubicBezTo>
                <a:cubicBezTo>
                  <a:pt x="1179824" y="-5271"/>
                  <a:pt x="1419897" y="20275"/>
                  <a:pt x="1597082" y="0"/>
                </a:cubicBezTo>
                <a:cubicBezTo>
                  <a:pt x="1774267" y="-20275"/>
                  <a:pt x="1944129" y="-4123"/>
                  <a:pt x="2259438" y="0"/>
                </a:cubicBezTo>
                <a:cubicBezTo>
                  <a:pt x="2574747" y="4123"/>
                  <a:pt x="2624192" y="-8245"/>
                  <a:pt x="2835131" y="0"/>
                </a:cubicBezTo>
                <a:cubicBezTo>
                  <a:pt x="3046070" y="8245"/>
                  <a:pt x="3160630" y="-13045"/>
                  <a:pt x="3367491" y="0"/>
                </a:cubicBezTo>
                <a:cubicBezTo>
                  <a:pt x="3574352" y="13045"/>
                  <a:pt x="3897652" y="-47148"/>
                  <a:pt x="4333169" y="0"/>
                </a:cubicBezTo>
                <a:cubicBezTo>
                  <a:pt x="4332686" y="6699"/>
                  <a:pt x="4333526" y="10253"/>
                  <a:pt x="4333169" y="14649"/>
                </a:cubicBezTo>
                <a:cubicBezTo>
                  <a:pt x="4043558" y="-587"/>
                  <a:pt x="4016013" y="1129"/>
                  <a:pt x="3714145" y="14649"/>
                </a:cubicBezTo>
                <a:cubicBezTo>
                  <a:pt x="3412277" y="28169"/>
                  <a:pt x="3309093" y="37708"/>
                  <a:pt x="3181784" y="14649"/>
                </a:cubicBezTo>
                <a:cubicBezTo>
                  <a:pt x="3054475" y="-8410"/>
                  <a:pt x="2656796" y="18063"/>
                  <a:pt x="2476097" y="14649"/>
                </a:cubicBezTo>
                <a:cubicBezTo>
                  <a:pt x="2295398" y="11235"/>
                  <a:pt x="2146215" y="16821"/>
                  <a:pt x="1900404" y="14649"/>
                </a:cubicBezTo>
                <a:cubicBezTo>
                  <a:pt x="1654593" y="12477"/>
                  <a:pt x="1518560" y="17650"/>
                  <a:pt x="1411375" y="14649"/>
                </a:cubicBezTo>
                <a:cubicBezTo>
                  <a:pt x="1304190" y="11648"/>
                  <a:pt x="966788" y="-133"/>
                  <a:pt x="749019" y="14649"/>
                </a:cubicBezTo>
                <a:cubicBezTo>
                  <a:pt x="531250" y="29431"/>
                  <a:pt x="190094" y="26725"/>
                  <a:pt x="0" y="14649"/>
                </a:cubicBezTo>
                <a:cubicBezTo>
                  <a:pt x="-720" y="8053"/>
                  <a:pt x="-449" y="6550"/>
                  <a:pt x="0" y="0"/>
                </a:cubicBezTo>
                <a:close/>
              </a:path>
              <a:path w="4333169" h="14649" stroke="0" extrusionOk="0">
                <a:moveTo>
                  <a:pt x="0" y="0"/>
                </a:moveTo>
                <a:cubicBezTo>
                  <a:pt x="216857" y="2793"/>
                  <a:pt x="354276" y="9102"/>
                  <a:pt x="575692" y="0"/>
                </a:cubicBezTo>
                <a:cubicBezTo>
                  <a:pt x="797108" y="-9102"/>
                  <a:pt x="911680" y="-20178"/>
                  <a:pt x="1064722" y="0"/>
                </a:cubicBezTo>
                <a:cubicBezTo>
                  <a:pt x="1217764" y="20178"/>
                  <a:pt x="1490632" y="6117"/>
                  <a:pt x="1770409" y="0"/>
                </a:cubicBezTo>
                <a:cubicBezTo>
                  <a:pt x="2050186" y="-6117"/>
                  <a:pt x="2184880" y="10708"/>
                  <a:pt x="2346102" y="0"/>
                </a:cubicBezTo>
                <a:cubicBezTo>
                  <a:pt x="2507324" y="-10708"/>
                  <a:pt x="2785516" y="-9914"/>
                  <a:pt x="2921794" y="0"/>
                </a:cubicBezTo>
                <a:cubicBezTo>
                  <a:pt x="3058072" y="9914"/>
                  <a:pt x="3439096" y="-22613"/>
                  <a:pt x="3627481" y="0"/>
                </a:cubicBezTo>
                <a:cubicBezTo>
                  <a:pt x="3815866" y="22613"/>
                  <a:pt x="4146942" y="-20150"/>
                  <a:pt x="4333169" y="0"/>
                </a:cubicBezTo>
                <a:cubicBezTo>
                  <a:pt x="4332981" y="4765"/>
                  <a:pt x="4333012" y="10228"/>
                  <a:pt x="4333169" y="14649"/>
                </a:cubicBezTo>
                <a:cubicBezTo>
                  <a:pt x="4105784" y="-5264"/>
                  <a:pt x="3992784" y="2480"/>
                  <a:pt x="3800808" y="14649"/>
                </a:cubicBezTo>
                <a:cubicBezTo>
                  <a:pt x="3608832" y="26818"/>
                  <a:pt x="3465267" y="-13713"/>
                  <a:pt x="3181784" y="14649"/>
                </a:cubicBezTo>
                <a:cubicBezTo>
                  <a:pt x="2898301" y="43011"/>
                  <a:pt x="2815705" y="-6224"/>
                  <a:pt x="2562760" y="14649"/>
                </a:cubicBezTo>
                <a:cubicBezTo>
                  <a:pt x="2309815" y="35522"/>
                  <a:pt x="2140147" y="-12705"/>
                  <a:pt x="1987067" y="14649"/>
                </a:cubicBezTo>
                <a:cubicBezTo>
                  <a:pt x="1833987" y="42003"/>
                  <a:pt x="1494374" y="41344"/>
                  <a:pt x="1281380" y="14649"/>
                </a:cubicBezTo>
                <a:cubicBezTo>
                  <a:pt x="1068386" y="-12046"/>
                  <a:pt x="927980" y="-11496"/>
                  <a:pt x="575692" y="14649"/>
                </a:cubicBezTo>
                <a:cubicBezTo>
                  <a:pt x="223404" y="40794"/>
                  <a:pt x="133524" y="37957"/>
                  <a:pt x="0" y="14649"/>
                </a:cubicBezTo>
                <a:cubicBezTo>
                  <a:pt x="698" y="10822"/>
                  <a:pt x="-168" y="58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73776860-6539-549D-5963-6DEC6D0D80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79819505"/>
              </p:ext>
            </p:extLst>
          </p:nvPr>
        </p:nvGraphicFramePr>
        <p:xfrm>
          <a:off x="3723256" y="513250"/>
          <a:ext cx="5527597" cy="4434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3874" y="268025"/>
            <a:ext cx="8418551" cy="8625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796783" algn="l" rtl="0">
              <a:lnSpc>
                <a:spcPct val="90000"/>
              </a:lnSpc>
              <a:spcBef>
                <a:spcPct val="0"/>
              </a:spcBef>
            </a:pPr>
            <a:r>
              <a:rPr lang="en-US" sz="3200" kern="1200" spc="-224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State</a:t>
            </a:r>
            <a:r>
              <a:rPr lang="en-US" sz="3200" kern="1200" spc="-17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Operations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5095" y="0"/>
            <a:ext cx="8416109" cy="1532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874" y="1211796"/>
            <a:ext cx="8416109" cy="14647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6" name="object 3">
            <a:extLst>
              <a:ext uri="{FF2B5EF4-FFF2-40B4-BE49-F238E27FC236}">
                <a16:creationId xmlns:a16="http://schemas.microsoft.com/office/drawing/2014/main" id="{FB5266B7-A692-2889-1E03-60489FA5D0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9840734"/>
              </p:ext>
            </p:extLst>
          </p:nvPr>
        </p:nvGraphicFramePr>
        <p:xfrm>
          <a:off x="671433" y="1391496"/>
          <a:ext cx="8416109" cy="36325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1433" y="292438"/>
            <a:ext cx="8423433" cy="106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951537" algn="l" rtl="0">
              <a:lnSpc>
                <a:spcPct val="90000"/>
              </a:lnSpc>
              <a:spcBef>
                <a:spcPct val="0"/>
              </a:spcBef>
            </a:pPr>
            <a:r>
              <a:rPr lang="en-US" sz="4300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Sliding</a:t>
            </a:r>
            <a:r>
              <a:rPr lang="en-US" sz="4300" kern="1200" spc="-15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300" kern="1200" spc="-128">
                <a:solidFill>
                  <a:schemeClr val="tx1"/>
                </a:solidFill>
                <a:latin typeface="+mj-lt"/>
                <a:ea typeface="+mj-ea"/>
                <a:cs typeface="+mj-cs"/>
              </a:rPr>
              <a:t>Window</a:t>
            </a:r>
            <a:r>
              <a:rPr lang="en-US" sz="43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300" kern="1200" spc="-128">
                <a:solidFill>
                  <a:schemeClr val="tx1"/>
                </a:solidFill>
                <a:latin typeface="+mj-lt"/>
                <a:ea typeface="+mj-ea"/>
                <a:cs typeface="+mj-cs"/>
              </a:rPr>
              <a:t>Operation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5925" y="1343451"/>
            <a:ext cx="8694449" cy="14647"/>
          </a:xfrm>
          <a:custGeom>
            <a:avLst/>
            <a:gdLst>
              <a:gd name="csX0" fmla="*/ 0 w 8694449"/>
              <a:gd name="csY0" fmla="*/ 0 h 14647"/>
              <a:gd name="csX1" fmla="*/ 581859 w 8694449"/>
              <a:gd name="csY1" fmla="*/ 0 h 14647"/>
              <a:gd name="csX2" fmla="*/ 1250663 w 8694449"/>
              <a:gd name="csY2" fmla="*/ 0 h 14647"/>
              <a:gd name="csX3" fmla="*/ 2006411 w 8694449"/>
              <a:gd name="csY3" fmla="*/ 0 h 14647"/>
              <a:gd name="csX4" fmla="*/ 2588271 w 8694449"/>
              <a:gd name="csY4" fmla="*/ 0 h 14647"/>
              <a:gd name="csX5" fmla="*/ 3257074 w 8694449"/>
              <a:gd name="csY5" fmla="*/ 0 h 14647"/>
              <a:gd name="csX6" fmla="*/ 4099767 w 8694449"/>
              <a:gd name="csY6" fmla="*/ 0 h 14647"/>
              <a:gd name="csX7" fmla="*/ 4594682 w 8694449"/>
              <a:gd name="csY7" fmla="*/ 0 h 14647"/>
              <a:gd name="csX8" fmla="*/ 5350430 w 8694449"/>
              <a:gd name="csY8" fmla="*/ 0 h 14647"/>
              <a:gd name="csX9" fmla="*/ 5845345 w 8694449"/>
              <a:gd name="csY9" fmla="*/ 0 h 14647"/>
              <a:gd name="csX10" fmla="*/ 6514149 w 8694449"/>
              <a:gd name="csY10" fmla="*/ 0 h 14647"/>
              <a:gd name="csX11" fmla="*/ 7269897 w 8694449"/>
              <a:gd name="csY11" fmla="*/ 0 h 14647"/>
              <a:gd name="csX12" fmla="*/ 7677867 w 8694449"/>
              <a:gd name="csY12" fmla="*/ 0 h 14647"/>
              <a:gd name="csX13" fmla="*/ 8085838 w 8694449"/>
              <a:gd name="csY13" fmla="*/ 0 h 14647"/>
              <a:gd name="csX14" fmla="*/ 8694449 w 8694449"/>
              <a:gd name="csY14" fmla="*/ 0 h 14647"/>
              <a:gd name="csX15" fmla="*/ 8694449 w 8694449"/>
              <a:gd name="csY15" fmla="*/ 14647 h 14647"/>
              <a:gd name="csX16" fmla="*/ 7938701 w 8694449"/>
              <a:gd name="csY16" fmla="*/ 14647 h 14647"/>
              <a:gd name="csX17" fmla="*/ 7269897 w 8694449"/>
              <a:gd name="csY17" fmla="*/ 14647 h 14647"/>
              <a:gd name="csX18" fmla="*/ 6688038 w 8694449"/>
              <a:gd name="csY18" fmla="*/ 14647 h 14647"/>
              <a:gd name="csX19" fmla="*/ 5932289 w 8694449"/>
              <a:gd name="csY19" fmla="*/ 14647 h 14647"/>
              <a:gd name="csX20" fmla="*/ 5263486 w 8694449"/>
              <a:gd name="csY20" fmla="*/ 14647 h 14647"/>
              <a:gd name="csX21" fmla="*/ 4420793 w 8694449"/>
              <a:gd name="csY21" fmla="*/ 14647 h 14647"/>
              <a:gd name="csX22" fmla="*/ 3578100 w 8694449"/>
              <a:gd name="csY22" fmla="*/ 14647 h 14647"/>
              <a:gd name="csX23" fmla="*/ 2822352 w 8694449"/>
              <a:gd name="csY23" fmla="*/ 14647 h 14647"/>
              <a:gd name="csX24" fmla="*/ 2066604 w 8694449"/>
              <a:gd name="csY24" fmla="*/ 14647 h 14647"/>
              <a:gd name="csX25" fmla="*/ 1310855 w 8694449"/>
              <a:gd name="csY25" fmla="*/ 14647 h 14647"/>
              <a:gd name="csX26" fmla="*/ 815941 w 8694449"/>
              <a:gd name="csY26" fmla="*/ 14647 h 14647"/>
              <a:gd name="csX27" fmla="*/ 0 w 8694449"/>
              <a:gd name="csY27" fmla="*/ 14647 h 14647"/>
              <a:gd name="csX28" fmla="*/ 0 w 8694449"/>
              <a:gd name="csY28" fmla="*/ 0 h 1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8694449" h="14647" fill="none" extrusionOk="0">
                <a:moveTo>
                  <a:pt x="0" y="0"/>
                </a:moveTo>
                <a:cubicBezTo>
                  <a:pt x="162145" y="-28804"/>
                  <a:pt x="311019" y="-12461"/>
                  <a:pt x="581859" y="0"/>
                </a:cubicBezTo>
                <a:cubicBezTo>
                  <a:pt x="852699" y="12461"/>
                  <a:pt x="1112522" y="31991"/>
                  <a:pt x="1250663" y="0"/>
                </a:cubicBezTo>
                <a:cubicBezTo>
                  <a:pt x="1388804" y="-31991"/>
                  <a:pt x="1705603" y="15214"/>
                  <a:pt x="2006411" y="0"/>
                </a:cubicBezTo>
                <a:cubicBezTo>
                  <a:pt x="2307219" y="-15214"/>
                  <a:pt x="2442886" y="13203"/>
                  <a:pt x="2588271" y="0"/>
                </a:cubicBezTo>
                <a:cubicBezTo>
                  <a:pt x="2733656" y="-13203"/>
                  <a:pt x="2946018" y="1392"/>
                  <a:pt x="3257074" y="0"/>
                </a:cubicBezTo>
                <a:cubicBezTo>
                  <a:pt x="3568130" y="-1392"/>
                  <a:pt x="3765049" y="-17408"/>
                  <a:pt x="4099767" y="0"/>
                </a:cubicBezTo>
                <a:cubicBezTo>
                  <a:pt x="4434485" y="17408"/>
                  <a:pt x="4433621" y="15782"/>
                  <a:pt x="4594682" y="0"/>
                </a:cubicBezTo>
                <a:cubicBezTo>
                  <a:pt x="4755743" y="-15782"/>
                  <a:pt x="5027507" y="12175"/>
                  <a:pt x="5350430" y="0"/>
                </a:cubicBezTo>
                <a:cubicBezTo>
                  <a:pt x="5673353" y="-12175"/>
                  <a:pt x="5680975" y="-17519"/>
                  <a:pt x="5845345" y="0"/>
                </a:cubicBezTo>
                <a:cubicBezTo>
                  <a:pt x="6009715" y="17519"/>
                  <a:pt x="6206327" y="-4943"/>
                  <a:pt x="6514149" y="0"/>
                </a:cubicBezTo>
                <a:cubicBezTo>
                  <a:pt x="6821971" y="4943"/>
                  <a:pt x="6944369" y="-37680"/>
                  <a:pt x="7269897" y="0"/>
                </a:cubicBezTo>
                <a:cubicBezTo>
                  <a:pt x="7595425" y="37680"/>
                  <a:pt x="7516962" y="2241"/>
                  <a:pt x="7677867" y="0"/>
                </a:cubicBezTo>
                <a:cubicBezTo>
                  <a:pt x="7838772" y="-2241"/>
                  <a:pt x="7990688" y="7404"/>
                  <a:pt x="8085838" y="0"/>
                </a:cubicBezTo>
                <a:cubicBezTo>
                  <a:pt x="8180988" y="-7404"/>
                  <a:pt x="8558939" y="15726"/>
                  <a:pt x="8694449" y="0"/>
                </a:cubicBezTo>
                <a:cubicBezTo>
                  <a:pt x="8694081" y="5822"/>
                  <a:pt x="8693908" y="7361"/>
                  <a:pt x="8694449" y="14647"/>
                </a:cubicBezTo>
                <a:cubicBezTo>
                  <a:pt x="8387371" y="-2845"/>
                  <a:pt x="8235841" y="-12859"/>
                  <a:pt x="7938701" y="14647"/>
                </a:cubicBezTo>
                <a:cubicBezTo>
                  <a:pt x="7641561" y="42153"/>
                  <a:pt x="7459896" y="39159"/>
                  <a:pt x="7269897" y="14647"/>
                </a:cubicBezTo>
                <a:cubicBezTo>
                  <a:pt x="7079898" y="-9865"/>
                  <a:pt x="6837550" y="1311"/>
                  <a:pt x="6688038" y="14647"/>
                </a:cubicBezTo>
                <a:cubicBezTo>
                  <a:pt x="6538526" y="27983"/>
                  <a:pt x="6202723" y="3336"/>
                  <a:pt x="5932289" y="14647"/>
                </a:cubicBezTo>
                <a:cubicBezTo>
                  <a:pt x="5661855" y="25958"/>
                  <a:pt x="5477655" y="39573"/>
                  <a:pt x="5263486" y="14647"/>
                </a:cubicBezTo>
                <a:cubicBezTo>
                  <a:pt x="5049317" y="-10279"/>
                  <a:pt x="4737808" y="6923"/>
                  <a:pt x="4420793" y="14647"/>
                </a:cubicBezTo>
                <a:cubicBezTo>
                  <a:pt x="4103778" y="22371"/>
                  <a:pt x="3912027" y="4670"/>
                  <a:pt x="3578100" y="14647"/>
                </a:cubicBezTo>
                <a:cubicBezTo>
                  <a:pt x="3244173" y="24624"/>
                  <a:pt x="3041875" y="-22867"/>
                  <a:pt x="2822352" y="14647"/>
                </a:cubicBezTo>
                <a:cubicBezTo>
                  <a:pt x="2602829" y="52161"/>
                  <a:pt x="2331703" y="-11229"/>
                  <a:pt x="2066604" y="14647"/>
                </a:cubicBezTo>
                <a:cubicBezTo>
                  <a:pt x="1801505" y="40523"/>
                  <a:pt x="1521287" y="24462"/>
                  <a:pt x="1310855" y="14647"/>
                </a:cubicBezTo>
                <a:cubicBezTo>
                  <a:pt x="1100423" y="4832"/>
                  <a:pt x="986843" y="28055"/>
                  <a:pt x="815941" y="14647"/>
                </a:cubicBezTo>
                <a:cubicBezTo>
                  <a:pt x="645039" y="1239"/>
                  <a:pt x="289657" y="-7475"/>
                  <a:pt x="0" y="14647"/>
                </a:cubicBezTo>
                <a:cubicBezTo>
                  <a:pt x="226" y="11367"/>
                  <a:pt x="-224" y="4027"/>
                  <a:pt x="0" y="0"/>
                </a:cubicBezTo>
                <a:close/>
              </a:path>
              <a:path w="8694449" h="14647" stroke="0" extrusionOk="0">
                <a:moveTo>
                  <a:pt x="0" y="0"/>
                </a:moveTo>
                <a:cubicBezTo>
                  <a:pt x="119429" y="-12740"/>
                  <a:pt x="303234" y="10059"/>
                  <a:pt x="581859" y="0"/>
                </a:cubicBezTo>
                <a:cubicBezTo>
                  <a:pt x="860484" y="-10059"/>
                  <a:pt x="845958" y="-14377"/>
                  <a:pt x="989830" y="0"/>
                </a:cubicBezTo>
                <a:cubicBezTo>
                  <a:pt x="1133702" y="14377"/>
                  <a:pt x="1623312" y="-34974"/>
                  <a:pt x="1832522" y="0"/>
                </a:cubicBezTo>
                <a:cubicBezTo>
                  <a:pt x="2041732" y="34974"/>
                  <a:pt x="2233237" y="12682"/>
                  <a:pt x="2414382" y="0"/>
                </a:cubicBezTo>
                <a:cubicBezTo>
                  <a:pt x="2595527" y="-12682"/>
                  <a:pt x="2739878" y="-5287"/>
                  <a:pt x="2996241" y="0"/>
                </a:cubicBezTo>
                <a:cubicBezTo>
                  <a:pt x="3252604" y="5287"/>
                  <a:pt x="3472321" y="-2426"/>
                  <a:pt x="3838934" y="0"/>
                </a:cubicBezTo>
                <a:cubicBezTo>
                  <a:pt x="4205547" y="2426"/>
                  <a:pt x="4198686" y="21774"/>
                  <a:pt x="4333848" y="0"/>
                </a:cubicBezTo>
                <a:cubicBezTo>
                  <a:pt x="4469010" y="-21774"/>
                  <a:pt x="4890186" y="-10934"/>
                  <a:pt x="5176541" y="0"/>
                </a:cubicBezTo>
                <a:cubicBezTo>
                  <a:pt x="5462896" y="10934"/>
                  <a:pt x="5778726" y="-34983"/>
                  <a:pt x="6019234" y="0"/>
                </a:cubicBezTo>
                <a:cubicBezTo>
                  <a:pt x="6259742" y="34983"/>
                  <a:pt x="6398931" y="-5529"/>
                  <a:pt x="6688038" y="0"/>
                </a:cubicBezTo>
                <a:cubicBezTo>
                  <a:pt x="6977145" y="5529"/>
                  <a:pt x="7194620" y="-7281"/>
                  <a:pt x="7530730" y="0"/>
                </a:cubicBezTo>
                <a:cubicBezTo>
                  <a:pt x="7866840" y="7281"/>
                  <a:pt x="7893287" y="4079"/>
                  <a:pt x="8112590" y="0"/>
                </a:cubicBezTo>
                <a:cubicBezTo>
                  <a:pt x="8331893" y="-4079"/>
                  <a:pt x="8478633" y="-27372"/>
                  <a:pt x="8694449" y="0"/>
                </a:cubicBezTo>
                <a:cubicBezTo>
                  <a:pt x="8694837" y="6839"/>
                  <a:pt x="8693919" y="10305"/>
                  <a:pt x="8694449" y="14647"/>
                </a:cubicBezTo>
                <a:cubicBezTo>
                  <a:pt x="8431883" y="2023"/>
                  <a:pt x="8278035" y="35547"/>
                  <a:pt x="8025645" y="14647"/>
                </a:cubicBezTo>
                <a:cubicBezTo>
                  <a:pt x="7773255" y="-6253"/>
                  <a:pt x="7549306" y="40900"/>
                  <a:pt x="7356841" y="14647"/>
                </a:cubicBezTo>
                <a:cubicBezTo>
                  <a:pt x="7164376" y="-11606"/>
                  <a:pt x="6750974" y="-18406"/>
                  <a:pt x="6514149" y="14647"/>
                </a:cubicBezTo>
                <a:cubicBezTo>
                  <a:pt x="6277324" y="47700"/>
                  <a:pt x="6027179" y="21286"/>
                  <a:pt x="5845345" y="14647"/>
                </a:cubicBezTo>
                <a:cubicBezTo>
                  <a:pt x="5663511" y="8008"/>
                  <a:pt x="5563200" y="602"/>
                  <a:pt x="5437375" y="14647"/>
                </a:cubicBezTo>
                <a:cubicBezTo>
                  <a:pt x="5311550" y="28693"/>
                  <a:pt x="5178501" y="33222"/>
                  <a:pt x="4942460" y="14647"/>
                </a:cubicBezTo>
                <a:cubicBezTo>
                  <a:pt x="4706420" y="-3928"/>
                  <a:pt x="4292113" y="20781"/>
                  <a:pt x="4099767" y="14647"/>
                </a:cubicBezTo>
                <a:cubicBezTo>
                  <a:pt x="3907421" y="8513"/>
                  <a:pt x="3740436" y="-5461"/>
                  <a:pt x="3430963" y="14647"/>
                </a:cubicBezTo>
                <a:cubicBezTo>
                  <a:pt x="3121490" y="34755"/>
                  <a:pt x="3056979" y="12478"/>
                  <a:pt x="2936049" y="14647"/>
                </a:cubicBezTo>
                <a:cubicBezTo>
                  <a:pt x="2815119" y="16816"/>
                  <a:pt x="2410059" y="29030"/>
                  <a:pt x="2267245" y="14647"/>
                </a:cubicBezTo>
                <a:cubicBezTo>
                  <a:pt x="2124431" y="264"/>
                  <a:pt x="1956755" y="13963"/>
                  <a:pt x="1859274" y="14647"/>
                </a:cubicBezTo>
                <a:cubicBezTo>
                  <a:pt x="1761793" y="15331"/>
                  <a:pt x="1584592" y="26814"/>
                  <a:pt x="1451304" y="14647"/>
                </a:cubicBezTo>
                <a:cubicBezTo>
                  <a:pt x="1318016" y="2481"/>
                  <a:pt x="968868" y="3648"/>
                  <a:pt x="782500" y="14647"/>
                </a:cubicBezTo>
                <a:cubicBezTo>
                  <a:pt x="596132" y="25646"/>
                  <a:pt x="248680" y="-18497"/>
                  <a:pt x="0" y="14647"/>
                </a:cubicBezTo>
                <a:cubicBezTo>
                  <a:pt x="-646" y="10028"/>
                  <a:pt x="-554" y="367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671433" y="1545293"/>
            <a:ext cx="8423433" cy="3405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92239" indent="-228600" algn="l" rtl="0">
              <a:lnSpc>
                <a:spcPct val="90000"/>
              </a:lnSpc>
              <a:spcBef>
                <a:spcPts val="60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1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Look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aggregations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over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9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specific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(the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last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hour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day)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Bef>
                <a:spcPts val="52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window()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Bef>
                <a:spcPts val="52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reduceByKeyAndWindow()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458590" y="191052"/>
            <a:ext cx="8826294" cy="11488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378737" algn="l" rtl="0">
              <a:lnSpc>
                <a:spcPct val="90000"/>
              </a:lnSpc>
              <a:spcBef>
                <a:spcPct val="0"/>
              </a:spcBef>
            </a:pPr>
            <a:r>
              <a:rPr lang="en-US" sz="4300" kern="1200" spc="-132">
                <a:latin typeface="+mj-lt"/>
                <a:cs typeface="+mj-cs"/>
              </a:rPr>
              <a:t>Structured</a:t>
            </a:r>
            <a:r>
              <a:rPr lang="en-US" sz="4300" kern="1200" spc="-168">
                <a:latin typeface="+mj-lt"/>
                <a:cs typeface="+mj-cs"/>
              </a:rPr>
              <a:t> </a:t>
            </a:r>
            <a:r>
              <a:rPr lang="en-US" sz="4300" kern="1200" spc="-183">
                <a:latin typeface="+mj-lt"/>
                <a:cs typeface="+mj-cs"/>
              </a:rPr>
              <a:t>Streaming</a:t>
            </a:r>
          </a:p>
        </p:txBody>
      </p:sp>
      <p:sp>
        <p:nvSpPr>
          <p:cNvPr id="22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590" y="1346792"/>
            <a:ext cx="8789670" cy="14647"/>
          </a:xfrm>
          <a:custGeom>
            <a:avLst/>
            <a:gdLst>
              <a:gd name="csX0" fmla="*/ 0 w 8789670"/>
              <a:gd name="csY0" fmla="*/ 0 h 14647"/>
              <a:gd name="csX1" fmla="*/ 764025 w 8789670"/>
              <a:gd name="csY1" fmla="*/ 0 h 14647"/>
              <a:gd name="csX2" fmla="*/ 1615947 w 8789670"/>
              <a:gd name="csY2" fmla="*/ 0 h 14647"/>
              <a:gd name="csX3" fmla="*/ 2028385 w 8789670"/>
              <a:gd name="csY3" fmla="*/ 0 h 14647"/>
              <a:gd name="csX4" fmla="*/ 2616617 w 8789670"/>
              <a:gd name="csY4" fmla="*/ 0 h 14647"/>
              <a:gd name="csX5" fmla="*/ 3029056 w 8789670"/>
              <a:gd name="csY5" fmla="*/ 0 h 14647"/>
              <a:gd name="csX6" fmla="*/ 3705184 w 8789670"/>
              <a:gd name="csY6" fmla="*/ 0 h 14647"/>
              <a:gd name="csX7" fmla="*/ 4293416 w 8789670"/>
              <a:gd name="csY7" fmla="*/ 0 h 14647"/>
              <a:gd name="csX8" fmla="*/ 5057441 w 8789670"/>
              <a:gd name="csY8" fmla="*/ 0 h 14647"/>
              <a:gd name="csX9" fmla="*/ 5909363 w 8789670"/>
              <a:gd name="csY9" fmla="*/ 0 h 14647"/>
              <a:gd name="csX10" fmla="*/ 6585491 w 8789670"/>
              <a:gd name="csY10" fmla="*/ 0 h 14647"/>
              <a:gd name="csX11" fmla="*/ 7437413 w 8789670"/>
              <a:gd name="csY11" fmla="*/ 0 h 14647"/>
              <a:gd name="csX12" fmla="*/ 8113542 w 8789670"/>
              <a:gd name="csY12" fmla="*/ 0 h 14647"/>
              <a:gd name="csX13" fmla="*/ 8789670 w 8789670"/>
              <a:gd name="csY13" fmla="*/ 0 h 14647"/>
              <a:gd name="csX14" fmla="*/ 8789670 w 8789670"/>
              <a:gd name="csY14" fmla="*/ 14647 h 14647"/>
              <a:gd name="csX15" fmla="*/ 8113542 w 8789670"/>
              <a:gd name="csY15" fmla="*/ 14647 h 14647"/>
              <a:gd name="csX16" fmla="*/ 7613206 w 8789670"/>
              <a:gd name="csY16" fmla="*/ 14647 h 14647"/>
              <a:gd name="csX17" fmla="*/ 7200768 w 8789670"/>
              <a:gd name="csY17" fmla="*/ 14647 h 14647"/>
              <a:gd name="csX18" fmla="*/ 6612536 w 8789670"/>
              <a:gd name="csY18" fmla="*/ 14647 h 14647"/>
              <a:gd name="csX19" fmla="*/ 5936408 w 8789670"/>
              <a:gd name="csY19" fmla="*/ 14647 h 14647"/>
              <a:gd name="csX20" fmla="*/ 5348176 w 8789670"/>
              <a:gd name="csY20" fmla="*/ 14647 h 14647"/>
              <a:gd name="csX21" fmla="*/ 4847841 w 8789670"/>
              <a:gd name="csY21" fmla="*/ 14647 h 14647"/>
              <a:gd name="csX22" fmla="*/ 3995919 w 8789670"/>
              <a:gd name="csY22" fmla="*/ 14647 h 14647"/>
              <a:gd name="csX23" fmla="*/ 3319791 w 8789670"/>
              <a:gd name="csY23" fmla="*/ 14647 h 14647"/>
              <a:gd name="csX24" fmla="*/ 2555766 w 8789670"/>
              <a:gd name="csY24" fmla="*/ 14647 h 14647"/>
              <a:gd name="csX25" fmla="*/ 2143327 w 8789670"/>
              <a:gd name="csY25" fmla="*/ 14647 h 14647"/>
              <a:gd name="csX26" fmla="*/ 1642992 w 8789670"/>
              <a:gd name="csY26" fmla="*/ 14647 h 14647"/>
              <a:gd name="csX27" fmla="*/ 966864 w 8789670"/>
              <a:gd name="csY27" fmla="*/ 14647 h 14647"/>
              <a:gd name="csX28" fmla="*/ 0 w 8789670"/>
              <a:gd name="csY28" fmla="*/ 14647 h 14647"/>
              <a:gd name="csX29" fmla="*/ 0 w 8789670"/>
              <a:gd name="csY29" fmla="*/ 0 h 1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8789670" h="14647" fill="none" extrusionOk="0">
                <a:moveTo>
                  <a:pt x="0" y="0"/>
                </a:moveTo>
                <a:cubicBezTo>
                  <a:pt x="328666" y="7155"/>
                  <a:pt x="562138" y="-11652"/>
                  <a:pt x="764025" y="0"/>
                </a:cubicBezTo>
                <a:cubicBezTo>
                  <a:pt x="965912" y="11652"/>
                  <a:pt x="1233648" y="-38761"/>
                  <a:pt x="1615947" y="0"/>
                </a:cubicBezTo>
                <a:cubicBezTo>
                  <a:pt x="1998246" y="38761"/>
                  <a:pt x="1905172" y="19458"/>
                  <a:pt x="2028385" y="0"/>
                </a:cubicBezTo>
                <a:cubicBezTo>
                  <a:pt x="2151598" y="-19458"/>
                  <a:pt x="2427862" y="-17990"/>
                  <a:pt x="2616617" y="0"/>
                </a:cubicBezTo>
                <a:cubicBezTo>
                  <a:pt x="2805372" y="17990"/>
                  <a:pt x="2839009" y="12197"/>
                  <a:pt x="3029056" y="0"/>
                </a:cubicBezTo>
                <a:cubicBezTo>
                  <a:pt x="3219103" y="-12197"/>
                  <a:pt x="3568147" y="-11656"/>
                  <a:pt x="3705184" y="0"/>
                </a:cubicBezTo>
                <a:cubicBezTo>
                  <a:pt x="3842221" y="11656"/>
                  <a:pt x="4057969" y="-13277"/>
                  <a:pt x="4293416" y="0"/>
                </a:cubicBezTo>
                <a:cubicBezTo>
                  <a:pt x="4528863" y="13277"/>
                  <a:pt x="4821818" y="12465"/>
                  <a:pt x="5057441" y="0"/>
                </a:cubicBezTo>
                <a:cubicBezTo>
                  <a:pt x="5293064" y="-12465"/>
                  <a:pt x="5586319" y="33422"/>
                  <a:pt x="5909363" y="0"/>
                </a:cubicBezTo>
                <a:cubicBezTo>
                  <a:pt x="6232407" y="-33422"/>
                  <a:pt x="6337540" y="-29198"/>
                  <a:pt x="6585491" y="0"/>
                </a:cubicBezTo>
                <a:cubicBezTo>
                  <a:pt x="6833442" y="29198"/>
                  <a:pt x="7121547" y="-25776"/>
                  <a:pt x="7437413" y="0"/>
                </a:cubicBezTo>
                <a:cubicBezTo>
                  <a:pt x="7753279" y="25776"/>
                  <a:pt x="7856093" y="-19167"/>
                  <a:pt x="8113542" y="0"/>
                </a:cubicBezTo>
                <a:cubicBezTo>
                  <a:pt x="8370991" y="19167"/>
                  <a:pt x="8454659" y="24200"/>
                  <a:pt x="8789670" y="0"/>
                </a:cubicBezTo>
                <a:cubicBezTo>
                  <a:pt x="8789729" y="3399"/>
                  <a:pt x="8789848" y="9725"/>
                  <a:pt x="8789670" y="14647"/>
                </a:cubicBezTo>
                <a:cubicBezTo>
                  <a:pt x="8651207" y="5199"/>
                  <a:pt x="8386697" y="-18977"/>
                  <a:pt x="8113542" y="14647"/>
                </a:cubicBezTo>
                <a:cubicBezTo>
                  <a:pt x="7840387" y="48271"/>
                  <a:pt x="7789150" y="32743"/>
                  <a:pt x="7613206" y="14647"/>
                </a:cubicBezTo>
                <a:cubicBezTo>
                  <a:pt x="7437262" y="-3449"/>
                  <a:pt x="7311068" y="29379"/>
                  <a:pt x="7200768" y="14647"/>
                </a:cubicBezTo>
                <a:cubicBezTo>
                  <a:pt x="7090468" y="-85"/>
                  <a:pt x="6864205" y="5833"/>
                  <a:pt x="6612536" y="14647"/>
                </a:cubicBezTo>
                <a:cubicBezTo>
                  <a:pt x="6360867" y="23461"/>
                  <a:pt x="6244565" y="-4131"/>
                  <a:pt x="5936408" y="14647"/>
                </a:cubicBezTo>
                <a:cubicBezTo>
                  <a:pt x="5628251" y="33425"/>
                  <a:pt x="5613244" y="11527"/>
                  <a:pt x="5348176" y="14647"/>
                </a:cubicBezTo>
                <a:cubicBezTo>
                  <a:pt x="5083108" y="17767"/>
                  <a:pt x="4959899" y="10360"/>
                  <a:pt x="4847841" y="14647"/>
                </a:cubicBezTo>
                <a:cubicBezTo>
                  <a:pt x="4735783" y="18934"/>
                  <a:pt x="4374048" y="-18183"/>
                  <a:pt x="3995919" y="14647"/>
                </a:cubicBezTo>
                <a:cubicBezTo>
                  <a:pt x="3617790" y="47477"/>
                  <a:pt x="3490199" y="32443"/>
                  <a:pt x="3319791" y="14647"/>
                </a:cubicBezTo>
                <a:cubicBezTo>
                  <a:pt x="3149383" y="-3149"/>
                  <a:pt x="2906715" y="1697"/>
                  <a:pt x="2555766" y="14647"/>
                </a:cubicBezTo>
                <a:cubicBezTo>
                  <a:pt x="2204818" y="27597"/>
                  <a:pt x="2346199" y="26380"/>
                  <a:pt x="2143327" y="14647"/>
                </a:cubicBezTo>
                <a:cubicBezTo>
                  <a:pt x="1940455" y="2914"/>
                  <a:pt x="1854579" y="5004"/>
                  <a:pt x="1642992" y="14647"/>
                </a:cubicBezTo>
                <a:cubicBezTo>
                  <a:pt x="1431406" y="24290"/>
                  <a:pt x="1260719" y="22698"/>
                  <a:pt x="966864" y="14647"/>
                </a:cubicBezTo>
                <a:cubicBezTo>
                  <a:pt x="673009" y="6596"/>
                  <a:pt x="375730" y="62132"/>
                  <a:pt x="0" y="14647"/>
                </a:cubicBezTo>
                <a:cubicBezTo>
                  <a:pt x="-358" y="7760"/>
                  <a:pt x="572" y="4131"/>
                  <a:pt x="0" y="0"/>
                </a:cubicBezTo>
                <a:close/>
              </a:path>
              <a:path w="8789670" h="14647" stroke="0" extrusionOk="0">
                <a:moveTo>
                  <a:pt x="0" y="0"/>
                </a:moveTo>
                <a:cubicBezTo>
                  <a:pt x="133851" y="19843"/>
                  <a:pt x="320757" y="-11520"/>
                  <a:pt x="500335" y="0"/>
                </a:cubicBezTo>
                <a:cubicBezTo>
                  <a:pt x="679914" y="11520"/>
                  <a:pt x="803259" y="7957"/>
                  <a:pt x="912773" y="0"/>
                </a:cubicBezTo>
                <a:cubicBezTo>
                  <a:pt x="1022287" y="-7957"/>
                  <a:pt x="1237756" y="-17143"/>
                  <a:pt x="1413108" y="0"/>
                </a:cubicBezTo>
                <a:cubicBezTo>
                  <a:pt x="1588461" y="17143"/>
                  <a:pt x="1763098" y="-21370"/>
                  <a:pt x="2089237" y="0"/>
                </a:cubicBezTo>
                <a:cubicBezTo>
                  <a:pt x="2415376" y="21370"/>
                  <a:pt x="2581198" y="-11283"/>
                  <a:pt x="2853262" y="0"/>
                </a:cubicBezTo>
                <a:cubicBezTo>
                  <a:pt x="3125327" y="11283"/>
                  <a:pt x="3369675" y="-8320"/>
                  <a:pt x="3705184" y="0"/>
                </a:cubicBezTo>
                <a:cubicBezTo>
                  <a:pt x="4040693" y="8320"/>
                  <a:pt x="4135129" y="41926"/>
                  <a:pt x="4557106" y="0"/>
                </a:cubicBezTo>
                <a:cubicBezTo>
                  <a:pt x="4979083" y="-41926"/>
                  <a:pt x="4898655" y="-12210"/>
                  <a:pt x="5145338" y="0"/>
                </a:cubicBezTo>
                <a:cubicBezTo>
                  <a:pt x="5392021" y="12210"/>
                  <a:pt x="5693571" y="-10299"/>
                  <a:pt x="5909363" y="0"/>
                </a:cubicBezTo>
                <a:cubicBezTo>
                  <a:pt x="6125155" y="10299"/>
                  <a:pt x="6338031" y="4463"/>
                  <a:pt x="6585491" y="0"/>
                </a:cubicBezTo>
                <a:cubicBezTo>
                  <a:pt x="6832951" y="-4463"/>
                  <a:pt x="6924528" y="-17388"/>
                  <a:pt x="7173723" y="0"/>
                </a:cubicBezTo>
                <a:cubicBezTo>
                  <a:pt x="7422918" y="17388"/>
                  <a:pt x="7724496" y="6455"/>
                  <a:pt x="7937748" y="0"/>
                </a:cubicBezTo>
                <a:cubicBezTo>
                  <a:pt x="8151000" y="-6455"/>
                  <a:pt x="8388519" y="22324"/>
                  <a:pt x="8789670" y="0"/>
                </a:cubicBezTo>
                <a:cubicBezTo>
                  <a:pt x="8790338" y="5915"/>
                  <a:pt x="8790085" y="11687"/>
                  <a:pt x="8789670" y="14647"/>
                </a:cubicBezTo>
                <a:cubicBezTo>
                  <a:pt x="8552961" y="-7361"/>
                  <a:pt x="8436400" y="-7620"/>
                  <a:pt x="8289335" y="14647"/>
                </a:cubicBezTo>
                <a:cubicBezTo>
                  <a:pt x="8142270" y="36914"/>
                  <a:pt x="7623001" y="29078"/>
                  <a:pt x="7437413" y="14647"/>
                </a:cubicBezTo>
                <a:cubicBezTo>
                  <a:pt x="7251825" y="216"/>
                  <a:pt x="7076701" y="685"/>
                  <a:pt x="6937078" y="14647"/>
                </a:cubicBezTo>
                <a:cubicBezTo>
                  <a:pt x="6797455" y="28609"/>
                  <a:pt x="6355614" y="41460"/>
                  <a:pt x="6173053" y="14647"/>
                </a:cubicBezTo>
                <a:cubicBezTo>
                  <a:pt x="5990493" y="-12166"/>
                  <a:pt x="5866524" y="29555"/>
                  <a:pt x="5760614" y="14647"/>
                </a:cubicBezTo>
                <a:cubicBezTo>
                  <a:pt x="5654704" y="-261"/>
                  <a:pt x="5247842" y="41331"/>
                  <a:pt x="5084486" y="14647"/>
                </a:cubicBezTo>
                <a:cubicBezTo>
                  <a:pt x="4921130" y="-12037"/>
                  <a:pt x="4713267" y="14479"/>
                  <a:pt x="4584151" y="14647"/>
                </a:cubicBezTo>
                <a:cubicBezTo>
                  <a:pt x="4455036" y="14815"/>
                  <a:pt x="4018075" y="-24699"/>
                  <a:pt x="3732229" y="14647"/>
                </a:cubicBezTo>
                <a:cubicBezTo>
                  <a:pt x="3446383" y="53993"/>
                  <a:pt x="3448441" y="4169"/>
                  <a:pt x="3319791" y="14647"/>
                </a:cubicBezTo>
                <a:cubicBezTo>
                  <a:pt x="3191141" y="25125"/>
                  <a:pt x="2908560" y="-2236"/>
                  <a:pt x="2643662" y="14647"/>
                </a:cubicBezTo>
                <a:cubicBezTo>
                  <a:pt x="2378764" y="31530"/>
                  <a:pt x="2392235" y="10994"/>
                  <a:pt x="2231224" y="14647"/>
                </a:cubicBezTo>
                <a:cubicBezTo>
                  <a:pt x="2070213" y="18300"/>
                  <a:pt x="1949675" y="29009"/>
                  <a:pt x="1730889" y="14647"/>
                </a:cubicBezTo>
                <a:cubicBezTo>
                  <a:pt x="1512103" y="285"/>
                  <a:pt x="1346878" y="27136"/>
                  <a:pt x="966864" y="14647"/>
                </a:cubicBezTo>
                <a:cubicBezTo>
                  <a:pt x="586850" y="2158"/>
                  <a:pt x="462346" y="56596"/>
                  <a:pt x="0" y="14647"/>
                </a:cubicBezTo>
                <a:cubicBezTo>
                  <a:pt x="-6" y="10053"/>
                  <a:pt x="75" y="3650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458590" y="1658970"/>
            <a:ext cx="5377835" cy="329915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92239" indent="-228600" algn="l" rtl="0">
              <a:lnSpc>
                <a:spcPct val="90000"/>
              </a:lnSpc>
              <a:spcBef>
                <a:spcPts val="60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Fully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integrated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DataFrame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API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marR="4069" indent="-228600" algn="l" rtl="0">
              <a:lnSpc>
                <a:spcPct val="90000"/>
              </a:lnSpc>
              <a:spcBef>
                <a:spcPts val="837"/>
              </a:spcBef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Streaming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 </a:t>
            </a:r>
            <a:r>
              <a:rPr lang="en-US" kern="1200" spc="-1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sources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are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treated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unbounded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table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that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 	</a:t>
            </a:r>
            <a:r>
              <a:rPr lang="en-US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continually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appended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rcRect l="38928" r="17844" b="1"/>
          <a:stretch>
            <a:fillRect/>
          </a:stretch>
        </p:blipFill>
        <p:spPr>
          <a:xfrm>
            <a:off x="6148521" y="1677119"/>
            <a:ext cx="3156957" cy="3281003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3874" y="439420"/>
            <a:ext cx="2884439" cy="43502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497891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132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Structured</a:t>
            </a:r>
            <a:r>
              <a:rPr lang="en-US" sz="40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Streaming</a:t>
            </a:r>
            <a:r>
              <a:rPr lang="en-US" sz="40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24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</a:t>
            </a:r>
            <a:r>
              <a:rPr lang="en-US" sz="40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4000" kern="1200" spc="-296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Sink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038096" y="2609988"/>
            <a:ext cx="3588597" cy="14649"/>
          </a:xfrm>
          <a:custGeom>
            <a:avLst/>
            <a:gdLst>
              <a:gd name="csX0" fmla="*/ 0 w 3588597"/>
              <a:gd name="csY0" fmla="*/ 0 h 14649"/>
              <a:gd name="csX1" fmla="*/ 669871 w 3588597"/>
              <a:gd name="csY1" fmla="*/ 0 h 14649"/>
              <a:gd name="csX2" fmla="*/ 1303857 w 3588597"/>
              <a:gd name="csY2" fmla="*/ 0 h 14649"/>
              <a:gd name="csX3" fmla="*/ 1937842 w 3588597"/>
              <a:gd name="csY3" fmla="*/ 0 h 14649"/>
              <a:gd name="csX4" fmla="*/ 2428284 w 3588597"/>
              <a:gd name="csY4" fmla="*/ 0 h 14649"/>
              <a:gd name="csX5" fmla="*/ 2954612 w 3588597"/>
              <a:gd name="csY5" fmla="*/ 0 h 14649"/>
              <a:gd name="csX6" fmla="*/ 3588597 w 3588597"/>
              <a:gd name="csY6" fmla="*/ 0 h 14649"/>
              <a:gd name="csX7" fmla="*/ 3588597 w 3588597"/>
              <a:gd name="csY7" fmla="*/ 14649 h 14649"/>
              <a:gd name="csX8" fmla="*/ 2990498 w 3588597"/>
              <a:gd name="csY8" fmla="*/ 14649 h 14649"/>
              <a:gd name="csX9" fmla="*/ 2500056 w 3588597"/>
              <a:gd name="csY9" fmla="*/ 14649 h 14649"/>
              <a:gd name="csX10" fmla="*/ 2009614 w 3588597"/>
              <a:gd name="csY10" fmla="*/ 14649 h 14649"/>
              <a:gd name="csX11" fmla="*/ 1375629 w 3588597"/>
              <a:gd name="csY11" fmla="*/ 14649 h 14649"/>
              <a:gd name="csX12" fmla="*/ 849301 w 3588597"/>
              <a:gd name="csY12" fmla="*/ 14649 h 14649"/>
              <a:gd name="csX13" fmla="*/ 0 w 3588597"/>
              <a:gd name="csY13" fmla="*/ 14649 h 14649"/>
              <a:gd name="csX14" fmla="*/ 0 w 3588597"/>
              <a:gd name="csY14" fmla="*/ 0 h 14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3588597" h="14649" fill="none" extrusionOk="0">
                <a:moveTo>
                  <a:pt x="0" y="0"/>
                </a:moveTo>
                <a:cubicBezTo>
                  <a:pt x="328700" y="-22847"/>
                  <a:pt x="338440" y="24396"/>
                  <a:pt x="669871" y="0"/>
                </a:cubicBezTo>
                <a:cubicBezTo>
                  <a:pt x="1001302" y="-24396"/>
                  <a:pt x="1163728" y="4417"/>
                  <a:pt x="1303857" y="0"/>
                </a:cubicBezTo>
                <a:cubicBezTo>
                  <a:pt x="1443986" y="-4417"/>
                  <a:pt x="1798706" y="6703"/>
                  <a:pt x="1937842" y="0"/>
                </a:cubicBezTo>
                <a:cubicBezTo>
                  <a:pt x="2076978" y="-6703"/>
                  <a:pt x="2242437" y="-22230"/>
                  <a:pt x="2428284" y="0"/>
                </a:cubicBezTo>
                <a:cubicBezTo>
                  <a:pt x="2614131" y="22230"/>
                  <a:pt x="2745211" y="-6083"/>
                  <a:pt x="2954612" y="0"/>
                </a:cubicBezTo>
                <a:cubicBezTo>
                  <a:pt x="3164013" y="6083"/>
                  <a:pt x="3364364" y="-14666"/>
                  <a:pt x="3588597" y="0"/>
                </a:cubicBezTo>
                <a:cubicBezTo>
                  <a:pt x="3587988" y="5147"/>
                  <a:pt x="3588297" y="9928"/>
                  <a:pt x="3588597" y="14649"/>
                </a:cubicBezTo>
                <a:cubicBezTo>
                  <a:pt x="3312515" y="-3493"/>
                  <a:pt x="3251903" y="41358"/>
                  <a:pt x="2990498" y="14649"/>
                </a:cubicBezTo>
                <a:cubicBezTo>
                  <a:pt x="2729093" y="-12060"/>
                  <a:pt x="2679031" y="-7349"/>
                  <a:pt x="2500056" y="14649"/>
                </a:cubicBezTo>
                <a:cubicBezTo>
                  <a:pt x="2321081" y="36647"/>
                  <a:pt x="2185842" y="7015"/>
                  <a:pt x="2009614" y="14649"/>
                </a:cubicBezTo>
                <a:cubicBezTo>
                  <a:pt x="1833386" y="22283"/>
                  <a:pt x="1506945" y="-12638"/>
                  <a:pt x="1375629" y="14649"/>
                </a:cubicBezTo>
                <a:cubicBezTo>
                  <a:pt x="1244313" y="41936"/>
                  <a:pt x="989343" y="35958"/>
                  <a:pt x="849301" y="14649"/>
                </a:cubicBezTo>
                <a:cubicBezTo>
                  <a:pt x="709259" y="-6660"/>
                  <a:pt x="411375" y="37926"/>
                  <a:pt x="0" y="14649"/>
                </a:cubicBezTo>
                <a:cubicBezTo>
                  <a:pt x="497" y="9816"/>
                  <a:pt x="-574" y="7010"/>
                  <a:pt x="0" y="0"/>
                </a:cubicBezTo>
                <a:close/>
              </a:path>
              <a:path w="3588597" h="14649" stroke="0" extrusionOk="0">
                <a:moveTo>
                  <a:pt x="0" y="0"/>
                </a:moveTo>
                <a:cubicBezTo>
                  <a:pt x="244603" y="-6629"/>
                  <a:pt x="284525" y="-16713"/>
                  <a:pt x="562214" y="0"/>
                </a:cubicBezTo>
                <a:cubicBezTo>
                  <a:pt x="839903" y="16713"/>
                  <a:pt x="933169" y="-18574"/>
                  <a:pt x="1052655" y="0"/>
                </a:cubicBezTo>
                <a:cubicBezTo>
                  <a:pt x="1172141" y="18574"/>
                  <a:pt x="1571829" y="15631"/>
                  <a:pt x="1722527" y="0"/>
                </a:cubicBezTo>
                <a:cubicBezTo>
                  <a:pt x="1873225" y="-15631"/>
                  <a:pt x="2011006" y="-20345"/>
                  <a:pt x="2284740" y="0"/>
                </a:cubicBezTo>
                <a:cubicBezTo>
                  <a:pt x="2558474" y="20345"/>
                  <a:pt x="2675581" y="24529"/>
                  <a:pt x="2846954" y="0"/>
                </a:cubicBezTo>
                <a:cubicBezTo>
                  <a:pt x="3018327" y="-24529"/>
                  <a:pt x="3348632" y="30695"/>
                  <a:pt x="3588597" y="0"/>
                </a:cubicBezTo>
                <a:cubicBezTo>
                  <a:pt x="3588741" y="6330"/>
                  <a:pt x="3588710" y="7518"/>
                  <a:pt x="3588597" y="14649"/>
                </a:cubicBezTo>
                <a:cubicBezTo>
                  <a:pt x="3308907" y="17759"/>
                  <a:pt x="3199386" y="-856"/>
                  <a:pt x="2990498" y="14649"/>
                </a:cubicBezTo>
                <a:cubicBezTo>
                  <a:pt x="2781610" y="30154"/>
                  <a:pt x="2628290" y="-8784"/>
                  <a:pt x="2500056" y="14649"/>
                </a:cubicBezTo>
                <a:cubicBezTo>
                  <a:pt x="2371822" y="38082"/>
                  <a:pt x="2140154" y="26466"/>
                  <a:pt x="1901956" y="14649"/>
                </a:cubicBezTo>
                <a:cubicBezTo>
                  <a:pt x="1663758" y="2832"/>
                  <a:pt x="1513781" y="43856"/>
                  <a:pt x="1303857" y="14649"/>
                </a:cubicBezTo>
                <a:cubicBezTo>
                  <a:pt x="1093933" y="-14558"/>
                  <a:pt x="911688" y="1413"/>
                  <a:pt x="741643" y="14649"/>
                </a:cubicBezTo>
                <a:cubicBezTo>
                  <a:pt x="571598" y="27885"/>
                  <a:pt x="272334" y="49252"/>
                  <a:pt x="0" y="14649"/>
                </a:cubicBezTo>
                <a:cubicBezTo>
                  <a:pt x="-593" y="7789"/>
                  <a:pt x="-557" y="315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4106474" y="442183"/>
            <a:ext cx="4985952" cy="43502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2239" marR="887457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kern="1200" spc="-2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Each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item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arriving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on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9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treated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like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9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new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record 	</a:t>
            </a:r>
            <a:r>
              <a:rPr lang="en-US" kern="1200" spc="-1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appended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9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table,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referred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 spc="-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Input</a:t>
            </a:r>
            <a:r>
              <a:rPr lang="en-US" i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Table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1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9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Structured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Streaming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operation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referred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3257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 kern="1200" spc="-1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</a:t>
            </a:r>
            <a:r>
              <a:rPr lang="en-US" i="1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Table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marR="466360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Structured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Streaming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operations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written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by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	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DataFrameWriter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object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marR="204446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3257" algn="l"/>
              </a:tabLst>
            </a:pPr>
            <a:r>
              <a:rPr lang="en-US" i="1" kern="1200" spc="-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Output</a:t>
            </a:r>
            <a:r>
              <a:rPr lang="en-US" i="1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i="1" kern="1200" spc="-156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sinks</a:t>
            </a:r>
            <a:r>
              <a:rPr lang="en-US" i="1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Spark’s</a:t>
            </a:r>
            <a:r>
              <a:rPr lang="en-US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Structured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Streaming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define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Result 	</a:t>
            </a:r>
            <a:r>
              <a:rPr lang="en-US" kern="1200" spc="-1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Table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</a:t>
            </a:r>
            <a:r>
              <a:rPr lang="en-US" kern="1200" spc="-1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written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Sink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kern="1200" spc="-1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Console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Sink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Memory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Sink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8661" y="513251"/>
            <a:ext cx="2738488" cy="44716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82920" algn="l" rtl="0">
              <a:lnSpc>
                <a:spcPct val="90000"/>
              </a:lnSpc>
              <a:spcBef>
                <a:spcPct val="0"/>
              </a:spcBef>
            </a:pPr>
            <a:r>
              <a:rPr lang="en-US" sz="1700" kern="1200" spc="-96">
                <a:solidFill>
                  <a:schemeClr val="tx1"/>
                </a:solidFill>
                <a:latin typeface="+mj-lt"/>
                <a:ea typeface="+mj-ea"/>
                <a:cs typeface="+mj-cs"/>
              </a:rPr>
              <a:t>Output</a:t>
            </a:r>
            <a:r>
              <a:rPr lang="en-US" sz="17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1700" kern="1200" spc="-152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Modes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03968" y="2773380"/>
            <a:ext cx="4333169" cy="14649"/>
          </a:xfrm>
          <a:custGeom>
            <a:avLst/>
            <a:gdLst>
              <a:gd name="csX0" fmla="*/ 0 w 4333169"/>
              <a:gd name="csY0" fmla="*/ 0 h 14649"/>
              <a:gd name="csX1" fmla="*/ 575692 w 4333169"/>
              <a:gd name="csY1" fmla="*/ 0 h 14649"/>
              <a:gd name="csX2" fmla="*/ 1064722 w 4333169"/>
              <a:gd name="csY2" fmla="*/ 0 h 14649"/>
              <a:gd name="csX3" fmla="*/ 1597082 w 4333169"/>
              <a:gd name="csY3" fmla="*/ 0 h 14649"/>
              <a:gd name="csX4" fmla="*/ 2259438 w 4333169"/>
              <a:gd name="csY4" fmla="*/ 0 h 14649"/>
              <a:gd name="csX5" fmla="*/ 2835131 w 4333169"/>
              <a:gd name="csY5" fmla="*/ 0 h 14649"/>
              <a:gd name="csX6" fmla="*/ 3367491 w 4333169"/>
              <a:gd name="csY6" fmla="*/ 0 h 14649"/>
              <a:gd name="csX7" fmla="*/ 4333169 w 4333169"/>
              <a:gd name="csY7" fmla="*/ 0 h 14649"/>
              <a:gd name="csX8" fmla="*/ 4333169 w 4333169"/>
              <a:gd name="csY8" fmla="*/ 14649 h 14649"/>
              <a:gd name="csX9" fmla="*/ 3714145 w 4333169"/>
              <a:gd name="csY9" fmla="*/ 14649 h 14649"/>
              <a:gd name="csX10" fmla="*/ 3181784 w 4333169"/>
              <a:gd name="csY10" fmla="*/ 14649 h 14649"/>
              <a:gd name="csX11" fmla="*/ 2476097 w 4333169"/>
              <a:gd name="csY11" fmla="*/ 14649 h 14649"/>
              <a:gd name="csX12" fmla="*/ 1900404 w 4333169"/>
              <a:gd name="csY12" fmla="*/ 14649 h 14649"/>
              <a:gd name="csX13" fmla="*/ 1411375 w 4333169"/>
              <a:gd name="csY13" fmla="*/ 14649 h 14649"/>
              <a:gd name="csX14" fmla="*/ 749019 w 4333169"/>
              <a:gd name="csY14" fmla="*/ 14649 h 14649"/>
              <a:gd name="csX15" fmla="*/ 0 w 4333169"/>
              <a:gd name="csY15" fmla="*/ 14649 h 14649"/>
              <a:gd name="csX16" fmla="*/ 0 w 4333169"/>
              <a:gd name="csY16" fmla="*/ 0 h 14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333169" h="14649" fill="none" extrusionOk="0">
                <a:moveTo>
                  <a:pt x="0" y="0"/>
                </a:moveTo>
                <a:cubicBezTo>
                  <a:pt x="128856" y="25070"/>
                  <a:pt x="312355" y="10957"/>
                  <a:pt x="575692" y="0"/>
                </a:cubicBezTo>
                <a:cubicBezTo>
                  <a:pt x="839029" y="-10957"/>
                  <a:pt x="949620" y="5271"/>
                  <a:pt x="1064722" y="0"/>
                </a:cubicBezTo>
                <a:cubicBezTo>
                  <a:pt x="1179824" y="-5271"/>
                  <a:pt x="1419897" y="20275"/>
                  <a:pt x="1597082" y="0"/>
                </a:cubicBezTo>
                <a:cubicBezTo>
                  <a:pt x="1774267" y="-20275"/>
                  <a:pt x="1944129" y="-4123"/>
                  <a:pt x="2259438" y="0"/>
                </a:cubicBezTo>
                <a:cubicBezTo>
                  <a:pt x="2574747" y="4123"/>
                  <a:pt x="2624192" y="-8245"/>
                  <a:pt x="2835131" y="0"/>
                </a:cubicBezTo>
                <a:cubicBezTo>
                  <a:pt x="3046070" y="8245"/>
                  <a:pt x="3160630" y="-13045"/>
                  <a:pt x="3367491" y="0"/>
                </a:cubicBezTo>
                <a:cubicBezTo>
                  <a:pt x="3574352" y="13045"/>
                  <a:pt x="3897652" y="-47148"/>
                  <a:pt x="4333169" y="0"/>
                </a:cubicBezTo>
                <a:cubicBezTo>
                  <a:pt x="4332686" y="6699"/>
                  <a:pt x="4333526" y="10253"/>
                  <a:pt x="4333169" y="14649"/>
                </a:cubicBezTo>
                <a:cubicBezTo>
                  <a:pt x="4043558" y="-587"/>
                  <a:pt x="4016013" y="1129"/>
                  <a:pt x="3714145" y="14649"/>
                </a:cubicBezTo>
                <a:cubicBezTo>
                  <a:pt x="3412277" y="28169"/>
                  <a:pt x="3309093" y="37708"/>
                  <a:pt x="3181784" y="14649"/>
                </a:cubicBezTo>
                <a:cubicBezTo>
                  <a:pt x="3054475" y="-8410"/>
                  <a:pt x="2656796" y="18063"/>
                  <a:pt x="2476097" y="14649"/>
                </a:cubicBezTo>
                <a:cubicBezTo>
                  <a:pt x="2295398" y="11235"/>
                  <a:pt x="2146215" y="16821"/>
                  <a:pt x="1900404" y="14649"/>
                </a:cubicBezTo>
                <a:cubicBezTo>
                  <a:pt x="1654593" y="12477"/>
                  <a:pt x="1518560" y="17650"/>
                  <a:pt x="1411375" y="14649"/>
                </a:cubicBezTo>
                <a:cubicBezTo>
                  <a:pt x="1304190" y="11648"/>
                  <a:pt x="966788" y="-133"/>
                  <a:pt x="749019" y="14649"/>
                </a:cubicBezTo>
                <a:cubicBezTo>
                  <a:pt x="531250" y="29431"/>
                  <a:pt x="190094" y="26725"/>
                  <a:pt x="0" y="14649"/>
                </a:cubicBezTo>
                <a:cubicBezTo>
                  <a:pt x="-720" y="8053"/>
                  <a:pt x="-449" y="6550"/>
                  <a:pt x="0" y="0"/>
                </a:cubicBezTo>
                <a:close/>
              </a:path>
              <a:path w="4333169" h="14649" stroke="0" extrusionOk="0">
                <a:moveTo>
                  <a:pt x="0" y="0"/>
                </a:moveTo>
                <a:cubicBezTo>
                  <a:pt x="216857" y="2793"/>
                  <a:pt x="354276" y="9102"/>
                  <a:pt x="575692" y="0"/>
                </a:cubicBezTo>
                <a:cubicBezTo>
                  <a:pt x="797108" y="-9102"/>
                  <a:pt x="911680" y="-20178"/>
                  <a:pt x="1064722" y="0"/>
                </a:cubicBezTo>
                <a:cubicBezTo>
                  <a:pt x="1217764" y="20178"/>
                  <a:pt x="1490632" y="6117"/>
                  <a:pt x="1770409" y="0"/>
                </a:cubicBezTo>
                <a:cubicBezTo>
                  <a:pt x="2050186" y="-6117"/>
                  <a:pt x="2184880" y="10708"/>
                  <a:pt x="2346102" y="0"/>
                </a:cubicBezTo>
                <a:cubicBezTo>
                  <a:pt x="2507324" y="-10708"/>
                  <a:pt x="2785516" y="-9914"/>
                  <a:pt x="2921794" y="0"/>
                </a:cubicBezTo>
                <a:cubicBezTo>
                  <a:pt x="3058072" y="9914"/>
                  <a:pt x="3439096" y="-22613"/>
                  <a:pt x="3627481" y="0"/>
                </a:cubicBezTo>
                <a:cubicBezTo>
                  <a:pt x="3815866" y="22613"/>
                  <a:pt x="4146942" y="-20150"/>
                  <a:pt x="4333169" y="0"/>
                </a:cubicBezTo>
                <a:cubicBezTo>
                  <a:pt x="4332981" y="4765"/>
                  <a:pt x="4333012" y="10228"/>
                  <a:pt x="4333169" y="14649"/>
                </a:cubicBezTo>
                <a:cubicBezTo>
                  <a:pt x="4105784" y="-5264"/>
                  <a:pt x="3992784" y="2480"/>
                  <a:pt x="3800808" y="14649"/>
                </a:cubicBezTo>
                <a:cubicBezTo>
                  <a:pt x="3608832" y="26818"/>
                  <a:pt x="3465267" y="-13713"/>
                  <a:pt x="3181784" y="14649"/>
                </a:cubicBezTo>
                <a:cubicBezTo>
                  <a:pt x="2898301" y="43011"/>
                  <a:pt x="2815705" y="-6224"/>
                  <a:pt x="2562760" y="14649"/>
                </a:cubicBezTo>
                <a:cubicBezTo>
                  <a:pt x="2309815" y="35522"/>
                  <a:pt x="2140147" y="-12705"/>
                  <a:pt x="1987067" y="14649"/>
                </a:cubicBezTo>
                <a:cubicBezTo>
                  <a:pt x="1833987" y="42003"/>
                  <a:pt x="1494374" y="41344"/>
                  <a:pt x="1281380" y="14649"/>
                </a:cubicBezTo>
                <a:cubicBezTo>
                  <a:pt x="1068386" y="-12046"/>
                  <a:pt x="927980" y="-11496"/>
                  <a:pt x="575692" y="14649"/>
                </a:cubicBezTo>
                <a:cubicBezTo>
                  <a:pt x="223404" y="40794"/>
                  <a:pt x="133524" y="37957"/>
                  <a:pt x="0" y="14649"/>
                </a:cubicBezTo>
                <a:cubicBezTo>
                  <a:pt x="698" y="10822"/>
                  <a:pt x="-168" y="58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CB3D9A3D-38AF-333F-7FAD-364D36B0A5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8094566"/>
              </p:ext>
            </p:extLst>
          </p:nvPr>
        </p:nvGraphicFramePr>
        <p:xfrm>
          <a:off x="3723256" y="513250"/>
          <a:ext cx="5527597" cy="4434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301F447-EEF7-48F5-AF73-7566EE7F64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73874" y="268025"/>
            <a:ext cx="8418551" cy="8625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60543" algn="l" rtl="0">
              <a:lnSpc>
                <a:spcPct val="90000"/>
              </a:lnSpc>
              <a:spcBef>
                <a:spcPct val="0"/>
              </a:spcBef>
            </a:pPr>
            <a:r>
              <a:rPr lang="en-US" sz="3200" kern="1200" spc="-2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Spark</a:t>
            </a:r>
            <a:r>
              <a:rPr lang="en-US" sz="3200" kern="1200" spc="-188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316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</a:t>
            </a:r>
            <a:r>
              <a:rPr lang="en-US" sz="3200" kern="1200" spc="-1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200" kern="1200" spc="-412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117410-A2A4-4085-9ADC-46744551DB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5095" y="0"/>
            <a:ext cx="8416109" cy="15328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F74EB5-E547-4FB4-95F5-BCC788F3C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874" y="1211796"/>
            <a:ext cx="8416109" cy="14647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B664CBD9-01BF-2E43-F60A-C85D94FBDC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91421567"/>
              </p:ext>
            </p:extLst>
          </p:nvPr>
        </p:nvGraphicFramePr>
        <p:xfrm>
          <a:off x="671433" y="1391496"/>
          <a:ext cx="8416109" cy="36325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299" cy="549224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92208" y="2371314"/>
            <a:ext cx="3233271" cy="19122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301583" algn="l" rtl="0">
              <a:lnSpc>
                <a:spcPct val="90000"/>
              </a:lnSpc>
              <a:spcBef>
                <a:spcPct val="0"/>
              </a:spcBef>
            </a:pPr>
            <a:r>
              <a:rPr lang="en-US" sz="3300" kern="1200" spc="-22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Revisit </a:t>
            </a:r>
            <a:r>
              <a:rPr lang="en-US" sz="3300" kern="1200" spc="-208">
                <a:solidFill>
                  <a:schemeClr val="tx1"/>
                </a:solidFill>
                <a:latin typeface="+mj-lt"/>
                <a:ea typeface="+mj-ea"/>
                <a:cs typeface="+mj-cs"/>
              </a:rPr>
              <a:t>Components</a:t>
            </a:r>
            <a:r>
              <a:rPr lang="en-US" sz="3300" kern="1200" spc="-163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and</a:t>
            </a:r>
            <a:r>
              <a:rPr lang="en-US" sz="3300" kern="1200" spc="-15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 spc="-1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Architecture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390757"/>
            <a:ext cx="585978" cy="539392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69279" y="0"/>
            <a:ext cx="1197021" cy="54927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54570" y="313871"/>
            <a:ext cx="4813753" cy="481923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44162" y="1467925"/>
            <a:ext cx="4434568" cy="250984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D25F302-27C5-414F-97F8-6EA0A6C028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18307"/>
            <a:ext cx="2491444" cy="292245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7988" y="3540762"/>
            <a:ext cx="4761965" cy="1694303"/>
          </a:xfrm>
          <a:prstGeom prst="rect">
            <a:avLst/>
          </a:prstGeom>
        </p:spPr>
      </p:pic>
      <p:sp>
        <p:nvSpPr>
          <p:cNvPr id="25" name="Right Triangle 24">
            <a:extLst>
              <a:ext uri="{FF2B5EF4-FFF2-40B4-BE49-F238E27FC236}">
                <a16:creationId xmlns:a16="http://schemas.microsoft.com/office/drawing/2014/main" id="{830A36F8-48C2-4842-A87B-8CE8DF4E7F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870310" y="2671782"/>
            <a:ext cx="2636901" cy="2563283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6A5A31-B10A-4793-84D4-D785959AE5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0832" y="499197"/>
            <a:ext cx="4118657" cy="4491498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519043" y="952010"/>
            <a:ext cx="3378904" cy="12792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0171" algn="l" rtl="0">
              <a:lnSpc>
                <a:spcPct val="90000"/>
              </a:lnSpc>
              <a:spcBef>
                <a:spcPct val="0"/>
              </a:spcBef>
            </a:pPr>
            <a:r>
              <a:rPr lang="en-US" sz="3000" kern="1200" spc="-220">
                <a:latin typeface="+mj-lt"/>
                <a:cs typeface="+mj-cs"/>
              </a:rPr>
              <a:t>Revisit</a:t>
            </a:r>
            <a:r>
              <a:rPr lang="en-US" sz="3000" kern="1200" spc="-156">
                <a:latin typeface="+mj-lt"/>
                <a:cs typeface="+mj-cs"/>
              </a:rPr>
              <a:t> </a:t>
            </a:r>
            <a:r>
              <a:rPr lang="en-US" sz="3000" kern="1200" spc="-192">
                <a:latin typeface="+mj-lt"/>
                <a:cs typeface="+mj-cs"/>
              </a:rPr>
              <a:t>Transformations</a:t>
            </a:r>
            <a:r>
              <a:rPr lang="en-US" sz="3000" kern="1200" spc="-160">
                <a:latin typeface="+mj-lt"/>
                <a:cs typeface="+mj-cs"/>
              </a:rPr>
              <a:t> </a:t>
            </a:r>
            <a:r>
              <a:rPr lang="en-US" sz="3000" kern="1200" spc="-203">
                <a:latin typeface="+mj-lt"/>
                <a:cs typeface="+mj-cs"/>
              </a:rPr>
              <a:t>and</a:t>
            </a:r>
            <a:r>
              <a:rPr lang="en-US" sz="3000" kern="1200" spc="-156">
                <a:latin typeface="+mj-lt"/>
                <a:cs typeface="+mj-cs"/>
              </a:rPr>
              <a:t> </a:t>
            </a:r>
            <a:r>
              <a:rPr lang="en-US" sz="3000" kern="1200" spc="-116">
                <a:latin typeface="+mj-lt"/>
                <a:cs typeface="+mj-cs"/>
              </a:rPr>
              <a:t>Actions</a:t>
            </a:r>
          </a:p>
        </p:txBody>
      </p:sp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749166" y="1348527"/>
            <a:ext cx="2510787" cy="105287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5519042" y="2401398"/>
            <a:ext cx="2951479" cy="151676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marL="192239" indent="-228600" algn="l" rtl="0">
              <a:lnSpc>
                <a:spcPct val="90000"/>
              </a:lnSpc>
              <a:spcBef>
                <a:spcPts val="60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600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Projections:</a:t>
            </a:r>
            <a:r>
              <a:rPr lang="en-US" sz="16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select()</a:t>
            </a:r>
            <a:endParaRPr lang="en-US" sz="16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Bef>
                <a:spcPts val="52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6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Filters:</a:t>
            </a:r>
            <a:r>
              <a:rPr lang="en-US" sz="1600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filter(),</a:t>
            </a:r>
            <a:r>
              <a:rPr lang="en-US" sz="1600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600" kern="1200" spc="-56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where()</a:t>
            </a:r>
            <a:endParaRPr lang="en-US" sz="16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4110" y="292438"/>
            <a:ext cx="8945590" cy="1673388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38487" y="470000"/>
            <a:ext cx="2851910" cy="13182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0171" algn="l" rtl="0">
              <a:lnSpc>
                <a:spcPct val="90000"/>
              </a:lnSpc>
              <a:spcBef>
                <a:spcPct val="0"/>
              </a:spcBef>
            </a:pPr>
            <a:r>
              <a:rPr lang="en-US" sz="2600" kern="1200" spc="-192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Transformations</a:t>
            </a:r>
            <a:r>
              <a:rPr lang="en-US" sz="26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600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and</a:t>
            </a:r>
            <a:r>
              <a:rPr lang="en-US" sz="2600" kern="1200" spc="-15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600" kern="1200" spc="-116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2837" y="847170"/>
            <a:ext cx="102546" cy="56392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399338" y="1121806"/>
            <a:ext cx="1171787" cy="14649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286505" y="470000"/>
            <a:ext cx="4808361" cy="13182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2239" indent="-228600" algn="l" rtl="0">
              <a:lnSpc>
                <a:spcPct val="90000"/>
              </a:lnSpc>
              <a:spcBef>
                <a:spcPts val="284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100" kern="1200" spc="-1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Renaming:</a:t>
            </a:r>
            <a:r>
              <a:rPr lang="en-US" sz="1100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withColumnRenamed()</a:t>
            </a:r>
            <a:endParaRPr lang="en-US" sz="11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Bef>
                <a:spcPts val="180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1100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Remember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immutable?</a:t>
            </a:r>
            <a:endParaRPr lang="en-US" sz="11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spcBef>
                <a:spcPts val="168"/>
              </a:spcBef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sz="1100" kern="1200" spc="-1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When</a:t>
            </a:r>
            <a:r>
              <a:rPr lang="en-US" sz="11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rename,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1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DataFrame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while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retaining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sz="11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56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original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endParaRPr lang="en-US" sz="11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Bef>
                <a:spcPts val="517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100" kern="1200" spc="-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Change</a:t>
            </a:r>
            <a:r>
              <a:rPr lang="en-US" sz="1100" kern="1200" spc="-76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column</a:t>
            </a:r>
            <a:r>
              <a:rPr lang="en-US" sz="11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en-US" sz="1100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100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type</a:t>
            </a:r>
            <a:endParaRPr lang="en-US" sz="11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Bef>
                <a:spcPts val="52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100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Adding</a:t>
            </a:r>
            <a:endParaRPr lang="en-US" sz="11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Bef>
                <a:spcPts val="529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100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Dropping</a:t>
            </a:r>
            <a:endParaRPr lang="en-US" sz="11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46808" y="2290482"/>
            <a:ext cx="8943489" cy="258890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11770" y="366183"/>
            <a:ext cx="8739076" cy="10961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0171" algn="ctr" rtl="0">
              <a:lnSpc>
                <a:spcPct val="90000"/>
              </a:lnSpc>
              <a:spcBef>
                <a:spcPct val="0"/>
              </a:spcBef>
            </a:pPr>
            <a:r>
              <a:rPr lang="en-US" sz="5300" kern="1200" spc="-192">
                <a:latin typeface="+mj-lt"/>
                <a:cs typeface="+mj-cs"/>
              </a:rPr>
              <a:t>Transformations</a:t>
            </a:r>
            <a:r>
              <a:rPr lang="en-US" sz="5300" kern="1200" spc="-160">
                <a:latin typeface="+mj-lt"/>
                <a:cs typeface="+mj-cs"/>
              </a:rPr>
              <a:t> </a:t>
            </a:r>
            <a:r>
              <a:rPr lang="en-US" sz="5300" kern="1200" spc="-203">
                <a:latin typeface="+mj-lt"/>
                <a:cs typeface="+mj-cs"/>
              </a:rPr>
              <a:t>and</a:t>
            </a:r>
            <a:r>
              <a:rPr lang="en-US" sz="5300" kern="1200" spc="-156">
                <a:latin typeface="+mj-lt"/>
                <a:cs typeface="+mj-cs"/>
              </a:rPr>
              <a:t> </a:t>
            </a:r>
            <a:r>
              <a:rPr lang="en-US" sz="5300" kern="1200" spc="-116">
                <a:latin typeface="+mj-lt"/>
                <a:cs typeface="+mj-cs"/>
              </a:rPr>
              <a:t>Actions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11770" y="1539828"/>
            <a:ext cx="8739078" cy="4426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rtl="0">
              <a:lnSpc>
                <a:spcPct val="90000"/>
              </a:lnSpc>
              <a:spcBef>
                <a:spcPts val="1000"/>
              </a:spcBef>
              <a:tabLst>
                <a:tab pos="192239" algn="l"/>
              </a:tabLst>
            </a:pPr>
            <a:r>
              <a:rPr lang="en-US" sz="2400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Aggregation:</a:t>
            </a:r>
            <a:r>
              <a:rPr lang="en-US" sz="2400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groupBy(),</a:t>
            </a:r>
            <a:r>
              <a:rPr lang="en-US" sz="24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orderBy(),</a:t>
            </a:r>
            <a:r>
              <a:rPr lang="en-US" sz="2400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count()</a:t>
            </a:r>
            <a:endParaRPr lang="en-US" sz="24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64699" y="1482259"/>
            <a:ext cx="2636901" cy="14648"/>
          </a:xfrm>
          <a:custGeom>
            <a:avLst/>
            <a:gdLst>
              <a:gd name="csX0" fmla="*/ 0 w 2636901"/>
              <a:gd name="csY0" fmla="*/ 0 h 14648"/>
              <a:gd name="csX1" fmla="*/ 632856 w 2636901"/>
              <a:gd name="csY1" fmla="*/ 0 h 14648"/>
              <a:gd name="csX2" fmla="*/ 1239343 w 2636901"/>
              <a:gd name="csY2" fmla="*/ 0 h 14648"/>
              <a:gd name="csX3" fmla="*/ 1845831 w 2636901"/>
              <a:gd name="csY3" fmla="*/ 0 h 14648"/>
              <a:gd name="csX4" fmla="*/ 2636901 w 2636901"/>
              <a:gd name="csY4" fmla="*/ 0 h 14648"/>
              <a:gd name="csX5" fmla="*/ 2636901 w 2636901"/>
              <a:gd name="csY5" fmla="*/ 14648 h 14648"/>
              <a:gd name="csX6" fmla="*/ 1924938 w 2636901"/>
              <a:gd name="csY6" fmla="*/ 14648 h 14648"/>
              <a:gd name="csX7" fmla="*/ 1292081 w 2636901"/>
              <a:gd name="csY7" fmla="*/ 14648 h 14648"/>
              <a:gd name="csX8" fmla="*/ 685594 w 2636901"/>
              <a:gd name="csY8" fmla="*/ 14648 h 14648"/>
              <a:gd name="csX9" fmla="*/ 0 w 2636901"/>
              <a:gd name="csY9" fmla="*/ 14648 h 14648"/>
              <a:gd name="csX10" fmla="*/ 0 w 2636901"/>
              <a:gd name="csY10" fmla="*/ 0 h 146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636901" h="14648" fill="none" extrusionOk="0">
                <a:moveTo>
                  <a:pt x="0" y="0"/>
                </a:moveTo>
                <a:cubicBezTo>
                  <a:pt x="216251" y="4735"/>
                  <a:pt x="430746" y="-10615"/>
                  <a:pt x="632856" y="0"/>
                </a:cubicBezTo>
                <a:cubicBezTo>
                  <a:pt x="834966" y="10615"/>
                  <a:pt x="992087" y="110"/>
                  <a:pt x="1239343" y="0"/>
                </a:cubicBezTo>
                <a:cubicBezTo>
                  <a:pt x="1486599" y="-110"/>
                  <a:pt x="1598053" y="-7760"/>
                  <a:pt x="1845831" y="0"/>
                </a:cubicBezTo>
                <a:cubicBezTo>
                  <a:pt x="2093609" y="7760"/>
                  <a:pt x="2246393" y="36523"/>
                  <a:pt x="2636901" y="0"/>
                </a:cubicBezTo>
                <a:cubicBezTo>
                  <a:pt x="2636407" y="4041"/>
                  <a:pt x="2637200" y="7430"/>
                  <a:pt x="2636901" y="14648"/>
                </a:cubicBezTo>
                <a:cubicBezTo>
                  <a:pt x="2381140" y="31886"/>
                  <a:pt x="2171803" y="49695"/>
                  <a:pt x="1924938" y="14648"/>
                </a:cubicBezTo>
                <a:cubicBezTo>
                  <a:pt x="1678073" y="-20399"/>
                  <a:pt x="1453921" y="10005"/>
                  <a:pt x="1292081" y="14648"/>
                </a:cubicBezTo>
                <a:cubicBezTo>
                  <a:pt x="1130241" y="19291"/>
                  <a:pt x="822607" y="75"/>
                  <a:pt x="685594" y="14648"/>
                </a:cubicBezTo>
                <a:cubicBezTo>
                  <a:pt x="548581" y="29221"/>
                  <a:pt x="283230" y="23852"/>
                  <a:pt x="0" y="14648"/>
                </a:cubicBezTo>
                <a:cubicBezTo>
                  <a:pt x="369" y="11715"/>
                  <a:pt x="638" y="4279"/>
                  <a:pt x="0" y="0"/>
                </a:cubicBezTo>
                <a:close/>
              </a:path>
              <a:path w="2636901" h="14648" stroke="0" extrusionOk="0">
                <a:moveTo>
                  <a:pt x="0" y="0"/>
                </a:moveTo>
                <a:cubicBezTo>
                  <a:pt x="178320" y="9122"/>
                  <a:pt x="439852" y="23678"/>
                  <a:pt x="606487" y="0"/>
                </a:cubicBezTo>
                <a:cubicBezTo>
                  <a:pt x="773122" y="-23678"/>
                  <a:pt x="1037880" y="34939"/>
                  <a:pt x="1318451" y="0"/>
                </a:cubicBezTo>
                <a:cubicBezTo>
                  <a:pt x="1599022" y="-34939"/>
                  <a:pt x="1664756" y="-8697"/>
                  <a:pt x="1898569" y="0"/>
                </a:cubicBezTo>
                <a:cubicBezTo>
                  <a:pt x="2132382" y="8697"/>
                  <a:pt x="2440715" y="11737"/>
                  <a:pt x="2636901" y="0"/>
                </a:cubicBezTo>
                <a:cubicBezTo>
                  <a:pt x="2637263" y="7139"/>
                  <a:pt x="2636347" y="9552"/>
                  <a:pt x="2636901" y="14648"/>
                </a:cubicBezTo>
                <a:cubicBezTo>
                  <a:pt x="2419839" y="28876"/>
                  <a:pt x="2196850" y="22323"/>
                  <a:pt x="2004045" y="14648"/>
                </a:cubicBezTo>
                <a:cubicBezTo>
                  <a:pt x="1811240" y="6973"/>
                  <a:pt x="1595040" y="31910"/>
                  <a:pt x="1292081" y="14648"/>
                </a:cubicBezTo>
                <a:cubicBezTo>
                  <a:pt x="989122" y="-2614"/>
                  <a:pt x="897350" y="-12192"/>
                  <a:pt x="659225" y="14648"/>
                </a:cubicBezTo>
                <a:cubicBezTo>
                  <a:pt x="421100" y="41488"/>
                  <a:pt x="293708" y="-14238"/>
                  <a:pt x="0" y="14648"/>
                </a:cubicBezTo>
                <a:cubicBezTo>
                  <a:pt x="689" y="8603"/>
                  <a:pt x="-648" y="618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312" y="2116539"/>
            <a:ext cx="3567487" cy="288796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10111" y="2377000"/>
            <a:ext cx="4497382" cy="2367043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99C17-76A5-DCC0-EA69-DFB0DA6E7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>
            <a:extLst>
              <a:ext uri="{FF2B5EF4-FFF2-40B4-BE49-F238E27FC236}">
                <a16:creationId xmlns:a16="http://schemas.microsoft.com/office/drawing/2014/main" id="{0D732463-1B77-6BBB-5AA5-82BEE3A12F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12730" y="260596"/>
            <a:ext cx="3499432" cy="156728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marL="10171" algn="l" rtl="0">
              <a:lnSpc>
                <a:spcPct val="90000"/>
              </a:lnSpc>
              <a:spcBef>
                <a:spcPct val="0"/>
              </a:spcBef>
            </a:pPr>
            <a:r>
              <a:rPr lang="en-US" sz="4000" kern="1200" spc="-192">
                <a:latin typeface="+mj-lt"/>
                <a:cs typeface="+mj-cs"/>
              </a:rPr>
              <a:t>Transformations</a:t>
            </a:r>
            <a:r>
              <a:rPr lang="en-US" sz="4000" kern="1200" spc="-160">
                <a:latin typeface="+mj-lt"/>
                <a:cs typeface="+mj-cs"/>
              </a:rPr>
              <a:t> </a:t>
            </a:r>
            <a:r>
              <a:rPr lang="en-US" sz="4000" kern="1200" spc="-203">
                <a:latin typeface="+mj-lt"/>
                <a:cs typeface="+mj-cs"/>
              </a:rPr>
              <a:t>and</a:t>
            </a:r>
            <a:r>
              <a:rPr lang="en-US" sz="4000" kern="1200" spc="-156">
                <a:latin typeface="+mj-lt"/>
                <a:cs typeface="+mj-cs"/>
              </a:rPr>
              <a:t> </a:t>
            </a:r>
            <a:r>
              <a:rPr lang="en-US" sz="4000" kern="1200" spc="-116">
                <a:latin typeface="+mj-lt"/>
                <a:cs typeface="+mj-cs"/>
              </a:rPr>
              <a:t>Actions</a:t>
            </a:r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2730" y="2071990"/>
            <a:ext cx="2783396" cy="14647"/>
          </a:xfrm>
          <a:custGeom>
            <a:avLst/>
            <a:gdLst>
              <a:gd name="csX0" fmla="*/ 0 w 2783396"/>
              <a:gd name="csY0" fmla="*/ 0 h 14647"/>
              <a:gd name="csX1" fmla="*/ 668015 w 2783396"/>
              <a:gd name="csY1" fmla="*/ 0 h 14647"/>
              <a:gd name="csX2" fmla="*/ 1308196 w 2783396"/>
              <a:gd name="csY2" fmla="*/ 0 h 14647"/>
              <a:gd name="csX3" fmla="*/ 1948377 w 2783396"/>
              <a:gd name="csY3" fmla="*/ 0 h 14647"/>
              <a:gd name="csX4" fmla="*/ 2783396 w 2783396"/>
              <a:gd name="csY4" fmla="*/ 0 h 14647"/>
              <a:gd name="csX5" fmla="*/ 2783396 w 2783396"/>
              <a:gd name="csY5" fmla="*/ 14647 h 14647"/>
              <a:gd name="csX6" fmla="*/ 2031879 w 2783396"/>
              <a:gd name="csY6" fmla="*/ 14647 h 14647"/>
              <a:gd name="csX7" fmla="*/ 1363864 w 2783396"/>
              <a:gd name="csY7" fmla="*/ 14647 h 14647"/>
              <a:gd name="csX8" fmla="*/ 723683 w 2783396"/>
              <a:gd name="csY8" fmla="*/ 14647 h 14647"/>
              <a:gd name="csX9" fmla="*/ 0 w 2783396"/>
              <a:gd name="csY9" fmla="*/ 14647 h 14647"/>
              <a:gd name="csX10" fmla="*/ 0 w 2783396"/>
              <a:gd name="csY10" fmla="*/ 0 h 1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783396" h="14647" fill="none" extrusionOk="0">
                <a:moveTo>
                  <a:pt x="0" y="0"/>
                </a:moveTo>
                <a:cubicBezTo>
                  <a:pt x="286500" y="-18494"/>
                  <a:pt x="511237" y="-20438"/>
                  <a:pt x="668015" y="0"/>
                </a:cubicBezTo>
                <a:cubicBezTo>
                  <a:pt x="824794" y="20438"/>
                  <a:pt x="1104462" y="-15330"/>
                  <a:pt x="1308196" y="0"/>
                </a:cubicBezTo>
                <a:cubicBezTo>
                  <a:pt x="1511930" y="15330"/>
                  <a:pt x="1750593" y="21346"/>
                  <a:pt x="1948377" y="0"/>
                </a:cubicBezTo>
                <a:cubicBezTo>
                  <a:pt x="2146161" y="-21346"/>
                  <a:pt x="2423288" y="1692"/>
                  <a:pt x="2783396" y="0"/>
                </a:cubicBezTo>
                <a:cubicBezTo>
                  <a:pt x="2783793" y="4361"/>
                  <a:pt x="2783980" y="8719"/>
                  <a:pt x="2783396" y="14647"/>
                </a:cubicBezTo>
                <a:cubicBezTo>
                  <a:pt x="2485791" y="-21044"/>
                  <a:pt x="2192186" y="44905"/>
                  <a:pt x="2031879" y="14647"/>
                </a:cubicBezTo>
                <a:cubicBezTo>
                  <a:pt x="1871572" y="-15611"/>
                  <a:pt x="1613832" y="-2241"/>
                  <a:pt x="1363864" y="14647"/>
                </a:cubicBezTo>
                <a:cubicBezTo>
                  <a:pt x="1113896" y="31535"/>
                  <a:pt x="958574" y="-3224"/>
                  <a:pt x="723683" y="14647"/>
                </a:cubicBezTo>
                <a:cubicBezTo>
                  <a:pt x="488792" y="32518"/>
                  <a:pt x="302501" y="23479"/>
                  <a:pt x="0" y="14647"/>
                </a:cubicBezTo>
                <a:cubicBezTo>
                  <a:pt x="115" y="7416"/>
                  <a:pt x="-60" y="5659"/>
                  <a:pt x="0" y="0"/>
                </a:cubicBezTo>
                <a:close/>
              </a:path>
              <a:path w="2783396" h="14647" stroke="0" extrusionOk="0">
                <a:moveTo>
                  <a:pt x="0" y="0"/>
                </a:moveTo>
                <a:cubicBezTo>
                  <a:pt x="195145" y="-23591"/>
                  <a:pt x="375808" y="-5365"/>
                  <a:pt x="640181" y="0"/>
                </a:cubicBezTo>
                <a:cubicBezTo>
                  <a:pt x="904554" y="5365"/>
                  <a:pt x="1068378" y="-23504"/>
                  <a:pt x="1391698" y="0"/>
                </a:cubicBezTo>
                <a:cubicBezTo>
                  <a:pt x="1715018" y="23504"/>
                  <a:pt x="1850618" y="-11007"/>
                  <a:pt x="2004045" y="0"/>
                </a:cubicBezTo>
                <a:cubicBezTo>
                  <a:pt x="2157472" y="11007"/>
                  <a:pt x="2614554" y="-35897"/>
                  <a:pt x="2783396" y="0"/>
                </a:cubicBezTo>
                <a:cubicBezTo>
                  <a:pt x="2783699" y="5576"/>
                  <a:pt x="2782732" y="9370"/>
                  <a:pt x="2783396" y="14647"/>
                </a:cubicBezTo>
                <a:cubicBezTo>
                  <a:pt x="2644007" y="-4420"/>
                  <a:pt x="2315317" y="11430"/>
                  <a:pt x="2115381" y="14647"/>
                </a:cubicBezTo>
                <a:cubicBezTo>
                  <a:pt x="1915445" y="17864"/>
                  <a:pt x="1516893" y="3337"/>
                  <a:pt x="1363864" y="14647"/>
                </a:cubicBezTo>
                <a:cubicBezTo>
                  <a:pt x="1210835" y="25957"/>
                  <a:pt x="952464" y="18026"/>
                  <a:pt x="695849" y="14647"/>
                </a:cubicBezTo>
                <a:cubicBezTo>
                  <a:pt x="439235" y="11268"/>
                  <a:pt x="235510" y="36898"/>
                  <a:pt x="0" y="14647"/>
                </a:cubicBezTo>
                <a:cubicBezTo>
                  <a:pt x="-677" y="7748"/>
                  <a:pt x="-571" y="7243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1B6481FB-FE2E-D42C-C54C-A25335F195B4}"/>
              </a:ext>
            </a:extLst>
          </p:cNvPr>
          <p:cNvSpPr txBox="1"/>
          <p:nvPr/>
        </p:nvSpPr>
        <p:spPr>
          <a:xfrm>
            <a:off x="512730" y="2300979"/>
            <a:ext cx="3399292" cy="26596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192239" indent="-228600" algn="l" rtl="0">
              <a:lnSpc>
                <a:spcPct val="90000"/>
              </a:lnSpc>
              <a:spcBef>
                <a:spcPts val="76"/>
              </a:spcBef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collect()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8412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558412" algn="l"/>
              </a:tabLst>
            </a:pP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Returns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56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collection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of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52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all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Row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objects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4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entire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DataFrame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or</a:t>
            </a:r>
            <a:r>
              <a:rPr lang="en-US" kern="1200" spc="-91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DataSet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7903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557903" algn="l"/>
              </a:tabLst>
            </a:pPr>
            <a:r>
              <a:rPr lang="en-US" kern="1200" spc="-1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This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resource-</a:t>
            </a:r>
            <a:r>
              <a:rPr lang="en-US" kern="1200" spc="-1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heavy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12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dangerous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extremely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large</a:t>
            </a:r>
            <a:r>
              <a:rPr lang="en-US" kern="1200" spc="-8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36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DataFrames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557903" lvl="1" indent="-228600" algn="l" rtl="0">
              <a:lnSpc>
                <a:spcPct val="90000"/>
              </a:lnSpc>
              <a:buFont typeface="Arial" panose="020B0604020202020204" pitchFamily="34" charset="0"/>
              <a:buChar char="•"/>
              <a:tabLst>
                <a:tab pos="557903" algn="l"/>
              </a:tabLst>
            </a:pP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take(n):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peek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2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some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4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row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96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records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04">
                <a:solidFill>
                  <a:schemeClr val="tx1"/>
                </a:solidFill>
                <a:latin typeface="+mn-lt"/>
                <a:ea typeface="+mn-ea"/>
                <a:cs typeface="+mn-cs"/>
              </a:rPr>
              <a:t>and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return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6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pnly</a:t>
            </a:r>
            <a:r>
              <a:rPr lang="en-US" kern="1200" spc="-84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168">
                <a:solidFill>
                  <a:schemeClr val="tx1"/>
                </a:solidFill>
                <a:latin typeface="+mn-lt"/>
                <a:ea typeface="+mn-ea"/>
                <a:cs typeface="+mn-cs"/>
              </a:rPr>
              <a:t>Row</a:t>
            </a:r>
            <a:r>
              <a:rPr lang="en-US" kern="1200" spc="-88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objects</a:t>
            </a:r>
            <a:endParaRPr lang="en-US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6" name="Picture 5" descr="Colorful math learning objects">
            <a:extLst>
              <a:ext uri="{FF2B5EF4-FFF2-40B4-BE49-F238E27FC236}">
                <a16:creationId xmlns:a16="http://schemas.microsoft.com/office/drawing/2014/main" id="{BE2C37E7-8454-8017-6745-9521CDD256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46" r="22892"/>
          <a:stretch>
            <a:fillRect/>
          </a:stretch>
        </p:blipFill>
        <p:spPr>
          <a:xfrm>
            <a:off x="4254894" y="10"/>
            <a:ext cx="5510186" cy="549274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4785477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6300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870310" y="2671782"/>
            <a:ext cx="2636901" cy="2563283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4087" y="499197"/>
            <a:ext cx="8735402" cy="4491498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861734" y="952010"/>
            <a:ext cx="2393700" cy="3588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0171" algn="r" rtl="0">
              <a:lnSpc>
                <a:spcPct val="90000"/>
              </a:lnSpc>
              <a:spcBef>
                <a:spcPct val="0"/>
              </a:spcBef>
            </a:pPr>
            <a:r>
              <a:rPr lang="en-US" sz="2900" kern="1200" spc="-192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Transformations</a:t>
            </a:r>
            <a:r>
              <a:rPr lang="en-US" sz="2900" kern="1200" spc="-16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spc="-203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and</a:t>
            </a:r>
            <a:r>
              <a:rPr lang="en-US" sz="2900" kern="1200" spc="-15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2900" kern="1200" spc="-116">
                <a:solidFill>
                  <a:schemeClr val="tx1"/>
                </a:solidFill>
                <a:latin typeface="+mj-lt"/>
                <a:ea typeface="+mj-ea"/>
                <a:cs typeface="+mj-cs"/>
              </a:rPr>
              <a:t>Actions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728285" y="1484006"/>
            <a:ext cx="0" cy="2592192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object 3"/>
          <p:cNvSpPr txBox="1"/>
          <p:nvPr/>
        </p:nvSpPr>
        <p:spPr>
          <a:xfrm>
            <a:off x="4209682" y="1320622"/>
            <a:ext cx="3767177" cy="28515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900" kern="1200" spc="-108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Aggregation:</a:t>
            </a:r>
            <a:r>
              <a:rPr lang="en-US" sz="1900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min(), </a:t>
            </a:r>
            <a:r>
              <a:rPr lang="en-US" sz="1900" kern="1200" spc="-12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max(),</a:t>
            </a:r>
            <a:r>
              <a:rPr lang="en-US" sz="1900" kern="1200" spc="-72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900" kern="1200" spc="-64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sum()</a:t>
            </a:r>
            <a:endParaRPr lang="en-US" sz="19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900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stat()</a:t>
            </a:r>
            <a:endParaRPr lang="en-US" sz="19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900" kern="1200" spc="-24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describe()</a:t>
            </a:r>
            <a:endParaRPr lang="en-US" sz="19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900" kern="1200" spc="-8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correlation()</a:t>
            </a:r>
            <a:endParaRPr lang="en-US" sz="19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900" kern="1200" spc="-48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covariance()</a:t>
            </a:r>
            <a:endParaRPr lang="en-US" sz="19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92239" indent="-228600" algn="l" rtl="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tabLst>
                <a:tab pos="192239" algn="l"/>
              </a:tabLst>
            </a:pPr>
            <a:r>
              <a:rPr lang="en-US" sz="1900" kern="1200" spc="-56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sampleBy()</a:t>
            </a:r>
            <a:endParaRPr lang="en-US" sz="19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92150" y="93556"/>
            <a:ext cx="5669230" cy="426283"/>
          </a:xfrm>
          <a:prstGeom prst="rect">
            <a:avLst/>
          </a:prstGeom>
        </p:spPr>
        <p:txBody>
          <a:bodyPr vert="horz" wrap="square" lIns="0" tIns="10680" rIns="0" bIns="0" rtlCol="0">
            <a:spAutoFit/>
          </a:bodyPr>
          <a:lstStyle/>
          <a:p>
            <a:pPr marL="2162955">
              <a:spcBef>
                <a:spcPts val="84"/>
              </a:spcBef>
            </a:pPr>
            <a:r>
              <a:rPr spc="-212" dirty="0">
                <a:solidFill>
                  <a:srgbClr val="0070C0"/>
                </a:solidFill>
              </a:rPr>
              <a:t>Dataset</a:t>
            </a:r>
            <a:r>
              <a:rPr spc="-168" dirty="0">
                <a:solidFill>
                  <a:srgbClr val="0070C0"/>
                </a:solidFill>
              </a:rPr>
              <a:t> </a:t>
            </a:r>
            <a:r>
              <a:rPr spc="-384" dirty="0">
                <a:solidFill>
                  <a:srgbClr val="0070C0"/>
                </a:solidFill>
              </a:rPr>
              <a:t>API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9803" y="587325"/>
            <a:ext cx="2905562" cy="354916"/>
          </a:xfrm>
          <a:prstGeom prst="rect">
            <a:avLst/>
          </a:prstGeom>
        </p:spPr>
        <p:txBody>
          <a:bodyPr vert="horz" wrap="square" lIns="0" tIns="9663" rIns="0" bIns="0" rtlCol="0">
            <a:spAutoFit/>
          </a:bodyPr>
          <a:lstStyle/>
          <a:p>
            <a:pPr marL="192239" indent="-182068">
              <a:spcBef>
                <a:spcPts val="76"/>
              </a:spcBef>
              <a:buChar char="•"/>
              <a:tabLst>
                <a:tab pos="192239" algn="l"/>
              </a:tabLst>
            </a:pPr>
            <a:r>
              <a:rPr sz="2200" spc="-172" dirty="0">
                <a:latin typeface="Arial"/>
                <a:cs typeface="Arial"/>
              </a:rPr>
              <a:t>Typed</a:t>
            </a:r>
            <a:r>
              <a:rPr sz="2200" spc="-96" dirty="0">
                <a:latin typeface="Arial"/>
                <a:cs typeface="Arial"/>
              </a:rPr>
              <a:t> </a:t>
            </a:r>
            <a:r>
              <a:rPr sz="2200" spc="-128" dirty="0">
                <a:latin typeface="Arial"/>
                <a:cs typeface="Arial"/>
              </a:rPr>
              <a:t>and</a:t>
            </a:r>
            <a:r>
              <a:rPr sz="2200" spc="-96" dirty="0">
                <a:latin typeface="Arial"/>
                <a:cs typeface="Arial"/>
              </a:rPr>
              <a:t> </a:t>
            </a:r>
            <a:r>
              <a:rPr sz="2200" spc="-88" dirty="0">
                <a:latin typeface="Arial"/>
                <a:cs typeface="Arial"/>
              </a:rPr>
              <a:t>Untyped</a:t>
            </a:r>
            <a:r>
              <a:rPr sz="2200" spc="-96" dirty="0">
                <a:latin typeface="Arial"/>
                <a:cs typeface="Arial"/>
              </a:rPr>
              <a:t> </a:t>
            </a:r>
            <a:r>
              <a:rPr sz="2200" spc="-228" dirty="0">
                <a:latin typeface="Arial"/>
                <a:cs typeface="Arial"/>
              </a:rPr>
              <a:t>API</a:t>
            </a:r>
            <a:endParaRPr sz="2200" dirty="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9322" y="1127957"/>
            <a:ext cx="4934428" cy="1999418"/>
          </a:xfrm>
          <a:prstGeom prst="rect">
            <a:avLst/>
          </a:prstGeom>
        </p:spPr>
      </p:pic>
      <p:graphicFrame>
        <p:nvGraphicFramePr>
          <p:cNvPr id="7" name="object 4">
            <a:extLst>
              <a:ext uri="{FF2B5EF4-FFF2-40B4-BE49-F238E27FC236}">
                <a16:creationId xmlns:a16="http://schemas.microsoft.com/office/drawing/2014/main" id="{31F866CC-F24A-75F0-14D9-7BDF8AEFA4E3}"/>
              </a:ext>
            </a:extLst>
          </p:cNvPr>
          <p:cNvGraphicFramePr/>
          <p:nvPr/>
        </p:nvGraphicFramePr>
        <p:xfrm>
          <a:off x="761543" y="3391224"/>
          <a:ext cx="8146562" cy="144404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E442304-DDBD-4F7B-8017-36BCC863F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63858" cy="5492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08661" y="513251"/>
            <a:ext cx="2738488" cy="44716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903223" algn="l" rtl="0">
              <a:lnSpc>
                <a:spcPct val="90000"/>
              </a:lnSpc>
              <a:spcBef>
                <a:spcPct val="0"/>
              </a:spcBef>
            </a:pPr>
            <a:r>
              <a:rPr lang="en-US" sz="3000" kern="1200" spc="-192">
                <a:solidFill>
                  <a:schemeClr val="tx1"/>
                </a:solidFill>
                <a:latin typeface="+mj-lt"/>
                <a:ea typeface="+mj-ea"/>
                <a:cs typeface="+mj-cs"/>
              </a:rPr>
              <a:t>When</a:t>
            </a:r>
            <a:r>
              <a:rPr lang="en-US" sz="3000" kern="1200" spc="-1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to</a:t>
            </a:r>
            <a:r>
              <a:rPr lang="en-US" sz="3000" kern="1200" spc="-17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000" kern="1200" spc="-316">
                <a:solidFill>
                  <a:schemeClr val="tx1"/>
                </a:solidFill>
                <a:latin typeface="+mj-lt"/>
                <a:ea typeface="+mj-ea"/>
                <a:cs typeface="+mj-cs"/>
              </a:rPr>
              <a:t>Use</a:t>
            </a:r>
            <a:r>
              <a:rPr lang="en-US" sz="3000" kern="1200" spc="-176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000" kern="1200" spc="-28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DataFrames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5E107275-3853-46FD-A241-DE4355A426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303968" y="2773380"/>
            <a:ext cx="4333169" cy="14649"/>
          </a:xfrm>
          <a:custGeom>
            <a:avLst/>
            <a:gdLst>
              <a:gd name="csX0" fmla="*/ 0 w 4333169"/>
              <a:gd name="csY0" fmla="*/ 0 h 14649"/>
              <a:gd name="csX1" fmla="*/ 575692 w 4333169"/>
              <a:gd name="csY1" fmla="*/ 0 h 14649"/>
              <a:gd name="csX2" fmla="*/ 1064722 w 4333169"/>
              <a:gd name="csY2" fmla="*/ 0 h 14649"/>
              <a:gd name="csX3" fmla="*/ 1597082 w 4333169"/>
              <a:gd name="csY3" fmla="*/ 0 h 14649"/>
              <a:gd name="csX4" fmla="*/ 2259438 w 4333169"/>
              <a:gd name="csY4" fmla="*/ 0 h 14649"/>
              <a:gd name="csX5" fmla="*/ 2835131 w 4333169"/>
              <a:gd name="csY5" fmla="*/ 0 h 14649"/>
              <a:gd name="csX6" fmla="*/ 3367491 w 4333169"/>
              <a:gd name="csY6" fmla="*/ 0 h 14649"/>
              <a:gd name="csX7" fmla="*/ 4333169 w 4333169"/>
              <a:gd name="csY7" fmla="*/ 0 h 14649"/>
              <a:gd name="csX8" fmla="*/ 4333169 w 4333169"/>
              <a:gd name="csY8" fmla="*/ 14649 h 14649"/>
              <a:gd name="csX9" fmla="*/ 3714145 w 4333169"/>
              <a:gd name="csY9" fmla="*/ 14649 h 14649"/>
              <a:gd name="csX10" fmla="*/ 3181784 w 4333169"/>
              <a:gd name="csY10" fmla="*/ 14649 h 14649"/>
              <a:gd name="csX11" fmla="*/ 2476097 w 4333169"/>
              <a:gd name="csY11" fmla="*/ 14649 h 14649"/>
              <a:gd name="csX12" fmla="*/ 1900404 w 4333169"/>
              <a:gd name="csY12" fmla="*/ 14649 h 14649"/>
              <a:gd name="csX13" fmla="*/ 1411375 w 4333169"/>
              <a:gd name="csY13" fmla="*/ 14649 h 14649"/>
              <a:gd name="csX14" fmla="*/ 749019 w 4333169"/>
              <a:gd name="csY14" fmla="*/ 14649 h 14649"/>
              <a:gd name="csX15" fmla="*/ 0 w 4333169"/>
              <a:gd name="csY15" fmla="*/ 14649 h 14649"/>
              <a:gd name="csX16" fmla="*/ 0 w 4333169"/>
              <a:gd name="csY16" fmla="*/ 0 h 1464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333169" h="14649" fill="none" extrusionOk="0">
                <a:moveTo>
                  <a:pt x="0" y="0"/>
                </a:moveTo>
                <a:cubicBezTo>
                  <a:pt x="128856" y="25070"/>
                  <a:pt x="312355" y="10957"/>
                  <a:pt x="575692" y="0"/>
                </a:cubicBezTo>
                <a:cubicBezTo>
                  <a:pt x="839029" y="-10957"/>
                  <a:pt x="949620" y="5271"/>
                  <a:pt x="1064722" y="0"/>
                </a:cubicBezTo>
                <a:cubicBezTo>
                  <a:pt x="1179824" y="-5271"/>
                  <a:pt x="1419897" y="20275"/>
                  <a:pt x="1597082" y="0"/>
                </a:cubicBezTo>
                <a:cubicBezTo>
                  <a:pt x="1774267" y="-20275"/>
                  <a:pt x="1944129" y="-4123"/>
                  <a:pt x="2259438" y="0"/>
                </a:cubicBezTo>
                <a:cubicBezTo>
                  <a:pt x="2574747" y="4123"/>
                  <a:pt x="2624192" y="-8245"/>
                  <a:pt x="2835131" y="0"/>
                </a:cubicBezTo>
                <a:cubicBezTo>
                  <a:pt x="3046070" y="8245"/>
                  <a:pt x="3160630" y="-13045"/>
                  <a:pt x="3367491" y="0"/>
                </a:cubicBezTo>
                <a:cubicBezTo>
                  <a:pt x="3574352" y="13045"/>
                  <a:pt x="3897652" y="-47148"/>
                  <a:pt x="4333169" y="0"/>
                </a:cubicBezTo>
                <a:cubicBezTo>
                  <a:pt x="4332686" y="6699"/>
                  <a:pt x="4333526" y="10253"/>
                  <a:pt x="4333169" y="14649"/>
                </a:cubicBezTo>
                <a:cubicBezTo>
                  <a:pt x="4043558" y="-587"/>
                  <a:pt x="4016013" y="1129"/>
                  <a:pt x="3714145" y="14649"/>
                </a:cubicBezTo>
                <a:cubicBezTo>
                  <a:pt x="3412277" y="28169"/>
                  <a:pt x="3309093" y="37708"/>
                  <a:pt x="3181784" y="14649"/>
                </a:cubicBezTo>
                <a:cubicBezTo>
                  <a:pt x="3054475" y="-8410"/>
                  <a:pt x="2656796" y="18063"/>
                  <a:pt x="2476097" y="14649"/>
                </a:cubicBezTo>
                <a:cubicBezTo>
                  <a:pt x="2295398" y="11235"/>
                  <a:pt x="2146215" y="16821"/>
                  <a:pt x="1900404" y="14649"/>
                </a:cubicBezTo>
                <a:cubicBezTo>
                  <a:pt x="1654593" y="12477"/>
                  <a:pt x="1518560" y="17650"/>
                  <a:pt x="1411375" y="14649"/>
                </a:cubicBezTo>
                <a:cubicBezTo>
                  <a:pt x="1304190" y="11648"/>
                  <a:pt x="966788" y="-133"/>
                  <a:pt x="749019" y="14649"/>
                </a:cubicBezTo>
                <a:cubicBezTo>
                  <a:pt x="531250" y="29431"/>
                  <a:pt x="190094" y="26725"/>
                  <a:pt x="0" y="14649"/>
                </a:cubicBezTo>
                <a:cubicBezTo>
                  <a:pt x="-720" y="8053"/>
                  <a:pt x="-449" y="6550"/>
                  <a:pt x="0" y="0"/>
                </a:cubicBezTo>
                <a:close/>
              </a:path>
              <a:path w="4333169" h="14649" stroke="0" extrusionOk="0">
                <a:moveTo>
                  <a:pt x="0" y="0"/>
                </a:moveTo>
                <a:cubicBezTo>
                  <a:pt x="216857" y="2793"/>
                  <a:pt x="354276" y="9102"/>
                  <a:pt x="575692" y="0"/>
                </a:cubicBezTo>
                <a:cubicBezTo>
                  <a:pt x="797108" y="-9102"/>
                  <a:pt x="911680" y="-20178"/>
                  <a:pt x="1064722" y="0"/>
                </a:cubicBezTo>
                <a:cubicBezTo>
                  <a:pt x="1217764" y="20178"/>
                  <a:pt x="1490632" y="6117"/>
                  <a:pt x="1770409" y="0"/>
                </a:cubicBezTo>
                <a:cubicBezTo>
                  <a:pt x="2050186" y="-6117"/>
                  <a:pt x="2184880" y="10708"/>
                  <a:pt x="2346102" y="0"/>
                </a:cubicBezTo>
                <a:cubicBezTo>
                  <a:pt x="2507324" y="-10708"/>
                  <a:pt x="2785516" y="-9914"/>
                  <a:pt x="2921794" y="0"/>
                </a:cubicBezTo>
                <a:cubicBezTo>
                  <a:pt x="3058072" y="9914"/>
                  <a:pt x="3439096" y="-22613"/>
                  <a:pt x="3627481" y="0"/>
                </a:cubicBezTo>
                <a:cubicBezTo>
                  <a:pt x="3815866" y="22613"/>
                  <a:pt x="4146942" y="-20150"/>
                  <a:pt x="4333169" y="0"/>
                </a:cubicBezTo>
                <a:cubicBezTo>
                  <a:pt x="4332981" y="4765"/>
                  <a:pt x="4333012" y="10228"/>
                  <a:pt x="4333169" y="14649"/>
                </a:cubicBezTo>
                <a:cubicBezTo>
                  <a:pt x="4105784" y="-5264"/>
                  <a:pt x="3992784" y="2480"/>
                  <a:pt x="3800808" y="14649"/>
                </a:cubicBezTo>
                <a:cubicBezTo>
                  <a:pt x="3608832" y="26818"/>
                  <a:pt x="3465267" y="-13713"/>
                  <a:pt x="3181784" y="14649"/>
                </a:cubicBezTo>
                <a:cubicBezTo>
                  <a:pt x="2898301" y="43011"/>
                  <a:pt x="2815705" y="-6224"/>
                  <a:pt x="2562760" y="14649"/>
                </a:cubicBezTo>
                <a:cubicBezTo>
                  <a:pt x="2309815" y="35522"/>
                  <a:pt x="2140147" y="-12705"/>
                  <a:pt x="1987067" y="14649"/>
                </a:cubicBezTo>
                <a:cubicBezTo>
                  <a:pt x="1833987" y="42003"/>
                  <a:pt x="1494374" y="41344"/>
                  <a:pt x="1281380" y="14649"/>
                </a:cubicBezTo>
                <a:cubicBezTo>
                  <a:pt x="1068386" y="-12046"/>
                  <a:pt x="927980" y="-11496"/>
                  <a:pt x="575692" y="14649"/>
                </a:cubicBezTo>
                <a:cubicBezTo>
                  <a:pt x="223404" y="40794"/>
                  <a:pt x="133524" y="37957"/>
                  <a:pt x="0" y="14649"/>
                </a:cubicBezTo>
                <a:cubicBezTo>
                  <a:pt x="698" y="10822"/>
                  <a:pt x="-168" y="580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7CEACFEE-D744-0787-06E0-18230F3B793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94546950"/>
              </p:ext>
            </p:extLst>
          </p:nvPr>
        </p:nvGraphicFramePr>
        <p:xfrm>
          <a:off x="3723256" y="513250"/>
          <a:ext cx="5527597" cy="44340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750" y="612775"/>
            <a:ext cx="7078345" cy="830997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DAY 5 — Docker + Spark + Airflow Integration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5950" y="1679575"/>
            <a:ext cx="8826628" cy="215443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Goal: Build realistic production workflows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Container orchestration with Docker Compose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Airflow orchestration of Spark ETL jobs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PostgreSQL warehouse integration</a:t>
            </a:r>
          </a:p>
          <a:p>
            <a:pPr marL="342900" indent="-342900">
              <a:buFont typeface="Arial" panose="020B0604020202020204" pitchFamily="34" charset="0"/>
              <a:buChar char="•"/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Hands-on production-style pipeline deployment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537" y="610727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Docker Compose 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9750" y="1069975"/>
            <a:ext cx="7759828" cy="3877985"/>
          </a:xfrm>
        </p:spPr>
        <p:txBody>
          <a:bodyPr/>
          <a:lstStyle/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Services in the stack: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Airflow Webserver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Airflow Scheduler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PostgreSQL Warehouse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Mock API Service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Spark / </a:t>
            </a:r>
            <a:r>
              <a:rPr sz="2800" dirty="0" err="1">
                <a:latin typeface="Arial" panose="020B0604020202020204" pitchFamily="34" charset="0"/>
                <a:cs typeface="Arial" panose="020B0604020202020204" pitchFamily="34" charset="0"/>
              </a:rPr>
              <a:t>PySpark</a:t>
            </a: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 Runtime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Volumes persist warehouse and Airflow metadata</a:t>
            </a:r>
          </a:p>
          <a:p>
            <a:pPr>
              <a:defRPr sz="2000"/>
            </a:pPr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Networks allow service communication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750" y="553872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Docker Networking and Volumes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9055228" cy="4739759"/>
          </a:xfrm>
        </p:spPr>
        <p:txBody>
          <a:bodyPr wrap="square" lIns="0" tIns="0" rIns="0" bIns="0">
            <a:spAutoFit/>
          </a:bodyPr>
          <a:lstStyle/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Docker Networks:</a:t>
            </a:r>
          </a:p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Containers communicate by service name</a:t>
            </a:r>
          </a:p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Example: warehouse-postgres:5432</a:t>
            </a:r>
          </a:p>
          <a:p>
            <a:endParaRPr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Docker Volumes:</a:t>
            </a:r>
          </a:p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Persist PostgreSQL data</a:t>
            </a:r>
          </a:p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Persist Airflow metadata</a:t>
            </a:r>
          </a:p>
          <a:p>
            <a:r>
              <a:rPr sz="2800" dirty="0">
                <a:latin typeface="Arial" panose="020B0604020202020204" pitchFamily="34" charset="0"/>
                <a:cs typeface="Arial" panose="020B0604020202020204" pitchFamily="34" charset="0"/>
              </a:rPr>
              <a:t>• Share DAGs and Spark jobs across containers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6272" y="403308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Airflow Triggering Spark Jobs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8064628" cy="3693319"/>
          </a:xfrm>
        </p:spPr>
        <p:txBody>
          <a:bodyPr/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Airflow orchestrates Spark jobs using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BashOperator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Example:</a:t>
            </a:r>
          </a:p>
          <a:p>
            <a:pPr>
              <a:defRPr sz="2000"/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BashOperator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task_id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run_spark_etl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",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bash_command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="python /opt/airflow/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spark_jobs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api_to_postgres_spark.py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Production orchestration pattern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750" y="454587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DAY 6 — Real ETL Pipeline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8217028" cy="4062651"/>
          </a:xfrm>
        </p:spPr>
        <p:txBody>
          <a:bodyPr/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Goal: Industry portfolio ETL pipeline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Pipeline: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API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Spark Cleaning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PostgreSQL Warehouse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↓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Airflow DAG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150" y="384175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API Ingestion with Python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8979028" cy="4801314"/>
          </a:xfrm>
        </p:spPr>
        <p:txBody>
          <a:bodyPr/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Use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requests.get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() to ingest external data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Example: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response =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requests.get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(API_URL)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payload =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response.json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Common API pipeline concepts: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JSON payloads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Authentication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Pagination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Error handling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3" y="402279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Spark Data Cleaning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7302628" cy="3693319"/>
          </a:xfrm>
        </p:spPr>
        <p:txBody>
          <a:bodyPr/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Spark transformations:</a:t>
            </a:r>
          </a:p>
          <a:p>
            <a:pPr>
              <a:defRPr sz="2000"/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df_clean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df.dropna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()</a:t>
            </a:r>
          </a:p>
          <a:p>
            <a:pPr>
              <a:defRPr sz="2000"/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df_clean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df_clean.filter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(col("amount") &gt; 0)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Data quality improvements: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Remove null records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Filter invalid rows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Standardize schemas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Add ingestion timestamps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6363" y="384175"/>
            <a:ext cx="7078345" cy="421640"/>
          </a:xfrm>
        </p:spPr>
        <p:txBody>
          <a:bodyPr/>
          <a:lstStyle/>
          <a:p>
            <a:r>
              <a:rPr>
                <a:solidFill>
                  <a:schemeClr val="tx2"/>
                </a:solidFill>
              </a:rPr>
              <a:t>Load Data into PostgreSQL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7531228" cy="3323987"/>
          </a:xfrm>
        </p:spPr>
        <p:txBody>
          <a:bodyPr/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Warehouse loading using JDBC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Example:</a:t>
            </a:r>
          </a:p>
          <a:p>
            <a:pPr>
              <a:defRPr sz="2000"/>
            </a:pP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df.write.jdbc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url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=WAREHOUSE_JDBC_URL,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   table="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cleaned_sales_events</a:t>
            </a: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"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Supports scalable warehouse loading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950" y="243767"/>
            <a:ext cx="7078345" cy="421640"/>
          </a:xfr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Airflow DAG ETL 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9922" y="975512"/>
            <a:ext cx="8140828" cy="4062651"/>
          </a:xfrm>
        </p:spPr>
        <p:txBody>
          <a:bodyPr/>
          <a:lstStyle/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DAG Tasks: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check_services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run_spark_etl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sz="2400" dirty="0" err="1">
                <a:latin typeface="Arial" panose="020B0604020202020204" pitchFamily="34" charset="0"/>
                <a:cs typeface="Arial" panose="020B0604020202020204" pitchFamily="34" charset="0"/>
              </a:rPr>
              <a:t>verify_warehouse_tables</a:t>
            </a: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endParaRPr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Benefits: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scheduling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monitoring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retries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logging</a:t>
            </a:r>
          </a:p>
          <a:p>
            <a:pPr>
              <a:defRPr sz="2000"/>
            </a:pPr>
            <a:r>
              <a:rPr sz="2400" dirty="0">
                <a:latin typeface="Arial" panose="020B0604020202020204" pitchFamily="34" charset="0"/>
                <a:cs typeface="Arial" panose="020B0604020202020204" pitchFamily="34" charset="0"/>
              </a:rPr>
              <a:t>• dependency management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 ETL Best Practices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000"/>
            </a:pPr>
            <a:r>
              <a:t>Use Docker for reproducible environments</a:t>
            </a:r>
          </a:p>
          <a:p>
            <a:pPr>
              <a:defRPr sz="2000"/>
            </a:pPr>
            <a:r>
              <a:t>Use Airflow for orchestration and monitoring</a:t>
            </a:r>
          </a:p>
          <a:p>
            <a:pPr>
              <a:defRPr sz="2000"/>
            </a:pPr>
            <a:r>
              <a:t>Use Spark for scalable data transformation</a:t>
            </a:r>
          </a:p>
          <a:p>
            <a:pPr>
              <a:defRPr sz="2000"/>
            </a:pPr>
            <a:r>
              <a:t>Store clean data in warehouse tables</a:t>
            </a:r>
          </a:p>
          <a:p>
            <a:pPr>
              <a:defRPr sz="2000"/>
            </a:pPr>
            <a:r>
              <a:t>Version control with GitHub</a:t>
            </a:r>
          </a:p>
          <a:p>
            <a:pPr>
              <a:defRPr sz="2000"/>
            </a:pPr>
            <a:r>
              <a:t>Add logging and data quality validation</a:t>
            </a:r>
          </a:p>
          <a:p>
            <a:pPr>
              <a:defRPr sz="2000"/>
            </a:pPr>
            <a:r>
              <a:t>Monitor failures through Airflow logs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410</TotalTime>
  <Words>2174</Words>
  <Application>Microsoft Macintosh PowerPoint</Application>
  <PresentationFormat>Custom</PresentationFormat>
  <Paragraphs>364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0" baseType="lpstr">
      <vt:lpstr>Arial</vt:lpstr>
      <vt:lpstr>Calibri</vt:lpstr>
      <vt:lpstr>Helvetica</vt:lpstr>
      <vt:lpstr>Lucida Grande</vt:lpstr>
      <vt:lpstr>Times New Roman</vt:lpstr>
      <vt:lpstr>Trebuchet MS</vt:lpstr>
      <vt:lpstr>Office Theme</vt:lpstr>
      <vt:lpstr>PowerPoint Presentation</vt:lpstr>
      <vt:lpstr>What is Spark SQL</vt:lpstr>
      <vt:lpstr>Spark SQL Engine</vt:lpstr>
      <vt:lpstr>Spark SQL Stacks</vt:lpstr>
      <vt:lpstr>Catalyst Optimizer</vt:lpstr>
      <vt:lpstr>Phase 1: Analysis</vt:lpstr>
      <vt:lpstr>Phase 2: Logical Optimization</vt:lpstr>
      <vt:lpstr>Phase 3: Physical Planning</vt:lpstr>
      <vt:lpstr>Phase 4: Code Generation</vt:lpstr>
      <vt:lpstr>Query Example</vt:lpstr>
      <vt:lpstr>Query Example</vt:lpstr>
      <vt:lpstr>SQL Tables and Views</vt:lpstr>
      <vt:lpstr>Creating Tables</vt:lpstr>
      <vt:lpstr>Creating Views</vt:lpstr>
      <vt:lpstr>Creating Views</vt:lpstr>
      <vt:lpstr>e</vt:lpstr>
      <vt:lpstr>edureka!</vt:lpstr>
      <vt:lpstr>PowerPoint Presentation</vt:lpstr>
      <vt:lpstr>Spark Streaming</vt:lpstr>
      <vt:lpstr>Introducing Spark Streaming</vt:lpstr>
      <vt:lpstr>Evolution of Spark Stream Engine</vt:lpstr>
      <vt:lpstr>Spark Streaming Architecture</vt:lpstr>
      <vt:lpstr>Creating a StreamingContext</vt:lpstr>
      <vt:lpstr>Introduction to DStreams</vt:lpstr>
      <vt:lpstr>Spark Discretized Streams</vt:lpstr>
      <vt:lpstr>DStream Sources</vt:lpstr>
      <vt:lpstr>Dstream Transformations</vt:lpstr>
      <vt:lpstr>DStream Lineage and Checkpoint</vt:lpstr>
      <vt:lpstr>DStream Output Operations</vt:lpstr>
      <vt:lpstr>State Operations</vt:lpstr>
      <vt:lpstr>Sliding Window Operation</vt:lpstr>
      <vt:lpstr>Structured Streaming</vt:lpstr>
      <vt:lpstr>Structured Streaming Data Sink</vt:lpstr>
      <vt:lpstr>Output Modes</vt:lpstr>
      <vt:lpstr>Spark Use Cases</vt:lpstr>
      <vt:lpstr>Revisit Components and Architecture</vt:lpstr>
      <vt:lpstr>Revisit Transformations and Actions</vt:lpstr>
      <vt:lpstr>Transformations and Actions</vt:lpstr>
      <vt:lpstr>Transformations and Actions</vt:lpstr>
      <vt:lpstr>Transformations and Actions</vt:lpstr>
      <vt:lpstr>Transformations and Actions</vt:lpstr>
      <vt:lpstr>Dataset API</vt:lpstr>
      <vt:lpstr>When to Use DataFrames</vt:lpstr>
      <vt:lpstr>DAY 5 — Docker + Spark + Airflow Integration</vt:lpstr>
      <vt:lpstr>Docker Compose Architecture</vt:lpstr>
      <vt:lpstr>Docker Networking and Volumes</vt:lpstr>
      <vt:lpstr>Airflow Triggering Spark Jobs</vt:lpstr>
      <vt:lpstr>DAY 6 — Real ETL Pipeline Project</vt:lpstr>
      <vt:lpstr>API Ingestion with Python</vt:lpstr>
      <vt:lpstr>Spark Data Cleaning Workflow</vt:lpstr>
      <vt:lpstr>Load Data into PostgreSQL</vt:lpstr>
      <vt:lpstr>Airflow DAG ETL Flow</vt:lpstr>
      <vt:lpstr>Production ETL Best Practices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Yu Zhang</cp:lastModifiedBy>
  <cp:revision>12</cp:revision>
  <dcterms:created xsi:type="dcterms:W3CDTF">2025-11-14T20:38:10Z</dcterms:created>
  <dcterms:modified xsi:type="dcterms:W3CDTF">2026-05-17T02:23:29Z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2022-11-19T00:00:00Z</vt:filetime>
  </property>
  <property fmtid="{D5CDD505-2E9C-101B-9397-08002B2CF9AE}" pid="3" name="LastSaved">
    <vt:filetime>2025-11-14T00:00:00Z</vt:filetime>
  </property>
  <property fmtid="{D5CDD505-2E9C-101B-9397-08002B2CF9AE}" pid="4" name="Producer">
    <vt:lpwstr>FPDF 1.81</vt:lpwstr>
  </property>
</Properties>
</file>