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33"/>
  </p:notesMasterIdLst>
  <p:handoutMasterIdLst>
    <p:handoutMasterId r:id="rId34"/>
  </p:handoutMasterIdLst>
  <p:sldIdLst>
    <p:sldId id="256" r:id="rId2"/>
    <p:sldId id="262" r:id="rId3"/>
    <p:sldId id="263" r:id="rId4"/>
    <p:sldId id="264" r:id="rId5"/>
    <p:sldId id="260" r:id="rId6"/>
    <p:sldId id="285" r:id="rId7"/>
    <p:sldId id="268" r:id="rId8"/>
    <p:sldId id="267" r:id="rId9"/>
    <p:sldId id="283" r:id="rId10"/>
    <p:sldId id="269" r:id="rId11"/>
    <p:sldId id="270" r:id="rId12"/>
    <p:sldId id="261" r:id="rId13"/>
    <p:sldId id="266" r:id="rId14"/>
    <p:sldId id="265" r:id="rId15"/>
    <p:sldId id="288" r:id="rId16"/>
    <p:sldId id="257" r:id="rId17"/>
    <p:sldId id="274" r:id="rId18"/>
    <p:sldId id="286" r:id="rId19"/>
    <p:sldId id="287" r:id="rId20"/>
    <p:sldId id="273" r:id="rId21"/>
    <p:sldId id="289" r:id="rId22"/>
    <p:sldId id="276" r:id="rId23"/>
    <p:sldId id="290" r:id="rId24"/>
    <p:sldId id="275" r:id="rId25"/>
    <p:sldId id="280" r:id="rId26"/>
    <p:sldId id="258" r:id="rId27"/>
    <p:sldId id="259" r:id="rId28"/>
    <p:sldId id="277" r:id="rId29"/>
    <p:sldId id="278" r:id="rId30"/>
    <p:sldId id="279" r:id="rId31"/>
    <p:sldId id="281" r:id="rId32"/>
  </p:sldIdLst>
  <p:sldSz cx="9144000" cy="6858000" type="screen4x3"/>
  <p:notesSz cx="9144000" cy="6858000"/>
  <p:embeddedFontLst>
    <p:embeddedFont>
      <p:font typeface="Tahoma" panose="020B0604030504040204" pitchFamily="34" charset="0"/>
      <p:regular r:id="rId35"/>
      <p:bold r:id="rId36"/>
    </p:embeddedFont>
    <p:embeddedFont>
      <p:font typeface="Verdana" panose="020B0604030504040204" pitchFamily="34" charset="0"/>
      <p:regular r:id="rId37"/>
      <p:bold r:id="rId38"/>
      <p:italic r:id="rId39"/>
      <p:boldItalic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5" roundtripDataSignature="AMtx7mh6c543DY1Mvf9CpLvBFZArYb8s9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391165-DD83-4A84-9FEA-9A6AE553B9FA}">
  <a:tblStyle styleId="{A5391165-DD83-4A84-9FEA-9A6AE553B9F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035"/>
    <p:restoredTop sz="95431"/>
  </p:normalViewPr>
  <p:slideViewPr>
    <p:cSldViewPr snapToGrid="0">
      <p:cViewPr varScale="1">
        <p:scale>
          <a:sx n="96" d="100"/>
          <a:sy n="96" d="100"/>
        </p:scale>
        <p:origin x="1056" y="160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8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01" d="100"/>
          <a:sy n="101" d="100"/>
        </p:scale>
        <p:origin x="216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/Relationships>
</file>

<file path=ppt/diagrams/_rels/data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/Relationships>
</file>

<file path=ppt/diagrams/_rels/drawing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3C19F5B-20FA-4A88-92E1-A88FBD9BE6A5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5091D4B-6F8D-4973-8A01-B96F6E51B107}">
      <dgm:prSet custT="1"/>
      <dgm:spPr/>
      <dgm:t>
        <a:bodyPr/>
        <a:lstStyle/>
        <a:p>
          <a:pPr algn="l">
            <a:lnSpc>
              <a:spcPct val="100000"/>
            </a:lnSpc>
            <a:defRPr b="1"/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Hadoop is an open-source reimplementation of</a:t>
          </a:r>
        </a:p>
      </dgm:t>
    </dgm:pt>
    <dgm:pt modelId="{BBC08095-BBFA-4F9F-AE5F-0A345CD26C89}" type="parTrans" cxnId="{4C2C28B6-3AE7-46D4-AFC9-9E6450C89AD6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CC7BC6F-6224-41F9-A886-2470BE5CFB7C}" type="sibTrans" cxnId="{4C2C28B6-3AE7-46D4-AFC9-9E6450C89AD6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BA63EF-496F-43A1-808E-6C5AE355F569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A distributed file system</a:t>
          </a:r>
        </a:p>
      </dgm:t>
    </dgm:pt>
    <dgm:pt modelId="{B263CB71-10F9-479C-9D64-4E5BBA0D8A9F}" type="parTrans" cxnId="{35729F2B-7817-4234-B760-3C44A0BCFB28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6521417-412E-402B-982B-33945873709D}" type="sibTrans" cxnId="{35729F2B-7817-4234-B760-3C44A0BCFB28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8BF534E-451D-4A7A-B48D-3FBBCB25404B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A map-reduce processing framework</a:t>
          </a:r>
        </a:p>
      </dgm:t>
    </dgm:pt>
    <dgm:pt modelId="{0C82C187-A2A7-4328-8282-C8919269BF8A}" type="parTrans" cxnId="{43D4FEBE-45B2-49A6-AF6F-61BA27B55BA6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02DFEA7-BA78-49CB-A295-54718F78A61D}" type="sibTrans" cxnId="{43D4FEBE-45B2-49A6-AF6F-61BA27B55BA6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9FA178D-38BA-4B2B-BFFF-3E3B11D7D644}">
      <dgm:prSet custT="1"/>
      <dgm:spPr/>
      <dgm:t>
        <a:bodyPr/>
        <a:lstStyle/>
        <a:p>
          <a:pPr algn="l">
            <a:lnSpc>
              <a:spcPct val="100000"/>
            </a:lnSpc>
            <a:defRPr b="1"/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Inspired by Google’s description of the 	technologies underpinning their search 	engine</a:t>
          </a:r>
        </a:p>
      </dgm:t>
    </dgm:pt>
    <dgm:pt modelId="{CE2FC1EC-B700-45F3-8F4C-CC81B3D342FE}" type="parTrans" cxnId="{9E8EACFD-410A-4823-9D3D-936DE16F80F7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75FDCBA-4C43-435C-83BC-D58EE399783A}" type="sibTrans" cxnId="{9E8EACFD-410A-4823-9D3D-936DE16F80F7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1BE186F-7F30-4341-9E13-8E9E9497764D}">
      <dgm:prSet custT="1"/>
      <dgm:spPr/>
      <dgm:t>
        <a:bodyPr/>
        <a:lstStyle/>
        <a:p>
          <a:pPr algn="l">
            <a:lnSpc>
              <a:spcPct val="100000"/>
            </a:lnSpc>
            <a:defRPr b="1"/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It is a layer-cake of APIs, written mostly in Java, that one can use to write large, distributed, and scalable applications to search and process large datasets</a:t>
          </a:r>
        </a:p>
      </dgm:t>
    </dgm:pt>
    <dgm:pt modelId="{836AE55E-AAEE-4F8D-A860-C4C25A6C7591}" type="parTrans" cxnId="{E67F4B0D-DFBA-49CA-B4B5-237D2CDEB497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2411A6C-5BC0-42A1-B919-D6D105EA1EB9}" type="sibTrans" cxnId="{E67F4B0D-DFBA-49CA-B4B5-237D2CDEB497}">
      <dgm:prSet/>
      <dgm:spPr/>
      <dgm:t>
        <a:bodyPr/>
        <a:lstStyle/>
        <a:p>
          <a:pPr algn="l"/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465D84-4EB0-4006-9C53-31DEE4685725}" type="pres">
      <dgm:prSet presAssocID="{B3C19F5B-20FA-4A88-92E1-A88FBD9BE6A5}" presName="root" presStyleCnt="0">
        <dgm:presLayoutVars>
          <dgm:dir/>
          <dgm:resizeHandles val="exact"/>
        </dgm:presLayoutVars>
      </dgm:prSet>
      <dgm:spPr/>
    </dgm:pt>
    <dgm:pt modelId="{BDD2B2A0-4FC4-4875-A8EC-133D7095F006}" type="pres">
      <dgm:prSet presAssocID="{15091D4B-6F8D-4973-8A01-B96F6E51B107}" presName="compNode" presStyleCnt="0"/>
      <dgm:spPr/>
    </dgm:pt>
    <dgm:pt modelId="{03516338-B8E1-4872-A095-DCB460C4DB04}" type="pres">
      <dgm:prSet presAssocID="{15091D4B-6F8D-4973-8A01-B96F6E51B107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945953D9-9B0B-402A-9373-9F0A08AE8AE7}" type="pres">
      <dgm:prSet presAssocID="{15091D4B-6F8D-4973-8A01-B96F6E51B107}" presName="iconSpace" presStyleCnt="0"/>
      <dgm:spPr/>
    </dgm:pt>
    <dgm:pt modelId="{D7D8244C-4598-4393-B573-5E3384F9C20C}" type="pres">
      <dgm:prSet presAssocID="{15091D4B-6F8D-4973-8A01-B96F6E51B107}" presName="parTx" presStyleLbl="revTx" presStyleIdx="0" presStyleCnt="6">
        <dgm:presLayoutVars>
          <dgm:chMax val="0"/>
          <dgm:chPref val="0"/>
        </dgm:presLayoutVars>
      </dgm:prSet>
      <dgm:spPr/>
    </dgm:pt>
    <dgm:pt modelId="{63BBE598-CC9E-44F2-A387-6236352D11B7}" type="pres">
      <dgm:prSet presAssocID="{15091D4B-6F8D-4973-8A01-B96F6E51B107}" presName="txSpace" presStyleCnt="0"/>
      <dgm:spPr/>
    </dgm:pt>
    <dgm:pt modelId="{9559A646-EEE3-48E3-A9B6-58080372468E}" type="pres">
      <dgm:prSet presAssocID="{15091D4B-6F8D-4973-8A01-B96F6E51B107}" presName="desTx" presStyleLbl="revTx" presStyleIdx="1" presStyleCnt="6">
        <dgm:presLayoutVars/>
      </dgm:prSet>
      <dgm:spPr/>
    </dgm:pt>
    <dgm:pt modelId="{BAF60914-527D-4ABE-821E-ABBE2F04EAAD}" type="pres">
      <dgm:prSet presAssocID="{2CC7BC6F-6224-41F9-A886-2470BE5CFB7C}" presName="sibTrans" presStyleCnt="0"/>
      <dgm:spPr/>
    </dgm:pt>
    <dgm:pt modelId="{0C7F3C70-8A5D-4B5A-8C2C-EE08F30530B3}" type="pres">
      <dgm:prSet presAssocID="{39FA178D-38BA-4B2B-BFFF-3E3B11D7D644}" presName="compNode" presStyleCnt="0"/>
      <dgm:spPr/>
    </dgm:pt>
    <dgm:pt modelId="{A46A5F7A-8DCF-4902-8B46-76B6AFEEDE6A}" type="pres">
      <dgm:prSet presAssocID="{39FA178D-38BA-4B2B-BFFF-3E3B11D7D64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4A7CD147-E505-4E79-BE86-EE5E7FEEB25B}" type="pres">
      <dgm:prSet presAssocID="{39FA178D-38BA-4B2B-BFFF-3E3B11D7D644}" presName="iconSpace" presStyleCnt="0"/>
      <dgm:spPr/>
    </dgm:pt>
    <dgm:pt modelId="{EAC2987B-9869-4B76-9EB8-9F9D1C8DE9F8}" type="pres">
      <dgm:prSet presAssocID="{39FA178D-38BA-4B2B-BFFF-3E3B11D7D644}" presName="parTx" presStyleLbl="revTx" presStyleIdx="2" presStyleCnt="6">
        <dgm:presLayoutVars>
          <dgm:chMax val="0"/>
          <dgm:chPref val="0"/>
        </dgm:presLayoutVars>
      </dgm:prSet>
      <dgm:spPr/>
    </dgm:pt>
    <dgm:pt modelId="{CA7AC951-AC55-4530-A464-DEAB32716232}" type="pres">
      <dgm:prSet presAssocID="{39FA178D-38BA-4B2B-BFFF-3E3B11D7D644}" presName="txSpace" presStyleCnt="0"/>
      <dgm:spPr/>
    </dgm:pt>
    <dgm:pt modelId="{4BDB3F30-AC7E-48DD-A509-F067DA26E210}" type="pres">
      <dgm:prSet presAssocID="{39FA178D-38BA-4B2B-BFFF-3E3B11D7D644}" presName="desTx" presStyleLbl="revTx" presStyleIdx="3" presStyleCnt="6">
        <dgm:presLayoutVars/>
      </dgm:prSet>
      <dgm:spPr/>
    </dgm:pt>
    <dgm:pt modelId="{A683542A-D66F-41A4-97BB-0CAE581B1B02}" type="pres">
      <dgm:prSet presAssocID="{175FDCBA-4C43-435C-83BC-D58EE399783A}" presName="sibTrans" presStyleCnt="0"/>
      <dgm:spPr/>
    </dgm:pt>
    <dgm:pt modelId="{8AA1C213-8442-4CA2-87D9-D4E2166A4A4A}" type="pres">
      <dgm:prSet presAssocID="{01BE186F-7F30-4341-9E13-8E9E9497764D}" presName="compNode" presStyleCnt="0"/>
      <dgm:spPr/>
    </dgm:pt>
    <dgm:pt modelId="{5C9A1120-D9D7-4131-A4A5-EB6E5614CD77}" type="pres">
      <dgm:prSet presAssocID="{01BE186F-7F30-4341-9E13-8E9E9497764D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B9E3DFD2-BC3B-45A6-A317-2378F751E66A}" type="pres">
      <dgm:prSet presAssocID="{01BE186F-7F30-4341-9E13-8E9E9497764D}" presName="iconSpace" presStyleCnt="0"/>
      <dgm:spPr/>
    </dgm:pt>
    <dgm:pt modelId="{959AB165-B757-434E-BBC3-BAEA9D5D0392}" type="pres">
      <dgm:prSet presAssocID="{01BE186F-7F30-4341-9E13-8E9E9497764D}" presName="parTx" presStyleLbl="revTx" presStyleIdx="4" presStyleCnt="6">
        <dgm:presLayoutVars>
          <dgm:chMax val="0"/>
          <dgm:chPref val="0"/>
        </dgm:presLayoutVars>
      </dgm:prSet>
      <dgm:spPr/>
    </dgm:pt>
    <dgm:pt modelId="{FE4DE877-2B37-41D4-A162-3027EDFBB895}" type="pres">
      <dgm:prSet presAssocID="{01BE186F-7F30-4341-9E13-8E9E9497764D}" presName="txSpace" presStyleCnt="0"/>
      <dgm:spPr/>
    </dgm:pt>
    <dgm:pt modelId="{AD8532F3-63A4-491A-9E16-786B57F798B3}" type="pres">
      <dgm:prSet presAssocID="{01BE186F-7F30-4341-9E13-8E9E9497764D}" presName="desTx" presStyleLbl="revTx" presStyleIdx="5" presStyleCnt="6">
        <dgm:presLayoutVars/>
      </dgm:prSet>
      <dgm:spPr/>
    </dgm:pt>
  </dgm:ptLst>
  <dgm:cxnLst>
    <dgm:cxn modelId="{E67F4B0D-DFBA-49CA-B4B5-237D2CDEB497}" srcId="{B3C19F5B-20FA-4A88-92E1-A88FBD9BE6A5}" destId="{01BE186F-7F30-4341-9E13-8E9E9497764D}" srcOrd="2" destOrd="0" parTransId="{836AE55E-AAEE-4F8D-A860-C4C25A6C7591}" sibTransId="{D2411A6C-5BC0-42A1-B919-D6D105EA1EB9}"/>
    <dgm:cxn modelId="{35729F2B-7817-4234-B760-3C44A0BCFB28}" srcId="{15091D4B-6F8D-4973-8A01-B96F6E51B107}" destId="{AEBA63EF-496F-43A1-808E-6C5AE355F569}" srcOrd="0" destOrd="0" parTransId="{B263CB71-10F9-479C-9D64-4E5BBA0D8A9F}" sibTransId="{D6521417-412E-402B-982B-33945873709D}"/>
    <dgm:cxn modelId="{35C6B931-BD14-48F9-B08D-A540C1629D39}" type="presOf" srcId="{B8BF534E-451D-4A7A-B48D-3FBBCB25404B}" destId="{9559A646-EEE3-48E3-A9B6-58080372468E}" srcOrd="0" destOrd="1" presId="urn:microsoft.com/office/officeart/2018/2/layout/IconLabelDescriptionList"/>
    <dgm:cxn modelId="{C8424561-43E5-484A-AD56-8039C423E6CB}" type="presOf" srcId="{AEBA63EF-496F-43A1-808E-6C5AE355F569}" destId="{9559A646-EEE3-48E3-A9B6-58080372468E}" srcOrd="0" destOrd="0" presId="urn:microsoft.com/office/officeart/2018/2/layout/IconLabelDescriptionList"/>
    <dgm:cxn modelId="{83B7BA76-BEBB-48A5-9B3A-6BF50B8D4192}" type="presOf" srcId="{15091D4B-6F8D-4973-8A01-B96F6E51B107}" destId="{D7D8244C-4598-4393-B573-5E3384F9C20C}" srcOrd="0" destOrd="0" presId="urn:microsoft.com/office/officeart/2018/2/layout/IconLabelDescriptionList"/>
    <dgm:cxn modelId="{4C2C28B6-3AE7-46D4-AFC9-9E6450C89AD6}" srcId="{B3C19F5B-20FA-4A88-92E1-A88FBD9BE6A5}" destId="{15091D4B-6F8D-4973-8A01-B96F6E51B107}" srcOrd="0" destOrd="0" parTransId="{BBC08095-BBFA-4F9F-AE5F-0A345CD26C89}" sibTransId="{2CC7BC6F-6224-41F9-A886-2470BE5CFB7C}"/>
    <dgm:cxn modelId="{F2EE89B9-A30C-45F8-AC83-46AB7E61F0BE}" type="presOf" srcId="{39FA178D-38BA-4B2B-BFFF-3E3B11D7D644}" destId="{EAC2987B-9869-4B76-9EB8-9F9D1C8DE9F8}" srcOrd="0" destOrd="0" presId="urn:microsoft.com/office/officeart/2018/2/layout/IconLabelDescriptionList"/>
    <dgm:cxn modelId="{43D4FEBE-45B2-49A6-AF6F-61BA27B55BA6}" srcId="{15091D4B-6F8D-4973-8A01-B96F6E51B107}" destId="{B8BF534E-451D-4A7A-B48D-3FBBCB25404B}" srcOrd="1" destOrd="0" parTransId="{0C82C187-A2A7-4328-8282-C8919269BF8A}" sibTransId="{502DFEA7-BA78-49CB-A295-54718F78A61D}"/>
    <dgm:cxn modelId="{8C0E9FDF-F68B-4ADC-848A-5BDE6659410F}" type="presOf" srcId="{B3C19F5B-20FA-4A88-92E1-A88FBD9BE6A5}" destId="{31465D84-4EB0-4006-9C53-31DEE4685725}" srcOrd="0" destOrd="0" presId="urn:microsoft.com/office/officeart/2018/2/layout/IconLabelDescriptionList"/>
    <dgm:cxn modelId="{9E8EACFD-410A-4823-9D3D-936DE16F80F7}" srcId="{B3C19F5B-20FA-4A88-92E1-A88FBD9BE6A5}" destId="{39FA178D-38BA-4B2B-BFFF-3E3B11D7D644}" srcOrd="1" destOrd="0" parTransId="{CE2FC1EC-B700-45F3-8F4C-CC81B3D342FE}" sibTransId="{175FDCBA-4C43-435C-83BC-D58EE399783A}"/>
    <dgm:cxn modelId="{F61D5CFE-E537-4862-A613-A291EC9BFF68}" type="presOf" srcId="{01BE186F-7F30-4341-9E13-8E9E9497764D}" destId="{959AB165-B757-434E-BBC3-BAEA9D5D0392}" srcOrd="0" destOrd="0" presId="urn:microsoft.com/office/officeart/2018/2/layout/IconLabelDescriptionList"/>
    <dgm:cxn modelId="{B1FDFC40-327C-41C6-A6F1-1DFF916970F3}" type="presParOf" srcId="{31465D84-4EB0-4006-9C53-31DEE4685725}" destId="{BDD2B2A0-4FC4-4875-A8EC-133D7095F006}" srcOrd="0" destOrd="0" presId="urn:microsoft.com/office/officeart/2018/2/layout/IconLabelDescriptionList"/>
    <dgm:cxn modelId="{A6607BC3-E62B-4209-912C-1BA8C0DD4DFE}" type="presParOf" srcId="{BDD2B2A0-4FC4-4875-A8EC-133D7095F006}" destId="{03516338-B8E1-4872-A095-DCB460C4DB04}" srcOrd="0" destOrd="0" presId="urn:microsoft.com/office/officeart/2018/2/layout/IconLabelDescriptionList"/>
    <dgm:cxn modelId="{6F1DBAD7-0B2A-41D6-AA3D-470D7DA46F03}" type="presParOf" srcId="{BDD2B2A0-4FC4-4875-A8EC-133D7095F006}" destId="{945953D9-9B0B-402A-9373-9F0A08AE8AE7}" srcOrd="1" destOrd="0" presId="urn:microsoft.com/office/officeart/2018/2/layout/IconLabelDescriptionList"/>
    <dgm:cxn modelId="{48E1F130-1650-4B29-94D7-A895FCAE8A26}" type="presParOf" srcId="{BDD2B2A0-4FC4-4875-A8EC-133D7095F006}" destId="{D7D8244C-4598-4393-B573-5E3384F9C20C}" srcOrd="2" destOrd="0" presId="urn:microsoft.com/office/officeart/2018/2/layout/IconLabelDescriptionList"/>
    <dgm:cxn modelId="{4520B5CC-7EAE-4907-ABB7-61E90E224D77}" type="presParOf" srcId="{BDD2B2A0-4FC4-4875-A8EC-133D7095F006}" destId="{63BBE598-CC9E-44F2-A387-6236352D11B7}" srcOrd="3" destOrd="0" presId="urn:microsoft.com/office/officeart/2018/2/layout/IconLabelDescriptionList"/>
    <dgm:cxn modelId="{31BFCBC3-BE9B-403C-A2C6-C691D5B57363}" type="presParOf" srcId="{BDD2B2A0-4FC4-4875-A8EC-133D7095F006}" destId="{9559A646-EEE3-48E3-A9B6-58080372468E}" srcOrd="4" destOrd="0" presId="urn:microsoft.com/office/officeart/2018/2/layout/IconLabelDescriptionList"/>
    <dgm:cxn modelId="{F52B9465-ED94-4D5E-AB52-3EFB94766C4C}" type="presParOf" srcId="{31465D84-4EB0-4006-9C53-31DEE4685725}" destId="{BAF60914-527D-4ABE-821E-ABBE2F04EAAD}" srcOrd="1" destOrd="0" presId="urn:microsoft.com/office/officeart/2018/2/layout/IconLabelDescriptionList"/>
    <dgm:cxn modelId="{83C166F8-CC04-4AA6-8BD5-B8EBBBD5CE34}" type="presParOf" srcId="{31465D84-4EB0-4006-9C53-31DEE4685725}" destId="{0C7F3C70-8A5D-4B5A-8C2C-EE08F30530B3}" srcOrd="2" destOrd="0" presId="urn:microsoft.com/office/officeart/2018/2/layout/IconLabelDescriptionList"/>
    <dgm:cxn modelId="{00D93A7D-CCA5-47BF-9EF9-35443BD74E03}" type="presParOf" srcId="{0C7F3C70-8A5D-4B5A-8C2C-EE08F30530B3}" destId="{A46A5F7A-8DCF-4902-8B46-76B6AFEEDE6A}" srcOrd="0" destOrd="0" presId="urn:microsoft.com/office/officeart/2018/2/layout/IconLabelDescriptionList"/>
    <dgm:cxn modelId="{77536638-9179-4B5A-B9BC-33040135DFDC}" type="presParOf" srcId="{0C7F3C70-8A5D-4B5A-8C2C-EE08F30530B3}" destId="{4A7CD147-E505-4E79-BE86-EE5E7FEEB25B}" srcOrd="1" destOrd="0" presId="urn:microsoft.com/office/officeart/2018/2/layout/IconLabelDescriptionList"/>
    <dgm:cxn modelId="{6F4888BD-FAE0-4CD9-927B-A0C1C74A5C6B}" type="presParOf" srcId="{0C7F3C70-8A5D-4B5A-8C2C-EE08F30530B3}" destId="{EAC2987B-9869-4B76-9EB8-9F9D1C8DE9F8}" srcOrd="2" destOrd="0" presId="urn:microsoft.com/office/officeart/2018/2/layout/IconLabelDescriptionList"/>
    <dgm:cxn modelId="{D2F8A2FF-7E1F-4957-B54C-5B222A1AF724}" type="presParOf" srcId="{0C7F3C70-8A5D-4B5A-8C2C-EE08F30530B3}" destId="{CA7AC951-AC55-4530-A464-DEAB32716232}" srcOrd="3" destOrd="0" presId="urn:microsoft.com/office/officeart/2018/2/layout/IconLabelDescriptionList"/>
    <dgm:cxn modelId="{139FCD98-4863-44E4-956B-FB4EE3A220EA}" type="presParOf" srcId="{0C7F3C70-8A5D-4B5A-8C2C-EE08F30530B3}" destId="{4BDB3F30-AC7E-48DD-A509-F067DA26E210}" srcOrd="4" destOrd="0" presId="urn:microsoft.com/office/officeart/2018/2/layout/IconLabelDescriptionList"/>
    <dgm:cxn modelId="{A05CC5A9-EB56-4A53-90AB-2EC3D9B9CB6D}" type="presParOf" srcId="{31465D84-4EB0-4006-9C53-31DEE4685725}" destId="{A683542A-D66F-41A4-97BB-0CAE581B1B02}" srcOrd="3" destOrd="0" presId="urn:microsoft.com/office/officeart/2018/2/layout/IconLabelDescriptionList"/>
    <dgm:cxn modelId="{2ED45C46-77B0-4761-9CD5-4004A34069A0}" type="presParOf" srcId="{31465D84-4EB0-4006-9C53-31DEE4685725}" destId="{8AA1C213-8442-4CA2-87D9-D4E2166A4A4A}" srcOrd="4" destOrd="0" presId="urn:microsoft.com/office/officeart/2018/2/layout/IconLabelDescriptionList"/>
    <dgm:cxn modelId="{2C04CF30-9DA9-40E5-B72C-DA52CCDF26F6}" type="presParOf" srcId="{8AA1C213-8442-4CA2-87D9-D4E2166A4A4A}" destId="{5C9A1120-D9D7-4131-A4A5-EB6E5614CD77}" srcOrd="0" destOrd="0" presId="urn:microsoft.com/office/officeart/2018/2/layout/IconLabelDescriptionList"/>
    <dgm:cxn modelId="{01AD8B54-00B2-4086-95F8-B94956FC10ED}" type="presParOf" srcId="{8AA1C213-8442-4CA2-87D9-D4E2166A4A4A}" destId="{B9E3DFD2-BC3B-45A6-A317-2378F751E66A}" srcOrd="1" destOrd="0" presId="urn:microsoft.com/office/officeart/2018/2/layout/IconLabelDescriptionList"/>
    <dgm:cxn modelId="{F6DCC0BC-F969-4980-918B-A32B7724A1CE}" type="presParOf" srcId="{8AA1C213-8442-4CA2-87D9-D4E2166A4A4A}" destId="{959AB165-B757-434E-BBC3-BAEA9D5D0392}" srcOrd="2" destOrd="0" presId="urn:microsoft.com/office/officeart/2018/2/layout/IconLabelDescriptionList"/>
    <dgm:cxn modelId="{1C810487-87FE-48C0-9E7A-5611EC620E77}" type="presParOf" srcId="{8AA1C213-8442-4CA2-87D9-D4E2166A4A4A}" destId="{FE4DE877-2B37-41D4-A162-3027EDFBB895}" srcOrd="3" destOrd="0" presId="urn:microsoft.com/office/officeart/2018/2/layout/IconLabelDescriptionList"/>
    <dgm:cxn modelId="{AD12E849-D5A6-4D24-9CA5-4FFBF1DF0A30}" type="presParOf" srcId="{8AA1C213-8442-4CA2-87D9-D4E2166A4A4A}" destId="{AD8532F3-63A4-491A-9E16-786B57F798B3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91F712-5E4E-4EA7-BE8C-FCD1E256FD77}" type="doc">
      <dgm:prSet loTypeId="urn:microsoft.com/office/officeart/2005/8/layout/arrow5" loCatId="relationship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D10BCFB-3573-4E86-98D2-BFE2C3E254F0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 b="1">
              <a:latin typeface="Arial" panose="020B0604020202020204" pitchFamily="34" charset="0"/>
              <a:cs typeface="Arial" panose="020B0604020202020204" pitchFamily="34" charset="0"/>
            </a:rPr>
            <a:t>PIG </a:t>
          </a: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– A scripting language for transforming big data</a:t>
          </a:r>
        </a:p>
      </dgm:t>
    </dgm:pt>
    <dgm:pt modelId="{1C509524-1CCB-4B09-9F2E-E5CAF8AE5851}" type="parTrans" cxnId="{6082AAA2-7CFB-4EFD-B10A-D10C3FA0EC40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78F50F-4106-4AC0-ABA6-4D26BEEA8BF3}" type="sibTrans" cxnId="{6082AAA2-7CFB-4EFD-B10A-D10C3FA0EC40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033651-D263-4BD0-BFE9-D8636B8F2E99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Useful for “cleaning” and “normalizing” data</a:t>
          </a:r>
        </a:p>
      </dgm:t>
    </dgm:pt>
    <dgm:pt modelId="{B6DB030B-3E80-4239-80CF-31E15F3C288F}" type="parTrans" cxnId="{C889B4B3-687A-4581-9875-C0643ADD3392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F1D0864-4A6D-420E-A337-D2511B29AF36}" type="sibTrans" cxnId="{C889B4B3-687A-4581-9875-C0643ADD3392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92FACF-65DA-46FE-9883-9F16AD2057EE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Three parts:</a:t>
          </a:r>
        </a:p>
      </dgm:t>
    </dgm:pt>
    <dgm:pt modelId="{14C2C6B4-9A40-43B2-AF83-BBB9B92DC70C}" type="parTrans" cxnId="{B23483E8-EC89-41D3-9127-41E5E43E7243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14E2938-C5F7-4106-A5F1-75B52B8690A4}" type="sibTrans" cxnId="{B23483E8-EC89-41D3-9127-41E5E43E7243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072B4EF-7572-42AE-B471-56D209B64184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Pig Latin – The scripting language</a:t>
          </a:r>
        </a:p>
      </dgm:t>
    </dgm:pt>
    <dgm:pt modelId="{6C6C7D58-DEBA-48D2-9447-EEE986F1720F}" type="parTrans" cxnId="{9F2898FB-0644-4C3E-A765-B0308831052A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F7EFF67-2C88-4681-91D8-B25010A58710}" type="sibTrans" cxnId="{9F2898FB-0644-4C3E-A765-B0308831052A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75231B7-B081-49DC-A1E4-54CC0B7D99A7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Grunt – A interactive shell</a:t>
          </a:r>
        </a:p>
      </dgm:t>
    </dgm:pt>
    <dgm:pt modelId="{2188E31C-24EF-42B5-BCC5-4C193DBCF9D3}" type="parTrans" cxnId="{37D32DB5-DF4F-4055-8DBB-B7C149A95EBF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9474936-7B81-42C7-9671-87E58D919BFD}" type="sibTrans" cxnId="{37D32DB5-DF4F-4055-8DBB-B7C149A95EBF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E1F2209-FF41-49EC-BBD6-D3563821F081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Piggybank – A repository of Pig extensions</a:t>
          </a:r>
        </a:p>
      </dgm:t>
    </dgm:pt>
    <dgm:pt modelId="{90E7761A-3C0F-4CBF-AB73-1C15FB3CF056}" type="parTrans" cxnId="{8CB2FCD1-C85C-450C-A21D-2A90BE5C4E8B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352CB55-D1B7-47D0-9C68-9535190F4CEE}" type="sibTrans" cxnId="{8CB2FCD1-C85C-450C-A21D-2A90BE5C4E8B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C5A6431-1F2F-434E-BD70-01A142543471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Deferred execution model</a:t>
          </a:r>
        </a:p>
      </dgm:t>
    </dgm:pt>
    <dgm:pt modelId="{1D8D78D8-6F97-4C36-AF30-E2B981174796}" type="parTrans" cxnId="{F97F98D8-65A2-4C35-80EA-44F912060C51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F6ACB0C-7D8C-4E6B-9A89-EEAF6B7D96A4}" type="sibTrans" cxnId="{F97F98D8-65A2-4C35-80EA-44F912060C51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FD95E3-201E-4E82-80AE-F5EE04018C85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 b="1">
              <a:latin typeface="Arial" panose="020B0604020202020204" pitchFamily="34" charset="0"/>
              <a:cs typeface="Arial" panose="020B0604020202020204" pitchFamily="34" charset="0"/>
            </a:rPr>
            <a:t>Hive </a:t>
          </a: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– A SQL-inspired query-oriented language</a:t>
          </a:r>
        </a:p>
      </dgm:t>
    </dgm:pt>
    <dgm:pt modelId="{91BDCF60-8E10-4ED9-87F1-9D611A047ABD}" type="parTrans" cxnId="{CFC8DB22-C2AE-427E-9747-8C4E5196559C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0F642B-636B-4DDA-8A56-53C42755EB38}" type="sibTrans" cxnId="{CFC8DB22-C2AE-427E-9747-8C4E5196559C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F050602-2DD9-4545-BFF3-6D2E4CA0D352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 dirty="0">
              <a:latin typeface="Arial" panose="020B0604020202020204" pitchFamily="34" charset="0"/>
              <a:cs typeface="Arial" panose="020B0604020202020204" pitchFamily="34" charset="0"/>
            </a:rPr>
            <a:t>Imposes structure, in the form of schemas, on Hadoop data</a:t>
          </a:r>
        </a:p>
      </dgm:t>
    </dgm:pt>
    <dgm:pt modelId="{C4027761-11AD-4758-BAD0-F8E6448F0E6B}" type="parTrans" cxnId="{6CF28B27-2B22-44E6-9365-814F01CDAD61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00BA6A-8F62-4D47-BAF2-EC57F17949CD}" type="sibTrans" cxnId="{6CF28B27-2B22-44E6-9365-814F01CDAD61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40875CB-7C1D-4470-AFD0-42AFF515E4EB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latin typeface="Arial" panose="020B0604020202020204" pitchFamily="34" charset="0"/>
              <a:cs typeface="Arial" panose="020B0604020202020204" pitchFamily="34" charset="0"/>
            </a:rPr>
            <a:t>Creates “data warehouse” layers</a:t>
          </a:r>
        </a:p>
      </dgm:t>
    </dgm:pt>
    <dgm:pt modelId="{3C0ED56F-F53E-4BC9-91AA-31C801604971}" type="parTrans" cxnId="{A8324B0E-77B1-48A6-B5C8-5F0A2CEB046D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6FAD29A-23F2-494A-AF92-6AD16C59C619}" type="sibTrans" cxnId="{A8324B0E-77B1-48A6-B5C8-5F0A2CEB046D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0748784-42C3-874A-BDFF-4B7410EF41F3}" type="pres">
      <dgm:prSet presAssocID="{8991F712-5E4E-4EA7-BE8C-FCD1E256FD77}" presName="diagram" presStyleCnt="0">
        <dgm:presLayoutVars>
          <dgm:dir/>
          <dgm:resizeHandles val="exact"/>
        </dgm:presLayoutVars>
      </dgm:prSet>
      <dgm:spPr/>
    </dgm:pt>
    <dgm:pt modelId="{13935732-1494-294A-BA2A-D53AE57BA6D8}" type="pres">
      <dgm:prSet presAssocID="{2D10BCFB-3573-4E86-98D2-BFE2C3E254F0}" presName="arrow" presStyleLbl="node1" presStyleIdx="0" presStyleCnt="2">
        <dgm:presLayoutVars>
          <dgm:bulletEnabled val="1"/>
        </dgm:presLayoutVars>
      </dgm:prSet>
      <dgm:spPr/>
    </dgm:pt>
    <dgm:pt modelId="{B75BCEE7-6B43-354D-8013-206A79A3855A}" type="pres">
      <dgm:prSet presAssocID="{28FD95E3-201E-4E82-80AE-F5EE04018C85}" presName="arrow" presStyleLbl="node1" presStyleIdx="1" presStyleCnt="2">
        <dgm:presLayoutVars>
          <dgm:bulletEnabled val="1"/>
        </dgm:presLayoutVars>
      </dgm:prSet>
      <dgm:spPr/>
    </dgm:pt>
  </dgm:ptLst>
  <dgm:cxnLst>
    <dgm:cxn modelId="{A8324B0E-77B1-48A6-B5C8-5F0A2CEB046D}" srcId="{28FD95E3-201E-4E82-80AE-F5EE04018C85}" destId="{140875CB-7C1D-4470-AFD0-42AFF515E4EB}" srcOrd="1" destOrd="0" parTransId="{3C0ED56F-F53E-4BC9-91AA-31C801604971}" sibTransId="{F6FAD29A-23F2-494A-AF92-6AD16C59C619}"/>
    <dgm:cxn modelId="{2FE02B14-411D-8E4B-8280-08025258548D}" type="presOf" srcId="{5F050602-2DD9-4545-BFF3-6D2E4CA0D352}" destId="{B75BCEE7-6B43-354D-8013-206A79A3855A}" srcOrd="0" destOrd="1" presId="urn:microsoft.com/office/officeart/2005/8/layout/arrow5"/>
    <dgm:cxn modelId="{CFC8DB22-C2AE-427E-9747-8C4E5196559C}" srcId="{8991F712-5E4E-4EA7-BE8C-FCD1E256FD77}" destId="{28FD95E3-201E-4E82-80AE-F5EE04018C85}" srcOrd="1" destOrd="0" parTransId="{91BDCF60-8E10-4ED9-87F1-9D611A047ABD}" sibTransId="{210F642B-636B-4DDA-8A56-53C42755EB38}"/>
    <dgm:cxn modelId="{6CF28B27-2B22-44E6-9365-814F01CDAD61}" srcId="{28FD95E3-201E-4E82-80AE-F5EE04018C85}" destId="{5F050602-2DD9-4545-BFF3-6D2E4CA0D352}" srcOrd="0" destOrd="0" parTransId="{C4027761-11AD-4758-BAD0-F8E6448F0E6B}" sibTransId="{D000BA6A-8F62-4D47-BAF2-EC57F17949CD}"/>
    <dgm:cxn modelId="{160E0B2A-228A-184B-A9F4-8A3D5827D427}" type="presOf" srcId="{28FD95E3-201E-4E82-80AE-F5EE04018C85}" destId="{B75BCEE7-6B43-354D-8013-206A79A3855A}" srcOrd="0" destOrd="0" presId="urn:microsoft.com/office/officeart/2005/8/layout/arrow5"/>
    <dgm:cxn modelId="{BA92EC44-D088-CA46-B040-E0470ACC17F1}" type="presOf" srcId="{8991F712-5E4E-4EA7-BE8C-FCD1E256FD77}" destId="{30748784-42C3-874A-BDFF-4B7410EF41F3}" srcOrd="0" destOrd="0" presId="urn:microsoft.com/office/officeart/2005/8/layout/arrow5"/>
    <dgm:cxn modelId="{7816984F-3542-CD48-8BAB-5CBC07DFD37D}" type="presOf" srcId="{775231B7-B081-49DC-A1E4-54CC0B7D99A7}" destId="{13935732-1494-294A-BA2A-D53AE57BA6D8}" srcOrd="0" destOrd="4" presId="urn:microsoft.com/office/officeart/2005/8/layout/arrow5"/>
    <dgm:cxn modelId="{61D76C6C-EBC3-514B-8821-E7B33F1654E0}" type="presOf" srcId="{2D10BCFB-3573-4E86-98D2-BFE2C3E254F0}" destId="{13935732-1494-294A-BA2A-D53AE57BA6D8}" srcOrd="0" destOrd="0" presId="urn:microsoft.com/office/officeart/2005/8/layout/arrow5"/>
    <dgm:cxn modelId="{1B96FA93-4A55-8948-B5FA-F4DCCF86985C}" type="presOf" srcId="{C1033651-D263-4BD0-BFE9-D8636B8F2E99}" destId="{13935732-1494-294A-BA2A-D53AE57BA6D8}" srcOrd="0" destOrd="1" presId="urn:microsoft.com/office/officeart/2005/8/layout/arrow5"/>
    <dgm:cxn modelId="{6082AAA2-7CFB-4EFD-B10A-D10C3FA0EC40}" srcId="{8991F712-5E4E-4EA7-BE8C-FCD1E256FD77}" destId="{2D10BCFB-3573-4E86-98D2-BFE2C3E254F0}" srcOrd="0" destOrd="0" parTransId="{1C509524-1CCB-4B09-9F2E-E5CAF8AE5851}" sibTransId="{7478F50F-4106-4AC0-ABA6-4D26BEEA8BF3}"/>
    <dgm:cxn modelId="{024DCFAD-7F4A-374C-AD9D-2B4C5762F71D}" type="presOf" srcId="{0072B4EF-7572-42AE-B471-56D209B64184}" destId="{13935732-1494-294A-BA2A-D53AE57BA6D8}" srcOrd="0" destOrd="3" presId="urn:microsoft.com/office/officeart/2005/8/layout/arrow5"/>
    <dgm:cxn modelId="{C889B4B3-687A-4581-9875-C0643ADD3392}" srcId="{2D10BCFB-3573-4E86-98D2-BFE2C3E254F0}" destId="{C1033651-D263-4BD0-BFE9-D8636B8F2E99}" srcOrd="0" destOrd="0" parTransId="{B6DB030B-3E80-4239-80CF-31E15F3C288F}" sibTransId="{CF1D0864-4A6D-420E-A337-D2511B29AF36}"/>
    <dgm:cxn modelId="{37D32DB5-DF4F-4055-8DBB-B7C149A95EBF}" srcId="{EF92FACF-65DA-46FE-9883-9F16AD2057EE}" destId="{775231B7-B081-49DC-A1E4-54CC0B7D99A7}" srcOrd="1" destOrd="0" parTransId="{2188E31C-24EF-42B5-BCC5-4C193DBCF9D3}" sibTransId="{A9474936-7B81-42C7-9671-87E58D919BFD}"/>
    <dgm:cxn modelId="{71A697B8-A1DD-AA42-917E-51ADF30156AD}" type="presOf" srcId="{EF92FACF-65DA-46FE-9883-9F16AD2057EE}" destId="{13935732-1494-294A-BA2A-D53AE57BA6D8}" srcOrd="0" destOrd="2" presId="urn:microsoft.com/office/officeart/2005/8/layout/arrow5"/>
    <dgm:cxn modelId="{C00C76C6-3285-6B4D-BB71-0AD0D77F713E}" type="presOf" srcId="{CC5A6431-1F2F-434E-BD70-01A142543471}" destId="{13935732-1494-294A-BA2A-D53AE57BA6D8}" srcOrd="0" destOrd="6" presId="urn:microsoft.com/office/officeart/2005/8/layout/arrow5"/>
    <dgm:cxn modelId="{8CB2FCD1-C85C-450C-A21D-2A90BE5C4E8B}" srcId="{EF92FACF-65DA-46FE-9883-9F16AD2057EE}" destId="{4E1F2209-FF41-49EC-BBD6-D3563821F081}" srcOrd="2" destOrd="0" parTransId="{90E7761A-3C0F-4CBF-AB73-1C15FB3CF056}" sibTransId="{4352CB55-D1B7-47D0-9C68-9535190F4CEE}"/>
    <dgm:cxn modelId="{F97F98D8-65A2-4C35-80EA-44F912060C51}" srcId="{2D10BCFB-3573-4E86-98D2-BFE2C3E254F0}" destId="{CC5A6431-1F2F-434E-BD70-01A142543471}" srcOrd="2" destOrd="0" parTransId="{1D8D78D8-6F97-4C36-AF30-E2B981174796}" sibTransId="{9F6ACB0C-7D8C-4E6B-9A89-EEAF6B7D96A4}"/>
    <dgm:cxn modelId="{0840CDE0-9B25-E440-8425-4767B730802D}" type="presOf" srcId="{4E1F2209-FF41-49EC-BBD6-D3563821F081}" destId="{13935732-1494-294A-BA2A-D53AE57BA6D8}" srcOrd="0" destOrd="5" presId="urn:microsoft.com/office/officeart/2005/8/layout/arrow5"/>
    <dgm:cxn modelId="{B23483E8-EC89-41D3-9127-41E5E43E7243}" srcId="{2D10BCFB-3573-4E86-98D2-BFE2C3E254F0}" destId="{EF92FACF-65DA-46FE-9883-9F16AD2057EE}" srcOrd="1" destOrd="0" parTransId="{14C2C6B4-9A40-43B2-AF83-BBB9B92DC70C}" sibTransId="{814E2938-C5F7-4106-A5F1-75B52B8690A4}"/>
    <dgm:cxn modelId="{CF91EBF5-718B-9143-A61E-F2E510CE23B3}" type="presOf" srcId="{140875CB-7C1D-4470-AFD0-42AFF515E4EB}" destId="{B75BCEE7-6B43-354D-8013-206A79A3855A}" srcOrd="0" destOrd="2" presId="urn:microsoft.com/office/officeart/2005/8/layout/arrow5"/>
    <dgm:cxn modelId="{9F2898FB-0644-4C3E-A765-B0308831052A}" srcId="{EF92FACF-65DA-46FE-9883-9F16AD2057EE}" destId="{0072B4EF-7572-42AE-B471-56D209B64184}" srcOrd="0" destOrd="0" parTransId="{6C6C7D58-DEBA-48D2-9447-EEE986F1720F}" sibTransId="{EF7EFF67-2C88-4681-91D8-B25010A58710}"/>
    <dgm:cxn modelId="{DFB3B7F4-0454-7E4A-936E-3CB2EDA847BD}" type="presParOf" srcId="{30748784-42C3-874A-BDFF-4B7410EF41F3}" destId="{13935732-1494-294A-BA2A-D53AE57BA6D8}" srcOrd="0" destOrd="0" presId="urn:microsoft.com/office/officeart/2005/8/layout/arrow5"/>
    <dgm:cxn modelId="{611EACF5-3352-AE40-841D-326DBC2018BD}" type="presParOf" srcId="{30748784-42C3-874A-BDFF-4B7410EF41F3}" destId="{B75BCEE7-6B43-354D-8013-206A79A3855A}" srcOrd="1" destOrd="0" presId="urn:microsoft.com/office/officeart/2005/8/layout/arrow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2E2AAFD-F882-4C76-8B83-02E32506BC8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3362102-C98E-4EF8-AD07-949E251E8A20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Abstraction layer for processing large data sets 2 Components</a:t>
          </a:r>
        </a:p>
      </dgm:t>
    </dgm:pt>
    <dgm:pt modelId="{1AAB5885-0671-456A-9FAA-68C10C9B8E31}" type="parTrans" cxnId="{453327A4-9227-4134-9C2D-CDB93E191DC0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D66ED18-3ACC-4D7E-971F-CE33EE9013B7}" type="sibTrans" cxnId="{453327A4-9227-4134-9C2D-CDB93E191DC0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8758250-5F87-4011-9BB3-B3287F3A96FD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Pig Latin: the language used to express data flows</a:t>
          </a:r>
        </a:p>
      </dgm:t>
    </dgm:pt>
    <dgm:pt modelId="{D2AB9506-17DE-49F9-95B0-61AEFA0EAFF0}" type="parTrans" cxnId="{B85A4C03-EEC3-4F34-B296-1DF3DC5E8AA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B61B1FE-F5F2-4C85-BD7D-08AFBCCB9C03}" type="sibTrans" cxnId="{B85A4C03-EEC3-4F34-B296-1DF3DC5E8AA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758A3F8-F786-4D71-9DA9-955339BB12DA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Grunt: the execution environment</a:t>
          </a:r>
        </a:p>
      </dgm:t>
    </dgm:pt>
    <dgm:pt modelId="{DBF10914-B31B-4C5A-84CB-74996B51D554}" type="parTrans" cxnId="{77F2D771-7CB0-49FF-9B53-C3FF598A87B1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2ACD60E-668A-4885-A492-58AE57771D01}" type="sibTrans" cxnId="{77F2D771-7CB0-49FF-9B53-C3FF598A87B1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E4B8971-A570-416F-8746-52DF4AD94143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Pig Program</a:t>
          </a:r>
        </a:p>
      </dgm:t>
    </dgm:pt>
    <dgm:pt modelId="{345707EF-5D5F-4620-8206-DEBA2D2C2A18}" type="parTrans" cxnId="{E0ADB5F8-220E-4AB9-B7E6-1D9125DA234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3D02F-D209-4F8B-8FF0-C111A0636849}" type="sibTrans" cxnId="{E0ADB5F8-220E-4AB9-B7E6-1D9125DA234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B60BE25-2BC8-465B-8A0F-3DC1D7E3B7AA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Composed of series of operations, or transformations</a:t>
          </a:r>
        </a:p>
      </dgm:t>
    </dgm:pt>
    <dgm:pt modelId="{25F185B2-B57C-4869-8ADE-9AF9D3D50454}" type="parTrans" cxnId="{D1BC6A75-E2AB-4BA3-8941-6DC4935C6B41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CD0166-A887-4761-BC6F-1772F3FACCBD}" type="sibTrans" cxnId="{D1BC6A75-E2AB-4BA3-8941-6DC4935C6B41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D703B4-977D-4F7A-B11B-10A33E6E81CE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The operations describe a dataflow that is translated into one or more MapReduce jobs</a:t>
          </a:r>
        </a:p>
      </dgm:t>
    </dgm:pt>
    <dgm:pt modelId="{237323F7-1149-4F1F-A763-F14D4AB9BF94}" type="parTrans" cxnId="{395BF0A1-BFFB-495E-968B-567CF14E36D6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5571CC-CC55-4E07-B7C9-93144A869EC7}" type="sibTrans" cxnId="{395BF0A1-BFFB-495E-968B-567CF14E36D6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4D1D223-2E5D-7242-9EC3-E96B73EBE2B5}" type="pres">
      <dgm:prSet presAssocID="{92E2AAFD-F882-4C76-8B83-02E32506BC8E}" presName="linear" presStyleCnt="0">
        <dgm:presLayoutVars>
          <dgm:animLvl val="lvl"/>
          <dgm:resizeHandles val="exact"/>
        </dgm:presLayoutVars>
      </dgm:prSet>
      <dgm:spPr/>
    </dgm:pt>
    <dgm:pt modelId="{6DCDA10E-583C-1541-A2A3-ECDED0CEB2F7}" type="pres">
      <dgm:prSet presAssocID="{E3362102-C98E-4EF8-AD07-949E251E8A2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CB421EA-C919-504F-9AEA-9BB5CE21C67E}" type="pres">
      <dgm:prSet presAssocID="{E3362102-C98E-4EF8-AD07-949E251E8A20}" presName="childText" presStyleLbl="revTx" presStyleIdx="0" presStyleCnt="2">
        <dgm:presLayoutVars>
          <dgm:bulletEnabled val="1"/>
        </dgm:presLayoutVars>
      </dgm:prSet>
      <dgm:spPr/>
    </dgm:pt>
    <dgm:pt modelId="{62FA75E6-915D-6A43-A1D6-C811E3807A0C}" type="pres">
      <dgm:prSet presAssocID="{7E4B8971-A570-416F-8746-52DF4AD94143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273572A1-FF13-F44A-B7B2-9ACEC1706180}" type="pres">
      <dgm:prSet presAssocID="{7E4B8971-A570-416F-8746-52DF4AD94143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B85A4C03-EEC3-4F34-B296-1DF3DC5E8AA5}" srcId="{E3362102-C98E-4EF8-AD07-949E251E8A20}" destId="{B8758250-5F87-4011-9BB3-B3287F3A96FD}" srcOrd="0" destOrd="0" parTransId="{D2AB9506-17DE-49F9-95B0-61AEFA0EAFF0}" sibTransId="{FB61B1FE-F5F2-4C85-BD7D-08AFBCCB9C03}"/>
    <dgm:cxn modelId="{A389270E-660D-8B48-A920-B5E5EBDF2892}" type="presOf" srcId="{B5D703B4-977D-4F7A-B11B-10A33E6E81CE}" destId="{273572A1-FF13-F44A-B7B2-9ACEC1706180}" srcOrd="0" destOrd="1" presId="urn:microsoft.com/office/officeart/2005/8/layout/vList2"/>
    <dgm:cxn modelId="{6FB44518-81ED-F54B-B771-F48F7ACA7CE4}" type="presOf" srcId="{7758A3F8-F786-4D71-9DA9-955339BB12DA}" destId="{6CB421EA-C919-504F-9AEA-9BB5CE21C67E}" srcOrd="0" destOrd="1" presId="urn:microsoft.com/office/officeart/2005/8/layout/vList2"/>
    <dgm:cxn modelId="{83533A21-5542-0B45-BA0D-3B660E9202A5}" type="presOf" srcId="{7E4B8971-A570-416F-8746-52DF4AD94143}" destId="{62FA75E6-915D-6A43-A1D6-C811E3807A0C}" srcOrd="0" destOrd="0" presId="urn:microsoft.com/office/officeart/2005/8/layout/vList2"/>
    <dgm:cxn modelId="{D15CB368-D7A2-5C42-90F9-123FB457D159}" type="presOf" srcId="{B8758250-5F87-4011-9BB3-B3287F3A96FD}" destId="{6CB421EA-C919-504F-9AEA-9BB5CE21C67E}" srcOrd="0" destOrd="0" presId="urn:microsoft.com/office/officeart/2005/8/layout/vList2"/>
    <dgm:cxn modelId="{1EEA976F-4460-BD43-8265-3D3D894896ED}" type="presOf" srcId="{BB60BE25-2BC8-465B-8A0F-3DC1D7E3B7AA}" destId="{273572A1-FF13-F44A-B7B2-9ACEC1706180}" srcOrd="0" destOrd="0" presId="urn:microsoft.com/office/officeart/2005/8/layout/vList2"/>
    <dgm:cxn modelId="{77F2D771-7CB0-49FF-9B53-C3FF598A87B1}" srcId="{E3362102-C98E-4EF8-AD07-949E251E8A20}" destId="{7758A3F8-F786-4D71-9DA9-955339BB12DA}" srcOrd="1" destOrd="0" parTransId="{DBF10914-B31B-4C5A-84CB-74996B51D554}" sibTransId="{C2ACD60E-668A-4885-A492-58AE57771D01}"/>
    <dgm:cxn modelId="{D1BC6A75-E2AB-4BA3-8941-6DC4935C6B41}" srcId="{7E4B8971-A570-416F-8746-52DF4AD94143}" destId="{BB60BE25-2BC8-465B-8A0F-3DC1D7E3B7AA}" srcOrd="0" destOrd="0" parTransId="{25F185B2-B57C-4869-8ADE-9AF9D3D50454}" sibTransId="{D9CD0166-A887-4761-BC6F-1772F3FACCBD}"/>
    <dgm:cxn modelId="{395BF0A1-BFFB-495E-968B-567CF14E36D6}" srcId="{BB60BE25-2BC8-465B-8A0F-3DC1D7E3B7AA}" destId="{B5D703B4-977D-4F7A-B11B-10A33E6E81CE}" srcOrd="0" destOrd="0" parTransId="{237323F7-1149-4F1F-A763-F14D4AB9BF94}" sibTransId="{D75571CC-CC55-4E07-B7C9-93144A869EC7}"/>
    <dgm:cxn modelId="{453327A4-9227-4134-9C2D-CDB93E191DC0}" srcId="{92E2AAFD-F882-4C76-8B83-02E32506BC8E}" destId="{E3362102-C98E-4EF8-AD07-949E251E8A20}" srcOrd="0" destOrd="0" parTransId="{1AAB5885-0671-456A-9FAA-68C10C9B8E31}" sibTransId="{3D66ED18-3ACC-4D7E-971F-CE33EE9013B7}"/>
    <dgm:cxn modelId="{AC7BF6EC-3067-2644-8FB7-99CE483E0F0E}" type="presOf" srcId="{E3362102-C98E-4EF8-AD07-949E251E8A20}" destId="{6DCDA10E-583C-1541-A2A3-ECDED0CEB2F7}" srcOrd="0" destOrd="0" presId="urn:microsoft.com/office/officeart/2005/8/layout/vList2"/>
    <dgm:cxn modelId="{097976F0-04A8-244E-B206-4DA03BD04FF4}" type="presOf" srcId="{92E2AAFD-F882-4C76-8B83-02E32506BC8E}" destId="{24D1D223-2E5D-7242-9EC3-E96B73EBE2B5}" srcOrd="0" destOrd="0" presId="urn:microsoft.com/office/officeart/2005/8/layout/vList2"/>
    <dgm:cxn modelId="{E0ADB5F8-220E-4AB9-B7E6-1D9125DA2345}" srcId="{92E2AAFD-F882-4C76-8B83-02E32506BC8E}" destId="{7E4B8971-A570-416F-8746-52DF4AD94143}" srcOrd="1" destOrd="0" parTransId="{345707EF-5D5F-4620-8206-DEBA2D2C2A18}" sibTransId="{83A3D02F-D209-4F8B-8FF0-C111A0636849}"/>
    <dgm:cxn modelId="{5BF47F1E-2965-A247-B415-98686B3089B8}" type="presParOf" srcId="{24D1D223-2E5D-7242-9EC3-E96B73EBE2B5}" destId="{6DCDA10E-583C-1541-A2A3-ECDED0CEB2F7}" srcOrd="0" destOrd="0" presId="urn:microsoft.com/office/officeart/2005/8/layout/vList2"/>
    <dgm:cxn modelId="{DF136539-23CD-A54F-A247-83640DE03552}" type="presParOf" srcId="{24D1D223-2E5D-7242-9EC3-E96B73EBE2B5}" destId="{6CB421EA-C919-504F-9AEA-9BB5CE21C67E}" srcOrd="1" destOrd="0" presId="urn:microsoft.com/office/officeart/2005/8/layout/vList2"/>
    <dgm:cxn modelId="{A9A52620-C3DB-074F-B4AA-43DE57769599}" type="presParOf" srcId="{24D1D223-2E5D-7242-9EC3-E96B73EBE2B5}" destId="{62FA75E6-915D-6A43-A1D6-C811E3807A0C}" srcOrd="2" destOrd="0" presId="urn:microsoft.com/office/officeart/2005/8/layout/vList2"/>
    <dgm:cxn modelId="{A27317E8-BBDB-3A4D-A49D-55D1A09BB39A}" type="presParOf" srcId="{24D1D223-2E5D-7242-9EC3-E96B73EBE2B5}" destId="{273572A1-FF13-F44A-B7B2-9ACEC1706180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30C7AE7-63C5-470D-B575-07120E8F4FFC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0531408-7F95-4D94-9E75-71DC379F831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MapReduce is powerful but </a:t>
          </a:r>
          <a:r>
            <a:rPr lang="en-US" b="1"/>
            <a:t>hard to program</a:t>
          </a:r>
          <a:r>
            <a:rPr lang="en-US"/>
            <a:t>, because you must write mapper and reducer functions manually.</a:t>
          </a:r>
        </a:p>
      </dgm:t>
    </dgm:pt>
    <dgm:pt modelId="{A644CF2D-D931-4EAD-BB80-35342A140273}" type="parTrans" cxnId="{D6328051-2A8B-46DD-B750-B9F69C100582}">
      <dgm:prSet/>
      <dgm:spPr/>
      <dgm:t>
        <a:bodyPr/>
        <a:lstStyle/>
        <a:p>
          <a:endParaRPr lang="en-US"/>
        </a:p>
      </dgm:t>
    </dgm:pt>
    <dgm:pt modelId="{F9DF8CAF-1E91-40CB-A7B7-7FA76B4D33AF}" type="sibTrans" cxnId="{D6328051-2A8B-46DD-B750-B9F69C100582}">
      <dgm:prSet/>
      <dgm:spPr/>
      <dgm:t>
        <a:bodyPr/>
        <a:lstStyle/>
        <a:p>
          <a:endParaRPr lang="en-US"/>
        </a:p>
      </dgm:t>
    </dgm:pt>
    <dgm:pt modelId="{AEC18682-DF25-4F11-81F5-1286077E6DC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Pig</a:t>
          </a:r>
          <a:r>
            <a:rPr lang="en-US"/>
            <a:t> is a higher-level tool that simplifies this work.</a:t>
          </a:r>
        </a:p>
      </dgm:t>
    </dgm:pt>
    <dgm:pt modelId="{4D4970D4-E7FD-4828-A06C-53638693DDAB}" type="parTrans" cxnId="{52AD0A60-A531-4378-904F-59E374D617F4}">
      <dgm:prSet/>
      <dgm:spPr/>
      <dgm:t>
        <a:bodyPr/>
        <a:lstStyle/>
        <a:p>
          <a:endParaRPr lang="en-US"/>
        </a:p>
      </dgm:t>
    </dgm:pt>
    <dgm:pt modelId="{9F60F4AC-7C4F-482B-9BA8-268552A35359}" type="sibTrans" cxnId="{52AD0A60-A531-4378-904F-59E374D617F4}">
      <dgm:prSet/>
      <dgm:spPr/>
      <dgm:t>
        <a:bodyPr/>
        <a:lstStyle/>
        <a:p>
          <a:endParaRPr lang="en-US"/>
        </a:p>
      </dgm:t>
    </dgm:pt>
    <dgm:pt modelId="{C8592552-B7EB-465B-9362-71F0AA0479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/>
            <a:t>Pig Latin</a:t>
          </a:r>
          <a:r>
            <a:rPr lang="en-US"/>
            <a:t> is a data-flow language where each step is a transformation (like SQL operations: join, filter, group, sort).</a:t>
          </a:r>
        </a:p>
      </dgm:t>
    </dgm:pt>
    <dgm:pt modelId="{F84163DF-E213-43A1-873F-85D81D890E72}" type="parTrans" cxnId="{3FDC8202-B260-402A-80BE-EE757C2479BE}">
      <dgm:prSet/>
      <dgm:spPr/>
      <dgm:t>
        <a:bodyPr/>
        <a:lstStyle/>
        <a:p>
          <a:endParaRPr lang="en-US"/>
        </a:p>
      </dgm:t>
    </dgm:pt>
    <dgm:pt modelId="{40CE880C-1162-4449-837F-3DB4F3D23705}" type="sibTrans" cxnId="{3FDC8202-B260-402A-80BE-EE757C2479BE}">
      <dgm:prSet/>
      <dgm:spPr/>
      <dgm:t>
        <a:bodyPr/>
        <a:lstStyle/>
        <a:p>
          <a:endParaRPr lang="en-US"/>
        </a:p>
      </dgm:t>
    </dgm:pt>
    <dgm:pt modelId="{6CBEE02E-0DFE-44A7-A9F1-9B5ED45CDCC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Pig engine automatically:</a:t>
          </a:r>
        </a:p>
      </dgm:t>
    </dgm:pt>
    <dgm:pt modelId="{9B46EF7D-B485-41F2-B392-7E2AEF0F0A5A}" type="parTrans" cxnId="{E124471B-071E-4BA0-9D4D-59E88DECF63E}">
      <dgm:prSet/>
      <dgm:spPr/>
      <dgm:t>
        <a:bodyPr/>
        <a:lstStyle/>
        <a:p>
          <a:endParaRPr lang="en-US"/>
        </a:p>
      </dgm:t>
    </dgm:pt>
    <dgm:pt modelId="{CAD841A2-8A11-4A1D-AD40-6EE5E9D3189C}" type="sibTrans" cxnId="{E124471B-071E-4BA0-9D4D-59E88DECF63E}">
      <dgm:prSet/>
      <dgm:spPr/>
      <dgm:t>
        <a:bodyPr/>
        <a:lstStyle/>
        <a:p>
          <a:endParaRPr lang="en-US"/>
        </a:p>
      </dgm:t>
    </dgm:pt>
    <dgm:pt modelId="{331D24F7-2AC1-45D4-958F-9E6A74A7AB9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parses</a:t>
          </a:r>
        </a:p>
      </dgm:t>
    </dgm:pt>
    <dgm:pt modelId="{465A2BE3-3C3A-42C8-9C9E-772F72264467}" type="parTrans" cxnId="{F12D3026-06D3-4BA6-960B-D30342556861}">
      <dgm:prSet/>
      <dgm:spPr/>
      <dgm:t>
        <a:bodyPr/>
        <a:lstStyle/>
        <a:p>
          <a:endParaRPr lang="en-US"/>
        </a:p>
      </dgm:t>
    </dgm:pt>
    <dgm:pt modelId="{58AA3991-334B-49A0-B02C-679E1F1EB81A}" type="sibTrans" cxnId="{F12D3026-06D3-4BA6-960B-D30342556861}">
      <dgm:prSet/>
      <dgm:spPr/>
      <dgm:t>
        <a:bodyPr/>
        <a:lstStyle/>
        <a:p>
          <a:endParaRPr lang="en-US"/>
        </a:p>
      </dgm:t>
    </dgm:pt>
    <dgm:pt modelId="{597A8781-A181-4963-BE06-F0DCF5B6076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checks</a:t>
          </a:r>
        </a:p>
      </dgm:t>
    </dgm:pt>
    <dgm:pt modelId="{09341726-E169-4966-8806-4E4F4BAEB08E}" type="parTrans" cxnId="{C219071E-CD00-4C4F-9F8E-0E1DBF461362}">
      <dgm:prSet/>
      <dgm:spPr/>
      <dgm:t>
        <a:bodyPr/>
        <a:lstStyle/>
        <a:p>
          <a:endParaRPr lang="en-US"/>
        </a:p>
      </dgm:t>
    </dgm:pt>
    <dgm:pt modelId="{647E9700-F675-4919-ACE3-239E759BBD80}" type="sibTrans" cxnId="{C219071E-CD00-4C4F-9F8E-0E1DBF461362}">
      <dgm:prSet/>
      <dgm:spPr/>
      <dgm:t>
        <a:bodyPr/>
        <a:lstStyle/>
        <a:p>
          <a:endParaRPr lang="en-US"/>
        </a:p>
      </dgm:t>
    </dgm:pt>
    <dgm:pt modelId="{A2117CF3-98EE-4A7F-92CA-0D6E3664D6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optimizes</a:t>
          </a:r>
        </a:p>
      </dgm:t>
    </dgm:pt>
    <dgm:pt modelId="{F57EF7D7-8776-4215-9B33-4D0DC8F22429}" type="parTrans" cxnId="{360F7B93-6956-41AD-8A6B-66EA904EF7E3}">
      <dgm:prSet/>
      <dgm:spPr/>
      <dgm:t>
        <a:bodyPr/>
        <a:lstStyle/>
        <a:p>
          <a:endParaRPr lang="en-US"/>
        </a:p>
      </dgm:t>
    </dgm:pt>
    <dgm:pt modelId="{A6E54EFA-9E49-4B1D-AEB5-56594C34F9E8}" type="sibTrans" cxnId="{360F7B93-6956-41AD-8A6B-66EA904EF7E3}">
      <dgm:prSet/>
      <dgm:spPr/>
      <dgm:t>
        <a:bodyPr/>
        <a:lstStyle/>
        <a:p>
          <a:endParaRPr lang="en-US"/>
        </a:p>
      </dgm:t>
    </dgm:pt>
    <dgm:pt modelId="{FCC254A5-006B-4A64-B112-FC6272BA05A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turns Pig Latin into MapReduce</a:t>
          </a:r>
        </a:p>
      </dgm:t>
    </dgm:pt>
    <dgm:pt modelId="{2209AD56-F436-4F27-BD22-F3654AC69485}" type="parTrans" cxnId="{BE5E4ED6-7F1C-4959-AE68-CBA3035ABA9C}">
      <dgm:prSet/>
      <dgm:spPr/>
      <dgm:t>
        <a:bodyPr/>
        <a:lstStyle/>
        <a:p>
          <a:endParaRPr lang="en-US"/>
        </a:p>
      </dgm:t>
    </dgm:pt>
    <dgm:pt modelId="{ABC4FB23-AB68-4C53-9638-F4605D8B6BB7}" type="sibTrans" cxnId="{BE5E4ED6-7F1C-4959-AE68-CBA3035ABA9C}">
      <dgm:prSet/>
      <dgm:spPr/>
      <dgm:t>
        <a:bodyPr/>
        <a:lstStyle/>
        <a:p>
          <a:endParaRPr lang="en-US"/>
        </a:p>
      </dgm:t>
    </dgm:pt>
    <dgm:pt modelId="{02382ACA-645B-4C15-955B-C7D49267FB5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submits the job to Hadoop</a:t>
          </a:r>
        </a:p>
      </dgm:t>
    </dgm:pt>
    <dgm:pt modelId="{6978290E-E5A0-4BDF-8275-5A75D6C9DAF0}" type="parTrans" cxnId="{4A9E52A4-50AA-4C0E-929C-3D1C8740B557}">
      <dgm:prSet/>
      <dgm:spPr/>
      <dgm:t>
        <a:bodyPr/>
        <a:lstStyle/>
        <a:p>
          <a:endParaRPr lang="en-US"/>
        </a:p>
      </dgm:t>
    </dgm:pt>
    <dgm:pt modelId="{50311AC6-6D7B-4F0D-B103-037FB8E5F10B}" type="sibTrans" cxnId="{4A9E52A4-50AA-4C0E-929C-3D1C8740B557}">
      <dgm:prSet/>
      <dgm:spPr/>
      <dgm:t>
        <a:bodyPr/>
        <a:lstStyle/>
        <a:p>
          <a:endParaRPr lang="en-US"/>
        </a:p>
      </dgm:t>
    </dgm:pt>
    <dgm:pt modelId="{54641432-347A-4BCF-A0D9-A2A29739FE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monitors progress</a:t>
          </a:r>
        </a:p>
      </dgm:t>
    </dgm:pt>
    <dgm:pt modelId="{63209D86-0154-4CFB-9A76-D0DC54150F18}" type="parTrans" cxnId="{88969BE5-891F-46AB-8A01-C950907120EF}">
      <dgm:prSet/>
      <dgm:spPr/>
      <dgm:t>
        <a:bodyPr/>
        <a:lstStyle/>
        <a:p>
          <a:endParaRPr lang="en-US"/>
        </a:p>
      </dgm:t>
    </dgm:pt>
    <dgm:pt modelId="{0B932184-E83A-4F41-AB7F-DDFB9034535C}" type="sibTrans" cxnId="{88969BE5-891F-46AB-8A01-C950907120EF}">
      <dgm:prSet/>
      <dgm:spPr/>
      <dgm:t>
        <a:bodyPr/>
        <a:lstStyle/>
        <a:p>
          <a:endParaRPr lang="en-US"/>
        </a:p>
      </dgm:t>
    </dgm:pt>
    <dgm:pt modelId="{D11B15C7-403C-4005-AA6C-A8362B3A69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So users only write </a:t>
          </a:r>
          <a:r>
            <a:rPr lang="en-US" b="1"/>
            <a:t>Pig Latin</a:t>
          </a:r>
          <a:r>
            <a:rPr lang="en-US"/>
            <a:t>, not Java MapReduce code.</a:t>
          </a:r>
        </a:p>
      </dgm:t>
    </dgm:pt>
    <dgm:pt modelId="{9317A23C-B388-48DC-895A-E15B30B86996}" type="parTrans" cxnId="{F3D9FC8C-5FB5-422B-AE6F-F4320D203D0F}">
      <dgm:prSet/>
      <dgm:spPr/>
      <dgm:t>
        <a:bodyPr/>
        <a:lstStyle/>
        <a:p>
          <a:endParaRPr lang="en-US"/>
        </a:p>
      </dgm:t>
    </dgm:pt>
    <dgm:pt modelId="{B088C010-F530-4101-87AB-699378F4A6FC}" type="sibTrans" cxnId="{F3D9FC8C-5FB5-422B-AE6F-F4320D203D0F}">
      <dgm:prSet/>
      <dgm:spPr/>
      <dgm:t>
        <a:bodyPr/>
        <a:lstStyle/>
        <a:p>
          <a:endParaRPr lang="en-US"/>
        </a:p>
      </dgm:t>
    </dgm:pt>
    <dgm:pt modelId="{B7833D6A-2643-491E-A6A5-37B34854E56F}" type="pres">
      <dgm:prSet presAssocID="{730C7AE7-63C5-470D-B575-07120E8F4FFC}" presName="root" presStyleCnt="0">
        <dgm:presLayoutVars>
          <dgm:dir/>
          <dgm:resizeHandles val="exact"/>
        </dgm:presLayoutVars>
      </dgm:prSet>
      <dgm:spPr/>
    </dgm:pt>
    <dgm:pt modelId="{D15339B1-C5EC-4842-BF73-5E3513C3E9C8}" type="pres">
      <dgm:prSet presAssocID="{A0531408-7F95-4D94-9E75-71DC379F8318}" presName="compNode" presStyleCnt="0"/>
      <dgm:spPr/>
    </dgm:pt>
    <dgm:pt modelId="{2C93D2D8-99CE-4EDC-9CEE-93DDA0EE784A}" type="pres">
      <dgm:prSet presAssocID="{A0531408-7F95-4D94-9E75-71DC379F8318}" presName="bgRect" presStyleLbl="bgShp" presStyleIdx="0" presStyleCnt="5"/>
      <dgm:spPr/>
    </dgm:pt>
    <dgm:pt modelId="{FDEE96AE-8A28-459C-84AB-3F16464BB3EB}" type="pres">
      <dgm:prSet presAssocID="{A0531408-7F95-4D94-9E75-71DC379F8318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367B299D-3099-4BA2-A212-E49DCDDE911B}" type="pres">
      <dgm:prSet presAssocID="{A0531408-7F95-4D94-9E75-71DC379F8318}" presName="spaceRect" presStyleCnt="0"/>
      <dgm:spPr/>
    </dgm:pt>
    <dgm:pt modelId="{FED097A4-5A85-464F-982B-EDE5985CFE21}" type="pres">
      <dgm:prSet presAssocID="{A0531408-7F95-4D94-9E75-71DC379F8318}" presName="parTx" presStyleLbl="revTx" presStyleIdx="0" presStyleCnt="6">
        <dgm:presLayoutVars>
          <dgm:chMax val="0"/>
          <dgm:chPref val="0"/>
        </dgm:presLayoutVars>
      </dgm:prSet>
      <dgm:spPr/>
    </dgm:pt>
    <dgm:pt modelId="{6F928F99-A86D-4A78-9C43-C90CB68D4756}" type="pres">
      <dgm:prSet presAssocID="{F9DF8CAF-1E91-40CB-A7B7-7FA76B4D33AF}" presName="sibTrans" presStyleCnt="0"/>
      <dgm:spPr/>
    </dgm:pt>
    <dgm:pt modelId="{CDAB2B19-9C65-42E5-AE86-B175DD082A51}" type="pres">
      <dgm:prSet presAssocID="{AEC18682-DF25-4F11-81F5-1286077E6DCE}" presName="compNode" presStyleCnt="0"/>
      <dgm:spPr/>
    </dgm:pt>
    <dgm:pt modelId="{D76A254E-8E87-4CE3-A08F-1ED8E0BB47A5}" type="pres">
      <dgm:prSet presAssocID="{AEC18682-DF25-4F11-81F5-1286077E6DCE}" presName="bgRect" presStyleLbl="bgShp" presStyleIdx="1" presStyleCnt="5"/>
      <dgm:spPr/>
    </dgm:pt>
    <dgm:pt modelId="{8D5BAE82-7805-4E88-A274-323FC6511F83}" type="pres">
      <dgm:prSet presAssocID="{AEC18682-DF25-4F11-81F5-1286077E6DCE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g"/>
        </a:ext>
      </dgm:extLst>
    </dgm:pt>
    <dgm:pt modelId="{B222ED77-DDE8-4E14-BE2E-E1D2EDF15989}" type="pres">
      <dgm:prSet presAssocID="{AEC18682-DF25-4F11-81F5-1286077E6DCE}" presName="spaceRect" presStyleCnt="0"/>
      <dgm:spPr/>
    </dgm:pt>
    <dgm:pt modelId="{962CC405-1DF8-454B-AE20-68C9ED86823D}" type="pres">
      <dgm:prSet presAssocID="{AEC18682-DF25-4F11-81F5-1286077E6DCE}" presName="parTx" presStyleLbl="revTx" presStyleIdx="1" presStyleCnt="6">
        <dgm:presLayoutVars>
          <dgm:chMax val="0"/>
          <dgm:chPref val="0"/>
        </dgm:presLayoutVars>
      </dgm:prSet>
      <dgm:spPr/>
    </dgm:pt>
    <dgm:pt modelId="{968C0A53-A32D-4F13-8576-E59568533EC5}" type="pres">
      <dgm:prSet presAssocID="{9F60F4AC-7C4F-482B-9BA8-268552A35359}" presName="sibTrans" presStyleCnt="0"/>
      <dgm:spPr/>
    </dgm:pt>
    <dgm:pt modelId="{0DF8749F-C860-4DB7-A1FF-7C055EEDB782}" type="pres">
      <dgm:prSet presAssocID="{C8592552-B7EB-465B-9362-71F0AA047933}" presName="compNode" presStyleCnt="0"/>
      <dgm:spPr/>
    </dgm:pt>
    <dgm:pt modelId="{75A06D0F-3051-4F20-9106-E9077B3200D6}" type="pres">
      <dgm:prSet presAssocID="{C8592552-B7EB-465B-9362-71F0AA047933}" presName="bgRect" presStyleLbl="bgShp" presStyleIdx="2" presStyleCnt="5"/>
      <dgm:spPr/>
    </dgm:pt>
    <dgm:pt modelId="{116F5F84-7D58-491B-AF0B-F33051A30C9F}" type="pres">
      <dgm:prSet presAssocID="{C8592552-B7EB-465B-9362-71F0AA047933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405409E6-2BF3-492D-B2AF-E77C2B032F3E}" type="pres">
      <dgm:prSet presAssocID="{C8592552-B7EB-465B-9362-71F0AA047933}" presName="spaceRect" presStyleCnt="0"/>
      <dgm:spPr/>
    </dgm:pt>
    <dgm:pt modelId="{E9B8EA54-FF15-4F2C-ADF9-4414A0EAADE6}" type="pres">
      <dgm:prSet presAssocID="{C8592552-B7EB-465B-9362-71F0AA047933}" presName="parTx" presStyleLbl="revTx" presStyleIdx="2" presStyleCnt="6">
        <dgm:presLayoutVars>
          <dgm:chMax val="0"/>
          <dgm:chPref val="0"/>
        </dgm:presLayoutVars>
      </dgm:prSet>
      <dgm:spPr/>
    </dgm:pt>
    <dgm:pt modelId="{B8D8370B-75E6-4232-9C5D-E8555324BF6B}" type="pres">
      <dgm:prSet presAssocID="{40CE880C-1162-4449-837F-3DB4F3D23705}" presName="sibTrans" presStyleCnt="0"/>
      <dgm:spPr/>
    </dgm:pt>
    <dgm:pt modelId="{20E6A256-1AC6-4A81-8402-53849EAB4E12}" type="pres">
      <dgm:prSet presAssocID="{6CBEE02E-0DFE-44A7-A9F1-9B5ED45CDCC6}" presName="compNode" presStyleCnt="0"/>
      <dgm:spPr/>
    </dgm:pt>
    <dgm:pt modelId="{E6A81F87-4931-40FC-938B-ABADF3AF54F1}" type="pres">
      <dgm:prSet presAssocID="{6CBEE02E-0DFE-44A7-A9F1-9B5ED45CDCC6}" presName="bgRect" presStyleLbl="bgShp" presStyleIdx="3" presStyleCnt="5"/>
      <dgm:spPr/>
    </dgm:pt>
    <dgm:pt modelId="{2D29F6A3-B902-4619-8263-B55A23D78527}" type="pres">
      <dgm:prSet presAssocID="{6CBEE02E-0DFE-44A7-A9F1-9B5ED45CDCC6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D4012C3-028B-4B50-9E85-B47ACF070262}" type="pres">
      <dgm:prSet presAssocID="{6CBEE02E-0DFE-44A7-A9F1-9B5ED45CDCC6}" presName="spaceRect" presStyleCnt="0"/>
      <dgm:spPr/>
    </dgm:pt>
    <dgm:pt modelId="{26648F01-95C3-458F-841E-DC7F91AC0A78}" type="pres">
      <dgm:prSet presAssocID="{6CBEE02E-0DFE-44A7-A9F1-9B5ED45CDCC6}" presName="parTx" presStyleLbl="revTx" presStyleIdx="3" presStyleCnt="6">
        <dgm:presLayoutVars>
          <dgm:chMax val="0"/>
          <dgm:chPref val="0"/>
        </dgm:presLayoutVars>
      </dgm:prSet>
      <dgm:spPr/>
    </dgm:pt>
    <dgm:pt modelId="{38D84767-361A-4690-8447-BBDB42A77056}" type="pres">
      <dgm:prSet presAssocID="{6CBEE02E-0DFE-44A7-A9F1-9B5ED45CDCC6}" presName="desTx" presStyleLbl="revTx" presStyleIdx="4" presStyleCnt="6">
        <dgm:presLayoutVars/>
      </dgm:prSet>
      <dgm:spPr/>
    </dgm:pt>
    <dgm:pt modelId="{5285C2EF-157F-4DFF-97E2-E8345BF2D8C6}" type="pres">
      <dgm:prSet presAssocID="{CAD841A2-8A11-4A1D-AD40-6EE5E9D3189C}" presName="sibTrans" presStyleCnt="0"/>
      <dgm:spPr/>
    </dgm:pt>
    <dgm:pt modelId="{CD78690F-B7C2-499C-B607-747F2C2F23FA}" type="pres">
      <dgm:prSet presAssocID="{D11B15C7-403C-4005-AA6C-A8362B3A6948}" presName="compNode" presStyleCnt="0"/>
      <dgm:spPr/>
    </dgm:pt>
    <dgm:pt modelId="{FBC9E979-FA79-4B45-8C4F-5A6F3446A4CD}" type="pres">
      <dgm:prSet presAssocID="{D11B15C7-403C-4005-AA6C-A8362B3A6948}" presName="bgRect" presStyleLbl="bgShp" presStyleIdx="4" presStyleCnt="5"/>
      <dgm:spPr/>
    </dgm:pt>
    <dgm:pt modelId="{59C8D7B2-F373-4904-BC34-0D0F86F0BA91}" type="pres">
      <dgm:prSet presAssocID="{D11B15C7-403C-4005-AA6C-A8362B3A694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2F4DA19-F9E0-4316-8777-4E0749E2C61E}" type="pres">
      <dgm:prSet presAssocID="{D11B15C7-403C-4005-AA6C-A8362B3A6948}" presName="spaceRect" presStyleCnt="0"/>
      <dgm:spPr/>
    </dgm:pt>
    <dgm:pt modelId="{0DBEC931-53B5-4BE0-B81C-2F7E5C2F728D}" type="pres">
      <dgm:prSet presAssocID="{D11B15C7-403C-4005-AA6C-A8362B3A6948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0F631E01-70EB-4DA2-AE60-108320914D1A}" type="presOf" srcId="{D11B15C7-403C-4005-AA6C-A8362B3A6948}" destId="{0DBEC931-53B5-4BE0-B81C-2F7E5C2F728D}" srcOrd="0" destOrd="0" presId="urn:microsoft.com/office/officeart/2018/2/layout/IconVerticalSolidList"/>
    <dgm:cxn modelId="{3FDC8202-B260-402A-80BE-EE757C2479BE}" srcId="{730C7AE7-63C5-470D-B575-07120E8F4FFC}" destId="{C8592552-B7EB-465B-9362-71F0AA047933}" srcOrd="2" destOrd="0" parTransId="{F84163DF-E213-43A1-873F-85D81D890E72}" sibTransId="{40CE880C-1162-4449-837F-3DB4F3D23705}"/>
    <dgm:cxn modelId="{44D71E0E-DEE9-4446-9DD2-E90F72064388}" type="presOf" srcId="{730C7AE7-63C5-470D-B575-07120E8F4FFC}" destId="{B7833D6A-2643-491E-A6A5-37B34854E56F}" srcOrd="0" destOrd="0" presId="urn:microsoft.com/office/officeart/2018/2/layout/IconVerticalSolidList"/>
    <dgm:cxn modelId="{E124471B-071E-4BA0-9D4D-59E88DECF63E}" srcId="{730C7AE7-63C5-470D-B575-07120E8F4FFC}" destId="{6CBEE02E-0DFE-44A7-A9F1-9B5ED45CDCC6}" srcOrd="3" destOrd="0" parTransId="{9B46EF7D-B485-41F2-B392-7E2AEF0F0A5A}" sibTransId="{CAD841A2-8A11-4A1D-AD40-6EE5E9D3189C}"/>
    <dgm:cxn modelId="{C219071E-CD00-4C4F-9F8E-0E1DBF461362}" srcId="{6CBEE02E-0DFE-44A7-A9F1-9B5ED45CDCC6}" destId="{597A8781-A181-4963-BE06-F0DCF5B60764}" srcOrd="1" destOrd="0" parTransId="{09341726-E169-4966-8806-4E4F4BAEB08E}" sibTransId="{647E9700-F675-4919-ACE3-239E759BBD80}"/>
    <dgm:cxn modelId="{F12D3026-06D3-4BA6-960B-D30342556861}" srcId="{6CBEE02E-0DFE-44A7-A9F1-9B5ED45CDCC6}" destId="{331D24F7-2AC1-45D4-958F-9E6A74A7AB93}" srcOrd="0" destOrd="0" parTransId="{465A2BE3-3C3A-42C8-9C9E-772F72264467}" sibTransId="{58AA3991-334B-49A0-B02C-679E1F1EB81A}"/>
    <dgm:cxn modelId="{1B61FB26-6D91-4C90-B9EF-230597B69064}" type="presOf" srcId="{FCC254A5-006B-4A64-B112-FC6272BA05AA}" destId="{38D84767-361A-4690-8447-BBDB42A77056}" srcOrd="0" destOrd="3" presId="urn:microsoft.com/office/officeart/2018/2/layout/IconVerticalSolidList"/>
    <dgm:cxn modelId="{D6328051-2A8B-46DD-B750-B9F69C100582}" srcId="{730C7AE7-63C5-470D-B575-07120E8F4FFC}" destId="{A0531408-7F95-4D94-9E75-71DC379F8318}" srcOrd="0" destOrd="0" parTransId="{A644CF2D-D931-4EAD-BB80-35342A140273}" sibTransId="{F9DF8CAF-1E91-40CB-A7B7-7FA76B4D33AF}"/>
    <dgm:cxn modelId="{52AD0A60-A531-4378-904F-59E374D617F4}" srcId="{730C7AE7-63C5-470D-B575-07120E8F4FFC}" destId="{AEC18682-DF25-4F11-81F5-1286077E6DCE}" srcOrd="1" destOrd="0" parTransId="{4D4970D4-E7FD-4828-A06C-53638693DDAB}" sibTransId="{9F60F4AC-7C4F-482B-9BA8-268552A35359}"/>
    <dgm:cxn modelId="{58E2ED75-63C4-4918-8C0F-D30363A2905D}" type="presOf" srcId="{A0531408-7F95-4D94-9E75-71DC379F8318}" destId="{FED097A4-5A85-464F-982B-EDE5985CFE21}" srcOrd="0" destOrd="0" presId="urn:microsoft.com/office/officeart/2018/2/layout/IconVerticalSolidList"/>
    <dgm:cxn modelId="{6976158A-C7FD-4128-B924-1986763D3539}" type="presOf" srcId="{597A8781-A181-4963-BE06-F0DCF5B60764}" destId="{38D84767-361A-4690-8447-BBDB42A77056}" srcOrd="0" destOrd="1" presId="urn:microsoft.com/office/officeart/2018/2/layout/IconVerticalSolidList"/>
    <dgm:cxn modelId="{F3D9FC8C-5FB5-422B-AE6F-F4320D203D0F}" srcId="{730C7AE7-63C5-470D-B575-07120E8F4FFC}" destId="{D11B15C7-403C-4005-AA6C-A8362B3A6948}" srcOrd="4" destOrd="0" parTransId="{9317A23C-B388-48DC-895A-E15B30B86996}" sibTransId="{B088C010-F530-4101-87AB-699378F4A6FC}"/>
    <dgm:cxn modelId="{360F7B93-6956-41AD-8A6B-66EA904EF7E3}" srcId="{6CBEE02E-0DFE-44A7-A9F1-9B5ED45CDCC6}" destId="{A2117CF3-98EE-4A7F-92CA-0D6E3664D6D9}" srcOrd="2" destOrd="0" parTransId="{F57EF7D7-8776-4215-9B33-4D0DC8F22429}" sibTransId="{A6E54EFA-9E49-4B1D-AEB5-56594C34F9E8}"/>
    <dgm:cxn modelId="{A1DAE497-3A54-4358-85E5-7BBB96E71B56}" type="presOf" srcId="{C8592552-B7EB-465B-9362-71F0AA047933}" destId="{E9B8EA54-FF15-4F2C-ADF9-4414A0EAADE6}" srcOrd="0" destOrd="0" presId="urn:microsoft.com/office/officeart/2018/2/layout/IconVerticalSolidList"/>
    <dgm:cxn modelId="{6BAF219A-C0D7-4D0F-A6AF-C35BEA696F11}" type="presOf" srcId="{54641432-347A-4BCF-A0D9-A2A29739FE46}" destId="{38D84767-361A-4690-8447-BBDB42A77056}" srcOrd="0" destOrd="5" presId="urn:microsoft.com/office/officeart/2018/2/layout/IconVerticalSolidList"/>
    <dgm:cxn modelId="{4A9E52A4-50AA-4C0E-929C-3D1C8740B557}" srcId="{6CBEE02E-0DFE-44A7-A9F1-9B5ED45CDCC6}" destId="{02382ACA-645B-4C15-955B-C7D49267FB52}" srcOrd="4" destOrd="0" parTransId="{6978290E-E5A0-4BDF-8275-5A75D6C9DAF0}" sibTransId="{50311AC6-6D7B-4F0D-B103-037FB8E5F10B}"/>
    <dgm:cxn modelId="{EEA497AB-EA74-4868-8E28-9AEAAAAE335F}" type="presOf" srcId="{02382ACA-645B-4C15-955B-C7D49267FB52}" destId="{38D84767-361A-4690-8447-BBDB42A77056}" srcOrd="0" destOrd="4" presId="urn:microsoft.com/office/officeart/2018/2/layout/IconVerticalSolidList"/>
    <dgm:cxn modelId="{24CE94B4-0C91-42D2-881B-C425C4290E5A}" type="presOf" srcId="{AEC18682-DF25-4F11-81F5-1286077E6DCE}" destId="{962CC405-1DF8-454B-AE20-68C9ED86823D}" srcOrd="0" destOrd="0" presId="urn:microsoft.com/office/officeart/2018/2/layout/IconVerticalSolidList"/>
    <dgm:cxn modelId="{C257E6C5-C817-4DE0-960C-7EE7BA9C6EDA}" type="presOf" srcId="{331D24F7-2AC1-45D4-958F-9E6A74A7AB93}" destId="{38D84767-361A-4690-8447-BBDB42A77056}" srcOrd="0" destOrd="0" presId="urn:microsoft.com/office/officeart/2018/2/layout/IconVerticalSolidList"/>
    <dgm:cxn modelId="{62EDC4CF-89D4-49DA-8148-5E21DFAA0D94}" type="presOf" srcId="{A2117CF3-98EE-4A7F-92CA-0D6E3664D6D9}" destId="{38D84767-361A-4690-8447-BBDB42A77056}" srcOrd="0" destOrd="2" presId="urn:microsoft.com/office/officeart/2018/2/layout/IconVerticalSolidList"/>
    <dgm:cxn modelId="{BE5E4ED6-7F1C-4959-AE68-CBA3035ABA9C}" srcId="{6CBEE02E-0DFE-44A7-A9F1-9B5ED45CDCC6}" destId="{FCC254A5-006B-4A64-B112-FC6272BA05AA}" srcOrd="3" destOrd="0" parTransId="{2209AD56-F436-4F27-BD22-F3654AC69485}" sibTransId="{ABC4FB23-AB68-4C53-9638-F4605D8B6BB7}"/>
    <dgm:cxn modelId="{88969BE5-891F-46AB-8A01-C950907120EF}" srcId="{6CBEE02E-0DFE-44A7-A9F1-9B5ED45CDCC6}" destId="{54641432-347A-4BCF-A0D9-A2A29739FE46}" srcOrd="5" destOrd="0" parTransId="{63209D86-0154-4CFB-9A76-D0DC54150F18}" sibTransId="{0B932184-E83A-4F41-AB7F-DDFB9034535C}"/>
    <dgm:cxn modelId="{AC6E4CEB-1AAE-4F47-B873-15B40731E152}" type="presOf" srcId="{6CBEE02E-0DFE-44A7-A9F1-9B5ED45CDCC6}" destId="{26648F01-95C3-458F-841E-DC7F91AC0A78}" srcOrd="0" destOrd="0" presId="urn:microsoft.com/office/officeart/2018/2/layout/IconVerticalSolidList"/>
    <dgm:cxn modelId="{AD4B4286-19AD-4888-8C2F-69B8145C136A}" type="presParOf" srcId="{B7833D6A-2643-491E-A6A5-37B34854E56F}" destId="{D15339B1-C5EC-4842-BF73-5E3513C3E9C8}" srcOrd="0" destOrd="0" presId="urn:microsoft.com/office/officeart/2018/2/layout/IconVerticalSolidList"/>
    <dgm:cxn modelId="{257DD270-079B-4C19-B200-13C7F913B940}" type="presParOf" srcId="{D15339B1-C5EC-4842-BF73-5E3513C3E9C8}" destId="{2C93D2D8-99CE-4EDC-9CEE-93DDA0EE784A}" srcOrd="0" destOrd="0" presId="urn:microsoft.com/office/officeart/2018/2/layout/IconVerticalSolidList"/>
    <dgm:cxn modelId="{9823B5C5-E54A-4A7D-8D44-FA0B92A37131}" type="presParOf" srcId="{D15339B1-C5EC-4842-BF73-5E3513C3E9C8}" destId="{FDEE96AE-8A28-459C-84AB-3F16464BB3EB}" srcOrd="1" destOrd="0" presId="urn:microsoft.com/office/officeart/2018/2/layout/IconVerticalSolidList"/>
    <dgm:cxn modelId="{22679CF6-7D30-4EEF-AD6A-5AD90D136025}" type="presParOf" srcId="{D15339B1-C5EC-4842-BF73-5E3513C3E9C8}" destId="{367B299D-3099-4BA2-A212-E49DCDDE911B}" srcOrd="2" destOrd="0" presId="urn:microsoft.com/office/officeart/2018/2/layout/IconVerticalSolidList"/>
    <dgm:cxn modelId="{EB7DCEF8-5A98-43E6-B9A3-472F4F69328E}" type="presParOf" srcId="{D15339B1-C5EC-4842-BF73-5E3513C3E9C8}" destId="{FED097A4-5A85-464F-982B-EDE5985CFE21}" srcOrd="3" destOrd="0" presId="urn:microsoft.com/office/officeart/2018/2/layout/IconVerticalSolidList"/>
    <dgm:cxn modelId="{36AA2BFC-6B66-4519-88ED-E9FEA0A0C914}" type="presParOf" srcId="{B7833D6A-2643-491E-A6A5-37B34854E56F}" destId="{6F928F99-A86D-4A78-9C43-C90CB68D4756}" srcOrd="1" destOrd="0" presId="urn:microsoft.com/office/officeart/2018/2/layout/IconVerticalSolidList"/>
    <dgm:cxn modelId="{376A5689-2338-46C4-A8F0-0ADE75E59728}" type="presParOf" srcId="{B7833D6A-2643-491E-A6A5-37B34854E56F}" destId="{CDAB2B19-9C65-42E5-AE86-B175DD082A51}" srcOrd="2" destOrd="0" presId="urn:microsoft.com/office/officeart/2018/2/layout/IconVerticalSolidList"/>
    <dgm:cxn modelId="{54736602-7CAF-453B-98B8-D227C3D47B91}" type="presParOf" srcId="{CDAB2B19-9C65-42E5-AE86-B175DD082A51}" destId="{D76A254E-8E87-4CE3-A08F-1ED8E0BB47A5}" srcOrd="0" destOrd="0" presId="urn:microsoft.com/office/officeart/2018/2/layout/IconVerticalSolidList"/>
    <dgm:cxn modelId="{A6FEE5FF-E1F8-4D75-AF77-192AE31465A1}" type="presParOf" srcId="{CDAB2B19-9C65-42E5-AE86-B175DD082A51}" destId="{8D5BAE82-7805-4E88-A274-323FC6511F83}" srcOrd="1" destOrd="0" presId="urn:microsoft.com/office/officeart/2018/2/layout/IconVerticalSolidList"/>
    <dgm:cxn modelId="{ACA73865-5B05-4B0A-9561-CCDD8B3D7CCE}" type="presParOf" srcId="{CDAB2B19-9C65-42E5-AE86-B175DD082A51}" destId="{B222ED77-DDE8-4E14-BE2E-E1D2EDF15989}" srcOrd="2" destOrd="0" presId="urn:microsoft.com/office/officeart/2018/2/layout/IconVerticalSolidList"/>
    <dgm:cxn modelId="{F27963DC-28C4-476F-8909-FC0099F04294}" type="presParOf" srcId="{CDAB2B19-9C65-42E5-AE86-B175DD082A51}" destId="{962CC405-1DF8-454B-AE20-68C9ED86823D}" srcOrd="3" destOrd="0" presId="urn:microsoft.com/office/officeart/2018/2/layout/IconVerticalSolidList"/>
    <dgm:cxn modelId="{D466273E-8B4B-41F3-AB14-381FDC281282}" type="presParOf" srcId="{B7833D6A-2643-491E-A6A5-37B34854E56F}" destId="{968C0A53-A32D-4F13-8576-E59568533EC5}" srcOrd="3" destOrd="0" presId="urn:microsoft.com/office/officeart/2018/2/layout/IconVerticalSolidList"/>
    <dgm:cxn modelId="{040E4968-34C9-4CE6-AEBF-2B8536672C34}" type="presParOf" srcId="{B7833D6A-2643-491E-A6A5-37B34854E56F}" destId="{0DF8749F-C860-4DB7-A1FF-7C055EEDB782}" srcOrd="4" destOrd="0" presId="urn:microsoft.com/office/officeart/2018/2/layout/IconVerticalSolidList"/>
    <dgm:cxn modelId="{4338C9F5-91AE-47DD-940D-131420FBD881}" type="presParOf" srcId="{0DF8749F-C860-4DB7-A1FF-7C055EEDB782}" destId="{75A06D0F-3051-4F20-9106-E9077B3200D6}" srcOrd="0" destOrd="0" presId="urn:microsoft.com/office/officeart/2018/2/layout/IconVerticalSolidList"/>
    <dgm:cxn modelId="{5FBE2B1A-FEB5-4993-BF79-384C43C2A165}" type="presParOf" srcId="{0DF8749F-C860-4DB7-A1FF-7C055EEDB782}" destId="{116F5F84-7D58-491B-AF0B-F33051A30C9F}" srcOrd="1" destOrd="0" presId="urn:microsoft.com/office/officeart/2018/2/layout/IconVerticalSolidList"/>
    <dgm:cxn modelId="{D3629DAE-CEC0-4DB7-A8CB-1A673589665E}" type="presParOf" srcId="{0DF8749F-C860-4DB7-A1FF-7C055EEDB782}" destId="{405409E6-2BF3-492D-B2AF-E77C2B032F3E}" srcOrd="2" destOrd="0" presId="urn:microsoft.com/office/officeart/2018/2/layout/IconVerticalSolidList"/>
    <dgm:cxn modelId="{144B15AD-11E6-4B0D-B3BD-7B426D2DAB3B}" type="presParOf" srcId="{0DF8749F-C860-4DB7-A1FF-7C055EEDB782}" destId="{E9B8EA54-FF15-4F2C-ADF9-4414A0EAADE6}" srcOrd="3" destOrd="0" presId="urn:microsoft.com/office/officeart/2018/2/layout/IconVerticalSolidList"/>
    <dgm:cxn modelId="{95C3C958-C18C-44C8-AC05-79CE445EEBE1}" type="presParOf" srcId="{B7833D6A-2643-491E-A6A5-37B34854E56F}" destId="{B8D8370B-75E6-4232-9C5D-E8555324BF6B}" srcOrd="5" destOrd="0" presId="urn:microsoft.com/office/officeart/2018/2/layout/IconVerticalSolidList"/>
    <dgm:cxn modelId="{BD589CA2-21AF-4A89-A328-FE9E9DD8676E}" type="presParOf" srcId="{B7833D6A-2643-491E-A6A5-37B34854E56F}" destId="{20E6A256-1AC6-4A81-8402-53849EAB4E12}" srcOrd="6" destOrd="0" presId="urn:microsoft.com/office/officeart/2018/2/layout/IconVerticalSolidList"/>
    <dgm:cxn modelId="{E203933B-5811-4416-8373-AAB5B94FE79A}" type="presParOf" srcId="{20E6A256-1AC6-4A81-8402-53849EAB4E12}" destId="{E6A81F87-4931-40FC-938B-ABADF3AF54F1}" srcOrd="0" destOrd="0" presId="urn:microsoft.com/office/officeart/2018/2/layout/IconVerticalSolidList"/>
    <dgm:cxn modelId="{545CD315-4725-40C6-A428-47913CEF3459}" type="presParOf" srcId="{20E6A256-1AC6-4A81-8402-53849EAB4E12}" destId="{2D29F6A3-B902-4619-8263-B55A23D78527}" srcOrd="1" destOrd="0" presId="urn:microsoft.com/office/officeart/2018/2/layout/IconVerticalSolidList"/>
    <dgm:cxn modelId="{F07E676F-5F16-4CA1-B818-964305516A12}" type="presParOf" srcId="{20E6A256-1AC6-4A81-8402-53849EAB4E12}" destId="{1D4012C3-028B-4B50-9E85-B47ACF070262}" srcOrd="2" destOrd="0" presId="urn:microsoft.com/office/officeart/2018/2/layout/IconVerticalSolidList"/>
    <dgm:cxn modelId="{06CC412A-5C02-4C75-8BF1-6D5C43EF29AE}" type="presParOf" srcId="{20E6A256-1AC6-4A81-8402-53849EAB4E12}" destId="{26648F01-95C3-458F-841E-DC7F91AC0A78}" srcOrd="3" destOrd="0" presId="urn:microsoft.com/office/officeart/2018/2/layout/IconVerticalSolidList"/>
    <dgm:cxn modelId="{015CC022-EBDB-4782-94B8-CB0860E416EA}" type="presParOf" srcId="{20E6A256-1AC6-4A81-8402-53849EAB4E12}" destId="{38D84767-361A-4690-8447-BBDB42A77056}" srcOrd="4" destOrd="0" presId="urn:microsoft.com/office/officeart/2018/2/layout/IconVerticalSolidList"/>
    <dgm:cxn modelId="{0A8A96C5-E1C8-4271-81E0-6E7BF0117066}" type="presParOf" srcId="{B7833D6A-2643-491E-A6A5-37B34854E56F}" destId="{5285C2EF-157F-4DFF-97E2-E8345BF2D8C6}" srcOrd="7" destOrd="0" presId="urn:microsoft.com/office/officeart/2018/2/layout/IconVerticalSolidList"/>
    <dgm:cxn modelId="{4F8DF3D6-77B5-449B-897A-88B21F1A5EC2}" type="presParOf" srcId="{B7833D6A-2643-491E-A6A5-37B34854E56F}" destId="{CD78690F-B7C2-499C-B607-747F2C2F23FA}" srcOrd="8" destOrd="0" presId="urn:microsoft.com/office/officeart/2018/2/layout/IconVerticalSolidList"/>
    <dgm:cxn modelId="{68B3B1CC-809F-4CBA-BD64-50879D6E89B9}" type="presParOf" srcId="{CD78690F-B7C2-499C-B607-747F2C2F23FA}" destId="{FBC9E979-FA79-4B45-8C4F-5A6F3446A4CD}" srcOrd="0" destOrd="0" presId="urn:microsoft.com/office/officeart/2018/2/layout/IconVerticalSolidList"/>
    <dgm:cxn modelId="{4973A03C-0303-4D84-B1DD-F361F95553B4}" type="presParOf" srcId="{CD78690F-B7C2-499C-B607-747F2C2F23FA}" destId="{59C8D7B2-F373-4904-BC34-0D0F86F0BA91}" srcOrd="1" destOrd="0" presId="urn:microsoft.com/office/officeart/2018/2/layout/IconVerticalSolidList"/>
    <dgm:cxn modelId="{0078E659-52EB-4DF2-9DFD-0EA94A2624DB}" type="presParOf" srcId="{CD78690F-B7C2-499C-B607-747F2C2F23FA}" destId="{52F4DA19-F9E0-4316-8777-4E0749E2C61E}" srcOrd="2" destOrd="0" presId="urn:microsoft.com/office/officeart/2018/2/layout/IconVerticalSolidList"/>
    <dgm:cxn modelId="{9151B7E6-B030-4B97-8352-005D81080FF6}" type="presParOf" srcId="{CD78690F-B7C2-499C-B607-747F2C2F23FA}" destId="{0DBEC931-53B5-4BE0-B81C-2F7E5C2F728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1C75EE-075D-4A1F-B59D-2C983B8CBFCA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A12EA1F-7A9F-4639-81C9-48FE3F8E4431}">
      <dgm:prSet/>
      <dgm:spPr/>
      <dgm:t>
        <a:bodyPr/>
        <a:lstStyle/>
        <a:p>
          <a:r>
            <a:rPr lang="en-US" b="1"/>
            <a:t>-- max_temp.pig: Finds the maximum temperature by year records  =</a:t>
          </a:r>
          <a:endParaRPr lang="en-US"/>
        </a:p>
      </dgm:t>
    </dgm:pt>
    <dgm:pt modelId="{302246E7-39D8-459C-BC15-5A0F474387BC}" type="parTrans" cxnId="{D82D13EA-86CF-4B35-802E-3B6082C2DA27}">
      <dgm:prSet/>
      <dgm:spPr/>
      <dgm:t>
        <a:bodyPr/>
        <a:lstStyle/>
        <a:p>
          <a:endParaRPr lang="en-US"/>
        </a:p>
      </dgm:t>
    </dgm:pt>
    <dgm:pt modelId="{60BC8E9A-103A-4C5F-A15C-69F402108550}" type="sibTrans" cxnId="{D82D13EA-86CF-4B35-802E-3B6082C2DA27}">
      <dgm:prSet/>
      <dgm:spPr/>
      <dgm:t>
        <a:bodyPr/>
        <a:lstStyle/>
        <a:p>
          <a:endParaRPr lang="en-US"/>
        </a:p>
      </dgm:t>
    </dgm:pt>
    <dgm:pt modelId="{F8A8A356-DE33-41DD-9C9C-F090A878F966}">
      <dgm:prSet/>
      <dgm:spPr/>
      <dgm:t>
        <a:bodyPr/>
        <a:lstStyle/>
        <a:p>
          <a:r>
            <a:rPr lang="en-US"/>
            <a:t>LOAD 'input/ncdc/micro-tab/sample.txt'</a:t>
          </a:r>
        </a:p>
      </dgm:t>
    </dgm:pt>
    <dgm:pt modelId="{8C2C3B4E-F2B8-4951-8743-DE74E5A32520}" type="parTrans" cxnId="{EEC7CD05-8FCA-42F1-98ED-51F294F0C5FB}">
      <dgm:prSet/>
      <dgm:spPr/>
      <dgm:t>
        <a:bodyPr/>
        <a:lstStyle/>
        <a:p>
          <a:endParaRPr lang="en-US"/>
        </a:p>
      </dgm:t>
    </dgm:pt>
    <dgm:pt modelId="{9C10B1DF-637B-4720-B228-28E8B24747DD}" type="sibTrans" cxnId="{EEC7CD05-8FCA-42F1-98ED-51F294F0C5FB}">
      <dgm:prSet/>
      <dgm:spPr/>
      <dgm:t>
        <a:bodyPr/>
        <a:lstStyle/>
        <a:p>
          <a:endParaRPr lang="en-US"/>
        </a:p>
      </dgm:t>
    </dgm:pt>
    <dgm:pt modelId="{AAAA349A-F8B0-413A-8F38-D54FA8E998BD}">
      <dgm:prSet/>
      <dgm:spPr/>
      <dgm:t>
        <a:bodyPr/>
        <a:lstStyle/>
        <a:p>
          <a:r>
            <a:rPr lang="en-US"/>
            <a:t>AS (year:chararray, temperature:int, quality:int); filtered_records =</a:t>
          </a:r>
        </a:p>
      </dgm:t>
    </dgm:pt>
    <dgm:pt modelId="{5E3BEA93-DA5E-41EA-A9D7-60F2DE1425C5}" type="parTrans" cxnId="{2CDF841C-00B2-474B-ABB0-D1BCB60CE33A}">
      <dgm:prSet/>
      <dgm:spPr/>
      <dgm:t>
        <a:bodyPr/>
        <a:lstStyle/>
        <a:p>
          <a:endParaRPr lang="en-US"/>
        </a:p>
      </dgm:t>
    </dgm:pt>
    <dgm:pt modelId="{4E50824D-DDC7-4F30-881E-7DFF1F626BB8}" type="sibTrans" cxnId="{2CDF841C-00B2-474B-ABB0-D1BCB60CE33A}">
      <dgm:prSet/>
      <dgm:spPr/>
      <dgm:t>
        <a:bodyPr/>
        <a:lstStyle/>
        <a:p>
          <a:endParaRPr lang="en-US"/>
        </a:p>
      </dgm:t>
    </dgm:pt>
    <dgm:pt modelId="{97E056BD-E723-4319-8769-41FF9C8E0327}">
      <dgm:prSet/>
      <dgm:spPr/>
      <dgm:t>
        <a:bodyPr/>
        <a:lstStyle/>
        <a:p>
          <a:r>
            <a:rPr lang="en-US"/>
            <a:t>FILTER records</a:t>
          </a:r>
        </a:p>
      </dgm:t>
    </dgm:pt>
    <dgm:pt modelId="{686F531B-93FC-47C1-9654-0EA93207A66D}" type="parTrans" cxnId="{AD776002-5797-4814-A101-1A37C2984119}">
      <dgm:prSet/>
      <dgm:spPr/>
      <dgm:t>
        <a:bodyPr/>
        <a:lstStyle/>
        <a:p>
          <a:endParaRPr lang="en-US"/>
        </a:p>
      </dgm:t>
    </dgm:pt>
    <dgm:pt modelId="{E4B1FF63-903C-4064-8DF4-49A37048C5C1}" type="sibTrans" cxnId="{AD776002-5797-4814-A101-1A37C2984119}">
      <dgm:prSet/>
      <dgm:spPr/>
      <dgm:t>
        <a:bodyPr/>
        <a:lstStyle/>
        <a:p>
          <a:endParaRPr lang="en-US"/>
        </a:p>
      </dgm:t>
    </dgm:pt>
    <dgm:pt modelId="{C493EE4B-EC11-4874-AFF5-A29BEF5490C7}">
      <dgm:prSet/>
      <dgm:spPr/>
      <dgm:t>
        <a:bodyPr/>
        <a:lstStyle/>
        <a:p>
          <a:r>
            <a:rPr lang="en-US"/>
            <a:t>BY temperature != 9999 AND ( quality == 0 OR</a:t>
          </a:r>
        </a:p>
      </dgm:t>
    </dgm:pt>
    <dgm:pt modelId="{23BF1D98-15AB-44EF-B514-AC868C93B4D8}" type="parTrans" cxnId="{3D1BD497-D5E1-4088-BDEB-D8B9273D14F1}">
      <dgm:prSet/>
      <dgm:spPr/>
      <dgm:t>
        <a:bodyPr/>
        <a:lstStyle/>
        <a:p>
          <a:endParaRPr lang="en-US"/>
        </a:p>
      </dgm:t>
    </dgm:pt>
    <dgm:pt modelId="{BDFF4415-C87D-492B-B509-07FC3FBC9CCA}" type="sibTrans" cxnId="{3D1BD497-D5E1-4088-BDEB-D8B9273D14F1}">
      <dgm:prSet/>
      <dgm:spPr/>
      <dgm:t>
        <a:bodyPr/>
        <a:lstStyle/>
        <a:p>
          <a:endParaRPr lang="en-US"/>
        </a:p>
      </dgm:t>
    </dgm:pt>
    <dgm:pt modelId="{4645964E-7FE8-4ECC-BB5C-03D03824A01C}">
      <dgm:prSet/>
      <dgm:spPr/>
      <dgm:t>
        <a:bodyPr/>
        <a:lstStyle/>
        <a:p>
          <a:r>
            <a:rPr lang="en-US"/>
            <a:t>quality == 1 OR quality == 4 OR quality == 5 OR quality == 9);</a:t>
          </a:r>
        </a:p>
      </dgm:t>
    </dgm:pt>
    <dgm:pt modelId="{E195F74A-9752-4E4E-8CB3-927290CBA73D}" type="parTrans" cxnId="{D27C1D0F-F9E4-48FE-9028-909EF17791AD}">
      <dgm:prSet/>
      <dgm:spPr/>
      <dgm:t>
        <a:bodyPr/>
        <a:lstStyle/>
        <a:p>
          <a:endParaRPr lang="en-US"/>
        </a:p>
      </dgm:t>
    </dgm:pt>
    <dgm:pt modelId="{C5DC06EE-B8FA-451F-A765-C1263B1CACB1}" type="sibTrans" cxnId="{D27C1D0F-F9E4-48FE-9028-909EF17791AD}">
      <dgm:prSet/>
      <dgm:spPr/>
      <dgm:t>
        <a:bodyPr/>
        <a:lstStyle/>
        <a:p>
          <a:endParaRPr lang="en-US"/>
        </a:p>
      </dgm:t>
    </dgm:pt>
    <dgm:pt modelId="{D75047DB-5066-4EE9-A55B-61A06FF73D6D}">
      <dgm:prSet/>
      <dgm:spPr/>
      <dgm:t>
        <a:bodyPr/>
        <a:lstStyle/>
        <a:p>
          <a:r>
            <a:rPr lang="en-US"/>
            <a:t>grouped_records  =</a:t>
          </a:r>
        </a:p>
      </dgm:t>
    </dgm:pt>
    <dgm:pt modelId="{631CC6B2-18B6-4844-BFBC-578B35A0B5D3}" type="parTrans" cxnId="{3ED15395-E2F7-4ABB-B172-2E08FC3062F0}">
      <dgm:prSet/>
      <dgm:spPr/>
      <dgm:t>
        <a:bodyPr/>
        <a:lstStyle/>
        <a:p>
          <a:endParaRPr lang="en-US"/>
        </a:p>
      </dgm:t>
    </dgm:pt>
    <dgm:pt modelId="{79EBCAFC-E3EA-41BD-B5BD-1B058374CB2C}" type="sibTrans" cxnId="{3ED15395-E2F7-4ABB-B172-2E08FC3062F0}">
      <dgm:prSet/>
      <dgm:spPr/>
      <dgm:t>
        <a:bodyPr/>
        <a:lstStyle/>
        <a:p>
          <a:endParaRPr lang="en-US"/>
        </a:p>
      </dgm:t>
    </dgm:pt>
    <dgm:pt modelId="{473128B4-F4A1-45BF-B7AC-D6B9D61C4ECF}">
      <dgm:prSet/>
      <dgm:spPr/>
      <dgm:t>
        <a:bodyPr/>
        <a:lstStyle/>
        <a:p>
          <a:r>
            <a:rPr lang="en-US"/>
            <a:t>GROUP filtered_records BY year;</a:t>
          </a:r>
        </a:p>
      </dgm:t>
    </dgm:pt>
    <dgm:pt modelId="{43A0EC7B-852D-4E25-ABBD-33438D289A11}" type="parTrans" cxnId="{17838C0A-9CEA-411B-B1BD-932F4CB930D4}">
      <dgm:prSet/>
      <dgm:spPr/>
      <dgm:t>
        <a:bodyPr/>
        <a:lstStyle/>
        <a:p>
          <a:endParaRPr lang="en-US"/>
        </a:p>
      </dgm:t>
    </dgm:pt>
    <dgm:pt modelId="{2762846E-0844-492C-B203-63A905D27FC5}" type="sibTrans" cxnId="{17838C0A-9CEA-411B-B1BD-932F4CB930D4}">
      <dgm:prSet/>
      <dgm:spPr/>
      <dgm:t>
        <a:bodyPr/>
        <a:lstStyle/>
        <a:p>
          <a:endParaRPr lang="en-US"/>
        </a:p>
      </dgm:t>
    </dgm:pt>
    <dgm:pt modelId="{8767CFC9-8F3B-4127-AC51-F21642B227BE}">
      <dgm:prSet/>
      <dgm:spPr/>
      <dgm:t>
        <a:bodyPr/>
        <a:lstStyle/>
        <a:p>
          <a:r>
            <a:rPr lang="en-US"/>
            <a:t>max_temp =</a:t>
          </a:r>
        </a:p>
      </dgm:t>
    </dgm:pt>
    <dgm:pt modelId="{46522AA9-921D-41D7-AC8B-8C94ECA4C541}" type="parTrans" cxnId="{439FF75C-3798-470F-B227-F249E7611B42}">
      <dgm:prSet/>
      <dgm:spPr/>
      <dgm:t>
        <a:bodyPr/>
        <a:lstStyle/>
        <a:p>
          <a:endParaRPr lang="en-US"/>
        </a:p>
      </dgm:t>
    </dgm:pt>
    <dgm:pt modelId="{7D473522-CF6E-45B4-8F95-A6732A3E9693}" type="sibTrans" cxnId="{439FF75C-3798-470F-B227-F249E7611B42}">
      <dgm:prSet/>
      <dgm:spPr/>
      <dgm:t>
        <a:bodyPr/>
        <a:lstStyle/>
        <a:p>
          <a:endParaRPr lang="en-US"/>
        </a:p>
      </dgm:t>
    </dgm:pt>
    <dgm:pt modelId="{1C005186-1EC2-4BBF-9581-495B28CCEC29}">
      <dgm:prSet/>
      <dgm:spPr/>
      <dgm:t>
        <a:bodyPr/>
        <a:lstStyle/>
        <a:p>
          <a:r>
            <a:rPr lang="en-US"/>
            <a:t>FOREACH grouped_records</a:t>
          </a:r>
        </a:p>
      </dgm:t>
    </dgm:pt>
    <dgm:pt modelId="{7FBEADA7-F596-46FA-B2AE-E3A547572E37}" type="parTrans" cxnId="{FA2546D0-31A8-4188-8E47-265E85CF0D6D}">
      <dgm:prSet/>
      <dgm:spPr/>
      <dgm:t>
        <a:bodyPr/>
        <a:lstStyle/>
        <a:p>
          <a:endParaRPr lang="en-US"/>
        </a:p>
      </dgm:t>
    </dgm:pt>
    <dgm:pt modelId="{42B1DC2A-404A-4A42-ACB5-6D4CB3425DD5}" type="sibTrans" cxnId="{FA2546D0-31A8-4188-8E47-265E85CF0D6D}">
      <dgm:prSet/>
      <dgm:spPr/>
      <dgm:t>
        <a:bodyPr/>
        <a:lstStyle/>
        <a:p>
          <a:endParaRPr lang="en-US"/>
        </a:p>
      </dgm:t>
    </dgm:pt>
    <dgm:pt modelId="{7A9CA66E-5F7B-419C-A278-D7B2E6B4C40C}">
      <dgm:prSet/>
      <dgm:spPr/>
      <dgm:t>
        <a:bodyPr/>
        <a:lstStyle/>
        <a:p>
          <a:r>
            <a:rPr lang="en-US"/>
            <a:t>GENERATE group, MAX(filtered_records.temperature); DUMP max_temp;</a:t>
          </a:r>
        </a:p>
      </dgm:t>
    </dgm:pt>
    <dgm:pt modelId="{6113A7BE-CA92-4232-9973-722FA69268C1}" type="parTrans" cxnId="{010948A2-B07F-4313-BC5E-AE1AE0B074B7}">
      <dgm:prSet/>
      <dgm:spPr/>
      <dgm:t>
        <a:bodyPr/>
        <a:lstStyle/>
        <a:p>
          <a:endParaRPr lang="en-US"/>
        </a:p>
      </dgm:t>
    </dgm:pt>
    <dgm:pt modelId="{E32F9F53-5C81-451B-9F96-5AF294442231}" type="sibTrans" cxnId="{010948A2-B07F-4313-BC5E-AE1AE0B074B7}">
      <dgm:prSet/>
      <dgm:spPr/>
      <dgm:t>
        <a:bodyPr/>
        <a:lstStyle/>
        <a:p>
          <a:endParaRPr lang="en-US"/>
        </a:p>
      </dgm:t>
    </dgm:pt>
    <dgm:pt modelId="{BAE7DEFB-73DA-B94C-A20E-BA48DA7DA767}" type="pres">
      <dgm:prSet presAssocID="{F71C75EE-075D-4A1F-B59D-2C983B8CBFCA}" presName="linear" presStyleCnt="0">
        <dgm:presLayoutVars>
          <dgm:animLvl val="lvl"/>
          <dgm:resizeHandles val="exact"/>
        </dgm:presLayoutVars>
      </dgm:prSet>
      <dgm:spPr/>
    </dgm:pt>
    <dgm:pt modelId="{836485F8-B1BD-FC44-9FC5-921736EEFCD7}" type="pres">
      <dgm:prSet presAssocID="{4A12EA1F-7A9F-4639-81C9-48FE3F8E4431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CC873CAF-6623-E84D-A862-F349A009BEAD}" type="pres">
      <dgm:prSet presAssocID="{4A12EA1F-7A9F-4639-81C9-48FE3F8E4431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B6DC5C00-4FD0-A244-9EB0-6D8094A1CF63}" type="presOf" srcId="{473128B4-F4A1-45BF-B7AC-D6B9D61C4ECF}" destId="{CC873CAF-6623-E84D-A862-F349A009BEAD}" srcOrd="0" destOrd="6" presId="urn:microsoft.com/office/officeart/2005/8/layout/vList2"/>
    <dgm:cxn modelId="{AD776002-5797-4814-A101-1A37C2984119}" srcId="{4A12EA1F-7A9F-4639-81C9-48FE3F8E4431}" destId="{97E056BD-E723-4319-8769-41FF9C8E0327}" srcOrd="2" destOrd="0" parTransId="{686F531B-93FC-47C1-9654-0EA93207A66D}" sibTransId="{E4B1FF63-903C-4064-8DF4-49A37048C5C1}"/>
    <dgm:cxn modelId="{EEC7CD05-8FCA-42F1-98ED-51F294F0C5FB}" srcId="{4A12EA1F-7A9F-4639-81C9-48FE3F8E4431}" destId="{F8A8A356-DE33-41DD-9C9C-F090A878F966}" srcOrd="0" destOrd="0" parTransId="{8C2C3B4E-F2B8-4951-8743-DE74E5A32520}" sibTransId="{9C10B1DF-637B-4720-B228-28E8B24747DD}"/>
    <dgm:cxn modelId="{00555E0A-2988-2C45-ADCC-236D469789B4}" type="presOf" srcId="{D75047DB-5066-4EE9-A55B-61A06FF73D6D}" destId="{CC873CAF-6623-E84D-A862-F349A009BEAD}" srcOrd="0" destOrd="5" presId="urn:microsoft.com/office/officeart/2005/8/layout/vList2"/>
    <dgm:cxn modelId="{17838C0A-9CEA-411B-B1BD-932F4CB930D4}" srcId="{4A12EA1F-7A9F-4639-81C9-48FE3F8E4431}" destId="{473128B4-F4A1-45BF-B7AC-D6B9D61C4ECF}" srcOrd="4" destOrd="0" parTransId="{43A0EC7B-852D-4E25-ABBD-33438D289A11}" sibTransId="{2762846E-0844-492C-B203-63A905D27FC5}"/>
    <dgm:cxn modelId="{D27C1D0F-F9E4-48FE-9028-909EF17791AD}" srcId="{C493EE4B-EC11-4874-AFF5-A29BEF5490C7}" destId="{4645964E-7FE8-4ECC-BB5C-03D03824A01C}" srcOrd="0" destOrd="0" parTransId="{E195F74A-9752-4E4E-8CB3-927290CBA73D}" sibTransId="{C5DC06EE-B8FA-451F-A765-C1263B1CACB1}"/>
    <dgm:cxn modelId="{2CDF841C-00B2-474B-ABB0-D1BCB60CE33A}" srcId="{4A12EA1F-7A9F-4639-81C9-48FE3F8E4431}" destId="{AAAA349A-F8B0-413A-8F38-D54FA8E998BD}" srcOrd="1" destOrd="0" parTransId="{5E3BEA93-DA5E-41EA-A9D7-60F2DE1425C5}" sibTransId="{4E50824D-DDC7-4F30-881E-7DFF1F626BB8}"/>
    <dgm:cxn modelId="{EF13CF21-5E30-DC4C-8165-DD9AE69F478D}" type="presOf" srcId="{AAAA349A-F8B0-413A-8F38-D54FA8E998BD}" destId="{CC873CAF-6623-E84D-A862-F349A009BEAD}" srcOrd="0" destOrd="1" presId="urn:microsoft.com/office/officeart/2005/8/layout/vList2"/>
    <dgm:cxn modelId="{70DEC955-85C0-5D40-974E-6698ACAE66AC}" type="presOf" srcId="{F8A8A356-DE33-41DD-9C9C-F090A878F966}" destId="{CC873CAF-6623-E84D-A862-F349A009BEAD}" srcOrd="0" destOrd="0" presId="urn:microsoft.com/office/officeart/2005/8/layout/vList2"/>
    <dgm:cxn modelId="{1262E656-E69D-3A4E-AEF2-986FBD316972}" type="presOf" srcId="{1C005186-1EC2-4BBF-9581-495B28CCEC29}" destId="{CC873CAF-6623-E84D-A862-F349A009BEAD}" srcOrd="0" destOrd="8" presId="urn:microsoft.com/office/officeart/2005/8/layout/vList2"/>
    <dgm:cxn modelId="{439FF75C-3798-470F-B227-F249E7611B42}" srcId="{4A12EA1F-7A9F-4639-81C9-48FE3F8E4431}" destId="{8767CFC9-8F3B-4127-AC51-F21642B227BE}" srcOrd="5" destOrd="0" parTransId="{46522AA9-921D-41D7-AC8B-8C94ECA4C541}" sibTransId="{7D473522-CF6E-45B4-8F95-A6732A3E9693}"/>
    <dgm:cxn modelId="{6D1EE864-32AB-4C4B-97AB-55D38ACF0EF5}" type="presOf" srcId="{7A9CA66E-5F7B-419C-A278-D7B2E6B4C40C}" destId="{CC873CAF-6623-E84D-A862-F349A009BEAD}" srcOrd="0" destOrd="9" presId="urn:microsoft.com/office/officeart/2005/8/layout/vList2"/>
    <dgm:cxn modelId="{3ED15395-E2F7-4ABB-B172-2E08FC3062F0}" srcId="{C493EE4B-EC11-4874-AFF5-A29BEF5490C7}" destId="{D75047DB-5066-4EE9-A55B-61A06FF73D6D}" srcOrd="1" destOrd="0" parTransId="{631CC6B2-18B6-4844-BFBC-578B35A0B5D3}" sibTransId="{79EBCAFC-E3EA-41BD-B5BD-1B058374CB2C}"/>
    <dgm:cxn modelId="{3D1BD497-D5E1-4088-BDEB-D8B9273D14F1}" srcId="{4A12EA1F-7A9F-4639-81C9-48FE3F8E4431}" destId="{C493EE4B-EC11-4874-AFF5-A29BEF5490C7}" srcOrd="3" destOrd="0" parTransId="{23BF1D98-15AB-44EF-B514-AC868C93B4D8}" sibTransId="{BDFF4415-C87D-492B-B509-07FC3FBC9CCA}"/>
    <dgm:cxn modelId="{010948A2-B07F-4313-BC5E-AE1AE0B074B7}" srcId="{4A12EA1F-7A9F-4639-81C9-48FE3F8E4431}" destId="{7A9CA66E-5F7B-419C-A278-D7B2E6B4C40C}" srcOrd="7" destOrd="0" parTransId="{6113A7BE-CA92-4232-9973-722FA69268C1}" sibTransId="{E32F9F53-5C81-451B-9F96-5AF294442231}"/>
    <dgm:cxn modelId="{F08758B4-A96D-ED40-8429-297B748E83F7}" type="presOf" srcId="{4645964E-7FE8-4ECC-BB5C-03D03824A01C}" destId="{CC873CAF-6623-E84D-A862-F349A009BEAD}" srcOrd="0" destOrd="4" presId="urn:microsoft.com/office/officeart/2005/8/layout/vList2"/>
    <dgm:cxn modelId="{65601DB7-B486-124C-81AA-E6F770E274DE}" type="presOf" srcId="{97E056BD-E723-4319-8769-41FF9C8E0327}" destId="{CC873CAF-6623-E84D-A862-F349A009BEAD}" srcOrd="0" destOrd="2" presId="urn:microsoft.com/office/officeart/2005/8/layout/vList2"/>
    <dgm:cxn modelId="{939C67BC-4356-B04E-85F6-4C37E3FE440C}" type="presOf" srcId="{C493EE4B-EC11-4874-AFF5-A29BEF5490C7}" destId="{CC873CAF-6623-E84D-A862-F349A009BEAD}" srcOrd="0" destOrd="3" presId="urn:microsoft.com/office/officeart/2005/8/layout/vList2"/>
    <dgm:cxn modelId="{FA2546D0-31A8-4188-8E47-265E85CF0D6D}" srcId="{4A12EA1F-7A9F-4639-81C9-48FE3F8E4431}" destId="{1C005186-1EC2-4BBF-9581-495B28CCEC29}" srcOrd="6" destOrd="0" parTransId="{7FBEADA7-F596-46FA-B2AE-E3A547572E37}" sibTransId="{42B1DC2A-404A-4A42-ACB5-6D4CB3425DD5}"/>
    <dgm:cxn modelId="{39886EE0-D851-1B47-BA51-803D6CB48F9E}" type="presOf" srcId="{F71C75EE-075D-4A1F-B59D-2C983B8CBFCA}" destId="{BAE7DEFB-73DA-B94C-A20E-BA48DA7DA767}" srcOrd="0" destOrd="0" presId="urn:microsoft.com/office/officeart/2005/8/layout/vList2"/>
    <dgm:cxn modelId="{D82D13EA-86CF-4B35-802E-3B6082C2DA27}" srcId="{F71C75EE-075D-4A1F-B59D-2C983B8CBFCA}" destId="{4A12EA1F-7A9F-4639-81C9-48FE3F8E4431}" srcOrd="0" destOrd="0" parTransId="{302246E7-39D8-459C-BC15-5A0F474387BC}" sibTransId="{60BC8E9A-103A-4C5F-A15C-69F402108550}"/>
    <dgm:cxn modelId="{A399A1F9-1CF2-0C42-B122-2B32551B8187}" type="presOf" srcId="{4A12EA1F-7A9F-4639-81C9-48FE3F8E4431}" destId="{836485F8-B1BD-FC44-9FC5-921736EEFCD7}" srcOrd="0" destOrd="0" presId="urn:microsoft.com/office/officeart/2005/8/layout/vList2"/>
    <dgm:cxn modelId="{A6D1C1FD-7F03-6E47-BC00-7B8B60C60D4C}" type="presOf" srcId="{8767CFC9-8F3B-4127-AC51-F21642B227BE}" destId="{CC873CAF-6623-E84D-A862-F349A009BEAD}" srcOrd="0" destOrd="7" presId="urn:microsoft.com/office/officeart/2005/8/layout/vList2"/>
    <dgm:cxn modelId="{A0C0A937-55C6-DE4D-A3D2-3FB7CBCFC77D}" type="presParOf" srcId="{BAE7DEFB-73DA-B94C-A20E-BA48DA7DA767}" destId="{836485F8-B1BD-FC44-9FC5-921736EEFCD7}" srcOrd="0" destOrd="0" presId="urn:microsoft.com/office/officeart/2005/8/layout/vList2"/>
    <dgm:cxn modelId="{CEE71C76-773A-2940-86CE-D8A727B6955A}" type="presParOf" srcId="{BAE7DEFB-73DA-B94C-A20E-BA48DA7DA767}" destId="{CC873CAF-6623-E84D-A862-F349A009BEAD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4DDD766-E552-4DB8-B2CA-A49C03AA852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2B055E28-6EBA-48AF-B39C-132A8234A0CD}">
      <dgm:prSet/>
      <dgm:spPr/>
      <dgm:t>
        <a:bodyPr/>
        <a:lstStyle/>
        <a:p>
          <a:r>
            <a:rPr lang="en-US"/>
            <a:t>Stored in HDFS under:</a:t>
          </a:r>
          <a:br>
            <a:rPr lang="en-US"/>
          </a:br>
          <a:r>
            <a:rPr lang="en-US"/>
            <a:t>/user/hive/warehouse</a:t>
          </a:r>
        </a:p>
      </dgm:t>
    </dgm:pt>
    <dgm:pt modelId="{8586142B-2CDC-4532-927B-384F3B58F57D}" type="parTrans" cxnId="{AD34A5C9-6755-4C2D-99EF-73C27B4831E3}">
      <dgm:prSet/>
      <dgm:spPr/>
      <dgm:t>
        <a:bodyPr/>
        <a:lstStyle/>
        <a:p>
          <a:endParaRPr lang="en-US"/>
        </a:p>
      </dgm:t>
    </dgm:pt>
    <dgm:pt modelId="{952D41B0-5D0F-4A2A-87CE-E450050EB169}" type="sibTrans" cxnId="{AD34A5C9-6755-4C2D-99EF-73C27B4831E3}">
      <dgm:prSet/>
      <dgm:spPr/>
      <dgm:t>
        <a:bodyPr/>
        <a:lstStyle/>
        <a:p>
          <a:endParaRPr lang="en-US"/>
        </a:p>
      </dgm:t>
    </dgm:pt>
    <dgm:pt modelId="{7D9DF473-F362-4E5C-B7E1-51CD10D4EBA3}">
      <dgm:prSet/>
      <dgm:spPr/>
      <dgm:t>
        <a:bodyPr/>
        <a:lstStyle/>
        <a:p>
          <a:r>
            <a:rPr lang="en-US"/>
            <a:t>Partitions &amp; buckets become subdirectories</a:t>
          </a:r>
        </a:p>
      </dgm:t>
    </dgm:pt>
    <dgm:pt modelId="{52461D5A-943D-4D42-9655-C5ED9E0F754E}" type="parTrans" cxnId="{FDE222CF-D6D6-4CCA-B96E-1EF1B2DC57F5}">
      <dgm:prSet/>
      <dgm:spPr/>
      <dgm:t>
        <a:bodyPr/>
        <a:lstStyle/>
        <a:p>
          <a:endParaRPr lang="en-US"/>
        </a:p>
      </dgm:t>
    </dgm:pt>
    <dgm:pt modelId="{3E5F7A35-0561-4A22-8411-6D46DC866D6F}" type="sibTrans" cxnId="{FDE222CF-D6D6-4CCA-B96E-1EF1B2DC57F5}">
      <dgm:prSet/>
      <dgm:spPr/>
      <dgm:t>
        <a:bodyPr/>
        <a:lstStyle/>
        <a:p>
          <a:endParaRPr lang="en-US"/>
        </a:p>
      </dgm:t>
    </dgm:pt>
    <dgm:pt modelId="{76E9BD9F-E863-40EC-B553-D209DE3D1178}">
      <dgm:prSet/>
      <dgm:spPr/>
      <dgm:t>
        <a:bodyPr/>
        <a:lstStyle/>
        <a:p>
          <a:r>
            <a:rPr lang="en-US"/>
            <a:t>Data stored as flat files</a:t>
          </a:r>
        </a:p>
      </dgm:t>
    </dgm:pt>
    <dgm:pt modelId="{2788ADC0-3BA9-43DE-BAA1-F9CB28E616F7}" type="parTrans" cxnId="{A57F2C50-3629-4EE2-92A4-679260652433}">
      <dgm:prSet/>
      <dgm:spPr/>
      <dgm:t>
        <a:bodyPr/>
        <a:lstStyle/>
        <a:p>
          <a:endParaRPr lang="en-US"/>
        </a:p>
      </dgm:t>
    </dgm:pt>
    <dgm:pt modelId="{12924920-ACC9-4DAB-8F5D-4F8465DC8217}" type="sibTrans" cxnId="{A57F2C50-3629-4EE2-92A4-679260652433}">
      <dgm:prSet/>
      <dgm:spPr/>
      <dgm:t>
        <a:bodyPr/>
        <a:lstStyle/>
        <a:p>
          <a:endParaRPr lang="en-US"/>
        </a:p>
      </dgm:t>
    </dgm:pt>
    <dgm:pt modelId="{D76DBA40-00AA-49E1-A4EB-551626E33BB1}" type="pres">
      <dgm:prSet presAssocID="{44DDD766-E552-4DB8-B2CA-A49C03AA8524}" presName="root" presStyleCnt="0">
        <dgm:presLayoutVars>
          <dgm:dir/>
          <dgm:resizeHandles val="exact"/>
        </dgm:presLayoutVars>
      </dgm:prSet>
      <dgm:spPr/>
    </dgm:pt>
    <dgm:pt modelId="{B9D2F9DD-A3ED-4B6C-8F0A-458E8EBBFEAD}" type="pres">
      <dgm:prSet presAssocID="{2B055E28-6EBA-48AF-B39C-132A8234A0CD}" presName="compNode" presStyleCnt="0"/>
      <dgm:spPr/>
    </dgm:pt>
    <dgm:pt modelId="{CBCB2692-C78F-49A2-A7A4-3F015C73672E}" type="pres">
      <dgm:prSet presAssocID="{2B055E28-6EBA-48AF-B39C-132A8234A0CD}" presName="bgRect" presStyleLbl="bgShp" presStyleIdx="0" presStyleCnt="3"/>
      <dgm:spPr/>
    </dgm:pt>
    <dgm:pt modelId="{59E4200A-DCB8-4A6F-BDD8-C9D26C7E8B4D}" type="pres">
      <dgm:prSet presAssocID="{2B055E28-6EBA-48AF-B39C-132A8234A0CD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8BFE0B3-8D41-4B4A-A8F2-D3AC465423E7}" type="pres">
      <dgm:prSet presAssocID="{2B055E28-6EBA-48AF-B39C-132A8234A0CD}" presName="spaceRect" presStyleCnt="0"/>
      <dgm:spPr/>
    </dgm:pt>
    <dgm:pt modelId="{B37ECC3C-505D-40EF-90A9-D58B2E08B0D9}" type="pres">
      <dgm:prSet presAssocID="{2B055E28-6EBA-48AF-B39C-132A8234A0CD}" presName="parTx" presStyleLbl="revTx" presStyleIdx="0" presStyleCnt="3">
        <dgm:presLayoutVars>
          <dgm:chMax val="0"/>
          <dgm:chPref val="0"/>
        </dgm:presLayoutVars>
      </dgm:prSet>
      <dgm:spPr/>
    </dgm:pt>
    <dgm:pt modelId="{D7A24A9D-2DD2-42F5-A820-FA092642DF9E}" type="pres">
      <dgm:prSet presAssocID="{952D41B0-5D0F-4A2A-87CE-E450050EB169}" presName="sibTrans" presStyleCnt="0"/>
      <dgm:spPr/>
    </dgm:pt>
    <dgm:pt modelId="{0348D544-DF3A-4E23-84DE-73166D90A945}" type="pres">
      <dgm:prSet presAssocID="{7D9DF473-F362-4E5C-B7E1-51CD10D4EBA3}" presName="compNode" presStyleCnt="0"/>
      <dgm:spPr/>
    </dgm:pt>
    <dgm:pt modelId="{FC95D0C0-435E-4A19-AB18-D66FEB2E7412}" type="pres">
      <dgm:prSet presAssocID="{7D9DF473-F362-4E5C-B7E1-51CD10D4EBA3}" presName="bgRect" presStyleLbl="bgShp" presStyleIdx="1" presStyleCnt="3"/>
      <dgm:spPr/>
    </dgm:pt>
    <dgm:pt modelId="{8B5A0736-F872-419D-B9BB-DD79416121F4}" type="pres">
      <dgm:prSet presAssocID="{7D9DF473-F362-4E5C-B7E1-51CD10D4EBA3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347FDD0F-443B-49F4-A9D4-EAEAB4A9B7BA}" type="pres">
      <dgm:prSet presAssocID="{7D9DF473-F362-4E5C-B7E1-51CD10D4EBA3}" presName="spaceRect" presStyleCnt="0"/>
      <dgm:spPr/>
    </dgm:pt>
    <dgm:pt modelId="{AA6EF370-30E5-495E-853A-F50C99F2C119}" type="pres">
      <dgm:prSet presAssocID="{7D9DF473-F362-4E5C-B7E1-51CD10D4EBA3}" presName="parTx" presStyleLbl="revTx" presStyleIdx="1" presStyleCnt="3">
        <dgm:presLayoutVars>
          <dgm:chMax val="0"/>
          <dgm:chPref val="0"/>
        </dgm:presLayoutVars>
      </dgm:prSet>
      <dgm:spPr/>
    </dgm:pt>
    <dgm:pt modelId="{95AD6154-4E08-4A0B-97E9-579292AD9EC5}" type="pres">
      <dgm:prSet presAssocID="{3E5F7A35-0561-4A22-8411-6D46DC866D6F}" presName="sibTrans" presStyleCnt="0"/>
      <dgm:spPr/>
    </dgm:pt>
    <dgm:pt modelId="{811D3311-0563-4E6B-8283-3BE368A15419}" type="pres">
      <dgm:prSet presAssocID="{76E9BD9F-E863-40EC-B553-D209DE3D1178}" presName="compNode" presStyleCnt="0"/>
      <dgm:spPr/>
    </dgm:pt>
    <dgm:pt modelId="{FCCBAF3B-E3DB-41E4-BB5D-76E7B5098D41}" type="pres">
      <dgm:prSet presAssocID="{76E9BD9F-E863-40EC-B553-D209DE3D1178}" presName="bgRect" presStyleLbl="bgShp" presStyleIdx="2" presStyleCnt="3"/>
      <dgm:spPr/>
    </dgm:pt>
    <dgm:pt modelId="{C2C609A9-0B1C-431C-8D6B-038984EC4849}" type="pres">
      <dgm:prSet presAssocID="{76E9BD9F-E863-40EC-B553-D209DE3D1178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9AE3686-6E54-42DB-9074-2A9550C3AB4F}" type="pres">
      <dgm:prSet presAssocID="{76E9BD9F-E863-40EC-B553-D209DE3D1178}" presName="spaceRect" presStyleCnt="0"/>
      <dgm:spPr/>
    </dgm:pt>
    <dgm:pt modelId="{1D52022F-D44C-4906-8440-DAA5B29A89B5}" type="pres">
      <dgm:prSet presAssocID="{76E9BD9F-E863-40EC-B553-D209DE3D117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AC8E115-0138-4971-A60E-B436FDAC5ED9}" type="presOf" srcId="{7D9DF473-F362-4E5C-B7E1-51CD10D4EBA3}" destId="{AA6EF370-30E5-495E-853A-F50C99F2C119}" srcOrd="0" destOrd="0" presId="urn:microsoft.com/office/officeart/2018/2/layout/IconVerticalSolidList"/>
    <dgm:cxn modelId="{A57F2C50-3629-4EE2-92A4-679260652433}" srcId="{44DDD766-E552-4DB8-B2CA-A49C03AA8524}" destId="{76E9BD9F-E863-40EC-B553-D209DE3D1178}" srcOrd="2" destOrd="0" parTransId="{2788ADC0-3BA9-43DE-BAA1-F9CB28E616F7}" sibTransId="{12924920-ACC9-4DAB-8F5D-4F8465DC8217}"/>
    <dgm:cxn modelId="{12E2D388-979C-4263-8C98-592613FE98F1}" type="presOf" srcId="{2B055E28-6EBA-48AF-B39C-132A8234A0CD}" destId="{B37ECC3C-505D-40EF-90A9-D58B2E08B0D9}" srcOrd="0" destOrd="0" presId="urn:microsoft.com/office/officeart/2018/2/layout/IconVerticalSolidList"/>
    <dgm:cxn modelId="{AD34A5C9-6755-4C2D-99EF-73C27B4831E3}" srcId="{44DDD766-E552-4DB8-B2CA-A49C03AA8524}" destId="{2B055E28-6EBA-48AF-B39C-132A8234A0CD}" srcOrd="0" destOrd="0" parTransId="{8586142B-2CDC-4532-927B-384F3B58F57D}" sibTransId="{952D41B0-5D0F-4A2A-87CE-E450050EB169}"/>
    <dgm:cxn modelId="{FDE222CF-D6D6-4CCA-B96E-1EF1B2DC57F5}" srcId="{44DDD766-E552-4DB8-B2CA-A49C03AA8524}" destId="{7D9DF473-F362-4E5C-B7E1-51CD10D4EBA3}" srcOrd="1" destOrd="0" parTransId="{52461D5A-943D-4D42-9655-C5ED9E0F754E}" sibTransId="{3E5F7A35-0561-4A22-8411-6D46DC866D6F}"/>
    <dgm:cxn modelId="{09AC70D9-D2C3-4975-B9EF-D7622B79778B}" type="presOf" srcId="{44DDD766-E552-4DB8-B2CA-A49C03AA8524}" destId="{D76DBA40-00AA-49E1-A4EB-551626E33BB1}" srcOrd="0" destOrd="0" presId="urn:microsoft.com/office/officeart/2018/2/layout/IconVerticalSolidList"/>
    <dgm:cxn modelId="{1ABEACEE-155B-47C2-86C4-E6F548496D1B}" type="presOf" srcId="{76E9BD9F-E863-40EC-B553-D209DE3D1178}" destId="{1D52022F-D44C-4906-8440-DAA5B29A89B5}" srcOrd="0" destOrd="0" presId="urn:microsoft.com/office/officeart/2018/2/layout/IconVerticalSolidList"/>
    <dgm:cxn modelId="{B5182CA2-ABC0-4A93-B717-B952909C1278}" type="presParOf" srcId="{D76DBA40-00AA-49E1-A4EB-551626E33BB1}" destId="{B9D2F9DD-A3ED-4B6C-8F0A-458E8EBBFEAD}" srcOrd="0" destOrd="0" presId="urn:microsoft.com/office/officeart/2018/2/layout/IconVerticalSolidList"/>
    <dgm:cxn modelId="{2D1DEFE3-5718-45CD-820F-D26261003B23}" type="presParOf" srcId="{B9D2F9DD-A3ED-4B6C-8F0A-458E8EBBFEAD}" destId="{CBCB2692-C78F-49A2-A7A4-3F015C73672E}" srcOrd="0" destOrd="0" presId="urn:microsoft.com/office/officeart/2018/2/layout/IconVerticalSolidList"/>
    <dgm:cxn modelId="{F8AEE4C8-02C2-4CFA-9A89-0429B0B46FD8}" type="presParOf" srcId="{B9D2F9DD-A3ED-4B6C-8F0A-458E8EBBFEAD}" destId="{59E4200A-DCB8-4A6F-BDD8-C9D26C7E8B4D}" srcOrd="1" destOrd="0" presId="urn:microsoft.com/office/officeart/2018/2/layout/IconVerticalSolidList"/>
    <dgm:cxn modelId="{EF132F05-F3E1-4945-AFCD-13AFD2B38850}" type="presParOf" srcId="{B9D2F9DD-A3ED-4B6C-8F0A-458E8EBBFEAD}" destId="{E8BFE0B3-8D41-4B4A-A8F2-D3AC465423E7}" srcOrd="2" destOrd="0" presId="urn:microsoft.com/office/officeart/2018/2/layout/IconVerticalSolidList"/>
    <dgm:cxn modelId="{A40FEAC0-419D-4B5A-9D16-4083F548C4D1}" type="presParOf" srcId="{B9D2F9DD-A3ED-4B6C-8F0A-458E8EBBFEAD}" destId="{B37ECC3C-505D-40EF-90A9-D58B2E08B0D9}" srcOrd="3" destOrd="0" presId="urn:microsoft.com/office/officeart/2018/2/layout/IconVerticalSolidList"/>
    <dgm:cxn modelId="{CDBCFBD1-A667-41A6-A0C9-FC07D003DB16}" type="presParOf" srcId="{D76DBA40-00AA-49E1-A4EB-551626E33BB1}" destId="{D7A24A9D-2DD2-42F5-A820-FA092642DF9E}" srcOrd="1" destOrd="0" presId="urn:microsoft.com/office/officeart/2018/2/layout/IconVerticalSolidList"/>
    <dgm:cxn modelId="{A81F136D-95E3-41EC-8518-00118D93AF54}" type="presParOf" srcId="{D76DBA40-00AA-49E1-A4EB-551626E33BB1}" destId="{0348D544-DF3A-4E23-84DE-73166D90A945}" srcOrd="2" destOrd="0" presId="urn:microsoft.com/office/officeart/2018/2/layout/IconVerticalSolidList"/>
    <dgm:cxn modelId="{B2099707-1D90-46BA-B52D-1D60789A3CD9}" type="presParOf" srcId="{0348D544-DF3A-4E23-84DE-73166D90A945}" destId="{FC95D0C0-435E-4A19-AB18-D66FEB2E7412}" srcOrd="0" destOrd="0" presId="urn:microsoft.com/office/officeart/2018/2/layout/IconVerticalSolidList"/>
    <dgm:cxn modelId="{3F69B506-98DF-4AEF-BAE5-9541F1C9BFE9}" type="presParOf" srcId="{0348D544-DF3A-4E23-84DE-73166D90A945}" destId="{8B5A0736-F872-419D-B9BB-DD79416121F4}" srcOrd="1" destOrd="0" presId="urn:microsoft.com/office/officeart/2018/2/layout/IconVerticalSolidList"/>
    <dgm:cxn modelId="{2F7B3D64-C4F0-4181-93BE-1694DA376385}" type="presParOf" srcId="{0348D544-DF3A-4E23-84DE-73166D90A945}" destId="{347FDD0F-443B-49F4-A9D4-EAEAB4A9B7BA}" srcOrd="2" destOrd="0" presId="urn:microsoft.com/office/officeart/2018/2/layout/IconVerticalSolidList"/>
    <dgm:cxn modelId="{A91C8BA3-3550-480F-B996-967D63B84E58}" type="presParOf" srcId="{0348D544-DF3A-4E23-84DE-73166D90A945}" destId="{AA6EF370-30E5-495E-853A-F50C99F2C119}" srcOrd="3" destOrd="0" presId="urn:microsoft.com/office/officeart/2018/2/layout/IconVerticalSolidList"/>
    <dgm:cxn modelId="{D40B697E-8D19-4423-817E-690F2FCE2639}" type="presParOf" srcId="{D76DBA40-00AA-49E1-A4EB-551626E33BB1}" destId="{95AD6154-4E08-4A0B-97E9-579292AD9EC5}" srcOrd="3" destOrd="0" presId="urn:microsoft.com/office/officeart/2018/2/layout/IconVerticalSolidList"/>
    <dgm:cxn modelId="{2C2E5689-8525-41BB-A9D6-97B7AE0FDBE8}" type="presParOf" srcId="{D76DBA40-00AA-49E1-A4EB-551626E33BB1}" destId="{811D3311-0563-4E6B-8283-3BE368A15419}" srcOrd="4" destOrd="0" presId="urn:microsoft.com/office/officeart/2018/2/layout/IconVerticalSolidList"/>
    <dgm:cxn modelId="{F8F444DC-BFA2-4B62-A25B-2769C8790CB4}" type="presParOf" srcId="{811D3311-0563-4E6B-8283-3BE368A15419}" destId="{FCCBAF3B-E3DB-41E4-BB5D-76E7B5098D41}" srcOrd="0" destOrd="0" presId="urn:microsoft.com/office/officeart/2018/2/layout/IconVerticalSolidList"/>
    <dgm:cxn modelId="{CFE717F5-E6B2-4A8F-876D-79095F2900EF}" type="presParOf" srcId="{811D3311-0563-4E6B-8283-3BE368A15419}" destId="{C2C609A9-0B1C-431C-8D6B-038984EC4849}" srcOrd="1" destOrd="0" presId="urn:microsoft.com/office/officeart/2018/2/layout/IconVerticalSolidList"/>
    <dgm:cxn modelId="{B89F3D16-8B81-459B-B902-E8955B30D7E4}" type="presParOf" srcId="{811D3311-0563-4E6B-8283-3BE368A15419}" destId="{69AE3686-6E54-42DB-9074-2A9550C3AB4F}" srcOrd="2" destOrd="0" presId="urn:microsoft.com/office/officeart/2018/2/layout/IconVerticalSolidList"/>
    <dgm:cxn modelId="{45178C00-EC38-40A1-9637-4D3F1AFD4271}" type="presParOf" srcId="{811D3311-0563-4E6B-8283-3BE368A15419}" destId="{1D52022F-D44C-4906-8440-DAA5B29A89B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405F1E5-4458-45BD-9138-929500228277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FB07A78-22B5-4930-91F1-5FF608752BD9}">
      <dgm:prSet/>
      <dgm:spPr/>
      <dgm:t>
        <a:bodyPr/>
        <a:lstStyle/>
        <a:p>
          <a:pPr>
            <a:defRPr b="1"/>
          </a:pPr>
          <a:r>
            <a:rPr lang="en-US"/>
            <a:t>Hive supports ORDER BY, but its result differs from SQL's</a:t>
          </a:r>
        </a:p>
      </dgm:t>
    </dgm:pt>
    <dgm:pt modelId="{04E304F1-6EB8-426F-9531-F3498CC1AE0F}" type="parTrans" cxnId="{1372815F-98C6-4948-A758-EE8B2C240ED1}">
      <dgm:prSet/>
      <dgm:spPr/>
      <dgm:t>
        <a:bodyPr/>
        <a:lstStyle/>
        <a:p>
          <a:endParaRPr lang="en-US"/>
        </a:p>
      </dgm:t>
    </dgm:pt>
    <dgm:pt modelId="{0B8D2C02-B2DC-471C-8EDB-D075BF6165ED}" type="sibTrans" cxnId="{1372815F-98C6-4948-A758-EE8B2C240ED1}">
      <dgm:prSet/>
      <dgm:spPr/>
      <dgm:t>
        <a:bodyPr/>
        <a:lstStyle/>
        <a:p>
          <a:endParaRPr lang="en-US"/>
        </a:p>
      </dgm:t>
    </dgm:pt>
    <dgm:pt modelId="{9B42F6C1-284E-44D3-92D7-D62FE7C643F8}">
      <dgm:prSet/>
      <dgm:spPr/>
      <dgm:t>
        <a:bodyPr/>
        <a:lstStyle/>
        <a:p>
          <a:r>
            <a:rPr lang="en-US"/>
            <a:t>Only one Reduce step is applied and partial results are broadcast and combined</a:t>
          </a:r>
        </a:p>
      </dgm:t>
    </dgm:pt>
    <dgm:pt modelId="{76438797-4701-4098-8889-879767B87435}" type="parTrans" cxnId="{5320FCDE-436B-4B5A-82BB-3BE5A2E30BE0}">
      <dgm:prSet/>
      <dgm:spPr/>
      <dgm:t>
        <a:bodyPr/>
        <a:lstStyle/>
        <a:p>
          <a:endParaRPr lang="en-US"/>
        </a:p>
      </dgm:t>
    </dgm:pt>
    <dgm:pt modelId="{C85CECD2-2D7E-4346-A7C2-862B3F754C48}" type="sibTrans" cxnId="{5320FCDE-436B-4B5A-82BB-3BE5A2E30BE0}">
      <dgm:prSet/>
      <dgm:spPr/>
      <dgm:t>
        <a:bodyPr/>
        <a:lstStyle/>
        <a:p>
          <a:endParaRPr lang="en-US"/>
        </a:p>
      </dgm:t>
    </dgm:pt>
    <dgm:pt modelId="{623E8611-5B5F-4893-96FD-75EEA153C0FC}">
      <dgm:prSet/>
      <dgm:spPr/>
      <dgm:t>
        <a:bodyPr/>
        <a:lstStyle/>
        <a:p>
          <a:r>
            <a:rPr lang="en-US"/>
            <a:t>No need for any intermediate files</a:t>
          </a:r>
        </a:p>
      </dgm:t>
    </dgm:pt>
    <dgm:pt modelId="{378C2A3A-CE3B-47E5-9F18-D54BEABB906C}" type="parTrans" cxnId="{858F25E6-718C-4660-B5EA-C8D117CA2913}">
      <dgm:prSet/>
      <dgm:spPr/>
      <dgm:t>
        <a:bodyPr/>
        <a:lstStyle/>
        <a:p>
          <a:endParaRPr lang="en-US"/>
        </a:p>
      </dgm:t>
    </dgm:pt>
    <dgm:pt modelId="{8BD51C90-F6AD-4478-BB3B-8E17FF5D0A52}" type="sibTrans" cxnId="{858F25E6-718C-4660-B5EA-C8D117CA2913}">
      <dgm:prSet/>
      <dgm:spPr/>
      <dgm:t>
        <a:bodyPr/>
        <a:lstStyle/>
        <a:p>
          <a:endParaRPr lang="en-US"/>
        </a:p>
      </dgm:t>
    </dgm:pt>
    <dgm:pt modelId="{A0485B52-D22E-4193-9341-F1938255CA62}">
      <dgm:prSet/>
      <dgm:spPr/>
      <dgm:t>
        <a:bodyPr/>
        <a:lstStyle/>
        <a:p>
          <a:r>
            <a:rPr lang="en-US"/>
            <a:t>This allows optimization to a single MapReduce step</a:t>
          </a:r>
        </a:p>
      </dgm:t>
    </dgm:pt>
    <dgm:pt modelId="{6F7B8172-C5D4-4972-B2A3-CBFDB5BFD357}" type="parTrans" cxnId="{C5C91162-3FF5-4ECA-B6F6-AFE9EA8D30B2}">
      <dgm:prSet/>
      <dgm:spPr/>
      <dgm:t>
        <a:bodyPr/>
        <a:lstStyle/>
        <a:p>
          <a:endParaRPr lang="en-US"/>
        </a:p>
      </dgm:t>
    </dgm:pt>
    <dgm:pt modelId="{D99B4649-4C4B-4883-B86F-7C7ECC4E358B}" type="sibTrans" cxnId="{C5C91162-3FF5-4ECA-B6F6-AFE9EA8D30B2}">
      <dgm:prSet/>
      <dgm:spPr/>
      <dgm:t>
        <a:bodyPr/>
        <a:lstStyle/>
        <a:p>
          <a:endParaRPr lang="en-US"/>
        </a:p>
      </dgm:t>
    </dgm:pt>
    <dgm:pt modelId="{DF4CAC02-2FA1-435B-BCAB-9E565FEAB37B}">
      <dgm:prSet/>
      <dgm:spPr/>
      <dgm:t>
        <a:bodyPr/>
        <a:lstStyle/>
        <a:p>
          <a:pPr>
            <a:defRPr b="1"/>
          </a:pPr>
          <a:r>
            <a:rPr lang="en-US"/>
            <a:t>Hive also supports SORT BY with multiple fields</a:t>
          </a:r>
        </a:p>
      </dgm:t>
    </dgm:pt>
    <dgm:pt modelId="{26CD5DAF-AB41-4A77-9A1E-5DFA7C801100}" type="parTrans" cxnId="{0738E82E-D4B1-463D-AB80-C9C69AF9EA22}">
      <dgm:prSet/>
      <dgm:spPr/>
      <dgm:t>
        <a:bodyPr/>
        <a:lstStyle/>
        <a:p>
          <a:endParaRPr lang="en-US"/>
        </a:p>
      </dgm:t>
    </dgm:pt>
    <dgm:pt modelId="{CC2ACB58-A071-4656-8372-D6D7F0D2F8E2}" type="sibTrans" cxnId="{0738E82E-D4B1-463D-AB80-C9C69AF9EA22}">
      <dgm:prSet/>
      <dgm:spPr/>
      <dgm:t>
        <a:bodyPr/>
        <a:lstStyle/>
        <a:p>
          <a:endParaRPr lang="en-US"/>
        </a:p>
      </dgm:t>
    </dgm:pt>
    <dgm:pt modelId="{7F450006-69F7-4086-B374-E72AFC703FC8}">
      <dgm:prSet/>
      <dgm:spPr/>
      <dgm:t>
        <a:bodyPr/>
        <a:lstStyle/>
        <a:p>
          <a:r>
            <a:rPr lang="en-US"/>
            <a:t>Produces a "total ordering" of all results</a:t>
          </a:r>
        </a:p>
      </dgm:t>
    </dgm:pt>
    <dgm:pt modelId="{D79D08D1-9B19-45E9-82BA-332A7A473E67}" type="parTrans" cxnId="{630149E9-AE90-4EAF-BBD8-6C1942EE5016}">
      <dgm:prSet/>
      <dgm:spPr/>
      <dgm:t>
        <a:bodyPr/>
        <a:lstStyle/>
        <a:p>
          <a:endParaRPr lang="en-US"/>
        </a:p>
      </dgm:t>
    </dgm:pt>
    <dgm:pt modelId="{AD05DD96-2008-47FC-B9A0-8C75D9D52D9B}" type="sibTrans" cxnId="{630149E9-AE90-4EAF-BBD8-6C1942EE5016}">
      <dgm:prSet/>
      <dgm:spPr/>
      <dgm:t>
        <a:bodyPr/>
        <a:lstStyle/>
        <a:p>
          <a:endParaRPr lang="en-US"/>
        </a:p>
      </dgm:t>
    </dgm:pt>
    <dgm:pt modelId="{B6070B42-0E37-46B0-9C72-CBF03E3821DC}">
      <dgm:prSet/>
      <dgm:spPr/>
      <dgm:t>
        <a:bodyPr/>
        <a:lstStyle/>
        <a:p>
          <a:r>
            <a:rPr lang="en-US"/>
            <a:t>Might require multiple MapReduce operations</a:t>
          </a:r>
        </a:p>
      </dgm:t>
    </dgm:pt>
    <dgm:pt modelId="{FF07532C-34FD-49D6-9C8A-6FF464BC1104}" type="parTrans" cxnId="{F44AF259-FC60-4F0D-B100-CE1A91A92008}">
      <dgm:prSet/>
      <dgm:spPr/>
      <dgm:t>
        <a:bodyPr/>
        <a:lstStyle/>
        <a:p>
          <a:endParaRPr lang="en-US"/>
        </a:p>
      </dgm:t>
    </dgm:pt>
    <dgm:pt modelId="{A4BE71E6-1052-4C8D-9041-93169D2E65E0}" type="sibTrans" cxnId="{F44AF259-FC60-4F0D-B100-CE1A91A92008}">
      <dgm:prSet/>
      <dgm:spPr/>
      <dgm:t>
        <a:bodyPr/>
        <a:lstStyle/>
        <a:p>
          <a:endParaRPr lang="en-US"/>
        </a:p>
      </dgm:t>
    </dgm:pt>
    <dgm:pt modelId="{B5551D54-C66F-4648-AD4E-7993BF530B25}">
      <dgm:prSet/>
      <dgm:spPr/>
      <dgm:t>
        <a:bodyPr/>
        <a:lstStyle/>
        <a:p>
          <a:r>
            <a:rPr lang="en-US"/>
            <a:t>Might materialize several intermediate tables</a:t>
          </a:r>
        </a:p>
      </dgm:t>
    </dgm:pt>
    <dgm:pt modelId="{B5B18C08-3FEB-42DA-9496-B4AE74A4783C}" type="parTrans" cxnId="{33F6820D-5024-488C-968C-03DE4A54DF9B}">
      <dgm:prSet/>
      <dgm:spPr/>
      <dgm:t>
        <a:bodyPr/>
        <a:lstStyle/>
        <a:p>
          <a:endParaRPr lang="en-US"/>
        </a:p>
      </dgm:t>
    </dgm:pt>
    <dgm:pt modelId="{3D9EC4EE-B793-4927-BA80-E8DECF36E832}" type="sibTrans" cxnId="{33F6820D-5024-488C-968C-03DE4A54DF9B}">
      <dgm:prSet/>
      <dgm:spPr/>
      <dgm:t>
        <a:bodyPr/>
        <a:lstStyle/>
        <a:p>
          <a:endParaRPr lang="en-US"/>
        </a:p>
      </dgm:t>
    </dgm:pt>
    <dgm:pt modelId="{29744FA1-746F-42DA-AAF4-A39C980C166F}" type="pres">
      <dgm:prSet presAssocID="{5405F1E5-4458-45BD-9138-929500228277}" presName="root" presStyleCnt="0">
        <dgm:presLayoutVars>
          <dgm:dir/>
          <dgm:resizeHandles val="exact"/>
        </dgm:presLayoutVars>
      </dgm:prSet>
      <dgm:spPr/>
    </dgm:pt>
    <dgm:pt modelId="{ADA2B32C-690D-413B-8FC4-72814567B6A6}" type="pres">
      <dgm:prSet presAssocID="{AFB07A78-22B5-4930-91F1-5FF608752BD9}" presName="compNode" presStyleCnt="0"/>
      <dgm:spPr/>
    </dgm:pt>
    <dgm:pt modelId="{E55A81BC-CD0F-43CF-AE5D-5557D98B0BA1}" type="pres">
      <dgm:prSet presAssocID="{AFB07A78-22B5-4930-91F1-5FF608752BD9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0377CBC-846A-4297-AC1F-E9FEF7CF93A6}" type="pres">
      <dgm:prSet presAssocID="{AFB07A78-22B5-4930-91F1-5FF608752BD9}" presName="iconSpace" presStyleCnt="0"/>
      <dgm:spPr/>
    </dgm:pt>
    <dgm:pt modelId="{5B00FAF0-5453-4BB6-BE5E-188BC2D8B746}" type="pres">
      <dgm:prSet presAssocID="{AFB07A78-22B5-4930-91F1-5FF608752BD9}" presName="parTx" presStyleLbl="revTx" presStyleIdx="0" presStyleCnt="4">
        <dgm:presLayoutVars>
          <dgm:chMax val="0"/>
          <dgm:chPref val="0"/>
        </dgm:presLayoutVars>
      </dgm:prSet>
      <dgm:spPr/>
    </dgm:pt>
    <dgm:pt modelId="{3F515387-F10E-4B0B-858F-827D38329939}" type="pres">
      <dgm:prSet presAssocID="{AFB07A78-22B5-4930-91F1-5FF608752BD9}" presName="txSpace" presStyleCnt="0"/>
      <dgm:spPr/>
    </dgm:pt>
    <dgm:pt modelId="{33A8611C-08F0-44AF-86B4-D5BED3B1ACE4}" type="pres">
      <dgm:prSet presAssocID="{AFB07A78-22B5-4930-91F1-5FF608752BD9}" presName="desTx" presStyleLbl="revTx" presStyleIdx="1" presStyleCnt="4">
        <dgm:presLayoutVars/>
      </dgm:prSet>
      <dgm:spPr/>
    </dgm:pt>
    <dgm:pt modelId="{697C7C43-8E21-4796-9B52-3FABF341A804}" type="pres">
      <dgm:prSet presAssocID="{0B8D2C02-B2DC-471C-8EDB-D075BF6165ED}" presName="sibTrans" presStyleCnt="0"/>
      <dgm:spPr/>
    </dgm:pt>
    <dgm:pt modelId="{4EE2C1C9-42A0-4EF2-946E-17472A7B0B32}" type="pres">
      <dgm:prSet presAssocID="{DF4CAC02-2FA1-435B-BCAB-9E565FEAB37B}" presName="compNode" presStyleCnt="0"/>
      <dgm:spPr/>
    </dgm:pt>
    <dgm:pt modelId="{A9F3FF98-5DF8-4935-A968-E648C5FD0147}" type="pres">
      <dgm:prSet presAssocID="{DF4CAC02-2FA1-435B-BCAB-9E565FEAB37B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5B2A052-E720-4030-9EEC-89FA7EDB4F57}" type="pres">
      <dgm:prSet presAssocID="{DF4CAC02-2FA1-435B-BCAB-9E565FEAB37B}" presName="iconSpace" presStyleCnt="0"/>
      <dgm:spPr/>
    </dgm:pt>
    <dgm:pt modelId="{BDFA2D84-A486-4272-B8BC-34F0C16C82DD}" type="pres">
      <dgm:prSet presAssocID="{DF4CAC02-2FA1-435B-BCAB-9E565FEAB37B}" presName="parTx" presStyleLbl="revTx" presStyleIdx="2" presStyleCnt="4">
        <dgm:presLayoutVars>
          <dgm:chMax val="0"/>
          <dgm:chPref val="0"/>
        </dgm:presLayoutVars>
      </dgm:prSet>
      <dgm:spPr/>
    </dgm:pt>
    <dgm:pt modelId="{61112C41-0291-4477-AF70-BEB483DBB99B}" type="pres">
      <dgm:prSet presAssocID="{DF4CAC02-2FA1-435B-BCAB-9E565FEAB37B}" presName="txSpace" presStyleCnt="0"/>
      <dgm:spPr/>
    </dgm:pt>
    <dgm:pt modelId="{89EFDBAA-3252-4EAB-8E40-1BE3B8E3EBA3}" type="pres">
      <dgm:prSet presAssocID="{DF4CAC02-2FA1-435B-BCAB-9E565FEAB37B}" presName="desTx" presStyleLbl="revTx" presStyleIdx="3" presStyleCnt="4">
        <dgm:presLayoutVars/>
      </dgm:prSet>
      <dgm:spPr/>
    </dgm:pt>
  </dgm:ptLst>
  <dgm:cxnLst>
    <dgm:cxn modelId="{33F6820D-5024-488C-968C-03DE4A54DF9B}" srcId="{DF4CAC02-2FA1-435B-BCAB-9E565FEAB37B}" destId="{B5551D54-C66F-4648-AD4E-7993BF530B25}" srcOrd="2" destOrd="0" parTransId="{B5B18C08-3FEB-42DA-9496-B4AE74A4783C}" sibTransId="{3D9EC4EE-B793-4927-BA80-E8DECF36E832}"/>
    <dgm:cxn modelId="{5C21DC11-E5A2-4180-9184-E7B46E36B0F1}" type="presOf" srcId="{B6070B42-0E37-46B0-9C72-CBF03E3821DC}" destId="{89EFDBAA-3252-4EAB-8E40-1BE3B8E3EBA3}" srcOrd="0" destOrd="1" presId="urn:microsoft.com/office/officeart/2018/2/layout/IconLabelDescriptionList"/>
    <dgm:cxn modelId="{0738E82E-D4B1-463D-AB80-C9C69AF9EA22}" srcId="{5405F1E5-4458-45BD-9138-929500228277}" destId="{DF4CAC02-2FA1-435B-BCAB-9E565FEAB37B}" srcOrd="1" destOrd="0" parTransId="{26CD5DAF-AB41-4A77-9A1E-5DFA7C801100}" sibTransId="{CC2ACB58-A071-4656-8372-D6D7F0D2F8E2}"/>
    <dgm:cxn modelId="{F44AF259-FC60-4F0D-B100-CE1A91A92008}" srcId="{DF4CAC02-2FA1-435B-BCAB-9E565FEAB37B}" destId="{B6070B42-0E37-46B0-9C72-CBF03E3821DC}" srcOrd="1" destOrd="0" parTransId="{FF07532C-34FD-49D6-9C8A-6FF464BC1104}" sibTransId="{A4BE71E6-1052-4C8D-9041-93169D2E65E0}"/>
    <dgm:cxn modelId="{15FCF65A-26E3-4225-9906-D38512FCCFB3}" type="presOf" srcId="{5405F1E5-4458-45BD-9138-929500228277}" destId="{29744FA1-746F-42DA-AAF4-A39C980C166F}" srcOrd="0" destOrd="0" presId="urn:microsoft.com/office/officeart/2018/2/layout/IconLabelDescriptionList"/>
    <dgm:cxn modelId="{1372815F-98C6-4948-A758-EE8B2C240ED1}" srcId="{5405F1E5-4458-45BD-9138-929500228277}" destId="{AFB07A78-22B5-4930-91F1-5FF608752BD9}" srcOrd="0" destOrd="0" parTransId="{04E304F1-6EB8-426F-9531-F3498CC1AE0F}" sibTransId="{0B8D2C02-B2DC-471C-8EDB-D075BF6165ED}"/>
    <dgm:cxn modelId="{C5C91162-3FF5-4ECA-B6F6-AFE9EA8D30B2}" srcId="{AFB07A78-22B5-4930-91F1-5FF608752BD9}" destId="{A0485B52-D22E-4193-9341-F1938255CA62}" srcOrd="2" destOrd="0" parTransId="{6F7B8172-C5D4-4972-B2A3-CBFDB5BFD357}" sibTransId="{D99B4649-4C4B-4883-B86F-7C7ECC4E358B}"/>
    <dgm:cxn modelId="{7B9F1C74-383C-4EFA-B44F-3AF6D96C1D3D}" type="presOf" srcId="{B5551D54-C66F-4648-AD4E-7993BF530B25}" destId="{89EFDBAA-3252-4EAB-8E40-1BE3B8E3EBA3}" srcOrd="0" destOrd="2" presId="urn:microsoft.com/office/officeart/2018/2/layout/IconLabelDescriptionList"/>
    <dgm:cxn modelId="{7ECC487C-BD12-4A31-8766-9A11D3091BA6}" type="presOf" srcId="{623E8611-5B5F-4893-96FD-75EEA153C0FC}" destId="{33A8611C-08F0-44AF-86B4-D5BED3B1ACE4}" srcOrd="0" destOrd="1" presId="urn:microsoft.com/office/officeart/2018/2/layout/IconLabelDescriptionList"/>
    <dgm:cxn modelId="{AE92DD84-40E8-4421-89FC-B9BDE2109926}" type="presOf" srcId="{AFB07A78-22B5-4930-91F1-5FF608752BD9}" destId="{5B00FAF0-5453-4BB6-BE5E-188BC2D8B746}" srcOrd="0" destOrd="0" presId="urn:microsoft.com/office/officeart/2018/2/layout/IconLabelDescriptionList"/>
    <dgm:cxn modelId="{1CA174A1-0F17-4572-A88D-A382DC9C648C}" type="presOf" srcId="{7F450006-69F7-4086-B374-E72AFC703FC8}" destId="{89EFDBAA-3252-4EAB-8E40-1BE3B8E3EBA3}" srcOrd="0" destOrd="0" presId="urn:microsoft.com/office/officeart/2018/2/layout/IconLabelDescriptionList"/>
    <dgm:cxn modelId="{8906CAB6-B563-4AF3-B203-32168135A619}" type="presOf" srcId="{DF4CAC02-2FA1-435B-BCAB-9E565FEAB37B}" destId="{BDFA2D84-A486-4272-B8BC-34F0C16C82DD}" srcOrd="0" destOrd="0" presId="urn:microsoft.com/office/officeart/2018/2/layout/IconLabelDescriptionList"/>
    <dgm:cxn modelId="{5320FCDE-436B-4B5A-82BB-3BE5A2E30BE0}" srcId="{AFB07A78-22B5-4930-91F1-5FF608752BD9}" destId="{9B42F6C1-284E-44D3-92D7-D62FE7C643F8}" srcOrd="0" destOrd="0" parTransId="{76438797-4701-4098-8889-879767B87435}" sibTransId="{C85CECD2-2D7E-4346-A7C2-862B3F754C48}"/>
    <dgm:cxn modelId="{858F25E6-718C-4660-B5EA-C8D117CA2913}" srcId="{AFB07A78-22B5-4930-91F1-5FF608752BD9}" destId="{623E8611-5B5F-4893-96FD-75EEA153C0FC}" srcOrd="1" destOrd="0" parTransId="{378C2A3A-CE3B-47E5-9F18-D54BEABB906C}" sibTransId="{8BD51C90-F6AD-4478-BB3B-8E17FF5D0A52}"/>
    <dgm:cxn modelId="{630149E9-AE90-4EAF-BBD8-6C1942EE5016}" srcId="{DF4CAC02-2FA1-435B-BCAB-9E565FEAB37B}" destId="{7F450006-69F7-4086-B374-E72AFC703FC8}" srcOrd="0" destOrd="0" parTransId="{D79D08D1-9B19-45E9-82BA-332A7A473E67}" sibTransId="{AD05DD96-2008-47FC-B9A0-8C75D9D52D9B}"/>
    <dgm:cxn modelId="{95AFDAEB-BB76-4ABC-80A4-D7060FE81852}" type="presOf" srcId="{9B42F6C1-284E-44D3-92D7-D62FE7C643F8}" destId="{33A8611C-08F0-44AF-86B4-D5BED3B1ACE4}" srcOrd="0" destOrd="0" presId="urn:microsoft.com/office/officeart/2018/2/layout/IconLabelDescriptionList"/>
    <dgm:cxn modelId="{B484DEF5-639F-4156-8F48-D3BFD8CA9C36}" type="presOf" srcId="{A0485B52-D22E-4193-9341-F1938255CA62}" destId="{33A8611C-08F0-44AF-86B4-D5BED3B1ACE4}" srcOrd="0" destOrd="2" presId="urn:microsoft.com/office/officeart/2018/2/layout/IconLabelDescriptionList"/>
    <dgm:cxn modelId="{A3F21A26-1E20-44AB-BE97-0D1D4AED6784}" type="presParOf" srcId="{29744FA1-746F-42DA-AAF4-A39C980C166F}" destId="{ADA2B32C-690D-413B-8FC4-72814567B6A6}" srcOrd="0" destOrd="0" presId="urn:microsoft.com/office/officeart/2018/2/layout/IconLabelDescriptionList"/>
    <dgm:cxn modelId="{74386F68-4EFA-4998-96B4-3663339B968A}" type="presParOf" srcId="{ADA2B32C-690D-413B-8FC4-72814567B6A6}" destId="{E55A81BC-CD0F-43CF-AE5D-5557D98B0BA1}" srcOrd="0" destOrd="0" presId="urn:microsoft.com/office/officeart/2018/2/layout/IconLabelDescriptionList"/>
    <dgm:cxn modelId="{D098EFF3-A4FE-42DB-95AB-5EB674F64470}" type="presParOf" srcId="{ADA2B32C-690D-413B-8FC4-72814567B6A6}" destId="{30377CBC-846A-4297-AC1F-E9FEF7CF93A6}" srcOrd="1" destOrd="0" presId="urn:microsoft.com/office/officeart/2018/2/layout/IconLabelDescriptionList"/>
    <dgm:cxn modelId="{92E29699-DF90-4B3A-9603-73673C12FC8A}" type="presParOf" srcId="{ADA2B32C-690D-413B-8FC4-72814567B6A6}" destId="{5B00FAF0-5453-4BB6-BE5E-188BC2D8B746}" srcOrd="2" destOrd="0" presId="urn:microsoft.com/office/officeart/2018/2/layout/IconLabelDescriptionList"/>
    <dgm:cxn modelId="{AE4DD244-09DC-4BE5-A52C-149F988D6158}" type="presParOf" srcId="{ADA2B32C-690D-413B-8FC4-72814567B6A6}" destId="{3F515387-F10E-4B0B-858F-827D38329939}" srcOrd="3" destOrd="0" presId="urn:microsoft.com/office/officeart/2018/2/layout/IconLabelDescriptionList"/>
    <dgm:cxn modelId="{64E1FE64-F61F-4807-A33C-F586D20E95D6}" type="presParOf" srcId="{ADA2B32C-690D-413B-8FC4-72814567B6A6}" destId="{33A8611C-08F0-44AF-86B4-D5BED3B1ACE4}" srcOrd="4" destOrd="0" presId="urn:microsoft.com/office/officeart/2018/2/layout/IconLabelDescriptionList"/>
    <dgm:cxn modelId="{2F3BB1A2-0E4C-4171-B596-22C5BD012BC7}" type="presParOf" srcId="{29744FA1-746F-42DA-AAF4-A39C980C166F}" destId="{697C7C43-8E21-4796-9B52-3FABF341A804}" srcOrd="1" destOrd="0" presId="urn:microsoft.com/office/officeart/2018/2/layout/IconLabelDescriptionList"/>
    <dgm:cxn modelId="{74628C81-EEEF-444D-82C8-E3A3919DECB6}" type="presParOf" srcId="{29744FA1-746F-42DA-AAF4-A39C980C166F}" destId="{4EE2C1C9-42A0-4EF2-946E-17472A7B0B32}" srcOrd="2" destOrd="0" presId="urn:microsoft.com/office/officeart/2018/2/layout/IconLabelDescriptionList"/>
    <dgm:cxn modelId="{10DCC5AC-A26E-486D-BF3E-6D8D28DF6B9A}" type="presParOf" srcId="{4EE2C1C9-42A0-4EF2-946E-17472A7B0B32}" destId="{A9F3FF98-5DF8-4935-A968-E648C5FD0147}" srcOrd="0" destOrd="0" presId="urn:microsoft.com/office/officeart/2018/2/layout/IconLabelDescriptionList"/>
    <dgm:cxn modelId="{A63A96AA-FD67-415D-A9A0-A5A4F08BFDE7}" type="presParOf" srcId="{4EE2C1C9-42A0-4EF2-946E-17472A7B0B32}" destId="{25B2A052-E720-4030-9EEC-89FA7EDB4F57}" srcOrd="1" destOrd="0" presId="urn:microsoft.com/office/officeart/2018/2/layout/IconLabelDescriptionList"/>
    <dgm:cxn modelId="{400B0879-201F-4999-8F0B-F426C46A3694}" type="presParOf" srcId="{4EE2C1C9-42A0-4EF2-946E-17472A7B0B32}" destId="{BDFA2D84-A486-4272-B8BC-34F0C16C82DD}" srcOrd="2" destOrd="0" presId="urn:microsoft.com/office/officeart/2018/2/layout/IconLabelDescriptionList"/>
    <dgm:cxn modelId="{9DC369C4-D8F6-4851-8D52-057B07685EBC}" type="presParOf" srcId="{4EE2C1C9-42A0-4EF2-946E-17472A7B0B32}" destId="{61112C41-0291-4477-AF70-BEB483DBB99B}" srcOrd="3" destOrd="0" presId="urn:microsoft.com/office/officeart/2018/2/layout/IconLabelDescriptionList"/>
    <dgm:cxn modelId="{DE25C8D6-F05B-4379-A965-EB4C4737F15A}" type="presParOf" srcId="{4EE2C1C9-42A0-4EF2-946E-17472A7B0B32}" destId="{89EFDBAA-3252-4EAB-8E40-1BE3B8E3EBA3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BA2FFF8-A2A3-47B5-A9B4-059EAFAE44BD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5B5FCB8-F8EA-47CE-B94F-945C7935A5E4}">
      <dgm:prSet/>
      <dgm:spPr/>
      <dgm:t>
        <a:bodyPr/>
        <a:lstStyle/>
        <a:p>
          <a:r>
            <a:rPr lang="en-US"/>
            <a:t>hive&gt; SELECT * FROM customers;</a:t>
          </a:r>
        </a:p>
      </dgm:t>
    </dgm:pt>
    <dgm:pt modelId="{055EBDB6-BA53-46C8-839F-8C6826046634}" type="parTrans" cxnId="{F11FC5A2-FAA9-4B71-88A8-853D1DC797CF}">
      <dgm:prSet/>
      <dgm:spPr/>
      <dgm:t>
        <a:bodyPr/>
        <a:lstStyle/>
        <a:p>
          <a:endParaRPr lang="en-US"/>
        </a:p>
      </dgm:t>
    </dgm:pt>
    <dgm:pt modelId="{090B052E-1D1A-49B8-BDA4-80A90EBD3BB9}" type="sibTrans" cxnId="{F11FC5A2-FAA9-4B71-88A8-853D1DC797CF}">
      <dgm:prSet/>
      <dgm:spPr/>
      <dgm:t>
        <a:bodyPr/>
        <a:lstStyle/>
        <a:p>
          <a:endParaRPr lang="en-US"/>
        </a:p>
      </dgm:t>
    </dgm:pt>
    <dgm:pt modelId="{142C3901-BD0A-4FF2-A859-96C327D8E486}">
      <dgm:prSet/>
      <dgm:spPr/>
      <dgm:t>
        <a:bodyPr/>
        <a:lstStyle/>
        <a:p>
          <a:r>
            <a:rPr lang="en-US"/>
            <a:t>hive&gt; SELECT COUNT(*) FROM customers; hive&gt;</a:t>
          </a:r>
        </a:p>
      </dgm:t>
    </dgm:pt>
    <dgm:pt modelId="{AD0352D2-84EE-4EDD-8E71-BC957E83F77F}" type="parTrans" cxnId="{8BDA1EBB-165D-4C79-91B5-8B0FC0C3516F}">
      <dgm:prSet/>
      <dgm:spPr/>
      <dgm:t>
        <a:bodyPr/>
        <a:lstStyle/>
        <a:p>
          <a:endParaRPr lang="en-US"/>
        </a:p>
      </dgm:t>
    </dgm:pt>
    <dgm:pt modelId="{1EA66ECB-C21E-4123-B9CA-8EEC6CD82513}" type="sibTrans" cxnId="{8BDA1EBB-165D-4C79-91B5-8B0FC0C3516F}">
      <dgm:prSet/>
      <dgm:spPr/>
      <dgm:t>
        <a:bodyPr/>
        <a:lstStyle/>
        <a:p>
          <a:endParaRPr lang="en-US"/>
        </a:p>
      </dgm:t>
    </dgm:pt>
    <dgm:pt modelId="{E877A9CF-8C00-41B2-B131-E7D3FCC67410}">
      <dgm:prSet/>
      <dgm:spPr/>
      <dgm:t>
        <a:bodyPr/>
        <a:lstStyle/>
        <a:p>
          <a:r>
            <a:rPr lang="en-US"/>
            <a:t>hive&gt; SELECT first, last, address, zip FROM customers hive&gt; WHERE orderID &gt; 0</a:t>
          </a:r>
        </a:p>
      </dgm:t>
    </dgm:pt>
    <dgm:pt modelId="{97A5B9C1-A3BC-4ED8-90C0-32C765244414}" type="parTrans" cxnId="{75139D44-78E6-4051-B095-6BEC37F36BEB}">
      <dgm:prSet/>
      <dgm:spPr/>
      <dgm:t>
        <a:bodyPr/>
        <a:lstStyle/>
        <a:p>
          <a:endParaRPr lang="en-US"/>
        </a:p>
      </dgm:t>
    </dgm:pt>
    <dgm:pt modelId="{17764025-8CB5-46AE-B046-5EDFC7B84AEC}" type="sibTrans" cxnId="{75139D44-78E6-4051-B095-6BEC37F36BEB}">
      <dgm:prSet/>
      <dgm:spPr/>
      <dgm:t>
        <a:bodyPr/>
        <a:lstStyle/>
        <a:p>
          <a:endParaRPr lang="en-US"/>
        </a:p>
      </dgm:t>
    </dgm:pt>
    <dgm:pt modelId="{2DB82EA9-27DE-440E-A148-AD47D79DB18F}">
      <dgm:prSet/>
      <dgm:spPr/>
      <dgm:t>
        <a:bodyPr/>
        <a:lstStyle/>
        <a:p>
          <a:r>
            <a:rPr lang="en-US"/>
            <a:t>hive&gt; GROUP BY zip; hive&gt;</a:t>
          </a:r>
        </a:p>
      </dgm:t>
    </dgm:pt>
    <dgm:pt modelId="{428D5DB3-F5D7-420E-B398-F4F85A93FE62}" type="parTrans" cxnId="{60527BD6-8047-4993-98A7-01B830182FE0}">
      <dgm:prSet/>
      <dgm:spPr/>
      <dgm:t>
        <a:bodyPr/>
        <a:lstStyle/>
        <a:p>
          <a:endParaRPr lang="en-US"/>
        </a:p>
      </dgm:t>
    </dgm:pt>
    <dgm:pt modelId="{6434F8D6-742C-4121-A9D3-A34692FC15C8}" type="sibTrans" cxnId="{60527BD6-8047-4993-98A7-01B830182FE0}">
      <dgm:prSet/>
      <dgm:spPr/>
      <dgm:t>
        <a:bodyPr/>
        <a:lstStyle/>
        <a:p>
          <a:endParaRPr lang="en-US"/>
        </a:p>
      </dgm:t>
    </dgm:pt>
    <dgm:pt modelId="{A0FF9AA8-833F-4CF7-B504-ABDF0205744D}">
      <dgm:prSet/>
      <dgm:spPr/>
      <dgm:t>
        <a:bodyPr/>
        <a:lstStyle/>
        <a:p>
          <a:r>
            <a:rPr lang="en-US"/>
            <a:t>hive&gt; SELECT customers.*, orders.* hive&gt; FROM customers JOIN orders</a:t>
          </a:r>
        </a:p>
      </dgm:t>
    </dgm:pt>
    <dgm:pt modelId="{04AEAA84-BEE5-4784-AC14-D2135195AE3A}" type="parTrans" cxnId="{9BFBD4D1-9065-4883-B494-F0B7778ED6F0}">
      <dgm:prSet/>
      <dgm:spPr/>
      <dgm:t>
        <a:bodyPr/>
        <a:lstStyle/>
        <a:p>
          <a:endParaRPr lang="en-US"/>
        </a:p>
      </dgm:t>
    </dgm:pt>
    <dgm:pt modelId="{246FE1EA-1B04-4BC1-BDED-25B5E39878E6}" type="sibTrans" cxnId="{9BFBD4D1-9065-4883-B494-F0B7778ED6F0}">
      <dgm:prSet/>
      <dgm:spPr/>
      <dgm:t>
        <a:bodyPr/>
        <a:lstStyle/>
        <a:p>
          <a:endParaRPr lang="en-US"/>
        </a:p>
      </dgm:t>
    </dgm:pt>
    <dgm:pt modelId="{61DE9A9E-7A0E-4661-9C1B-241F923F55EA}">
      <dgm:prSet/>
      <dgm:spPr/>
      <dgm:t>
        <a:bodyPr/>
        <a:lstStyle/>
        <a:p>
          <a:r>
            <a:rPr lang="en-US"/>
            <a:t>hive&gt;	ON (customers.customerID – orders.customerID); hive&gt;</a:t>
          </a:r>
        </a:p>
      </dgm:t>
    </dgm:pt>
    <dgm:pt modelId="{CDF65A94-9E17-4C51-B018-216F9356A915}" type="parTrans" cxnId="{F963EB31-608A-462B-BD78-471D060B642F}">
      <dgm:prSet/>
      <dgm:spPr/>
      <dgm:t>
        <a:bodyPr/>
        <a:lstStyle/>
        <a:p>
          <a:endParaRPr lang="en-US"/>
        </a:p>
      </dgm:t>
    </dgm:pt>
    <dgm:pt modelId="{82F6D410-3821-40D5-A942-0D714851998B}" type="sibTrans" cxnId="{F963EB31-608A-462B-BD78-471D060B642F}">
      <dgm:prSet/>
      <dgm:spPr/>
      <dgm:t>
        <a:bodyPr/>
        <a:lstStyle/>
        <a:p>
          <a:endParaRPr lang="en-US"/>
        </a:p>
      </dgm:t>
    </dgm:pt>
    <dgm:pt modelId="{2597A588-1059-4EA0-AF6A-6583B6176D7A}">
      <dgm:prSet/>
      <dgm:spPr/>
      <dgm:t>
        <a:bodyPr/>
        <a:lstStyle/>
        <a:p>
          <a:r>
            <a:rPr lang="en-US"/>
            <a:t>hive&gt; SELECT customers.*, orders.*</a:t>
          </a:r>
        </a:p>
      </dgm:t>
    </dgm:pt>
    <dgm:pt modelId="{DF126ED0-5FA9-414F-99B9-3109105880E0}" type="parTrans" cxnId="{0FE734D2-A44F-4909-93F0-05556911FF45}">
      <dgm:prSet/>
      <dgm:spPr/>
      <dgm:t>
        <a:bodyPr/>
        <a:lstStyle/>
        <a:p>
          <a:endParaRPr lang="en-US"/>
        </a:p>
      </dgm:t>
    </dgm:pt>
    <dgm:pt modelId="{20A3615E-E84E-440F-A446-742044BD0C28}" type="sibTrans" cxnId="{0FE734D2-A44F-4909-93F0-05556911FF45}">
      <dgm:prSet/>
      <dgm:spPr/>
      <dgm:t>
        <a:bodyPr/>
        <a:lstStyle/>
        <a:p>
          <a:endParaRPr lang="en-US"/>
        </a:p>
      </dgm:t>
    </dgm:pt>
    <dgm:pt modelId="{51FA712B-FF47-4D7B-9C04-55301AEE969B}">
      <dgm:prSet/>
      <dgm:spPr/>
      <dgm:t>
        <a:bodyPr/>
        <a:lstStyle/>
        <a:p>
          <a:r>
            <a:rPr lang="en-US"/>
            <a:t>hive&gt; FROM customers LEFT OUTER JOIN orders</a:t>
          </a:r>
        </a:p>
      </dgm:t>
    </dgm:pt>
    <dgm:pt modelId="{1C36F605-B71D-42E6-A84D-E52A4CCE3F8D}" type="parTrans" cxnId="{5D52D4BE-D579-4C1D-8FC2-3BC777677257}">
      <dgm:prSet/>
      <dgm:spPr/>
      <dgm:t>
        <a:bodyPr/>
        <a:lstStyle/>
        <a:p>
          <a:endParaRPr lang="en-US"/>
        </a:p>
      </dgm:t>
    </dgm:pt>
    <dgm:pt modelId="{6CF6E483-3CBA-48CC-8D27-A334BDE10863}" type="sibTrans" cxnId="{5D52D4BE-D579-4C1D-8FC2-3BC777677257}">
      <dgm:prSet/>
      <dgm:spPr/>
      <dgm:t>
        <a:bodyPr/>
        <a:lstStyle/>
        <a:p>
          <a:endParaRPr lang="en-US"/>
        </a:p>
      </dgm:t>
    </dgm:pt>
    <dgm:pt modelId="{65D169FF-3529-4B98-BFE3-8A62FF9F6921}">
      <dgm:prSet/>
      <dgm:spPr/>
      <dgm:t>
        <a:bodyPr/>
        <a:lstStyle/>
        <a:p>
          <a:r>
            <a:rPr lang="en-US"/>
            <a:t>hive&gt;	ON (customers.customerID – orders.customerID);</a:t>
          </a:r>
        </a:p>
      </dgm:t>
    </dgm:pt>
    <dgm:pt modelId="{EF15091F-07DB-4B35-8B7D-8E99C37C3DD1}" type="parTrans" cxnId="{66EECAE3-2893-41B4-BC18-2CC6D3795AEF}">
      <dgm:prSet/>
      <dgm:spPr/>
      <dgm:t>
        <a:bodyPr/>
        <a:lstStyle/>
        <a:p>
          <a:endParaRPr lang="en-US"/>
        </a:p>
      </dgm:t>
    </dgm:pt>
    <dgm:pt modelId="{FF44B3E8-F9EF-4549-AD41-1BC3B9486142}" type="sibTrans" cxnId="{66EECAE3-2893-41B4-BC18-2CC6D3795AEF}">
      <dgm:prSet/>
      <dgm:spPr/>
      <dgm:t>
        <a:bodyPr/>
        <a:lstStyle/>
        <a:p>
          <a:endParaRPr lang="en-US"/>
        </a:p>
      </dgm:t>
    </dgm:pt>
    <dgm:pt modelId="{4EE138F5-16CD-4F18-B1D8-27E48B61B8D8}">
      <dgm:prSet/>
      <dgm:spPr/>
      <dgm:t>
        <a:bodyPr/>
        <a:lstStyle/>
        <a:p>
          <a:r>
            <a:rPr lang="en-US"/>
            <a:t>If you understand SQL, you should be able to follow</a:t>
          </a:r>
        </a:p>
      </dgm:t>
    </dgm:pt>
    <dgm:pt modelId="{9DBC46CE-94C4-4752-B2D3-BCC9E6A3D83B}" type="parTrans" cxnId="{9AFEBC87-94D5-4665-885F-8C3DF6D80B87}">
      <dgm:prSet/>
      <dgm:spPr/>
      <dgm:t>
        <a:bodyPr/>
        <a:lstStyle/>
        <a:p>
          <a:endParaRPr lang="en-US"/>
        </a:p>
      </dgm:t>
    </dgm:pt>
    <dgm:pt modelId="{DD97A73E-2D4C-4D27-A24C-064F9397CE6C}" type="sibTrans" cxnId="{9AFEBC87-94D5-4665-885F-8C3DF6D80B87}">
      <dgm:prSet/>
      <dgm:spPr/>
      <dgm:t>
        <a:bodyPr/>
        <a:lstStyle/>
        <a:p>
          <a:endParaRPr lang="en-US"/>
        </a:p>
      </dgm:t>
    </dgm:pt>
    <dgm:pt modelId="{1C168B1A-D48B-4A6C-8C29-28D17FE56672}">
      <dgm:prSet/>
      <dgm:spPr/>
      <dgm:t>
        <a:bodyPr/>
        <a:lstStyle/>
        <a:p>
          <a:r>
            <a:rPr lang="en-US"/>
            <a:t>Note: These are queries, not transactions</a:t>
          </a:r>
        </a:p>
      </dgm:t>
    </dgm:pt>
    <dgm:pt modelId="{08FD09B8-CBA0-4B8A-B862-78AA225D66A8}" type="parTrans" cxnId="{6E9D2503-3568-49F6-B4DB-471443422144}">
      <dgm:prSet/>
      <dgm:spPr/>
      <dgm:t>
        <a:bodyPr/>
        <a:lstStyle/>
        <a:p>
          <a:endParaRPr lang="en-US"/>
        </a:p>
      </dgm:t>
    </dgm:pt>
    <dgm:pt modelId="{3787F3E3-14F8-40AE-8A4C-9A5A0A36C7DE}" type="sibTrans" cxnId="{6E9D2503-3568-49F6-B4DB-471443422144}">
      <dgm:prSet/>
      <dgm:spPr/>
      <dgm:t>
        <a:bodyPr/>
        <a:lstStyle/>
        <a:p>
          <a:endParaRPr lang="en-US"/>
        </a:p>
      </dgm:t>
    </dgm:pt>
    <dgm:pt modelId="{C7DF99F7-4AB9-4D46-94D9-B886E40A730C}">
      <dgm:prSet/>
      <dgm:spPr/>
      <dgm:t>
        <a:bodyPr/>
        <a:lstStyle/>
        <a:p>
          <a:r>
            <a:rPr lang="en-US"/>
            <a:t>The data's state could change between and within a query</a:t>
          </a:r>
        </a:p>
      </dgm:t>
    </dgm:pt>
    <dgm:pt modelId="{6D877995-9456-41F9-9041-82E64E2AC842}" type="parTrans" cxnId="{F008FA99-ED50-4D5C-ACAD-4F5C60AA7853}">
      <dgm:prSet/>
      <dgm:spPr/>
      <dgm:t>
        <a:bodyPr/>
        <a:lstStyle/>
        <a:p>
          <a:endParaRPr lang="en-US"/>
        </a:p>
      </dgm:t>
    </dgm:pt>
    <dgm:pt modelId="{262B13C4-C6CC-4D7F-A38F-0AE44FC9F639}" type="sibTrans" cxnId="{F008FA99-ED50-4D5C-ACAD-4F5C60AA7853}">
      <dgm:prSet/>
      <dgm:spPr/>
      <dgm:t>
        <a:bodyPr/>
        <a:lstStyle/>
        <a:p>
          <a:endParaRPr lang="en-US"/>
        </a:p>
      </dgm:t>
    </dgm:pt>
    <dgm:pt modelId="{F07FE4F0-84F1-9A4E-8FB4-8901EE28DF99}" type="pres">
      <dgm:prSet presAssocID="{CBA2FFF8-A2A3-47B5-A9B4-059EAFAE44BD}" presName="vert0" presStyleCnt="0">
        <dgm:presLayoutVars>
          <dgm:dir/>
          <dgm:animOne val="branch"/>
          <dgm:animLvl val="lvl"/>
        </dgm:presLayoutVars>
      </dgm:prSet>
      <dgm:spPr/>
    </dgm:pt>
    <dgm:pt modelId="{83BF45FE-7020-164C-810A-F3E923B07682}" type="pres">
      <dgm:prSet presAssocID="{C5B5FCB8-F8EA-47CE-B94F-945C7935A5E4}" presName="thickLine" presStyleLbl="alignNode1" presStyleIdx="0" presStyleCnt="12"/>
      <dgm:spPr/>
    </dgm:pt>
    <dgm:pt modelId="{E1814815-2361-4341-93EB-C6C9C92D1B17}" type="pres">
      <dgm:prSet presAssocID="{C5B5FCB8-F8EA-47CE-B94F-945C7935A5E4}" presName="horz1" presStyleCnt="0"/>
      <dgm:spPr/>
    </dgm:pt>
    <dgm:pt modelId="{D6EE496A-8A95-7345-9122-46C83B778657}" type="pres">
      <dgm:prSet presAssocID="{C5B5FCB8-F8EA-47CE-B94F-945C7935A5E4}" presName="tx1" presStyleLbl="revTx" presStyleIdx="0" presStyleCnt="12"/>
      <dgm:spPr/>
    </dgm:pt>
    <dgm:pt modelId="{D527A68D-8AC0-A149-9A39-7C03303C1BD0}" type="pres">
      <dgm:prSet presAssocID="{C5B5FCB8-F8EA-47CE-B94F-945C7935A5E4}" presName="vert1" presStyleCnt="0"/>
      <dgm:spPr/>
    </dgm:pt>
    <dgm:pt modelId="{2773E0BD-B04E-7546-A000-4A597D6BAF28}" type="pres">
      <dgm:prSet presAssocID="{142C3901-BD0A-4FF2-A859-96C327D8E486}" presName="thickLine" presStyleLbl="alignNode1" presStyleIdx="1" presStyleCnt="12"/>
      <dgm:spPr/>
    </dgm:pt>
    <dgm:pt modelId="{89307B37-7286-144B-B509-78F737829DAA}" type="pres">
      <dgm:prSet presAssocID="{142C3901-BD0A-4FF2-A859-96C327D8E486}" presName="horz1" presStyleCnt="0"/>
      <dgm:spPr/>
    </dgm:pt>
    <dgm:pt modelId="{F8C9C4AB-4BF7-BF40-A195-953838F67177}" type="pres">
      <dgm:prSet presAssocID="{142C3901-BD0A-4FF2-A859-96C327D8E486}" presName="tx1" presStyleLbl="revTx" presStyleIdx="1" presStyleCnt="12"/>
      <dgm:spPr/>
    </dgm:pt>
    <dgm:pt modelId="{B055662A-97B2-014D-8247-845F2F0F6301}" type="pres">
      <dgm:prSet presAssocID="{142C3901-BD0A-4FF2-A859-96C327D8E486}" presName="vert1" presStyleCnt="0"/>
      <dgm:spPr/>
    </dgm:pt>
    <dgm:pt modelId="{392BD7C6-23E3-DD4F-A14F-CA059822DCF5}" type="pres">
      <dgm:prSet presAssocID="{E877A9CF-8C00-41B2-B131-E7D3FCC67410}" presName="thickLine" presStyleLbl="alignNode1" presStyleIdx="2" presStyleCnt="12"/>
      <dgm:spPr/>
    </dgm:pt>
    <dgm:pt modelId="{21AC5A3B-0617-C94C-A6D9-EDF6403B4334}" type="pres">
      <dgm:prSet presAssocID="{E877A9CF-8C00-41B2-B131-E7D3FCC67410}" presName="horz1" presStyleCnt="0"/>
      <dgm:spPr/>
    </dgm:pt>
    <dgm:pt modelId="{F3ED7B8D-B389-FC4A-9C63-26C9A66EA240}" type="pres">
      <dgm:prSet presAssocID="{E877A9CF-8C00-41B2-B131-E7D3FCC67410}" presName="tx1" presStyleLbl="revTx" presStyleIdx="2" presStyleCnt="12"/>
      <dgm:spPr/>
    </dgm:pt>
    <dgm:pt modelId="{932E0902-1D11-3843-AF61-DF3B0864271D}" type="pres">
      <dgm:prSet presAssocID="{E877A9CF-8C00-41B2-B131-E7D3FCC67410}" presName="vert1" presStyleCnt="0"/>
      <dgm:spPr/>
    </dgm:pt>
    <dgm:pt modelId="{168E1052-FAA7-BE4A-BB0B-A1A5B1B78907}" type="pres">
      <dgm:prSet presAssocID="{2DB82EA9-27DE-440E-A148-AD47D79DB18F}" presName="thickLine" presStyleLbl="alignNode1" presStyleIdx="3" presStyleCnt="12"/>
      <dgm:spPr/>
    </dgm:pt>
    <dgm:pt modelId="{3398AEF7-54BC-2E40-91FF-225D97EABFB8}" type="pres">
      <dgm:prSet presAssocID="{2DB82EA9-27DE-440E-A148-AD47D79DB18F}" presName="horz1" presStyleCnt="0"/>
      <dgm:spPr/>
    </dgm:pt>
    <dgm:pt modelId="{F66F6362-A807-4642-8D26-6A2578800C73}" type="pres">
      <dgm:prSet presAssocID="{2DB82EA9-27DE-440E-A148-AD47D79DB18F}" presName="tx1" presStyleLbl="revTx" presStyleIdx="3" presStyleCnt="12"/>
      <dgm:spPr/>
    </dgm:pt>
    <dgm:pt modelId="{B86DCFA9-E98C-804E-8B82-A566BFAA58E9}" type="pres">
      <dgm:prSet presAssocID="{2DB82EA9-27DE-440E-A148-AD47D79DB18F}" presName="vert1" presStyleCnt="0"/>
      <dgm:spPr/>
    </dgm:pt>
    <dgm:pt modelId="{C4586881-9A54-E443-B726-823D5364E0ED}" type="pres">
      <dgm:prSet presAssocID="{A0FF9AA8-833F-4CF7-B504-ABDF0205744D}" presName="thickLine" presStyleLbl="alignNode1" presStyleIdx="4" presStyleCnt="12"/>
      <dgm:spPr/>
    </dgm:pt>
    <dgm:pt modelId="{52B1FB85-962E-F748-AFA3-A4E908EFF20D}" type="pres">
      <dgm:prSet presAssocID="{A0FF9AA8-833F-4CF7-B504-ABDF0205744D}" presName="horz1" presStyleCnt="0"/>
      <dgm:spPr/>
    </dgm:pt>
    <dgm:pt modelId="{E6D095F3-10E6-994D-BA1A-031E09D17CCB}" type="pres">
      <dgm:prSet presAssocID="{A0FF9AA8-833F-4CF7-B504-ABDF0205744D}" presName="tx1" presStyleLbl="revTx" presStyleIdx="4" presStyleCnt="12"/>
      <dgm:spPr/>
    </dgm:pt>
    <dgm:pt modelId="{F3C646EB-C61A-EE4E-B748-3F9FBDB9BB17}" type="pres">
      <dgm:prSet presAssocID="{A0FF9AA8-833F-4CF7-B504-ABDF0205744D}" presName="vert1" presStyleCnt="0"/>
      <dgm:spPr/>
    </dgm:pt>
    <dgm:pt modelId="{396A2AF1-6F05-7749-9454-B642254FF4AF}" type="pres">
      <dgm:prSet presAssocID="{61DE9A9E-7A0E-4661-9C1B-241F923F55EA}" presName="thickLine" presStyleLbl="alignNode1" presStyleIdx="5" presStyleCnt="12"/>
      <dgm:spPr/>
    </dgm:pt>
    <dgm:pt modelId="{8E9E02AA-26FD-FE40-B3DD-05B2E9B44C88}" type="pres">
      <dgm:prSet presAssocID="{61DE9A9E-7A0E-4661-9C1B-241F923F55EA}" presName="horz1" presStyleCnt="0"/>
      <dgm:spPr/>
    </dgm:pt>
    <dgm:pt modelId="{6500EAD9-53C2-8847-9B77-C1D5429CC6F8}" type="pres">
      <dgm:prSet presAssocID="{61DE9A9E-7A0E-4661-9C1B-241F923F55EA}" presName="tx1" presStyleLbl="revTx" presStyleIdx="5" presStyleCnt="12"/>
      <dgm:spPr/>
    </dgm:pt>
    <dgm:pt modelId="{28D7867D-52C7-A24B-8F93-256C5A62EAAE}" type="pres">
      <dgm:prSet presAssocID="{61DE9A9E-7A0E-4661-9C1B-241F923F55EA}" presName="vert1" presStyleCnt="0"/>
      <dgm:spPr/>
    </dgm:pt>
    <dgm:pt modelId="{6BC55745-CC01-4141-AF49-B7C2F29B7B53}" type="pres">
      <dgm:prSet presAssocID="{2597A588-1059-4EA0-AF6A-6583B6176D7A}" presName="thickLine" presStyleLbl="alignNode1" presStyleIdx="6" presStyleCnt="12"/>
      <dgm:spPr/>
    </dgm:pt>
    <dgm:pt modelId="{2D09CB3C-7D64-7147-9AFF-7D7DF02EDD82}" type="pres">
      <dgm:prSet presAssocID="{2597A588-1059-4EA0-AF6A-6583B6176D7A}" presName="horz1" presStyleCnt="0"/>
      <dgm:spPr/>
    </dgm:pt>
    <dgm:pt modelId="{91735472-0240-064A-AC95-0AE25D1DC26E}" type="pres">
      <dgm:prSet presAssocID="{2597A588-1059-4EA0-AF6A-6583B6176D7A}" presName="tx1" presStyleLbl="revTx" presStyleIdx="6" presStyleCnt="12"/>
      <dgm:spPr/>
    </dgm:pt>
    <dgm:pt modelId="{1A2430E5-FD55-8A48-AB32-B4B728BF9796}" type="pres">
      <dgm:prSet presAssocID="{2597A588-1059-4EA0-AF6A-6583B6176D7A}" presName="vert1" presStyleCnt="0"/>
      <dgm:spPr/>
    </dgm:pt>
    <dgm:pt modelId="{084BAE5F-CC0A-304C-A4C7-3340C904CF15}" type="pres">
      <dgm:prSet presAssocID="{51FA712B-FF47-4D7B-9C04-55301AEE969B}" presName="thickLine" presStyleLbl="alignNode1" presStyleIdx="7" presStyleCnt="12"/>
      <dgm:spPr/>
    </dgm:pt>
    <dgm:pt modelId="{0F6A1D1E-CE70-DD4C-AE99-2EADA99E955B}" type="pres">
      <dgm:prSet presAssocID="{51FA712B-FF47-4D7B-9C04-55301AEE969B}" presName="horz1" presStyleCnt="0"/>
      <dgm:spPr/>
    </dgm:pt>
    <dgm:pt modelId="{CD689A3D-7111-3740-B0AF-107D7CFE44E2}" type="pres">
      <dgm:prSet presAssocID="{51FA712B-FF47-4D7B-9C04-55301AEE969B}" presName="tx1" presStyleLbl="revTx" presStyleIdx="7" presStyleCnt="12"/>
      <dgm:spPr/>
    </dgm:pt>
    <dgm:pt modelId="{5BEA5246-4AA8-F84B-B6A4-69E1F1E407A2}" type="pres">
      <dgm:prSet presAssocID="{51FA712B-FF47-4D7B-9C04-55301AEE969B}" presName="vert1" presStyleCnt="0"/>
      <dgm:spPr/>
    </dgm:pt>
    <dgm:pt modelId="{4F653EFE-6A01-8A41-8B71-334A38F4512A}" type="pres">
      <dgm:prSet presAssocID="{65D169FF-3529-4B98-BFE3-8A62FF9F6921}" presName="thickLine" presStyleLbl="alignNode1" presStyleIdx="8" presStyleCnt="12"/>
      <dgm:spPr/>
    </dgm:pt>
    <dgm:pt modelId="{FC08C83D-91A8-FA42-819A-C0C15715CD4F}" type="pres">
      <dgm:prSet presAssocID="{65D169FF-3529-4B98-BFE3-8A62FF9F6921}" presName="horz1" presStyleCnt="0"/>
      <dgm:spPr/>
    </dgm:pt>
    <dgm:pt modelId="{D5BE79AE-D187-2D48-A28E-207CE7D16480}" type="pres">
      <dgm:prSet presAssocID="{65D169FF-3529-4B98-BFE3-8A62FF9F6921}" presName="tx1" presStyleLbl="revTx" presStyleIdx="8" presStyleCnt="12"/>
      <dgm:spPr/>
    </dgm:pt>
    <dgm:pt modelId="{55DA2D57-F8C9-0C4B-9961-4350D37A798A}" type="pres">
      <dgm:prSet presAssocID="{65D169FF-3529-4B98-BFE3-8A62FF9F6921}" presName="vert1" presStyleCnt="0"/>
      <dgm:spPr/>
    </dgm:pt>
    <dgm:pt modelId="{10816726-CEFC-B14D-8EBC-CEF4FD8FC4EB}" type="pres">
      <dgm:prSet presAssocID="{4EE138F5-16CD-4F18-B1D8-27E48B61B8D8}" presName="thickLine" presStyleLbl="alignNode1" presStyleIdx="9" presStyleCnt="12"/>
      <dgm:spPr/>
    </dgm:pt>
    <dgm:pt modelId="{8EEBC0A7-75C8-4D4D-B8E5-F54DF561F187}" type="pres">
      <dgm:prSet presAssocID="{4EE138F5-16CD-4F18-B1D8-27E48B61B8D8}" presName="horz1" presStyleCnt="0"/>
      <dgm:spPr/>
    </dgm:pt>
    <dgm:pt modelId="{FB7B2048-6473-7743-9212-5D6DC02F5F1A}" type="pres">
      <dgm:prSet presAssocID="{4EE138F5-16CD-4F18-B1D8-27E48B61B8D8}" presName="tx1" presStyleLbl="revTx" presStyleIdx="9" presStyleCnt="12"/>
      <dgm:spPr/>
    </dgm:pt>
    <dgm:pt modelId="{100CFE62-D101-664B-9277-39514464AAF2}" type="pres">
      <dgm:prSet presAssocID="{4EE138F5-16CD-4F18-B1D8-27E48B61B8D8}" presName="vert1" presStyleCnt="0"/>
      <dgm:spPr/>
    </dgm:pt>
    <dgm:pt modelId="{254EA871-9A96-3F42-A64D-09B355B535FA}" type="pres">
      <dgm:prSet presAssocID="{1C168B1A-D48B-4A6C-8C29-28D17FE56672}" presName="thickLine" presStyleLbl="alignNode1" presStyleIdx="10" presStyleCnt="12"/>
      <dgm:spPr/>
    </dgm:pt>
    <dgm:pt modelId="{B8EAC017-F164-2F4D-B91A-E9A43E61280A}" type="pres">
      <dgm:prSet presAssocID="{1C168B1A-D48B-4A6C-8C29-28D17FE56672}" presName="horz1" presStyleCnt="0"/>
      <dgm:spPr/>
    </dgm:pt>
    <dgm:pt modelId="{A22247F5-38C4-6742-AA9B-EBFFAA7A6ADF}" type="pres">
      <dgm:prSet presAssocID="{1C168B1A-D48B-4A6C-8C29-28D17FE56672}" presName="tx1" presStyleLbl="revTx" presStyleIdx="10" presStyleCnt="12"/>
      <dgm:spPr/>
    </dgm:pt>
    <dgm:pt modelId="{EA1FFCAE-63BF-9E40-B181-6A4A580C1E5C}" type="pres">
      <dgm:prSet presAssocID="{1C168B1A-D48B-4A6C-8C29-28D17FE56672}" presName="vert1" presStyleCnt="0"/>
      <dgm:spPr/>
    </dgm:pt>
    <dgm:pt modelId="{4FC8F0A1-45E2-3943-82E7-E7432C3CB50E}" type="pres">
      <dgm:prSet presAssocID="{C7DF99F7-4AB9-4D46-94D9-B886E40A730C}" presName="thickLine" presStyleLbl="alignNode1" presStyleIdx="11" presStyleCnt="12"/>
      <dgm:spPr/>
    </dgm:pt>
    <dgm:pt modelId="{BA395136-E998-E34B-9567-257E4905F765}" type="pres">
      <dgm:prSet presAssocID="{C7DF99F7-4AB9-4D46-94D9-B886E40A730C}" presName="horz1" presStyleCnt="0"/>
      <dgm:spPr/>
    </dgm:pt>
    <dgm:pt modelId="{8FA5BCFA-F456-7F44-8D2A-FAE7E3F69123}" type="pres">
      <dgm:prSet presAssocID="{C7DF99F7-4AB9-4D46-94D9-B886E40A730C}" presName="tx1" presStyleLbl="revTx" presStyleIdx="11" presStyleCnt="12"/>
      <dgm:spPr/>
    </dgm:pt>
    <dgm:pt modelId="{BD824F0A-4983-9146-BE5F-CF79938BCBFC}" type="pres">
      <dgm:prSet presAssocID="{C7DF99F7-4AB9-4D46-94D9-B886E40A730C}" presName="vert1" presStyleCnt="0"/>
      <dgm:spPr/>
    </dgm:pt>
  </dgm:ptLst>
  <dgm:cxnLst>
    <dgm:cxn modelId="{6E9D2503-3568-49F6-B4DB-471443422144}" srcId="{CBA2FFF8-A2A3-47B5-A9B4-059EAFAE44BD}" destId="{1C168B1A-D48B-4A6C-8C29-28D17FE56672}" srcOrd="10" destOrd="0" parTransId="{08FD09B8-CBA0-4B8A-B862-78AA225D66A8}" sibTransId="{3787F3E3-14F8-40AE-8A4C-9A5A0A36C7DE}"/>
    <dgm:cxn modelId="{7CE92F10-7F68-9A49-B042-F60BE1DCECCA}" type="presOf" srcId="{C7DF99F7-4AB9-4D46-94D9-B886E40A730C}" destId="{8FA5BCFA-F456-7F44-8D2A-FAE7E3F69123}" srcOrd="0" destOrd="0" presId="urn:microsoft.com/office/officeart/2008/layout/LinedList"/>
    <dgm:cxn modelId="{7B2C6022-E9EB-8447-AC66-4AD0489DA6CD}" type="presOf" srcId="{CBA2FFF8-A2A3-47B5-A9B4-059EAFAE44BD}" destId="{F07FE4F0-84F1-9A4E-8FB4-8901EE28DF99}" srcOrd="0" destOrd="0" presId="urn:microsoft.com/office/officeart/2008/layout/LinedList"/>
    <dgm:cxn modelId="{F963EB31-608A-462B-BD78-471D060B642F}" srcId="{CBA2FFF8-A2A3-47B5-A9B4-059EAFAE44BD}" destId="{61DE9A9E-7A0E-4661-9C1B-241F923F55EA}" srcOrd="5" destOrd="0" parTransId="{CDF65A94-9E17-4C51-B018-216F9356A915}" sibTransId="{82F6D410-3821-40D5-A942-0D714851998B}"/>
    <dgm:cxn modelId="{06083B3D-257F-654A-9CA8-6841399C99AE}" type="presOf" srcId="{142C3901-BD0A-4FF2-A859-96C327D8E486}" destId="{F8C9C4AB-4BF7-BF40-A195-953838F67177}" srcOrd="0" destOrd="0" presId="urn:microsoft.com/office/officeart/2008/layout/LinedList"/>
    <dgm:cxn modelId="{AA70903D-72E2-D643-8D43-498BBB4D6D38}" type="presOf" srcId="{4EE138F5-16CD-4F18-B1D8-27E48B61B8D8}" destId="{FB7B2048-6473-7743-9212-5D6DC02F5F1A}" srcOrd="0" destOrd="0" presId="urn:microsoft.com/office/officeart/2008/layout/LinedList"/>
    <dgm:cxn modelId="{75139D44-78E6-4051-B095-6BEC37F36BEB}" srcId="{CBA2FFF8-A2A3-47B5-A9B4-059EAFAE44BD}" destId="{E877A9CF-8C00-41B2-B131-E7D3FCC67410}" srcOrd="2" destOrd="0" parTransId="{97A5B9C1-A3BC-4ED8-90C0-32C765244414}" sibTransId="{17764025-8CB5-46AE-B046-5EDFC7B84AEC}"/>
    <dgm:cxn modelId="{3B108656-EA84-EC46-8A30-3EF37F8F1316}" type="presOf" srcId="{61DE9A9E-7A0E-4661-9C1B-241F923F55EA}" destId="{6500EAD9-53C2-8847-9B77-C1D5429CC6F8}" srcOrd="0" destOrd="0" presId="urn:microsoft.com/office/officeart/2008/layout/LinedList"/>
    <dgm:cxn modelId="{02727F6C-D1EB-B544-ADFA-BF3F1DE223EF}" type="presOf" srcId="{A0FF9AA8-833F-4CF7-B504-ABDF0205744D}" destId="{E6D095F3-10E6-994D-BA1A-031E09D17CCB}" srcOrd="0" destOrd="0" presId="urn:microsoft.com/office/officeart/2008/layout/LinedList"/>
    <dgm:cxn modelId="{EDDC2B71-EDAD-0047-8A8D-F0F2B3E05A2F}" type="presOf" srcId="{2597A588-1059-4EA0-AF6A-6583B6176D7A}" destId="{91735472-0240-064A-AC95-0AE25D1DC26E}" srcOrd="0" destOrd="0" presId="urn:microsoft.com/office/officeart/2008/layout/LinedList"/>
    <dgm:cxn modelId="{A3692F7E-95D1-1B47-B9D8-BC2CAF6E2EE9}" type="presOf" srcId="{65D169FF-3529-4B98-BFE3-8A62FF9F6921}" destId="{D5BE79AE-D187-2D48-A28E-207CE7D16480}" srcOrd="0" destOrd="0" presId="urn:microsoft.com/office/officeart/2008/layout/LinedList"/>
    <dgm:cxn modelId="{9AFEBC87-94D5-4665-885F-8C3DF6D80B87}" srcId="{CBA2FFF8-A2A3-47B5-A9B4-059EAFAE44BD}" destId="{4EE138F5-16CD-4F18-B1D8-27E48B61B8D8}" srcOrd="9" destOrd="0" parTransId="{9DBC46CE-94C4-4752-B2D3-BCC9E6A3D83B}" sibTransId="{DD97A73E-2D4C-4D27-A24C-064F9397CE6C}"/>
    <dgm:cxn modelId="{F008FA99-ED50-4D5C-ACAD-4F5C60AA7853}" srcId="{CBA2FFF8-A2A3-47B5-A9B4-059EAFAE44BD}" destId="{C7DF99F7-4AB9-4D46-94D9-B886E40A730C}" srcOrd="11" destOrd="0" parTransId="{6D877995-9456-41F9-9041-82E64E2AC842}" sibTransId="{262B13C4-C6CC-4D7F-A38F-0AE44FC9F639}"/>
    <dgm:cxn modelId="{F8DDC89E-91B0-874A-AA71-0FE59B68DE6E}" type="presOf" srcId="{1C168B1A-D48B-4A6C-8C29-28D17FE56672}" destId="{A22247F5-38C4-6742-AA9B-EBFFAA7A6ADF}" srcOrd="0" destOrd="0" presId="urn:microsoft.com/office/officeart/2008/layout/LinedList"/>
    <dgm:cxn modelId="{F11FC5A2-FAA9-4B71-88A8-853D1DC797CF}" srcId="{CBA2FFF8-A2A3-47B5-A9B4-059EAFAE44BD}" destId="{C5B5FCB8-F8EA-47CE-B94F-945C7935A5E4}" srcOrd="0" destOrd="0" parTransId="{055EBDB6-BA53-46C8-839F-8C6826046634}" sibTransId="{090B052E-1D1A-49B8-BDA4-80A90EBD3BB9}"/>
    <dgm:cxn modelId="{8BDA1EBB-165D-4C79-91B5-8B0FC0C3516F}" srcId="{CBA2FFF8-A2A3-47B5-A9B4-059EAFAE44BD}" destId="{142C3901-BD0A-4FF2-A859-96C327D8E486}" srcOrd="1" destOrd="0" parTransId="{AD0352D2-84EE-4EDD-8E71-BC957E83F77F}" sibTransId="{1EA66ECB-C21E-4123-B9CA-8EEC6CD82513}"/>
    <dgm:cxn modelId="{5D52D4BE-D579-4C1D-8FC2-3BC777677257}" srcId="{CBA2FFF8-A2A3-47B5-A9B4-059EAFAE44BD}" destId="{51FA712B-FF47-4D7B-9C04-55301AEE969B}" srcOrd="7" destOrd="0" parTransId="{1C36F605-B71D-42E6-A84D-E52A4CCE3F8D}" sibTransId="{6CF6E483-3CBA-48CC-8D27-A334BDE10863}"/>
    <dgm:cxn modelId="{A2773CCB-683D-DC47-BF68-6F2473F189F5}" type="presOf" srcId="{2DB82EA9-27DE-440E-A148-AD47D79DB18F}" destId="{F66F6362-A807-4642-8D26-6A2578800C73}" srcOrd="0" destOrd="0" presId="urn:microsoft.com/office/officeart/2008/layout/LinedList"/>
    <dgm:cxn modelId="{9BFBD4D1-9065-4883-B494-F0B7778ED6F0}" srcId="{CBA2FFF8-A2A3-47B5-A9B4-059EAFAE44BD}" destId="{A0FF9AA8-833F-4CF7-B504-ABDF0205744D}" srcOrd="4" destOrd="0" parTransId="{04AEAA84-BEE5-4784-AC14-D2135195AE3A}" sibTransId="{246FE1EA-1B04-4BC1-BDED-25B5E39878E6}"/>
    <dgm:cxn modelId="{0FE734D2-A44F-4909-93F0-05556911FF45}" srcId="{CBA2FFF8-A2A3-47B5-A9B4-059EAFAE44BD}" destId="{2597A588-1059-4EA0-AF6A-6583B6176D7A}" srcOrd="6" destOrd="0" parTransId="{DF126ED0-5FA9-414F-99B9-3109105880E0}" sibTransId="{20A3615E-E84E-440F-A446-742044BD0C28}"/>
    <dgm:cxn modelId="{60527BD6-8047-4993-98A7-01B830182FE0}" srcId="{CBA2FFF8-A2A3-47B5-A9B4-059EAFAE44BD}" destId="{2DB82EA9-27DE-440E-A148-AD47D79DB18F}" srcOrd="3" destOrd="0" parTransId="{428D5DB3-F5D7-420E-B398-F4F85A93FE62}" sibTransId="{6434F8D6-742C-4121-A9D3-A34692FC15C8}"/>
    <dgm:cxn modelId="{6BA032DC-CE65-504F-B981-7D6BA906F51D}" type="presOf" srcId="{51FA712B-FF47-4D7B-9C04-55301AEE969B}" destId="{CD689A3D-7111-3740-B0AF-107D7CFE44E2}" srcOrd="0" destOrd="0" presId="urn:microsoft.com/office/officeart/2008/layout/LinedList"/>
    <dgm:cxn modelId="{66EECAE3-2893-41B4-BC18-2CC6D3795AEF}" srcId="{CBA2FFF8-A2A3-47B5-A9B4-059EAFAE44BD}" destId="{65D169FF-3529-4B98-BFE3-8A62FF9F6921}" srcOrd="8" destOrd="0" parTransId="{EF15091F-07DB-4B35-8B7D-8E99C37C3DD1}" sibTransId="{FF44B3E8-F9EF-4549-AD41-1BC3B9486142}"/>
    <dgm:cxn modelId="{E96134EE-D643-2247-9EF3-A555AE8B8A99}" type="presOf" srcId="{C5B5FCB8-F8EA-47CE-B94F-945C7935A5E4}" destId="{D6EE496A-8A95-7345-9122-46C83B778657}" srcOrd="0" destOrd="0" presId="urn:microsoft.com/office/officeart/2008/layout/LinedList"/>
    <dgm:cxn modelId="{7BAEFCF8-66B2-3047-A072-A6A709904FBE}" type="presOf" srcId="{E877A9CF-8C00-41B2-B131-E7D3FCC67410}" destId="{F3ED7B8D-B389-FC4A-9C63-26C9A66EA240}" srcOrd="0" destOrd="0" presId="urn:microsoft.com/office/officeart/2008/layout/LinedList"/>
    <dgm:cxn modelId="{3DC9D2CC-DD20-5B4A-ABFB-CB053F3C4E21}" type="presParOf" srcId="{F07FE4F0-84F1-9A4E-8FB4-8901EE28DF99}" destId="{83BF45FE-7020-164C-810A-F3E923B07682}" srcOrd="0" destOrd="0" presId="urn:microsoft.com/office/officeart/2008/layout/LinedList"/>
    <dgm:cxn modelId="{4FB61B6E-A862-5444-BA0A-E2BE8B9CBCE3}" type="presParOf" srcId="{F07FE4F0-84F1-9A4E-8FB4-8901EE28DF99}" destId="{E1814815-2361-4341-93EB-C6C9C92D1B17}" srcOrd="1" destOrd="0" presId="urn:microsoft.com/office/officeart/2008/layout/LinedList"/>
    <dgm:cxn modelId="{728EE582-DB9B-C04C-A74C-199428E5EF67}" type="presParOf" srcId="{E1814815-2361-4341-93EB-C6C9C92D1B17}" destId="{D6EE496A-8A95-7345-9122-46C83B778657}" srcOrd="0" destOrd="0" presId="urn:microsoft.com/office/officeart/2008/layout/LinedList"/>
    <dgm:cxn modelId="{0A2E25B4-46C0-6B4E-A02E-289A4F631AB5}" type="presParOf" srcId="{E1814815-2361-4341-93EB-C6C9C92D1B17}" destId="{D527A68D-8AC0-A149-9A39-7C03303C1BD0}" srcOrd="1" destOrd="0" presId="urn:microsoft.com/office/officeart/2008/layout/LinedList"/>
    <dgm:cxn modelId="{FDB67F00-6270-1340-BBC0-BFFD28CC841A}" type="presParOf" srcId="{F07FE4F0-84F1-9A4E-8FB4-8901EE28DF99}" destId="{2773E0BD-B04E-7546-A000-4A597D6BAF28}" srcOrd="2" destOrd="0" presId="urn:microsoft.com/office/officeart/2008/layout/LinedList"/>
    <dgm:cxn modelId="{C2A8E915-8047-0145-8A52-A5043BDD7F68}" type="presParOf" srcId="{F07FE4F0-84F1-9A4E-8FB4-8901EE28DF99}" destId="{89307B37-7286-144B-B509-78F737829DAA}" srcOrd="3" destOrd="0" presId="urn:microsoft.com/office/officeart/2008/layout/LinedList"/>
    <dgm:cxn modelId="{6DEA85FD-A893-E746-B35E-18FAA176019C}" type="presParOf" srcId="{89307B37-7286-144B-B509-78F737829DAA}" destId="{F8C9C4AB-4BF7-BF40-A195-953838F67177}" srcOrd="0" destOrd="0" presId="urn:microsoft.com/office/officeart/2008/layout/LinedList"/>
    <dgm:cxn modelId="{8E9E8F64-C843-CF45-B7CB-A7FA55DA58AD}" type="presParOf" srcId="{89307B37-7286-144B-B509-78F737829DAA}" destId="{B055662A-97B2-014D-8247-845F2F0F6301}" srcOrd="1" destOrd="0" presId="urn:microsoft.com/office/officeart/2008/layout/LinedList"/>
    <dgm:cxn modelId="{6B8FC196-EE2B-0E43-81C8-82C1D32F3591}" type="presParOf" srcId="{F07FE4F0-84F1-9A4E-8FB4-8901EE28DF99}" destId="{392BD7C6-23E3-DD4F-A14F-CA059822DCF5}" srcOrd="4" destOrd="0" presId="urn:microsoft.com/office/officeart/2008/layout/LinedList"/>
    <dgm:cxn modelId="{35FC0FA4-11CD-2143-9B3B-A4A8CEE8C7C9}" type="presParOf" srcId="{F07FE4F0-84F1-9A4E-8FB4-8901EE28DF99}" destId="{21AC5A3B-0617-C94C-A6D9-EDF6403B4334}" srcOrd="5" destOrd="0" presId="urn:microsoft.com/office/officeart/2008/layout/LinedList"/>
    <dgm:cxn modelId="{D0F0C05B-CA0A-DC4D-A2EA-5412606E1D7C}" type="presParOf" srcId="{21AC5A3B-0617-C94C-A6D9-EDF6403B4334}" destId="{F3ED7B8D-B389-FC4A-9C63-26C9A66EA240}" srcOrd="0" destOrd="0" presId="urn:microsoft.com/office/officeart/2008/layout/LinedList"/>
    <dgm:cxn modelId="{5DB20B58-0BF5-D240-853E-89FD097FFD33}" type="presParOf" srcId="{21AC5A3B-0617-C94C-A6D9-EDF6403B4334}" destId="{932E0902-1D11-3843-AF61-DF3B0864271D}" srcOrd="1" destOrd="0" presId="urn:microsoft.com/office/officeart/2008/layout/LinedList"/>
    <dgm:cxn modelId="{BC60FA98-D06D-224B-AF16-59B524D8A883}" type="presParOf" srcId="{F07FE4F0-84F1-9A4E-8FB4-8901EE28DF99}" destId="{168E1052-FAA7-BE4A-BB0B-A1A5B1B78907}" srcOrd="6" destOrd="0" presId="urn:microsoft.com/office/officeart/2008/layout/LinedList"/>
    <dgm:cxn modelId="{0B4F0CE7-8EA7-A749-B56F-A231F733307C}" type="presParOf" srcId="{F07FE4F0-84F1-9A4E-8FB4-8901EE28DF99}" destId="{3398AEF7-54BC-2E40-91FF-225D97EABFB8}" srcOrd="7" destOrd="0" presId="urn:microsoft.com/office/officeart/2008/layout/LinedList"/>
    <dgm:cxn modelId="{E3FF8CD6-97A3-0247-8DBB-34080F5FB48D}" type="presParOf" srcId="{3398AEF7-54BC-2E40-91FF-225D97EABFB8}" destId="{F66F6362-A807-4642-8D26-6A2578800C73}" srcOrd="0" destOrd="0" presId="urn:microsoft.com/office/officeart/2008/layout/LinedList"/>
    <dgm:cxn modelId="{99A94DB2-1394-2842-AAF6-BAE31139BBB6}" type="presParOf" srcId="{3398AEF7-54BC-2E40-91FF-225D97EABFB8}" destId="{B86DCFA9-E98C-804E-8B82-A566BFAA58E9}" srcOrd="1" destOrd="0" presId="urn:microsoft.com/office/officeart/2008/layout/LinedList"/>
    <dgm:cxn modelId="{62032661-615B-8341-9910-4BB5A2BC3851}" type="presParOf" srcId="{F07FE4F0-84F1-9A4E-8FB4-8901EE28DF99}" destId="{C4586881-9A54-E443-B726-823D5364E0ED}" srcOrd="8" destOrd="0" presId="urn:microsoft.com/office/officeart/2008/layout/LinedList"/>
    <dgm:cxn modelId="{C52C6D07-0E94-8340-930F-1BEE8EBDC4AE}" type="presParOf" srcId="{F07FE4F0-84F1-9A4E-8FB4-8901EE28DF99}" destId="{52B1FB85-962E-F748-AFA3-A4E908EFF20D}" srcOrd="9" destOrd="0" presId="urn:microsoft.com/office/officeart/2008/layout/LinedList"/>
    <dgm:cxn modelId="{2BB983B7-5C50-9945-8CB2-330C51597978}" type="presParOf" srcId="{52B1FB85-962E-F748-AFA3-A4E908EFF20D}" destId="{E6D095F3-10E6-994D-BA1A-031E09D17CCB}" srcOrd="0" destOrd="0" presId="urn:microsoft.com/office/officeart/2008/layout/LinedList"/>
    <dgm:cxn modelId="{1FF38592-D525-5D46-86CE-DDAA3BE9ECD5}" type="presParOf" srcId="{52B1FB85-962E-F748-AFA3-A4E908EFF20D}" destId="{F3C646EB-C61A-EE4E-B748-3F9FBDB9BB17}" srcOrd="1" destOrd="0" presId="urn:microsoft.com/office/officeart/2008/layout/LinedList"/>
    <dgm:cxn modelId="{5DF66FBB-10A1-434E-9155-85D1DC8446CB}" type="presParOf" srcId="{F07FE4F0-84F1-9A4E-8FB4-8901EE28DF99}" destId="{396A2AF1-6F05-7749-9454-B642254FF4AF}" srcOrd="10" destOrd="0" presId="urn:microsoft.com/office/officeart/2008/layout/LinedList"/>
    <dgm:cxn modelId="{F8A1E66D-F9DF-C84B-86C9-89C22D66C7E3}" type="presParOf" srcId="{F07FE4F0-84F1-9A4E-8FB4-8901EE28DF99}" destId="{8E9E02AA-26FD-FE40-B3DD-05B2E9B44C88}" srcOrd="11" destOrd="0" presId="urn:microsoft.com/office/officeart/2008/layout/LinedList"/>
    <dgm:cxn modelId="{9D1D67E2-3014-8344-86F6-58FE15CF2758}" type="presParOf" srcId="{8E9E02AA-26FD-FE40-B3DD-05B2E9B44C88}" destId="{6500EAD9-53C2-8847-9B77-C1D5429CC6F8}" srcOrd="0" destOrd="0" presId="urn:microsoft.com/office/officeart/2008/layout/LinedList"/>
    <dgm:cxn modelId="{F84E8AE7-E535-A64B-A718-F15910A6DD58}" type="presParOf" srcId="{8E9E02AA-26FD-FE40-B3DD-05B2E9B44C88}" destId="{28D7867D-52C7-A24B-8F93-256C5A62EAAE}" srcOrd="1" destOrd="0" presId="urn:microsoft.com/office/officeart/2008/layout/LinedList"/>
    <dgm:cxn modelId="{B20CFFFA-ECE7-9843-A0C7-16DF9149215D}" type="presParOf" srcId="{F07FE4F0-84F1-9A4E-8FB4-8901EE28DF99}" destId="{6BC55745-CC01-4141-AF49-B7C2F29B7B53}" srcOrd="12" destOrd="0" presId="urn:microsoft.com/office/officeart/2008/layout/LinedList"/>
    <dgm:cxn modelId="{A11DD878-4773-C24B-B355-BC73AB192EB0}" type="presParOf" srcId="{F07FE4F0-84F1-9A4E-8FB4-8901EE28DF99}" destId="{2D09CB3C-7D64-7147-9AFF-7D7DF02EDD82}" srcOrd="13" destOrd="0" presId="urn:microsoft.com/office/officeart/2008/layout/LinedList"/>
    <dgm:cxn modelId="{1FF46A64-44E6-694B-BD19-578C85AFC91A}" type="presParOf" srcId="{2D09CB3C-7D64-7147-9AFF-7D7DF02EDD82}" destId="{91735472-0240-064A-AC95-0AE25D1DC26E}" srcOrd="0" destOrd="0" presId="urn:microsoft.com/office/officeart/2008/layout/LinedList"/>
    <dgm:cxn modelId="{2CC75602-D748-AD47-B32A-3A37FC751C8C}" type="presParOf" srcId="{2D09CB3C-7D64-7147-9AFF-7D7DF02EDD82}" destId="{1A2430E5-FD55-8A48-AB32-B4B728BF9796}" srcOrd="1" destOrd="0" presId="urn:microsoft.com/office/officeart/2008/layout/LinedList"/>
    <dgm:cxn modelId="{FBC0B4B3-9572-6B44-AFFC-EE79697DB3EC}" type="presParOf" srcId="{F07FE4F0-84F1-9A4E-8FB4-8901EE28DF99}" destId="{084BAE5F-CC0A-304C-A4C7-3340C904CF15}" srcOrd="14" destOrd="0" presId="urn:microsoft.com/office/officeart/2008/layout/LinedList"/>
    <dgm:cxn modelId="{F01FA5BF-9B0C-2645-8D28-9BD84D7FC36D}" type="presParOf" srcId="{F07FE4F0-84F1-9A4E-8FB4-8901EE28DF99}" destId="{0F6A1D1E-CE70-DD4C-AE99-2EADA99E955B}" srcOrd="15" destOrd="0" presId="urn:microsoft.com/office/officeart/2008/layout/LinedList"/>
    <dgm:cxn modelId="{386130A6-95B4-A742-9EF1-E03A3558608F}" type="presParOf" srcId="{0F6A1D1E-CE70-DD4C-AE99-2EADA99E955B}" destId="{CD689A3D-7111-3740-B0AF-107D7CFE44E2}" srcOrd="0" destOrd="0" presId="urn:microsoft.com/office/officeart/2008/layout/LinedList"/>
    <dgm:cxn modelId="{4FFC12DC-1978-3144-BD30-62B0F13CA153}" type="presParOf" srcId="{0F6A1D1E-CE70-DD4C-AE99-2EADA99E955B}" destId="{5BEA5246-4AA8-F84B-B6A4-69E1F1E407A2}" srcOrd="1" destOrd="0" presId="urn:microsoft.com/office/officeart/2008/layout/LinedList"/>
    <dgm:cxn modelId="{80038268-81AB-4F4A-8316-F58D93E9AD76}" type="presParOf" srcId="{F07FE4F0-84F1-9A4E-8FB4-8901EE28DF99}" destId="{4F653EFE-6A01-8A41-8B71-334A38F4512A}" srcOrd="16" destOrd="0" presId="urn:microsoft.com/office/officeart/2008/layout/LinedList"/>
    <dgm:cxn modelId="{8C4AA21D-0E23-1546-93E2-48A4EE03D3C3}" type="presParOf" srcId="{F07FE4F0-84F1-9A4E-8FB4-8901EE28DF99}" destId="{FC08C83D-91A8-FA42-819A-C0C15715CD4F}" srcOrd="17" destOrd="0" presId="urn:microsoft.com/office/officeart/2008/layout/LinedList"/>
    <dgm:cxn modelId="{425E8707-6663-A745-8B94-1D366E7287B0}" type="presParOf" srcId="{FC08C83D-91A8-FA42-819A-C0C15715CD4F}" destId="{D5BE79AE-D187-2D48-A28E-207CE7D16480}" srcOrd="0" destOrd="0" presId="urn:microsoft.com/office/officeart/2008/layout/LinedList"/>
    <dgm:cxn modelId="{6631616C-0D42-2F46-B539-488F28525D56}" type="presParOf" srcId="{FC08C83D-91A8-FA42-819A-C0C15715CD4F}" destId="{55DA2D57-F8C9-0C4B-9961-4350D37A798A}" srcOrd="1" destOrd="0" presId="urn:microsoft.com/office/officeart/2008/layout/LinedList"/>
    <dgm:cxn modelId="{84C3E10D-5EB8-1446-99ED-66E70EFB257E}" type="presParOf" srcId="{F07FE4F0-84F1-9A4E-8FB4-8901EE28DF99}" destId="{10816726-CEFC-B14D-8EBC-CEF4FD8FC4EB}" srcOrd="18" destOrd="0" presId="urn:microsoft.com/office/officeart/2008/layout/LinedList"/>
    <dgm:cxn modelId="{4A9DF365-4B41-2C40-A0A1-202FBA1B3D39}" type="presParOf" srcId="{F07FE4F0-84F1-9A4E-8FB4-8901EE28DF99}" destId="{8EEBC0A7-75C8-4D4D-B8E5-F54DF561F187}" srcOrd="19" destOrd="0" presId="urn:microsoft.com/office/officeart/2008/layout/LinedList"/>
    <dgm:cxn modelId="{070C4F7D-E68A-994B-83B3-15384B14C99A}" type="presParOf" srcId="{8EEBC0A7-75C8-4D4D-B8E5-F54DF561F187}" destId="{FB7B2048-6473-7743-9212-5D6DC02F5F1A}" srcOrd="0" destOrd="0" presId="urn:microsoft.com/office/officeart/2008/layout/LinedList"/>
    <dgm:cxn modelId="{20D6657B-E17D-8244-87A1-00E89648ADA1}" type="presParOf" srcId="{8EEBC0A7-75C8-4D4D-B8E5-F54DF561F187}" destId="{100CFE62-D101-664B-9277-39514464AAF2}" srcOrd="1" destOrd="0" presId="urn:microsoft.com/office/officeart/2008/layout/LinedList"/>
    <dgm:cxn modelId="{110F40B7-FE09-9541-9CB7-796BEE73D257}" type="presParOf" srcId="{F07FE4F0-84F1-9A4E-8FB4-8901EE28DF99}" destId="{254EA871-9A96-3F42-A64D-09B355B535FA}" srcOrd="20" destOrd="0" presId="urn:microsoft.com/office/officeart/2008/layout/LinedList"/>
    <dgm:cxn modelId="{797457F1-6F77-9949-B6A3-361C8676DF5C}" type="presParOf" srcId="{F07FE4F0-84F1-9A4E-8FB4-8901EE28DF99}" destId="{B8EAC017-F164-2F4D-B91A-E9A43E61280A}" srcOrd="21" destOrd="0" presId="urn:microsoft.com/office/officeart/2008/layout/LinedList"/>
    <dgm:cxn modelId="{5A43CB39-D3C5-974B-AC93-3E9AAE529497}" type="presParOf" srcId="{B8EAC017-F164-2F4D-B91A-E9A43E61280A}" destId="{A22247F5-38C4-6742-AA9B-EBFFAA7A6ADF}" srcOrd="0" destOrd="0" presId="urn:microsoft.com/office/officeart/2008/layout/LinedList"/>
    <dgm:cxn modelId="{B52A1A3F-6CC5-A044-8574-352E51317ED0}" type="presParOf" srcId="{B8EAC017-F164-2F4D-B91A-E9A43E61280A}" destId="{EA1FFCAE-63BF-9E40-B181-6A4A580C1E5C}" srcOrd="1" destOrd="0" presId="urn:microsoft.com/office/officeart/2008/layout/LinedList"/>
    <dgm:cxn modelId="{8D000E00-26BB-B349-82B6-D488A5DB189F}" type="presParOf" srcId="{F07FE4F0-84F1-9A4E-8FB4-8901EE28DF99}" destId="{4FC8F0A1-45E2-3943-82E7-E7432C3CB50E}" srcOrd="22" destOrd="0" presId="urn:microsoft.com/office/officeart/2008/layout/LinedList"/>
    <dgm:cxn modelId="{6FE152B4-2D67-3249-9687-510AE91A7537}" type="presParOf" srcId="{F07FE4F0-84F1-9A4E-8FB4-8901EE28DF99}" destId="{BA395136-E998-E34B-9567-257E4905F765}" srcOrd="23" destOrd="0" presId="urn:microsoft.com/office/officeart/2008/layout/LinedList"/>
    <dgm:cxn modelId="{A1D03BA7-1AAF-2942-BD6D-91EFF81D449A}" type="presParOf" srcId="{BA395136-E998-E34B-9567-257E4905F765}" destId="{8FA5BCFA-F456-7F44-8D2A-FAE7E3F69123}" srcOrd="0" destOrd="0" presId="urn:microsoft.com/office/officeart/2008/layout/LinedList"/>
    <dgm:cxn modelId="{D0B443CB-1DE9-8D47-8FE6-23959700A753}" type="presParOf" srcId="{BA395136-E998-E34B-9567-257E4905F765}" destId="{BD824F0A-4983-9146-BE5F-CF79938BCBF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0B607C67-7E2E-4380-A638-A18BC9D9F8B8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B33395E-F817-4342-8C95-FA95D40B1044}">
      <dgm:prSet/>
      <dgm:spPr/>
      <dgm:t>
        <a:bodyPr/>
        <a:lstStyle/>
        <a:p>
          <a:r>
            <a:rPr lang="en-US"/>
            <a:t>There are two primary "high-level" programming languages for Hadoop--	Pig and Hive</a:t>
          </a:r>
        </a:p>
      </dgm:t>
    </dgm:pt>
    <dgm:pt modelId="{337C484E-A44B-43C5-99B4-6C43BF9EC851}" type="parTrans" cxnId="{D90A720A-537F-4F59-8531-35250090678B}">
      <dgm:prSet/>
      <dgm:spPr/>
      <dgm:t>
        <a:bodyPr/>
        <a:lstStyle/>
        <a:p>
          <a:endParaRPr lang="en-US"/>
        </a:p>
      </dgm:t>
    </dgm:pt>
    <dgm:pt modelId="{DE2F310A-9B19-413F-BD3D-E297793F43B3}" type="sibTrans" cxnId="{D90A720A-537F-4F59-8531-35250090678B}">
      <dgm:prSet/>
      <dgm:spPr/>
      <dgm:t>
        <a:bodyPr/>
        <a:lstStyle/>
        <a:p>
          <a:endParaRPr lang="en-US"/>
        </a:p>
      </dgm:t>
    </dgm:pt>
    <dgm:pt modelId="{57B3604C-C443-4E66-BFE0-7690B8747C34}">
      <dgm:prSet/>
      <dgm:spPr/>
      <dgm:t>
        <a:bodyPr/>
        <a:lstStyle/>
        <a:p>
          <a:r>
            <a:rPr lang="en-US" i="1"/>
            <a:t>Pig </a:t>
          </a:r>
          <a:r>
            <a:rPr lang="en-US"/>
            <a:t>is a "scripting language" that excels in specifying a processing pipeline that is automatically parallelized into Map-Reduce operations</a:t>
          </a:r>
        </a:p>
      </dgm:t>
    </dgm:pt>
    <dgm:pt modelId="{5898B5DE-DF48-4621-8F1D-555C0FC5F738}" type="parTrans" cxnId="{C4E37CBD-5A2D-426C-A1C9-3851E08ECF2E}">
      <dgm:prSet/>
      <dgm:spPr/>
      <dgm:t>
        <a:bodyPr/>
        <a:lstStyle/>
        <a:p>
          <a:endParaRPr lang="en-US"/>
        </a:p>
      </dgm:t>
    </dgm:pt>
    <dgm:pt modelId="{EAFD6837-2225-475F-B036-3F339BB3E95F}" type="sibTrans" cxnId="{C4E37CBD-5A2D-426C-A1C9-3851E08ECF2E}">
      <dgm:prSet/>
      <dgm:spPr/>
      <dgm:t>
        <a:bodyPr/>
        <a:lstStyle/>
        <a:p>
          <a:endParaRPr lang="en-US"/>
        </a:p>
      </dgm:t>
    </dgm:pt>
    <dgm:pt modelId="{80829EAF-4DBB-4094-B2B0-8EB1B401EDE2}">
      <dgm:prSet/>
      <dgm:spPr/>
      <dgm:t>
        <a:bodyPr/>
        <a:lstStyle/>
        <a:p>
          <a:r>
            <a:rPr lang="en-US"/>
            <a:t>Deferred execution allows for optimizations in scheduling Map-Reduce operations</a:t>
          </a:r>
        </a:p>
      </dgm:t>
    </dgm:pt>
    <dgm:pt modelId="{E4717871-ED00-4097-98CC-34C4E71A63CB}" type="parTrans" cxnId="{CF1506FC-7D86-48D3-A89F-1197F651729E}">
      <dgm:prSet/>
      <dgm:spPr/>
      <dgm:t>
        <a:bodyPr/>
        <a:lstStyle/>
        <a:p>
          <a:endParaRPr lang="en-US"/>
        </a:p>
      </dgm:t>
    </dgm:pt>
    <dgm:pt modelId="{19168896-B6D5-477C-BDA9-C15DFB2CF2CE}" type="sibTrans" cxnId="{CF1506FC-7D86-48D3-A89F-1197F651729E}">
      <dgm:prSet/>
      <dgm:spPr/>
      <dgm:t>
        <a:bodyPr/>
        <a:lstStyle/>
        <a:p>
          <a:endParaRPr lang="en-US"/>
        </a:p>
      </dgm:t>
    </dgm:pt>
    <dgm:pt modelId="{7E3BA399-6311-4AF3-9F82-4D753807313C}">
      <dgm:prSet/>
      <dgm:spPr/>
      <dgm:t>
        <a:bodyPr/>
        <a:lstStyle/>
        <a:p>
          <a:r>
            <a:rPr lang="en-US"/>
            <a:t>Good for general data manipulation and cleaning</a:t>
          </a:r>
        </a:p>
      </dgm:t>
    </dgm:pt>
    <dgm:pt modelId="{1B0A9A2B-9A1B-4901-8238-205455984370}" type="parTrans" cxnId="{69E5FBFB-9BE0-4AB2-94BF-29FF04AD38C7}">
      <dgm:prSet/>
      <dgm:spPr/>
      <dgm:t>
        <a:bodyPr/>
        <a:lstStyle/>
        <a:p>
          <a:endParaRPr lang="en-US"/>
        </a:p>
      </dgm:t>
    </dgm:pt>
    <dgm:pt modelId="{739F7996-ECB4-4CD2-BA3F-1E34DCF4012D}" type="sibTrans" cxnId="{69E5FBFB-9BE0-4AB2-94BF-29FF04AD38C7}">
      <dgm:prSet/>
      <dgm:spPr/>
      <dgm:t>
        <a:bodyPr/>
        <a:lstStyle/>
        <a:p>
          <a:endParaRPr lang="en-US"/>
        </a:p>
      </dgm:t>
    </dgm:pt>
    <dgm:pt modelId="{C928EA5B-4C70-4CA3-8FDD-CC1A99F3D868}">
      <dgm:prSet/>
      <dgm:spPr/>
      <dgm:t>
        <a:bodyPr/>
        <a:lstStyle/>
        <a:p>
          <a:r>
            <a:rPr lang="en-US" i="1"/>
            <a:t>Hive </a:t>
          </a:r>
          <a:r>
            <a:rPr lang="en-US"/>
            <a:t>is a "query languge" that borrows heavily from SQL, good for searching and summarizing data</a:t>
          </a:r>
        </a:p>
      </dgm:t>
    </dgm:pt>
    <dgm:pt modelId="{197CA2D8-B705-4F85-B9BE-959490E62C7B}" type="parTrans" cxnId="{A39D9B1B-E41E-465A-9C06-F368C100F097}">
      <dgm:prSet/>
      <dgm:spPr/>
      <dgm:t>
        <a:bodyPr/>
        <a:lstStyle/>
        <a:p>
          <a:endParaRPr lang="en-US"/>
        </a:p>
      </dgm:t>
    </dgm:pt>
    <dgm:pt modelId="{A362FA00-4E69-45AB-A63D-12B2AEAFE617}" type="sibTrans" cxnId="{A39D9B1B-E41E-465A-9C06-F368C100F097}">
      <dgm:prSet/>
      <dgm:spPr/>
      <dgm:t>
        <a:bodyPr/>
        <a:lstStyle/>
        <a:p>
          <a:endParaRPr lang="en-US"/>
        </a:p>
      </dgm:t>
    </dgm:pt>
    <dgm:pt modelId="{76C929A5-9B21-4F83-AF16-2EA7D2AFF2C0}">
      <dgm:prSet/>
      <dgm:spPr/>
      <dgm:t>
        <a:bodyPr/>
        <a:lstStyle/>
        <a:p>
          <a:r>
            <a:rPr lang="en-US"/>
            <a:t>Requires the specification of an "external" schema</a:t>
          </a:r>
        </a:p>
      </dgm:t>
    </dgm:pt>
    <dgm:pt modelId="{70510460-3A7A-4288-9145-9F39F46F2C28}" type="parTrans" cxnId="{0E7DAC33-DB0E-4540-A69D-3936FACAAE31}">
      <dgm:prSet/>
      <dgm:spPr/>
      <dgm:t>
        <a:bodyPr/>
        <a:lstStyle/>
        <a:p>
          <a:endParaRPr lang="en-US"/>
        </a:p>
      </dgm:t>
    </dgm:pt>
    <dgm:pt modelId="{5FCA5BBA-B5C7-4E55-9D0C-A1B88D35DEE2}" type="sibTrans" cxnId="{0E7DAC33-DB0E-4540-A69D-3936FACAAE31}">
      <dgm:prSet/>
      <dgm:spPr/>
      <dgm:t>
        <a:bodyPr/>
        <a:lstStyle/>
        <a:p>
          <a:endParaRPr lang="en-US"/>
        </a:p>
      </dgm:t>
    </dgm:pt>
    <dgm:pt modelId="{E7C3ED0D-126E-4D23-B73F-4ABB5099E0D1}">
      <dgm:prSet/>
      <dgm:spPr/>
      <dgm:t>
        <a:bodyPr/>
        <a:lstStyle/>
        <a:p>
          <a:r>
            <a:rPr lang="en-US"/>
            <a:t>Often materializes many more intermediate results than a DBMS would</a:t>
          </a:r>
        </a:p>
      </dgm:t>
    </dgm:pt>
    <dgm:pt modelId="{A30CD976-5F24-4325-9FBA-982167217FAB}" type="parTrans" cxnId="{B8E1FFC5-7D4B-489D-91CC-9993AE8DBB38}">
      <dgm:prSet/>
      <dgm:spPr/>
      <dgm:t>
        <a:bodyPr/>
        <a:lstStyle/>
        <a:p>
          <a:endParaRPr lang="en-US"/>
        </a:p>
      </dgm:t>
    </dgm:pt>
    <dgm:pt modelId="{B1A95788-0492-4B3E-9D3D-74FCAAD35DA0}" type="sibTrans" cxnId="{B8E1FFC5-7D4B-489D-91CC-9993AE8DBB38}">
      <dgm:prSet/>
      <dgm:spPr/>
      <dgm:t>
        <a:bodyPr/>
        <a:lstStyle/>
        <a:p>
          <a:endParaRPr lang="en-US"/>
        </a:p>
      </dgm:t>
    </dgm:pt>
    <dgm:pt modelId="{E552313A-15D6-6745-8EB2-51D81F8CF732}" type="pres">
      <dgm:prSet presAssocID="{0B607C67-7E2E-4380-A638-A18BC9D9F8B8}" presName="Name0" presStyleCnt="0">
        <dgm:presLayoutVars>
          <dgm:dir/>
          <dgm:animLvl val="lvl"/>
          <dgm:resizeHandles val="exact"/>
        </dgm:presLayoutVars>
      </dgm:prSet>
      <dgm:spPr/>
    </dgm:pt>
    <dgm:pt modelId="{B39C4A3A-5B35-4847-B64A-D5E1B3FE5E04}" type="pres">
      <dgm:prSet presAssocID="{5B33395E-F817-4342-8C95-FA95D40B1044}" presName="linNode" presStyleCnt="0"/>
      <dgm:spPr/>
    </dgm:pt>
    <dgm:pt modelId="{399289D0-608F-224E-BCB4-57D7FD9B17AC}" type="pres">
      <dgm:prSet presAssocID="{5B33395E-F817-4342-8C95-FA95D40B1044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64712400-2FB4-7D40-A952-F3D7ADADC78C}" type="pres">
      <dgm:prSet presAssocID="{DE2F310A-9B19-413F-BD3D-E297793F43B3}" presName="sp" presStyleCnt="0"/>
      <dgm:spPr/>
    </dgm:pt>
    <dgm:pt modelId="{B1618F32-62D3-F241-95FA-6C6A1B6E628F}" type="pres">
      <dgm:prSet presAssocID="{57B3604C-C443-4E66-BFE0-7690B8747C34}" presName="linNode" presStyleCnt="0"/>
      <dgm:spPr/>
    </dgm:pt>
    <dgm:pt modelId="{C1825112-9C75-0040-BBC9-0981BD17BA81}" type="pres">
      <dgm:prSet presAssocID="{57B3604C-C443-4E66-BFE0-7690B8747C34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575B4041-3DDA-F343-9BD9-F1DB9FC2B2CA}" type="pres">
      <dgm:prSet presAssocID="{57B3604C-C443-4E66-BFE0-7690B8747C34}" presName="descendantText" presStyleLbl="alignAccFollowNode1" presStyleIdx="0" presStyleCnt="2">
        <dgm:presLayoutVars>
          <dgm:bulletEnabled val="1"/>
        </dgm:presLayoutVars>
      </dgm:prSet>
      <dgm:spPr/>
    </dgm:pt>
    <dgm:pt modelId="{7DDC0814-09F5-2F47-8514-23D52E83CB74}" type="pres">
      <dgm:prSet presAssocID="{EAFD6837-2225-475F-B036-3F339BB3E95F}" presName="sp" presStyleCnt="0"/>
      <dgm:spPr/>
    </dgm:pt>
    <dgm:pt modelId="{C2EE27F6-69F7-2140-B9AE-FE483D4789DF}" type="pres">
      <dgm:prSet presAssocID="{C928EA5B-4C70-4CA3-8FDD-CC1A99F3D868}" presName="linNode" presStyleCnt="0"/>
      <dgm:spPr/>
    </dgm:pt>
    <dgm:pt modelId="{C71ED09F-8B2B-1344-816D-C2EA4713CDEB}" type="pres">
      <dgm:prSet presAssocID="{C928EA5B-4C70-4CA3-8FDD-CC1A99F3D868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7114E6C-443C-A245-8A9E-2BCB780EE11A}" type="pres">
      <dgm:prSet presAssocID="{C928EA5B-4C70-4CA3-8FDD-CC1A99F3D868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D90A720A-537F-4F59-8531-35250090678B}" srcId="{0B607C67-7E2E-4380-A638-A18BC9D9F8B8}" destId="{5B33395E-F817-4342-8C95-FA95D40B1044}" srcOrd="0" destOrd="0" parTransId="{337C484E-A44B-43C5-99B4-6C43BF9EC851}" sibTransId="{DE2F310A-9B19-413F-BD3D-E297793F43B3}"/>
    <dgm:cxn modelId="{A39D9B1B-E41E-465A-9C06-F368C100F097}" srcId="{0B607C67-7E2E-4380-A638-A18BC9D9F8B8}" destId="{C928EA5B-4C70-4CA3-8FDD-CC1A99F3D868}" srcOrd="2" destOrd="0" parTransId="{197CA2D8-B705-4F85-B9BE-959490E62C7B}" sibTransId="{A362FA00-4E69-45AB-A63D-12B2AEAFE617}"/>
    <dgm:cxn modelId="{98E24829-202C-A940-A810-723139621531}" type="presOf" srcId="{76C929A5-9B21-4F83-AF16-2EA7D2AFF2C0}" destId="{F7114E6C-443C-A245-8A9E-2BCB780EE11A}" srcOrd="0" destOrd="0" presId="urn:microsoft.com/office/officeart/2005/8/layout/vList5"/>
    <dgm:cxn modelId="{E5E68C32-C3E9-7548-A886-8B88B0178403}" type="presOf" srcId="{E7C3ED0D-126E-4D23-B73F-4ABB5099E0D1}" destId="{F7114E6C-443C-A245-8A9E-2BCB780EE11A}" srcOrd="0" destOrd="1" presId="urn:microsoft.com/office/officeart/2005/8/layout/vList5"/>
    <dgm:cxn modelId="{0E7DAC33-DB0E-4540-A69D-3936FACAAE31}" srcId="{C928EA5B-4C70-4CA3-8FDD-CC1A99F3D868}" destId="{76C929A5-9B21-4F83-AF16-2EA7D2AFF2C0}" srcOrd="0" destOrd="0" parTransId="{70510460-3A7A-4288-9145-9F39F46F2C28}" sibTransId="{5FCA5BBA-B5C7-4E55-9D0C-A1B88D35DEE2}"/>
    <dgm:cxn modelId="{F9B04134-BDAB-904A-A1CC-BCBCE06D3C9B}" type="presOf" srcId="{5B33395E-F817-4342-8C95-FA95D40B1044}" destId="{399289D0-608F-224E-BCB4-57D7FD9B17AC}" srcOrd="0" destOrd="0" presId="urn:microsoft.com/office/officeart/2005/8/layout/vList5"/>
    <dgm:cxn modelId="{ECF90C35-7BE6-9341-8365-38EF3E65ECD1}" type="presOf" srcId="{C928EA5B-4C70-4CA3-8FDD-CC1A99F3D868}" destId="{C71ED09F-8B2B-1344-816D-C2EA4713CDEB}" srcOrd="0" destOrd="0" presId="urn:microsoft.com/office/officeart/2005/8/layout/vList5"/>
    <dgm:cxn modelId="{DD264447-F09C-3045-9054-9F0E7847FC4F}" type="presOf" srcId="{57B3604C-C443-4E66-BFE0-7690B8747C34}" destId="{C1825112-9C75-0040-BBC9-0981BD17BA81}" srcOrd="0" destOrd="0" presId="urn:microsoft.com/office/officeart/2005/8/layout/vList5"/>
    <dgm:cxn modelId="{F2CC8B5F-56EC-1842-B6E2-6D4132D6B42D}" type="presOf" srcId="{80829EAF-4DBB-4094-B2B0-8EB1B401EDE2}" destId="{575B4041-3DDA-F343-9BD9-F1DB9FC2B2CA}" srcOrd="0" destOrd="0" presId="urn:microsoft.com/office/officeart/2005/8/layout/vList5"/>
    <dgm:cxn modelId="{9CD3FF64-792C-B147-A292-509B759408BF}" type="presOf" srcId="{0B607C67-7E2E-4380-A638-A18BC9D9F8B8}" destId="{E552313A-15D6-6745-8EB2-51D81F8CF732}" srcOrd="0" destOrd="0" presId="urn:microsoft.com/office/officeart/2005/8/layout/vList5"/>
    <dgm:cxn modelId="{6F3E8393-8F07-1F42-B0D8-D2E56A342BBC}" type="presOf" srcId="{7E3BA399-6311-4AF3-9F82-4D753807313C}" destId="{575B4041-3DDA-F343-9BD9-F1DB9FC2B2CA}" srcOrd="0" destOrd="1" presId="urn:microsoft.com/office/officeart/2005/8/layout/vList5"/>
    <dgm:cxn modelId="{C4E37CBD-5A2D-426C-A1C9-3851E08ECF2E}" srcId="{0B607C67-7E2E-4380-A638-A18BC9D9F8B8}" destId="{57B3604C-C443-4E66-BFE0-7690B8747C34}" srcOrd="1" destOrd="0" parTransId="{5898B5DE-DF48-4621-8F1D-555C0FC5F738}" sibTransId="{EAFD6837-2225-475F-B036-3F339BB3E95F}"/>
    <dgm:cxn modelId="{B8E1FFC5-7D4B-489D-91CC-9993AE8DBB38}" srcId="{C928EA5B-4C70-4CA3-8FDD-CC1A99F3D868}" destId="{E7C3ED0D-126E-4D23-B73F-4ABB5099E0D1}" srcOrd="1" destOrd="0" parTransId="{A30CD976-5F24-4325-9FBA-982167217FAB}" sibTransId="{B1A95788-0492-4B3E-9D3D-74FCAAD35DA0}"/>
    <dgm:cxn modelId="{69E5FBFB-9BE0-4AB2-94BF-29FF04AD38C7}" srcId="{57B3604C-C443-4E66-BFE0-7690B8747C34}" destId="{7E3BA399-6311-4AF3-9F82-4D753807313C}" srcOrd="1" destOrd="0" parTransId="{1B0A9A2B-9A1B-4901-8238-205455984370}" sibTransId="{739F7996-ECB4-4CD2-BA3F-1E34DCF4012D}"/>
    <dgm:cxn modelId="{CF1506FC-7D86-48D3-A89F-1197F651729E}" srcId="{57B3604C-C443-4E66-BFE0-7690B8747C34}" destId="{80829EAF-4DBB-4094-B2B0-8EB1B401EDE2}" srcOrd="0" destOrd="0" parTransId="{E4717871-ED00-4097-98CC-34C4E71A63CB}" sibTransId="{19168896-B6D5-477C-BDA9-C15DFB2CF2CE}"/>
    <dgm:cxn modelId="{F2856C4C-DEE7-464D-A820-3254DA4B40C8}" type="presParOf" srcId="{E552313A-15D6-6745-8EB2-51D81F8CF732}" destId="{B39C4A3A-5B35-4847-B64A-D5E1B3FE5E04}" srcOrd="0" destOrd="0" presId="urn:microsoft.com/office/officeart/2005/8/layout/vList5"/>
    <dgm:cxn modelId="{14BFBE77-F9A5-374A-AA2A-907AF526A5BF}" type="presParOf" srcId="{B39C4A3A-5B35-4847-B64A-D5E1B3FE5E04}" destId="{399289D0-608F-224E-BCB4-57D7FD9B17AC}" srcOrd="0" destOrd="0" presId="urn:microsoft.com/office/officeart/2005/8/layout/vList5"/>
    <dgm:cxn modelId="{70DB0ED5-06FB-A444-A000-E682D4AC9E23}" type="presParOf" srcId="{E552313A-15D6-6745-8EB2-51D81F8CF732}" destId="{64712400-2FB4-7D40-A952-F3D7ADADC78C}" srcOrd="1" destOrd="0" presId="urn:microsoft.com/office/officeart/2005/8/layout/vList5"/>
    <dgm:cxn modelId="{FFC23E68-8016-9E48-9514-0A3F5F3F3BEB}" type="presParOf" srcId="{E552313A-15D6-6745-8EB2-51D81F8CF732}" destId="{B1618F32-62D3-F241-95FA-6C6A1B6E628F}" srcOrd="2" destOrd="0" presId="urn:microsoft.com/office/officeart/2005/8/layout/vList5"/>
    <dgm:cxn modelId="{678FFE5D-5AAC-D34F-BFC1-3349814B2E3F}" type="presParOf" srcId="{B1618F32-62D3-F241-95FA-6C6A1B6E628F}" destId="{C1825112-9C75-0040-BBC9-0981BD17BA81}" srcOrd="0" destOrd="0" presId="urn:microsoft.com/office/officeart/2005/8/layout/vList5"/>
    <dgm:cxn modelId="{3EF0ACCA-F806-BC4B-9049-C0D8CA9776BE}" type="presParOf" srcId="{B1618F32-62D3-F241-95FA-6C6A1B6E628F}" destId="{575B4041-3DDA-F343-9BD9-F1DB9FC2B2CA}" srcOrd="1" destOrd="0" presId="urn:microsoft.com/office/officeart/2005/8/layout/vList5"/>
    <dgm:cxn modelId="{8B6E4671-EAD9-2741-A578-6ED3B5AF0049}" type="presParOf" srcId="{E552313A-15D6-6745-8EB2-51D81F8CF732}" destId="{7DDC0814-09F5-2F47-8514-23D52E83CB74}" srcOrd="3" destOrd="0" presId="urn:microsoft.com/office/officeart/2005/8/layout/vList5"/>
    <dgm:cxn modelId="{A9F02478-FF39-0E45-82E5-0A297F630A96}" type="presParOf" srcId="{E552313A-15D6-6745-8EB2-51D81F8CF732}" destId="{C2EE27F6-69F7-2140-B9AE-FE483D4789DF}" srcOrd="4" destOrd="0" presId="urn:microsoft.com/office/officeart/2005/8/layout/vList5"/>
    <dgm:cxn modelId="{7BE21204-5C73-6242-8405-EBEB3DF2D1FE}" type="presParOf" srcId="{C2EE27F6-69F7-2140-B9AE-FE483D4789DF}" destId="{C71ED09F-8B2B-1344-816D-C2EA4713CDEB}" srcOrd="0" destOrd="0" presId="urn:microsoft.com/office/officeart/2005/8/layout/vList5"/>
    <dgm:cxn modelId="{6B2F8CD3-0037-FC4B-BB3C-0AAD4BDF6511}" type="presParOf" srcId="{C2EE27F6-69F7-2140-B9AE-FE483D4789DF}" destId="{F7114E6C-443C-A245-8A9E-2BCB780EE11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516338-B8E1-4872-A095-DCB460C4DB04}">
      <dsp:nvSpPr>
        <dsp:cNvPr id="0" name=""/>
        <dsp:cNvSpPr/>
      </dsp:nvSpPr>
      <dsp:spPr>
        <a:xfrm>
          <a:off x="7992" y="0"/>
          <a:ext cx="822313" cy="7669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D8244C-4598-4393-B573-5E3384F9C20C}">
      <dsp:nvSpPr>
        <dsp:cNvPr id="0" name=""/>
        <dsp:cNvSpPr/>
      </dsp:nvSpPr>
      <dsp:spPr>
        <a:xfrm>
          <a:off x="7992" y="941292"/>
          <a:ext cx="2349466" cy="2240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Hadoop is an open-source reimplementation of</a:t>
          </a:r>
        </a:p>
      </dsp:txBody>
      <dsp:txXfrm>
        <a:off x="7992" y="941292"/>
        <a:ext cx="2349466" cy="2240282"/>
      </dsp:txXfrm>
    </dsp:sp>
    <dsp:sp modelId="{9559A646-EEE3-48E3-A9B6-58080372468E}">
      <dsp:nvSpPr>
        <dsp:cNvPr id="0" name=""/>
        <dsp:cNvSpPr/>
      </dsp:nvSpPr>
      <dsp:spPr>
        <a:xfrm>
          <a:off x="7992" y="3262663"/>
          <a:ext cx="2349466" cy="1088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A distributed file system</a:t>
          </a:r>
        </a:p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A map-reduce processing framework</a:t>
          </a:r>
        </a:p>
      </dsp:txBody>
      <dsp:txXfrm>
        <a:off x="7992" y="3262663"/>
        <a:ext cx="2349466" cy="1088674"/>
      </dsp:txXfrm>
    </dsp:sp>
    <dsp:sp modelId="{A46A5F7A-8DCF-4902-8B46-76B6AFEEDE6A}">
      <dsp:nvSpPr>
        <dsp:cNvPr id="0" name=""/>
        <dsp:cNvSpPr/>
      </dsp:nvSpPr>
      <dsp:spPr>
        <a:xfrm>
          <a:off x="2768616" y="0"/>
          <a:ext cx="822313" cy="7669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C2987B-9869-4B76-9EB8-9F9D1C8DE9F8}">
      <dsp:nvSpPr>
        <dsp:cNvPr id="0" name=""/>
        <dsp:cNvSpPr/>
      </dsp:nvSpPr>
      <dsp:spPr>
        <a:xfrm>
          <a:off x="2768616" y="941292"/>
          <a:ext cx="2349466" cy="2240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Inspired by Google’s description of the 	technologies underpinning their search 	engine</a:t>
          </a:r>
        </a:p>
      </dsp:txBody>
      <dsp:txXfrm>
        <a:off x="2768616" y="941292"/>
        <a:ext cx="2349466" cy="2240282"/>
      </dsp:txXfrm>
    </dsp:sp>
    <dsp:sp modelId="{4BDB3F30-AC7E-48DD-A509-F067DA26E210}">
      <dsp:nvSpPr>
        <dsp:cNvPr id="0" name=""/>
        <dsp:cNvSpPr/>
      </dsp:nvSpPr>
      <dsp:spPr>
        <a:xfrm>
          <a:off x="2768616" y="3262663"/>
          <a:ext cx="2349466" cy="1088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9A1120-D9D7-4131-A4A5-EB6E5614CD77}">
      <dsp:nvSpPr>
        <dsp:cNvPr id="0" name=""/>
        <dsp:cNvSpPr/>
      </dsp:nvSpPr>
      <dsp:spPr>
        <a:xfrm>
          <a:off x="5529240" y="0"/>
          <a:ext cx="822313" cy="7669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9AB165-B757-434E-BBC3-BAEA9D5D0392}">
      <dsp:nvSpPr>
        <dsp:cNvPr id="0" name=""/>
        <dsp:cNvSpPr/>
      </dsp:nvSpPr>
      <dsp:spPr>
        <a:xfrm>
          <a:off x="5529240" y="941292"/>
          <a:ext cx="2349466" cy="224028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It is a layer-cake of APIs, written mostly in Java, that one can use to write large, distributed, and scalable applications to search and process large datasets</a:t>
          </a:r>
        </a:p>
      </dsp:txBody>
      <dsp:txXfrm>
        <a:off x="5529240" y="941292"/>
        <a:ext cx="2349466" cy="2240282"/>
      </dsp:txXfrm>
    </dsp:sp>
    <dsp:sp modelId="{AD8532F3-63A4-491A-9E16-786B57F798B3}">
      <dsp:nvSpPr>
        <dsp:cNvPr id="0" name=""/>
        <dsp:cNvSpPr/>
      </dsp:nvSpPr>
      <dsp:spPr>
        <a:xfrm>
          <a:off x="5529240" y="3262663"/>
          <a:ext cx="2349466" cy="10886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935732-1494-294A-BA2A-D53AE57BA6D8}">
      <dsp:nvSpPr>
        <dsp:cNvPr id="0" name=""/>
        <dsp:cNvSpPr/>
      </dsp:nvSpPr>
      <dsp:spPr>
        <a:xfrm rot="16200000">
          <a:off x="533" y="383619"/>
          <a:ext cx="3688789" cy="3688789"/>
        </a:xfrm>
        <a:prstGeom prst="down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>
              <a:latin typeface="Arial" panose="020B0604020202020204" pitchFamily="34" charset="0"/>
              <a:cs typeface="Arial" panose="020B0604020202020204" pitchFamily="34" charset="0"/>
            </a:rPr>
            <a:t>PIG </a:t>
          </a: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– A scripting language for transforming big data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Useful for “cleaning” and “normalizing” data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Three parts:</a:t>
          </a:r>
        </a:p>
        <a:p>
          <a:pPr marL="342900" lvl="2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Pig Latin – The scripting language</a:t>
          </a:r>
        </a:p>
        <a:p>
          <a:pPr marL="342900" lvl="2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Grunt – A interactive shell</a:t>
          </a:r>
        </a:p>
        <a:p>
          <a:pPr marL="342900" lvl="2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Piggybank – A repository of Pig extensions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Deferred execution model</a:t>
          </a:r>
        </a:p>
      </dsp:txBody>
      <dsp:txXfrm rot="5400000">
        <a:off x="533" y="1305816"/>
        <a:ext cx="3043251" cy="1844395"/>
      </dsp:txXfrm>
    </dsp:sp>
    <dsp:sp modelId="{B75BCEE7-6B43-354D-8013-206A79A3855A}">
      <dsp:nvSpPr>
        <dsp:cNvPr id="0" name=""/>
        <dsp:cNvSpPr/>
      </dsp:nvSpPr>
      <dsp:spPr>
        <a:xfrm rot="5400000">
          <a:off x="3910918" y="383619"/>
          <a:ext cx="3688789" cy="3688789"/>
        </a:xfrm>
        <a:prstGeom prst="downArrow">
          <a:avLst>
            <a:gd name="adj1" fmla="val 50000"/>
            <a:gd name="adj2" fmla="val 35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>
              <a:latin typeface="Arial" panose="020B0604020202020204" pitchFamily="34" charset="0"/>
              <a:cs typeface="Arial" panose="020B0604020202020204" pitchFamily="34" charset="0"/>
            </a:rPr>
            <a:t>Hive </a:t>
          </a: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– A SQL-inspired query-oriented language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>
              <a:latin typeface="Arial" panose="020B0604020202020204" pitchFamily="34" charset="0"/>
              <a:cs typeface="Arial" panose="020B0604020202020204" pitchFamily="34" charset="0"/>
            </a:rPr>
            <a:t>Imposes structure, in the form of schemas, on Hadoop data</a:t>
          </a:r>
        </a:p>
        <a:p>
          <a:pPr marL="171450" lvl="1" indent="-171450" algn="l" defTabSz="71120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>
              <a:latin typeface="Arial" panose="020B0604020202020204" pitchFamily="34" charset="0"/>
              <a:cs typeface="Arial" panose="020B0604020202020204" pitchFamily="34" charset="0"/>
            </a:rPr>
            <a:t>Creates “data warehouse” layers</a:t>
          </a:r>
        </a:p>
      </dsp:txBody>
      <dsp:txXfrm rot="-5400000">
        <a:off x="4556456" y="1305816"/>
        <a:ext cx="3043251" cy="184439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CDA10E-583C-1541-A2A3-ECDED0CEB2F7}">
      <dsp:nvSpPr>
        <dsp:cNvPr id="0" name=""/>
        <dsp:cNvSpPr/>
      </dsp:nvSpPr>
      <dsp:spPr>
        <a:xfrm>
          <a:off x="0" y="14306"/>
          <a:ext cx="7023833" cy="10670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Abstraction layer for processing large data sets 2 Components</a:t>
          </a:r>
        </a:p>
      </dsp:txBody>
      <dsp:txXfrm>
        <a:off x="52089" y="66395"/>
        <a:ext cx="6919655" cy="962862"/>
      </dsp:txXfrm>
    </dsp:sp>
    <dsp:sp modelId="{6CB421EA-C919-504F-9AEA-9BB5CE21C67E}">
      <dsp:nvSpPr>
        <dsp:cNvPr id="0" name=""/>
        <dsp:cNvSpPr/>
      </dsp:nvSpPr>
      <dsp:spPr>
        <a:xfrm>
          <a:off x="0" y="1081346"/>
          <a:ext cx="7023833" cy="943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3007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Pig Latin: the language used to express data flows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Grunt: the execution environment</a:t>
          </a:r>
        </a:p>
      </dsp:txBody>
      <dsp:txXfrm>
        <a:off x="0" y="1081346"/>
        <a:ext cx="7023833" cy="943920"/>
      </dsp:txXfrm>
    </dsp:sp>
    <dsp:sp modelId="{62FA75E6-915D-6A43-A1D6-C811E3807A0C}">
      <dsp:nvSpPr>
        <dsp:cNvPr id="0" name=""/>
        <dsp:cNvSpPr/>
      </dsp:nvSpPr>
      <dsp:spPr>
        <a:xfrm>
          <a:off x="0" y="2025266"/>
          <a:ext cx="7023833" cy="10670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Pig Program</a:t>
          </a:r>
        </a:p>
      </dsp:txBody>
      <dsp:txXfrm>
        <a:off x="52089" y="2077355"/>
        <a:ext cx="6919655" cy="962862"/>
      </dsp:txXfrm>
    </dsp:sp>
    <dsp:sp modelId="{273572A1-FF13-F44A-B7B2-9ACEC1706180}">
      <dsp:nvSpPr>
        <dsp:cNvPr id="0" name=""/>
        <dsp:cNvSpPr/>
      </dsp:nvSpPr>
      <dsp:spPr>
        <a:xfrm>
          <a:off x="0" y="3092305"/>
          <a:ext cx="7023833" cy="943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3007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Composed of series of operations, or transformations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The operations describe a dataflow that is translated into one or more MapReduce jobs</a:t>
          </a:r>
        </a:p>
      </dsp:txBody>
      <dsp:txXfrm>
        <a:off x="0" y="3092305"/>
        <a:ext cx="7023833" cy="9439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3D2D8-99CE-4EDC-9CEE-93DDA0EE784A}">
      <dsp:nvSpPr>
        <dsp:cNvPr id="0" name=""/>
        <dsp:cNvSpPr/>
      </dsp:nvSpPr>
      <dsp:spPr>
        <a:xfrm>
          <a:off x="0" y="6013"/>
          <a:ext cx="7919085" cy="78795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EE96AE-8A28-459C-84AB-3F16464BB3EB}">
      <dsp:nvSpPr>
        <dsp:cNvPr id="0" name=""/>
        <dsp:cNvSpPr/>
      </dsp:nvSpPr>
      <dsp:spPr>
        <a:xfrm>
          <a:off x="238356" y="183303"/>
          <a:ext cx="433375" cy="433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D097A4-5A85-464F-982B-EDE5985CFE21}">
      <dsp:nvSpPr>
        <dsp:cNvPr id="0" name=""/>
        <dsp:cNvSpPr/>
      </dsp:nvSpPr>
      <dsp:spPr>
        <a:xfrm>
          <a:off x="910088" y="6013"/>
          <a:ext cx="7008107" cy="7879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392" tIns="83392" rIns="83392" bIns="8339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MapReduce is powerful but </a:t>
          </a:r>
          <a:r>
            <a:rPr lang="en-US" sz="1900" b="1" kern="1200"/>
            <a:t>hard to program</a:t>
          </a:r>
          <a:r>
            <a:rPr lang="en-US" sz="1900" kern="1200"/>
            <a:t>, because you must write mapper and reducer functions manually.</a:t>
          </a:r>
        </a:p>
      </dsp:txBody>
      <dsp:txXfrm>
        <a:off x="910088" y="6013"/>
        <a:ext cx="7008107" cy="787955"/>
      </dsp:txXfrm>
    </dsp:sp>
    <dsp:sp modelId="{D76A254E-8E87-4CE3-A08F-1ED8E0BB47A5}">
      <dsp:nvSpPr>
        <dsp:cNvPr id="0" name=""/>
        <dsp:cNvSpPr/>
      </dsp:nvSpPr>
      <dsp:spPr>
        <a:xfrm>
          <a:off x="0" y="990957"/>
          <a:ext cx="7919085" cy="78795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5BAE82-7805-4E88-A274-323FC6511F83}">
      <dsp:nvSpPr>
        <dsp:cNvPr id="0" name=""/>
        <dsp:cNvSpPr/>
      </dsp:nvSpPr>
      <dsp:spPr>
        <a:xfrm>
          <a:off x="238356" y="1168247"/>
          <a:ext cx="433375" cy="433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CC405-1DF8-454B-AE20-68C9ED86823D}">
      <dsp:nvSpPr>
        <dsp:cNvPr id="0" name=""/>
        <dsp:cNvSpPr/>
      </dsp:nvSpPr>
      <dsp:spPr>
        <a:xfrm>
          <a:off x="910088" y="990957"/>
          <a:ext cx="7008107" cy="7879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392" tIns="83392" rIns="83392" bIns="8339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Pig</a:t>
          </a:r>
          <a:r>
            <a:rPr lang="en-US" sz="1900" kern="1200"/>
            <a:t> is a higher-level tool that simplifies this work.</a:t>
          </a:r>
        </a:p>
      </dsp:txBody>
      <dsp:txXfrm>
        <a:off x="910088" y="990957"/>
        <a:ext cx="7008107" cy="787955"/>
      </dsp:txXfrm>
    </dsp:sp>
    <dsp:sp modelId="{75A06D0F-3051-4F20-9106-E9077B3200D6}">
      <dsp:nvSpPr>
        <dsp:cNvPr id="0" name=""/>
        <dsp:cNvSpPr/>
      </dsp:nvSpPr>
      <dsp:spPr>
        <a:xfrm>
          <a:off x="0" y="1975901"/>
          <a:ext cx="7919085" cy="78795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6F5F84-7D58-491B-AF0B-F33051A30C9F}">
      <dsp:nvSpPr>
        <dsp:cNvPr id="0" name=""/>
        <dsp:cNvSpPr/>
      </dsp:nvSpPr>
      <dsp:spPr>
        <a:xfrm>
          <a:off x="238356" y="2153191"/>
          <a:ext cx="433375" cy="433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B8EA54-FF15-4F2C-ADF9-4414A0EAADE6}">
      <dsp:nvSpPr>
        <dsp:cNvPr id="0" name=""/>
        <dsp:cNvSpPr/>
      </dsp:nvSpPr>
      <dsp:spPr>
        <a:xfrm>
          <a:off x="910088" y="1975901"/>
          <a:ext cx="7008107" cy="7879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392" tIns="83392" rIns="83392" bIns="8339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/>
            <a:t>Pig Latin</a:t>
          </a:r>
          <a:r>
            <a:rPr lang="en-US" sz="1900" kern="1200"/>
            <a:t> is a data-flow language where each step is a transformation (like SQL operations: join, filter, group, sort).</a:t>
          </a:r>
        </a:p>
      </dsp:txBody>
      <dsp:txXfrm>
        <a:off x="910088" y="1975901"/>
        <a:ext cx="7008107" cy="787955"/>
      </dsp:txXfrm>
    </dsp:sp>
    <dsp:sp modelId="{E6A81F87-4931-40FC-938B-ABADF3AF54F1}">
      <dsp:nvSpPr>
        <dsp:cNvPr id="0" name=""/>
        <dsp:cNvSpPr/>
      </dsp:nvSpPr>
      <dsp:spPr>
        <a:xfrm>
          <a:off x="0" y="2960845"/>
          <a:ext cx="7919085" cy="78795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29F6A3-B902-4619-8263-B55A23D78527}">
      <dsp:nvSpPr>
        <dsp:cNvPr id="0" name=""/>
        <dsp:cNvSpPr/>
      </dsp:nvSpPr>
      <dsp:spPr>
        <a:xfrm>
          <a:off x="238356" y="3138135"/>
          <a:ext cx="433375" cy="433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648F01-95C3-458F-841E-DC7F91AC0A78}">
      <dsp:nvSpPr>
        <dsp:cNvPr id="0" name=""/>
        <dsp:cNvSpPr/>
      </dsp:nvSpPr>
      <dsp:spPr>
        <a:xfrm>
          <a:off x="910088" y="2960845"/>
          <a:ext cx="3563588" cy="7879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392" tIns="83392" rIns="83392" bIns="8339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The Pig engine automatically:</a:t>
          </a:r>
        </a:p>
      </dsp:txBody>
      <dsp:txXfrm>
        <a:off x="910088" y="2960845"/>
        <a:ext cx="3563588" cy="787955"/>
      </dsp:txXfrm>
    </dsp:sp>
    <dsp:sp modelId="{38D84767-361A-4690-8447-BBDB42A77056}">
      <dsp:nvSpPr>
        <dsp:cNvPr id="0" name=""/>
        <dsp:cNvSpPr/>
      </dsp:nvSpPr>
      <dsp:spPr>
        <a:xfrm>
          <a:off x="4473676" y="2960845"/>
          <a:ext cx="3444518" cy="7879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392" tIns="83392" rIns="83392" bIns="83392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parses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checks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optimizes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turns Pig Latin into MapReduce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submits the job to Hadoop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monitors progress</a:t>
          </a:r>
        </a:p>
      </dsp:txBody>
      <dsp:txXfrm>
        <a:off x="4473676" y="2960845"/>
        <a:ext cx="3444518" cy="787955"/>
      </dsp:txXfrm>
    </dsp:sp>
    <dsp:sp modelId="{FBC9E979-FA79-4B45-8C4F-5A6F3446A4CD}">
      <dsp:nvSpPr>
        <dsp:cNvPr id="0" name=""/>
        <dsp:cNvSpPr/>
      </dsp:nvSpPr>
      <dsp:spPr>
        <a:xfrm>
          <a:off x="0" y="3945790"/>
          <a:ext cx="7919085" cy="78795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C8D7B2-F373-4904-BC34-0D0F86F0BA91}">
      <dsp:nvSpPr>
        <dsp:cNvPr id="0" name=""/>
        <dsp:cNvSpPr/>
      </dsp:nvSpPr>
      <dsp:spPr>
        <a:xfrm>
          <a:off x="238356" y="4123080"/>
          <a:ext cx="433375" cy="43337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BEC931-53B5-4BE0-B81C-2F7E5C2F728D}">
      <dsp:nvSpPr>
        <dsp:cNvPr id="0" name=""/>
        <dsp:cNvSpPr/>
      </dsp:nvSpPr>
      <dsp:spPr>
        <a:xfrm>
          <a:off x="910088" y="3945790"/>
          <a:ext cx="7008107" cy="7879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392" tIns="83392" rIns="83392" bIns="83392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So users only write </a:t>
          </a:r>
          <a:r>
            <a:rPr lang="en-US" sz="1900" b="1" kern="1200"/>
            <a:t>Pig Latin</a:t>
          </a:r>
          <a:r>
            <a:rPr lang="en-US" sz="1900" kern="1200"/>
            <a:t>, not Java MapReduce code.</a:t>
          </a:r>
        </a:p>
      </dsp:txBody>
      <dsp:txXfrm>
        <a:off x="910088" y="3945790"/>
        <a:ext cx="7008107" cy="78795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6485F8-B1BD-FC44-9FC5-921736EEFCD7}">
      <dsp:nvSpPr>
        <dsp:cNvPr id="0" name=""/>
        <dsp:cNvSpPr/>
      </dsp:nvSpPr>
      <dsp:spPr>
        <a:xfrm>
          <a:off x="0" y="103096"/>
          <a:ext cx="7166963" cy="95471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-- max_temp.pig: Finds the maximum temperature by year records  =</a:t>
          </a:r>
          <a:endParaRPr lang="en-US" sz="2400" kern="1200"/>
        </a:p>
      </dsp:txBody>
      <dsp:txXfrm>
        <a:off x="46606" y="149702"/>
        <a:ext cx="7073751" cy="861507"/>
      </dsp:txXfrm>
    </dsp:sp>
    <dsp:sp modelId="{CC873CAF-6623-E84D-A862-F349A009BEAD}">
      <dsp:nvSpPr>
        <dsp:cNvPr id="0" name=""/>
        <dsp:cNvSpPr/>
      </dsp:nvSpPr>
      <dsp:spPr>
        <a:xfrm>
          <a:off x="0" y="1057816"/>
          <a:ext cx="7166963" cy="3775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51" tIns="30480" rIns="170688" bIns="30480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LOAD 'input/ncdc/micro-tab/sample.txt'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AS (year:chararray, temperature:int, quality:int); filtered_records =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FILTER records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BY temperature != 9999 AND ( quality == 0 OR</a:t>
          </a:r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quality == 1 OR quality == 4 OR quality == 5 OR quality == 9);</a:t>
          </a:r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grouped_records  =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GROUP filtered_records BY year;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max_temp =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FOREACH grouped_records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900" kern="1200"/>
            <a:t>GENERATE group, MAX(filtered_records.temperature); DUMP max_temp;</a:t>
          </a:r>
        </a:p>
      </dsp:txBody>
      <dsp:txXfrm>
        <a:off x="0" y="1057816"/>
        <a:ext cx="7166963" cy="377568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CB2692-C78F-49A2-A7A4-3F015C73672E}">
      <dsp:nvSpPr>
        <dsp:cNvPr id="0" name=""/>
        <dsp:cNvSpPr/>
      </dsp:nvSpPr>
      <dsp:spPr>
        <a:xfrm>
          <a:off x="0" y="682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E4200A-DCB8-4A6F-BDD8-C9D26C7E8B4D}">
      <dsp:nvSpPr>
        <dsp:cNvPr id="0" name=""/>
        <dsp:cNvSpPr/>
      </dsp:nvSpPr>
      <dsp:spPr>
        <a:xfrm>
          <a:off x="482961" y="359909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7ECC3C-505D-40EF-90A9-D58B2E08B0D9}">
      <dsp:nvSpPr>
        <dsp:cNvPr id="0" name=""/>
        <dsp:cNvSpPr/>
      </dsp:nvSpPr>
      <dsp:spPr>
        <a:xfrm>
          <a:off x="1844034" y="682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Stored in HDFS under:</a:t>
          </a:r>
          <a:br>
            <a:rPr lang="en-US" sz="2000" kern="1200"/>
          </a:br>
          <a:r>
            <a:rPr lang="en-US" sz="2000" kern="1200"/>
            <a:t>/user/hive/warehouse</a:t>
          </a:r>
        </a:p>
      </dsp:txBody>
      <dsp:txXfrm>
        <a:off x="1844034" y="682"/>
        <a:ext cx="2839914" cy="1596566"/>
      </dsp:txXfrm>
    </dsp:sp>
    <dsp:sp modelId="{FC95D0C0-435E-4A19-AB18-D66FEB2E7412}">
      <dsp:nvSpPr>
        <dsp:cNvPr id="0" name=""/>
        <dsp:cNvSpPr/>
      </dsp:nvSpPr>
      <dsp:spPr>
        <a:xfrm>
          <a:off x="0" y="1996390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5A0736-F872-419D-B9BB-DD79416121F4}">
      <dsp:nvSpPr>
        <dsp:cNvPr id="0" name=""/>
        <dsp:cNvSpPr/>
      </dsp:nvSpPr>
      <dsp:spPr>
        <a:xfrm>
          <a:off x="482961" y="2355617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6EF370-30E5-495E-853A-F50C99F2C119}">
      <dsp:nvSpPr>
        <dsp:cNvPr id="0" name=""/>
        <dsp:cNvSpPr/>
      </dsp:nvSpPr>
      <dsp:spPr>
        <a:xfrm>
          <a:off x="1844034" y="1996390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Partitions &amp; buckets become subdirectories</a:t>
          </a:r>
        </a:p>
      </dsp:txBody>
      <dsp:txXfrm>
        <a:off x="1844034" y="1996390"/>
        <a:ext cx="2839914" cy="1596566"/>
      </dsp:txXfrm>
    </dsp:sp>
    <dsp:sp modelId="{FCCBAF3B-E3DB-41E4-BB5D-76E7B5098D41}">
      <dsp:nvSpPr>
        <dsp:cNvPr id="0" name=""/>
        <dsp:cNvSpPr/>
      </dsp:nvSpPr>
      <dsp:spPr>
        <a:xfrm>
          <a:off x="0" y="3992098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C609A9-0B1C-431C-8D6B-038984EC4849}">
      <dsp:nvSpPr>
        <dsp:cNvPr id="0" name=""/>
        <dsp:cNvSpPr/>
      </dsp:nvSpPr>
      <dsp:spPr>
        <a:xfrm>
          <a:off x="482961" y="4351325"/>
          <a:ext cx="878111" cy="87811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52022F-D44C-4906-8440-DAA5B29A89B5}">
      <dsp:nvSpPr>
        <dsp:cNvPr id="0" name=""/>
        <dsp:cNvSpPr/>
      </dsp:nvSpPr>
      <dsp:spPr>
        <a:xfrm>
          <a:off x="1844034" y="3992098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Data stored as flat files</a:t>
          </a:r>
        </a:p>
      </dsp:txBody>
      <dsp:txXfrm>
        <a:off x="1844034" y="3992098"/>
        <a:ext cx="2839914" cy="159656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5A81BC-CD0F-43CF-AE5D-5557D98B0BA1}">
      <dsp:nvSpPr>
        <dsp:cNvPr id="0" name=""/>
        <dsp:cNvSpPr/>
      </dsp:nvSpPr>
      <dsp:spPr>
        <a:xfrm>
          <a:off x="2351" y="600008"/>
          <a:ext cx="1268367" cy="126836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00FAF0-5453-4BB6-BE5E-188BC2D8B746}">
      <dsp:nvSpPr>
        <dsp:cNvPr id="0" name=""/>
        <dsp:cNvSpPr/>
      </dsp:nvSpPr>
      <dsp:spPr>
        <a:xfrm>
          <a:off x="2351" y="2003882"/>
          <a:ext cx="3623906" cy="543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Hive supports ORDER BY, but its result differs from SQL's</a:t>
          </a:r>
        </a:p>
      </dsp:txBody>
      <dsp:txXfrm>
        <a:off x="2351" y="2003882"/>
        <a:ext cx="3623906" cy="543585"/>
      </dsp:txXfrm>
    </dsp:sp>
    <dsp:sp modelId="{33A8611C-08F0-44AF-86B4-D5BED3B1ACE4}">
      <dsp:nvSpPr>
        <dsp:cNvPr id="0" name=""/>
        <dsp:cNvSpPr/>
      </dsp:nvSpPr>
      <dsp:spPr>
        <a:xfrm>
          <a:off x="2351" y="2610495"/>
          <a:ext cx="3623906" cy="1140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Only one Reduce step is applied and partial results are broadcast and combined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No need for any intermediate files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This allows optimization to a single MapReduce step</a:t>
          </a:r>
        </a:p>
      </dsp:txBody>
      <dsp:txXfrm>
        <a:off x="2351" y="2610495"/>
        <a:ext cx="3623906" cy="1140834"/>
      </dsp:txXfrm>
    </dsp:sp>
    <dsp:sp modelId="{A9F3FF98-5DF8-4935-A968-E648C5FD0147}">
      <dsp:nvSpPr>
        <dsp:cNvPr id="0" name=""/>
        <dsp:cNvSpPr/>
      </dsp:nvSpPr>
      <dsp:spPr>
        <a:xfrm>
          <a:off x="4260441" y="600008"/>
          <a:ext cx="1268367" cy="126836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FA2D84-A486-4272-B8BC-34F0C16C82DD}">
      <dsp:nvSpPr>
        <dsp:cNvPr id="0" name=""/>
        <dsp:cNvSpPr/>
      </dsp:nvSpPr>
      <dsp:spPr>
        <a:xfrm>
          <a:off x="4260441" y="2003882"/>
          <a:ext cx="3623906" cy="543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Hive also supports SORT BY with multiple fields</a:t>
          </a:r>
        </a:p>
      </dsp:txBody>
      <dsp:txXfrm>
        <a:off x="4260441" y="2003882"/>
        <a:ext cx="3623906" cy="543585"/>
      </dsp:txXfrm>
    </dsp:sp>
    <dsp:sp modelId="{89EFDBAA-3252-4EAB-8E40-1BE3B8E3EBA3}">
      <dsp:nvSpPr>
        <dsp:cNvPr id="0" name=""/>
        <dsp:cNvSpPr/>
      </dsp:nvSpPr>
      <dsp:spPr>
        <a:xfrm>
          <a:off x="4260441" y="2610495"/>
          <a:ext cx="3623906" cy="1140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Produces a "total ordering" of all results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Might require multiple MapReduce operations</a:t>
          </a: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Might materialize several intermediate tables</a:t>
          </a:r>
        </a:p>
      </dsp:txBody>
      <dsp:txXfrm>
        <a:off x="4260441" y="2610495"/>
        <a:ext cx="3623906" cy="114083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BF45FE-7020-164C-810A-F3E923B07682}">
      <dsp:nvSpPr>
        <dsp:cNvPr id="0" name=""/>
        <dsp:cNvSpPr/>
      </dsp:nvSpPr>
      <dsp:spPr>
        <a:xfrm>
          <a:off x="0" y="2580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EE496A-8A95-7345-9122-46C83B778657}">
      <dsp:nvSpPr>
        <dsp:cNvPr id="0" name=""/>
        <dsp:cNvSpPr/>
      </dsp:nvSpPr>
      <dsp:spPr>
        <a:xfrm>
          <a:off x="0" y="2580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 SELECT * FROM customers;</a:t>
          </a:r>
        </a:p>
      </dsp:txBody>
      <dsp:txXfrm>
        <a:off x="0" y="2580"/>
        <a:ext cx="8145780" cy="439909"/>
      </dsp:txXfrm>
    </dsp:sp>
    <dsp:sp modelId="{2773E0BD-B04E-7546-A000-4A597D6BAF28}">
      <dsp:nvSpPr>
        <dsp:cNvPr id="0" name=""/>
        <dsp:cNvSpPr/>
      </dsp:nvSpPr>
      <dsp:spPr>
        <a:xfrm>
          <a:off x="0" y="442489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C9C4AB-4BF7-BF40-A195-953838F67177}">
      <dsp:nvSpPr>
        <dsp:cNvPr id="0" name=""/>
        <dsp:cNvSpPr/>
      </dsp:nvSpPr>
      <dsp:spPr>
        <a:xfrm>
          <a:off x="0" y="442489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 SELECT COUNT(*) FROM customers; hive&gt;</a:t>
          </a:r>
        </a:p>
      </dsp:txBody>
      <dsp:txXfrm>
        <a:off x="0" y="442489"/>
        <a:ext cx="8145780" cy="439909"/>
      </dsp:txXfrm>
    </dsp:sp>
    <dsp:sp modelId="{392BD7C6-23E3-DD4F-A14F-CA059822DCF5}">
      <dsp:nvSpPr>
        <dsp:cNvPr id="0" name=""/>
        <dsp:cNvSpPr/>
      </dsp:nvSpPr>
      <dsp:spPr>
        <a:xfrm>
          <a:off x="0" y="882399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ED7B8D-B389-FC4A-9C63-26C9A66EA240}">
      <dsp:nvSpPr>
        <dsp:cNvPr id="0" name=""/>
        <dsp:cNvSpPr/>
      </dsp:nvSpPr>
      <dsp:spPr>
        <a:xfrm>
          <a:off x="0" y="882399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 SELECT first, last, address, zip FROM customers hive&gt; WHERE orderID &gt; 0</a:t>
          </a:r>
        </a:p>
      </dsp:txBody>
      <dsp:txXfrm>
        <a:off x="0" y="882399"/>
        <a:ext cx="8145780" cy="439909"/>
      </dsp:txXfrm>
    </dsp:sp>
    <dsp:sp modelId="{168E1052-FAA7-BE4A-BB0B-A1A5B1B78907}">
      <dsp:nvSpPr>
        <dsp:cNvPr id="0" name=""/>
        <dsp:cNvSpPr/>
      </dsp:nvSpPr>
      <dsp:spPr>
        <a:xfrm>
          <a:off x="0" y="1322308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6F6362-A807-4642-8D26-6A2578800C73}">
      <dsp:nvSpPr>
        <dsp:cNvPr id="0" name=""/>
        <dsp:cNvSpPr/>
      </dsp:nvSpPr>
      <dsp:spPr>
        <a:xfrm>
          <a:off x="0" y="1322308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 GROUP BY zip; hive&gt;</a:t>
          </a:r>
        </a:p>
      </dsp:txBody>
      <dsp:txXfrm>
        <a:off x="0" y="1322308"/>
        <a:ext cx="8145780" cy="439909"/>
      </dsp:txXfrm>
    </dsp:sp>
    <dsp:sp modelId="{C4586881-9A54-E443-B726-823D5364E0ED}">
      <dsp:nvSpPr>
        <dsp:cNvPr id="0" name=""/>
        <dsp:cNvSpPr/>
      </dsp:nvSpPr>
      <dsp:spPr>
        <a:xfrm>
          <a:off x="0" y="1762218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D095F3-10E6-994D-BA1A-031E09D17CCB}">
      <dsp:nvSpPr>
        <dsp:cNvPr id="0" name=""/>
        <dsp:cNvSpPr/>
      </dsp:nvSpPr>
      <dsp:spPr>
        <a:xfrm>
          <a:off x="0" y="1762218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 SELECT customers.*, orders.* hive&gt; FROM customers JOIN orders</a:t>
          </a:r>
        </a:p>
      </dsp:txBody>
      <dsp:txXfrm>
        <a:off x="0" y="1762218"/>
        <a:ext cx="8145780" cy="439909"/>
      </dsp:txXfrm>
    </dsp:sp>
    <dsp:sp modelId="{396A2AF1-6F05-7749-9454-B642254FF4AF}">
      <dsp:nvSpPr>
        <dsp:cNvPr id="0" name=""/>
        <dsp:cNvSpPr/>
      </dsp:nvSpPr>
      <dsp:spPr>
        <a:xfrm>
          <a:off x="0" y="2202127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00EAD9-53C2-8847-9B77-C1D5429CC6F8}">
      <dsp:nvSpPr>
        <dsp:cNvPr id="0" name=""/>
        <dsp:cNvSpPr/>
      </dsp:nvSpPr>
      <dsp:spPr>
        <a:xfrm>
          <a:off x="0" y="2202127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	ON (customers.customerID – orders.customerID); hive&gt;</a:t>
          </a:r>
        </a:p>
      </dsp:txBody>
      <dsp:txXfrm>
        <a:off x="0" y="2202127"/>
        <a:ext cx="8145780" cy="439909"/>
      </dsp:txXfrm>
    </dsp:sp>
    <dsp:sp modelId="{6BC55745-CC01-4141-AF49-B7C2F29B7B53}">
      <dsp:nvSpPr>
        <dsp:cNvPr id="0" name=""/>
        <dsp:cNvSpPr/>
      </dsp:nvSpPr>
      <dsp:spPr>
        <a:xfrm>
          <a:off x="0" y="2642037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735472-0240-064A-AC95-0AE25D1DC26E}">
      <dsp:nvSpPr>
        <dsp:cNvPr id="0" name=""/>
        <dsp:cNvSpPr/>
      </dsp:nvSpPr>
      <dsp:spPr>
        <a:xfrm>
          <a:off x="0" y="2642037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 SELECT customers.*, orders.*</a:t>
          </a:r>
        </a:p>
      </dsp:txBody>
      <dsp:txXfrm>
        <a:off x="0" y="2642037"/>
        <a:ext cx="8145780" cy="439909"/>
      </dsp:txXfrm>
    </dsp:sp>
    <dsp:sp modelId="{084BAE5F-CC0A-304C-A4C7-3340C904CF15}">
      <dsp:nvSpPr>
        <dsp:cNvPr id="0" name=""/>
        <dsp:cNvSpPr/>
      </dsp:nvSpPr>
      <dsp:spPr>
        <a:xfrm>
          <a:off x="0" y="3081947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689A3D-7111-3740-B0AF-107D7CFE44E2}">
      <dsp:nvSpPr>
        <dsp:cNvPr id="0" name=""/>
        <dsp:cNvSpPr/>
      </dsp:nvSpPr>
      <dsp:spPr>
        <a:xfrm>
          <a:off x="0" y="3081947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 FROM customers LEFT OUTER JOIN orders</a:t>
          </a:r>
        </a:p>
      </dsp:txBody>
      <dsp:txXfrm>
        <a:off x="0" y="3081947"/>
        <a:ext cx="8145780" cy="439909"/>
      </dsp:txXfrm>
    </dsp:sp>
    <dsp:sp modelId="{4F653EFE-6A01-8A41-8B71-334A38F4512A}">
      <dsp:nvSpPr>
        <dsp:cNvPr id="0" name=""/>
        <dsp:cNvSpPr/>
      </dsp:nvSpPr>
      <dsp:spPr>
        <a:xfrm>
          <a:off x="0" y="3521856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BE79AE-D187-2D48-A28E-207CE7D16480}">
      <dsp:nvSpPr>
        <dsp:cNvPr id="0" name=""/>
        <dsp:cNvSpPr/>
      </dsp:nvSpPr>
      <dsp:spPr>
        <a:xfrm>
          <a:off x="0" y="3521856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hive&gt;	ON (customers.customerID – orders.customerID);</a:t>
          </a:r>
        </a:p>
      </dsp:txBody>
      <dsp:txXfrm>
        <a:off x="0" y="3521856"/>
        <a:ext cx="8145780" cy="439909"/>
      </dsp:txXfrm>
    </dsp:sp>
    <dsp:sp modelId="{10816726-CEFC-B14D-8EBC-CEF4FD8FC4EB}">
      <dsp:nvSpPr>
        <dsp:cNvPr id="0" name=""/>
        <dsp:cNvSpPr/>
      </dsp:nvSpPr>
      <dsp:spPr>
        <a:xfrm>
          <a:off x="0" y="3961766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7B2048-6473-7743-9212-5D6DC02F5F1A}">
      <dsp:nvSpPr>
        <dsp:cNvPr id="0" name=""/>
        <dsp:cNvSpPr/>
      </dsp:nvSpPr>
      <dsp:spPr>
        <a:xfrm>
          <a:off x="0" y="3961766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If you understand SQL, you should be able to follow</a:t>
          </a:r>
        </a:p>
      </dsp:txBody>
      <dsp:txXfrm>
        <a:off x="0" y="3961766"/>
        <a:ext cx="8145780" cy="439909"/>
      </dsp:txXfrm>
    </dsp:sp>
    <dsp:sp modelId="{254EA871-9A96-3F42-A64D-09B355B535FA}">
      <dsp:nvSpPr>
        <dsp:cNvPr id="0" name=""/>
        <dsp:cNvSpPr/>
      </dsp:nvSpPr>
      <dsp:spPr>
        <a:xfrm>
          <a:off x="0" y="4401675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2247F5-38C4-6742-AA9B-EBFFAA7A6ADF}">
      <dsp:nvSpPr>
        <dsp:cNvPr id="0" name=""/>
        <dsp:cNvSpPr/>
      </dsp:nvSpPr>
      <dsp:spPr>
        <a:xfrm>
          <a:off x="0" y="4401675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Note: These are queries, not transactions</a:t>
          </a:r>
        </a:p>
      </dsp:txBody>
      <dsp:txXfrm>
        <a:off x="0" y="4401675"/>
        <a:ext cx="8145780" cy="439909"/>
      </dsp:txXfrm>
    </dsp:sp>
    <dsp:sp modelId="{4FC8F0A1-45E2-3943-82E7-E7432C3CB50E}">
      <dsp:nvSpPr>
        <dsp:cNvPr id="0" name=""/>
        <dsp:cNvSpPr/>
      </dsp:nvSpPr>
      <dsp:spPr>
        <a:xfrm>
          <a:off x="0" y="4841585"/>
          <a:ext cx="814578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A5BCFA-F456-7F44-8D2A-FAE7E3F69123}">
      <dsp:nvSpPr>
        <dsp:cNvPr id="0" name=""/>
        <dsp:cNvSpPr/>
      </dsp:nvSpPr>
      <dsp:spPr>
        <a:xfrm>
          <a:off x="0" y="4841585"/>
          <a:ext cx="8145780" cy="4399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The data's state could change between and within a query</a:t>
          </a:r>
        </a:p>
      </dsp:txBody>
      <dsp:txXfrm>
        <a:off x="0" y="4841585"/>
        <a:ext cx="8145780" cy="439909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9289D0-608F-224E-BCB4-57D7FD9B17AC}">
      <dsp:nvSpPr>
        <dsp:cNvPr id="0" name=""/>
        <dsp:cNvSpPr/>
      </dsp:nvSpPr>
      <dsp:spPr>
        <a:xfrm>
          <a:off x="0" y="2330"/>
          <a:ext cx="2812041" cy="15378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There are two primary "high-level" programming languages for Hadoop--	Pig and Hive</a:t>
          </a:r>
        </a:p>
      </dsp:txBody>
      <dsp:txXfrm>
        <a:off x="75073" y="77403"/>
        <a:ext cx="2661895" cy="1387729"/>
      </dsp:txXfrm>
    </dsp:sp>
    <dsp:sp modelId="{575B4041-3DDA-F343-9BD9-F1DB9FC2B2CA}">
      <dsp:nvSpPr>
        <dsp:cNvPr id="0" name=""/>
        <dsp:cNvSpPr/>
      </dsp:nvSpPr>
      <dsp:spPr>
        <a:xfrm rot="5400000">
          <a:off x="4696482" y="-113554"/>
          <a:ext cx="1230300" cy="49991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Deferred execution allows for optimizations in scheduling Map-Reduce operations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Good for general data manipulation and cleaning</a:t>
          </a:r>
        </a:p>
      </dsp:txBody>
      <dsp:txXfrm rot="-5400000">
        <a:off x="2812040" y="1830946"/>
        <a:ext cx="4939126" cy="1110184"/>
      </dsp:txXfrm>
    </dsp:sp>
    <dsp:sp modelId="{C1825112-9C75-0040-BBC9-0981BD17BA81}">
      <dsp:nvSpPr>
        <dsp:cNvPr id="0" name=""/>
        <dsp:cNvSpPr/>
      </dsp:nvSpPr>
      <dsp:spPr>
        <a:xfrm>
          <a:off x="0" y="1617099"/>
          <a:ext cx="2812041" cy="15378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/>
            <a:t>Pig </a:t>
          </a:r>
          <a:r>
            <a:rPr lang="en-US" sz="1600" kern="1200"/>
            <a:t>is a "scripting language" that excels in specifying a processing pipeline that is automatically parallelized into Map-Reduce operations</a:t>
          </a:r>
        </a:p>
      </dsp:txBody>
      <dsp:txXfrm>
        <a:off x="75073" y="1692172"/>
        <a:ext cx="2661895" cy="1387729"/>
      </dsp:txXfrm>
    </dsp:sp>
    <dsp:sp modelId="{F7114E6C-443C-A245-8A9E-2BCB780EE11A}">
      <dsp:nvSpPr>
        <dsp:cNvPr id="0" name=""/>
        <dsp:cNvSpPr/>
      </dsp:nvSpPr>
      <dsp:spPr>
        <a:xfrm rot="5400000">
          <a:off x="4696482" y="1501215"/>
          <a:ext cx="1230300" cy="499918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Requires the specification of an "external" schema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Often materializes many more intermediate results than a DBMS would</a:t>
          </a:r>
        </a:p>
      </dsp:txBody>
      <dsp:txXfrm rot="-5400000">
        <a:off x="2812040" y="3445715"/>
        <a:ext cx="4939126" cy="1110184"/>
      </dsp:txXfrm>
    </dsp:sp>
    <dsp:sp modelId="{C71ED09F-8B2B-1344-816D-C2EA4713CDEB}">
      <dsp:nvSpPr>
        <dsp:cNvPr id="0" name=""/>
        <dsp:cNvSpPr/>
      </dsp:nvSpPr>
      <dsp:spPr>
        <a:xfrm>
          <a:off x="0" y="3231869"/>
          <a:ext cx="2812041" cy="15378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/>
            <a:t>Hive </a:t>
          </a:r>
          <a:r>
            <a:rPr lang="en-US" sz="1600" kern="1200"/>
            <a:t>is a "query languge" that borrows heavily from SQL, good for searching and summarizing data</a:t>
          </a:r>
        </a:p>
      </dsp:txBody>
      <dsp:txXfrm>
        <a:off x="75073" y="3306942"/>
        <a:ext cx="2661895" cy="13877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5">
  <dgm:title val=""/>
  <dgm:desc val=""/>
  <dgm:catLst>
    <dgm:cat type="relationship" pri="6000"/>
    <dgm:cat type="process" pri="31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lte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0.1"/>
          <dgm:constr type="sibSp" refType="h" op="lte" fact="0.1"/>
          <dgm:constr type="diam" refType="w" refFor="ch" refPtType="node" op="equ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2"/>
          <dgm:constr type="sibSp" refType="h" op="lte" fact="0.1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1"/>
          <dgm:constr type="sibSp" refType="h" op="lte" fact="0.1"/>
        </dgm:constrLst>
      </dgm:if>
      <dgm:if name="Name13" axis="ch" ptType="node" func="cnt" op="equ" val="7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1"/>
          <dgm:constr type="sibSp" refType="h" op="lte" fact="0.1"/>
        </dgm:constrLst>
      </dgm:if>
      <dgm:if name="Name14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/>
          <dgm:constr type="sibSp" refType="h" op="lte" fact="0.1"/>
        </dgm:constrLst>
      </dgm:if>
      <dgm:if name="Name15" axis="ch" ptType="node" func="cnt" op="gte" val="9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1"/>
          <dgm:constr type="sibSp" refType="h" op="lte" fact="0.1"/>
        </dgm:constrLst>
      </dgm:if>
      <dgm:else name="Name16">
        <dgm:constrLst>
          <dgm:constr type="primFontSz" for="ch" ptType="node" op="equ" val="65"/>
          <dgm:constr type="w" for="ch" ptType="node" refType="w"/>
          <dgm:constr type="h" for="ch" ptType="node" refType="w" refFor="ch" refPtType="node" op="equ"/>
          <dgm:constr type="sibSp" refType="w" refFor="ch" refPtType="node" fact="-0.35"/>
        </dgm:constrLst>
      </dgm:else>
    </dgm:choose>
    <dgm:ruleLst/>
    <dgm:forEach name="Name17" axis="ch" ptType="node">
      <dgm:layoutNode name="arrow">
        <dgm:varLst>
          <dgm:bulletEnabled val="1"/>
        </dgm:varLst>
        <dgm:alg type="tx"/>
        <dgm:shape xmlns:r="http://schemas.openxmlformats.org/officeDocument/2006/relationships" type="down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DED92D-5FA0-C3DB-B0D0-2534878E2C1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48DF8F-709E-95A7-3577-A55595ACCA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04F6E1-A567-2942-82E7-4A9601CD54AC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2255B-D341-C73A-2662-9F4AD462D8C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51D848-5715-8534-C42A-3652191ADD9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AF34D0-7458-E741-987B-901284AF0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7854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524300" y="514350"/>
            <a:ext cx="60963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7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893025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552990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9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6992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58820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3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016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0643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4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7523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824265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73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0305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10900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9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08671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98628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00711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0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207684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5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05291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31941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4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188207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2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450739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3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5863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4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34216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34447-CFAC-C960-80F2-B4744ECFB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F978CA-AF3A-8D4B-EFDD-F463931CEA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39469-E833-2A3A-A78C-5118DAFE9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D3466-930A-CDD4-778E-DED944CAD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C0D8B-3999-0561-07B6-93246B158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15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64E07-94D7-F8CB-C446-B1E134C9B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12532-2978-49AA-D83C-C48B07B6D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C5EA9-7CBB-D2D1-C28D-F45C00EE4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41172-3E54-F968-401A-C02C9886F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708C5-C51C-6DEC-8101-5FCE95BB0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193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DFAF7-1EE1-1EBF-0760-FFF61FFC0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ADCE6-0866-C243-7ED2-D1DB047EA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FB6D0-C628-A77C-4F3C-0661990ED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8317E-B222-E2B0-E18B-EF918BFF7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B5613-544E-26B3-2753-D0060EC10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17831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4739D-09E1-198A-8ED1-5FBE915E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01D55-F270-CCA7-21BA-FED92B8BCC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9A028A-CD61-DCDA-106E-B31512E51A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AB699-CD90-2EB9-F841-387BA06E5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E2A63-576B-A0ED-82A0-10ECBDBE5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1C3EF-DB07-D637-0854-98AF2E6EF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976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0FDB4-68C7-0BD6-4F6A-AB7412079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04894-6327-59C4-1048-07C59BD60E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65AA71-4CDC-E06A-8547-A08388E86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987F64-3BB0-8300-EA66-C3CF2D353D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7BB0C3-EB23-4A2A-CBAB-6EAC4FD1FD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9F1FC50-0730-30D8-1689-43F16B2CB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8C498E-123D-D7B9-10C6-19EE7D090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15AE09-06DA-7FC3-C5A9-D200F2834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58274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1ED0C-692C-716D-E446-7795C2FD1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724403-CD59-FFC3-14D4-EA66D2781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45AB20-C7A3-C1EC-F046-E7572F993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27E370-A5B8-88C0-A690-F647EB3CF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6FAA43-4D7E-6CA2-AC0A-66ED40532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328642-9E13-78F5-DFDB-9BAF46D0D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B6E18-0B13-65EA-C17B-0CF7ED937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42992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D5C06-5084-4EB9-0FD9-B332D4074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B7DB2-A295-6117-BEDC-65054815A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6CEF7F-F8E6-ED8D-1EDF-96B83F5646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96348-174A-4254-4685-6561320C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021B-ADE4-E0B4-F64D-94951512F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A71E27-F399-4FE6-CB30-7B667ADA2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1966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00738-B943-FC6D-CAE9-DA629A3C3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8C59AD-C1B8-1358-7F75-002B7D7A4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46F1BD-36F7-8E6A-CF30-AD25A6FD0D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9E7EAE-8D8C-65F4-482B-52D87C839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F88B00-7097-645C-3D5A-4AE5BDBDF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50E73-25A8-37F6-D3CC-1E75B13E2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4692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7BAC3-0429-D07E-71E5-16413A363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2A3065-9DE1-B357-4241-C042830A3F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2F2F11-DE06-5F12-BD36-DF6DEA4F0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D58FC-EB7D-9CDD-CC0C-C6DCAE7B1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FA306-496D-A5C4-46A3-EF252700E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98838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1FC3F3-F0D6-1FA4-D746-07D1F4D792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BC3838-1724-2D0E-4A58-205D551BE2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0837F-7959-9AC4-8D7F-952B72629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7F923-8CDA-3F38-3A7D-611E0EDE8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AE8BA0-6B14-3FE3-E175-485806D4A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952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 type="obj">
  <p:cSld name="1_Title Only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2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04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2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2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2"/>
          <p:cNvSpPr txBox="1">
            <a:spLocks noGrp="1"/>
          </p:cNvSpPr>
          <p:nvPr>
            <p:ph type="sldNum" idx="12"/>
          </p:nvPr>
        </p:nvSpPr>
        <p:spPr>
          <a:xfrm>
            <a:off x="8750379" y="6528037"/>
            <a:ext cx="26670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126364" lvl="0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126364" lvl="1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26364" lvl="2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26364" lvl="3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26364" lvl="4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26364" lvl="5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126364" lvl="6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126364" lvl="7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126364" lvl="8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2393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3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04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0" i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3"/>
          <p:cNvSpPr txBox="1">
            <a:spLocks noGrp="1"/>
          </p:cNvSpPr>
          <p:nvPr>
            <p:ph type="body" idx="1"/>
          </p:nvPr>
        </p:nvSpPr>
        <p:spPr>
          <a:xfrm>
            <a:off x="342898" y="2006591"/>
            <a:ext cx="8487410" cy="380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3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3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3"/>
          <p:cNvSpPr txBox="1">
            <a:spLocks noGrp="1"/>
          </p:cNvSpPr>
          <p:nvPr>
            <p:ph type="sldNum" idx="12"/>
          </p:nvPr>
        </p:nvSpPr>
        <p:spPr>
          <a:xfrm>
            <a:off x="8750379" y="6528037"/>
            <a:ext cx="26670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126364" lvl="0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126364" lvl="1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26364" lvl="2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26364" lvl="3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26364" lvl="4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26364" lvl="5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126364" lvl="6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126364" lvl="7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126364" lvl="8" indent="0">
              <a:lnSpc>
                <a:spcPct val="119285"/>
              </a:lnSpc>
              <a:spcBef>
                <a:spcPts val="0"/>
              </a:spcBef>
              <a:buNone/>
              <a:defRPr sz="1400" b="0" i="0">
                <a:solidFill>
                  <a:srgbClr val="335477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8075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937F32-AD41-0F66-77DF-5C77A79AC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7136C1-9D07-BD86-98FA-7DC2FA57A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E0BAA-4907-B23C-D9AC-920F6EEEB6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CBF0AF-AAA8-CF1A-7CD3-80A74214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D5F973-04DF-B57A-3239-FDC82AF56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marL="126364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427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7.jp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8.png"/><Relationship Id="rId9" Type="http://schemas.microsoft.com/office/2007/relationships/diagramDrawing" Target="../diagrams/drawing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9.pn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9.xml"/><Relationship Id="rId3" Type="http://schemas.openxmlformats.org/officeDocument/2006/relationships/image" Target="../media/image29.jpg"/><Relationship Id="rId7" Type="http://schemas.openxmlformats.org/officeDocument/2006/relationships/diagramLayout" Target="../diagrams/layout9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diagramData" Target="../diagrams/data9.xml"/><Relationship Id="rId5" Type="http://schemas.openxmlformats.org/officeDocument/2006/relationships/image" Target="../media/image23.png"/><Relationship Id="rId10" Type="http://schemas.microsoft.com/office/2007/relationships/diagramDrawing" Target="../diagrams/drawing9.xml"/><Relationship Id="rId4" Type="http://schemas.openxmlformats.org/officeDocument/2006/relationships/image" Target="../media/image22.png"/><Relationship Id="rId9" Type="http://schemas.openxmlformats.org/officeDocument/2006/relationships/diagramColors" Target="../diagrams/colors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Google Shape;52;p1" descr="$PPTXTitle"/>
          <p:cNvSpPr txBox="1">
            <a:spLocks noGrp="1"/>
          </p:cNvSpPr>
          <p:nvPr>
            <p:ph type="title"/>
          </p:nvPr>
        </p:nvSpPr>
        <p:spPr>
          <a:xfrm>
            <a:off x="479160" y="457200"/>
            <a:ext cx="8182230" cy="1368614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2700" marR="5080" lvl="0" indent="0" algn="ctr" defTabSz="914400">
              <a:spcBef>
                <a:spcPct val="0"/>
              </a:spcBef>
              <a:spcAft>
                <a:spcPts val="0"/>
              </a:spcAft>
            </a:pPr>
            <a:r>
              <a:rPr lang="en-US" sz="4400" i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Big Data Analytics (Spring 2026) Hadoop with Pig and Hive</a:t>
            </a:r>
            <a:endParaRPr lang="en-US" sz="44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9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Google Shape;46;p1"/>
          <p:cNvPicPr preferRelativeResize="0"/>
          <p:nvPr/>
        </p:nvPicPr>
        <p:blipFill rotWithShape="1">
          <a:blip r:embed="rId3"/>
          <a:stretch/>
        </p:blipFill>
        <p:spPr>
          <a:xfrm>
            <a:off x="240030" y="2866453"/>
            <a:ext cx="4210812" cy="3158109"/>
          </a:xfrm>
          <a:prstGeom prst="rect">
            <a:avLst/>
          </a:prstGeom>
          <a:noFill/>
        </p:spPr>
      </p:pic>
      <p:grpSp>
        <p:nvGrpSpPr>
          <p:cNvPr id="48" name="Google Shape;48;p1"/>
          <p:cNvGrpSpPr/>
          <p:nvPr/>
        </p:nvGrpSpPr>
        <p:grpSpPr>
          <a:xfrm>
            <a:off x="4690872" y="3313349"/>
            <a:ext cx="4210812" cy="2264334"/>
            <a:chOff x="755648" y="1310459"/>
            <a:chExt cx="8388351" cy="4510753"/>
          </a:xfrm>
        </p:grpSpPr>
        <p:pic>
          <p:nvPicPr>
            <p:cNvPr id="49" name="Google Shape;49;p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55648" y="1310459"/>
              <a:ext cx="8388351" cy="16668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0" name="Google Shape;50;p1"/>
            <p:cNvSpPr/>
            <p:nvPr/>
          </p:nvSpPr>
          <p:spPr>
            <a:xfrm>
              <a:off x="838196" y="1370006"/>
              <a:ext cx="8305800" cy="1905"/>
            </a:xfrm>
            <a:custGeom>
              <a:avLst/>
              <a:gdLst/>
              <a:ahLst/>
              <a:cxnLst/>
              <a:rect l="l" t="t" r="r" b="b"/>
              <a:pathLst>
                <a:path w="8305800" h="1905" extrusionOk="0">
                  <a:moveTo>
                    <a:pt x="0" y="0"/>
                  </a:moveTo>
                  <a:lnTo>
                    <a:pt x="8305783" y="1586"/>
                  </a:lnTo>
                </a:path>
              </a:pathLst>
            </a:custGeom>
            <a:noFill/>
            <a:ln w="38075" cap="flat" cmpd="sng">
              <a:solidFill>
                <a:srgbClr val="BADFE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51" name="Google Shape;51;p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521491" y="2387395"/>
              <a:ext cx="4147166" cy="343381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Google Shape;102;p7" descr="$PPTXTitle"/>
          <p:cNvSpPr txBox="1"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2700" lvl="0" indent="0" algn="ctr" defTabSz="914400">
              <a:spcBef>
                <a:spcPct val="0"/>
              </a:spcBef>
              <a:spcAft>
                <a:spcPts val="0"/>
              </a:spcAft>
            </a:pPr>
            <a:r>
              <a:rPr lang="en-US" sz="44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Hadoop Review</a:t>
            </a: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6" name="Google Shape;104;p7">
            <a:extLst>
              <a:ext uri="{FF2B5EF4-FFF2-40B4-BE49-F238E27FC236}">
                <a16:creationId xmlns:a16="http://schemas.microsoft.com/office/drawing/2014/main" id="{FA48067C-7856-F8A2-AFB1-A86D01DBAC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97420470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38146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7" name="Rectangle 116">
            <a:extLst>
              <a:ext uri="{FF2B5EF4-FFF2-40B4-BE49-F238E27FC236}">
                <a16:creationId xmlns:a16="http://schemas.microsoft.com/office/drawing/2014/main" id="{4AC6B390-BC59-4F1D-A0EE-D71A92F0A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6C60D79-16F1-4C4B-B7E3-7634E7069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39352" y="5486400"/>
            <a:ext cx="2004648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1" name="Arc 120">
            <a:extLst>
              <a:ext uri="{FF2B5EF4-FFF2-40B4-BE49-F238E27FC236}">
                <a16:creationId xmlns:a16="http://schemas.microsoft.com/office/drawing/2014/main" id="{426B127E-6498-4C77-9C9D-4553A5113B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1537" y="650160"/>
            <a:ext cx="2240924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Google Shape;109;p8" descr="$PPTXTitle"/>
          <p:cNvSpPr txBox="1">
            <a:spLocks noGrp="1"/>
          </p:cNvSpPr>
          <p:nvPr>
            <p:ph type="title"/>
          </p:nvPr>
        </p:nvSpPr>
        <p:spPr>
          <a:xfrm>
            <a:off x="628650" y="479493"/>
            <a:ext cx="3943350" cy="1325563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2700" lvl="0" indent="0" defTabSz="914400">
              <a:spcBef>
                <a:spcPct val="0"/>
              </a:spcBef>
              <a:spcAft>
                <a:spcPts val="0"/>
              </a:spcAft>
            </a:pPr>
            <a:r>
              <a:rPr lang="en-US" sz="44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Hadoop Layer Cake</a:t>
            </a:r>
          </a:p>
        </p:txBody>
      </p:sp>
      <p:sp>
        <p:nvSpPr>
          <p:cNvPr id="111" name="Google Shape;111;p8"/>
          <p:cNvSpPr txBox="1"/>
          <p:nvPr/>
        </p:nvSpPr>
        <p:spPr>
          <a:xfrm>
            <a:off x="628650" y="1984443"/>
            <a:ext cx="3943350" cy="419252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12700" marR="5080" lvl="0" indent="-228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>
                <a:sym typeface="Arial"/>
              </a:rPr>
              <a:t>While Hadoop has many advantages, it is not intuitive to translate every data exploration/manipulation/searching task into a series of map-reduce operations.</a:t>
            </a:r>
          </a:p>
          <a:p>
            <a:pPr marL="12700" lvl="0" indent="-2286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>
                <a:sym typeface="Arial"/>
              </a:rPr>
              <a:t>Higher-level languages were needed.</a:t>
            </a:r>
          </a:p>
        </p:txBody>
      </p:sp>
      <p:graphicFrame>
        <p:nvGraphicFramePr>
          <p:cNvPr id="112" name="Google Shape;112;p8"/>
          <p:cNvGraphicFramePr/>
          <p:nvPr>
            <p:extLst>
              <p:ext uri="{D42A27DB-BD31-4B8C-83A1-F6EECF244321}">
                <p14:modId xmlns:p14="http://schemas.microsoft.com/office/powerpoint/2010/main" val="661208511"/>
              </p:ext>
            </p:extLst>
          </p:nvPr>
        </p:nvGraphicFramePr>
        <p:xfrm>
          <a:off x="4572000" y="1685953"/>
          <a:ext cx="3916826" cy="4192520"/>
        </p:xfrm>
        <a:graphic>
          <a:graphicData uri="http://schemas.openxmlformats.org/drawingml/2006/table">
            <a:tbl>
              <a:tblPr firstRow="1" bandRow="1">
                <a:noFill/>
                <a:tableStyleId>{A5391165-DD83-4A84-9FEA-9A6AE553B9FA}</a:tableStyleId>
              </a:tblPr>
              <a:tblGrid>
                <a:gridCol w="2403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67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6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12362">
                <a:tc>
                  <a:txBody>
                    <a:bodyPr/>
                    <a:lstStyle/>
                    <a:p>
                      <a:pPr marL="461009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46464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PIG (Data Flow)</a:t>
                      </a:r>
                      <a:endParaRPr lang="en-US" sz="1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57334" marB="0">
                    <a:lnL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2EBB6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38759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46464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Hive (SQL emulation)</a:t>
                      </a:r>
                      <a:endParaRPr lang="en-US" sz="1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57334" marB="0">
                    <a:lnL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C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9678">
                <a:tc gridSpan="3">
                  <a:txBody>
                    <a:bodyPr/>
                    <a:lstStyle/>
                    <a:p>
                      <a:pPr marL="85725" marR="0" lvl="0" indent="0" algn="l" defTabSz="914400" rtl="0" eaLnBrk="1" fontAlgn="auto" latinLnBrk="0" hangingPunct="1">
                        <a:lnSpc>
                          <a:spcPct val="1193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2100" u="none" strike="noStrike" cap="none">
                          <a:solidFill>
                            <a:srgbClr val="46464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MapReduce (job scheduling, assignment, and shuffling)</a:t>
                      </a:r>
                      <a:endParaRPr lang="en-US" sz="2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96398" marB="0">
                    <a:lnL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solidFill>
                      <a:srgbClr val="FBDC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5909">
                <a:tc gridSpan="2">
                  <a:txBody>
                    <a:bodyPr/>
                    <a:lstStyle/>
                    <a:p>
                      <a:pPr marL="21399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strike="noStrike" cap="none">
                          <a:solidFill>
                            <a:srgbClr val="46464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Hbase (key-value store)</a:t>
                      </a:r>
                      <a:endParaRPr lang="en-US" sz="1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57334" marB="0">
                    <a:lnL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57150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9ED2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8509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21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29636" marB="0">
                    <a:lnL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57150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DC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4571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93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100" u="none" strike="noStrike" cap="none" dirty="0">
                          <a:solidFill>
                            <a:srgbClr val="46464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HDFS</a:t>
                      </a:r>
                      <a:endParaRPr lang="en-US" sz="2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193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100" u="none" strike="noStrike" cap="none" dirty="0">
                          <a:solidFill>
                            <a:srgbClr val="46464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(Hadoop Distributed File System)</a:t>
                      </a:r>
                      <a:endParaRPr lang="en-US" sz="21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47346" marB="0">
                    <a:lnL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57150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A6AFB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3F1F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2171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9" descr="$PPTXTitle"/>
          <p:cNvSpPr txBox="1">
            <a:spLocks noGrp="1"/>
          </p:cNvSpPr>
          <p:nvPr>
            <p:ph type="title"/>
          </p:nvPr>
        </p:nvSpPr>
        <p:spPr>
          <a:xfrm>
            <a:off x="911222" y="649029"/>
            <a:ext cx="8232777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High-level Hadoop Interfaces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9" name="Google Shape;119;p9"/>
          <p:cNvGrpSpPr/>
          <p:nvPr/>
        </p:nvGrpSpPr>
        <p:grpSpPr>
          <a:xfrm>
            <a:off x="6629373" y="2393089"/>
            <a:ext cx="1687261" cy="3872506"/>
            <a:chOff x="6629373" y="2393089"/>
            <a:chExt cx="1687261" cy="3872506"/>
          </a:xfrm>
        </p:grpSpPr>
        <p:pic>
          <p:nvPicPr>
            <p:cNvPr id="120" name="Google Shape;120;p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629373" y="4703502"/>
              <a:ext cx="1687261" cy="156209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1" name="Google Shape;121;p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857972" y="2393089"/>
              <a:ext cx="1160671" cy="1745370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123" name="Google Shape;118;p9">
            <a:extLst>
              <a:ext uri="{FF2B5EF4-FFF2-40B4-BE49-F238E27FC236}">
                <a16:creationId xmlns:a16="http://schemas.microsoft.com/office/drawing/2014/main" id="{3F493F87-2801-A363-3CDA-C8F19EAC8C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78705300"/>
              </p:ext>
            </p:extLst>
          </p:nvPr>
        </p:nvGraphicFramePr>
        <p:xfrm>
          <a:off x="956904" y="1537204"/>
          <a:ext cx="7600242" cy="44560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908023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6097" y="1816011"/>
            <a:ext cx="140220" cy="140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6097" y="2262676"/>
            <a:ext cx="140220" cy="1402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6097" y="3435541"/>
            <a:ext cx="140220" cy="14021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77EA1B8-DF08-BAA3-5BE3-9EC289B66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223" y="649029"/>
            <a:ext cx="6913880" cy="553998"/>
          </a:xfrm>
        </p:spPr>
        <p:txBody>
          <a:bodyPr/>
          <a:lstStyle/>
          <a:p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Pig &amp; Pig Latin</a:t>
            </a:r>
          </a:p>
        </p:txBody>
      </p:sp>
      <p:graphicFrame>
        <p:nvGraphicFramePr>
          <p:cNvPr id="91" name="Google Shape;87;p5">
            <a:extLst>
              <a:ext uri="{FF2B5EF4-FFF2-40B4-BE49-F238E27FC236}">
                <a16:creationId xmlns:a16="http://schemas.microsoft.com/office/drawing/2014/main" id="{3724E60D-0FA3-2138-3676-F972C17566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3813037"/>
              </p:ext>
            </p:extLst>
          </p:nvPr>
        </p:nvGraphicFramePr>
        <p:xfrm>
          <a:off x="1154069" y="1559854"/>
          <a:ext cx="7023833" cy="40505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769734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C5D64-9CF9-4610-2613-F07674C87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222" y="635381"/>
            <a:ext cx="7673219" cy="579270"/>
          </a:xfrm>
        </p:spPr>
        <p:txBody>
          <a:bodyPr/>
          <a:lstStyle/>
          <a:p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🐖 Pig &amp; Pig Latin</a:t>
            </a:r>
            <a:b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32033CA7-16A5-7140-0BDB-0EA8505F990F}"/>
              </a:ext>
            </a:extLst>
          </p:cNvPr>
          <p:cNvGraphicFramePr/>
          <p:nvPr/>
        </p:nvGraphicFramePr>
        <p:xfrm>
          <a:off x="911222" y="1514901"/>
          <a:ext cx="7919085" cy="47397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2240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Pig Relations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720759" y="1291334"/>
            <a:ext cx="7873146" cy="3722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29565" lvl="0" indent="-316865" algn="l" rtl="0">
              <a:lnSpc>
                <a:spcPct val="143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Pig variables are bags of tuples</a:t>
            </a:r>
          </a:p>
          <a:p>
            <a:pPr marL="843914" lvl="1" indent="-358774" algn="l" rtl="0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Fields – data items 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43914" lvl="1" indent="-358774">
              <a:lnSpc>
                <a:spcPct val="131250"/>
              </a:lnSpc>
              <a:buClr>
                <a:schemeClr val="dk1"/>
              </a:buClr>
              <a:buSzPts val="2000"/>
              <a:buFont typeface="Arial"/>
              <a:buChar char="○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Tuples – a vector of fields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(ordered fields)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43914" lvl="1" indent="-358774" algn="l" rtl="0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Bags – a collection of unordered tuples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301115" marR="5080" lvl="2" indent="-359409" algn="l" rtl="0">
              <a:lnSpc>
                <a:spcPct val="131000"/>
              </a:lnSpc>
              <a:spcBef>
                <a:spcPts val="9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■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Unlike </a:t>
            </a:r>
            <a:r>
              <a:rPr lang="en-US" sz="2000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Relations </a:t>
            </a: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relational databases the tuples in a </a:t>
            </a:r>
            <a:r>
              <a:rPr lang="en-US" sz="2000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Pig bag</a:t>
            </a: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need not have the same number of fields, or the same types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86715" lvl="0" indent="-374015" algn="l" rtl="0">
              <a:lnSpc>
                <a:spcPct val="138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Pig also supports Maps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843914" lvl="1" indent="-358774" algn="l" rtl="0">
              <a:lnSpc>
                <a:spcPct val="131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○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Maps – a dictionary of name-value pairs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8" name="Google Shape;208;p13"/>
          <p:cNvGrpSpPr/>
          <p:nvPr/>
        </p:nvGrpSpPr>
        <p:grpSpPr>
          <a:xfrm>
            <a:off x="1828792" y="5147463"/>
            <a:ext cx="5791193" cy="1752600"/>
            <a:chOff x="1828792" y="4724381"/>
            <a:chExt cx="5791193" cy="1752600"/>
          </a:xfrm>
        </p:grpSpPr>
        <p:sp>
          <p:nvSpPr>
            <p:cNvPr id="209" name="Google Shape;209;p13"/>
            <p:cNvSpPr/>
            <p:nvPr/>
          </p:nvSpPr>
          <p:spPr>
            <a:xfrm>
              <a:off x="1828792" y="4724381"/>
              <a:ext cx="1371600" cy="1752600"/>
            </a:xfrm>
            <a:custGeom>
              <a:avLst/>
              <a:gdLst/>
              <a:ahLst/>
              <a:cxnLst/>
              <a:rect l="l" t="t" r="r" b="b"/>
              <a:pathLst>
                <a:path w="1371600" h="1752600" extrusionOk="0">
                  <a:moveTo>
                    <a:pt x="1142990" y="1752592"/>
                  </a:moveTo>
                  <a:lnTo>
                    <a:pt x="228603" y="1752592"/>
                  </a:lnTo>
                  <a:lnTo>
                    <a:pt x="182532" y="1747948"/>
                  </a:lnTo>
                  <a:lnTo>
                    <a:pt x="139620" y="1734628"/>
                  </a:lnTo>
                  <a:lnTo>
                    <a:pt x="100789" y="1713551"/>
                  </a:lnTo>
                  <a:lnTo>
                    <a:pt x="66956" y="1685636"/>
                  </a:lnTo>
                  <a:lnTo>
                    <a:pt x="39041" y="1651803"/>
                  </a:lnTo>
                  <a:lnTo>
                    <a:pt x="17964" y="1612972"/>
                  </a:lnTo>
                  <a:lnTo>
                    <a:pt x="4644" y="1570060"/>
                  </a:lnTo>
                  <a:lnTo>
                    <a:pt x="0" y="1523989"/>
                  </a:lnTo>
                  <a:lnTo>
                    <a:pt x="0" y="228603"/>
                  </a:lnTo>
                  <a:lnTo>
                    <a:pt x="4644" y="182532"/>
                  </a:lnTo>
                  <a:lnTo>
                    <a:pt x="17964" y="139620"/>
                  </a:lnTo>
                  <a:lnTo>
                    <a:pt x="39041" y="100789"/>
                  </a:lnTo>
                  <a:lnTo>
                    <a:pt x="66956" y="66956"/>
                  </a:lnTo>
                  <a:lnTo>
                    <a:pt x="100789" y="39041"/>
                  </a:lnTo>
                  <a:lnTo>
                    <a:pt x="139620" y="17964"/>
                  </a:lnTo>
                  <a:lnTo>
                    <a:pt x="182532" y="4644"/>
                  </a:lnTo>
                  <a:lnTo>
                    <a:pt x="228603" y="0"/>
                  </a:lnTo>
                  <a:lnTo>
                    <a:pt x="1142990" y="0"/>
                  </a:lnTo>
                  <a:lnTo>
                    <a:pt x="1187797" y="4433"/>
                  </a:lnTo>
                  <a:lnTo>
                    <a:pt x="1230473" y="17401"/>
                  </a:lnTo>
                  <a:lnTo>
                    <a:pt x="1269820" y="38408"/>
                  </a:lnTo>
                  <a:lnTo>
                    <a:pt x="1304638" y="66956"/>
                  </a:lnTo>
                  <a:lnTo>
                    <a:pt x="1333186" y="101774"/>
                  </a:lnTo>
                  <a:lnTo>
                    <a:pt x="1354193" y="141120"/>
                  </a:lnTo>
                  <a:lnTo>
                    <a:pt x="1367161" y="183797"/>
                  </a:lnTo>
                  <a:lnTo>
                    <a:pt x="1371594" y="228603"/>
                  </a:lnTo>
                  <a:lnTo>
                    <a:pt x="1371594" y="1523989"/>
                  </a:lnTo>
                  <a:lnTo>
                    <a:pt x="1366950" y="1570060"/>
                  </a:lnTo>
                  <a:lnTo>
                    <a:pt x="1353629" y="1612972"/>
                  </a:lnTo>
                  <a:lnTo>
                    <a:pt x="1332552" y="1651803"/>
                  </a:lnTo>
                  <a:lnTo>
                    <a:pt x="1304638" y="1685636"/>
                  </a:lnTo>
                  <a:lnTo>
                    <a:pt x="1270805" y="1713551"/>
                  </a:lnTo>
                  <a:lnTo>
                    <a:pt x="1231973" y="1734628"/>
                  </a:lnTo>
                  <a:lnTo>
                    <a:pt x="1189062" y="1747948"/>
                  </a:lnTo>
                  <a:lnTo>
                    <a:pt x="1142990" y="1752592"/>
                  </a:lnTo>
                  <a:close/>
                </a:path>
              </a:pathLst>
            </a:custGeom>
            <a:solidFill>
              <a:srgbClr val="E3F1FC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0" name="Google Shape;210;p13"/>
            <p:cNvSpPr/>
            <p:nvPr/>
          </p:nvSpPr>
          <p:spPr>
            <a:xfrm>
              <a:off x="1828792" y="4724381"/>
              <a:ext cx="1371600" cy="1752600"/>
            </a:xfrm>
            <a:custGeom>
              <a:avLst/>
              <a:gdLst/>
              <a:ahLst/>
              <a:cxnLst/>
              <a:rect l="l" t="t" r="r" b="b"/>
              <a:pathLst>
                <a:path w="1371600" h="1752600" extrusionOk="0">
                  <a:moveTo>
                    <a:pt x="0" y="228603"/>
                  </a:moveTo>
                  <a:lnTo>
                    <a:pt x="4644" y="182532"/>
                  </a:lnTo>
                  <a:lnTo>
                    <a:pt x="17964" y="139620"/>
                  </a:lnTo>
                  <a:lnTo>
                    <a:pt x="39041" y="100789"/>
                  </a:lnTo>
                  <a:lnTo>
                    <a:pt x="66956" y="66956"/>
                  </a:lnTo>
                  <a:lnTo>
                    <a:pt x="100789" y="39041"/>
                  </a:lnTo>
                  <a:lnTo>
                    <a:pt x="139620" y="17964"/>
                  </a:lnTo>
                  <a:lnTo>
                    <a:pt x="182532" y="4644"/>
                  </a:lnTo>
                  <a:lnTo>
                    <a:pt x="228603" y="0"/>
                  </a:lnTo>
                  <a:lnTo>
                    <a:pt x="1142990" y="0"/>
                  </a:lnTo>
                  <a:lnTo>
                    <a:pt x="1187797" y="4433"/>
                  </a:lnTo>
                  <a:lnTo>
                    <a:pt x="1230473" y="17401"/>
                  </a:lnTo>
                  <a:lnTo>
                    <a:pt x="1269820" y="38408"/>
                  </a:lnTo>
                  <a:lnTo>
                    <a:pt x="1304638" y="66956"/>
                  </a:lnTo>
                  <a:lnTo>
                    <a:pt x="1333186" y="101774"/>
                  </a:lnTo>
                  <a:lnTo>
                    <a:pt x="1354193" y="141120"/>
                  </a:lnTo>
                  <a:lnTo>
                    <a:pt x="1367161" y="183797"/>
                  </a:lnTo>
                  <a:lnTo>
                    <a:pt x="1371594" y="228603"/>
                  </a:lnTo>
                  <a:lnTo>
                    <a:pt x="1371594" y="1523989"/>
                  </a:lnTo>
                  <a:lnTo>
                    <a:pt x="1366950" y="1570060"/>
                  </a:lnTo>
                  <a:lnTo>
                    <a:pt x="1353629" y="1612972"/>
                  </a:lnTo>
                  <a:lnTo>
                    <a:pt x="1332552" y="1651803"/>
                  </a:lnTo>
                  <a:lnTo>
                    <a:pt x="1304638" y="1685636"/>
                  </a:lnTo>
                  <a:lnTo>
                    <a:pt x="1270805" y="1713551"/>
                  </a:lnTo>
                  <a:lnTo>
                    <a:pt x="1231973" y="1734628"/>
                  </a:lnTo>
                  <a:lnTo>
                    <a:pt x="1189062" y="1747948"/>
                  </a:lnTo>
                  <a:lnTo>
                    <a:pt x="1142990" y="1752592"/>
                  </a:lnTo>
                  <a:lnTo>
                    <a:pt x="228603" y="1752592"/>
                  </a:lnTo>
                  <a:lnTo>
                    <a:pt x="182532" y="1747948"/>
                  </a:lnTo>
                  <a:lnTo>
                    <a:pt x="139620" y="1734628"/>
                  </a:lnTo>
                  <a:lnTo>
                    <a:pt x="100789" y="1713551"/>
                  </a:lnTo>
                  <a:lnTo>
                    <a:pt x="66956" y="1685636"/>
                  </a:lnTo>
                  <a:lnTo>
                    <a:pt x="39041" y="1651803"/>
                  </a:lnTo>
                  <a:lnTo>
                    <a:pt x="17964" y="1612972"/>
                  </a:lnTo>
                  <a:lnTo>
                    <a:pt x="4644" y="1570060"/>
                  </a:lnTo>
                  <a:lnTo>
                    <a:pt x="0" y="1523989"/>
                  </a:lnTo>
                  <a:lnTo>
                    <a:pt x="0" y="228603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1" name="Google Shape;211;p13"/>
            <p:cNvSpPr/>
            <p:nvPr/>
          </p:nvSpPr>
          <p:spPr>
            <a:xfrm>
              <a:off x="3581385" y="4724381"/>
              <a:ext cx="4038600" cy="609600"/>
            </a:xfrm>
            <a:custGeom>
              <a:avLst/>
              <a:gdLst/>
              <a:ahLst/>
              <a:cxnLst/>
              <a:rect l="l" t="t" r="r" b="b"/>
              <a:pathLst>
                <a:path w="4038600" h="609600" extrusionOk="0">
                  <a:moveTo>
                    <a:pt x="3936981" y="609597"/>
                  </a:moveTo>
                  <a:lnTo>
                    <a:pt x="101601" y="609597"/>
                  </a:lnTo>
                  <a:lnTo>
                    <a:pt x="62053" y="601613"/>
                  </a:lnTo>
                  <a:lnTo>
                    <a:pt x="29758" y="579839"/>
                  </a:lnTo>
                  <a:lnTo>
                    <a:pt x="7984" y="547543"/>
                  </a:lnTo>
                  <a:lnTo>
                    <a:pt x="0" y="507996"/>
                  </a:lnTo>
                  <a:lnTo>
                    <a:pt x="0" y="101601"/>
                  </a:lnTo>
                  <a:lnTo>
                    <a:pt x="7984" y="62053"/>
                  </a:lnTo>
                  <a:lnTo>
                    <a:pt x="29758" y="29758"/>
                  </a:lnTo>
                  <a:lnTo>
                    <a:pt x="62053" y="7984"/>
                  </a:lnTo>
                  <a:lnTo>
                    <a:pt x="101601" y="0"/>
                  </a:lnTo>
                  <a:lnTo>
                    <a:pt x="3936981" y="0"/>
                  </a:lnTo>
                  <a:lnTo>
                    <a:pt x="3975863" y="7733"/>
                  </a:lnTo>
                  <a:lnTo>
                    <a:pt x="4008825" y="29758"/>
                  </a:lnTo>
                  <a:lnTo>
                    <a:pt x="4030849" y="62720"/>
                  </a:lnTo>
                  <a:lnTo>
                    <a:pt x="4038583" y="101601"/>
                  </a:lnTo>
                  <a:lnTo>
                    <a:pt x="4038583" y="507996"/>
                  </a:lnTo>
                  <a:lnTo>
                    <a:pt x="4030599" y="547543"/>
                  </a:lnTo>
                  <a:lnTo>
                    <a:pt x="4008825" y="579839"/>
                  </a:lnTo>
                  <a:lnTo>
                    <a:pt x="3976529" y="601613"/>
                  </a:lnTo>
                  <a:lnTo>
                    <a:pt x="3936981" y="609597"/>
                  </a:lnTo>
                  <a:close/>
                </a:path>
              </a:pathLst>
            </a:custGeom>
            <a:solidFill>
              <a:srgbClr val="D2EBB6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2" name="Google Shape;212;p13"/>
            <p:cNvSpPr/>
            <p:nvPr/>
          </p:nvSpPr>
          <p:spPr>
            <a:xfrm>
              <a:off x="3581385" y="4724381"/>
              <a:ext cx="4038600" cy="609600"/>
            </a:xfrm>
            <a:custGeom>
              <a:avLst/>
              <a:gdLst/>
              <a:ahLst/>
              <a:cxnLst/>
              <a:rect l="l" t="t" r="r" b="b"/>
              <a:pathLst>
                <a:path w="4038600" h="609600" extrusionOk="0">
                  <a:moveTo>
                    <a:pt x="0" y="101601"/>
                  </a:moveTo>
                  <a:lnTo>
                    <a:pt x="7984" y="62053"/>
                  </a:lnTo>
                  <a:lnTo>
                    <a:pt x="29758" y="29758"/>
                  </a:lnTo>
                  <a:lnTo>
                    <a:pt x="62053" y="7984"/>
                  </a:lnTo>
                  <a:lnTo>
                    <a:pt x="101601" y="0"/>
                  </a:lnTo>
                  <a:lnTo>
                    <a:pt x="3936981" y="0"/>
                  </a:lnTo>
                  <a:lnTo>
                    <a:pt x="3975863" y="7733"/>
                  </a:lnTo>
                  <a:lnTo>
                    <a:pt x="4008825" y="29758"/>
                  </a:lnTo>
                  <a:lnTo>
                    <a:pt x="4030849" y="62720"/>
                  </a:lnTo>
                  <a:lnTo>
                    <a:pt x="4038583" y="101601"/>
                  </a:lnTo>
                  <a:lnTo>
                    <a:pt x="4038583" y="507996"/>
                  </a:lnTo>
                  <a:lnTo>
                    <a:pt x="4030599" y="547543"/>
                  </a:lnTo>
                  <a:lnTo>
                    <a:pt x="4008825" y="579839"/>
                  </a:lnTo>
                  <a:lnTo>
                    <a:pt x="3976529" y="601613"/>
                  </a:lnTo>
                  <a:lnTo>
                    <a:pt x="3936981" y="609597"/>
                  </a:lnTo>
                  <a:lnTo>
                    <a:pt x="101601" y="609597"/>
                  </a:lnTo>
                  <a:lnTo>
                    <a:pt x="62053" y="601613"/>
                  </a:lnTo>
                  <a:lnTo>
                    <a:pt x="29758" y="579839"/>
                  </a:lnTo>
                  <a:lnTo>
                    <a:pt x="7984" y="547543"/>
                  </a:lnTo>
                  <a:lnTo>
                    <a:pt x="0" y="507996"/>
                  </a:lnTo>
                  <a:lnTo>
                    <a:pt x="0" y="101601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3" name="Google Shape;213;p13"/>
            <p:cNvSpPr/>
            <p:nvPr/>
          </p:nvSpPr>
          <p:spPr>
            <a:xfrm>
              <a:off x="1904992" y="5107848"/>
              <a:ext cx="990600" cy="252729"/>
            </a:xfrm>
            <a:custGeom>
              <a:avLst/>
              <a:gdLst/>
              <a:ahLst/>
              <a:cxnLst/>
              <a:rect l="l" t="t" r="r" b="b"/>
              <a:pathLst>
                <a:path w="990600" h="252729" extrusionOk="0">
                  <a:moveTo>
                    <a:pt x="948545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948545" y="0"/>
                  </a:lnTo>
                  <a:lnTo>
                    <a:pt x="983531" y="18720"/>
                  </a:lnTo>
                  <a:lnTo>
                    <a:pt x="990596" y="42050"/>
                  </a:lnTo>
                  <a:lnTo>
                    <a:pt x="990596" y="210248"/>
                  </a:lnTo>
                  <a:lnTo>
                    <a:pt x="987291" y="226616"/>
                  </a:lnTo>
                  <a:lnTo>
                    <a:pt x="978279" y="239982"/>
                  </a:lnTo>
                  <a:lnTo>
                    <a:pt x="964913" y="248994"/>
                  </a:lnTo>
                  <a:lnTo>
                    <a:pt x="948545" y="252298"/>
                  </a:lnTo>
                  <a:close/>
                </a:path>
              </a:pathLst>
            </a:custGeom>
            <a:solidFill>
              <a:srgbClr val="D2EBB6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4" name="Google Shape;214;p13"/>
            <p:cNvSpPr/>
            <p:nvPr/>
          </p:nvSpPr>
          <p:spPr>
            <a:xfrm>
              <a:off x="1904992" y="5107848"/>
              <a:ext cx="990600" cy="252729"/>
            </a:xfrm>
            <a:custGeom>
              <a:avLst/>
              <a:gdLst/>
              <a:ahLst/>
              <a:cxnLst/>
              <a:rect l="l" t="t" r="r" b="b"/>
              <a:pathLst>
                <a:path w="9906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948545" y="0"/>
                  </a:lnTo>
                  <a:lnTo>
                    <a:pt x="983531" y="18720"/>
                  </a:lnTo>
                  <a:lnTo>
                    <a:pt x="990596" y="42050"/>
                  </a:lnTo>
                  <a:lnTo>
                    <a:pt x="990596" y="210248"/>
                  </a:lnTo>
                  <a:lnTo>
                    <a:pt x="987291" y="226616"/>
                  </a:lnTo>
                  <a:lnTo>
                    <a:pt x="978279" y="239982"/>
                  </a:lnTo>
                  <a:lnTo>
                    <a:pt x="964913" y="248994"/>
                  </a:lnTo>
                  <a:lnTo>
                    <a:pt x="948545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5" name="Google Shape;215;p13"/>
            <p:cNvSpPr/>
            <p:nvPr/>
          </p:nvSpPr>
          <p:spPr>
            <a:xfrm>
              <a:off x="1904992" y="5410178"/>
              <a:ext cx="762000" cy="252729"/>
            </a:xfrm>
            <a:custGeom>
              <a:avLst/>
              <a:gdLst/>
              <a:ahLst/>
              <a:cxnLst/>
              <a:rect l="l" t="t" r="r" b="b"/>
              <a:pathLst>
                <a:path w="762000" h="252729" extrusionOk="0">
                  <a:moveTo>
                    <a:pt x="719946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19946" y="0"/>
                  </a:lnTo>
                  <a:lnTo>
                    <a:pt x="754931" y="18720"/>
                  </a:lnTo>
                  <a:lnTo>
                    <a:pt x="761996" y="42050"/>
                  </a:lnTo>
                  <a:lnTo>
                    <a:pt x="761996" y="210248"/>
                  </a:lnTo>
                  <a:lnTo>
                    <a:pt x="758692" y="226616"/>
                  </a:lnTo>
                  <a:lnTo>
                    <a:pt x="749680" y="239982"/>
                  </a:lnTo>
                  <a:lnTo>
                    <a:pt x="736314" y="248994"/>
                  </a:lnTo>
                  <a:lnTo>
                    <a:pt x="719946" y="252298"/>
                  </a:lnTo>
                  <a:close/>
                </a:path>
              </a:pathLst>
            </a:custGeom>
            <a:solidFill>
              <a:srgbClr val="D2EBB6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6" name="Google Shape;216;p13"/>
            <p:cNvSpPr/>
            <p:nvPr/>
          </p:nvSpPr>
          <p:spPr>
            <a:xfrm>
              <a:off x="1904992" y="5410178"/>
              <a:ext cx="762000" cy="252729"/>
            </a:xfrm>
            <a:custGeom>
              <a:avLst/>
              <a:gdLst/>
              <a:ahLst/>
              <a:cxnLst/>
              <a:rect l="l" t="t" r="r" b="b"/>
              <a:pathLst>
                <a:path w="7620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19946" y="0"/>
                  </a:lnTo>
                  <a:lnTo>
                    <a:pt x="754931" y="18720"/>
                  </a:lnTo>
                  <a:lnTo>
                    <a:pt x="761996" y="42050"/>
                  </a:lnTo>
                  <a:lnTo>
                    <a:pt x="761996" y="210248"/>
                  </a:lnTo>
                  <a:lnTo>
                    <a:pt x="758692" y="226616"/>
                  </a:lnTo>
                  <a:lnTo>
                    <a:pt x="749680" y="239982"/>
                  </a:lnTo>
                  <a:lnTo>
                    <a:pt x="736314" y="248994"/>
                  </a:lnTo>
                  <a:lnTo>
                    <a:pt x="719946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7" name="Google Shape;217;p13"/>
            <p:cNvSpPr/>
            <p:nvPr/>
          </p:nvSpPr>
          <p:spPr>
            <a:xfrm>
              <a:off x="1904992" y="5714977"/>
              <a:ext cx="1219200" cy="252729"/>
            </a:xfrm>
            <a:custGeom>
              <a:avLst/>
              <a:gdLst/>
              <a:ahLst/>
              <a:cxnLst/>
              <a:rect l="l" t="t" r="r" b="b"/>
              <a:pathLst>
                <a:path w="1219200" h="252729" extrusionOk="0">
                  <a:moveTo>
                    <a:pt x="1177144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1177144" y="0"/>
                  </a:lnTo>
                  <a:lnTo>
                    <a:pt x="1212130" y="18720"/>
                  </a:lnTo>
                  <a:lnTo>
                    <a:pt x="1219195" y="42050"/>
                  </a:lnTo>
                  <a:lnTo>
                    <a:pt x="1219195" y="210248"/>
                  </a:lnTo>
                  <a:lnTo>
                    <a:pt x="1215890" y="226616"/>
                  </a:lnTo>
                  <a:lnTo>
                    <a:pt x="1206878" y="239982"/>
                  </a:lnTo>
                  <a:lnTo>
                    <a:pt x="1193512" y="248994"/>
                  </a:lnTo>
                  <a:lnTo>
                    <a:pt x="1177144" y="252298"/>
                  </a:lnTo>
                  <a:close/>
                </a:path>
              </a:pathLst>
            </a:custGeom>
            <a:solidFill>
              <a:srgbClr val="D2EBB6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8" name="Google Shape;218;p13"/>
            <p:cNvSpPr/>
            <p:nvPr/>
          </p:nvSpPr>
          <p:spPr>
            <a:xfrm>
              <a:off x="1904992" y="5714977"/>
              <a:ext cx="1219200" cy="252729"/>
            </a:xfrm>
            <a:custGeom>
              <a:avLst/>
              <a:gdLst/>
              <a:ahLst/>
              <a:cxnLst/>
              <a:rect l="l" t="t" r="r" b="b"/>
              <a:pathLst>
                <a:path w="12192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1177144" y="0"/>
                  </a:lnTo>
                  <a:lnTo>
                    <a:pt x="1212130" y="18720"/>
                  </a:lnTo>
                  <a:lnTo>
                    <a:pt x="1219195" y="42050"/>
                  </a:lnTo>
                  <a:lnTo>
                    <a:pt x="1219195" y="210248"/>
                  </a:lnTo>
                  <a:lnTo>
                    <a:pt x="1215890" y="226616"/>
                  </a:lnTo>
                  <a:lnTo>
                    <a:pt x="1206878" y="239982"/>
                  </a:lnTo>
                  <a:lnTo>
                    <a:pt x="1193512" y="248994"/>
                  </a:lnTo>
                  <a:lnTo>
                    <a:pt x="1177144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19" name="Google Shape;219;p13"/>
            <p:cNvSpPr/>
            <p:nvPr/>
          </p:nvSpPr>
          <p:spPr>
            <a:xfrm>
              <a:off x="1904992" y="6148499"/>
              <a:ext cx="990600" cy="252729"/>
            </a:xfrm>
            <a:custGeom>
              <a:avLst/>
              <a:gdLst/>
              <a:ahLst/>
              <a:cxnLst/>
              <a:rect l="l" t="t" r="r" b="b"/>
              <a:pathLst>
                <a:path w="990600" h="252729" extrusionOk="0">
                  <a:moveTo>
                    <a:pt x="948545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948545" y="0"/>
                  </a:lnTo>
                  <a:lnTo>
                    <a:pt x="983531" y="18720"/>
                  </a:lnTo>
                  <a:lnTo>
                    <a:pt x="990596" y="42050"/>
                  </a:lnTo>
                  <a:lnTo>
                    <a:pt x="990596" y="210248"/>
                  </a:lnTo>
                  <a:lnTo>
                    <a:pt x="987291" y="226616"/>
                  </a:lnTo>
                  <a:lnTo>
                    <a:pt x="978279" y="239982"/>
                  </a:lnTo>
                  <a:lnTo>
                    <a:pt x="964913" y="248994"/>
                  </a:lnTo>
                  <a:lnTo>
                    <a:pt x="948545" y="252298"/>
                  </a:lnTo>
                  <a:close/>
                </a:path>
              </a:pathLst>
            </a:custGeom>
            <a:solidFill>
              <a:srgbClr val="D2EBB6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0" name="Google Shape;220;p13"/>
            <p:cNvSpPr/>
            <p:nvPr/>
          </p:nvSpPr>
          <p:spPr>
            <a:xfrm>
              <a:off x="1904992" y="6148499"/>
              <a:ext cx="990600" cy="252729"/>
            </a:xfrm>
            <a:custGeom>
              <a:avLst/>
              <a:gdLst/>
              <a:ahLst/>
              <a:cxnLst/>
              <a:rect l="l" t="t" r="r" b="b"/>
              <a:pathLst>
                <a:path w="9906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948545" y="0"/>
                  </a:lnTo>
                  <a:lnTo>
                    <a:pt x="983531" y="18720"/>
                  </a:lnTo>
                  <a:lnTo>
                    <a:pt x="990596" y="42050"/>
                  </a:lnTo>
                  <a:lnTo>
                    <a:pt x="990596" y="210248"/>
                  </a:lnTo>
                  <a:lnTo>
                    <a:pt x="987291" y="226616"/>
                  </a:lnTo>
                  <a:lnTo>
                    <a:pt x="978279" y="239982"/>
                  </a:lnTo>
                  <a:lnTo>
                    <a:pt x="964913" y="248994"/>
                  </a:lnTo>
                  <a:lnTo>
                    <a:pt x="948545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1" name="Google Shape;221;p13"/>
          <p:cNvSpPr txBox="1"/>
          <p:nvPr/>
        </p:nvSpPr>
        <p:spPr>
          <a:xfrm>
            <a:off x="2010117" y="5098564"/>
            <a:ext cx="548005" cy="172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857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Bag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  <a:p>
            <a:pPr marL="33655" marR="5080" lvl="0" indent="0" algn="l" rtl="0">
              <a:lnSpc>
                <a:spcPct val="124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Tuple Tuple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33655" lvl="0" indent="0" algn="l" rtl="0">
              <a:lnSpc>
                <a:spcPct val="99062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12700" lvl="0" indent="0" algn="l" rtl="0">
              <a:lnSpc>
                <a:spcPct val="10138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  <a:p>
            <a:pPr marL="33655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2" name="Google Shape;222;p13"/>
          <p:cNvGrpSpPr/>
          <p:nvPr/>
        </p:nvGrpSpPr>
        <p:grpSpPr>
          <a:xfrm>
            <a:off x="3657585" y="5453985"/>
            <a:ext cx="838200" cy="252729"/>
            <a:chOff x="3657585" y="5030903"/>
            <a:chExt cx="838200" cy="252729"/>
          </a:xfrm>
        </p:grpSpPr>
        <p:sp>
          <p:nvSpPr>
            <p:cNvPr id="223" name="Google Shape;223;p13"/>
            <p:cNvSpPr/>
            <p:nvPr/>
          </p:nvSpPr>
          <p:spPr>
            <a:xfrm>
              <a:off x="3657585" y="5030903"/>
              <a:ext cx="838200" cy="252729"/>
            </a:xfrm>
            <a:custGeom>
              <a:avLst/>
              <a:gdLst/>
              <a:ahLst/>
              <a:cxnLst/>
              <a:rect l="l" t="t" r="r" b="b"/>
              <a:pathLst>
                <a:path w="838200" h="252729" extrusionOk="0">
                  <a:moveTo>
                    <a:pt x="796146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96146" y="0"/>
                  </a:lnTo>
                  <a:lnTo>
                    <a:pt x="831131" y="18720"/>
                  </a:lnTo>
                  <a:lnTo>
                    <a:pt x="838196" y="42050"/>
                  </a:lnTo>
                  <a:lnTo>
                    <a:pt x="838196" y="210248"/>
                  </a:lnTo>
                  <a:lnTo>
                    <a:pt x="834892" y="226616"/>
                  </a:lnTo>
                  <a:lnTo>
                    <a:pt x="825880" y="239982"/>
                  </a:lnTo>
                  <a:lnTo>
                    <a:pt x="812513" y="248994"/>
                  </a:lnTo>
                  <a:lnTo>
                    <a:pt x="796146" y="252298"/>
                  </a:lnTo>
                  <a:close/>
                </a:path>
              </a:pathLst>
            </a:custGeom>
            <a:solidFill>
              <a:srgbClr val="D7D7D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4" name="Google Shape;224;p13"/>
            <p:cNvSpPr/>
            <p:nvPr/>
          </p:nvSpPr>
          <p:spPr>
            <a:xfrm>
              <a:off x="3657585" y="5030903"/>
              <a:ext cx="838200" cy="252729"/>
            </a:xfrm>
            <a:custGeom>
              <a:avLst/>
              <a:gdLst/>
              <a:ahLst/>
              <a:cxnLst/>
              <a:rect l="l" t="t" r="r" b="b"/>
              <a:pathLst>
                <a:path w="8382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96146" y="0"/>
                  </a:lnTo>
                  <a:lnTo>
                    <a:pt x="831131" y="18720"/>
                  </a:lnTo>
                  <a:lnTo>
                    <a:pt x="838196" y="42050"/>
                  </a:lnTo>
                  <a:lnTo>
                    <a:pt x="838196" y="210248"/>
                  </a:lnTo>
                  <a:lnTo>
                    <a:pt x="834892" y="226616"/>
                  </a:lnTo>
                  <a:lnTo>
                    <a:pt x="825880" y="239982"/>
                  </a:lnTo>
                  <a:lnTo>
                    <a:pt x="812513" y="248994"/>
                  </a:lnTo>
                  <a:lnTo>
                    <a:pt x="796146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5" name="Google Shape;225;p13"/>
          <p:cNvSpPr txBox="1"/>
          <p:nvPr/>
        </p:nvSpPr>
        <p:spPr>
          <a:xfrm>
            <a:off x="3684176" y="5183797"/>
            <a:ext cx="694055" cy="521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425" rIns="0" bIns="0" anchor="t" anchorCtr="0">
            <a:spAutoFit/>
          </a:bodyPr>
          <a:lstStyle/>
          <a:p>
            <a:pPr marL="71120" marR="5080" lvl="0" indent="-59055" algn="l" rtl="0">
              <a:lnSpc>
                <a:spcPct val="10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Tuple Field 0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6" name="Google Shape;226;p13"/>
          <p:cNvGrpSpPr/>
          <p:nvPr/>
        </p:nvGrpSpPr>
        <p:grpSpPr>
          <a:xfrm>
            <a:off x="4571981" y="5453985"/>
            <a:ext cx="838200" cy="252729"/>
            <a:chOff x="4571981" y="5030903"/>
            <a:chExt cx="838200" cy="252729"/>
          </a:xfrm>
        </p:grpSpPr>
        <p:sp>
          <p:nvSpPr>
            <p:cNvPr id="227" name="Google Shape;227;p13"/>
            <p:cNvSpPr/>
            <p:nvPr/>
          </p:nvSpPr>
          <p:spPr>
            <a:xfrm>
              <a:off x="4571981" y="5030903"/>
              <a:ext cx="838200" cy="252729"/>
            </a:xfrm>
            <a:custGeom>
              <a:avLst/>
              <a:gdLst/>
              <a:ahLst/>
              <a:cxnLst/>
              <a:rect l="l" t="t" r="r" b="b"/>
              <a:pathLst>
                <a:path w="838200" h="252729" extrusionOk="0">
                  <a:moveTo>
                    <a:pt x="796146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96146" y="0"/>
                  </a:lnTo>
                  <a:lnTo>
                    <a:pt x="831131" y="18720"/>
                  </a:lnTo>
                  <a:lnTo>
                    <a:pt x="838196" y="42050"/>
                  </a:lnTo>
                  <a:lnTo>
                    <a:pt x="838196" y="210248"/>
                  </a:lnTo>
                  <a:lnTo>
                    <a:pt x="834892" y="226616"/>
                  </a:lnTo>
                  <a:lnTo>
                    <a:pt x="825880" y="239982"/>
                  </a:lnTo>
                  <a:lnTo>
                    <a:pt x="812513" y="248994"/>
                  </a:lnTo>
                  <a:lnTo>
                    <a:pt x="796146" y="252298"/>
                  </a:lnTo>
                  <a:close/>
                </a:path>
              </a:pathLst>
            </a:custGeom>
            <a:solidFill>
              <a:srgbClr val="D7D7D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28" name="Google Shape;228;p13"/>
            <p:cNvSpPr/>
            <p:nvPr/>
          </p:nvSpPr>
          <p:spPr>
            <a:xfrm>
              <a:off x="4571981" y="5030903"/>
              <a:ext cx="838200" cy="252729"/>
            </a:xfrm>
            <a:custGeom>
              <a:avLst/>
              <a:gdLst/>
              <a:ahLst/>
              <a:cxnLst/>
              <a:rect l="l" t="t" r="r" b="b"/>
              <a:pathLst>
                <a:path w="8382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96146" y="0"/>
                  </a:lnTo>
                  <a:lnTo>
                    <a:pt x="831131" y="18720"/>
                  </a:lnTo>
                  <a:lnTo>
                    <a:pt x="838196" y="42050"/>
                  </a:lnTo>
                  <a:lnTo>
                    <a:pt x="838196" y="210248"/>
                  </a:lnTo>
                  <a:lnTo>
                    <a:pt x="834892" y="226616"/>
                  </a:lnTo>
                  <a:lnTo>
                    <a:pt x="825880" y="239982"/>
                  </a:lnTo>
                  <a:lnTo>
                    <a:pt x="812513" y="248994"/>
                  </a:lnTo>
                  <a:lnTo>
                    <a:pt x="796146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29" name="Google Shape;229;p13"/>
          <p:cNvSpPr txBox="1"/>
          <p:nvPr/>
        </p:nvSpPr>
        <p:spPr>
          <a:xfrm>
            <a:off x="4657332" y="5435495"/>
            <a:ext cx="635000" cy="269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Field 1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0" name="Google Shape;230;p13"/>
          <p:cNvGrpSpPr/>
          <p:nvPr/>
        </p:nvGrpSpPr>
        <p:grpSpPr>
          <a:xfrm>
            <a:off x="5486377" y="5453985"/>
            <a:ext cx="838200" cy="252729"/>
            <a:chOff x="5486377" y="5030903"/>
            <a:chExt cx="838200" cy="252729"/>
          </a:xfrm>
        </p:grpSpPr>
        <p:sp>
          <p:nvSpPr>
            <p:cNvPr id="231" name="Google Shape;231;p13"/>
            <p:cNvSpPr/>
            <p:nvPr/>
          </p:nvSpPr>
          <p:spPr>
            <a:xfrm>
              <a:off x="5486377" y="5030903"/>
              <a:ext cx="838200" cy="252729"/>
            </a:xfrm>
            <a:custGeom>
              <a:avLst/>
              <a:gdLst/>
              <a:ahLst/>
              <a:cxnLst/>
              <a:rect l="l" t="t" r="r" b="b"/>
              <a:pathLst>
                <a:path w="838200" h="252729" extrusionOk="0">
                  <a:moveTo>
                    <a:pt x="796146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96146" y="0"/>
                  </a:lnTo>
                  <a:lnTo>
                    <a:pt x="831131" y="18720"/>
                  </a:lnTo>
                  <a:lnTo>
                    <a:pt x="838196" y="42050"/>
                  </a:lnTo>
                  <a:lnTo>
                    <a:pt x="838196" y="210248"/>
                  </a:lnTo>
                  <a:lnTo>
                    <a:pt x="834892" y="226616"/>
                  </a:lnTo>
                  <a:lnTo>
                    <a:pt x="825880" y="239982"/>
                  </a:lnTo>
                  <a:lnTo>
                    <a:pt x="812513" y="248994"/>
                  </a:lnTo>
                  <a:lnTo>
                    <a:pt x="796146" y="252298"/>
                  </a:lnTo>
                  <a:close/>
                </a:path>
              </a:pathLst>
            </a:custGeom>
            <a:solidFill>
              <a:srgbClr val="D7D7D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32" name="Google Shape;232;p13"/>
            <p:cNvSpPr/>
            <p:nvPr/>
          </p:nvSpPr>
          <p:spPr>
            <a:xfrm>
              <a:off x="5486377" y="5030903"/>
              <a:ext cx="838200" cy="252729"/>
            </a:xfrm>
            <a:custGeom>
              <a:avLst/>
              <a:gdLst/>
              <a:ahLst/>
              <a:cxnLst/>
              <a:rect l="l" t="t" r="r" b="b"/>
              <a:pathLst>
                <a:path w="8382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796146" y="0"/>
                  </a:lnTo>
                  <a:lnTo>
                    <a:pt x="831131" y="18720"/>
                  </a:lnTo>
                  <a:lnTo>
                    <a:pt x="838196" y="42050"/>
                  </a:lnTo>
                  <a:lnTo>
                    <a:pt x="838196" y="210248"/>
                  </a:lnTo>
                  <a:lnTo>
                    <a:pt x="834892" y="226616"/>
                  </a:lnTo>
                  <a:lnTo>
                    <a:pt x="825880" y="239982"/>
                  </a:lnTo>
                  <a:lnTo>
                    <a:pt x="812513" y="248994"/>
                  </a:lnTo>
                  <a:lnTo>
                    <a:pt x="796146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33" name="Google Shape;233;p13"/>
          <p:cNvSpPr txBox="1"/>
          <p:nvPr/>
        </p:nvSpPr>
        <p:spPr>
          <a:xfrm>
            <a:off x="5571730" y="5435495"/>
            <a:ext cx="635000" cy="269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Field 2</a:t>
            </a:r>
            <a:endParaRPr sz="16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4" name="Google Shape;234;p13"/>
          <p:cNvGrpSpPr/>
          <p:nvPr/>
        </p:nvGrpSpPr>
        <p:grpSpPr>
          <a:xfrm>
            <a:off x="6629373" y="5453985"/>
            <a:ext cx="914400" cy="252729"/>
            <a:chOff x="6629373" y="5030903"/>
            <a:chExt cx="914400" cy="252729"/>
          </a:xfrm>
        </p:grpSpPr>
        <p:sp>
          <p:nvSpPr>
            <p:cNvPr id="235" name="Google Shape;235;p13"/>
            <p:cNvSpPr/>
            <p:nvPr/>
          </p:nvSpPr>
          <p:spPr>
            <a:xfrm>
              <a:off x="6629373" y="5030903"/>
              <a:ext cx="914400" cy="252729"/>
            </a:xfrm>
            <a:custGeom>
              <a:avLst/>
              <a:gdLst/>
              <a:ahLst/>
              <a:cxnLst/>
              <a:rect l="l" t="t" r="r" b="b"/>
              <a:pathLst>
                <a:path w="914400" h="252729" extrusionOk="0">
                  <a:moveTo>
                    <a:pt x="872345" y="252298"/>
                  </a:move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872345" y="0"/>
                  </a:lnTo>
                  <a:lnTo>
                    <a:pt x="907331" y="18720"/>
                  </a:lnTo>
                  <a:lnTo>
                    <a:pt x="914396" y="42050"/>
                  </a:lnTo>
                  <a:lnTo>
                    <a:pt x="914396" y="210248"/>
                  </a:lnTo>
                  <a:lnTo>
                    <a:pt x="911091" y="226616"/>
                  </a:lnTo>
                  <a:lnTo>
                    <a:pt x="902080" y="239982"/>
                  </a:lnTo>
                  <a:lnTo>
                    <a:pt x="888713" y="248994"/>
                  </a:lnTo>
                  <a:lnTo>
                    <a:pt x="872345" y="252298"/>
                  </a:lnTo>
                  <a:close/>
                </a:path>
              </a:pathLst>
            </a:custGeom>
            <a:solidFill>
              <a:srgbClr val="D7D7D7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236" name="Google Shape;236;p13"/>
            <p:cNvSpPr/>
            <p:nvPr/>
          </p:nvSpPr>
          <p:spPr>
            <a:xfrm>
              <a:off x="6629373" y="5030903"/>
              <a:ext cx="914400" cy="252729"/>
            </a:xfrm>
            <a:custGeom>
              <a:avLst/>
              <a:gdLst/>
              <a:ahLst/>
              <a:cxnLst/>
              <a:rect l="l" t="t" r="r" b="b"/>
              <a:pathLst>
                <a:path w="914400" h="252729" extrusionOk="0">
                  <a:moveTo>
                    <a:pt x="0" y="42050"/>
                  </a:moveTo>
                  <a:lnTo>
                    <a:pt x="3304" y="25682"/>
                  </a:lnTo>
                  <a:lnTo>
                    <a:pt x="12316" y="12316"/>
                  </a:lnTo>
                  <a:lnTo>
                    <a:pt x="25682" y="3304"/>
                  </a:lnTo>
                  <a:lnTo>
                    <a:pt x="42050" y="0"/>
                  </a:lnTo>
                  <a:lnTo>
                    <a:pt x="872345" y="0"/>
                  </a:lnTo>
                  <a:lnTo>
                    <a:pt x="907331" y="18720"/>
                  </a:lnTo>
                  <a:lnTo>
                    <a:pt x="914396" y="42050"/>
                  </a:lnTo>
                  <a:lnTo>
                    <a:pt x="914396" y="210248"/>
                  </a:lnTo>
                  <a:lnTo>
                    <a:pt x="911091" y="226616"/>
                  </a:lnTo>
                  <a:lnTo>
                    <a:pt x="902080" y="239982"/>
                  </a:lnTo>
                  <a:lnTo>
                    <a:pt x="888713" y="248994"/>
                  </a:lnTo>
                  <a:lnTo>
                    <a:pt x="872345" y="252298"/>
                  </a:lnTo>
                  <a:lnTo>
                    <a:pt x="42050" y="252298"/>
                  </a:lnTo>
                  <a:lnTo>
                    <a:pt x="25682" y="248994"/>
                  </a:lnTo>
                  <a:lnTo>
                    <a:pt x="12316" y="239982"/>
                  </a:lnTo>
                  <a:lnTo>
                    <a:pt x="3304" y="226616"/>
                  </a:lnTo>
                  <a:lnTo>
                    <a:pt x="0" y="210248"/>
                  </a:lnTo>
                  <a:lnTo>
                    <a:pt x="0" y="4205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237" name="Google Shape;237;p13"/>
          <p:cNvSpPr txBox="1"/>
          <p:nvPr/>
        </p:nvSpPr>
        <p:spPr>
          <a:xfrm>
            <a:off x="6777207" y="5449376"/>
            <a:ext cx="1054100" cy="259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aseline="300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r>
              <a:rPr lang="en-US" sz="16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Field N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5362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2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Pig Latin Processing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1" name="Google Shape;201;p12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6364" lvl="0" indent="0" algn="l" rtl="0">
              <a:lnSpc>
                <a:spcPct val="1192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7</a:t>
            </a:r>
            <a:endParaRPr/>
          </a:p>
        </p:txBody>
      </p:sp>
      <p:sp>
        <p:nvSpPr>
          <p:cNvPr id="195" name="Google Shape;195;p12"/>
          <p:cNvSpPr txBox="1"/>
          <p:nvPr/>
        </p:nvSpPr>
        <p:spPr>
          <a:xfrm>
            <a:off x="873575" y="1535176"/>
            <a:ext cx="7429500" cy="2586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35280" lvl="0" indent="-32258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Pig Latin script are processed line by line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92480" lvl="1" indent="-292100" algn="l" rtl="0">
              <a:lnSpc>
                <a:spcPct val="143250"/>
              </a:lnSpc>
              <a:spcBef>
                <a:spcPts val="3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and References are checked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92480" lvl="1" indent="-292100" algn="l" rtl="0">
              <a:lnSpc>
                <a:spcPct val="142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Valid statements are added to a logical plan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93115" marR="5080" lvl="1" indent="-292735" algn="l" rtl="0">
              <a:lnSpc>
                <a:spcPct val="142500"/>
              </a:lnSpc>
              <a:spcBef>
                <a:spcPts val="10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Execution is deferred until either a DUMP or STORE statement is reached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92480" lvl="1" indent="-292100" algn="l" rtl="0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Reused intermediate results are mapped to a</a:t>
            </a:r>
            <a:endParaRPr sz="20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2"/>
          <p:cNvSpPr txBox="1"/>
          <p:nvPr/>
        </p:nvSpPr>
        <p:spPr>
          <a:xfrm>
            <a:off x="1476750" y="4713570"/>
            <a:ext cx="1961514" cy="391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Common Node</a:t>
            </a: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7" name="Google Shape;197;p12"/>
          <p:cNvSpPr txBox="1"/>
          <p:nvPr/>
        </p:nvSpPr>
        <p:spPr>
          <a:xfrm>
            <a:off x="1142995" y="5288801"/>
            <a:ext cx="7429500" cy="855746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85725" marR="301625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grunt&gt; roster = LOAD "comp521/</a:t>
            </a:r>
            <a:r>
              <a:rPr lang="en-US" sz="1800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NFLrosters</a:t>
            </a:r>
            <a:r>
              <a:rPr lang="en-US" sz="1800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" USING </a:t>
            </a:r>
            <a:r>
              <a:rPr lang="en-US" sz="1800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PigStorage</a:t>
            </a:r>
            <a:r>
              <a:rPr lang="en-US" sz="1800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(','); grunt&gt; </a:t>
            </a:r>
            <a:r>
              <a:rPr lang="en-US" sz="1800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RecentQBs</a:t>
            </a:r>
            <a:r>
              <a:rPr lang="en-US" sz="1800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 = FILTER roster BY $5='QB' AND $1&gt;2000; grunt&gt; DUMP </a:t>
            </a:r>
            <a:r>
              <a:rPr lang="en-US" sz="1800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RecentQBs</a:t>
            </a:r>
            <a:r>
              <a:rPr lang="en-US" sz="1800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;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35966" y="4663235"/>
            <a:ext cx="267898" cy="398397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2"/>
          <p:cNvSpPr txBox="1"/>
          <p:nvPr/>
        </p:nvSpPr>
        <p:spPr>
          <a:xfrm>
            <a:off x="5600697" y="4473178"/>
            <a:ext cx="3283995" cy="674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300" rIns="0" bIns="0" anchor="t" anchorCtr="0">
            <a:spAutoFit/>
          </a:bodyPr>
          <a:lstStyle/>
          <a:p>
            <a:pPr marL="12700" marR="5080" lvl="0" indent="0" algn="l" rtl="0">
              <a:lnSpc>
                <a:spcPct val="11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  <a:t>An HDFS filename, don't worry about where it really is.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0" name="Google Shape;200;p12"/>
          <p:cNvSpPr/>
          <p:nvPr/>
        </p:nvSpPr>
        <p:spPr>
          <a:xfrm>
            <a:off x="5714351" y="3921709"/>
            <a:ext cx="65405" cy="74930"/>
          </a:xfrm>
          <a:custGeom>
            <a:avLst/>
            <a:gdLst/>
            <a:ahLst/>
            <a:cxnLst/>
            <a:rect l="l" t="t" r="r" b="b"/>
            <a:pathLst>
              <a:path w="65404" h="74929" extrusionOk="0">
                <a:moveTo>
                  <a:pt x="0" y="74699"/>
                </a:moveTo>
                <a:lnTo>
                  <a:pt x="65099" y="0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914824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6891" y="1119031"/>
            <a:ext cx="3464954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8C9C527-BC77-6863-BA11-A5A5B41EF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305" y="1396686"/>
            <a:ext cx="2430380" cy="40646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ct val="0"/>
              </a:spcBef>
            </a:pPr>
            <a:r>
              <a:rPr lang="en-US" sz="44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Anatomy of a Pig Script</a:t>
            </a:r>
            <a:endParaRPr lang="en-US" sz="4400" i="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6512790" y="941148"/>
            <a:ext cx="2240924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536" y="4780992"/>
            <a:ext cx="409575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FF38A5-585B-3FC0-F827-05E04A19D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7614" y="1526033"/>
            <a:ext cx="4152298" cy="3935281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Steps are like: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</a:rPr>
              <a:t>LOAD</a:t>
            </a:r>
            <a:r>
              <a:rPr lang="en-US">
                <a:solidFill>
                  <a:schemeClr val="tx1"/>
                </a:solidFill>
              </a:rPr>
              <a:t> data → define schema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</a:rPr>
              <a:t>FILTER</a:t>
            </a:r>
            <a:r>
              <a:rPr lang="en-US">
                <a:solidFill>
                  <a:schemeClr val="tx1"/>
                </a:solidFill>
              </a:rPr>
              <a:t> data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</a:rPr>
              <a:t>LOAD</a:t>
            </a:r>
            <a:r>
              <a:rPr lang="en-US">
                <a:solidFill>
                  <a:schemeClr val="tx1"/>
                </a:solidFill>
              </a:rPr>
              <a:t> another dataset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</a:rPr>
              <a:t>JOIN</a:t>
            </a:r>
            <a:r>
              <a:rPr lang="en-US">
                <a:solidFill>
                  <a:schemeClr val="tx1"/>
                </a:solidFill>
              </a:rPr>
              <a:t> datasets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</a:rPr>
              <a:t>FOREACH…GENERATE</a:t>
            </a:r>
            <a:r>
              <a:rPr lang="en-US">
                <a:solidFill>
                  <a:schemeClr val="tx1"/>
                </a:solidFill>
              </a:rPr>
              <a:t> → select and rename columns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Pig runs in: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</a:rPr>
              <a:t>Local mode</a:t>
            </a:r>
            <a:r>
              <a:rPr lang="en-US">
                <a:solidFill>
                  <a:schemeClr val="tx1"/>
                </a:solidFill>
              </a:rPr>
              <a:t> (quick testing)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>
                <a:solidFill>
                  <a:schemeClr val="tx1"/>
                </a:solidFill>
              </a:rPr>
              <a:t>Hadoop mode</a:t>
            </a:r>
            <a:r>
              <a:rPr lang="en-US">
                <a:solidFill>
                  <a:schemeClr val="tx1"/>
                </a:solidFill>
              </a:rPr>
              <a:t> (actual cluster)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722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"/>
            <a:ext cx="9143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4"/>
          <p:cNvSpPr txBox="1"/>
          <p:nvPr/>
        </p:nvSpPr>
        <p:spPr>
          <a:xfrm>
            <a:off x="964547" y="1535176"/>
            <a:ext cx="4565015" cy="45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44475" lvl="0" indent="-2317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Pig scripts are easy to read</a:t>
            </a:r>
            <a:endParaRPr sz="2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4"/>
          <p:cNvSpPr txBox="1"/>
          <p:nvPr/>
        </p:nvSpPr>
        <p:spPr>
          <a:xfrm>
            <a:off x="964547" y="4106926"/>
            <a:ext cx="7330440" cy="88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243840" marR="5080" lvl="0" indent="-231775" algn="l" rtl="0">
              <a:lnSpc>
                <a:spcPct val="1004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800"/>
              <a:buFont typeface="Arial"/>
              <a:buChar char="•"/>
            </a:pPr>
            <a:r>
              <a:rPr lang="en-US" sz="28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FOREACH to specify processing steps for all 	tuples in a </a:t>
            </a:r>
            <a:r>
              <a:rPr lang="en-US" sz="2800" dirty="0" err="1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bagexample</a:t>
            </a:r>
            <a:endParaRPr sz="2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4"/>
          <p:cNvSpPr txBox="1"/>
          <p:nvPr/>
        </p:nvSpPr>
        <p:spPr>
          <a:xfrm>
            <a:off x="609600" y="2133600"/>
            <a:ext cx="8211820" cy="1816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370840" marR="1614805" lvl="0" indent="-28575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4F1FC"/>
                </a:solidFill>
                <a:latin typeface="Verdana"/>
                <a:ea typeface="Verdana"/>
                <a:cs typeface="Verdana"/>
                <a:sym typeface="Verdana"/>
              </a:rPr>
              <a:t>roster = LOAD "comp521/NFLrosters" USING PigStorage(',') AS (team:chararray, year:int, jersey:int, name:chararray, position:chararray, starts:int, games:int);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85725" marR="177800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4F1FC"/>
                </a:solidFill>
                <a:latin typeface="Verdana"/>
                <a:ea typeface="Verdana"/>
                <a:cs typeface="Verdana"/>
                <a:sym typeface="Verdana"/>
              </a:rPr>
              <a:t>recentQBs = FILTER roster BY position='QB' AND year&gt;2000 AND starts &gt; 0; Groups = GROUP recentQBs BY name;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85725" lvl="0" indent="0" algn="l" rtl="0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4F1FC"/>
                </a:solidFill>
                <a:latin typeface="Verdana"/>
                <a:ea typeface="Verdana"/>
                <a:cs typeface="Verdana"/>
                <a:sym typeface="Verdana"/>
              </a:rPr>
              <a:t>STORE Groups INTO "recentQBTable";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56" name="Google Shape;256;p14"/>
          <p:cNvSpPr txBox="1"/>
          <p:nvPr/>
        </p:nvSpPr>
        <p:spPr>
          <a:xfrm>
            <a:off x="609600" y="5077350"/>
            <a:ext cx="8211820" cy="132334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85725" marR="2379980" lvl="0" indent="0" algn="ctr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4F1FC"/>
                </a:solidFill>
                <a:latin typeface="Verdana"/>
                <a:ea typeface="Verdana"/>
                <a:cs typeface="Verdana"/>
                <a:sym typeface="Verdana"/>
              </a:rPr>
              <a:t>e1 = LOAD "input/Employees" USING PigStorage(',') AS (name:chararray, age:int, zip:int, salary:double);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0" marR="2278380" lvl="0" indent="0" algn="ctr" rtl="0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4F1FC"/>
                </a:solidFill>
                <a:latin typeface="Verdana"/>
                <a:ea typeface="Verdana"/>
                <a:cs typeface="Verdana"/>
                <a:sym typeface="Verdana"/>
              </a:rPr>
              <a:t>f = FOREACH e1 GENERATE age, salary;	-- a projection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85725" marR="539115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4F1FC"/>
                </a:solidFill>
                <a:latin typeface="Verdana"/>
                <a:ea typeface="Verdana"/>
                <a:cs typeface="Verdana"/>
                <a:sym typeface="Verdana"/>
              </a:rPr>
              <a:t>DESCRIBE f;	-- gives the schema of relation f DUMP f;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257" name="Google Shape;257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27725" y="1716148"/>
            <a:ext cx="267899" cy="398399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4"/>
          <p:cNvSpPr txBox="1"/>
          <p:nvPr/>
        </p:nvSpPr>
        <p:spPr>
          <a:xfrm>
            <a:off x="6388100" y="1604379"/>
            <a:ext cx="1713864" cy="38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675" rIns="0" bIns="0" anchor="t" anchorCtr="0">
            <a:spAutoFit/>
          </a:bodyPr>
          <a:lstStyle/>
          <a:p>
            <a:pPr marL="12700" marR="5080" lvl="0" indent="0" algn="l" rtl="0">
              <a:lnSpc>
                <a:spcPct val="119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Times New Roman"/>
                <a:ea typeface="Times New Roman"/>
                <a:cs typeface="Times New Roman"/>
                <a:sym typeface="Times New Roman"/>
              </a:rPr>
              <a:t>With AS we define an "on-the-fly" data schema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9" name="Google Shape;259;p14"/>
          <p:cNvSpPr/>
          <p:nvPr/>
        </p:nvSpPr>
        <p:spPr>
          <a:xfrm>
            <a:off x="6323974" y="1711924"/>
            <a:ext cx="65405" cy="74930"/>
          </a:xfrm>
          <a:custGeom>
            <a:avLst/>
            <a:gdLst/>
            <a:ahLst/>
            <a:cxnLst/>
            <a:rect l="l" t="t" r="r" b="b"/>
            <a:pathLst>
              <a:path w="65404" h="74930" extrusionOk="0">
                <a:moveTo>
                  <a:pt x="0" y="74699"/>
                </a:moveTo>
                <a:lnTo>
                  <a:pt x="65099" y="0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A0F53E1-8900-0DEB-608D-1F80BCE43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223" y="649029"/>
            <a:ext cx="6913880" cy="553998"/>
          </a:xfrm>
        </p:spPr>
        <p:txBody>
          <a:bodyPr/>
          <a:lstStyle/>
          <a:p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Anatomy of a Pig Script</a:t>
            </a:r>
            <a:endParaRPr lang="en-US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358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5"/>
          <p:cNvSpPr txBox="1"/>
          <p:nvPr/>
        </p:nvSpPr>
        <p:spPr>
          <a:xfrm>
            <a:off x="964545" y="1535176"/>
            <a:ext cx="1541780" cy="45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44475" lvl="0" indent="-2317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ORDER</a:t>
            </a:r>
            <a:endParaRPr sz="2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5"/>
          <p:cNvSpPr txBox="1"/>
          <p:nvPr/>
        </p:nvSpPr>
        <p:spPr>
          <a:xfrm>
            <a:off x="964545" y="2821048"/>
            <a:ext cx="4808458" cy="45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44475" lvl="0" indent="-2317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800"/>
              <a:buFont typeface="Arial"/>
              <a:buChar char="•"/>
            </a:pPr>
            <a:r>
              <a:rPr lang="en-US" sz="28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LIMIT, SAMPLE</a:t>
            </a:r>
            <a:endParaRPr sz="2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5"/>
          <p:cNvSpPr txBox="1"/>
          <p:nvPr/>
        </p:nvSpPr>
        <p:spPr>
          <a:xfrm>
            <a:off x="964545" y="4287895"/>
            <a:ext cx="1068070" cy="45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44475" lvl="0" indent="-2317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JOIN</a:t>
            </a:r>
            <a:endParaRPr sz="2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5"/>
          <p:cNvSpPr txBox="1"/>
          <p:nvPr/>
        </p:nvSpPr>
        <p:spPr>
          <a:xfrm>
            <a:off x="1071342" y="1987296"/>
            <a:ext cx="6624851" cy="774817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441959" marR="297815" lvl="0" indent="-35687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emp = LOAD "input/Employees" USING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PigStorage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(',') AS (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name:chararray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age:int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zip:int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salary:double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);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  <a:p>
            <a:pPr marL="85725" lvl="0" indent="0" algn="l" rtl="0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sorted = ORDER emp BY salary;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70" name="Google Shape;270;p15"/>
          <p:cNvSpPr txBox="1"/>
          <p:nvPr/>
        </p:nvSpPr>
        <p:spPr>
          <a:xfrm>
            <a:off x="1071343" y="3273168"/>
            <a:ext cx="6582667" cy="1030913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441959" marR="297815" lvl="0" indent="-35687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emp = LOAD "input/Employees" USING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PigStorage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(',') AS (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name:chararray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age:int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zip:int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salary:double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);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  <a:p>
            <a:pPr marL="85725" marR="2845435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agegroup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 = GROUP emp BY age; shortlist = LIMIT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agegroup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 100;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71" name="Google Shape;271;p15"/>
          <p:cNvSpPr txBox="1"/>
          <p:nvPr/>
        </p:nvSpPr>
        <p:spPr>
          <a:xfrm>
            <a:off x="1113526" y="4740015"/>
            <a:ext cx="6540483" cy="1816100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441959" marR="297815" lvl="0" indent="-35687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emp = LOAD "input/Employees" USING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PigStorage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(',') AS (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name:chararray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age:int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zip:int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salary:double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);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  <a:p>
            <a:pPr marL="441959" marR="352425" lvl="0" indent="-35687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pbk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 = LOAD "input/Phonebook" USING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PigStorage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(',') AS (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name:chararray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phone:chararray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);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  <a:p>
            <a:pPr marL="85725" marR="1607820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contact = JOIN emp BY name, </a:t>
            </a:r>
            <a:r>
              <a:rPr lang="en-US" sz="1600" dirty="0" err="1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pbk</a:t>
            </a: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 BY name; DESCRIBE contact;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  <a:p>
            <a:pPr marL="85725" lvl="0" indent="0" algn="l" rtl="0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DUMP contact;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3A00ACA-459E-E3DA-72E8-DF88BD7C2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223" y="649029"/>
            <a:ext cx="6913880" cy="553998"/>
          </a:xfrm>
        </p:spPr>
        <p:txBody>
          <a:bodyPr/>
          <a:lstStyle/>
          <a:p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Anatomy of a Pig Script</a:t>
            </a:r>
            <a:endParaRPr lang="en-US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7859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6"/>
          <p:cNvSpPr txBox="1"/>
          <p:nvPr/>
        </p:nvSpPr>
        <p:spPr>
          <a:xfrm>
            <a:off x="5348032" y="5152570"/>
            <a:ext cx="196215" cy="143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381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008CBA"/>
                </a:solidFill>
                <a:latin typeface="Tahoma"/>
                <a:ea typeface="Tahoma"/>
                <a:cs typeface="Tahoma"/>
                <a:sym typeface="Tahoma"/>
              </a:rPr>
              <a:t>53</a:t>
            </a:r>
            <a:endParaRPr sz="7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C2CC1F3-D8D7-105C-D31A-2423A0969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223" y="649029"/>
            <a:ext cx="6913880" cy="553998"/>
          </a:xfrm>
        </p:spPr>
        <p:txBody>
          <a:bodyPr/>
          <a:lstStyle/>
          <a:p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Anatomy of a Pig Script</a:t>
            </a:r>
            <a:endParaRPr lang="en-US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1" name="Google Shape;97;p6">
            <a:extLst>
              <a:ext uri="{FF2B5EF4-FFF2-40B4-BE49-F238E27FC236}">
                <a16:creationId xmlns:a16="http://schemas.microsoft.com/office/drawing/2014/main" id="{85A5FEE2-CC1C-0BB3-4E03-01D5FE924D2F}"/>
              </a:ext>
            </a:extLst>
          </p:cNvPr>
          <p:cNvGraphicFramePr/>
          <p:nvPr/>
        </p:nvGraphicFramePr>
        <p:xfrm>
          <a:off x="911223" y="1442613"/>
          <a:ext cx="7166963" cy="49365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18249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1" descr="$PPTXTitle"/>
          <p:cNvSpPr txBox="1">
            <a:spLocks noGrp="1"/>
          </p:cNvSpPr>
          <p:nvPr>
            <p:ph type="title"/>
          </p:nvPr>
        </p:nvSpPr>
        <p:spPr>
          <a:xfrm>
            <a:off x="278190" y="651830"/>
            <a:ext cx="8587619" cy="604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800" b="1" i="0" dirty="0">
                <a:latin typeface="Arial" panose="020B0604020202020204" pitchFamily="34" charset="0"/>
                <a:cs typeface="Arial" panose="020B0604020202020204" pitchFamily="34" charset="0"/>
              </a:rPr>
              <a:t>Pig Latin Scripts Describe Dataflows</a:t>
            </a:r>
          </a:p>
        </p:txBody>
      </p:sp>
      <p:sp>
        <p:nvSpPr>
          <p:cNvPr id="138" name="Google Shape;138;p11"/>
          <p:cNvSpPr txBox="1"/>
          <p:nvPr/>
        </p:nvSpPr>
        <p:spPr>
          <a:xfrm>
            <a:off x="909765" y="1539233"/>
            <a:ext cx="7410450" cy="2167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99720" marR="5080" lvl="0" indent="-28765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Every Pig Latin script describes one or more flows of data through a series of operations that can be processed in parallel (i.e. the next one can start before the ones providing inputs to it finish).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99720" lvl="0" indent="-28702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Dataflows are Directed Acyclic Graphs (DAGS)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99720" lvl="0" indent="-28702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Ordering and Scheduling is deferred until a node requires data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9" name="Google Shape;139;p11"/>
          <p:cNvGrpSpPr/>
          <p:nvPr/>
        </p:nvGrpSpPr>
        <p:grpSpPr>
          <a:xfrm>
            <a:off x="1147069" y="3581385"/>
            <a:ext cx="6384799" cy="2438400"/>
            <a:chOff x="1147069" y="3581385"/>
            <a:chExt cx="6384799" cy="2438400"/>
          </a:xfrm>
        </p:grpSpPr>
        <p:sp>
          <p:nvSpPr>
            <p:cNvPr id="140" name="Google Shape;140;p11"/>
            <p:cNvSpPr/>
            <p:nvPr/>
          </p:nvSpPr>
          <p:spPr>
            <a:xfrm>
              <a:off x="1147069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1" name="Google Shape;141;p11"/>
            <p:cNvSpPr/>
            <p:nvPr/>
          </p:nvSpPr>
          <p:spPr>
            <a:xfrm>
              <a:off x="1447794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2" name="Google Shape;142;p11"/>
            <p:cNvSpPr/>
            <p:nvPr/>
          </p:nvSpPr>
          <p:spPr>
            <a:xfrm>
              <a:off x="1904992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3" name="Google Shape;143;p11"/>
            <p:cNvSpPr/>
            <p:nvPr/>
          </p:nvSpPr>
          <p:spPr>
            <a:xfrm>
              <a:off x="2590789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4" name="Google Shape;144;p11"/>
            <p:cNvSpPr/>
            <p:nvPr/>
          </p:nvSpPr>
          <p:spPr>
            <a:xfrm>
              <a:off x="3886184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5" name="Google Shape;145;p11"/>
            <p:cNvSpPr/>
            <p:nvPr/>
          </p:nvSpPr>
          <p:spPr>
            <a:xfrm>
              <a:off x="4419582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6" name="Google Shape;146;p11"/>
            <p:cNvSpPr/>
            <p:nvPr/>
          </p:nvSpPr>
          <p:spPr>
            <a:xfrm>
              <a:off x="5791176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7" name="Google Shape;147;p11"/>
            <p:cNvSpPr/>
            <p:nvPr/>
          </p:nvSpPr>
          <p:spPr>
            <a:xfrm>
              <a:off x="6476973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8" name="Google Shape;148;p11"/>
            <p:cNvSpPr/>
            <p:nvPr/>
          </p:nvSpPr>
          <p:spPr>
            <a:xfrm>
              <a:off x="7162771" y="3581385"/>
              <a:ext cx="0" cy="2438400"/>
            </a:xfrm>
            <a:custGeom>
              <a:avLst/>
              <a:gdLst/>
              <a:ahLst/>
              <a:cxnLst/>
              <a:rect l="l" t="t" r="r" b="b"/>
              <a:pathLst>
                <a:path w="120000" h="2438400" extrusionOk="0">
                  <a:moveTo>
                    <a:pt x="0" y="0"/>
                  </a:moveTo>
                  <a:lnTo>
                    <a:pt x="0" y="2438390"/>
                  </a:lnTo>
                </a:path>
              </a:pathLst>
            </a:custGeom>
            <a:noFill/>
            <a:ln w="952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49" name="Google Shape;149;p11"/>
            <p:cNvSpPr/>
            <p:nvPr/>
          </p:nvSpPr>
          <p:spPr>
            <a:xfrm>
              <a:off x="1147069" y="3761024"/>
              <a:ext cx="838200" cy="381000"/>
            </a:xfrm>
            <a:custGeom>
              <a:avLst/>
              <a:gdLst/>
              <a:ahLst/>
              <a:cxnLst/>
              <a:rect l="l" t="t" r="r" b="b"/>
              <a:pathLst>
                <a:path w="838200" h="381000" extrusionOk="0">
                  <a:moveTo>
                    <a:pt x="774695" y="380998"/>
                  </a:move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774695" y="0"/>
                  </a:lnTo>
                  <a:lnTo>
                    <a:pt x="819597" y="18599"/>
                  </a:lnTo>
                  <a:lnTo>
                    <a:pt x="838196" y="63500"/>
                  </a:lnTo>
                  <a:lnTo>
                    <a:pt x="838196" y="317497"/>
                  </a:lnTo>
                  <a:lnTo>
                    <a:pt x="833206" y="342214"/>
                  </a:lnTo>
                  <a:lnTo>
                    <a:pt x="819597" y="362399"/>
                  </a:lnTo>
                  <a:lnTo>
                    <a:pt x="799413" y="376008"/>
                  </a:lnTo>
                  <a:lnTo>
                    <a:pt x="774695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0" name="Google Shape;150;p11"/>
            <p:cNvSpPr/>
            <p:nvPr/>
          </p:nvSpPr>
          <p:spPr>
            <a:xfrm>
              <a:off x="1147069" y="3761024"/>
              <a:ext cx="838200" cy="381000"/>
            </a:xfrm>
            <a:custGeom>
              <a:avLst/>
              <a:gdLst/>
              <a:ahLst/>
              <a:cxnLst/>
              <a:rect l="l" t="t" r="r" b="b"/>
              <a:pathLst>
                <a:path w="8382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774695" y="0"/>
                  </a:lnTo>
                  <a:lnTo>
                    <a:pt x="819597" y="18599"/>
                  </a:lnTo>
                  <a:lnTo>
                    <a:pt x="838196" y="63500"/>
                  </a:lnTo>
                  <a:lnTo>
                    <a:pt x="838196" y="317497"/>
                  </a:lnTo>
                  <a:lnTo>
                    <a:pt x="833206" y="342214"/>
                  </a:lnTo>
                  <a:lnTo>
                    <a:pt x="819597" y="362399"/>
                  </a:lnTo>
                  <a:lnTo>
                    <a:pt x="799413" y="376008"/>
                  </a:lnTo>
                  <a:lnTo>
                    <a:pt x="774695" y="380998"/>
                  </a:ln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1" name="Google Shape;151;p11"/>
            <p:cNvSpPr/>
            <p:nvPr/>
          </p:nvSpPr>
          <p:spPr>
            <a:xfrm>
              <a:off x="2578883" y="3761024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1003294" y="380998"/>
                  </a:move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1" y="376008"/>
                  </a:lnTo>
                  <a:lnTo>
                    <a:pt x="1003294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2" name="Google Shape;152;p11"/>
            <p:cNvSpPr/>
            <p:nvPr/>
          </p:nvSpPr>
          <p:spPr>
            <a:xfrm>
              <a:off x="2578883" y="3761024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1" y="376008"/>
                  </a:lnTo>
                  <a:lnTo>
                    <a:pt x="1003294" y="380998"/>
                  </a:ln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3" name="Google Shape;153;p11"/>
            <p:cNvSpPr/>
            <p:nvPr/>
          </p:nvSpPr>
          <p:spPr>
            <a:xfrm>
              <a:off x="3862372" y="4876780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1003294" y="380998"/>
                  </a:move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4" name="Google Shape;154;p11"/>
            <p:cNvSpPr/>
            <p:nvPr/>
          </p:nvSpPr>
          <p:spPr>
            <a:xfrm>
              <a:off x="3862372" y="4876780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5" name="Google Shape;155;p11"/>
            <p:cNvSpPr/>
            <p:nvPr/>
          </p:nvSpPr>
          <p:spPr>
            <a:xfrm>
              <a:off x="1473988" y="4318902"/>
              <a:ext cx="838200" cy="381000"/>
            </a:xfrm>
            <a:custGeom>
              <a:avLst/>
              <a:gdLst/>
              <a:ahLst/>
              <a:cxnLst/>
              <a:rect l="l" t="t" r="r" b="b"/>
              <a:pathLst>
                <a:path w="838200" h="381000" extrusionOk="0">
                  <a:moveTo>
                    <a:pt x="774695" y="380998"/>
                  </a:move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774695" y="0"/>
                  </a:lnTo>
                  <a:lnTo>
                    <a:pt x="819597" y="18599"/>
                  </a:lnTo>
                  <a:lnTo>
                    <a:pt x="838196" y="63500"/>
                  </a:lnTo>
                  <a:lnTo>
                    <a:pt x="838196" y="317497"/>
                  </a:lnTo>
                  <a:lnTo>
                    <a:pt x="833206" y="342214"/>
                  </a:lnTo>
                  <a:lnTo>
                    <a:pt x="819597" y="362399"/>
                  </a:lnTo>
                  <a:lnTo>
                    <a:pt x="799413" y="376008"/>
                  </a:lnTo>
                  <a:lnTo>
                    <a:pt x="774695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6" name="Google Shape;156;p11"/>
            <p:cNvSpPr/>
            <p:nvPr/>
          </p:nvSpPr>
          <p:spPr>
            <a:xfrm>
              <a:off x="1473988" y="4318902"/>
              <a:ext cx="838200" cy="381000"/>
            </a:xfrm>
            <a:custGeom>
              <a:avLst/>
              <a:gdLst/>
              <a:ahLst/>
              <a:cxnLst/>
              <a:rect l="l" t="t" r="r" b="b"/>
              <a:pathLst>
                <a:path w="8382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774695" y="0"/>
                  </a:lnTo>
                  <a:lnTo>
                    <a:pt x="819597" y="18599"/>
                  </a:lnTo>
                  <a:lnTo>
                    <a:pt x="838196" y="63500"/>
                  </a:lnTo>
                  <a:lnTo>
                    <a:pt x="838196" y="317497"/>
                  </a:lnTo>
                  <a:lnTo>
                    <a:pt x="833206" y="342214"/>
                  </a:lnTo>
                  <a:lnTo>
                    <a:pt x="819597" y="362399"/>
                  </a:lnTo>
                  <a:lnTo>
                    <a:pt x="799413" y="376008"/>
                  </a:lnTo>
                  <a:lnTo>
                    <a:pt x="774695" y="380998"/>
                  </a:ln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7" name="Google Shape;157;p11"/>
            <p:cNvSpPr/>
            <p:nvPr/>
          </p:nvSpPr>
          <p:spPr>
            <a:xfrm>
              <a:off x="6465068" y="4876780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1003294" y="380998"/>
                  </a:move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1" y="376008"/>
                  </a:lnTo>
                  <a:lnTo>
                    <a:pt x="1003294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58" name="Google Shape;158;p11"/>
            <p:cNvSpPr/>
            <p:nvPr/>
          </p:nvSpPr>
          <p:spPr>
            <a:xfrm>
              <a:off x="6465068" y="4876780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1" y="376008"/>
                  </a:lnTo>
                  <a:lnTo>
                    <a:pt x="1003294" y="380998"/>
                  </a:ln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59" name="Google Shape;159;p11"/>
          <p:cNvSpPr txBox="1"/>
          <p:nvPr/>
        </p:nvSpPr>
        <p:spPr>
          <a:xfrm>
            <a:off x="6712587" y="4907333"/>
            <a:ext cx="572135" cy="29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Store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0" name="Google Shape;160;p11"/>
          <p:cNvGrpSpPr/>
          <p:nvPr/>
        </p:nvGrpSpPr>
        <p:grpSpPr>
          <a:xfrm>
            <a:off x="5776765" y="3770853"/>
            <a:ext cx="1066800" cy="381000"/>
            <a:chOff x="5776765" y="3770853"/>
            <a:chExt cx="1066800" cy="381000"/>
          </a:xfrm>
        </p:grpSpPr>
        <p:sp>
          <p:nvSpPr>
            <p:cNvPr id="161" name="Google Shape;161;p11"/>
            <p:cNvSpPr/>
            <p:nvPr/>
          </p:nvSpPr>
          <p:spPr>
            <a:xfrm>
              <a:off x="5776765" y="3770853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1003294" y="380998"/>
                  </a:move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2" name="Google Shape;162;p11"/>
            <p:cNvSpPr/>
            <p:nvPr/>
          </p:nvSpPr>
          <p:spPr>
            <a:xfrm>
              <a:off x="5776765" y="3770853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63" name="Google Shape;163;p11"/>
          <p:cNvSpPr txBox="1"/>
          <p:nvPr/>
        </p:nvSpPr>
        <p:spPr>
          <a:xfrm>
            <a:off x="6087853" y="3801404"/>
            <a:ext cx="444500" cy="29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Sort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4" name="Google Shape;164;p11"/>
          <p:cNvGrpSpPr/>
          <p:nvPr/>
        </p:nvGrpSpPr>
        <p:grpSpPr>
          <a:xfrm>
            <a:off x="1893086" y="3761024"/>
            <a:ext cx="3569484" cy="1496756"/>
            <a:chOff x="1893086" y="3761024"/>
            <a:chExt cx="3569484" cy="1496756"/>
          </a:xfrm>
        </p:grpSpPr>
        <p:sp>
          <p:nvSpPr>
            <p:cNvPr id="165" name="Google Shape;165;p11"/>
            <p:cNvSpPr/>
            <p:nvPr/>
          </p:nvSpPr>
          <p:spPr>
            <a:xfrm>
              <a:off x="1893086" y="4876780"/>
              <a:ext cx="838200" cy="381000"/>
            </a:xfrm>
            <a:custGeom>
              <a:avLst/>
              <a:gdLst/>
              <a:ahLst/>
              <a:cxnLst/>
              <a:rect l="l" t="t" r="r" b="b"/>
              <a:pathLst>
                <a:path w="838200" h="381000" extrusionOk="0">
                  <a:moveTo>
                    <a:pt x="774695" y="380998"/>
                  </a:move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774695" y="0"/>
                  </a:lnTo>
                  <a:lnTo>
                    <a:pt x="819597" y="18599"/>
                  </a:lnTo>
                  <a:lnTo>
                    <a:pt x="838196" y="63500"/>
                  </a:lnTo>
                  <a:lnTo>
                    <a:pt x="838196" y="317497"/>
                  </a:lnTo>
                  <a:lnTo>
                    <a:pt x="833206" y="342214"/>
                  </a:lnTo>
                  <a:lnTo>
                    <a:pt x="819597" y="362399"/>
                  </a:lnTo>
                  <a:lnTo>
                    <a:pt x="799413" y="376008"/>
                  </a:lnTo>
                  <a:lnTo>
                    <a:pt x="774695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6" name="Google Shape;166;p11"/>
            <p:cNvSpPr/>
            <p:nvPr/>
          </p:nvSpPr>
          <p:spPr>
            <a:xfrm>
              <a:off x="1893086" y="4876780"/>
              <a:ext cx="838200" cy="381000"/>
            </a:xfrm>
            <a:custGeom>
              <a:avLst/>
              <a:gdLst/>
              <a:ahLst/>
              <a:cxnLst/>
              <a:rect l="l" t="t" r="r" b="b"/>
              <a:pathLst>
                <a:path w="8382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774695" y="0"/>
                  </a:lnTo>
                  <a:lnTo>
                    <a:pt x="819597" y="18599"/>
                  </a:lnTo>
                  <a:lnTo>
                    <a:pt x="838196" y="63500"/>
                  </a:lnTo>
                  <a:lnTo>
                    <a:pt x="838196" y="317497"/>
                  </a:lnTo>
                  <a:lnTo>
                    <a:pt x="833206" y="342214"/>
                  </a:lnTo>
                  <a:lnTo>
                    <a:pt x="819597" y="362399"/>
                  </a:lnTo>
                  <a:lnTo>
                    <a:pt x="799413" y="376008"/>
                  </a:lnTo>
                  <a:lnTo>
                    <a:pt x="774695" y="380998"/>
                  </a:ln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7" name="Google Shape;167;p11"/>
            <p:cNvSpPr/>
            <p:nvPr/>
          </p:nvSpPr>
          <p:spPr>
            <a:xfrm>
              <a:off x="4395770" y="3761024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1003294" y="380998"/>
                  </a:move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68" name="Google Shape;168;p11"/>
            <p:cNvSpPr/>
            <p:nvPr/>
          </p:nvSpPr>
          <p:spPr>
            <a:xfrm>
              <a:off x="4395770" y="3761024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0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lnTo>
                    <a:pt x="63500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69" name="Google Shape;169;p11"/>
          <p:cNvSpPr txBox="1"/>
          <p:nvPr/>
        </p:nvSpPr>
        <p:spPr>
          <a:xfrm>
            <a:off x="1299198" y="3791575"/>
            <a:ext cx="3852545" cy="1416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Load	Foreach	Join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None/>
            </a:pP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marL="33909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Load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165"/>
              </a:spcBef>
              <a:spcAft>
                <a:spcPts val="0"/>
              </a:spcAft>
              <a:buNone/>
            </a:pP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marL="21209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Load	Join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0" name="Google Shape;170;p11"/>
          <p:cNvGrpSpPr/>
          <p:nvPr/>
        </p:nvGrpSpPr>
        <p:grpSpPr>
          <a:xfrm>
            <a:off x="7162771" y="3769550"/>
            <a:ext cx="1066800" cy="381000"/>
            <a:chOff x="7162771" y="3769550"/>
            <a:chExt cx="1066800" cy="381000"/>
          </a:xfrm>
        </p:grpSpPr>
        <p:sp>
          <p:nvSpPr>
            <p:cNvPr id="171" name="Google Shape;171;p11"/>
            <p:cNvSpPr/>
            <p:nvPr/>
          </p:nvSpPr>
          <p:spPr>
            <a:xfrm>
              <a:off x="7162771" y="3769550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1003294" y="380998"/>
                  </a:move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close/>
                </a:path>
              </a:pathLst>
            </a:custGeom>
            <a:solidFill>
              <a:srgbClr val="1084D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172" name="Google Shape;172;p11"/>
            <p:cNvSpPr/>
            <p:nvPr/>
          </p:nvSpPr>
          <p:spPr>
            <a:xfrm>
              <a:off x="7162771" y="3769550"/>
              <a:ext cx="1066800" cy="381000"/>
            </a:xfrm>
            <a:custGeom>
              <a:avLst/>
              <a:gdLst/>
              <a:ahLst/>
              <a:cxnLst/>
              <a:rect l="l" t="t" r="r" b="b"/>
              <a:pathLst>
                <a:path w="1066800" h="381000" extrusionOk="0">
                  <a:moveTo>
                    <a:pt x="0" y="63500"/>
                  </a:moveTo>
                  <a:lnTo>
                    <a:pt x="4990" y="38783"/>
                  </a:lnTo>
                  <a:lnTo>
                    <a:pt x="18599" y="18599"/>
                  </a:lnTo>
                  <a:lnTo>
                    <a:pt x="38783" y="4990"/>
                  </a:lnTo>
                  <a:lnTo>
                    <a:pt x="63501" y="0"/>
                  </a:lnTo>
                  <a:lnTo>
                    <a:pt x="1003294" y="0"/>
                  </a:lnTo>
                  <a:lnTo>
                    <a:pt x="1048196" y="18599"/>
                  </a:lnTo>
                  <a:lnTo>
                    <a:pt x="1066795" y="63500"/>
                  </a:lnTo>
                  <a:lnTo>
                    <a:pt x="1066795" y="317497"/>
                  </a:lnTo>
                  <a:lnTo>
                    <a:pt x="1061805" y="342214"/>
                  </a:lnTo>
                  <a:lnTo>
                    <a:pt x="1048196" y="362399"/>
                  </a:lnTo>
                  <a:lnTo>
                    <a:pt x="1028012" y="376008"/>
                  </a:lnTo>
                  <a:lnTo>
                    <a:pt x="1003294" y="380998"/>
                  </a:lnTo>
                  <a:lnTo>
                    <a:pt x="63501" y="380998"/>
                  </a:lnTo>
                  <a:lnTo>
                    <a:pt x="38783" y="376008"/>
                  </a:lnTo>
                  <a:lnTo>
                    <a:pt x="18599" y="362399"/>
                  </a:lnTo>
                  <a:lnTo>
                    <a:pt x="4990" y="342214"/>
                  </a:lnTo>
                  <a:lnTo>
                    <a:pt x="0" y="317497"/>
                  </a:lnTo>
                  <a:lnTo>
                    <a:pt x="0" y="63500"/>
                  </a:lnTo>
                  <a:close/>
                </a:path>
              </a:pathLst>
            </a:custGeom>
            <a:noFill/>
            <a:ln w="25375" cap="flat" cmpd="sng">
              <a:solidFill>
                <a:srgbClr val="A6AFB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173" name="Google Shape;173;p11"/>
          <p:cNvSpPr txBox="1"/>
          <p:nvPr/>
        </p:nvSpPr>
        <p:spPr>
          <a:xfrm>
            <a:off x="7410292" y="3800101"/>
            <a:ext cx="572135" cy="29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Store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4" name="Google Shape;174;p11"/>
          <p:cNvGrpSpPr/>
          <p:nvPr/>
        </p:nvGrpSpPr>
        <p:grpSpPr>
          <a:xfrm>
            <a:off x="1985266" y="3869543"/>
            <a:ext cx="5140845" cy="1279716"/>
            <a:chOff x="1985266" y="3869543"/>
            <a:chExt cx="5140845" cy="1279716"/>
          </a:xfrm>
        </p:grpSpPr>
        <p:sp>
          <p:nvSpPr>
            <p:cNvPr id="175" name="Google Shape;175;p11"/>
            <p:cNvSpPr/>
            <p:nvPr/>
          </p:nvSpPr>
          <p:spPr>
            <a:xfrm>
              <a:off x="1985266" y="3951523"/>
              <a:ext cx="365125" cy="0"/>
            </a:xfrm>
            <a:custGeom>
              <a:avLst/>
              <a:gdLst/>
              <a:ahLst/>
              <a:cxnLst/>
              <a:rect l="l" t="t" r="r" b="b"/>
              <a:pathLst>
                <a:path w="365125" h="120000" extrusionOk="0">
                  <a:moveTo>
                    <a:pt x="0" y="0"/>
                  </a:moveTo>
                  <a:lnTo>
                    <a:pt x="365098" y="0"/>
                  </a:lnTo>
                </a:path>
              </a:pathLst>
            </a:custGeom>
            <a:noFill/>
            <a:ln w="3807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176" name="Google Shape;176;p1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331314" y="3869543"/>
              <a:ext cx="211000" cy="1639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1"/>
            <p:cNvSpPr/>
            <p:nvPr/>
          </p:nvSpPr>
          <p:spPr>
            <a:xfrm>
              <a:off x="3645679" y="3951523"/>
              <a:ext cx="521970" cy="0"/>
            </a:xfrm>
            <a:custGeom>
              <a:avLst/>
              <a:gdLst/>
              <a:ahLst/>
              <a:cxnLst/>
              <a:rect l="l" t="t" r="r" b="b"/>
              <a:pathLst>
                <a:path w="521970" h="120000" extrusionOk="0">
                  <a:moveTo>
                    <a:pt x="0" y="0"/>
                  </a:moveTo>
                  <a:lnTo>
                    <a:pt x="521397" y="0"/>
                  </a:lnTo>
                </a:path>
              </a:pathLst>
            </a:custGeom>
            <a:noFill/>
            <a:ln w="3807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178" name="Google Shape;178;p1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148027" y="3869543"/>
              <a:ext cx="211000" cy="1639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9" name="Google Shape;179;p11"/>
            <p:cNvSpPr/>
            <p:nvPr/>
          </p:nvSpPr>
          <p:spPr>
            <a:xfrm>
              <a:off x="2312184" y="4169524"/>
              <a:ext cx="1858645" cy="340360"/>
            </a:xfrm>
            <a:custGeom>
              <a:avLst/>
              <a:gdLst/>
              <a:ahLst/>
              <a:cxnLst/>
              <a:rect l="l" t="t" r="r" b="b"/>
              <a:pathLst>
                <a:path w="1858645" h="340360" extrusionOk="0">
                  <a:moveTo>
                    <a:pt x="0" y="339877"/>
                  </a:moveTo>
                  <a:lnTo>
                    <a:pt x="1858621" y="0"/>
                  </a:lnTo>
                </a:path>
              </a:pathLst>
            </a:custGeom>
            <a:noFill/>
            <a:ln w="3807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180" name="Google Shape;180;p1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40436" y="4088570"/>
              <a:ext cx="219500" cy="16190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1" name="Google Shape;181;p11"/>
            <p:cNvSpPr/>
            <p:nvPr/>
          </p:nvSpPr>
          <p:spPr>
            <a:xfrm>
              <a:off x="2731282" y="5067279"/>
              <a:ext cx="902969" cy="0"/>
            </a:xfrm>
            <a:custGeom>
              <a:avLst/>
              <a:gdLst/>
              <a:ahLst/>
              <a:cxnLst/>
              <a:rect l="l" t="t" r="r" b="b"/>
              <a:pathLst>
                <a:path w="902970" h="120000" extrusionOk="0">
                  <a:moveTo>
                    <a:pt x="0" y="0"/>
                  </a:moveTo>
                  <a:lnTo>
                    <a:pt x="902396" y="0"/>
                  </a:lnTo>
                </a:path>
              </a:pathLst>
            </a:custGeom>
            <a:noFill/>
            <a:ln w="3807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182" name="Google Shape;182;p1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614629" y="4985298"/>
              <a:ext cx="211000" cy="16396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1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443515" y="3872272"/>
              <a:ext cx="296528" cy="16389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11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824511" y="3879032"/>
              <a:ext cx="301600" cy="1639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5" name="Google Shape;185;p11"/>
            <p:cNvSpPr/>
            <p:nvPr/>
          </p:nvSpPr>
          <p:spPr>
            <a:xfrm>
              <a:off x="4929168" y="5067279"/>
              <a:ext cx="1307465" cy="0"/>
            </a:xfrm>
            <a:custGeom>
              <a:avLst/>
              <a:gdLst/>
              <a:ahLst/>
              <a:cxnLst/>
              <a:rect l="l" t="t" r="r" b="b"/>
              <a:pathLst>
                <a:path w="1307464" h="120000" extrusionOk="0">
                  <a:moveTo>
                    <a:pt x="0" y="0"/>
                  </a:moveTo>
                  <a:lnTo>
                    <a:pt x="1307394" y="0"/>
                  </a:lnTo>
                </a:path>
              </a:pathLst>
            </a:custGeom>
            <a:noFill/>
            <a:ln w="3807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186" name="Google Shape;186;p1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217512" y="4985298"/>
              <a:ext cx="211000" cy="16396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7" name="Google Shape;187;p11"/>
            <p:cNvSpPr/>
            <p:nvPr/>
          </p:nvSpPr>
          <p:spPr>
            <a:xfrm>
              <a:off x="2312184" y="4675420"/>
              <a:ext cx="1348740" cy="172720"/>
            </a:xfrm>
            <a:custGeom>
              <a:avLst/>
              <a:gdLst/>
              <a:ahLst/>
              <a:cxnLst/>
              <a:rect l="l" t="t" r="r" b="b"/>
              <a:pathLst>
                <a:path w="1348739" h="172720" extrusionOk="0">
                  <a:moveTo>
                    <a:pt x="0" y="0"/>
                  </a:moveTo>
                  <a:lnTo>
                    <a:pt x="1348538" y="172323"/>
                  </a:lnTo>
                </a:path>
              </a:pathLst>
            </a:custGeom>
            <a:noFill/>
            <a:ln w="38075" cap="flat" cmpd="sng">
              <a:solidFill>
                <a:srgbClr val="46464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pic>
          <p:nvPicPr>
            <p:cNvPr id="188" name="Google Shape;188;p11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3633696" y="4766270"/>
              <a:ext cx="217582" cy="162946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17837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0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Pig Latin’s Data Model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Google Shape;128;p10"/>
          <p:cNvSpPr txBox="1"/>
          <p:nvPr/>
        </p:nvSpPr>
        <p:spPr>
          <a:xfrm>
            <a:off x="873575" y="1583140"/>
            <a:ext cx="8079356" cy="4075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35280" lvl="0" indent="-322580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PIG – A dataflow scripting language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7365" marR="2165350" lvl="1" indent="-382905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Automatically translated to a series of Map-Reduce jobs that are run on Hadoop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7365" lvl="1" indent="-382905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requires no meta-data or schema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7365" marR="1159510" lvl="1" indent="-382905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extensible, via user-defined functions (UDFs) written in Java or other languages (C, Python, etc.)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7365" lvl="1" indent="-382905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Provides run-time and debugging environments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07365" marR="5080" lvl="1" indent="-382905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language specifically designed for data manipulations and analysis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64564" lvl="2" indent="-367029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o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Supports join, sort, filter, etc.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64564" marR="1735454" lvl="2" indent="-367664" algn="l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o"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Automatically partitions large operations into smaller jobs and chains them together</a:t>
            </a:r>
            <a:endParaRPr sz="2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9" name="Google Shape;129;p10"/>
          <p:cNvGrpSpPr/>
          <p:nvPr/>
        </p:nvGrpSpPr>
        <p:grpSpPr>
          <a:xfrm>
            <a:off x="6553173" y="4472106"/>
            <a:ext cx="1752211" cy="1907736"/>
            <a:chOff x="6553173" y="4472106"/>
            <a:chExt cx="1752211" cy="1907736"/>
          </a:xfrm>
        </p:grpSpPr>
        <p:pic>
          <p:nvPicPr>
            <p:cNvPr id="130" name="Google Shape;130;p1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467569" y="4472106"/>
              <a:ext cx="679286" cy="101427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1" name="Google Shape;131;p1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553173" y="5029179"/>
              <a:ext cx="1752211" cy="1350663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C312C9-014D-C047-F6E5-2D7584E97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spcBef>
                <a:spcPct val="0"/>
              </a:spcBef>
            </a:pPr>
            <a:r>
              <a:rPr lang="en-US" sz="47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🐝 Hive &amp; HiveQL</a:t>
            </a:r>
            <a:endParaRPr lang="en-US" sz="4700" i="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E27DCD-D4FB-6759-4AEC-A7DF3C4CD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5245" y="2599509"/>
            <a:ext cx="7607751" cy="34355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solidFill>
                  <a:schemeClr val="tx1"/>
                </a:solidFill>
              </a:rPr>
              <a:t>Hive is a </a:t>
            </a:r>
            <a:r>
              <a:rPr lang="en-US" sz="1900" b="1">
                <a:solidFill>
                  <a:schemeClr val="tx1"/>
                </a:solidFill>
              </a:rPr>
              <a:t>SQL-like data warehouse system</a:t>
            </a:r>
            <a:r>
              <a:rPr lang="en-US" sz="1900">
                <a:solidFill>
                  <a:schemeClr val="tx1"/>
                </a:solidFill>
              </a:rPr>
              <a:t> built on top of Hadoop.</a:t>
            </a:r>
            <a:br>
              <a:rPr lang="en-US" sz="1900">
                <a:solidFill>
                  <a:schemeClr val="tx1"/>
                </a:solidFill>
              </a:rPr>
            </a:br>
            <a:r>
              <a:rPr lang="en-US" sz="1900">
                <a:solidFill>
                  <a:schemeClr val="tx1"/>
                </a:solidFill>
              </a:rPr>
              <a:t>Users write SQL (HiveQL), and Hive converts it into MapReduce jobs.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>
                <a:solidFill>
                  <a:schemeClr val="tx1"/>
                </a:solidFill>
              </a:rPr>
              <a:t>Hive Components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>
                <a:solidFill>
                  <a:schemeClr val="tx1"/>
                </a:solidFill>
              </a:rPr>
              <a:t>Shell</a:t>
            </a:r>
            <a:r>
              <a:rPr lang="en-US" sz="1900">
                <a:solidFill>
                  <a:schemeClr val="tx1"/>
                </a:solidFill>
              </a:rPr>
              <a:t>: command line or interfaces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>
                <a:solidFill>
                  <a:schemeClr val="tx1"/>
                </a:solidFill>
              </a:rPr>
              <a:t>Driver</a:t>
            </a:r>
            <a:r>
              <a:rPr lang="en-US" sz="1900">
                <a:solidFill>
                  <a:schemeClr val="tx1"/>
                </a:solidFill>
              </a:rPr>
              <a:t>: manages session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>
                <a:solidFill>
                  <a:schemeClr val="tx1"/>
                </a:solidFill>
              </a:rPr>
              <a:t>Compiler</a:t>
            </a:r>
            <a:r>
              <a:rPr lang="en-US" sz="1900">
                <a:solidFill>
                  <a:schemeClr val="tx1"/>
                </a:solidFill>
              </a:rPr>
              <a:t>: parses SQL and optimizes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>
                <a:solidFill>
                  <a:schemeClr val="tx1"/>
                </a:solidFill>
              </a:rPr>
              <a:t>Execution Engine</a:t>
            </a:r>
            <a:r>
              <a:rPr lang="en-US" sz="1900">
                <a:solidFill>
                  <a:schemeClr val="tx1"/>
                </a:solidFill>
              </a:rPr>
              <a:t>: runs jobs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 b="1">
                <a:solidFill>
                  <a:schemeClr val="tx1"/>
                </a:solidFill>
              </a:rPr>
              <a:t>Metastore</a:t>
            </a:r>
            <a:r>
              <a:rPr lang="en-US" sz="1900">
                <a:solidFill>
                  <a:schemeClr val="tx1"/>
                </a:solidFill>
              </a:rPr>
              <a:t>: stores schemas &amp; table metadata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509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4228" y="1761789"/>
            <a:ext cx="96703" cy="96701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2"/>
          <p:cNvSpPr txBox="1"/>
          <p:nvPr/>
        </p:nvSpPr>
        <p:spPr>
          <a:xfrm>
            <a:off x="1230041" y="1551166"/>
            <a:ext cx="6668770" cy="290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spAutoFit/>
          </a:bodyPr>
          <a:lstStyle/>
          <a:p>
            <a:pPr marL="1651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latin typeface="Arial"/>
                <a:ea typeface="Arial"/>
                <a:cs typeface="Arial"/>
                <a:sym typeface="Arial"/>
              </a:rPr>
              <a:t>Framework for data warehousing on top of Hadoop</a:t>
            </a:r>
            <a:endParaRPr sz="1700" dirty="0">
              <a:latin typeface="Arial"/>
              <a:ea typeface="Arial"/>
              <a:cs typeface="Arial"/>
              <a:sym typeface="Arial"/>
            </a:endParaRPr>
          </a:p>
          <a:p>
            <a:pPr marL="12700" marR="365760" lvl="0" indent="3809" algn="l" rtl="0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None/>
            </a:pPr>
            <a:r>
              <a:rPr lang="en-US" sz="1700" dirty="0">
                <a:latin typeface="Arial"/>
                <a:ea typeface="Arial"/>
                <a:cs typeface="Arial"/>
                <a:sym typeface="Arial"/>
              </a:rPr>
              <a:t>Developed at Facebook for managing and learning from the huge volumes of data Facebook was generating</a:t>
            </a:r>
            <a:endParaRPr sz="1700" dirty="0">
              <a:latin typeface="Arial"/>
              <a:ea typeface="Arial"/>
              <a:cs typeface="Arial"/>
              <a:sym typeface="Arial"/>
            </a:endParaRPr>
          </a:p>
          <a:p>
            <a:pPr marL="16510" marR="282575" lvl="0" indent="0" algn="l" rtl="0">
              <a:lnSpc>
                <a:spcPct val="129899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1700" dirty="0">
                <a:latin typeface="Arial"/>
                <a:ea typeface="Arial"/>
                <a:cs typeface="Arial"/>
                <a:sym typeface="Arial"/>
              </a:rPr>
              <a:t>Makes it possible for analysts with strong SQL skills to run queries Used by many organizations</a:t>
            </a:r>
            <a:endParaRPr sz="1700" dirty="0">
              <a:latin typeface="Arial"/>
              <a:ea typeface="Arial"/>
              <a:cs typeface="Arial"/>
              <a:sym typeface="Arial"/>
            </a:endParaRPr>
          </a:p>
          <a:p>
            <a:pPr marL="16510" lvl="0" indent="0" algn="l" rtl="0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None/>
            </a:pPr>
            <a:r>
              <a:rPr lang="en-US" sz="1700" dirty="0">
                <a:latin typeface="Arial"/>
                <a:ea typeface="Arial"/>
                <a:cs typeface="Arial"/>
                <a:sym typeface="Arial"/>
              </a:rPr>
              <a:t>SQL is lingua franca in business intelligence tools</a:t>
            </a:r>
            <a:endParaRPr sz="1700" dirty="0">
              <a:latin typeface="Arial"/>
              <a:ea typeface="Arial"/>
              <a:cs typeface="Arial"/>
              <a:sym typeface="Arial"/>
            </a:endParaRPr>
          </a:p>
          <a:p>
            <a:pPr marL="12700" marR="5080" lvl="0" indent="3809" algn="l" rtl="0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None/>
            </a:pPr>
            <a:r>
              <a:rPr lang="en-US" sz="1700" dirty="0">
                <a:latin typeface="Arial"/>
                <a:ea typeface="Arial"/>
                <a:cs typeface="Arial"/>
                <a:sym typeface="Arial"/>
              </a:rPr>
              <a:t>SQL is limited so Hive is not fit for building complex machine learning algorithms</a:t>
            </a:r>
            <a:endParaRPr sz="1700" dirty="0">
              <a:latin typeface="Arial"/>
              <a:ea typeface="Arial"/>
              <a:cs typeface="Arial"/>
              <a:sym typeface="Arial"/>
            </a:endParaRPr>
          </a:p>
          <a:p>
            <a:pPr marL="16510" lvl="0" indent="0" algn="l" rtl="0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None/>
            </a:pPr>
            <a:r>
              <a:rPr lang="en-US" sz="1700" dirty="0">
                <a:latin typeface="Arial"/>
                <a:ea typeface="Arial"/>
                <a:cs typeface="Arial"/>
                <a:sym typeface="Arial"/>
              </a:rPr>
              <a:t>Generates MR jobs when executing queries</a:t>
            </a:r>
            <a:endParaRPr sz="1700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4228" y="2099856"/>
            <a:ext cx="96703" cy="9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4228" y="2697148"/>
            <a:ext cx="96703" cy="9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4228" y="3033804"/>
            <a:ext cx="96703" cy="9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4228" y="3370459"/>
            <a:ext cx="96703" cy="9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4228" y="3707115"/>
            <a:ext cx="96703" cy="9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4228" y="4304407"/>
            <a:ext cx="96703" cy="967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502151-06FC-B5A7-F054-D48A0F994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223" y="649029"/>
            <a:ext cx="6913880" cy="553998"/>
          </a:xfrm>
        </p:spPr>
        <p:txBody>
          <a:bodyPr/>
          <a:lstStyle/>
          <a:p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Hive</a:t>
            </a:r>
          </a:p>
        </p:txBody>
      </p:sp>
    </p:spTree>
    <p:extLst>
      <p:ext uri="{BB962C8B-B14F-4D97-AF65-F5344CB8AC3E}">
        <p14:creationId xmlns:p14="http://schemas.microsoft.com/office/powerpoint/2010/main" val="2226713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2" name="Rectangle 311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14" name="Rectangle 313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2" name="Freeform: Shape 321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Google Shape;304;p19" descr="$PPTXTitle"/>
          <p:cNvSpPr txBox="1"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marL="12700" lvl="0" indent="0" algn="r" defTabSz="914400">
              <a:spcBef>
                <a:spcPct val="0"/>
              </a:spcBef>
              <a:spcAft>
                <a:spcPts val="0"/>
              </a:spcAft>
            </a:pPr>
            <a:r>
              <a:rPr lang="en-US" sz="35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Defining Hive Tables</a:t>
            </a:r>
          </a:p>
        </p:txBody>
      </p:sp>
      <p:sp>
        <p:nvSpPr>
          <p:cNvPr id="306" name="Google Shape;306;p19"/>
          <p:cNvSpPr txBox="1"/>
          <p:nvPr/>
        </p:nvSpPr>
        <p:spPr>
          <a:xfrm>
            <a:off x="3607694" y="649480"/>
            <a:ext cx="5334828" cy="2779519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335280" lvl="0" indent="-228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 Hive table consists of</a:t>
            </a:r>
          </a:p>
          <a:p>
            <a:pPr marL="792480" lvl="1" indent="-228600">
              <a:spcBef>
                <a:spcPts val="4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Data linked to a file or multiple files in an HDFS</a:t>
            </a:r>
          </a:p>
          <a:p>
            <a:pPr marL="791845" marR="5080" lvl="1" indent="-228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Schema stored as mapping of the data to a set of columns with types</a:t>
            </a:r>
          </a:p>
          <a:p>
            <a:pPr marL="335280" lvl="0" indent="-228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Schema and Data are separated</a:t>
            </a:r>
          </a:p>
          <a:p>
            <a:pPr marL="792480" lvl="1" indent="-228600">
              <a:spcBef>
                <a:spcPts val="4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Allows multiple schemas on the same data</a:t>
            </a:r>
          </a:p>
        </p:txBody>
      </p:sp>
      <p:sp>
        <p:nvSpPr>
          <p:cNvPr id="307" name="Google Shape;307;p19"/>
          <p:cNvSpPr txBox="1"/>
          <p:nvPr/>
        </p:nvSpPr>
        <p:spPr>
          <a:xfrm>
            <a:off x="3070384" y="3439138"/>
            <a:ext cx="7203169" cy="2814217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31100" rIns="0" bIns="0" anchor="t" anchorCtr="0">
            <a:spAutoFit/>
          </a:bodyPr>
          <a:lstStyle/>
          <a:p>
            <a:pPr marL="85725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$ hive</a:t>
            </a:r>
            <a:endParaRPr dirty="0">
              <a:latin typeface="Arial"/>
              <a:ea typeface="Arial"/>
              <a:cs typeface="Arial"/>
              <a:sym typeface="Arial"/>
            </a:endParaRPr>
          </a:p>
          <a:p>
            <a:pPr marL="85725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hive&gt; CREATE TABLE Roster (</a:t>
            </a:r>
            <a:endParaRPr dirty="0">
              <a:latin typeface="Arial"/>
              <a:ea typeface="Arial"/>
              <a:cs typeface="Arial"/>
              <a:sym typeface="Arial"/>
            </a:endParaRPr>
          </a:p>
          <a:p>
            <a:pPr marL="1578610" marR="3395979" lvl="0" indent="0" algn="l" rtl="0">
              <a:spcBef>
                <a:spcPts val="65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team string, year int, jersey string, player string,</a:t>
            </a:r>
            <a:endParaRPr dirty="0">
              <a:latin typeface="Arial"/>
              <a:ea typeface="Arial"/>
              <a:cs typeface="Arial"/>
              <a:sym typeface="Arial"/>
            </a:endParaRPr>
          </a:p>
          <a:p>
            <a:pPr marL="1578610" marR="318262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position string, starts int, games int)</a:t>
            </a:r>
            <a:endParaRPr dirty="0">
              <a:latin typeface="Arial"/>
              <a:ea typeface="Arial"/>
              <a:cs typeface="Arial"/>
              <a:sym typeface="Arial"/>
            </a:endParaRPr>
          </a:p>
          <a:p>
            <a:pPr marL="725805" marR="318262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ROW FORMAT DELIMITED FIELDS TERMINATED BY ',' STORED AS TEXTFILE;</a:t>
            </a:r>
            <a:endParaRPr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7938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07761D-28F5-B474-4271-A83407D67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041" y="586855"/>
            <a:ext cx="2401025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spcBef>
                <a:spcPct val="0"/>
              </a:spcBef>
            </a:pPr>
            <a:r>
              <a:rPr lang="en-US" sz="35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Hive Data Model</a:t>
            </a:r>
            <a:endParaRPr lang="en-US" sz="3500" i="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1847B1-FAB5-58A4-62DC-97FB8DDE04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7694" y="649480"/>
            <a:ext cx="4916510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structured data with column types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Partitions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divide tables by values (e.g., date) for fast queries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Buckets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hashed splits of partitions for sampling very large datasets</a:t>
            </a:r>
          </a:p>
          <a:p>
            <a:pPr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980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BF6097-9820-9937-DFC3-AB94189BA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spcBef>
                <a:spcPct val="0"/>
              </a:spcBef>
            </a:pPr>
            <a:r>
              <a:rPr lang="en-US" sz="70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Hive File Layout</a:t>
            </a:r>
            <a:endParaRPr lang="en-US" sz="7000" i="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4E648375-75A7-586E-1BF9-330BA57560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7010267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09162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8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Hive Interface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5" name="Google Shape;295;p18"/>
          <p:cNvSpPr txBox="1"/>
          <p:nvPr/>
        </p:nvSpPr>
        <p:spPr>
          <a:xfrm>
            <a:off x="873570" y="1535176"/>
            <a:ext cx="7269480" cy="1551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35280" lvl="0" indent="-32258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Hive is similar to SQL-92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34645" marR="64135" lvl="0" indent="-32258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Based on familiar database concepts, tables, 	rows, columns, and schemas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35280" lvl="0" indent="-322580" algn="l" rtl="0">
              <a:spcBef>
                <a:spcPts val="1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Makes "Big Data" appear as tables on the fly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35280" lvl="0" indent="-322580" algn="l" rtl="0">
              <a:spcBef>
                <a:spcPts val="15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Like Pig, Hive has a command-line shell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8"/>
          <p:cNvSpPr txBox="1"/>
          <p:nvPr/>
        </p:nvSpPr>
        <p:spPr>
          <a:xfrm>
            <a:off x="1087565" y="4049180"/>
            <a:ext cx="4100195" cy="382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35280" lvl="0" indent="-32258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800"/>
              <a:buFont typeface="Times New Roman"/>
              <a:buChar char="•"/>
            </a:pPr>
            <a:r>
              <a:rPr lang="en-US" sz="240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 it can execute scripts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7" name="Google Shape;297;p18"/>
          <p:cNvSpPr txBox="1"/>
          <p:nvPr/>
        </p:nvSpPr>
        <p:spPr>
          <a:xfrm>
            <a:off x="1119505" y="5167573"/>
            <a:ext cx="3452495" cy="382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35280" lvl="0" indent="-32258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800"/>
              <a:buFont typeface="Times New Roman"/>
              <a:buChar char="•"/>
            </a:pPr>
            <a:r>
              <a:rPr lang="en-US" sz="2400" dirty="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 are also GUIs</a:t>
            </a: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8" name="Google Shape;298;p18"/>
          <p:cNvSpPr txBox="1"/>
          <p:nvPr/>
        </p:nvSpPr>
        <p:spPr>
          <a:xfrm>
            <a:off x="1087565" y="3320727"/>
            <a:ext cx="6737538" cy="528596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85725" marR="5758180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$ hive hive&gt;</a:t>
            </a:r>
            <a:endParaRPr sz="1600" dirty="0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99" name="Google Shape;299;p18"/>
          <p:cNvSpPr txBox="1"/>
          <p:nvPr/>
        </p:nvSpPr>
        <p:spPr>
          <a:xfrm>
            <a:off x="1066946" y="4631193"/>
            <a:ext cx="6882728" cy="276338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9825" rIns="0" bIns="0" anchor="t" anchorCtr="0">
            <a:spAutoFit/>
          </a:bodyPr>
          <a:lstStyle/>
          <a:p>
            <a:pPr marL="8572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$ hive -f myquery.hive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2100413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3493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50D8BF-256A-326D-7967-1CC6C975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051" y="381935"/>
            <a:ext cx="3006438" cy="59744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ct val="0"/>
              </a:spcBef>
            </a:pPr>
            <a:r>
              <a:rPr lang="en-US" sz="60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Running Hive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0420" y="554152"/>
            <a:ext cx="430632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576826-E46B-2D05-034F-D57F76CEC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9414" y="639909"/>
            <a:ext cx="4080105" cy="5974414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--Launch Hive:</a:t>
            </a:r>
          </a:p>
          <a:p>
            <a:pPr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Hive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 Loading data: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DATA INPATH '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mydata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' INTO TABLE foo;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DATA LOCAL '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mydata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' INTO TABLE foo;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 Partitioning: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DATA INPATH '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new_logs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' INTO TABLE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mytable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PARTITION (dt=2020-12-22);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 Bucketing: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TABLE purchasers (...) CLUSTERED BY id INTO 32 BUCKETS;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 avg(cost) FROM purchasers TABLESAMPLE (BUCKET 5 OUT OF 32);</a:t>
            </a: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alpha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alpha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defTabSz="9144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>
                  <a:alpha val="8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89621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19384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1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Loading Hive Tables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1" name="Google Shape;321;p21"/>
          <p:cNvSpPr txBox="1"/>
          <p:nvPr/>
        </p:nvSpPr>
        <p:spPr>
          <a:xfrm>
            <a:off x="904327" y="1537204"/>
            <a:ext cx="7192645" cy="391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30480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Times New Roman"/>
              <a:buChar char="•"/>
            </a:pPr>
            <a:r>
              <a:rPr lang="en-US" sz="240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LOAD DATA to import data into a HIVE table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2" name="Google Shape;322;p21"/>
          <p:cNvSpPr txBox="1"/>
          <p:nvPr/>
        </p:nvSpPr>
        <p:spPr>
          <a:xfrm>
            <a:off x="904327" y="2985001"/>
            <a:ext cx="6984365" cy="147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925" rIns="0" bIns="0" anchor="t" anchorCtr="0">
            <a:spAutoFit/>
          </a:bodyPr>
          <a:lstStyle/>
          <a:p>
            <a:pPr marL="304800" marR="5080" lvl="0" indent="-292735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Times New Roman"/>
              <a:buChar char="•"/>
            </a:pPr>
            <a:r>
              <a:rPr lang="en-US" sz="240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files are modified by Hive, the schema simply imposes structure on the file as it is read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04800" marR="1006475" lvl="0" indent="-292735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Times New Roman"/>
              <a:buChar char="•"/>
            </a:pPr>
            <a:r>
              <a:rPr lang="en-US" sz="240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You can use the keyword OVERWRITE to modify previous loaded files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3" name="Google Shape;323;p21"/>
          <p:cNvSpPr txBox="1"/>
          <p:nvPr/>
        </p:nvSpPr>
        <p:spPr>
          <a:xfrm>
            <a:off x="917027" y="4469013"/>
            <a:ext cx="5825490" cy="1091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1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Loading a file creates a "data warehouse"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Schema is verified as data is queried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9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46464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• Missing columns are mapped to NULL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4" name="Google Shape;324;p21"/>
          <p:cNvSpPr txBox="1"/>
          <p:nvPr/>
        </p:nvSpPr>
        <p:spPr>
          <a:xfrm>
            <a:off x="838196" y="2057391"/>
            <a:ext cx="6477000" cy="831215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9825" rIns="0" bIns="0" anchor="t" anchorCtr="0">
            <a:spAutoFit/>
          </a:bodyPr>
          <a:lstStyle/>
          <a:p>
            <a:pPr marL="8572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$ hive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727075" marR="633730" lvl="0" indent="-641985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hive&gt; LOAD DATA LOCAL INPATH 'comp521/NFLrosters' INTO TABLE Roster;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25" name="Google Shape;325;p21"/>
          <p:cNvSpPr txBox="1"/>
          <p:nvPr/>
        </p:nvSpPr>
        <p:spPr>
          <a:xfrm>
            <a:off x="914396" y="4502984"/>
            <a:ext cx="6477000" cy="1569720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6025" rIns="0" bIns="0" anchor="t" anchorCtr="0">
            <a:spAutoFit/>
          </a:bodyPr>
          <a:lstStyle/>
          <a:p>
            <a:pPr marL="85725" marR="1371600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hive&gt; LOAD DATA INPATH 'comp521/NFLrosters' hive&gt;	OVERWRITE INTO TABLE Rosters; hive&gt; INSERT INTO recentQBs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85725" lvl="0" indent="0" algn="l" rtl="0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hive&gt;	SELECT * FROM Rosters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85725" marR="948055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hive&gt;	WHERE position = 'QB' AND year &gt; 2000 hive&gt;		AND starts &gt; 0;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282024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26C26C-EBCB-75F1-2AFC-880A1BA0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ct val="0"/>
              </a:spcBef>
            </a:pPr>
            <a:r>
              <a:rPr lang="en-US" sz="31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Hive DDL Commands: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1600C-2262-FC3D-FE19-401C064E46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35481" y="591344"/>
            <a:ext cx="5179868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5143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SHOW TABLES</a:t>
            </a:r>
          </a:p>
          <a:p>
            <a:pPr marL="5143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CREATE TABLE</a:t>
            </a:r>
          </a:p>
          <a:p>
            <a:pPr marL="5143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DESCRIBE</a:t>
            </a:r>
          </a:p>
          <a:p>
            <a:pPr marL="5143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ALTER</a:t>
            </a:r>
          </a:p>
          <a:p>
            <a:pPr marL="51435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DROP</a:t>
            </a:r>
          </a:p>
          <a:p>
            <a:pPr marL="22860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>
              <a:solidFill>
                <a:schemeClr val="tx1"/>
              </a:solidFill>
            </a:endParaRPr>
          </a:p>
          <a:p>
            <a:pPr marL="22860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--Selecting data:</a:t>
            </a:r>
          </a:p>
          <a:p>
            <a:pPr marL="22860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SELECT * FROM movie LIMIT 10;</a:t>
            </a:r>
          </a:p>
          <a:p>
            <a:pPr marL="22860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--Saving output:</a:t>
            </a:r>
          </a:p>
          <a:p>
            <a:pPr marL="22860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INSERT OVERWRITE TABLE newTable</a:t>
            </a:r>
          </a:p>
          <a:p>
            <a:pPr marL="228600" defTabSz="9144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SELECT ...</a:t>
            </a:r>
          </a:p>
        </p:txBody>
      </p:sp>
    </p:spTree>
    <p:extLst>
      <p:ext uri="{BB962C8B-B14F-4D97-AF65-F5344CB8AC3E}">
        <p14:creationId xmlns:p14="http://schemas.microsoft.com/office/powerpoint/2010/main" val="3809602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9" name="Rectangle 31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7" name="Freeform: Shape 32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12" name="Google Shape;312;p20" descr="$PPTXTitle"/>
          <p:cNvSpPr txBox="1"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12700" lvl="0" indent="0" defTabSz="914400">
              <a:spcBef>
                <a:spcPct val="0"/>
              </a:spcBef>
              <a:spcAft>
                <a:spcPts val="0"/>
              </a:spcAft>
            </a:pPr>
            <a:r>
              <a:rPr lang="en-US" sz="32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Operations on Hive Tables</a:t>
            </a:r>
          </a:p>
        </p:txBody>
      </p:sp>
      <p:graphicFrame>
        <p:nvGraphicFramePr>
          <p:cNvPr id="314" name="Google Shape;314;p20"/>
          <p:cNvGraphicFramePr/>
          <p:nvPr>
            <p:extLst>
              <p:ext uri="{D42A27DB-BD31-4B8C-83A1-F6EECF244321}">
                <p14:modId xmlns:p14="http://schemas.microsoft.com/office/powerpoint/2010/main" val="2986247797"/>
              </p:ext>
            </p:extLst>
          </p:nvPr>
        </p:nvGraphicFramePr>
        <p:xfrm>
          <a:off x="3376821" y="583163"/>
          <a:ext cx="5419312" cy="5691679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53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57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2107"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Table Operation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8281" marB="0"/>
                </a:tc>
                <a:tc>
                  <a:txBody>
                    <a:bodyPr/>
                    <a:lstStyle/>
                    <a:p>
                      <a:pPr marL="1276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Command Syntax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8281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2107"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See current tables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8281" marB="0"/>
                </a:tc>
                <a:tc>
                  <a:txBody>
                    <a:bodyPr/>
                    <a:lstStyle/>
                    <a:p>
                      <a:pPr marL="1276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hive&gt; SHOW TABLES;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28281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7623"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Check schema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93797" marB="0"/>
                </a:tc>
                <a:tc>
                  <a:txBody>
                    <a:bodyPr/>
                    <a:lstStyle/>
                    <a:p>
                      <a:pPr marL="1276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hive&gt; DESCRIBE Roster;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93797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054"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Change table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9228" marB="0"/>
                </a:tc>
                <a:tc>
                  <a:txBody>
                    <a:bodyPr/>
                    <a:lstStyle/>
                    <a:p>
                      <a:pPr marL="1276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hive&gt; ALTER TABLE Roster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109228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418"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name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073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RENAME TO PlayedFor;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7623"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Add a column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93797" marB="0"/>
                </a:tc>
                <a:tc>
                  <a:txBody>
                    <a:bodyPr/>
                    <a:lstStyle/>
                    <a:p>
                      <a:pPr marL="1276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hive&gt; ALTER TABLE Roster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93797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41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4676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ADD COLUMNS (pid, int);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4503">
                <a:tc>
                  <a:txBody>
                    <a:bodyPr/>
                    <a:lstStyle/>
                    <a:p>
                      <a:pPr marL="8572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Drop a partition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70677" marB="0"/>
                </a:tc>
                <a:tc>
                  <a:txBody>
                    <a:bodyPr/>
                    <a:lstStyle/>
                    <a:p>
                      <a:pPr marL="12763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>
                          <a:solidFill>
                            <a:schemeClr val="dk1"/>
                          </a:solidFill>
                          <a:sym typeface="Arial"/>
                        </a:rPr>
                        <a:t>hive&gt; ALTER TABLE Roster</a:t>
                      </a: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70677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382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449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DROP PARTITION (team='</a:t>
                      </a:r>
                      <a:r>
                        <a:rPr lang="en-US" sz="2000" u="none" strike="noStrike" cap="none" dirty="0" err="1">
                          <a:solidFill>
                            <a:schemeClr val="dk1"/>
                          </a:solidFill>
                          <a:sym typeface="Arial"/>
                        </a:rPr>
                        <a:t>dallas</a:t>
                      </a:r>
                      <a:r>
                        <a:rPr lang="en-US" sz="200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-cowboys');</a:t>
                      </a:r>
                      <a:endParaRPr sz="200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9395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363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Google Shape;356;p25" descr="$PPTXTitle"/>
          <p:cNvSpPr txBox="1"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2700" lvl="0" indent="0" algn="ctr" defTabSz="914400">
              <a:spcBef>
                <a:spcPct val="0"/>
              </a:spcBef>
              <a:spcAft>
                <a:spcPts val="0"/>
              </a:spcAft>
            </a:pPr>
            <a:r>
              <a:rPr lang="en-US" sz="4400" b="1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Sorting in Hive</a:t>
            </a:r>
          </a:p>
        </p:txBody>
      </p:sp>
      <p:sp>
        <p:nvSpPr>
          <p:cNvPr id="366" name="Rectangle: Rounded Corners 365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0" name="Google Shape;358;p25">
            <a:extLst>
              <a:ext uri="{FF2B5EF4-FFF2-40B4-BE49-F238E27FC236}">
                <a16:creationId xmlns:a16="http://schemas.microsoft.com/office/drawing/2014/main" id="{2049B4C0-3458-4536-4A14-C5E6B2B9AE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3418729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82165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7" name="Rectangle 76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Freeform: Shape 78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56521" y="1"/>
            <a:ext cx="851299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B54B6011-7840-FB7A-159C-426F5F2E8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ct val="0"/>
              </a:spcBef>
            </a:pPr>
            <a:r>
              <a:rPr lang="en-US" sz="44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Hive</a:t>
            </a:r>
          </a:p>
        </p:txBody>
      </p:sp>
      <p:sp>
        <p:nvSpPr>
          <p:cNvPr id="86" name="Arc 8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-93647" y="2693652"/>
            <a:ext cx="4083433" cy="3062575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2" name="Google Shape;72;p3"/>
          <p:cNvSpPr txBox="1"/>
          <p:nvPr/>
        </p:nvSpPr>
        <p:spPr>
          <a:xfrm>
            <a:off x="628650" y="1363851"/>
            <a:ext cx="8098568" cy="4813112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Autofit/>
          </a:bodyPr>
          <a:lstStyle/>
          <a:p>
            <a:pPr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CREATE EXTERNAL TABLE movie (id INT, name STRING, year INT) ROW FORMAT DELIMITED FIELDS TERMINATED BY '\t' LOCATION '/user/</a:t>
            </a:r>
          </a:p>
          <a:p>
            <a:pPr marL="1270"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root/movie'</a:t>
            </a:r>
          </a:p>
          <a:p>
            <a:pPr marR="3054985"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CREATE EXTERNAL TABLE </a:t>
            </a:r>
            <a:r>
              <a:rPr lang="en-US" sz="1400" dirty="0" err="1">
                <a:sym typeface="Arial"/>
              </a:rPr>
              <a:t>movierating</a:t>
            </a:r>
            <a:r>
              <a:rPr lang="en-US" sz="1400" dirty="0">
                <a:sym typeface="Arial"/>
              </a:rPr>
              <a:t> (</a:t>
            </a:r>
            <a:r>
              <a:rPr lang="en-US" sz="1400" dirty="0" err="1">
                <a:sym typeface="Arial"/>
              </a:rPr>
              <a:t>userid</a:t>
            </a:r>
            <a:r>
              <a:rPr lang="en-US" sz="1400" dirty="0">
                <a:sym typeface="Arial"/>
              </a:rPr>
              <a:t> INT, </a:t>
            </a:r>
            <a:r>
              <a:rPr lang="en-US" sz="1400" dirty="0" err="1">
                <a:sym typeface="Arial"/>
              </a:rPr>
              <a:t>movieid</a:t>
            </a:r>
            <a:r>
              <a:rPr lang="en-US" sz="1400" dirty="0">
                <a:sym typeface="Arial"/>
              </a:rPr>
              <a:t> INT, rating INT) ROW FORMAT DELIMITED FIELDS TERMINATED BY '\t'</a:t>
            </a:r>
          </a:p>
          <a:p>
            <a:pPr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LOCATION '/user/</a:t>
            </a:r>
            <a:r>
              <a:rPr lang="en-US" sz="1400" dirty="0" err="1">
                <a:sym typeface="Arial"/>
              </a:rPr>
              <a:t>cloudera</a:t>
            </a:r>
            <a:r>
              <a:rPr lang="en-US" sz="1400" dirty="0">
                <a:sym typeface="Arial"/>
              </a:rPr>
              <a:t>/</a:t>
            </a:r>
            <a:r>
              <a:rPr lang="en-US" sz="1400" dirty="0" err="1">
                <a:sym typeface="Arial"/>
              </a:rPr>
              <a:t>movierating</a:t>
            </a:r>
            <a:r>
              <a:rPr lang="en-US" sz="1400" dirty="0">
                <a:sym typeface="Arial"/>
              </a:rPr>
              <a:t>'</a:t>
            </a:r>
          </a:p>
          <a:p>
            <a:pPr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SELECT * FROM movie</a:t>
            </a:r>
          </a:p>
          <a:p>
            <a:pPr marR="5987415"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--Select oldest movie SELECT *</a:t>
            </a:r>
          </a:p>
          <a:p>
            <a:pPr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FROM movie</a:t>
            </a:r>
          </a:p>
          <a:p>
            <a:pPr marR="6339205"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WHERE year != 0 SORT BY year LIMIT 1</a:t>
            </a:r>
          </a:p>
          <a:p>
            <a:pPr marR="5459730"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--Select movies without rating SELECT name, year</a:t>
            </a:r>
          </a:p>
          <a:p>
            <a:pPr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FROM movie LEFT OUTER JOIN </a:t>
            </a:r>
            <a:r>
              <a:rPr lang="en-US" sz="1400" dirty="0" err="1">
                <a:sym typeface="Arial"/>
              </a:rPr>
              <a:t>movierating</a:t>
            </a:r>
            <a:endParaRPr lang="en-US" sz="1400" dirty="0">
              <a:sym typeface="Arial"/>
            </a:endParaRPr>
          </a:p>
          <a:p>
            <a:pPr marR="5283835"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ON </a:t>
            </a:r>
            <a:r>
              <a:rPr lang="en-US" sz="1400" dirty="0" err="1">
                <a:sym typeface="Arial"/>
              </a:rPr>
              <a:t>movie.id</a:t>
            </a:r>
            <a:r>
              <a:rPr lang="en-US" sz="1400" dirty="0">
                <a:sym typeface="Arial"/>
              </a:rPr>
              <a:t> = </a:t>
            </a:r>
            <a:r>
              <a:rPr lang="en-US" sz="1400" dirty="0" err="1">
                <a:sym typeface="Arial"/>
              </a:rPr>
              <a:t>movierating.movieid</a:t>
            </a:r>
            <a:r>
              <a:rPr lang="en-US" sz="1400" dirty="0">
                <a:sym typeface="Arial"/>
              </a:rPr>
              <a:t> WHERE </a:t>
            </a:r>
            <a:r>
              <a:rPr lang="en-US" sz="1400" dirty="0" err="1">
                <a:sym typeface="Arial"/>
              </a:rPr>
              <a:t>movieid</a:t>
            </a:r>
            <a:r>
              <a:rPr lang="en-US" sz="1400" dirty="0">
                <a:sym typeface="Arial"/>
              </a:rPr>
              <a:t> IS NULL</a:t>
            </a:r>
          </a:p>
          <a:p>
            <a:pPr marR="4755515" lvl="0">
              <a:lnSpc>
                <a:spcPct val="90000"/>
              </a:lnSpc>
              <a:spcAft>
                <a:spcPts val="600"/>
              </a:spcAft>
            </a:pPr>
            <a:r>
              <a:rPr lang="en-US" sz="1400" dirty="0">
                <a:sym typeface="Arial"/>
              </a:rPr>
              <a:t>--Update movies with </a:t>
            </a:r>
            <a:r>
              <a:rPr lang="en-US" sz="1400" dirty="0" err="1">
                <a:sym typeface="Arial"/>
              </a:rPr>
              <a:t>numratings</a:t>
            </a:r>
            <a:r>
              <a:rPr lang="en-US" sz="1400" dirty="0">
                <a:sym typeface="Arial"/>
              </a:rPr>
              <a:t>, </a:t>
            </a:r>
            <a:r>
              <a:rPr lang="en-US" sz="1400" dirty="0" err="1">
                <a:sym typeface="Arial"/>
              </a:rPr>
              <a:t>avgrating</a:t>
            </a:r>
            <a:r>
              <a:rPr lang="en-US" sz="1400" dirty="0">
                <a:sym typeface="Arial"/>
              </a:rPr>
              <a:t> DROP TABLE </a:t>
            </a:r>
            <a:r>
              <a:rPr lang="en-US" sz="1400" dirty="0" err="1">
                <a:sym typeface="Arial"/>
              </a:rPr>
              <a:t>newmovie</a:t>
            </a:r>
            <a:endParaRPr lang="en-US" sz="1400" dirty="0"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8258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60FDA4C4-09B5-18C4-24EA-80B063418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80" y="1138265"/>
            <a:ext cx="3408571" cy="14011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spcBef>
                <a:spcPct val="0"/>
              </a:spcBef>
            </a:pPr>
            <a:r>
              <a:rPr lang="en-US" sz="28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Hive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C23E3B9-5ABF-58B3-E2B0-E9A5DAA900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6096" y="871146"/>
            <a:ext cx="552704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Google Shape;79;p4"/>
          <p:cNvSpPr txBox="1"/>
          <p:nvPr/>
        </p:nvSpPr>
        <p:spPr>
          <a:xfrm>
            <a:off x="571380" y="2551176"/>
            <a:ext cx="3408571" cy="3602935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12700" lvl="0" indent="-2286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700" b="1">
                <a:sym typeface="Arial"/>
              </a:rPr>
              <a:t>root@master ~ # hive</a:t>
            </a:r>
            <a:endParaRPr lang="en-US" sz="1700">
              <a:sym typeface="Arial"/>
            </a:endParaRPr>
          </a:p>
          <a:p>
            <a:pPr marL="12700" lvl="0" indent="-228600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700" b="1">
                <a:sym typeface="Arial"/>
              </a:rPr>
              <a:t>Hive history file=/tmp/root/hive_job_log_root_201108031010_1952745660.txt</a:t>
            </a:r>
            <a:endParaRPr lang="en-US" sz="1700">
              <a:sym typeface="Arial"/>
            </a:endParaRPr>
          </a:p>
        </p:txBody>
      </p:sp>
      <p:graphicFrame>
        <p:nvGraphicFramePr>
          <p:cNvPr id="80" name="Google Shape;80;p4"/>
          <p:cNvGraphicFramePr/>
          <p:nvPr>
            <p:extLst>
              <p:ext uri="{D42A27DB-BD31-4B8C-83A1-F6EECF244321}">
                <p14:modId xmlns:p14="http://schemas.microsoft.com/office/powerpoint/2010/main" val="2966823191"/>
              </p:ext>
            </p:extLst>
          </p:nvPr>
        </p:nvGraphicFramePr>
        <p:xfrm>
          <a:off x="4884275" y="771753"/>
          <a:ext cx="3356192" cy="5316100"/>
        </p:xfrm>
        <a:graphic>
          <a:graphicData uri="http://schemas.openxmlformats.org/drawingml/2006/table">
            <a:tbl>
              <a:tblPr firstRow="1" bandRow="1">
                <a:noFill/>
                <a:tableStyleId>{A5391165-DD83-4A84-9FEA-9A6AE553B9FA}</a:tableStyleId>
              </a:tblPr>
              <a:tblGrid>
                <a:gridCol w="699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4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1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2760">
                <a:tc>
                  <a:txBody>
                    <a:bodyPr/>
                    <a:lstStyle/>
                    <a:p>
                      <a:pPr marL="31750" marR="0" lvl="0" indent="0" algn="l" rtl="0">
                        <a:lnSpc>
                          <a:spcPct val="73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hive&gt;</a:t>
                      </a:r>
                    </a:p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43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OK</a:t>
                      </a:r>
                    </a:p>
                  </a:txBody>
                  <a:tcPr marL="59973" marR="0" marT="17135" marB="12851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769" marR="0" lvl="0" indent="0" algn="l" rtl="0">
                        <a:lnSpc>
                          <a:spcPct val="7333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select * from movie limit 10;</a:t>
                      </a:r>
                    </a:p>
                  </a:txBody>
                  <a:tcPr marL="59973" marR="0" marT="17135" marB="12851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500" b="1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9973" marR="0" marT="17135" marB="128514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273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Toy Story	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38100" cmpd="sng">
                      <a:noFill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273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Jumanji 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381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626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122554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Grumpier Old Men	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38100" cmpd="sng">
                      <a:noFill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626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122554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Waiting to Exhale	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381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73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Father of the Bride Part II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3017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273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Heat	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1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273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Sabrina 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1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2626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Tom and Huck	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1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22626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Sudden Death	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1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22626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94945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GoldenEye	1995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1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3845">
                <a:tc>
                  <a:txBody>
                    <a:bodyPr/>
                    <a:lstStyle/>
                    <a:p>
                      <a:pPr marL="31750" marR="3175" lvl="0" indent="0" algn="l" rtl="0">
                        <a:lnSpc>
                          <a:spcPct val="8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Time</a:t>
                      </a:r>
                    </a:p>
                  </a:txBody>
                  <a:tcPr marL="59973" marR="0" marT="17135" marB="128514">
                    <a:lnL w="9525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837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spc="0">
                          <a:solidFill>
                            <a:schemeClr val="tx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taken: 0.067 seconds</a:t>
                      </a: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1" u="none" strike="noStrike" cap="none" spc="0">
                        <a:solidFill>
                          <a:schemeClr val="tx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9973" marR="0" marT="17135" marB="128514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94641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2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Hive Queries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2" name="Google Shape;332;p22"/>
          <p:cNvSpPr txBox="1"/>
          <p:nvPr/>
        </p:nvSpPr>
        <p:spPr>
          <a:xfrm>
            <a:off x="423514" y="1537204"/>
            <a:ext cx="1449705" cy="391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52095" lvl="0" indent="-23939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SELECT</a:t>
            </a:r>
            <a:endParaRPr sz="24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2"/>
          <p:cNvSpPr txBox="1"/>
          <p:nvPr/>
        </p:nvSpPr>
        <p:spPr>
          <a:xfrm>
            <a:off x="423514" y="2623052"/>
            <a:ext cx="8442960" cy="3228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252095" lvl="0" indent="-239395" algn="l" rtl="0">
              <a:lnSpc>
                <a:spcPct val="119375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Supports the following: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709295" lvl="1" indent="-240029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WHERE clause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709295" lvl="1" indent="-240029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UNION ALL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709295" lvl="1" indent="-240029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DISTINCT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709295" lvl="1" indent="-240029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GROUP BY and HAVING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709295" lvl="1" indent="-240029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LIMIT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709295" lvl="1" indent="-240029" algn="l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JOIN,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709295" lvl="1" indent="-240029" algn="l" rtl="0">
              <a:lnSpc>
                <a:spcPct val="119166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400"/>
              <a:buFont typeface="Arial"/>
              <a:buChar char="•"/>
            </a:pPr>
            <a:r>
              <a:rPr lang="en-US" sz="24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LEFT OUTER JOIN, RIGHT OUTER JOIN, OUTER JOIN</a:t>
            </a:r>
            <a:endParaRPr sz="2400" dirty="0">
              <a:latin typeface="Arial"/>
              <a:ea typeface="Arial"/>
              <a:cs typeface="Arial"/>
              <a:sym typeface="Arial"/>
            </a:endParaRPr>
          </a:p>
          <a:p>
            <a:pPr marL="1166495" lvl="2" indent="-247014" algn="l" rtl="0">
              <a:lnSpc>
                <a:spcPct val="119750"/>
              </a:lnSpc>
              <a:spcBef>
                <a:spcPts val="0"/>
              </a:spcBef>
              <a:spcAft>
                <a:spcPts val="0"/>
              </a:spcAft>
              <a:buClr>
                <a:srgbClr val="464646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rgbClr val="464646"/>
                </a:solidFill>
                <a:latin typeface="Arial"/>
                <a:ea typeface="Arial"/>
                <a:cs typeface="Arial"/>
                <a:sym typeface="Arial"/>
              </a:rPr>
              <a:t>Returned rows are random, and may vary between calls</a:t>
            </a:r>
            <a:endParaRPr sz="20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22"/>
          <p:cNvSpPr txBox="1"/>
          <p:nvPr/>
        </p:nvSpPr>
        <p:spPr>
          <a:xfrm>
            <a:off x="990596" y="1981192"/>
            <a:ext cx="6477000" cy="584835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9825" rIns="0" bIns="0" anchor="t" anchorCtr="0">
            <a:spAutoFit/>
          </a:bodyPr>
          <a:lstStyle/>
          <a:p>
            <a:pPr marL="8572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$ hive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  <a:p>
            <a:pPr marL="85725" lvl="0" indent="0" algn="l" rtl="0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E3F1FC"/>
                </a:solidFill>
                <a:latin typeface="Verdana"/>
                <a:ea typeface="Verdana"/>
                <a:cs typeface="Verdana"/>
                <a:sym typeface="Verdana"/>
              </a:rPr>
              <a:t>hive&gt; SELECT * FROM recentQBs WHERE name = "*Brady";</a:t>
            </a:r>
            <a:endParaRPr sz="1600">
              <a:latin typeface="Verdana"/>
              <a:ea typeface="Verdana"/>
              <a:cs typeface="Verdana"/>
              <a:sym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42702080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3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566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dirty="0">
                <a:latin typeface="Arial" panose="020B0604020202020204" pitchFamily="34" charset="0"/>
                <a:cs typeface="Arial" panose="020B0604020202020204" pitchFamily="34" charset="0"/>
              </a:rPr>
              <a:t>Hive Query Examples</a:t>
            </a:r>
            <a:endParaRPr sz="3600"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43" name="Google Shape;341;p23">
            <a:extLst>
              <a:ext uri="{FF2B5EF4-FFF2-40B4-BE49-F238E27FC236}">
                <a16:creationId xmlns:a16="http://schemas.microsoft.com/office/drawing/2014/main" id="{32928FB6-A56B-18C0-467E-E7B88741D667}"/>
              </a:ext>
            </a:extLst>
          </p:cNvPr>
          <p:cNvGraphicFramePr/>
          <p:nvPr/>
        </p:nvGraphicFramePr>
        <p:xfrm>
          <a:off x="499110" y="1483992"/>
          <a:ext cx="8145780" cy="5284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620759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7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59" name="Rectangle 358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562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Google Shape;347;p24" descr="$PPTXTitle"/>
          <p:cNvSpPr txBox="1">
            <a:spLocks noGrp="1"/>
          </p:cNvSpPr>
          <p:nvPr>
            <p:ph type="title"/>
          </p:nvPr>
        </p:nvSpPr>
        <p:spPr>
          <a:xfrm>
            <a:off x="2124666" y="501546"/>
            <a:ext cx="5701978" cy="1279232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2700" lvl="0" indent="0" defTabSz="914400">
              <a:spcBef>
                <a:spcPct val="0"/>
              </a:spcBef>
              <a:spcAft>
                <a:spcPts val="0"/>
              </a:spcAft>
            </a:pPr>
            <a:r>
              <a:rPr lang="en-US" sz="3500" b="1" i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Hive Subqueries</a:t>
            </a:r>
          </a:p>
        </p:txBody>
      </p:sp>
      <p:pic>
        <p:nvPicPr>
          <p:cNvPr id="353" name="Picture 352" descr="Bees working on a honeycomb">
            <a:extLst>
              <a:ext uri="{FF2B5EF4-FFF2-40B4-BE49-F238E27FC236}">
                <a16:creationId xmlns:a16="http://schemas.microsoft.com/office/drawing/2014/main" id="{550FBE2A-952D-63CF-844C-D174C27261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62" r="22938"/>
          <a:stretch>
            <a:fillRect/>
          </a:stretch>
        </p:blipFill>
        <p:spPr>
          <a:xfrm>
            <a:off x="20" y="-2"/>
            <a:ext cx="1921770" cy="6858002"/>
          </a:xfrm>
          <a:prstGeom prst="rect">
            <a:avLst/>
          </a:prstGeom>
        </p:spPr>
      </p:pic>
      <p:sp>
        <p:nvSpPr>
          <p:cNvPr id="349" name="Google Shape;349;p24"/>
          <p:cNvSpPr txBox="1"/>
          <p:nvPr/>
        </p:nvSpPr>
        <p:spPr>
          <a:xfrm>
            <a:off x="5102556" y="2470245"/>
            <a:ext cx="3117384" cy="3769835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330200" lvl="0" indent="-2286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>
                <a:sym typeface="Arial"/>
              </a:rPr>
              <a:t>Hive allows subqueries only within FROM clauses</a:t>
            </a:r>
          </a:p>
        </p:txBody>
      </p:sp>
      <p:sp>
        <p:nvSpPr>
          <p:cNvPr id="350" name="Google Shape;350;p24"/>
          <p:cNvSpPr txBox="1"/>
          <p:nvPr/>
        </p:nvSpPr>
        <p:spPr>
          <a:xfrm>
            <a:off x="2124665" y="2919658"/>
            <a:ext cx="6226937" cy="3339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925" rIns="0" bIns="0" anchor="t" anchorCtr="0">
            <a:spAutoFit/>
          </a:bodyPr>
          <a:lstStyle/>
          <a:p>
            <a:pPr marL="330200" marR="2045970" lvl="0" indent="-318135" algn="l" rtl="0">
              <a:lnSpc>
                <a:spcPct val="1425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Subqueries are generally materialized (computed and saved as hive tables)</a:t>
            </a:r>
          </a:p>
          <a:p>
            <a:pPr marL="330200" marR="5080" lvl="0" indent="-318135" algn="l" rtl="0">
              <a:lnSpc>
                <a:spcPct val="1425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MUST to include a name for the subquery result table</a:t>
            </a:r>
          </a:p>
          <a:p>
            <a:pPr marL="330200" marR="1115060" lvl="0" indent="-318135" algn="l" rtl="0">
              <a:lnSpc>
                <a:spcPct val="1425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columns of a subquery's SELECT list are available to the outer query</a:t>
            </a:r>
          </a:p>
        </p:txBody>
      </p:sp>
      <p:sp>
        <p:nvSpPr>
          <p:cNvPr id="351" name="Google Shape;351;p24"/>
          <p:cNvSpPr txBox="1"/>
          <p:nvPr/>
        </p:nvSpPr>
        <p:spPr>
          <a:xfrm>
            <a:off x="2003550" y="1640425"/>
            <a:ext cx="6477000" cy="1149161"/>
          </a:xfrm>
          <a:prstGeom prst="rect">
            <a:avLst/>
          </a:prstGeom>
          <a:solidFill>
            <a:srgbClr val="001F5F"/>
          </a:solidFill>
          <a:ln>
            <a:noFill/>
          </a:ln>
        </p:spPr>
        <p:txBody>
          <a:bodyPr spcFirstLastPara="1" wrap="square" lIns="0" tIns="29825" rIns="0" bIns="0" anchor="t" anchorCtr="0">
            <a:spAutoFit/>
          </a:bodyPr>
          <a:lstStyle/>
          <a:p>
            <a:pPr marL="8572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hive&gt; SELECT </a:t>
            </a:r>
            <a:r>
              <a:rPr lang="en-US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sid</a:t>
            </a: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, mid, total FROM</a:t>
            </a:r>
            <a:endParaRPr lang="en-US" dirty="0">
              <a:latin typeface="Arial"/>
              <a:ea typeface="Arial"/>
              <a:cs typeface="Arial"/>
              <a:sym typeface="Arial"/>
            </a:endParaRPr>
          </a:p>
          <a:p>
            <a:pPr marL="85725" marR="967739" lvl="0" indent="0" algn="l" rtl="0">
              <a:lnSpc>
                <a:spcPct val="10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hive&gt;	(SELECT </a:t>
            </a:r>
            <a:r>
              <a:rPr lang="en-US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sid</a:t>
            </a: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, mid, </a:t>
            </a:r>
            <a:r>
              <a:rPr lang="en-US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refCnt</a:t>
            </a: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en-US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altCnt</a:t>
            </a: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 AS total hive&gt;		FROM genotype)	</a:t>
            </a:r>
            <a:r>
              <a:rPr lang="en-US" dirty="0" err="1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gtypeTotals</a:t>
            </a:r>
            <a:endParaRPr lang="en-US" dirty="0">
              <a:latin typeface="Arial"/>
              <a:ea typeface="Arial"/>
              <a:cs typeface="Arial"/>
              <a:sym typeface="Arial"/>
            </a:endParaRPr>
          </a:p>
          <a:p>
            <a:pPr marL="85725" lvl="0" indent="0" algn="l" rtl="0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E3F1FC"/>
                </a:solidFill>
                <a:latin typeface="Arial"/>
                <a:ea typeface="Arial"/>
                <a:cs typeface="Arial"/>
                <a:sym typeface="Arial"/>
              </a:rPr>
              <a:t>hive&gt; WHERE total &gt; 20;</a:t>
            </a:r>
            <a:endParaRPr lang="en-US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61905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6" descr="$PPTXTitle"/>
          <p:cNvSpPr txBox="1">
            <a:spLocks noGrp="1"/>
          </p:cNvSpPr>
          <p:nvPr>
            <p:ph type="title"/>
          </p:nvPr>
        </p:nvSpPr>
        <p:spPr>
          <a:xfrm>
            <a:off x="911223" y="649029"/>
            <a:ext cx="6913880" cy="628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endParaRPr b="1" i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5" name="Google Shape;365;p26"/>
          <p:cNvGrpSpPr/>
          <p:nvPr/>
        </p:nvGrpSpPr>
        <p:grpSpPr>
          <a:xfrm>
            <a:off x="7086571" y="4700704"/>
            <a:ext cx="1752592" cy="2060137"/>
            <a:chOff x="7086571" y="4700704"/>
            <a:chExt cx="1752592" cy="2060137"/>
          </a:xfrm>
        </p:grpSpPr>
        <p:pic>
          <p:nvPicPr>
            <p:cNvPr id="366" name="Google Shape;366;p2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031459" y="5119590"/>
              <a:ext cx="807704" cy="74778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7" name="Google Shape;367;p2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543768" y="4700704"/>
              <a:ext cx="679286" cy="101427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8" name="Google Shape;368;p26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086571" y="5410178"/>
              <a:ext cx="1752211" cy="1350663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370" name="Google Shape;364;p26">
            <a:extLst>
              <a:ext uri="{FF2B5EF4-FFF2-40B4-BE49-F238E27FC236}">
                <a16:creationId xmlns:a16="http://schemas.microsoft.com/office/drawing/2014/main" id="{6E0D63CB-15D4-94E9-6A42-62AA7CE161A9}"/>
              </a:ext>
            </a:extLst>
          </p:cNvPr>
          <p:cNvGraphicFramePr/>
          <p:nvPr/>
        </p:nvGraphicFramePr>
        <p:xfrm>
          <a:off x="911222" y="1400580"/>
          <a:ext cx="7811225" cy="47720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621</TotalTime>
  <Words>2448</Words>
  <Application>Microsoft Macintosh PowerPoint</Application>
  <PresentationFormat>On-screen Show (4:3)</PresentationFormat>
  <Paragraphs>328</Paragraphs>
  <Slides>31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Aptos Display</vt:lpstr>
      <vt:lpstr>Calibri</vt:lpstr>
      <vt:lpstr>Aptos</vt:lpstr>
      <vt:lpstr>Times New Roman</vt:lpstr>
      <vt:lpstr>Tahoma</vt:lpstr>
      <vt:lpstr>Arial</vt:lpstr>
      <vt:lpstr>Verdana</vt:lpstr>
      <vt:lpstr>Office Theme</vt:lpstr>
      <vt:lpstr>Big Data Analytics (Spring 2026) Hadoop with Pig and Hive</vt:lpstr>
      <vt:lpstr>Hadoop Review</vt:lpstr>
      <vt:lpstr>Hadoop Layer Cake</vt:lpstr>
      <vt:lpstr>High-level Hadoop Interfaces</vt:lpstr>
      <vt:lpstr>Pig &amp; Pig Latin</vt:lpstr>
      <vt:lpstr>🐖 Pig &amp; Pig Latin </vt:lpstr>
      <vt:lpstr>Pig Relations</vt:lpstr>
      <vt:lpstr>Pig Latin Processing</vt:lpstr>
      <vt:lpstr>Anatomy of a Pig Script</vt:lpstr>
      <vt:lpstr>Anatomy of a Pig Script</vt:lpstr>
      <vt:lpstr>Anatomy of a Pig Script</vt:lpstr>
      <vt:lpstr>Anatomy of a Pig Script</vt:lpstr>
      <vt:lpstr>Pig Latin Scripts Describe Dataflows</vt:lpstr>
      <vt:lpstr>Pig Latin’s Data Model</vt:lpstr>
      <vt:lpstr>🐝 Hive &amp; HiveQL</vt:lpstr>
      <vt:lpstr>Hive</vt:lpstr>
      <vt:lpstr>Defining Hive Tables</vt:lpstr>
      <vt:lpstr>Hive Data Model</vt:lpstr>
      <vt:lpstr>Hive File Layout</vt:lpstr>
      <vt:lpstr>Hive Interface</vt:lpstr>
      <vt:lpstr>Running Hive</vt:lpstr>
      <vt:lpstr>Loading Hive Tables</vt:lpstr>
      <vt:lpstr>Hive DDL Commands:</vt:lpstr>
      <vt:lpstr>Operations on Hive Tables</vt:lpstr>
      <vt:lpstr>Sorting in Hive</vt:lpstr>
      <vt:lpstr>Hive</vt:lpstr>
      <vt:lpstr>Hive</vt:lpstr>
      <vt:lpstr>Hive Queries</vt:lpstr>
      <vt:lpstr>Hive Query Examples</vt:lpstr>
      <vt:lpstr>Hive Subqueries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Geert Van Landeghem</dc:creator>
  <cp:lastModifiedBy>Yu Zhang</cp:lastModifiedBy>
  <cp:revision>49</cp:revision>
  <dcterms:created xsi:type="dcterms:W3CDTF">2025-11-14T20:40:48Z</dcterms:created>
  <dcterms:modified xsi:type="dcterms:W3CDTF">2026-05-13T10:16:45Z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2013-11-19T00:00:00Z</vt:filetime>
  </property>
  <property fmtid="{D5CDD505-2E9C-101B-9397-08002B2CF9AE}" pid="3" name="Creator">
    <vt:lpwstr>PowerPoint</vt:lpwstr>
  </property>
  <property fmtid="{D5CDD505-2E9C-101B-9397-08002B2CF9AE}" pid="4" name="LastSaved">
    <vt:filetime>2025-11-14T00:00:00Z</vt:filetime>
  </property>
  <property fmtid="{D5CDD505-2E9C-101B-9397-08002B2CF9AE}" pid="5" name="Producer">
    <vt:lpwstr>Mac OS X 10.9 Quartz PDFContext</vt:lpwstr>
  </property>
</Properties>
</file>